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0" r:id="rId2"/>
    <p:sldId id="288" r:id="rId3"/>
    <p:sldId id="303" r:id="rId4"/>
    <p:sldId id="669" r:id="rId5"/>
    <p:sldId id="670" r:id="rId6"/>
    <p:sldId id="671" r:id="rId7"/>
    <p:sldId id="673" r:id="rId8"/>
    <p:sldId id="674" r:id="rId9"/>
    <p:sldId id="672" r:id="rId10"/>
    <p:sldId id="675" r:id="rId11"/>
    <p:sldId id="676" r:id="rId12"/>
    <p:sldId id="678" r:id="rId13"/>
    <p:sldId id="679" r:id="rId14"/>
    <p:sldId id="686" r:id="rId15"/>
    <p:sldId id="687" r:id="rId16"/>
    <p:sldId id="688" r:id="rId17"/>
    <p:sldId id="677" r:id="rId18"/>
    <p:sldId id="681" r:id="rId19"/>
    <p:sldId id="682" r:id="rId20"/>
    <p:sldId id="680" r:id="rId21"/>
    <p:sldId id="689" r:id="rId22"/>
    <p:sldId id="683" r:id="rId23"/>
    <p:sldId id="297" r:id="rId24"/>
    <p:sldId id="296" r:id="rId25"/>
    <p:sldId id="690" r:id="rId26"/>
    <p:sldId id="693" r:id="rId27"/>
    <p:sldId id="691" r:id="rId28"/>
    <p:sldId id="293" r:id="rId29"/>
    <p:sldId id="694" r:id="rId30"/>
    <p:sldId id="692" r:id="rId31"/>
    <p:sldId id="290" r:id="rId32"/>
    <p:sldId id="291" r:id="rId33"/>
    <p:sldId id="307" r:id="rId34"/>
    <p:sldId id="695" r:id="rId35"/>
    <p:sldId id="308" r:id="rId36"/>
    <p:sldId id="309" r:id="rId37"/>
    <p:sldId id="310" r:id="rId38"/>
    <p:sldId id="292" r:id="rId39"/>
    <p:sldId id="302" r:id="rId4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09" autoAdjust="0"/>
    <p:restoredTop sz="94665" autoAdjust="0"/>
  </p:normalViewPr>
  <p:slideViewPr>
    <p:cSldViewPr>
      <p:cViewPr varScale="1">
        <p:scale>
          <a:sx n="99" d="100"/>
          <a:sy n="99" d="100"/>
        </p:scale>
        <p:origin x="405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14 549,'67'-260,"-51"224,-15 36,-1 0,0-1,1 1,-1 0,0 0,0 0,1 0,-1 0,0 0,1 0,-1 0,0 0,1 0,-1 0,0 0,1 0,-1 1,0-1,1 0,-1 0,0 0,0 0,1 0,-1 1,0-1,0 0,1 0,-1 0,0 1,0-1,0 0,1 0,-1 1,0-1,0 0,0 1,0-1,0 0,0 1,1-1,-1 0,0 0,0 1,0-1,0 0,0 1,0-1,0 0,0 1,0-1,-1 0,1 1,0-1,0 0,0 0,0 1,0-1,-1 0,4 212,-3-191,0 46,-3 0,-2 0,-6 15,3-46</inkml:trace>
  <inkml:trace contextRef="#ctx0" brushRef="#br0" timeOffset="1">1 897,'16'0,"12"-2,13-4,8 0,5-1,0 0,-2-1,-8 1,-11 2</inkml:trace>
  <inkml:trace contextRef="#ctx0" brushRef="#br0" timeOffset="2">442 1,'7'11,"9"13,11 17,12 14,6 14,3 13,-7 14,-13 12,-18 9,-25 8,-25 1,-21-1,-15-6,-8-12,11-24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1,'9'64,"-3"0,-3 1,-4 27,-46 200,46-290,0 0,1 0,-1 0,0 0,1 0,-1 0,1 0,0 0,-1 0,1 0,0 1,0-1,1 0,-1 0,0 0,1 0,-1 0,1 0,0 0,-1 0,1 0,0 0,0 0,0 0,1 0,-1-1,0 1,1-1,-1 1,1-1,-1 1,1-1,0 0,0 1,0-1,-1 0,1-1,0 1,0 0,0 0,2 0,121-11,-81 3,21-2,1 3,0 3,0 3,22 4,-61-1</inkml:trace>
  <inkml:trace contextRef="#ctx0" brushRef="#br0" timeOffset="1">758 535,'1'5,"0"0,1-1,-1 1,1-1,1 1,-1-1,0 0,1 0,0 0,0 0,0 0,1-1,-1 0,1 1,0-1,-1 0,2-1,-1 1,0-1,0 0,1 0,-1 0,5 1,-4-1,0 1,-1-1,1-1,0 1,0-1,1 1,-1-2,0 1,0 0,0-1,1 0,-1 0,0-1,0 1,1-1,-1-1,0 1,0 0,0-1,0 0,0 0,-1-1,1 0,-1 1,1-1,-1-1,0 1,0 0,-1-1,1 0,-1 0,1 0,-1-1,-1 1,1-1,-1 1,1-1,-1 0,0 0,-1 0,0 1,0 1,0-1,0 1,0-1,-1 0,0 1,1-1,-2 0,1 1,0-1,-1 0,1 1,-1-1,0 1,0-1,-1 1,1-1,-1 1,1 0,-1 0,0 0,-1 0,1 0,0 0,-1 0,1 1,-1-1,0 1,0 0,0 0,0 0,0 0,-1 0,1 1,0-1,-1 1,1 0,-1 0,0 0,1 1,-4-1,-3 1,-1 1,1 0,-1 1,1 0,-1 1,1 0,0 0,0 1,0 0,1 1,0 0,0 1,0 0,0 0,1 1,0 0,0 0,1 1,0 0,0 0,1 1,0 0,1 0,-1 1,5-7,-1-1,1 1,0 0,0-1,1 1,-1 0,0-1,1 1,-1 0,1 0,0-1,0 1,0 0,1 0,-1-1,0 1,1 0,0 0,0-1,0 1,0-1,0 1,0-1,1 1,-1-1,1 0,-1 1,1-1,0 0,0 0,0 0,0-1,1 1,1 1,35 16,5-5</inkml:trace>
  <inkml:trace contextRef="#ctx0" brushRef="#br0" timeOffset="2">1479 535,'-13'-12,"0"-1,-1 2,0 0,-1 1,-1 0,1 1,-14-5,24 11,0 1,-1 0,1 0,0 0,-1 1,1 0,-1 0,1 0,-1 1,0 0,1 0,-1 0,1 1,-1-1,1 1,-1 1,1-1,-1 1,1 0,0 0,0 1,0-1,0 1,0 0,1 1,-3 2,4-4,1 0,0 0,-1 0,1 1,0-1,1 1,-1 0,0-1,1 1,-1 0,1 0,0 0,0 0,0 0,1 0,-1 1,1-1,-1 0,1 0,0 0,0 0,1 1,-1-1,1 0,-1 0,1 0,0 0,0 0,0 0,1 0,-1 0,1 0,-1-1,1 1,0 0,0-1,0 0,1 1,-1-1,0 0,1 0,6 4,-1-2,0 1,1-1,0 0,0 0,0-1,1-1,-1 0,1 0,-1 0,1-1,0-1,-1 0,1 0,0-1,-1 0,1 0,-1-1,1-1,-1 0,0 0,0 0,0-1,0-1,3-2,-7 4,-1-1,1 0,-1-1,1 1,-1-1,-1 1,1-1,-1-1,0 1,0 0,0-1,0 1,-1-1,0 0,-1 0,1 0,-1 0,0 0,-1 0,1 0,-1 0,-1-5,1 10,1 1,-1-1,0 1,0 0,0-1,0 1,0-1,0 1,0-1,0 1,0 0,0-1,0 1,0-1,-1 1,1 0,0-1,0 1,0-1,-1 1,1 0,0-1,0 1,-1 0,1-1,0 1,-1 0,1 0,0-1,-1 1,1 0,0 0,-1-1,1 1,0 0,-1 0,1 0,-1 0,1 0,-1 0,1 0,0-1,-1 1,1 0,-1 1,1-1,-1 0,1 0,0 0,-1 0,1 0,-1 0,1 0,0 1,-1-1,1 0,0 0,-1 0,1 1,0-1,-1 0,1 1,0-1,-1 0,1 1,0-1,0 0,-1 1,-14 28,11-4,1 0,2 0,0 1,2-1,1 1,1-1,1 0,1 0,1 0,1-1,1 0,1 0,11 19,-7-11,-5-10,1-3,-1 1,-1 0,0 0,-1 1,-2 0,0 0,-1 0,-1 0,-1 0,-1 1,-1-1,-1 2,1-19,0 1,0-1,0 0,0 0,-1 0,1 0,-1 0,0-1,-1 1,1-1,-1 1,1-1,-1 0,0 0,0 0,0 0,-1 0,1-1,-1 1,1-1,-1 0,0 0,0-1,0 1,0-1,0 0,0 0,0 0,-1 0,1-1,0 1,0-1,-1 0,1-1,0 1,0-1,-1 0,1 0,0 0,0 0,-5-5,0-1,0 1,0-1,1-1,0 0,0 0,1 0,0-1,1 0,0-1,0 1,1-1,0 0,0 0,2-1,-1 1,1-1,-1-11,1 10,0-1,1-1,1 1,0 0,1 0,0-1,1 1,0 0,1 0,1 0,0 0,1 0,0 1,1-1,1 1,0 0,0 1,1-1,5-5,13-13,1 0,2 1,0 2,33-23,1-4,-44 39,114-118,-112 94,-20 39,-1-1,0 1,0 0,0 0,1-1,-1 1,0 0,0 0,0 0,0 0,1 0,-1 0,0 0,0 0,0 1,0-1,1 0,-1 0,0 1,0-1,0 0,1 1,-1-1,0 1,1-1,-1 1,0-1,1 1,-1 0,1-1,-1 1,1 0,-1-1,1 1,-1 0,1 0,0-1,-1 2,-2 2,0 1,0-1,0 1,0 0,1 0,0 0,0 0,1 0,-1 0,1 0,0 1,0-1,1 0,0 1,0-1,0 1,0-1,1 0,0 1,0-1,0 0,1 0,0 1,0-1,0-1,1 1,0 1,7 11,0-1,2 0,0 0,1-1,0-1,14 12,2-2,-3-5</inkml:trace>
  <inkml:trace contextRef="#ctx0" brushRef="#br0" timeOffset="3">1827 160,'2'5,"11"6,11 3,2-1</inkml:trace>
  <inkml:trace contextRef="#ctx0" brushRef="#br0" timeOffset="4">2549 361,'-32'-4,"0"1,0 1,0 1,-11 3,33-2,1 1,-1 1,1 0,-1 0,1 1,0 0,0 0,0 1,0 0,1 1,-1 0,1 0,1 1,-1 0,1 1,-3 2,6-5,1-1,1 0,-1 0,0 1,1 0,0 0,0-1,0 1,0 0,0 0,1 1,0-1,0 0,0 0,1 1,-1-1,1 0,0 1,0-1,0 1,1-1,0 0,0 1,0-1,0 0,0 0,1 0,0 0,0 0,0 0,0 0,1-1,-1 1,1-1,1 1,10 6,1 0,0-1,0-1,1-1,0 0,1-1,-1 0,1-2,0 0,0-1,1 0,-1-1,0-2,11 0,136-8,-93-4</inkml:trace>
  <inkml:trace contextRef="#ctx0" brushRef="#br0" timeOffset="5">2936 522,'-15'14,"14"-13,0 1,0-1,1 0,-1 1,0-1,1 0,-1 1,1-1,-1 1,1-1,0 1,-1-1,1 1,0-1,0 1,0-1,0 1,1-1,-1 1,0-1,1 1,-1-1,1 1,-1-1,1 1,0-1,-1 0,1 0,0 1,0-1,1 1,-1-3,1 1,-1-1,1 0,-1 0,1 0,-1 0,0 0,1 0,-1 0,0 0,0-1,0 1,0 0,0-1,0 1,0-1,-1 1,1-1,0 1,-1-1,1 0,-1 1,0-1,1 0,-1 1,0-1,0 0,0 1,0-1,-1-1,0-3,0 1,0-1,-1 1,0-1,0 1,0 0,-1 0,0 0,0 0,0 0,0 1,-1-1,0 1,0 0,0 0,0 0,0 1,-1-1,0 1,0 0,0 1,0-1,0 1,0 0,-1 0,1 1,-1-1,1 1,-1 0,0 1,1 0,-1 0,0 0,1 0,-1 1,0 0,1 0,-1 0,1 1,-1 0,1 0,0 0,0 1,0 0,0 0,-4 3,6-4,1 1,-1 0,0 0,1 1,0-1,0 0,0 1,0-1,0 1,1 0,-1 0,1-1,0 1,0 0,1 0,-1 0,1 0,0 0,0 0,0 0,0 0,1 0,0 0,0 0,0 0,0 0,0 0,1-1,0 1,-1 0,2-1,-1 0,0 1,1-1,-1 0,1 0,0 0,1 1,7 3,1-1,-1 0,1 0,0-2,0 1,0-1,1-1,0 0,-1-1,1 0,0-1,0-1,0 0,8-1,-17 1,0 0,0-1,0 1,-1-1,1 0,0 0,-1 0,1-1,0 1,-1-1,0 0,1 0,-1 0,0 0,0-1,0 1,0-1,-1 0,1 0,-1 0,0 0,1 0,-2 0,1-1,0 1,0-1,-1 1,0-1,0 1,0-1,0 0,-1 0,1 0,-1 1,0-1,0 0,-1-4,41 49,-22-30,1 0,0-2,1 0,0-2,0 0,0-1,1-1,0-1,0-1,1-1,-1 0,0-2,1-1,-1 0,20-5,19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0,'13'12,"14"16,14 21,9 19,2 19,0 15,-7 11,-11 6,-14 6,-24 2,-29 0,-36-1,-37-7,1-22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41 570,'20'5,"0"-2,0 0,0-1,1-1,-1-1,0-1,1-1,-1 0,0-2,0 0,0-2,-1 0,0-1,0-1,0 0,-1-2,-1 0,10-7,-18 11,0 0,0-1,-1 0,0 0,0-1,-1 0,0 0,0-1,-1 1,0-2,-1 1,0 0,0-1,-1 0,-1 0,1-1,-1 1,-1-1,0 1,-1-1,0 0,0 0,-1 0,-1 1,0-1,0 0,-1 1,0-1,-1 0,-2-3,4 10,0 1,-1 0,1-1,-1 1,0 0,0 0,0 0,0 1,-1-1,1 0,-1 1,0-1,1 1,-1 0,0 0,0 0,-1 0,1 1,0-1,0 1,-1 0,1 0,-1 0,1 0,-1 1,1-1,-1 1,0 0,1 0,-1 0,1 1,-1-1,0 1,1 0,0 0,-1 0,1 0,-1 1,1-1,0 1,0 0,0 0,0 0,0 1,1-1,-2 2,-3 9,1 1,1-1,0 2,1-1,0 0,1 1,1 0,0 0,1-1,1 1,0 0,1 2,4 87,4 0,16 68,2 17,-18-100,-3 0,-4 1,-5-1,-3 0,-17 87,16-144</inkml:trace>
  <inkml:trace contextRef="#ctx0" brushRef="#br0" timeOffset="1">0 918,'30'-14,"0"1,0 2,1 1,0 1,5 1,-15 2,124-29,122-13,-258 47,50 4,-58-2,0 1,0 0,0 0,0 0,-1-1,1 1,0 0,-1 0,1 0,-1 0,0 0,1 0,-1 0,0 0,0 0,-1 0,1 0,0 0,-1 0,1 0,-1 0,0 0,1 0,-1 0,0-1,0 1,0 0,0-1,-1 2,0 1,-5 9,5-11,1 0,-1 1,0-1,0 0,1 1,-1-1,1 1,0 0,0-1,0 1,0 0,0-1,1 1,-1 0,1 0,0 0,0 0,0 0,0-1,0 1,1 0,-1 0,1 0,-1 0,1-1,0 1,0 0,1-1,-1 1,1-1,-1 1,1-1,0 0,-1 0,1 1,0-1,1-1,0 2,9 2,1-1,-1-1,1 0,0 0,0-1,0-1,0 0,0-1,0-1,0 0,0 0,0-1,-7 1,1 1,-1-1,0 0,0 0,0-1,-1 0,1 0,0 0,-1-1,1 1,-1-1,0-1,0 1,0-1,0 0,0 0,-1 0,0-1,0 1,0-1,-1 0,1 0,-1-1,-1 1,1-1,-1 1,1-1,-2 0,1 0,0-5,-2 4,-1 0,0-1,0 1,-1 0,0 0,0 1,0-1,-1 0,0 1,-1-1,1 1,-1 0,0 0,-1 1,1-1,-1 1,0 0,-1 0,1 1,-1-1,0 1,0 0,0 1,-1 0,1 0,-1 0,0 1,0-1,0 2,0-1,0 1,0 0,0 1,0-1,0 1,-7 1,12 0,-1-1,1 1,0 0,0-1,-1 1,1 0,0 0,0 1,0-1,0 0,0 1,1-1,-1 1,0-1,1 1,-1 0,1 0,-1 0,1 0,0 0,0 0,0 0,0 0,0 0,0 1,1-1,-1 0,1 0,0 1,-1-1,1 0,0 1,0-1,1 0,-1 1,0-1,1 0,-1 1,1-1,0 0,0 0,0 0,0 0,0 0,0 0,1 0,-1 0,1 0,-1 0,1 0,27 33,4-1</inkml:trace>
  <inkml:trace contextRef="#ctx0" brushRef="#br0" timeOffset="2">1230 971,'13'-249,"-25"101,12 147,-1 0,1 0,0 0,0 0,-1 0,1 0,0 1,0-1,0 0,0 0,0 0,0 0,0 0,0 0,0 0,1 0,-1 0,0 0,1 0,-1 1,0-1,1 0,-1 0,1 0,-1 0,1 1,0-1,-1 0,1 1,0-1,-1 0,1 1,0-1,0 1,0-1,-1 1,1 0,0-1,0 1,0 0,0 0,0-1,0 1,0 0,0 0,0 0,-1 0,1 0,0 0,0 0,0 1,0-1,0 0,0 0,0 1,237 62,-231-61,-4-2,1 0,0 1,0 0,0 0,0 0,-1 0,1 1,-1-1,1 1,-1 0,1 0,-1 0,0 1,0-1,0 1,0 0,-1-1,1 1,-1 1,1-1,-1 0,0 0,-1 1,1-1,0 1,-1 0,0 0,-1 71,-1-66,0 0,0-1,0 1,1-1,1 1,-1 0,2-1,-1 1,1-1,0 1,1-1,0 0,0 0,0 0,1 0,1-1,-1 0,4 4,-4-7,1 1,0-1,0 0,0 0,0-1,1 1,0-1,-1-1,1 1,0-1,1 0,-1 0,0-1,0 0,1 0,-1 0,1-1,-1 0,0 0,1 0,-1-1,1 0,4-2,14-5</inkml:trace>
  <inkml:trace contextRef="#ctx0" brushRef="#br0" timeOffset="3">1859 704,'1'10,"1"0,0 1,1-1,0 0,0-1,1 1,1-1,-1 1,1-1,1-1,0 1,0-1,1 0,0 0,0-1,1 0,0 0,0-1,1 0,-1 0,1-1,0 0,2 0,-8-4,-1 0,0 0,0 0,1 0,-1 0,1 0,-1-1,1 1,-1-1,1 0,-1 1,1-1,-1-1,1 1,-1 0,1 0,-1-1,1 0,-1 1,1-1,-1 0,0 0,0 0,1-1,-1 1,0 0,0-1,0 0,0 1,0-1,-1 0,1 0,0 0,-1 0,0 0,1 0,-1-1,24-114,-23 103,-2-17,-5 42,4-6,0 0,1 0,-1 0,1 0,0 0,0 0,1 1,-1-1,1 0,0 0,1 0,-1 0,1 0,0-1,0 1,0 0,1-1,0 0,0 1,0-1,0 0,0-1,1 1,0-1,0 1,0-1,0 0,0 0,1-1,3 2,-3-2,1 0,0 0,-1-1,1 0,0 0,0 0,0-1,0 1,0-2,0 1,-1-1,1 0,0 0,0 0,-1-1,1 0,0 0,-1 0,0-1,0 0,0 0,0 0,0-1,0 1,-1-1,0 0,1-1,-2 1,1-1,0 1,-1-1,0 0,0-1,-1 1,1 0,-1-1,0 1,-1-1,2-3,-3 7,1-1,0 1,0 0,-1 0,0-1,1 1,-1 0,0 0,0-1,0 1,0 0,0-1,-1 1,1 0,-1-1,1 1,-1 0,0 0,0 0,0 0,0 0,0 0,-1 0,1 0,-1 0,1 1,-1-1,0 0,-1 0,2 3,0-1,-1 1,1 0,0 0,-1 0,1 1,0-1,0 0,0 0,0 1,0-1,0 0,0 1,1-1,-1 1,1-1,-1 1,1-1,-1 1,1 0,0-1,-1 1,1 0,0-1,0 1,1 0,-1-1,0 1,0-1,1 1,-1 0,1-1,-1 1,1-1,0 1,0-1,0 1,3 6,2 1,0-1,0 0,0 0,1-1,0 1,0-2,1 1,0-1,0 0,0-1,1 0,0 0,0-1,0 0,9 3,17 5,1 0,0-2,0-2,1-2,0-1,1-1,-1-3,3-1,66-17,-104 16,1 0,0-1,0 1,-1 0,1-1,-1 1,0-1,1 0,-1 0,0 0,0 0,0 0,0 0,0 0,-1-1,1 1,-1-1,1 1,-1-1,0 0,0 1,0-1,-1 0,1 0,-1 0,1 0,-1 0,0 1,0-1,0 0,0 0,-1 0,1 0,-2-2,0-2,0 0,-1 0,0 0,0 0,-1 1,0 0,0-1,0 1,-1 1,0-1,0 1,-1 0,1 0,-1 0,0 1,0 0,-1 0,-3-2,5 4,1 0,0 0,0 1,-1-1,1 1,0 0,-1 0,0 0,1 1,-1-1,1 1,-1 0,0 1,1-1,-1 1,1 0,-1 0,1 0,-1 1,1 0,0-1,0 1,0 1,0-1,0 1,0-1,1 1,-1 0,1 1,0-1,0 0,0 0,0 0,1 0,-1 0,1 0,0 1,0-1,0 1,0-1,1 1,-1 0,1 0,0-1,0 1,1 0,-1 0,1 0,0 0,0 0,0 0,0 0,1 0,-1 0,1 0,0 0,1 0,-1 0,1-1,-1 1,1-1,0 1,0-1,1 1,-1-1,1 0,-1 0,1 0,0-1,3 3,1-2,0 1,0-2,1 1,0-1,-1 0,1 0,0-1,0 0,-1-1,1 1,0-1,0-1,0 0,0 0,0 0,2-2,-6 2,0 0,1 0,-1 0,0-1,0 1,0-1,0 0,0-1,-1 1,1 0,-1-1,1 0,-1 0,0 0,0 0,0-1,-1 1,1-1,-1 0,1 0,-1 1,-1-1,1-1,0 1,-1 0,0 0,0 0,0-1,-1-1,-4-15,-9 27,12-4,0 1,0 0,0 0,0 0,0 0,1 0,-1 0,1 0,0 0,0 0,0 0,0 0,0 0,1 0,-1 0,1 0,0 0,0 0,0 0,0 0,1 0,-1-1,1 1,0-1,0 1,0-1,0 1,1 0,2 2,1 0,-1 0,1-1,0 0,0 0,1 0,-1-1,1 0,0 0,-1-1,6 2,1-1,0-1,0 0,0-1,-1 0,1-1,0-1,0 0,0 0,0-1,-1-1,1 0,-1-1,1-1,-1 1,-1-2,1 0,-1 0,0-1,0 0,-1-1,0 0,0-1,-1 0,0-1,-1 0,0 0,-1 0,0-1,0 0,-1-1,3-7,4-18,-2-1,-1-1,-2 0,-2 0,-1 0,-2-1,-2-30,0 36,-1 1,-1-1,-2 1,-1 0,-2 0,-1 0,-2 1,-1 0,-4-7,13 36,0 0,0 0,0 0,-1 0,1 0,-1 0,0 0,0 0,0 1,0-1,0 1,0-1,-1 1,1 0,-1 0,0 0,0 0,1 0,-1 1,0-1,0 1,-1 0,1 0,0 0,0 0,0 1,-1-1,1 1,0 0,-1 0,1 0,0 0,-1 1,1-1,-2 2,-3 3,0 1,1 0,0 0,0 1,0 0,1 0,0 1,0 0,1 0,0 0,1 0,0 1,0 0,1 0,0 0,0 0,0 4,-4 15,0 1,2 0,1 1,1-1,2 1,1-1,1 1,2 0,1-1,1 0,1 0,2 0,1-1,1 0,1-1,2 0,0-1,2 0,1-1,1-1,1 0,8 7,-15-20,0 1,1-2,0 0,1 0,-1-1,2-1,-1 0,10 4,-16-9,-1-1,1 1,-1-1,1-1,0 1,-1-1,1 0,0-1,0 0,0 0,0 0,0-1,0 0,-1 0,1 0,0-1,-1 0,1-1,-1 1,3-3,59-48,-68 53,1-1,-1 1,1 0,-1 0,1-1,0 1,-1 0,1 0,0 0,-1 0,1 0,-1 0,1 0,0 0,-1 0,1 0,0 0,-1 0,1 0,0 0,-1 1,1-1,-1 0,1 1,-1-1,1 0,-1 1,1-1,-1 0,1 1,-1-1,1 1,-1-1,1 1,-1-1,0 1,1-1,-1 1,0 0,0-1,1 1,-1-1,0 1,0 0,0-1,0 1,0 0,0-1,0 1,0 0,0-1,0 1,0-1,0 1,0 0,0-1,-1 1,1 0,3 10,1-4,-1-1,1 0,1 0,-1 0,1-1,0 0,0 1,1-2,-1 1,1-1,0 0,0 0,1 0,-1-1,1 0,0 0,0-1,0 0,0 0,0 0,0-1,0 0,1-1,-1 0,0 0,1 0,-1-1,0 0,0 0,0-1,0 0,0 0,0-1,5-2,-8 2,0-1,0 1,-1 0,1-1,-1 0,0 0,0 0,0 0,-1 0,1-1,-1 1,0-1,0 0,-1 1,1-1,-1 0,0 0,-1 0,1 0,-1 0,0 0,0 0,0 0,-1 0,0 0,0 0,0 1,0-1,-1 0,0 0,0 1,0-1,0 1,-1 0,0 0,0 0,0 0,0 0,-1 0,1 1,-1 0,0-1,0 2,-1-2,-3 0,0 1,0 0,-1 0,1 0,-1 1,1 1,-1-1,0 2,1-1,-1 1,0 0,1 1,-1 0,0 0,1 1,-1 0,1 0,0 1,-1 0,1 1,1 0,-1 0,1 1,-1-1,1 2,0-1,-3 4,9-7,-1 0,0 0,0 1,1-1,-1 0,1 1,0-1,0 1,0-1,0 1,0 0,0-1,1 1,-1 0,1 0,0-1,0 1,0 0,0 0,0-1,1 1,-1 0,1-1,0 1,0 0,0-1,0 1,0-1,0 1,1-1,-1 0,1 1,0-1,0 0,0 0,0 0,0 0,6 4,1 0,-1-1,1 0,0 0,0-1,1 0,-1-1,1 0,0-1,4 1,23 4</inkml:trace>
  <inkml:trace contextRef="#ctx0" brushRef="#br0" timeOffset="4">4050 423,'-20'-14,"-12"-6,-6 0,-3 3,5 7,8 9,8 11,11 7,13 5,6 0</inkml:trace>
  <inkml:trace contextRef="#ctx0" brushRef="#br0" timeOffset="5">4050 850,'5'14,"8"7,9 1,11-2,13-5,9-5,2-6,-2-6,-10-3</inkml:trace>
  <inkml:trace contextRef="#ctx0" brushRef="#br0" timeOffset="6">2273 1359,'-152'428,"139"-391,-12 66,25-103,0 0,0-1,1 1,-1 0,0-1,0 1,1 0,-1-1,0 1,0 0,1-1,-1 1,0 0,1 0,-1 0,0-1,1 1,-1 0,1 0,-1 0,0 0,1 0,-1 0,1-1,-1 1,0 0,1 0,-1 0,1 0,-1 1,0-1,1 0,-1 0,1 0,-1 0,0 0,1 0,-1 1,0-1,1 0,-1 0,0 0,1 1,-1-1,0 0,1 1,-1-1,0 0,0 1,1-1,-1 0,0 1,0-1,0 0,0 1,1-1,-1 1,0-1,0 0,0 1,0-1,0 1,14-20,-1-1,0-1,-2 0,0 0,-1-1,-2-1,4-11,-7 18,37-112,-7-1,9-71,-39 175,0 72,-3 32,3-1,3 0,4-1,3 0,3-1,4 0,3-1,2 0,-19-51</inkml:trace>
  <inkml:trace contextRef="#ctx0" brushRef="#br0" timeOffset="7">2018 1706,'16'-2,"21"-1,23 0,19 1,12-2,-9 0</inkml:trace>
  <inkml:trace contextRef="#ctx0" brushRef="#br0" timeOffset="8">2728 1921,'12'-48,"-5"27,-1 0,-1 0,0-1,-2 0,0 1,-2-1,0 0,-2 0,0 0,-2 0,0 0,-1 0,-1 10,5 12,-1-1,0 0,1 0,-1 1,0-1,1 0,-1 0,1 0,0 0,-1 0,1 0,-1 1,1-1,0 0,0 0,0 0,0 0,-1 0,1 0,1 0,-1 0,0 0,0 0,0 0,0 0,1 0,-1 0,0 0,1 0,-1 0,1 0,-1 0,1 0,-1 1,1-1,0 0,-1 0,1 1,0-1,0 0,-1 1,1-1,0 1,0-1,0 1,0 0,0-1,0 1,0 0,0-1,0 1,164 3,-108-3,84 9,-138-8,0 0,0 0,0 0,0 0,0 0,0 0,-1 1,1 0,0-1,-1 1,1 0,-1 0,0 0,1 1,-1-1,0 0,0 1,-1 0,1-1,0 1,-1 0,0 0,0 0,0 0,0 0,0 0,2 87,-4-30,1-56,0 0,1 0,0-1,0 1,0 0,0-1,1 1,-1-1,1 1,0-1,0 0,0 0,0 0,0 0,1 0,0 0,-1 0,1-1,0 0,0 1,0-1,1 0,-1 0,1-1,-1 1,1-1,-1 0,1 0,0 0,-1 0,1-1,0 1,0-1,0 0,5 0,0 0,-1-1,1 1,0-2,-1 0,1 0,-1 0,0-1,0 0,0-1,0 0,0 0,-1 0,5-4,-2-2,0-1,-1 0,0 0,0-1,-2 0,1 0,-2-1,1 0,-2 0,0 0,0-1,2-12,-7 25,6 51,-5-39,0 0,1 0,0-1,1 0,0 1,0-1,1 0,1 0,0-1,0 1,1-1,0 0,0-1,1 1,0-1,0-1,1 1,0-1,1 0,7 3,11 5</inkml:trace>
  <inkml:trace contextRef="#ctx0" brushRef="#br0" timeOffset="9">3649 1279,'-13'-3,"-10"0,-2 0,2 3,8 4,13 3,18 3,20 2,5-1</inkml:trace>
  <inkml:trace contextRef="#ctx0" brushRef="#br0" timeOffset="10">4198 1399,'-32'-8,"0"2,-1 0,0 3,-11 0,41 2,0 1,0 0,0 0,0 0,0 1,0-1,0 1,0-1,0 1,0 0,0 0,0 0,0 1,0-1,1 1,-1-1,1 1,-1 0,1 0,-1 0,1 0,0 1,0-1,0 1,1-1,-1 1,0-1,1 1,0 0,0 0,-1 0,2 0,-1 0,0 0,1 0,-1 0,1 0,2 9,0 0,1-1,0 0,1 0,1 0,-1 0,2 0,-1-1,2 0,-1 0,1-1,1 0,0 0,0 0,0-1,1 0,9 5,169 143,-185-155,-1 0,0 0,1 0,-1 0,0 0,0 1,0-1,0 0,0 1,0-1,-1 1,1-1,0 1,-1-1,1 1,-1 0,1-1,-1 1,0 0,0-1,0 1,0 0,0-1,0 1,0 0,-1-1,1 1,0 0,-1-1,1 1,-1-1,0 1,0-1,0 1,1-1,-1 1,0-1,-1 0,1 0,0 1,0-1,0 0,-1 0,1 0,-1 0,1 0,-1-1,1 1,-1 0,1-1,-1 1,1-1,-3 1,-5 3,-1-1,0 0,1 0,-1-1,0-1,-1 1,1-1,0-1,0 0,0-1,-1 0,10 1,0-1,0 1,0-1,0 1,0-1,0 0,0 0,1 1,-1-1,0 0,0 0,1 0,-1 0,1 0,-1 0,1 0,-1 0,1 0,0 0,-1 0,1 0,0 0,0 0,0 0,0-1,0 1,0 0,0 0,0 0,0 0,0 0,1 0,-1 0,0 0,1 0,-1 0,1 0,-1 0,1 0,-1 0,1 0,0 0,0 0,-1 0,1 1,0-1,0 0,0 1,0-1,0 1,0-1,154-185,-124 149,-2-2,-1 0,-2-2,-2-1,-2-1,-1-1,-3 0,-1-2,3-19,-11 21,-1-2,-3 1,-1 0,-2-31,-12 20,10 55,0 1,-1-1,1 1,0 0,-1-1,1 1,0 0,-1-1,1 1,0 0,-1-1,1 1,-1 0,1 0,0-1,-1 1,1 0,-1 0,1 0,-1 0,1 0,-1 0,1 0,-1-1,1 1,-1 0,1 1,-1-1,1 0,-1 0,1 0,-1 0,1 0,0 0,-1 1,1-1,-1 0,1 0,-1 1,1-1,0 0,-1 1,1-1,0 0,-1 1,1-1,0 0,-1 1,1-1,0 1,0-1,0 1,-1-1,1 1,-15 26,3 7,1 2,2 0,2 0,1 0,2 1,1 0,3 0,1 12,1 22,3-1,4 0,2 0,4-1,2 0,8 12,-21-66,1 0,1-1,0 0,1 0,0 0,1-1,1 0,2 2,24 6,-21-24</inkml:trace>
  <inkml:trace contextRef="#ctx0" brushRef="#br0" timeOffset="11">4305 1346,'-16'-7,"0"-2,10 0,22 2,24 4,25 3,20 1,8 3,-12 1</inkml:trace>
  <inkml:trace contextRef="#ctx0" brushRef="#br0" timeOffset="12">4799 1586,'-2'9,"-1"0,1 0,1 0,0 0,0 0,1 0,0 0,0 0,1 0,0 0,1 0,0 0,1 0,-1-1,2 1,-1-1,1 1,0-1,1 0,0-1,0 1,1-1,0 0,0-1,2 2,-4-4,-1-1,1 0,-1 0,1-1,0 1,0-1,1 1,-1-1,0-1,1 1,-1-1,1 1,-1-1,1-1,0 1,-1-1,1 1,0-1,-1-1,1 1,0-1,-1 1,1-1,-1-1,1 1,-1-1,1 0,-1 1,0-2,0 1,0-1,0 1,0-1,-1 0,1 0,-1-1,0 1,0-1,0 1,0-1,0 0,-1 0,1-3,0-3,-1 1,-1-1,0 0,0 0,-1 1,0-1,-1 0,0 0,-1 1,0-1,0 1,-1-1,0 1,0 0,-1 0,-1 0,1 1,-2 0,1-1,-1 2,0-1,0 1,-1 0,0 0,-1 1,1-1,-5-1,10 6,-1 1,0-1,1 1,-1 0,0 0,0 0,0 0,0 0,0 0,0 1,0 0,0-1,0 1,0 0,0 0,0 1,0-1,0 1,0-1,0 1,1 0,-1 0,0 0,0 1,0-1,1 1,-1-1,1 1,-1 0,1 0,0 0,0 0,0 1,0-1,0 0,0 1,1-1,-1 1,1 0,-20 76,19-38</inkml:trace>
  <inkml:trace contextRef="#ctx0" brushRef="#br0" timeOffset="13">5387 850,'-2'-22,"-14"-45,16 66,-1 1,1 0,-1 0,0 0,1-1,-1 1,1 0,-1 0,0 0,1 0,-1 0,1 0,-1 0,0 1,1-1,-1 0,1 0,-1 0,1 0,-1 1,1-1,-1 0,1 1,-1-1,1 0,-1 1,1-1,-1 1,1-1,0 1,-1-1,1 1,0-1,-1 1,1-1,0 1,0-1,-1 1,1-1,0 1,0-1,0 1,0 0,0-1,0 1,0-1,0 1,0 0,0-1,0 1,0-1,0 1,-9 41,2 1,1-1,3 1,1 0,2 15,4 37,4 0,5-1,3 0,4-1,5-1,19 42,-45-132,1 1,1-1,-1 0,0 0,1 1,-1-1,1 0,-1 0,1 0,0 0,0 0,0 0,0 0,1 0,-1 0,0 0,1 0,-1-1,1 1,0-1,0 1,-1-1,1 0,0 0,0 1,0-1,0 0,0-1,1 1,-1 0,0-1,0 1,0-1,1 0,-1 1,0-1,0 0,1-1,-1 1,1 0,8-7,0-1,-1 0,0-1,0 0,-1-1,0 1,-1-2,0 1,-1-1,5-9,-2 5,0-1,-1-1,-1 1,-1-1,0-1,-1 1,-1-1,-1 0,0-1,0-9,-5 29,1 0,-1-1,1 1,-1 0,1-1,-1 1,0 0,1-1,-1 1,0-1,0 0,1 1,-1-1,0 1,0-1,0 0,1 0,-1 1,0-1,0 0,0 0,0 0,0 0,0 0,1 0,-1 0,0 0,0-1,0 1,0 0,1 0,-1-1,0 1,0 0,0-1,1 1,-1-1,0 1,1-1,-1 0,0 1,1-1,-1 1,1-1,-1 0,1 0,-1 1,1-1,-1 0,1 0,0 0,-1 1,1-1,0 0,0 0,0 0,0 0,0 0,0 1,0-1,0 0,0 0,0 0,0 0,0 0,1 0,-6 10,1-1,0 1,0-1,1 1,0 0,1 0,0 1,0-1,1 0,0 1,1-1,0 1,1-1,-1 0,2 1,-1-1,2 0,-1 0,1 0,0 0,1 0,0-1,0 1,1-1,0 0,1-1,-1 1,2-1,-1 0,1 0,0-1,0 0,0 0,1-1,0 0,1 0,17 7</inkml:trace>
  <inkml:trace contextRef="#ctx0" brushRef="#br0" timeOffset="14">5200 1252,'21'-7,"22"-2,22 3,19 2,12 4,7 2,-4 1,-17 0</inkml:trace>
  <inkml:trace contextRef="#ctx0" brushRef="#br0" timeOffset="15">5990 1533,'22'-5,"1"-1,-1 0,0-2,-1-1,0 0,0-1,-1-2,9-6,-16 9,-2-1,1 0,-1 0,-1-1,1-1,-2 0,0 0,0-1,-2 0,1 0,-2-1,1 0,-2 0,0-1,-1 0,0 1,-1-1,-1-1,0 1,-1 0,-1 0,-1-9,2 20,-1 1,0-1,0 0,0 0,-1 0,1 1,-1-1,0 0,0 1,0-1,0 1,-1-1,1 1,-1-1,0 1,0 0,0 0,-1 0,1 0,-1 0,1 1,-1-1,0 1,0 0,0 0,0 0,-1 0,1 0,0 0,-1 1,1 0,-1 0,0 0,1 0,-3 0,-2 3,0 1,0-1,0 1,0 1,1 0,-1 0,1 0,0 1,0 0,0 0,1 1,0 0,0 0,0 0,1 1,0 0,0 0,1 0,0 1,0-1,0 1,1 0,0 2,-5 11,0 0,2 1,0-1,1 1,2 0,0 1,1-1,1 0,2 1,0-1,1 0,1 0,1 0,1 0,1 0,1-1,1 0,1 0,0-1,2 0,0-1,5 5,-9-15,0 0,1-1,0 0,0 0,1-1,0 0,0-1,1 0,0 0,0-1,0 0,1 0,-1-2,1 1,0-1,0-1,0 0,8 0,27 0</inkml:trace>
  <inkml:trace contextRef="#ctx0" brushRef="#br0" timeOffset="16">1631 1238,'-14'14,"-8"18,-9 24,0 25,3 22,8 18,16 9,26 3,33-5,33-11,28-17,-5-24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65 259,'123'3,"-121"-3,0 0,1 1,-1-1,0 1,0-1,0 1,0 0,0 0,0 0,0 0,0 0,0 1,-1-1,1 0,0 1,-1 0,1-1,-1 1,0 0,1-1,-1 1,0 0,0 0,0 0,0 0,0 0,-1 0,1 1,-1-1,1 0,-1 0,0 0,0 1,0-1,0 0,0 0,-1 0,1 1,0-1,-1 0,0 0,0 1,-7 19,-1-1,-1 0,-1 0,0-1,-2-1,0 0,-1-1,-13 13,1 1,10-11,5-10,2 1,-1 0,2 1,0 0,0 0,1 1,-5 14,12-26,1 0,-1 0,0 0,1 0,0 0,-1 0,1-1,0 1,0 0,0 0,0 0,0-1,0 1,1-1,-1 1,1-1,-1 1,1-1,-1 0,1 0,0 0,-1 0,1 0,0 0,0 0,0 0,0-1,0 1,0-1,0 0,0 1,0-1,0 0,0 0,0 0,0 0,0-1,0 1,0 0,0-1,0 0,1 0,48-1,0-2,0-3,0-2,-1-2,18-7,-39 9</inkml:trace>
  <inkml:trace contextRef="#ctx0" brushRef="#br0" timeOffset="1">587 72,'-7'-14,"-2"-6,2-1,8 7,10 12,12 17,9 21,6 19,-1 19,-7 19,-15 20,-23 14,-29 17,-31 9,-29 6,1-26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175 527,'2'16,"3"14,1 14,-1 8,-1 4,-2 0,0-6,-3-8,-2-12</inkml:trace>
  <inkml:trace contextRef="#ctx0" brushRef="#br0" timeOffset="1">1 353,'23'-7,"2"1,-1 1,0 2,1 0,0 1,-1 2,1 0,0 2,-1 0,1 2,-1 1,13 4,-31-8,-1 1,1-1,-1 1,0 0,0 1,0-1,0 1,0 0,0 0,-1 1,1-1,-1 1,0 0,0 0,0 1,-1-1,0 1,0 0,0 0,0 0,-1 0,1 0,-1 0,-1 1,1-1,-1 1,0-1,0 1,-1 0,1-1,-1 2,-5 4,0 0,-1-1,0 0,0 0,-1 0,0-1,-1 0,0 0,0-1,-1 0,0-1,-1 0,1 0,-1-1,-1 0,1-1,-1 0,0-1,0 0,0-1,-5 1,-7 2,28-7,15-2,1 0,0 1,-1 1,1 0,0 2,0 1,17 3,-29-3,-1 0,1 0,-1 1,1 0,-1 1,0 0,0 0,-1 1,1 0,-1 0,0 1,0 0,-1 0,0 0,0 1,0 0,-1 0,0 1,2 4,-3-7,0 1,-1-1,0 1,0 0,-1 0,1 0,-1 0,-1 0,1 0,-1 1,0-1,0 0,-1 1,0-1,0 1,-1-1,1 1,-1-1,-1 0,1 0,-1 1,0-1,-1 0,1 0,-1-1,0 1,-1-1,1 1,-1-1,0 0,-1 0,1-1,-1 1,0-1,0 0,0 0,-1-1,1 0,-2 1,1-2,-1-1,0 1,0-1,0-1,0 1,0-1,0-1,0 1,0-1,0 0,1-1,-1 0,0 0,1 0,-1-1,1 0,0 0,0 0,0-1,0 0,0 0,1-1,0 1,0-1,0 0,1-1,-1 1,1-1,1 0,-1 0,1 0,0 0,0-1,1 0,1 4,0 1,0-1,1 0,-1 0,1 0,0 0,0 0,0 0,0 0,0 0,1 0,0 0,-1 0,1 1,0-1,0 0,1 0,-1 1,0-1,1 1,0-1,-1 1,1 0,0-1,0 1,0 0,1 0,-1 1,0-1,1 0,-1 1,1-1,0 1,1-1,101-25,-86 25,0 0,0 1,0 1,0 1,0 1,0 1,0 0,-1 1,0 1,10 4,-24-7,-1 0,1 0,-1 0,1 0,-1 1,0-1,1 1,-2 0,1 0,0 0,0 0,-1 0,0 1,0-1,0 1,0 0,0-1,-1 1,1 0,-1 0,0 0,0 0,-1 3,1-4,0 1,0 0,1-1,-1 1,1 0,-1-1,1 0,0 1,1-1,-1 0,0 0,1 0,0 0,0-1,0 1,0-1,0 0,0 1,0-1,1-1,-1 1,1 0,-1-1,1 0,0 0,0 0,-1 0,1-1,0 1,0-1,0 0,0 0,2 0,-1 0,1 0,-1-1,1 0,0 0,-1 0,1 0,-1-1,0 0,0 0,0-1,0 1,0-1,0 0,0-1,-1 1,0-1,1 0,-2 0,1 0,0 0,-1-1,0 1,0-1,0 0,0 0,-1 0,0 0,0-1,0 1,-1 0,0-1,0 1,0-1,-1 0,1 1,-1-1,-1 0,1 1,-1-1,0 1,0-1,-1 1,1-1,-1 1,-3-4,2 3,0 1,0-1,-1 1,0 0,0 0,-1 1,1-1,-1 1,0 0,0 0,0 0,-1 1,1 0,-1 0,0 0,0 1,0 0,0 0,-2 0,-10-2,0 2,-1 0,1 0,0 2,-1 0,-2 1,-27 10,47-10,0-1,0 1,0-1,0 1,0-1,0 1,0 0,1-1,-1 1,0 0,0 0,1-1,-1 1,0 0,1 0,-1 0,1 0,0 0,-1 0,1 0,0 0,-1 0,1 0,0 0,0 0,0 0,0 0,0 0,0 0,0 0,0 0,0 0,1 1,-1-1,0 0,1 0,-1-1,1 1,-1 0,1 0,-1 0,1 0,-1 0,1 0,9 10,0 0,1-1,0 0,1-1,0 0,0-1,1 0,0-1,12 5,-20-9,15 8,0 0,0-2,1-1,0 0,0-1,1-2,-1 0,1-1,1-1,-1-2,0 0,0-1,1-1,-1-1,0-1,0-1,0-1,-1-1,21-8,-33 9,-8 4,1 0,-1 0,0 0,1 0,-1 0,1 0,-1 0,1 1,0-1,-1 1,1-1,-1 1,1 0,0-1,0 1,-1 0,1 0,0 0,-1 0,1 0,0 1,0-1,-1 1,1-1,-1 1,1-1,0 1,-1 0,1 0,-1 0,1 0,-1 0,1 0,1 3,0-1,1 0,-1 1,1-2,0 1,0 0,0-1,0 1,0-1,1 0,-1-1,1 1,-1-1,1 0,0 0,-1 0,1-1,0 1,0-1,0 0,-2 0,1 0,-1 0,1 0,-1 0,1 0,-1-1,1 1,-1-1,1 0,-1 0,0-1,0 1,0-1,1 1,-1-1,0 0,-1 0,1 0,0 0,-1-1,1 1,-1-1,0 0,0 0,0 1,0-1,0-1,-1 1,1 0,-1 0,0 0,0-1,0 1,0-1,-1 1,1-1,-1 1,0-1,0 1,0-1,0 1,-1-1,0 1,1 0,-1-1,0 1,-2-3,-4-4,-1 1,-1 0,1 1,-2 0,1 0,-1 1,0 0,0 1,-1 0,1 1,-2 0,1 0,0 1,-1 1,0 0,1 1,-1 0,0 0,-1 2,1-1,0 1,-9 2,17-2,0 0,0 0,0 0,0 1,0-1,0 1,1 0,-1 0,0 1,0-1,1 1,-1 0,1 0,-1 0,1 0,0 0,0 1,0-1,0 1,0 0,1 0,-1 0,1 0,0 1,0-1,0 1,0-1,0 1,1 0,0 0,0-1,0 1,0 0,1 0,-1 0,1 0,0 0,0 0,0 0,1 0,-1 0,1 0,0 0,1 1,2 2,0-1,0 0,1 0,0 0,0-1,0 1,0-1,1-1,0 1,0-1,2 1,33 19</inkml:trace>
  <inkml:trace contextRef="#ctx0" brushRef="#br0" timeOffset="2">1578 808,'76'-123,"-40"68,-3-1,-2-2,-1-7,-11 21,-3-1,-1-1,-3-1,-2 0,-2-1,1-27,-8 72,0-1,0 1,-1 0,1 0,-1 0,0-1,0 1,0 0,0-1,-1 1,1 0,-1 0,0 0,0 0,0-1,0 1,0 1,-1-1,0 0,1 0,-1 0,0 1,0-1,-1 1,1 0,0-1,-1 1,1 0,-1 0,0 1,0-1,0 0,1 1,-1 0,-1 0,1 0,0 0,-2 0,-4 3,0 0,0 1,0 0,0 0,1 1,-1 0,1 1,0 0,0 0,1 1,-1 0,1 0,1 0,-1 1,1 0,0 1,1-1,0 1,0 0,0 1,1-1,-1 5,-2 3,2 0,0 0,1 1,0 0,2-1,0 1,0 0,2 0,0 0,1 0,1 0,0 0,3 5,4 18,3 0,1 0,1-2,19 34,-21-46,1-1,1 0,1-2,1 1,1-2,2 0,0-1,7 5,-24-24,0 0,0 0,0 0,0-1,1 1,-1-1,0 1,1-1,-1 0,1 0,0 0,-1 0,1 0,0 0,-1-1,1 1,0-1,0 0,-1 0,1 0,0 0,0-1,0 1,-1-1,1 1,0-1,-1 0,1 0,-1 0,1 0,18-14,1 2,0 0,1 2,0 1,17-6,177-58,-215 74,-1-1,1 1,0-1,0 1,-1-1,1 1,-1-1,1 0,0 0,-1 0,0 0,1 0,-1 0,0 0,1-1,-1 1,0 0,0-1,0 1,0-1,0 1,0-1,-1 1,1-1,0 0,-1 1,1-1,-1 0,0 1,0-1,1 0,-1 0,0 1,0-1,-1 0,1 0,0 1,-1-1,1 0,-1 1,1-1,-1 0,0 1,1-1,-1 1,0-1,0 1,0-1,-1 1,0-1,-7-5,0 0,0 1,-1 0,0 1,0 0,0 1,-1 0,1 0,-1 1,0 1,0 0,0 0,0 1,-10 0,17 1,1 1,-1-1,1 0,-1 1,1 0,-1 0,1 0,0 0,-1 0,1 1,0 0,0-1,0 1,0 0,0 1,1-1,-1 0,0 1,1 0,0-1,0 1,0 0,0 0,0 0,0 0,1 1,-1-1,1 0,0 1,0-1,1 1,-1-1,1 1,-1-1,1 1,0-1,0 1,1-1,-1 1,1-1,0 1,0-1,0 1,0-1,2 3,1 5,1 0,0-1,1 0,1 0,-1-1,1 1,1-1,0-1,0 0,0 0,1 0,1-1,-1-1,1 1,0-1,0-1,10 4,-2-2,0 0,1-1,-1-1,1-1,0 0,1-2,-1 0,0-1,1-1,6-1,23-8,-10-2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538 4,'-16'-2,"-1"1,0 1,0 0,0 1,0 1,0 1,0 0,1 1,0 1,-1 0,2 1,-1 1,1 1,0 0,-2 2,-12 6,2 1,0 1,1 1,1 1,-17 17,32-27,1 0,-1 1,2 0,-1 0,2 1,0 0,0 0,1 1,0 0,1 0,1 0,0 1,1-1,-1 7,4-12,0 0,0 0,1 0,0-1,1 1,-1 0,1-1,1 1,0-1,0 1,0-1,1 0,0 0,0-1,1 1,0-1,0 0,0 0,1-1,0 1,0-1,0-1,1 1,-1-1,1 0,0 0,1-1,-1 0,0 0,1-1,20 8,0-1,0-1,1-2,0-1,0-1,0-1,0-2,1-1,-1-1,0-1,1-2,15-4,6-8</inkml:trace>
  <inkml:trace contextRef="#ctx0" brushRef="#br0" timeOffset="1">259 311,'56'5,"309"-52,-360 46,0 0,0 0,0 1,0 0,0 0,0 1,0-1,0 1,0 0,0 0,0 1,3 0,-7 0,0 0,-1 0,1-1,0 1,-1 0,1 0,-1 0,1 0,-1 0,0-1,0 1,0 0,0 0,0 0,0 0,-1 0,1 0,0 0,-1 0,0-1,1 1,-1 0,0 0,0-1,0 1,0 0,0-1,0 1,-1-1,1 0,-1 1,1-1,-1 0,1 0,-1 0,0 3,-22 24,14-17,0 1,1 0,0 0,1 1,0 0,1 1,0 0,1 0,-1 7,6-17,1 0,0-1,1 1,-1-1,0 1,1-1,0 1,0-1,0 1,1-1,-1 1,1-1,-1 0,1 0,0 0,0 0,1 0,-1 0,0-1,1 1,0-1,0 0,0 1,0-1,0-1,0 1,0 0,0-1,1 1,-1-1,1 0,-1 0,1-1,-1 1,1-1,0 1,-1-1,1 0,2-1,27 5</inkml:trace>
  <inkml:trace contextRef="#ctx0" brushRef="#br0" timeOffset="2">953 485,'28'-28,"-11"14,-1 0,-1-2,0 0,-1 0,-1-2,0 1,-2-2,0 1,-1-2,-1 1,0-3,-8 21,0-1,0 0,0 0,-1 1,1-1,0 0,-1 0,1 0,-1 0,0 0,0 0,0 0,0 0,0 0,0 0,0 1,-1-1,1 0,-1 0,1 0,-1 0,0 0,0 1,0-1,0 0,0 1,0-1,0 1,0-1,-1 1,1-1,-1 1,1 0,-1 0,1 0,-1 0,0 0,1 0,-1 0,0 0,0 1,0-1,0 1,0-1,0 1,1 0,-1 0,0-1,0 2,0-1,-2 0,-4 3,1 0,-1 0,1 1,0 0,0 1,0-1,1 1,-1 1,1-1,0 1,1 0,0 0,0 1,0 0,0-1,1 2,1-1,-1 0,1 1,0 0,1-1,-1 1,2 0,-1 0,1 1,0-1,1 0,0 0,1 5,0-6,0 1,1-1,0 0,1 0,0 0,0 0,0-1,1 1,0-1,0 0,0 0,1 0,0-1,0 0,1 1,-1-2,1 1,0-1,1 0,-1 0,1-1,-1 1,1-1,0-1,2 1,8 3,0-1,1-1,-1-1,1 0,-1-1,1-1,0-1,0-1,-1 0,4-1,27-8,-8-2</inkml:trace>
  <inkml:trace contextRef="#ctx0" brushRef="#br0" timeOffset="3">1448 352,'-1'3,"-14"95,15-95,0 1,0-1,1 0,0 1,-1-1,1 1,0-1,0 0,1 0,-1 1,1-1,0 0,0 0,0 0,0-1,0 1,0 0,1-1,-1 0,1 1,0-1,0 0,0 0,0-1,0 1,1 0,5 0,0 0,0 0,0-1,0-1,0 1,0-1,0-1,0 0,0 0,0 0,-1-2,1 1,0-1,-1 0,0 0,0-1,0 0,0-1,0 0,-1 0,0-1,0 0,0 0,-1 0,0-1,0 0,-1 0,0 0,0-1,0 0,-1 0,-1 0,1 0,-1-1,0-3,-2 8,0 0,-1-1,0 0,0 1,0-1,0 1,-1-1,0 1,0 0,0-1,0 1,-1 0,1-1,-1 1,0 0,0 0,-1 1,1-1,-1 0,0 1,0-1,0 1,-1 0,1 0,-1 0,1 1,-1-1,0 1,0 0,0 0,0 0,-1 1,1-1,0 1,-1 0,1 0,-1 1,1-1,-1 1,1 0,-1 0,1 1,-1-1,1 1,-1 0,0-1,0 1,0-1,1 1,-1 0,0 0,0 1,1-1,-1 1,1 0,-1 1,1-1,0 1,0-1,0 1,0 1,0-1,1 0,0 1,-1 0,1-1,0 1,1 1,-1-1,1 0,0 1,0-1,0 1,1-1,-1 1,1 0,0 0,1 0,-1 0,1-1,0 1,0 0,1 0,-1 0,1 0,1 3,2-2,0 1,0-1,0-1,1 1,0-1,1 1,-1-1,1-1,0 1,4 2,28 16</inkml:trace>
  <inkml:trace contextRef="#ctx0" brushRef="#br0" timeOffset="4">1969 525,'9'-14,"0"-1,-1-1,-1 1,-1-1,0 0,-1-1,-1 0,-1 1,0-1,-1-1,0 1,-2 0,0 0,-1 0,-1 0,0 0,-3-9,-16-6,18 32,12 10,1-3,1-1,0-1,0 0,0 0,1-1,-1 0,1-1,0-1,0 0,2 0,74 21,-84-21,0 1,0 0,-1 0,1 0,-1 0,0 1,0-1,0 1,0 0,-1 0,1 0,-1 0,0 1,-1-1,1 0,-1 1,1 0,-1-1,-1 1,1-1,-1 1,1 0,-2 0,1-1,0 1,-1 0,0-1,0 1,7 63,-3-62,-1 0,1-1,0 0,0 1,1-1,-1 0,1-1,0 1,1-1,-1 0,1 0,0 0,0 0,0-1,0 0,1 0,-1 0,1-1,0 0,-1 0,1 0,0-1,0 0,1 0,17 3,1-1,0-2,-1 0,1-2,7-1,22-3</inkml:trace>
  <inkml:trace contextRef="#ctx0" brushRef="#br0" timeOffset="5">2865 365,'-9'-8,"0"0,0 1,-1 0,0 0,0 1,0 1,-1 0,0 0,0 1,0 0,-1 1,1 0,-1 1,0 1,1-1,-1 2,0 0,-3 0,11 0,1 0,0 1,0-1,0 0,0 1,0 0,0 0,1 0,-1 0,0 0,0 1,1-1,-1 1,0-1,1 1,0 0,-1 0,1 0,0 1,0-1,0 0,0 1,1-1,-1 1,1 0,0 0,-1-1,1 1,0 0,1 0,-1 0,0 0,1 0,0 0,-1 0,1 0,1 0,-1 0,0 0,1 0,-1 0,1 0,0 0,0 0,1 2,4 0,-1 0,1-1,0 1,1-1,-1-1,1 1,0-1,0 0,0-1,0 0,0 0,0 0,1-1,-1 0,1 0,-1-1,1 0,-1 0,0-1,1 0,6-2,-2 1,0 0,0-1,-1 0,1-1,-1 0,0-1,0 0,0-1,-1 0,0-1,0 0,0-1,-1 1,-1-2,1 1,-1-1,0-1,-1 0,0 0,-1 0,0 0,2-8,-9-8,1 26,-1 0,1-1,0 1,-1 0,1 0,0-1,-1 1,1 0,0 0,-1-1,1 1,-1 0,1 0,-1 0,1 0,0 0,-1 0,1 0,-1 0,1 0,-1 0,1 0,-1 0,1 0,0 0,-1 0,1 0,-1 0,1 1,-1-1,1 0,0 0,-1 0,1 1,0-1,-1 0,1 1,0-1,-1 0,1 1,0-1,0 0,-1 1,1-1,0 1,0-1,0 0,-1 1,1-1,0 1,0-1,0 1,-5 8,1 1,0-1,1 1,0 0,0 0,1 0,0 0,1 0,0 1,1-1,0 0,1 1,0-1,1 1,7 46,2 0,3 0,3-1,13 29,29 100,-27-1,-31-172,0 1,-1-1,-1 1,0-1,-1 0,0 1,-1-1,0 0,-1 0,0-1,-1 1,-1-1,-5 9,7-14,0-1,0 0,-1 0,0 0,0-1,0 1,0-1,-1-1,1 1,-1-1,0 0,0 0,-1 0,1-1,0 0,-1 0,1-1,-1 0,0 0,1-1,-1 1,0-1,1-1,-1 1,0-1,1-1,-1 1,1-1,-1 0,1 0,0-1,0 0,0 0,0 0,1-1,-1 0,1 0,-8-7,2-1,0 1,0-2,1 0,0 0,1-1,1 0,0 0,1-1,1 0,0 0,1 0,1-1,0 0,1 0,1 0,0-1,1 1,1 0,1 0,0-1,1 1,0 0,2 0,0 0,0 1,2-1,0 1,1 0,0 1,1-1,1 2,0-1,4-3,12-7,2 2,0 0,2 2,0 0,1 3,1 0,0 2,4 0,63-34,-94 47,10-4,0-1,0 0,-1-1,0 0,0-1,-1 0,-1-1,1 0,-2-1,1-1,-1 1,-1-2,0 1,-1-1,1-3,-8 13,0 0,0 0,-1 0,1 0,-1 0,0 0,0 0,0-1,0 1,-1 0,1 0,-1 0,0 0,1 0,-1 0,-1 1,1-1,0 0,-1 0,1 1,-1-1,0 1,0-1,0 1,0 0,0 0,-1 0,1 0,-1 0,1 0,-1 1,0-1,1 1,-1 0,0 0,0 0,-2-1,1 1,-1-1,0 1,0 0,1 0,-1 0,0 1,0-1,0 1,0 0,0 1,0-1,0 1,1 0,-1 0,0 1,0 0,1-1,-1 1,1 1,0-1,-1 1,1-1,-2 4,2-2,1 1,0-1,0 1,0 0,1 0,0 0,0 0,0 1,0-1,1 1,0-1,0 1,0-1,1 1,0-1,0 1,0 0,1-1,0 1,0-1,0 1,1-1,0 0,0 1,0-1,1 0,-1 0,1-1,0 1,1 0,-1-1,1 0,0 0,0 0,0 0,1-1,-1 1,4 1,9 4,0 0,0-1,1-1,0-1,0 0,1-1,0-1,-1-1,1-1,0 0,18-2,28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0 228,'25'-19,"-9"11,2 0,-1 2,1 0,0 0,0 2,1 0,-1 1,1 1,18 1,-36 1,1 0,0 0,0 0,-1 0,1 0,0 0,0 1,0-1,-1 1,1-1,0 1,-1 0,1-1,-1 1,1 0,-1 0,1 0,-1 0,1 1,-1-1,0 0,0 1,0-1,0 0,0 1,0-1,0 1,0 0,0-1,-1 1,1 0,-1-1,1 1,-1 0,0 0,1-1,-1 1,0 0,0 0,-1 0,1-1,0 1,0 0,-1 0,1-1,-1 1,0 0,1-1,-1 1,0 0,0-1,-1 2,-4 8,-1 0,-1 0,0 0,0-1,-1 0,-1-1,1 0,-1-1,-1 0,0 0,0-1,0 0,-3 0,21-10,1 1,-1 0,1 0,-1 1,1 0,0 0,-1 1,1 0,0 0,-1 1,1 0,0 0,-1 1,1 0,-1 0,0 1,5 2,-7-3,1 1,0 0,-1 0,0 0,0 1,0 0,0 0,0 0,-1 1,0-1,0 1,0 0,0 0,-1 1,0-1,0 1,0-1,-1 1,0 0,0 0,-1 0,1 0,-1 1,0-1,-1 0,0 0,0 1,0-1,-1 0,0 0,0 0,0 1,-1-1,0 0,-1 3,-3 1,-1 0,0 0,0-1,0 0,-1-1,-1 1,0-2,0 1,0-1,-1 0,0-1,0 0,0-1,-1 0,0-1,0 0,0 0,-1-1,1-1,-1 0,0-1,-5 1,-18 3,29 0</inkml:trace>
  <inkml:trace contextRef="#ctx0" brushRef="#br0" timeOffset="1">562 1,'7'16,"9"16,10 17,9 15,4 18,-2 18,-7 16,-15 17,-29 12,-37 13,-44 8,-46 5,0-27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1,'13'18,"10"13,5 10,-2 8,-6 6,-14 7,-24 8,-25 2,-7-10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285 271,'3'-4,"2"-3,1-1,-1 1</inkml:trace>
  <inkml:trace contextRef="#ctx0" brushRef="#br0" timeOffset="1">593 205,'1'0,"-1"-1,1 1,-1 0,0 0,1 0,-1 0,0 0,1 0,-1 0,0 0,0-1,1 1,-1 0,0 0,1 0,-1-1,0 1,0 0,1 0,-1-1,0 1,0 0,0 0,1-1,-1 1,0 0,0-1,0 1,0 0,0-1,0 1,0 0,1-1,-1 1,0 0,0-1,0 1,0 0,-1-1,1 1,0-1,0 1,0 0,0-1,0 1,0 0,0 0,-1-1,1 1,0 0,0-1,0 1,-1 0,1 0,0-1,-1 1,1 0,0 0,0 0,-1-1,1 1,0 0,-1 0,1 0,0 0,-1 0,1 0,0 0,-1-1,-26-6,-13 3,-1 2,1 1,-1 3,-4 1,18 0,0 0,0 2,1 1,0 1,0 1,1 2,0 0,0 1,1 2,-18 12,-7 25,48-49,0 0,0 1,0-1,0 0,0 1,0-1,1 1,-1-1,0 1,1-1,-1 1,1-1,0 1,-1-1,1 1,0-1,0 1,0 0,0-1,1 1,-1-1,0 1,0-1,1 1,-1 0,1-1,0 0,-1 1,1-1,0 1,0-1,0 0,0 0,0 1,0-1,0 0,0 0,1 0,-1 0,0 0,1 0,7 3,-1-1,1 0,0-1,0 0,0 0,0-1,0 0,1 0,0-1,12 2,36 2,-14-1,0 1,0 2,0 3,21 7,-53-13,-1 1,0 0,0 1,-1 0,1 1,-1 0,0 1,-1 0,0 1,0-1,0 2,-1-1,0 1,-1 0,0 1,-1 0,1 0,-2 0,1 3,-1-6,-2 0,1 1,-1-1,0 1,-1 0,1-1,-2 1,1 0,-1 0,0 0,-1 1,0-1,0 0,0 0,-1 0,-1 0,1 0,-1 0,-1 0,1-1,-1 1,-1-1,1 0,-1 0,-1 0,1 0,-5 4,-5-1,-1-1,-1-1,1 0,-1-1,0-1,-1 0,1-2,-1 1,0-2,-1-1,1 0,0-1,-1 0,1-2,0 0,-10-2,2 1,-1-2,0 0,1-1,0-2,-15-6,40 13,-1-1,1 1,-1-1,1 1,0-1,0 1,-1-1,1 1,0-1,0 0,0 1,0-1,-1 1,1-1,0 1,0-1,0 0,0 1,1-1,-1 1,0-1,0 0,0 1,0-1,0 1,1-1,-1 1,0-1,1 1,-1-1,0 1,1-1,-1 1,0-1,1 1,-1 0,1-1,-1 1,1-1,-1 1,1 0,-1 0,1-1,-1 1,1 0,-1 0,1 0,0 0,-1 0,1-1,-1 1,1 0,0 0,-1 0,1 1,1-3,18-9</inkml:trace>
  <inkml:trace contextRef="#ctx0" brushRef="#br0" timeOffset="2">821 485,'-8'5,"16"-10,36-27,-1-2,-2-2,-1-2,-3-1,20-26,-46 52,0-1,-1 0,0 0,-1-1,-1-1,0 1,-1-1,4-15,-10 29,0-1,0 0,-1 0,1 1,-1-1,1 0,-1 0,0 1,0-1,-1 0,1 0,0 1,-1-1,0 0,1 0,-1 1,0-1,0 1,-1-1,1 1,0-1,-1 1,0 0,1 0,-1 0,0-1,0 2,0-1,-1 0,1 0,0 1,-1-1,1 1,-3-1,-4-1,-1 1,0 1,1-1,-1 1,0 1,0 0,0 0,0 1,0 0,0 1,1 0,-1 1,1 0,-1 0,1 1,0 0,0 1,1 0,-1 0,1 1,0 0,0 0,1 1,0 0,0 0,1 1,-4 5,3-1,1 0,0 1,0-1,1 2,1-1,0 0,1 1,0 0,1-1,1 1,0 0,1 0,0 0,1 0,1 0,0 0,3 8,9 30,1 0,3-1,22 42,-38-89,22 51,-2 2,-3 0,2 14,-17-52,6-29,7-37,-9 20,2-1,0 1,2 0,1 1,1 1,2 0,9-11,-25 35,0 0,0 0,1 1,-1-1,0 0,0 0,1 1,-1-1,1 0,-1 1,1-1,-1 0,1 1,-1-1,1 1,-1-1,1 1,0-1,-1 1,1-1,0 1,-1 0,1-1,0 1,0 0,-1 0,1-1,0 1,0 0,0 0,-1 0,1 0,0 0,0 0,0 0,-1 0,1 1,0-1,0 0,-1 0,1 1,0-1,0 0,-1 1,1-1,0 1,-1-1,1 1,-1-1,1 1,0-1,-1 1,1-1,-1 1,0 0,1-1,-1 1,1 0,-1 0,0-1,1 2,11 134,-12-128,1 0,0-1,0 0,1 1,0-1,0 0,0 0,1 0,0 0,1 0,-1 0,1-1,1 0,-1 0,1 0,0 0,0-1,1 0,0 0,0 0,0-1,0 0,1 0,-1 0,1-1,0 0,0 0,3 0,9 0,0-1,0-1,0 0,0-1,0-1,0-1,0-1,0-1,-1 0,4-2,29-9</inkml:trace>
  <inkml:trace contextRef="#ctx0" brushRef="#br0" timeOffset="3">1930 659,'0'0,"3"-80,-3 77,-1 1,0-1,1 1,-1-1,0 1,0-1,-1 1,1 0,0-1,-1 1,1 0,-1 0,0 0,0 0,0 0,0 1,0-1,0 1,0-1,-1 1,1 0,0-1,-1 1,1 1,-1-1,1 0,-1 1,-1-1,-5 0,0 2,-1-1,1 1,0 0,0 1,0 0,1 0,-1 1,0 0,1 1,0 0,0 0,0 1,0 0,1 0,-1 1,2 0,-1 0,0 0,1 1,1 0,-1 0,1 1,0 0,0 0,1 0,1 0,-1 0,1 1,0 0,1 0,-1 4,3-10,-1 0,0 0,1 0,0 0,-1 0,1 0,0 0,1-1,-1 1,0 0,1 0,0 0,-1 0,1 0,0-1,1 1,-1 0,0-1,1 1,0-1,-1 1,1-1,0 0,0 0,0 0,1 0,-1 0,0 0,1 0,-1-1,1 1,0-1,-1 0,1 0,1 1,4 0,-1 0,1 0,-1 0,1-1,0 0,-1 0,1-1,0 0,0 0,-1-1,1 0,0 0,-1-1,1 0,-1 0,1-1,-1 0,0 0,0-1,0 0,-1 0,0-1,1 1,-1-2,-1 1,1 0,-1-1,0 0,0 0,-1-1,0 1,2-4,21-89,-39 120,9-14,1 0,0 0,1 0,-1 1,1-1,0 0,1 1,0-1,0 0,1 1,0-1,0 0,1 0,-1 1,2-1,-1-1,1 1,0 0,0 0,1-1,0 0,0 0,0 0,1 0,0-1,4 4,16 6</inkml:trace>
  <inkml:trace contextRef="#ctx0" brushRef="#br0" timeOffset="4">2277 485,'2'58,"3"-2,3 1,7 24,-15-79,0 2,1 1,0 0,0 0,0 0,0-1,1 1,0 0,0-1,0 1,0-1,1 0,0 0,0 0,0 0,0 0,0-1,2 1,-3-3,1-1,0 0,-1 0,1-1,-1 1,1 0,-1-1,1 0,-1 0,1 1,-1-1,0 0,1-1,-1 1,0 0,0-1,0 1,0-1,0 0,0 0,0 0,-1 0,1 0,-1 0,1 0,-1 0,0 0,1-2,9-15,0 0,-2-1,0-1,-1 0,-1 0,-1 0,-1-1,3-21,-8 132,0-82,0 1,1 0,0 0,0-1,0 1,1-1,1 1,-1-1,1 0,0 1,1-1,-1-1,1 1,1-1,-1 1,1-1,0-1,1 1,0-1,-1 0,1 0,1 0,-1-1,1 0,0 0,0-1,0 0,5 2,27 3,-2-3</inkml:trace>
  <inkml:trace contextRef="#ctx0" brushRef="#br0" timeOffset="5">2879 525,'-1'2,"-1"0,0 0,1 1,-1-1,1 0,0 1,0-1,0 1,0-1,0 1,1 0,-1-1,1 1,0 0,0 0,0-1,0 1,0 0,0-1,1 1,-1 0,2 2,-2-5,4 26,2 0,1 0,0-1,2 0,1-1,1 0,2 0,6 9,-19-32,1 0,-1 0,1 1,-1-1,1 0,0 0,-1 0,1 0,0 0,0 0,0-1,-1 1,1 0,0 0,0-1,0 1,0 0,0-1,1 1,-1-1,0 1,0-1,0 0,0 1,1-1,-1 0,0 0,0 0,0 0,1 0,-1 0,0 0,0 0,0 0,1-1,-1 1,0-1,0 1,0 0,0-1,0 0,0 1,0-1,0 0,0 1,0-1,0 0,0 0,0 0,-1 0,2-1,10-13,-1-1,0 0,-1-1,-1 0,6-18,-4 12,55-116,-68 169,-1-22,0-1,0 1,0 0,1 0,1 1,-1-1,2 0,-1 0,1 1,0-1,0 0,1 1,1-1,-1 0,1 0,0 0,1 0,0 0,0 0,1-1,0 1,0-1,1 0,2 3,8-2,-1 0,1 0,1-2,-1 0,1 0,0-2,0 0,1 0,-1-2,1 0,-1-1,1-1,0 0,0-1,1-1,-1 1,1-1,-1 0,1-1,-1-1,0-1,0 0,-1-1,1-1,-2-1,1 0,-1-1,0 0,7-7,-22 16,0-1,0 1,1 0,-1 0,0-1,0 1,0 0,1-1,-1 1,0 0,0 0,1-1,-1 1,0 0,1 0,-1 0,0 0,0-1,1 1,-1 0,0 0,1 0,-1 0,1 0,-1 0,0 0,1 0,-1 0,0 0,1 0,-1 0,0 0,1 0,-1 0,0 0,1 0,-1 1,0-1,1 0,-1 0,0 0,0 1,1-1,-1 0,0 0,1 0,-1 1,0-1,0 0,0 1,1-1,-1 0,0 1,0-1,0 0,0 1,0-1,0 0,1 1,-1-1,0 0,0 1,0-1,0 1,3 6,0-2,1 1,-1-1,1 0,0-1,1 1,-1-1,1 0,0 0,0 0,0-1,1 0,-1 0,1 0,0 0,0-1,0 0,0 0,0-1,0 0,0 0,0 0,1-1,-1 0,2 0,-4-2,1-1,-1 0,0 0,1-1,-2 1,1-1,0 0,-1 0,1 0,-1 0,0-1,-1 1,1-1,-1 0,0 0,0 0,0 0,-1 0,0 0,0 0,0 0,0-1,-1 1,0 0,0 0,0-1,-1 1,0-1,0 0,0-1,0 1,-1-1,0 1,0 0,-1 0,0 0,0 0,0 0,-1 1,1-1,-1 1,-1 0,1 0,-1 1,0-1,0 1,0 0,0 0,-1 1,0-1,1 1,-1 0,0 1,-1 0,1 0,0 0,-1 1,1-1,-1 2,1-1,-1 1,1 0,-1 0,0 1,1-1,-1 2,-3-1,-1 0,1 1,0 1,1 0,-1 0,0 0,1 2,0-1,0 1,0 0,1 1,-1 0,1 0,1 1,-1 0,1 0,0 1,1 0,0 0,0 1,1-1,0 1,0 3,4-10,0 1,0 1,1-1,0 0,-1 0,1 0,0 0,1 0,-1 0,0 0,1 0,0 0,0 0,0 0,0 0,0 0,0 0,1-1,-1 1,1 0,0-1,0 0,0 1,0-1,0 0,1 0,-1 0,1 0,-1 0,1-1,1 1,26 15</inkml:trace>
  <inkml:trace contextRef="#ctx0" brushRef="#br0" timeOffset="6">3976 499,'80'165,"-64"-128,-10-22,0 0,1 0,1-1,0 1,1-2,0 1,3 1,-11-14,0 0,0-1,0 1,0 0,0 0,0-1,0 1,0-1,0 1,1-1,-1 1,0-1,0 0,0 1,0-1,1 0,-1 0,0 0,0 0,1 0,-1 0,0 0,0-1,0 1,1 0,-1-1,0 1,0-1,0 1,0-1,0 1,0-1,0 0,0 1,0-1,0 0,0 0,0 0,-1 0,1 0,0-1,30-46,-30 46,72-194,-52 129,-12 44,-9 23,0 0,0 0,0 0,0 1,0-1,1 0,-1 0,0 0,0 0,0 0,0 0,1 1,-1-1,0 0,0 0,0 0,0 0,1 0,-1 0,0 0,0 0,0 0,1 0,-1 0,0 0,0 0,0 0,0 0,1 0,-1 0,0 0,0 0,0 0,1 0,-1 0,0-1,0 1,0 0,0 0,0 0,1 0,-1 0,0 0,0 22,-11 169,12-186,0 0,0-1,0 1,1-1,0 1,-1-1,2 1,-1-1,0 0,1 0,0 0,0 0,0-1,0 1,0-1,1 0,0 0,0 0,0 0,0-1,0 1,0-1,0 0,1 0,-1-1,1 0,0 1,-1-1,1-1,0 1,0-1,32 6,0-3,1-1,-1-1,0-3,0 0,0-3,0-1,33-7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0,'2'16,"1"12,0 10,0 6,-2 4,-4 1,-5-1,-5-4,-7-6,-1-8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402 459,'-9'-399,"14"343,-2 94,-27 430,29-376,1-63</inkml:trace>
  <inkml:trace contextRef="#ctx0" brushRef="#br0" timeOffset="1">669 98,'7'16,"-1"-1,2 0,0 0,1-1,0 0,1 0,0-1,1-1,13 12,-9-8,45 46,57 73,-90-76,-27-58,1 1,-1 0,0 0,0-1,0 1,0 0,0 0,0 0,-1-1,1 1,0 0,-1 0,1-1,-1 1,0-1,0 1,0 0,1-1,-1 1,-1-1,1 0,0 1,0-1,0 0,-1 0,1 1,-1-1,1 0,-1 0,1-1,-1 1,1 0,-1 0,0-1,-10 3,0 0,0-1,0 0,0-1,0 0,-1-1,1-1,0 0,0 0,0-1,0-1,0 0,0 0,1-1,-1-1,-9-5,18 9,0 0,-1-1,1 1,0-1,0 1,0-1,0 0,0 0,0-1,0 1,1 0,-1-1,1 0,0 1,-1-1,2 0,-1 0,0 0,0-1,1 1,0 0,-1-1,1 1,1 0,-1-1,0 0,1 1,0-1,0 1,0-1,0 1,0-1,1 1,0-1,-1 1,2-3,5-4,0 1,1 0,0 0,1 0,-1 1,2 0,-1 1,1 0,10-5,9-8,-15 11,1-1,-1 0,-1 0,0-1,-1-1,0 0,-1-1,0 0,-1-1,0 0,-1-1,-1 0,0 0,-1 0,-1-1,-1 0,0-1,2-13,-6 28,-1 0,0-1,0 1,0 0,0-1,0 1,0 0,-1-1,1 1,-1 0,0 0,0 0,1-1,-1 1,-1 0,1 0,0 0,0 0,-1 1,1-1,-1 0,0 0,1 1,-1-1,0 1,0 0,0-1,0 1,0 0,0 0,0 0,0 1,-1-1,1 0,0 1,0-1,-1 1,1 0,0 0,-1 0,1 0,0 0,-1 1,-7 1,0 2,0 0,1 0,-1 0,1 1,0 1,0 0,1 0,0 0,0 1,0 0,1 1,0 0,1 0,-1 0,2 1,-1 0,1 0,0 1,1-1,0 1,1 0,0 0,0 4,1-9,1 0,0 0,1 0,-1 1,1-1,0 0,1 1,-1-1,1 0,0 0,0 0,2 5,10 17</inkml:trace>
  <inkml:trace contextRef="#ctx0" brushRef="#br0" timeOffset="2">1244 125,'1'14,"0"1,0-1,2 0,0 0,0 0,1 0,1 0,0-1,1 0,0 0,1 0,1-1,0 0,0 0,1-1,1 0,0-1,0 0,1 0,10 6,-9-8,0 1,-1 0,0 1,-1 0,0 1,-1 0,0 1,0 0,-2 0,1 1,-1 0,-1 0,-1 0,0 1,0 0,-5-11,1 1,-1-1,0 1,0-1,0 1,0-1,-1 0,1 1,-1-1,0 0,0 1,0-1,-1 0,1 0,-1 0,1 0,-1 0,0 0,0 0,0-1,-1 1,1-1,-1 0,1 1,-1-1,0 0,0 0,-87 38,80-36,-1 0,0-1,1 0,-1-1,0 0,0-1,0 0,0 0,-1-2,1 1,-9-3,0-4</inkml:trace>
  <inkml:trace contextRef="#ctx0" brushRef="#br0" timeOffset="3">1151 112,'15'-16,"18"-6,14 0,10 3,7 4,4 6,-1 3,-4 4,-9 1,-13 2</inkml:trace>
  <inkml:trace contextRef="#ctx0" brushRef="#br0" timeOffset="4">1805 365,'0'10,"0"0,0 0,1-1,0 1,1 0,0-1,1 1,0-1,0 1,1-1,0-1,0 1,1 0,1-1,-1 0,1 0,0-1,1 1,0-1,0-1,1 1,-1-2,2 1,-1-1,0 0,1 0,5 1,-4-2,1-1,0 0,0-1,1 0,-1-1,0-1,1 1,-1-2,0 1,1-2,-1 1,0-1,0-1,0 0,8-4,-12 4,0 0,0 0,-1-1,1 0,-1 0,0-1,0 1,0-1,-1-1,0 1,0-1,0 0,-1 0,1 0,-2-1,1 1,-1-1,0 0,0 0,0 0,-1 0,0-1,-1 1,0-1,0 0,-1 0,1 1,-2-1,1 0,-1 0,-1 0,1 0,-1 1,0-1,-1 0,0 1,0 0,-1 0,0 0,0 0,0 1,-1-1,0 1,0 0,-1 1,0-1,0 1,0 0,0 0,-7-2,-1-2,-1 1,0 1,0 1,0 0,-1 1,0 0,0 2,0 0,-1 0,1 2,-1 0,-1 1,-8 2,-1 1,0 1,1 2,0 0,0 2,1 1,0 1,-1 1,-43 22</inkml:trace>
  <inkml:trace contextRef="#ctx0" brushRef="#br0" timeOffset="5">15 486,'-14'-161,"14"160,0 1,0-1,0 0,0 0,0 0,0 0,0 0,0 0,1 1,-1-1,0 0,1 0,-1 0,0 0,1 1,-1-1,1 0,-1 0,1 1,-1-1,1 0,0 1,-1-1,1 1,0-1,-1 1,1-1,0 1,0-1,0 1,-1 0,1-1,0 1,0 0,0 0,0 0,0 0,0 0,-1 0,1 0,0 0,0 0,0 0,0 0,0 1,43 15,-38-13,157 90,-162-92,0 0,1 0,-1-1,0 1,1-1,-1 1,1-1,-1 1,1-1,-1 0,1 0,-1 0,1 0,-1 0,1 0,-1 0,1-1,-1 1,1 0,-1-1,1 1,-1-1,1 0,-1 1,0-1,1 0,-1 0,0 0,0 0,0 0,0 0,0 0,0 0,0-1,0 1,0 0,0-1,-1 1,1 0,0-1,-1 1,1-1,-1 1,0-1,0 1,1-1,-1 1,0-1,0 1,0-1,-1 0,13-88,-18 72,-3 17</inkml:trace>
  <inkml:trace contextRef="#ctx0" brushRef="#br0" timeOffset="6">94 659,'0'0,"-1"0,1 0,-1 0,0 0,1 0,-1 0,1 0,-1 0,0 0,1-1,-1 1,1 0,-1 0,0-1,1 1,-1 0,1-1,-1 1,1-1,0 1,-1-1,1 1,-1-1,1 1,0-1,-1 1,1-1,0 1,0-1,-1 1,1-1,0 0,0 1,0-1,0 0,0 1,0-1,0 1,0-1,0 0,0 1,0-1,0 0,-1 0,0 0,0 0,1 0,-1 0,0 0,0-1,1 1,-1 0,1-1,-1 1,1-1,0 1,-1 0,1-1,0 1,0-1,0 1,0-1,0 1,1 0,-1-1,0 1,1-1,-1 1,1 0,-1-1,1 1,-1 0,1 0,0-1,0 1,0 0,0 0,0 0,0 0,0 0,0 0,0 0,1 0,99 28,-77-22,0-1,0 0,0-2,0-1,6-1,-28-2,-8-1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90 175,'1'0,"-1"-1,1 1,-1 0,1 0,0 0,-1 0,1 0,-1 0,1 0,0 0,-1 0,1 1,0-1,-1 0,1 0,-1 0,1 1,-1-1,1 0,-1 1,1-1,-1 0,1 1,-1-1,1 1,-1-1,1 1,-1-1,0 1,1-1,-1 1,0-1,0 1,1 0,-1-1,0 1,0-1,0 1,0 0,0-1,0 1,0-1,0 1,0 0,0-1,0 1,2 15,-1 0,-1 0,0-1,-2 1,1 0,-2-1,0 1,-1-1,0 0,-1 0,-4 5,6-10,-65 171,67-180,0 1,0-1,0 0,1 1,-1-1,0 1,1-1,-1 1,1-1,-1 1,1-1,0 1,0 0,0-1,0 1,0-1,0 1,0 0,0-1,1 1,-1-1,1 1,-1-1,1 1,-1-1,1 1,0-1,0 1,0-1,0 0,0 0,0 1,0-1,0 0,0 0,1 0,-1 0,0 0,1 0,-1-1,0 1,1 0,-1-1,1 1,0-1,-1 0,1 1,-1-1,1 0,1 0,13-2,-1-2,1 0,-1-1,0 0,0-1,0-1,-1 0,10-7,-6 4,63-44,-78 52,-1-1,1 0,-1 0,0 0,0 0,0 0,0 0,-1 0,1-1,-1 1,0-1,0 1,0-1,0 1,-1-1,1 1,-1-1,0 0,0 1,0-1,-1 0,1 1,-1-1,0 0,0 1,1 2,0 1,0 0,0-1,1 1,-1 0,0-1,0 1,0 0,0-1,0 1,0 0,0-1,0 1,0-1,0 1,0 0,0-1,0 1,0 0,0-1,0 1,0 0,0-1,0 1,-1 0,1-1,0 1,0 0,0-1,-1 1,1 0,0 0,0-1,-1 1,1 0,0 0,0-1,-1 1,1 0,0 0,-1 0,1 0,0-1,-1 1,1 0,-1 0,1 0,0 0,-1 0,1 0,0 0,-1 0,1 0,0 0,-1 0,1 0,-1 0,1 0,0 1,-1-1,1 0,-5 164,-6 191,10-305</inkml:trace>
  <inkml:trace contextRef="#ctx0" brushRef="#br0" timeOffset="1">558 1,'7'11,"11"16,12 18,7 18,5 19,-1 15,-7 15,-14 12,-24 16,-34 13,-11-20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44 577,'-1'-106,"-5"1,-16-83,17 163,5 25,0 0,0 0,0 1,0-1,0 0,-1 0,1 0,0 0,0 0,0 0,0 1,0-1,-1 0,1 0,0 0,0 0,0 0,-1 0,1 0,0 0,0 0,0 0,0 0,-1 0,1 0,0 0,0 0,0 0,-1 0,1 0,0 0,-2 27,-1 34,3-1,2 1,4 0,1-1,11 36,15-19,-16-55</inkml:trace>
  <inkml:trace contextRef="#ctx0" brushRef="#br0" timeOffset="1">592 202,'-12'-11,"-1"1,-1 0,1 1,-2 0,1 1,-1 1,0 1,-7-3,16 7,0 1,-1-1,1 1,0 0,0 1,0-1,-1 1,1 1,0-1,0 1,0 0,0 0,0 1,0 0,0 0,0 0,0 1,1 0,-1 0,1 0,0 1,0-1,-2 3,1 0,1-1,-1 1,1 0,1 0,-1 1,1 0,0-1,1 1,-1 1,0 3,3-8,0-1,0 1,1-1,-1 1,1-1,-1 1,1 0,0-1,0 1,0-1,1 1,-1-1,0 1,1 0,0-1,0 0,-1 1,2-1,-1 1,0-1,0 0,1 0,-1 0,1 0,-1 0,1 0,0 0,0 0,0-1,0 1,0-1,1 1,-1-1,13 4,-1 0,1-2,-1 1,1-2,0 0,0-1,0 0,0-2,0 1,0-2,0 0,0-1,14-4,122-38,-150 45,0-1,1 1,-1-1,0 1,0 0,1 0,-1-1,0 1,0 0,1 0,-1 0,0 0,1 1,-1-1,0 0,0 1,0-1,1 0,-1 1,0-1,0 1,0 0,0-1,0 1,0 0,0 0,0 0,0 0,0 0,0 0,0 0,-1 0,1 0,0 0,-1 0,1 0,-1 0,1 1,-1-1,0 0,1 0,-1 1,0-1,0 0,0 0,0 1,0-1,0 0,0 1,0-1,-1 0,1 0,-1 2,-7 188,8-184,0 1,-1-1,0 0,0 0,-1-1,0 1,0 0,0 0,-1-1,0 1,-1-1,1 0,-1 0,0 0,0-1,-1 1,0-1,0 0,0 0,-1-1,1 0,-1 0,0 0,0 0,0-1,-1 0,1 0,-6 1,5-2,0-1,0 1,1-1,-1 0,0-1,0 0,0 0,0 0,0-1,0 0,0 0,-10-6</inkml:trace>
  <inkml:trace contextRef="#ctx0" brushRef="#br0" timeOffset="2">954 82,'-24'234,"13"-164,6-36,2-19,0 1,1 0,1 0,0 0,1 0,1 0,3 15,-4-29,1 1,0-1,0 0,0 0,0 1,0-1,1 0,-1 0,0 0,1 0,0-1,-1 1,1 0,0-1,0 1,0-1,0 0,0 1,0-1,0 0,1 0,-1 0,0-1,1 1,-1 0,0-1,1 0,-1 1,1-1,-1 0,1 0,-1-1,78-16,-64 11,0 0,-1-1,0 0,0-1,-1-1,0-1,-1 0,0 0,0-1,-1-1,-1 0,0-1,0 0,-1-1,3-6,-3-20,-10 39,0 1,0-1,0 0,0 0,0 0,0 1,0-1,0 0,-1 0,1 0,0 1,0-1,-1 0,1 0,0 1,-1-1,1 0,-1 1,1-1,-1 0,1 1,-1-1,1 1,-1-1,0 1,1-1,-1 1,0-1,0 1,1 0,-1-1,0 1,0 0,1 0,-1 0,0-1,0 1,0 0,1 0,-1 0,0 0,0 0,0 0,1 1,-1-1,0 0,-5 3,1 0,-1 0,1 1,0-1,0 1,0 0,1 1,-1-1,1 1,0 0,0 0,1 0,0 1,0-1,0 1,0-1,1 1,0 0,0 0,0 3,-5 21,1 0,2 0,0 0,3 1,0-1,2 1,1-1,2 0,0 0,2 0,2 0,1-1,1 0,2 2,-2-6</inkml:trace>
  <inkml:trace contextRef="#ctx0" brushRef="#br0" timeOffset="3">1461 148,'0'-1,"0"0,0-1,1 1,-1 0,0 0,0-1,1 1,-1 0,1 0,-1 0,1-1,0 1,-1 0,1 0,0 0,0 0,0 0,0 0,0 1,0-1,0 0,0 0,0 1,0-1,0 0,0 1,0 0,1-1,-1 1,0-1,0 1,1 0,-1 0,20-6,-1 1,1 0,0 2,1 1,-1 0,0 2,1 0,0 1,-16-1,-1 0,0 0,1 0,-1 1,1 0,-1 0,0 0,0 0,1 1,-1 0,0 0,0 1,-1-1,1 1,0 0,-1 0,0 0,0 1,0 0,0 0,0 0,-1 0,0 0,0 1,0-1,0 1,-1 0,2 5,-2 5,0 1,-1 0,-1 0,-1 0,0-1,-1 1,-1-1,-1 1,0-1,0 0,-3 2,-2 15,2-4,-7 18,3 0,1 1,2 1,0 32,8-74,0 1,0-1,0 0,1 0,0 0,0 1,0-1,1 0,0 0,0-1,1 1,0 0,0 1,8 5</inkml:trace>
  <inkml:trace contextRef="#ctx0" brushRef="#br0" timeOffset="4">1555 483,'18'-5,"20"-1,19-2,18 0,13 0,4-2,-4-1,-17 2</inkml:trace>
  <inkml:trace contextRef="#ctx0" brushRef="#br0" timeOffset="5">860 28,'21'-13,"-4"9,0 1,0 0,0 1,1 0,-1 2,1 0,-1 1,0 1,16 3,-29-4,0 1,0-1,0 1,0 0,0 0,0 0,0 0,-1 1,1-1,-1 1,0 0,0 0,0 1,0-1,0 0,-1 1,1 0,-1-1,0 1,0 0,-1 0,1 0,-1 1,0-1,0 0,0 0,0 1,-1-1,0 1,0-1,0 0,0 1,-1-1,0 0,0 0,0 1,0-1,-1 0,0 1,-7 14,-1 0,-1-1,-1-1,0 0,-1 0,-1-1,-1-1,0-1,0 0,-2 0,0-2,0 0,-1-1,-8 3,-27 22,111-54,-36 9,1 2,0 0,1 1,0 1,0 2,0 0,16 1,-36 2,0 1,0-1,0 1,0 0,0 0,-1 1,1-1,0 1,-1 0,1 0,-1 0,1 1,-1-1,0 1,0-1,0 1,0 0,-1 0,1 1,-1-1,0 0,0 1,0 0,0-1,0 1,-1 0,0 0,0 0,0 0,0 0,-1 0,1 0,-1 0,0 0,0 0,-1 0,0 17,-2-1,-1 0,0 0,-1-1,-1 1,-1-1,-1 0,-1-1,0 0,-1 0,-1-1,-6 7,3-4,0-1,-1 0,-2-1,1-1,-2 0,0-2,-1 0,0-1,-2 0,1-2,-1-1,-1 0,0-2,-1 0,0-1,-23 4,46-12,0-1,0 1,0 0,0 0,0 0,0-1,0 1,0 0,-1 0,1 0,0-1,0 1,0 0,0 0,0 0,0 0,0-1,-1 1,1 0,0 0,0 0,0 0,0 0,0 0,-1-1,1 1,0 0,0 0,0 0,-1 0,1 0,0 0,0 0,0 0,-1 0,1 0,0 0,0 0,-1 0,23-13,-19 12,17-11</inkml:trace>
  <inkml:trace contextRef="#ctx0" brushRef="#br0" timeOffset="6">926 42,'28'0,"-5"-1,1 1,-1 1,0 1,0 2,14 3,-31-6,0 1,-1 0,0 0,0 0,1 1,-1 0,-1 0,1 0,0 0,-1 1,0 0,1 0,-2 0,1 0,0 1,-1-1,0 1,0 0,0 0,-1 0,1 1,-1-1,-1 0,1 1,-1 1,1 2,-1 0,0 1,-1-1,0 1,0-1,-1 0,-1 1,1-1,-1 0,-1 0,0 0,0 0,-1 0,0 0,0-1,-1 0,0 0,-1 0,0-1,0 0,-5 5,-9 8,-1-1,-1 0,-1-2,0 0,-2-2,-13 7,1-3,50-25,0 1,0 0,0 1,1 0,0 1,-1 1,4 0,-4 0,-1 0,-1 0,1 1,0 1,0 0,0 0,-1 1,1 1,0 0,-1 0,6 3,-12-3,0 0,0 0,0 0,-1 1,1 0,-1 0,1 0,-1 1,0-1,0 1,-1 0,1 0,-1 1,1-1,-2 1,1-1,0 1,-1 0,0 0,0 0,0 0,-1 0,1 4,-1-1,0 0,0 0,-1-1,0 1,0 0,-1 0,0 0,0 0,-1-1,0 1,-1-1,1 1,-2-1,1 0,-1 0,0 0,0 0,-1-1,1 0,-1 0,-1 0,0 0,1-1,-1 0,-1 0,-22 16,0-2,-1 0,-1-2,0-2,-3 0,24-10,-133 68,137-69,10-9,3-5,-1-3</inkml:trace>
  <inkml:trace contextRef="#ctx0" brushRef="#br0" timeOffset="7">860 42,'64'7,"-23"-3,1 1,-1 2,0 2,37 13,-74-21,0 0,-1-1,1 2,-1-1,1 0,-1 1,1-1,-1 1,0 0,0 0,0 0,0 1,0-1,0 1,0 0,-1-1,0 1,1 0,-1 1,0-1,-1 0,1 1,0-1,-1 0,0 1,0 0,0-1,0 1,-1 0,1 0,-1-1,0 1,-5 10,-1-1,-1 0,0-1,-1 0,0 0,-1 0,0-1,-1-1,0 1,-1-2,0 1,-1-1,1-1,-10 4,21-11,-190 128,174-117,16-12,0 0,1 0,-1 0,0 0,0 0,0 0,0 0,0 0,1 0,-1 0,0 1,0-1,0 0,0 0,0 0,0 0,0 0,1 0,-1 1,0-1,0 0,0 0,0 0,0 0,0 0,0 1,0-1,0 0,0 0,0 0,0 0,0 1,0-1,0 0,0 0,0 0,0 0,0 1,0-1,0 0,0 0,0 0,0 0,-1 0,1 1,0-1,133-25,-120 23,0 1,1 1,-1 0,1 1,-1 0,0 1,0 1,0 0,0 0,0 2,-1 0,1 0,-1 1,-1 0,1 1,-1 0,0 1,-1 0,0 1,0 0,-1 1,7 8,-13-13,-1 1,0-1,0 0,0 1,-1-1,1 1,-1-1,-1 1,1-1,-1 1,0 0,0-1,-1 1,1 0,-1-1,-1 1,1-1,-1 1,0-1,0 0,0 0,-1 0,0 0,0 0,0 0,0-1,-1 0,0 1,0-1,0-1,0 1,-1-1,1 1,-1-1,-3 1,-26 17,-1-2,0-1,-1-2,0-1,-2-2,-15 2,-29 12,39-6,74-12,-14-8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348 0,'0'14,"0"16,0 13,0 15,0 9,0 9,0 1,0 0,0-2,2-8,6-7,8-10,8-9,7-11,5-11,3-8,-1-14,-6-6</inkml:trace>
  <inkml:trace contextRef="#ctx0" brushRef="#br0" timeOffset="1">0 362,'30'4,"30"2,25 0,21-1,11-4,1-2,-19-1</inkml:trace>
  <inkml:trace contextRef="#ctx0" brushRef="#br0" timeOffset="2">682 776,'9'-9,"0"0,-2-1,1 0,-1 0,0 0,-1-1,-1 0,1-1,-2 1,0-1,0 0,-1 0,1-7,5-18,-2-1,-1 1,-2-1,-2 0,-2-20,-6 29,2 41,5-9,-1 0,1 1,0-1,0 0,0 0,1 0,-1 0,1 0,-1 0,1 0,0 0,0-1,0 1,1-1,-1 1,1-1,-1 0,1 0,0 0,0 0,-1-1,1 1,3 0,77 23,-75-23,17 3,-18-5,1 0,-1 1,0 0,0 0,0 0,0 1,0 0,0 1,0-1,0 1,-1 1,0-1,1 1,-1 0,-1 1,1-1,-1 1,1 0,-1 0,-1 1,1 0,-1-1,0 1,0 1,-1-1,0 1,1 1,-1 24,-4-30,1 1,0 0,0 0,0 0,0-1,0 1,0 0,1 0,0-1,-1 1,1 0,0-1,0 1,0 0,1-1,-1 0,1 1,-1-1,1 0,0 0,0 0,0 0,0 0,0 0,1 1,12 1,-1 0,0-1,1-1,0 0,-1-1,1 0,0-1,0-1,-1 0,1-1,-1-1,8-2,-11 3,7 1,0-2,0 0,0-1,-1-1,1 0,-1-2,0 0,-1-1,0 0,0-1,-1-1,4-3,-17 11,0 0,-1-1,1 1,0 0,-1-1,1 1,-1-1,0 0,0 1,0-1,0 0,0 1,-1-1,1 0,-1 0,0 0,1 0,-2 0,1 1,0-1,0 0,-1 0,0 0,1 0,-1 1,0-1,0 0,-1 1,1-1,0 1,-1-1,0 1,1 0,-1 0,0-1,0 1,0 1,-1-1,1 0,0 0,-1 1,1-1,-1 1,1 0,-1 0,0 0,-2 0,-5-4,0 1,-1 1,1 0,-1 0,0 1,0 1,0-1,0 2,0 0,0 0,0 1,0 0,0 1,0 0,-6 3,14-4,-1 0,1 1,0 0,0-1,0 1,0 1,0-1,0 0,1 1,-1-1,1 1,0 0,0 0,0 0,0 0,0 0,0 0,1 0,-1 1,1-1,0 1,0-1,1 1,-1-1,1 1,-1-1,1 1,0 0,1-1,-1 1,1 1,0 2,1 0,0 0,0 0,1-1,-1 1,2-1,-1 1,1-1,0 0,0-1,0 1,1-1,0 1,0-1,4 3,0-2,-1 0,2-1,-1 1,0-2,1 1,0-1,0-1,0 0,0 0,1-1,-1 0,11 0,-14-2,-1 0,0 0,0-1,0 1,0-1,0-1,-1 1,1-1,0 0,-1 0,1-1,-1 1,1-1,-1-1,0 1,0-1,-1 0,1 0,-1 0,0 0,0-1,0 0,1-2,0-3,1-1,-2-1,1 1,-1-1,-1 1,0-1,-1 0,-1 0,1-1,-2 1,0 0,-1-8,1 20,0 1,-1-1,1 0,-1 1,1-1,-1 0,1 1,-1-1,1 0,-1 0,1 0,-1 1,1-1,-1 0,1 0,-1 0,1 0,-1 0,0 0,1 0,-1 0,1 0,-1 0,1 0,-1-1,1 1,-1 0,1 0,-1 0,1-1,-1 1,1 0,-1-1,1 1,-1 0,1-1,0 1,-1-1,1 1,0 0,-1-1,1 1,0-1,0 1,-1-1,1 1,0-1,0 1,0-1,0 1,-1-1,1 0,0 1,0-1,0 1,0-1,1 1,-1-1,0 1,0-1,0 1,0-1,0 1,1-1,-1 1,0-1,0 1,1-1,-1 1,1-1,-5 6,0 0,1 0,-1 0,1 1,1-1,-1 1,1-1,0 1,0 0,1 0,-1 0,1 0,1 1,-1-1,1 0,0 0,1 0,-1 0,1 1,0-1,1 0,0 0,-1-1,2 1,-1 0,1-1,0 1,0-1,0 0,1 0,0 0,0 0,0-1,1 1,-1-1,1 0,0-1,0 1,4-1,0 0,1 0,-1-1,0 0,1-1,-1 0,1-1,-1 0,1 0,-1-1,1 0,-1 0,1-1,-1-1,0 1,0-2,0 1,0-1,-1 0,0-1,0 0,0-1,0 1,-1-1,0-1,0 1,0-1,-1-1,0 1,-1-1,1 0,-2 0,1-1,-1 1,0-1,-1 0,0-1,1 0,-1-1,0 0,-1 0,0 0,0-1,-2 1,1 0,-1-1,-1 1,-1-3,3 14,-1-1,0 1,0-1,0 1,0-1,0 1,0 0,0-1,0 1,0-1,-1 1,1-1,0 1,0-1,0 1,0 0,-1-1,1 1,0-1,0 1,-1 0,1-1,0 1,-1 0,1-1,0 1,-1 0,1-1,-1 1,1 0,0 0,-1 0,1-1,-1 1,1 0,-1 0,1 0,-1 0,1 0,-1 0,1 0,0 0,-1 0,1 0,-1 0,1 0,-1 0,1 0,-1 0,1 1,-1-1,1 0,0 0,-1 0,1 1,-1-1,1 0,0 1,-1-1,1 0,0 1,-1-1,1 0,0 1,0-1,-1 1,1-1,0 1,-19 30,15-22,0 0,0 0,0 0,1 1,1-1,0 1,0 0,1 0,0 0,1 0,0 0,0 0,1 0,1-1,-1 1,2 0,-1 0,1-1,4 9,-3-14,-1 0,1-1,-1 1,1-1,0 0,0 0,0 0,1-1,-1 0,1 1,-1-2,1 1,0 0,0-1,0 0,0 0,0 0,0-1,0 0,0 0,0 0,0-1,0 1,0-1,4-1,1 1,0-2,-1 0,1 0,-1 0,0-1,0-1,-1 1,1-2,-1 1,6-6,-8 5,0 0,0 0,-1 0,0-1,0 0,0 0,-1-1,0 1,-1-1,0 0,0 0,0 0,-1 0,0-1,-1 1,0-1,0 1,-1-1,0 1,-1-1,-1-7,2 15,1 1,-1-1,0 0,0 1,0-1,0 0,-1 0,1 1,0-1,0 0,0 1,-1-1,1 0,0 1,-1-1,1 0,0 1,-1-1,1 0,-1 1,1-1,-1 1,1-1,-1 1,1-1,-1 1,0 0,1-1,-1 1,0 0,1-1,-1 1,0 0,1 0,-1 0,0-1,0 1,1 0,-1 0,0 0,1 0,-1 0,0 1,0-1,1 0,-1 0,0 0,1 1,-1-1,-22 30,21-23,-1-1,1 1,0 0,1 0,0 0,0 0,0 0,1 0,0 0,0 0,1 0,0 0,0 0,0-1,1 1,0 0,1 0,0-1,-1 0,2 1,-1-1,1 0,0-1,0 1,1-1,0 0,0 0,0 0,0 0,1-1,0 0,-1 0,2-1,-1 0,0 0,1 0,3 1,-1-4,0 0,1 0,-1-1,0 0,0 0,0-1,0-1,0 1,0-1,-1-1,1 0,-1 0,0 0,0-1,0-1,-1 1,0-1,0 0,0-1,-1 1,2-4,-5 7,-1 0,-1 0,1-1,0 1,-1 0,1-1,-1 1,0-1,0 1,-1-1,1 1,-1-1,0 0,1 1,-2-1,1 0,0 1,-1-1,0 0,1 1,-1-1,-1 0,-3-25,5 25,1 1,1-1,-1 1,1-1,-1 1,1 0,0-1,0 1,0 0,0 0,1 1,-1-1,1 0,0 1,0 0,0-1,0 1,0 0,0 1,1-1,-1 1,1-1,-1 1,1 0,-1 0,1 0,0 1,-1-1,2 1,24-11,-13 3,-13 6,0 0,0 0,0 1,0 0,0-1,0 1,1 0,-1 0,0 1,1-1,-1 1,1-1,-1 1,1 0,0 1,3 0,0 0,0 1,0 0,0 0,0 0,-1 1,1 0,-1 1,0-1,0 1,0 0,0 1,-1-1,0 1,0 0,0 1,0-1,-1 1,0 0,0 0,0 0,-1 1,0-1,0 1,0 2,4 14,-1 1,-1-1,-1 1,-1 0,-2 1,0 22,-10 155,2 79,8-253,2-1,1 1,2-1,0 0,2 0,1-1,1 0,13 23,-19-40,1 0,0 0,0-1,1 1,0-1,0-1,1 1,0-1,1 0,-1-1,1 1,1-2,-8-4,1 0,0 0,0 0,0-1,0 1,0-1,0 1,0-1,1 0,-1 0,0 0,0 0,0 0,0 0,0-1,0 1,0 0,0-1,0 0,0 0,0 1,0-1,0 0,-1-1,1 1,0 0,-1 0,1-1,-1 1,1-1,-1 1,0-1,1 0,-1 0,0 1,0-1,0 0,27-75,-25 59,-2 0,0 0,-1 0,-1 1,0-1,-1 0,-1 0,-1 1,-1-1,0 1,-1 0,-1 1,-1-1,0 1,-9-13,-4-3,-2 1,-1 1,-1 0,-1 2,-2 2,-29-23,-130-75,154 102,34 22,-1 0,1 0,-1 1,1-1,-1 0,1 0,0 0,-1 0,1 0,-1 0,1 0,-1 0,1 0,0 0,-1 0,1 0,-1 0,1-1,-1 1,1 0,0 0,-1-1,1 1,-1 0,0-1,1 1,-1 0,1-1,-1 1,1-1,-1 1,0-1,1 1,-1-1,0 1,1-1,-1 1,0-1,0 1,0-1,0 1,1-1,-1 0,0 1,0-1,0 1,0-1,0 1,0-1,0 0,-1 1,1-1,0 1,0-1,0 1,0-1,-1 0,1 1,0-1,-1 1,1-1,0 1,-1 0,1-1,-1 1,1-1,-1 1,1 0,-1-1,203-9,190-6,-367 12,-16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83 491,'-10'-53,"3"1,2-1,2-1,2-5,-5-92,3 131,-9 33,2 30,2 0,2 1,1 0,3 0,1 1,1-36,-2 17,1 1,1-1,2 1,0-1,2 1,1-1,0 0,3-1,1 5,4-4</inkml:trace>
  <inkml:trace contextRef="#ctx0" brushRef="#br0" timeOffset="1">458 237,'-70'-187,"70"185,-1-1,0 1,1-1,-1 1,0 0,0-1,0 1,-1 0,1 0,-1 0,1 0,-1 0,1 0,-1 0,0 0,0 1,0-1,0 1,0-1,0 1,-1 0,1 0,0 0,-1 0,1 0,-1 1,1-1,-1 1,1-1,-1 1,1 0,-1 0,1 0,-1 0,1 1,-2-1,-8 6,2 0,-1 1,1 0,0 1,0 0,1 0,0 1,1 0,0 1,0-1,1 2,0-1,1 1,0 0,1 0,0 1,2-9,1 1,0-1,0 1,0-1,0 1,1-1,0 1,-1 0,1 0,1 0,-1 0,0 0,1 0,0 0,0-1,0 1,1 0,-1 0,1 0,0 0,0 0,0 0,1-1,-1 1,1 0,0-1,0 1,0-1,0 0,1 0,1 2,6-1,1 0,-1-1,1 0,0-1,0 0,0-1,0 0,0-1,0 0,0-1,0 0,0 0,0-2,0 1,-1-1,1-1,-1 0,0 0,0-1,1-1,64-33,-73 40,-1-1,0 0,0 0,0 1,0-1,0 0,0 1,0-1,-1 1,1-1,0 1,0 0,0-1,0 1,-1 0,1 0,0 0,-1-1,1 1,0 0,-1 0,1 0,-1 0,0 0,1 0,-1 0,0 0,1 0,-1 0,0 0,0 0,0 0,0 0,0 0,0 1,0-1,-1 0,1 0,0 0,0 0,-1 0,1 0,-1 0,1 1,-1 49,-3-1,-1 0,-3 0,-2 0,-8 19,17-62,-1-1,-1 1,1-1,-1 1,0-1,0 0,-1 0,0-1,0 1,0-1,-1 0,1 0,-1 0,-1 0,1-1,-5 3,-2-4</inkml:trace>
  <inkml:trace contextRef="#ctx0" brushRef="#br0" timeOffset="2">698 10,'42'392,"-43"-367,0-19,1-1,-1 1,1 0,1-1,-1 1,1 0,0-1,0 1,0 0,1-1,0 0,0 1,0 0,1-5,0 1,0-1,0 1,1-1,-1 0,0 0,0 0,1 0,-1-1,0 0,1 1,-1-1,0 0,1-1,-1 1,0 0,1-1,-1 0,0 0,0 0,1 0,-1-1,0 1,0-1,0 1,-1-1,1 0,0-1,10-5,0-1,0 0,-1-1,0 0,-1-1,0 0,-1-1,0 0,-1-1,0 0,-1 0,-1-1,6-14,-30 55,6 3,1-1,1 1,2 1,1-1,2 1,0 0,3 0,0 1,4 28,-3-55,0 1,0-1,0 1,1-1,0 1,-1-1,2 1,-1-1,1 1,0-1,0 0,0 0,1 0,-1 0,1 0,1-1,0 1,5-1</inkml:trace>
  <inkml:trace contextRef="#ctx0" brushRef="#br0" timeOffset="3">1287 23,'23'-2,"1"0,-1 2,1 1,-1 1,10 2,-22-3,-4-1,-1 0,1 0,-1 1,1-1,-1 1,1 1,-1-1,0 1,0 0,0 1,0 0,0 0,0 0,-1 0,1 1,-1 0,0 0,0 0,-1 1,1 0,-1 0,0 0,0 0,3 6,-5 2,-1 0,0 0,0 0,-1 0,-1 0,0 0,-1 0,0 0,-1 0,-1 0,-2 16,-9 46,5-31,1 0,3 1,1-1,2 1,3 19,5-33,1-7</inkml:trace>
  <inkml:trace contextRef="#ctx0" brushRef="#br0" timeOffset="4">1394 317,'20'0,"16"0,16 0,10 0,6 0,-2 0,-8-2,-13-1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156 539,'0'5,"0"12,0 20,0 19,0 21,0 15,0 12,0 6,-3-2,0-4,-2-12,0-14,0-13,1-19</inkml:trace>
  <inkml:trace contextRef="#ctx0" brushRef="#br0" timeOffset="1">48 873,'-45'-234,"44"233,1-1,0 0,-1 1,1-1,0 0,0 1,0-1,0 0,0 0,1 1,-1-1,0 1,1-1,-1 0,1 1,0-1,-1 1,1-1,0 1,0-1,0 1,0 0,0-1,0 1,0 0,1 0,-1 0,0 0,1 0,-1 0,1 0,-1 0,1 1,-1-1,1 1,-1-1,1 1,0-1,-1 1,2 0,14 0,0 0,0 1,0 1,0 1,0 1,0 0,-1 1,0 0,0 2,0 0,-1 0,11 8,-18-12,-1 1,1 1,-1 0,1 0,-1 0,-1 0,1 1,-1 1,0-1,0 1,-1 0,0 0,4 8,-8-14,-1 0,0 1,0-1,0 1,0-1,0 1,0-1,0 0,-1 1,1-1,0 1,-1-1,1 0,-1 1,0-1,1 0,-1 0,0 1,0-1,0 0,0 0,0 0,0 0,0 0,0 0,0 0,0-1,0 1,-1 0,1-1,0 1,-1 0,1-1,0 0,-2 1,-49 13,-48-7,94-5,7 0</inkml:trace>
  <inkml:trace contextRef="#ctx0" brushRef="#br0" timeOffset="2">503 860,'13'-36,"-2"-1,-2 0,-2 0,-1-1,-1 0,-2 0,-2 0,-3-20,-13 7,15 51,-1 0,1 0,0 0,-1 0,1 0,-1 0,1 0,-1 1,1-1,0 0,-1 0,1 0,-1 0,1 1,0-1,-1 0,1 0,0 1,-1-1,1 0,0 1,-1-1,1 0,0 1,0-1,-1 1,1-1,0 0,0 1,0-1,0 1,0-1,-1 0,1 1,0-1,0 1,0-1,0 1,0-1,0 0,0 1,1-1,-1 1,0-1,0 1,0-1,2 3,-1 0,0 0,1 0,0 0,0-1,0 1,0-1,0 1,1-1,-1 0,1 0,-1 0,1 0,0 0,0-1,0 1,0-1,0 0,0 0,0 0,0 0,0 0,3 0,153 27,-155-27,-1 0,1 0,-1 1,0-1,0 1,0-1,0 1,0 0,0 0,0 0,-1 1,1-1,-1 1,1-1,-1 1,0 0,0 0,0 0,-1 0,1 0,-1 0,1 1,-1-1,0 0,0 1,-1-1,1 1,-1-1,0 1,1-1,-2 1,1-1,5 152,-4-153,-1 1,1-1,0 1,1-1,-1 0,0 0,1 1,-1-1,1 0,-1 0,1-1,0 1,0 0,0 0,0-1,0 1,1-1,-1 0,0 0,1 0,-1 0,0 0,1 0,-1 0,1-1,0 0,-1 1,1-1,-1 0,1 0,2-1,81-19,-75 14,1-1,-1 0,-1 0,1-1,-1-1,-1 0,1 0,-2-1,1 0,-1 0,-1-1,0 0,5-10,2 7,-7 38,-5-14,1 15,2 0,0-1,2 0,0 0,7 12,-12-31,0 0,0-1,1 1,0 0,0-1,0 0,1 1,-1-1,1 0,0-1,0 1,0-1,1 0,-1 0,1 0,0 0,-1-1,1 0,0 0,1 0,-1-1,0 0,0 0,1 0,-1 0,1-1,-1 0,2 0,21-4</inkml:trace>
  <inkml:trace contextRef="#ctx0" brushRef="#br0" timeOffset="3">1091 298,'-18'0,"-8"3,0 2,6 3,15 3,16 1,18 1,18-1,11-4,-3-2</inkml:trace>
  <inkml:trace contextRef="#ctx0" brushRef="#br0" timeOffset="4">1506 446,'2'20,"-1"-1,0-1,1 1,1-1,1 1,0-1,2 0,0-1,0 1,2-1,0 0,1-1,1 0,1-1,0 1,0-2,13 12,-16-19,1-1,-1 0,1 0,1-1,-1 0,1 0,0-1,0 0,4 0,-10-5,0 1,0-2,0 1,1 0,-2-1,1 0,0 1,0-2,-1 1,1 0,-1-1,1 1,-1-1,0 0,0 0,0-1,-1 1,1 0,-1-1,0 0,0 1,0-1,0 0,-1 0,1 0,-1-1,6-9,63-104,-70 118,1 0,0 0,0 0,-1 0,1 0,0 0,-1 1,1-1,0 0,-1 0,1 1,0-1,-1 0,1 1,0-1,-1 0,1 1,-1-1,1 1,-1-1,1 1,-1-1,0 1,1 0,-1-1,1 1,-1-1,0 1,0 0,1-1,-1 1,0 0,0-1,0 1,0 0,0 0,0-1,0 1,0 0,0-1,0 1,0 0,0-1,0 1,-1 0,1-1,0 1,-1 0,1-1,0 1,-1 0,1-1,0 1,-1-1,1 3,-2 6,1 1,1 0,-1-1,1 1,1 0,0 0,0-1,1 1,1-1,-1 1,1-1,1 0,0 0,0-1,1 1,0-1,0 0,1 0,0 0,0-1,6 5,-4-7,1-1,0 0,0-1,1 0,-1 0,1-1,-1-1,1 1,0-1,-1-1,1 0,0 0,0-1,-1 0,1-1,0 0,-1-1,0 0,1 0,-1-1,0 0,-1 0,1-1,-1 0,0-1,0 0,-1 0,1-1,-2 0,1 0,-1 0,0-1,0 0,-1 0,0-1,0 1,-1-1,0 0,-1 0,1-4,5-40,-14 46,0 25,2-2,1 0,0 0,1 1,1-1,1 0,1 14,-1-26,0 0,0 1,0-1,0 0,1 1,-1-1,1 0,0 0,0 0,1-1,-1 1,1 0,0-1,0 0,0 1,0-1,1 0,-1-1,1 1,0-1,-1 1,1-1,0 0,1-1,-1 1,0-1,1 1,1-1,0 0,1-1,-1 0,0 0,0 0,1 0,-1-1,0 0,0 0,0-1,0 0,0 0,0 0,-1-1,1 0,-1 0,1 0,-1-1,0 0,-1 0,1 0,2-2,6-8,0 0,-1-1,-1 0,0-1,-1 0,6-15,27-67,-80 187,36-86,-1 0,1 1,-1-1,1 0,0 1,0-1,0 1,1-1,-1 1,1 0,0-1,0 1,0 0,0-1,1 1,0-1,-1 1,1-1,1 1,-1-1,0 0,1 1,0-1,-1 0,1 0,0 0,1 0,-1 0,1-1,-1 1,1-1,0 1,0-1,-1 0,2 0,1 0,7 0,0-2,0 0,1 0,-1-1,0-1,0 0,0 0,0-1,0-1,-1 0,1-1,-1 0,0 0,-1-1,1-1,4-3,-3 3,1-1,-1 0,-1 0,0-2,0 1,0-1,-1-1,-1 0,0 0,0-1,-1 0,2-5,-11-2,-18 34,16-8,0-1,0 1,0-1,1 1,0 0,0 0,1 0,0 0,0 0,0 0,1 0,0 0,1 1,-1-1,1 0,1 0,-1 0,1 0,1-1,-1 1,1 0,0-1,0 0,1 0,0 0,0 0,1 0,-1-1,1 0,0 0,1 0,-1 0,1-1,0 0,0 0,0-1,1 0,1 1,5 2,0 0,1-1,0-1,-1 0,2-1,-1-1,0 0,0-1,1 0,-1-1,1 0,-1-2,0 0,1 0,-1-1,0-1,-1 0,1-1,-1-1,0 0,0 0,0-2,-1 1,0-2,-1 1,0-2,0 1,-1-2,0 1,4-8,-1-1,-1 0,-1 0,0-1,-2-1,0 0,-1 0,-2-1,0 1,-1-1,0-4,3-31,-3 0,-2 0,-4-45,1 75,-1 0,-2 1,0-1,-2 1,-1 0,-1 0,-2-4,8 28,1-1,0 1,-1-1,0 1,0-1,0 1,0-1,0 1,0 0,0 0,-1 0,1-1,-1 1,0 0,1 1,-1-1,0 0,0 1,0-1,0 1,-1-1,1 1,0 0,-1 0,1 0,0 0,-1 0,1 1,-1-1,0 1,1 0,-1-1,1 1,-1 0,1 1,-1-1,0 0,0 1,-1 3,-1 0,0 0,1 0,0 1,0 0,0 0,1 0,0 0,0 1,0-1,0 1,1 0,0 1,-10 28,2 1,2 0,1 0,2 1,1 0,2 0,3 35,-2-51,1 0,1 0,1 0,1 0,0-1,2 1,1-1,0 0,1-1,1 1,1-2,1 1,0-1,2 0,0-1,0-1,2 0,0 0,1-2,5 4,3-3,1-1,0-2,1 0,0-2,1-1,0-1,1-1,0-1,0-1,1-1,72 8</inkml:trace>
  <inkml:trace contextRef="#ctx0" brushRef="#br0" timeOffset="5">1051 1541,'-14'-2,"-8"1,-2 6,7 9,12 8,14 8,18 3,12-4,0-7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239 167,'5'12,"0"-34,-14-77,8 96,0 0,1 0,-2 0,1 0,0 0,-1 0,1 1,-1-1,0 1,1-1,-1 1,0 0,-1-1,1 1,0 0,-1 0,1 1,-1-1,0 0,1 1,-1 0,0 0,0 0,0 0,0 0,0 0,0 1,0-1,0 1,-3 0,-3 2,1 1,0 1,-1-1,1 1,1 1,-1-1,1 1,0 1,0-1,0 1,1 0,-1 1,2 0,-1 0,1 0,0 0,0 1,1 0,0 0,1 0,-1 0,2 1,-2 6,-2 2,1 0,1 0,1 0,0 0,2 0,0 1,0-1,2 0,0 1,1-1,2 8,-2-17,0 0,1 0,-1 0,2 0,-1 0,1-1,0 1,0-1,1 0,0-1,1 1,-1-1,1 0,0 0,1-1,-1 0,1 0,0 0,0-1,1 0,-1 0,1-1,0 0,6 1,10-1,0 0,1-2,0-1,-1-1,1-1,-1-2,0 0,0-1,0-1,-1-2,0 0,0-1,0-2,-2 0,2-2,67-44,-59 32</inkml:trace>
  <inkml:trace contextRef="#ctx0" brushRef="#br0" timeOffset="1">827 73,'0'-4,"0"2,3 9,-1 13,1 11,2 12,-1 13,3 7,-1 3,1-1,1-5,0-8,1-12,1-14,-2-11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93 388,'-1'1,"1"0,-1 0,0 1,0-1,1 0,-1 0,1 1,-1-1,1 1,-1-1,1 1,0-1,0 0,-1 1,1-1,0 1,0-1,1 1,-1-1,0 1,0-1,1 0,-1 1,1-1,-1 1,1-1,0 0,0 0,-1 1,1-1,0 0,1 1,35 38,-34-38,30 28,-9-11,0 1,-2 1,0 1,-2 1,0 1,-2 1,-1 0,0 1,2 10,-17-33,0 0,0-1,-1 1,1 0,-1 0,0 0,0 0,0 0,0 0,0 0,-1 0,1 0,-1 1,0-1,0 0,0 0,-1 0,1 1,-1-1,0 0,1 0,-1 0,-1 0,1 0,0 0,-1-1,1 1,-1 0,0-1,0 1,0-1,0 1,-1-1,-1 2,-3-3,0 0,0 0,0-1,0 0,0 0,0 0,0-1,1 0,-1-1,0 1,0-1,1-1,-1 1,1-1,0 0,0-1,-1 0,-38-19</inkml:trace>
  <inkml:trace contextRef="#ctx0" brushRef="#br0" timeOffset="1">0 282,'25'-3,"24"-2,23-3,16-5,11-5,6-3,-4-1,-20 3</inkml:trace>
  <inkml:trace contextRef="#ctx0" brushRef="#br0" timeOffset="2">803 1,'13'11,"12"16,11 13,5 17,-1 17,-8 18,-12 21,-18 16,-25 16,-25 13,-22 4,-18-5,6-28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3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1 174,'23'5,"23"1,22 0,18-1,14-4,7-5,1-3,-10-1,-13 2,-20 0,-23 3,-18 1</inkml:trace>
  <inkml:trace contextRef="#ctx0" brushRef="#br0" timeOffset="1">816 0,'0'1,"1"-1,-1 0,0 0,0 1,0-1,0 0,0 0,0 1,0-1,0 0,1 1,-1-1,0 0,0 0,0 1,0-1,-1 0,1 1,0-1,0 0,0 0,0 1,0-1,0 0,0 0,0 1,-1-1,1 0,0 0,0 1,0-1,-1 0,1 0,0 0,0 1,0-1,-1 0,1 0,0 0,0 0,-1 0,1 0,0 1,-1-1,1 0,0 0,0 0,-1 0,1 0,0 0,-1 0,1 0,0 0,0 0,-1 0,1 0,0-1,0 1,-1 0,1 0,24 15,-2-6,1-1,1-1,0-1,0-1,4 0,75 18,-102-23,1 0,0 0,0 1,0-1,-1 0,1 1,0-1,-1 1,1 0,0 0,-1 0,1-1,-1 1,1 0,-1 1,1-1,-1 0,0 0,0 1,0-1,0 0,0 1,0 0,0-1,0 1,0-1,-1 1,1 0,0-1,-1 1,0 0,1 0,-1 0,0-1,0 1,0 0,0 0,0-1,-1 1,1 0,0 0,-1 0,1-1,-2 2,-4 7,-1-1,0 0,-1 0,0 0,-1-1,0-1,0 0,-3 2,-56 40,-2-4,-35 16,21-15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0 434,'7'-23,"-2"0,0 0,-1 0,-2-1,0 1,-2-18,1 23,0-36,-2 0,-2-1,-5-17,6 119,1-3,0 29,3 0,3 0,8 39,8-42,-10-48</inkml:trace>
  <inkml:trace contextRef="#ctx0" brushRef="#br0" timeOffset="1">642 193,'-3'-8,"-1"-1,0 1,0 0,0 0,-1 1,0-1,-1 1,0 0,0 0,0 1,-1 0,0 0,0 0,0 1,-1 0,0 1,0 0,0 0,-1 0,1 1,-1 0,0 1,1 0,-1 1,0-1,0 2,0-1,0 1,0 1,-1-1,1 1,1 1,-1 0,0 0,0 1,1 0,-1 1,1-1,0 2,0-1,1 1,-1 0,1 1,0 0,0 0,1 0,0 1,0 0,-3 4,7-8,0 0,0 0,0-1,1 1,-1 0,1 1,0-1,-1 0,1 0,1 1,-1-1,0 0,1 1,0-1,0 1,0-1,0 0,0 1,1-1,-1 1,1-1,0 0,0 0,0 1,1-1,-1 0,1 0,-1 0,1 0,0 0,0-1,1 1,1 1,6 0,1 1,-1-2,1 1,0-2,1 1,-1-2,0 1,1-2,-1 1,0-2,1 1,-1-1,0-1,0 0,1-1,-1 0,-1-1,6-2,6-2,0 0,0-2,-1-1,0 0,-1-2,3-2,-19 11,-3 4,-1-1,1 0,-1 0,1 0,0 1,-1-1,1 0,0 1,0-1,-1 0,1 1,0-1,0 1,0 0,0-1,0 1,0-1,0 1,0 0,-1 0,1 0,0 0,0-1,0 1,0 1,0-1,0 0,0 0,0 0,0 0,0 1,0-1,0 0,0 1,0-1,0 1,-1-1,1 1,0-1,0 1,0 0,-1-1,1 1,3 11,-2 0,1 0,-1 0,-1 0,0 0,-1 0,-1 0,0 5,0 12,2 2,-2 0,-2 0,0 0,-2 0,-2 2,5-26,0 1,-1-1,1 1,-1-1,-1 0,0 0,0 0,0 0,0-1,-1 0,0 0,-1 0,1 0,-1-1,0 0,-1 0,1-1,-1 1,0-2,0 1,0-1,-4 2,10-5,0 1,0-1,0 1,0-1,0 1,0-1,0 0,0 0,0 1,0-1,0 0,-1 0,1 0,0 0,0 0,0 0,0-1,0 1,0 0,0-1,0 1,0 0,0-1,0 1,0-1,0 0,0 1,0-1,1 0,-1 1,0-1,0 0,1 0,-1 0,0 1,1-1,-1 0,1 0,-1 0,1 0,0 0,-1-1,-1-13</inkml:trace>
  <inkml:trace contextRef="#ctx0" brushRef="#br0" timeOffset="2">1243 19,'-16'0,"-1"1,1 0,-1 1,1 1,0 1,0 0,0 1,0 0,-5 4,14-5,1-1,-1 1,1 0,0 0,0 1,0 0,1 0,0 0,0 1,0 0,1 0,0 0,0 0,0 1,1 0,0-1,0 1,1 0,0 1,0-1,-1 7,3 2,1 0,1 1,0-1,1 0,0 0,2 0,-1-1,2 1,0-1,1 0,1-1,0 0,1 0,1-1,0 0,0 0,1-1,1-1,0 0,0 0,1-1,11 5,-16-9,1 0,-1-1,1-1,1 1,-1-2,0 1,1-1,0-1,2 1,-9-2,0-1,0 0,0 0,0 0,0 0,0 0,0 0,0-1,0 1,0-1,0 0,0 0,-1 0,1 0,0 0,-1-1,1 1,-1-1,1 0,-1 0,0 0,0 0,0 0,0 0,0-1,0 1,0-1,-1 1,1-1,-1 1,0-1,1-2,0-1,1 1,-1-1,-1 0,1 0,-1 0,0 0,0 0,-1 0,0 0,0 0,0 0,-1 0,0 0,0 0,0 0,-1 0,0 0,0 1,0-1,-1 1,0-1,0 1,0 0,-1 0,0 0,0 1,0-1,0 1,-1 0,1 0,-1 1,0-1,0 1,-1 0,1 0,-1 1,1-1,-1 2,0-1,0 0,0 1,0 0,0 0,-3 1,2 1,1 0,-1 1,1-1,-1 2,1-1,0 1,0-1,0 2,0-1,1 1,-1 0,1 0,0 0,0 1,0 0,1 0,-1 0,1 0,1 1,-1 0,1-1,0 1,0 1,1-1,-1 0,2 1,-1-1,1 1,-1-1,2 1,-1 0,1-1,0 4,1-5,1-1,-1 1,1-1,0 1,0-1,0 0,1 0,-1 0,1 0,0 0,0-1,0 1,1-1,-1 0,1 0,0 0,0-1,0 1,0-1,0 0,1 0,-1 0,3 0,34 13</inkml:trace>
  <inkml:trace contextRef="#ctx0" brushRef="#br0" timeOffset="3">1617 286,'-6'3,"0"1,0 0,1 0,-1 0,1 1,0 0,0 0,1 0,-1 0,1 1,0-1,1 1,-1 0,1 1,-1 3,3-7,-1 1,1-1,1 1,-1-1,0 1,1-1,0 1,0-1,0 1,0-1,0 1,1-1,0 1,-1-1,1 1,1-1,-1 1,0-1,1 0,0 0,-1 0,1 0,0 0,1 0,-1 0,1-1,-1 1,1-1,0 0,1 1,10 5,0-1,1-1,0-1,0 0,0-1,0 0,1-1,0-1,-1-1,1 0,0-1,0 0,0-2,-1 0,1 0,9-4,-12 3,-1 0,1-1,-1 0,0-1,-1-1,1 1,-1-2,0 0,0 0,2-3,-9 6,0 1,0-1,0 0,-1 0,0 0,0 0,0-1,0 1,-1-1,1 0,-1 0,0 0,-1 0,1 0,-1 0,0 0,-1-1,1 1,-1 0,0 0,0-1,0 1,-1 0,0-1,0 1,-1-1,-1-3,-1-1,0 2,0-1,-1 0,0 1,0 0,-1 0,0 1,-1-1,0 1,0 1,0-1,-1 1,0 1,0-1,0 1,-1 1,0-1,0 2,-1-1,-3-1,1 1,-1 0,0 1,0 0,0 1,0 1,0 0,-1 1,1 0,0 1,0 0,0 1,0 1,-9 3,6 0,0 1,0 1,0 1,1 0,1 1,-12 10,-23 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 54,'-10'20,"0"1,2 0,0 0,2 1,0 0,1 0,2 1,0-1,2 1,0 0,1 0,1-1,2 1,4 21,-5-37,-1 0,2-1,-1 1,1 0,0-1,0 0,1 1,0-1,0-1,0 1,1 0,-1-1,2 0,-1 0,0-1,1 0,0 1,0-2,0 1,0-1,1 0,-1 0,1-1,0 0,0 0,0 0,0-1,0 0,0-1,0 1,0-1,0-1,1 1,-3-2,0 0,-1 0,0-1,1 1,-1-1,0 0,0 0,-1-1,1 1,-1-1,1 1,-1-1,0 0,0 0,-1-1,1 1,-1 0,0-1,0 0,-1 1,1-1,-1 0,0 0,-1 0,1 0,-1 0,0 0,0 0,0 0,-1 0,1 0,-1 1,0-1,-1 0,1 0,-1 1,0-1,-1 1,1-1,-1 1,1 0,-1 0,0 0,-1 0,1 1,-1-1,1 1,-1 0,0 0,-1-1,2 3,0 1,0-1,-1 0,1 1,0-1,0 1,0 0,0 0,0 0,-1 1,1-1,0 1,0 0,0 0,0 0,0 0,0 0,0 0,1 1,-1 0,0-1,1 1,-1 0,1 0,0 0,0 1,-1 0,-45 74,44-67,1 1,0 1,0-1,1 0,1 1,0-1,0 1,1-1,1 1,0-1,1 6,8 22</inkml:trace>
  <inkml:trace contextRef="#ctx0" brushRef="#br0" timeOffset="1">463 0,'16'11,"12"14,8 12,5 18,-3 14,-7 16,-14 14,-18 11,-19 6,-17 3,-14-3,2-22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1 241,'2'21,"1"17,1 15,-2 11,0 11,-1 6,-1 1,1-2,-1-6,2-9,3-12,0-17</inkml:trace>
  <inkml:trace contextRef="#ctx0" brushRef="#br0" timeOffset="1">215 562,'29'33,"-1"2,-1 1,-3 2,0 0,14 35,-34-63,-4-8,0 0,0 0,1 0,-1 0,1 0,-1 0,1 0,0 0,-1-1,1 1,0 0,0 0,1-1,-1 1,0-1,0 1,1-1,-1 1,1-1,-1 0,1 0,0 1,-1-1,1 0,0-1,0 1,0 0,0 0,-1-1,1 1,0-1,0 0,0 0,0 1,0-1,0 0,0-1,0 1,0 0,1-1,8-7,0 0,-1-1,0 0,-1-1,0 0,-1 0,0-1,0 0,-2 0,1-1,-1 0,1-5,-2 8,25-55,-29 64,0 0,0 0,0 1,0-1,0 0,-1 0,1 0,0 1,0-1,0 0,0 1,-1-1,1 1,0-1,0 1,-1-1,1 1,0 0,-1-1,1 1,-1 0,1-1,-1 1,1 0,-1 0,1-1,-1 1,0 0,1 0,-1 0,0 0,0 0,0-1,1 1,-1 0,0 0,0 0,-1 0,1 0,0 0,0 0,0 0,0-1,-1 2,2 4,1 5,1 0,0 1,0-1,1 0,0 0,1-1,0 1,1-1,0 0,1-1,0 0,0 0,1 0,0-1,0 0,1 0,0-1,1 0,0-1,0 0,0 0,0-1,10 3,-15-8,0 1,-1-1,1 0,-1 0,1 0,0 0,-1-1,1 0,-1 0,1 0,-1-1,0 1,1-1,-1 0,0 0,0-1,0 1,0-1,-1 0,1 0,-1 0,0 0,0-1,0 1,0-1,2-3,5-9,0-1,0 0,-2-1,0 0,4-15,10-46,-3-1,-4-1,-4-1,-3 0,-3 0,-6-69,-3 73,1 66,-1 16,-1 22,-4 95,5 1,6 0,5 0,8 23,-13-105,2 0,2 0,1-1,3 1,1-2,1 0,3 1,1-10</inkml:trace>
  <inkml:trace contextRef="#ctx0" brushRef="#br0" timeOffset="2">816 401,'-4'0,"9"0,18 0,23 0,20 0,17 0,7 0,-1 0,-17 0</inkml:trace>
  <inkml:trace contextRef="#ctx0" brushRef="#br0" timeOffset="3">1391 869,'21'-12,"-2"-1,1 0,-2-2,0 0,0-1,-2-1,0-1,-1 0,-1-1,12-20,2-41,-27 78,-1 0,0 0,1 0,-1 0,0 0,0 0,0 0,-1 0,1 0,0 0,-1 0,1 0,-1 0,0 0,0 0,0 0,1 0,-2 1,1-1,0 0,0 1,0-1,-1 1,1-1,-1 1,0 0,1-1,-1 1,0 0,1 0,-1 0,0 0,0 1,0-1,0 0,0 1,0 0,0-1,0 1,-3 0,0-1,0 1,0 1,0-1,0 1,0 0,0 0,1 0,-1 1,0-1,1 1,-1 1,1-1,0 0,0 1,0 0,0 0,0 0,0 1,1-1,-3 4,-2 2,2 0,-1 0,1 0,0 1,1 0,0 0,1 1,0-1,0 2,1-3,1-1,0 1,0 0,1-1,0 1,0 0,1 0,1 0,-1 0,1 0,1 0,0-1,0 1,0-1,1 1,1-1,-1 0,1 0,1 0,-1 0,1-1,1 0,-1 0,1 0,1-1,-1 0,4 3,5-2,-1 0,2 0,-1-1,1-1,-1-1,1 0,0-1,1-1,-1 0,0-1,1-1,-1-1,0 0,1-1,-1-1,0 0,0-1,0-1,-1 0,0-2,0 1,13-9,-7 2,0-2,-1 0,-1-1,0 0,-2-2,0 0,0-1,-2-1,0-1,-2 0,0 0,-1-1,-1-1,-1-1,7-20,-3 0,-1 0,-2-1,-2-1,-2 1,-2-2,-2-6,-1 28,-2 0,0 1,-2-1,-1 0,-1 1,0-1,-4-6,8 29,0 0,0 1,0-1,0 0,-1 0,1 0,0 1,-1-1,1 0,-1 0,0 1,1-1,-1 0,0 1,0-1,0 1,0-1,-1 1,1 0,0-1,-1 1,1 0,0 0,-1 0,1 0,-1 0,0 0,1 0,-1 1,0-1,0 0,1 1,-1 0,0-1,0 1,0 0,1 0,-1 0,0 0,0 0,0 0,1 1,-1-1,0 1,0-1,1 1,-1 0,0-1,0 1,-5 7,1 0,-1 0,1 1,1 0,0 0,0 0,1 1,0-1,0 2,-12 32,2 2,2 0,2 0,1 1,3 0,2 0,2 0,3 39,-1-69,0 0,1 0,1 0,1 0,0 0,1-1,1 0,0 1,1-1,1-1,0 0,1 0,0 0,1-1,1 0,0 0,1-1,0-1,1 0,0 0,0-1,10 4,-2-4,0-2,1-1,1-1,-1 0,1-2,0 0,0-1,0-2,1 0,46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132 67,'-3'34,"-1"1,-2-1,-1 0,-2 0,-1-1,-2 0,-1-1,-7 10,-14 42,33-80,0-3,-1 0,1 0,0 0,1 0,-1 0,0 0,0 1,0-1,1 0,-1 0,0 1,1-1,0 0,-1 1,1-1,0 0,-1 1,1-1,0 1,0-1,0 1,0-1,0 0,1 1,-1-1,0 1,1-1,-1 0,1 1,-1-1,1 0,0 0,-1 1,1-1,0 0,0 0,0 0,0 0,0 0,0 0,0 0,0 0,0 0,1-1,-1 1,0 0,0-1,1 1,-1-1,0 1,2-1,15-2,0 0,0-2,-1 0,0-1,1-1,14-7,6-1,181-57,-200 65,-6 1</inkml:trace>
  <inkml:trace contextRef="#ctx0" brushRef="#br0" timeOffset="1">427 281,'-14'2,"-4"10,1 12,3 16,1 12,4 11,3 6,3 1,1-3,1-8,4-12,0-14</inkml:trace>
  <inkml:trace contextRef="#ctx0" brushRef="#br0" timeOffset="2">707 388,'1'12,"-1"-1,2 1,0-1,0 1,1-1,0 0,1 0,1-1,-1 1,2-1,-1 0,2 0,1 2,-5-7,0-1,1 1,0-1,0 0,0 0,0-1,1 1,0-1,-1 0,1 0,0 0,0-1,1 0,-1 0,0 0,1 0,-1-1,1 0,0 0,-1-1,1 0,0 0,-1 0,1 0,0-1,-1 0,4-1,0-2,0-1,-1 1,1-2,-1 1,0-1,0-1,-1 1,0-1,0-1,-1 1,0-1,0 0,0-1,-1 1,-1-1,1 0,-2 0,1 0,-1-1,0 1,-1-1,0 0,-1 0,0 0,0 0,-1 1,-1-1,1 0,-2 0,1 0,-4-9,4 14,0 0,-1-1,0 1,0 0,-1 0,1 0,-1 0,0 1,0-1,-1 1,1 0,-1 0,0 0,0 0,-1 1,1 0,0-1,-1 2,0-1,0 0,0 1,0 0,0 0,-1 1,1-1,0 1,-1 0,1 1,-1-1,1 1,-1 0,1 0,-1 1,1 0,-1 0,1 0,0 0,-1 1,-2 2,0 1,1 1,1-1,-1 2,1-1,0 1,0 0,1 0,0 1,0-1,1 1,-1 0,2 0,-1 1,2-1,-1 1,1 0,0 0,1-1,0 1,0 0,1 0,0 0,0 0,1 0,1 0,-1 0,1 0,1 0,0-1,0 1,0-1,1 0,1 0,-1 0,1-1,1 1,2 2,22 20</inkml:trace>
  <inkml:trace contextRef="#ctx0" brushRef="#br0" timeOffset="3">1269 148,'0'0,"0"1,-1-1,1 0,0 1,0-1,-1 1,1-1,0 0,-1 1,1-1,-1 0,1 0,0 1,-1-1,1 0,-1 0,1 1,0-1,-1 0,1 0,-1 0,1 0,-1 0,1 0,-1 0,1 0,-1 0,1 0,-1 0,1 0,-1 0,1 0,-1 0,1 0,0 0,-1-1,1 1,-1 0,1 0,-1-1,1 1,0 0,-1 0,1-1,0 1,-1-1,1 1,0 0,-1-1,1 1,0-1,0 1,0 0,-1-1,1 1,0-1,0 1,0-1,0 1,0-1,0 1,0-1,0 1,0-1,0 1,0-1,0 1,0-1,-13 38,10-20,0 1,1 0,0 0,2 0,0-1,1 1,1 0,1 0,0-1,1 1,2 2,-2-13,0 0,0 0,1 0,0 0,0-1,1 0,-1 0,1-1,1 1,-1-1,1 0,0-1,0 0,0 0,0 0,1-1,0 0,-1-1,1 1,0-2,0 1,1-1,-1 0,0-1,0 0,0 0,1-1,-1 0,0 0,0-1,0 0,0 0,0-1,-1 0,1 0,2-3,0 1,0-1,-1 0,0 0,0-1,-1 0,0-1,0 0,0 0,-1-1,-1 0,1 0,-2 0,1-1,-1 0,0 0,-1 0,-1-1,1 1,-2-1,1 0,-1 0,-1 0,0 0,-1 0,0-9,-1 15,1 0,-1 0,0 0,0 1,0-1,-1 0,0 1,0-1,0 1,0 0,-1 0,1-1,-1 2,0-1,0 0,-1 1,1-1,-1 1,0 0,0 0,0 0,0 1,0-1,0 1,-1 0,1 1,-1-1,0 1,1-1,-1 1,0 1,0-1,0 1,1 0,-1 0,-5 1,-2 1,0 1,0 1,0 0,1 0,-1 1,1 1,0 0,1 1,-1 0,1 0,1 1,-1 0,1 1,1 0,0 0,0 1,0 0,2 0,-1 1,1 0,1 0,0 1,0-1,0 8,3-14,0 0,1 0,0 0,0 1,0-1,1 0,-1 1,2-1,-1 1,0-1,1 0,0 1,0-1,1 0,-1 0,1 0,0 0,1 0,-1 0,1 0,0-1,3 4,19 15</inkml:trace>
  <inkml:trace contextRef="#ctx0" brushRef="#br0" timeOffset="4">1951 0,'-11'7,"0"1,0 1,1-1,0 2,0-1,1 1,1 1,0-1,0 1,1 1,0 0,1 0,0 0,1 1,1-1,0 1,-6 11,0 0,2 0,1 1,2 0,0 0,1 1,2-1,0 1,2 11,0-34,0 1,0-1,1 1,0-1,-1 0,1 1,0-1,0 0,1 1,-1-1,1 0,0 0,0 0,0 0,0 0,0-1,0 1,1-1,-1 1,1-1,0 0,0 0,0 0,0 0,0-1,0 1,0-1,1 0,-1 0,0 0,1 0,-1 0,1-1,-1 0,1 1,-1-1,1-1,20-3,0-1,0-1,-1-1,1-1,-2-1,0-1,0-1,0-1,-2-1,2-1,3-1,3-2,-6 3</inkml:trace>
  <inkml:trace contextRef="#ctx0" brushRef="#br0" timeOffset="5">2205 335,'-9'-9,"-3"-6,0 3,0 7,1 14,-2 21,1 22,-1 25,-1 21,-1 17,-6 10,1-17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0 202,'30'4,"27"2,25 0,21-4,14-4,7-4,-17-1</inkml:trace>
  <inkml:trace contextRef="#ctx0" brushRef="#br0" timeOffset="1">548 1,'33'16,"40"11,-44-18,-1 2,0 1,-1 1,-1 1,20 14,-42-26,-1 0,0 0,0 0,0 0,0 1,0-1,-1 1,1 0,-1 0,0 0,0 0,0 0,0 0,0 0,0 1,-1-1,0 1,0 0,0-1,0 1,-1 0,1-1,-1 1,0 0,0-1,0 1,0 0,-1 0,0-1,1 1,-1 0,-1 0,-7 9,0 1,-1-1,-1-1,0 0,0 0,-2-1,1-1,-1 0,-1-1,1 0,-2-1,-3 2,-131 73,118-65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 0,'16'9,"7"12,3 12,-4 14,-5 12,-13 10,-18 9,-20 7,-26 6,-1-14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0 477,'27'-297,"-26"117,11 381,12 61,-18-211</inkml:trace>
  <inkml:trace contextRef="#ctx0" brushRef="#br0" timeOffset="1">495 142,'-5'-4,"1"0,-2 1,1-1,0 1,-1 0,1 0,-1 1,0-1,0 1,0 1,0-1,0 1,0 0,0 1,-1-1,1 1,0 0,0 1,-1-1,1 1,0 1,0-1,0 1,0 0,0 0,0 1,1 0,-1 0,1 0,0 0,0 1,0 0,0 0,-3 5,5-6,0-1,0 2,0-1,0 0,0 1,1-1,0 1,0-1,0 1,0 0,0 0,1 0,0 0,0 1,0-1,0 0,1 0,-1 1,1-1,0 0,1 0,-1 1,1-1,-1 0,1 0,1 0,-1 0,0 1,1-2,0 1,0 0,0 0,1-1,-1 1,1-1,0 0,0 1,0-1,2 0,0 0,-1 0,2 0,-1-1,0 1,0-2,1 1,-1 0,1-1,-1 0,1 0,0-1,-1 1,1-1,0-1,0 1,-1-1,1 0,-1 0,1 0,-1-1,1 0,-1 0,0-1,0 1,0-1,0 0,0 0,-1-1,1 1,-1-1,0 0,0-1,0 1,-1 0,0-1,0 0,0 0,0 0,-1 0,2-4,18-81,-15 184,-4 276,-3-342</inkml:trace>
  <inkml:trace contextRef="#ctx0" brushRef="#br0" timeOffset="2">629 142,'12'-9,"0"-1,2 2,-1 0,1 0,0 1,0 1,1 1,0 0,0 1,0 0,0 1,7 0,-18 3,-1 0,0 0,1 1,-1-1,0 1,1 0,-1 0,0 0,0 0,0 0,0 1,0 0,0-1,0 1,0 0,-1 1,1-1,-1 0,1 1,-1-1,0 1,0 0,0 0,0-1,-1 1,1 0,-1 1,0-1,1 2,14 100,-33 290,17-377</inkml:trace>
  <inkml:trace contextRef="#ctx0" brushRef="#br0" timeOffset="3">723 396,'54'-2,"1"-1,-1-3,0-3,25-8,-70 16,1 0,-1-1,1-1,-1 0,0 0,0 0,0-1,-1-1,1 1,-1-1,0-1,0 0,-1 0,0 0,0-1,0 0,-1 0,0-1,0 0,-1 0,0 0,-1 0,3-5,1-106,-9 94,4 9,6 26,-1 19,-1 0,-2 0,-1 1,-1-1,-1 17,-1-25,4 159,-7-96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 0,'2'16,"3"12,2 8,0 5,0 4,-1 4,-2 0,-7 3,-8 0,-13 0,-1-8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21 166,'-3'11,"0"1,1-1,1 0,0 1,0-1,1 1,1-1,0 4,0-11,0 0,0 0,0 0,0 0,1 0,0 0,0 0,0 0,0-1,1 1,-1-1,1 0,0 1,0-1,0 0,0-1,1 1,-1-1,1 1,0-1,-1 0,1 0,2 0,1 1,0-1,0 0,0 0,0-1,0 0,0 0,0-1,0 1,0-2,0 1,1-1,-1 0,0 0,0-1,0 0,-1 0,1-1,0 0,-1 0,0-1,0 1,0-1,0-1,0 1,4-5,-3 2,0 0,0-1,-1 0,0 0,0 0,-1-1,0 1,-1-1,0-1,0 1,-1-1,0 1,0-1,-1 0,-1 0,0 0,0 0,-1-2,1 6,-1 0,0 1,-1-1,1 0,-1 1,0-1,0 1,-1-1,0 1,0 0,0-1,-1 1,1 0,-1 1,-1-1,1 0,0 1,-1 0,0 0,0 0,0 0,-1 0,1 1,-1 0,0 0,0 0,0 1,0-1,0 1,-1 0,1 1,-1-1,1 1,-1 1,0-1,1 1,-1-1,0 1,1 1,-1-1,1 1,-1 0,0 1,-2 0,-3 5,0-1,0 1,1 1,0 0,0 1,1 0,0 0,1 1,0 0,0 0,1 1,1 0,-2 2,-23 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78,'-4'18,"2"15,10 12,9 8,11 6,10 0,10-2,5-4,2-6,-5-7,-9-9,-10-6,-14-7,-9-8</inkml:trace>
  <inkml:trace contextRef="#ctx0" brushRef="#br0" timeOffset="1">14 118,'36'-16,"-10"11,1 2,0 1,1 1,-1 1,0 2,0 1,0 0,7 4,-24-4,1-1,-1 2,-1 0,1 0,0 1,-1 0,0 0,0 1,3 3,-9-6,0-1,-1 1,1-1,-1 1,1 0,-1 0,0 0,0 0,-1 0,1 0,0 1,-1-1,0 0,0 1,0-1,0 1,-1 0,1-1,-1 1,0-1,0 1,0 0,-1-1,1 1,-1 0,0-1,0 1,-1 2,-8 11,0 0,-2-1,0 0,0-1,-1 0,-1-1,-1-1,0 0,0-1,-2 0,-15 8,27-17,-208 132,212-134,-1-1,1 0,-1 1,1-1,-1 1,1-1,-1 1,1 0,0 0,-1 0,1 0,0 0,0 0,-1 0,1 0,0 0,0 0,0 1,1-1,-1 0,0 1,0-1,1 0,-1 1,1-1,-1 1,1-1,0 1,-1 0,1-1,0 1,0-1,0 1,0-1,0 1,1 0,-1-1,0 1,1-1,-1 1,1-1,0 2,70 13,-1-11,0-3,0-3,-1-3,1-3,3-3,-16-2</inkml:trace>
  <inkml:trace contextRef="#ctx0" brushRef="#br0" timeOffset="2">816 385,'-8'3,"0"0,1 0,-1 1,0 0,1 0,0 1,0 0,0 0,1 1,0 0,-5 5,9-9,0 0,1 1,-1-1,1 0,-1 0,1 1,0-1,0 0,0 1,0 0,0-1,0 1,1-1,0 1,-1 0,1-1,0 1,0 0,0-1,1 1,-1 0,0-1,1 1,0 0,0-1,0 1,0-1,0 1,0-1,1 0,-1 0,1 1,0-1,-1 0,1 0,0 0,0-1,1 2,9 5,0-1,0-1,1 1,-1-2,1 0,0 0,1-1,-1-1,1 0,0-1,-1-1,10 0,-14 1,-1-1,1 0,0-1,0 0,0 0,0-1,0 0,0-1,0 0,0 0,-1-1,1 0,-1-1,0 1,0-2,0 1,0-1,-1 0,0-1,0 1,0-2,-1 1,0-1,0 0,-1 0,0 0,0-1,0 0,-1 0,0 0,-1 0,0-1,2-8,-4 10,-1 0,0 0,0-1,-1 1,0 0,0 0,-1 0,0 0,0 0,0 0,-1 1,0-1,-1 1,1 0,-1 0,0 0,-1 0,1 0,-1 1,0 0,-1 0,1 1,-1-1,0 1,0 0,0 1,0-1,-1 1,0 1,1-1,-1 1,0 0,0 1,0-1,-1 1,1 1,0 0,0 0,0 0,0 1,-1-1,1 2,0-1,0 1,0 0,1 1,-1 0,-1 0,2 0,1 0,-1 0,1 1,0 0,0 0,0 0,0 0,1 1,0-1,0 1,0 0,0 1,1-1,0 0,0 1,0 0,1 0,0 0,0 0,0 0,1 0,0 1,0-1,1 0,0 7,5 21</inkml:trace>
  <inkml:trace contextRef="#ctx0" brushRef="#br0" timeOffset="3">1445 105,'-2'-1,"1"0,-1 0,0 0,1 0,-1 0,0 1,0-1,0 1,0-1,0 1,1 0,-1-1,0 1,0 0,0 0,0 1,0-1,0 0,0 1,0-1,1 1,-1-1,0 1,0 0,0 0,1 0,-1 0,1 0,-1 0,1 0,-1 0,1 1,-1-1,1 1,0-1,0 1,0-1,0 1,0 0,0 0,0-1,1 1,-1 0,1 0,-1 0,1 0,0 0,-1-1,1 1,0 1,4 6,1 1,-1-1,1 0,1 0,0 0,0-1,1 0,0 0,0-1,0 0,1 0,3 1,-10-7,262 214,-220-163,-42-51,0 0,0 0,-1 1,1-1,0 0,0 1,-1-1,1 1,0-1,-1 1,0-1,1 1,-1-1,0 1,0-1,0 1,0 0,0-1,0 1,0-1,0 1,-1-1,1 1,-1 0,1-1,-1 1,1-1,-1 0,0 1,0-1,0 0,0 1,0-1,0 0,0 0,0 0,-1 1,-8 2,0-1,0 0,0-1,0 0,-1 0,1-1,-1 0,1-1,0 0,-1-1,1 0,0-1,-1 0,1-1,-8-2,7 3,1 0,0-1,0 0,0-1,0 0,0 0,1-1,0-1,0 1,0-1,1-1,0 0,0 0,1 0,-1-1,2 0,-1 0,1-1,0 0,-3-8,9 12,0 0,1 0,-1 0,1 0,0 0,0 0,1 0,0 0,0 0,0 1,0-1,1 1,-1-1,1 1,0 0,0 0,1 0,0 0,-1 1,1 0,0-1,0 1,1 1,-1-1,1 1,-1-1,1 1,1 0,89-48,50-34,-138 79,-1-1,0 1,0-1,-1 0,0-1,0 1,0-1,-1 0,0 0,0 0,-1-1,2-7,-4 12,0 0,0 0,0 0,-1 0,0 0,1-1,-1 1,0 0,-1 0,1 0,-1 0,1-1,-1 1,0 0,0 0,0 0,0 0,-1 1,1-1,-1 0,0 1,0-1,0 1,0-1,0 1,0 0,-1 0,1 0,-1 0,0 0,1 0,-1 1,0 0,-1-1,-1 0,-1 0,0 0,0 0,0 1,0 0,0 0,0 1,0-1,0 1,-1 1,1-1,0 1,0 0,0 0,0 1,0 0,1 0,-1 0,0 1,1 0,0 0,-1 0,-3 4,1-1,0 0,0 1,0 0,1 1,0 0,0 0,1 0,0 1,1 0,0 0,0 0,1 0,-3 10,6-15,-1 1,1 0,1 0,-1 0,1 0,0-1,0 1,0 0,1 0,-1 0,1 0,0-1,1 1,-1 0,1-1,0 1,0-1,0 1,1-1,-1 0,1 0,0 0,1-1,-1 1,4 2,26 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1 241,'16'2,"16"1,15 0,14-1,14 0,7-1,4-3,-2-1,-9 0,-13 1,-17 0,-15 3,-17 4,-18 0,-8 0</inkml:trace>
  <inkml:trace contextRef="#ctx0" brushRef="#br0" timeOffset="1">54 428,'23'7,"21"2,16-1,15-3,10-5,4-3,0-3,-5 0,-10-2,-14 1,-16 1</inkml:trace>
  <inkml:trace contextRef="#ctx0" brushRef="#br0" timeOffset="2">576 0,'29'35,"175"97,-123-84,-41-24,-9-7,-1 2,-1 1,-1 1,0 1,-2 1,3 5,-25-24,0 1,0-1,0 1,-1 0,1 0,-1 0,-1 1,1-1,-1 1,0-1,0 1,0 0,-1 0,0 0,0 0,0 0,-1 0,0 0,0 0,-1 0,1 0,-1-1,-1 2,-4 5,-1 1,-1-1,0-1,0 0,-1 0,0 0,-1-1,0-1,-1 0,0 0,-1-1,1 0,-8 3,-48 31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1 423,'16'-46,"-2"-1,-3-1,-1 0,-2 0,-3-1,-1 0,-4-39,28 428,-25-303,1 0,2-1,2 1,1-2,9 24,-2-24</inkml:trace>
  <inkml:trace contextRef="#ctx0" brushRef="#br0" timeOffset="1">696 169,'-8'-11,"0"1,-1 0,0 0,-1 1,0 1,0 0,-1 0,0 1,0 0,-1 1,-1 0,8 3,0 1,-1 0,0 0,1 0,-1 1,0 0,0 0,0 1,0-1,0 1,0 0,0 1,0 0,0 0,1 0,-1 0,0 1,0 0,1 0,-1 1,1 0,0 0,0 0,0 0,0 1,-2 2,0 1,1-1,-1 1,2 0,-1 0,1 1,0 0,0 0,1 0,0 1,1-1,0 1,0 0,1 0,0 0,0 0,1 0,1 0,-1 0,2 7,-1-13,1 0,0 0,-1 0,1 0,1 0,-1 0,0 0,1 0,0-1,-1 1,1-1,0 1,0-1,0 0,1 0,-1 0,1 0,-1 0,1 0,-1 0,1-1,0 0,0 1,0-1,0 0,0 0,0-1,0 1,0-1,0 1,0-1,2 0,6 0,0-1,-1 0,1 0,-1-1,0 0,1-1,-1 0,0 0,2-2,78-49,22-7,-111 60,0 1,1 0,-1-1,0 1,1 0,-1 0,0 0,1 0,-1 0,0 0,1 0,-1 0,0 1,1-1,-1 0,0 1,0-1,0 1,1-1,-1 1,0 0,0 0,0-1,0 1,0 0,0 0,0 0,0 0,0 0,-1 0,1 0,0 0,-1 1,1-1,-1 0,1 0,-1 1,1 0,9 57,-9-48,3 21,-2 0,-1 1,-2-1,-1 0,-1 0,-2 0,-1 0,-2-1,-1 0,-1 0,-5 7,1-12,2-9</inkml:trace>
  <inkml:trace contextRef="#ctx0" brushRef="#br0" timeOffset="2">937 142,'45'-11,"2"2,-1 3,1 1,41 1,-84 4,1 0,0 0,0 1,-1-1,1 1,0 0,-1 1,1-1,-1 1,1 0,-1 0,0 0,0 0,0 1,0 0,0 0,-1 0,1 0,-1 1,0-1,0 1,0 0,0 0,-1 0,1 0,-1 0,0 0,0 1,-1-1,1 1,-1-1,0 4,2 18,-1 0,-1 0,-2 0,0 0,-2 0,-2 7,-1 21,-7 180,15-197</inkml:trace>
  <inkml:trace contextRef="#ctx0" brushRef="#br0" timeOffset="3">1003 450,'16'0,"15"0,15-3,11-2,10-3,2-5,-10 0</inkml:trace>
  <inkml:trace contextRef="#ctx0" brushRef="#br0" timeOffset="4">1591 169,'14'-7,"-1"1,1 1,0 0,0 1,1 0,-1 1,1 1,-1 0,4 1,-12 1,0 0,-1 0,1 1,0 0,0 0,-1 0,1 1,-1 0,1 0,-1 0,0 1,0 0,0 0,0 0,-1 0,1 1,-1 0,0 0,0 0,0 0,0 1,-1 0,1-1,0 5,4 10,-2 1,0 0,-1 0,-1 0,-1 1,-1-1,-1 1,-1 0,-1-1,0 1,-1 0,-5 15,-12 75,-7 75,26-158,2-7</inkml:trace>
  <inkml:trace contextRef="#ctx0" brushRef="#br0" timeOffset="5">1645 544,'16'-5,"17"-4,18-4,17-3,10 0,-8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3T09:14:36.4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27,'79'42,"-49"-31,3 3,-2 1,1 2,-2 1,4 4,-25-16,0 1,-1 0,0 1,0-1,-1 1,0 1,-1-1,1 1,-1 1,-1-1,0 1,-1 0,1 0,-2 0,2 7,-2 4,-2 0,0 0,-1 0,-1 0,-1 0,-1 0,-1-1,-1 1,0-1,-6 12,-13 65,19-75,1 0,2 0,0 0,1 0,2 11,1-15</inkml:trace>
  <inkml:trace contextRef="#ctx0" brushRef="#br0" timeOffset="1">0 561,'3'7,"11"2,20-2,22-8,17-7,15-8,6-2,0-4,-3-2,-10-2,-17 4</inkml:trace>
  <inkml:trace contextRef="#ctx0" brushRef="#br0" timeOffset="2">896 1,'-9'15,"3"18,8 16,11 16,6 12,4 12,-3 11,-7 7,-13 5,-14 5,-15 0,-12-4,-5-12,1-16,7-23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6:31.1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792 1056,'875'-4,"-769"-9,-99 9,-7 1</inkml:trace>
  <inkml:trace contextRef="#ctx0" brushRef="#br0" timeOffset="1216.049">886 1792,'-2'0,"1"2,8 1,9 2,14 3,13-1,12-1,16-1,13-2,9-2,4-2,0-2,-8 0,-12-2,-15 0,-16 1,-17 1,-14 1</inkml:trace>
  <inkml:trace contextRef="#ctx0" brushRef="#br0" timeOffset="1909.348">1528 629,'38'26,"3"9,-2 1,-2 1,-1 3,-2 0,-2 3,-2 0,-1 2,-3 1,-2 1,-1 2,-3 0,-2 1,-2 0,-3 2,7 50,-11-69,-2 0,-2 0,-1 1,-1-1,-2 1,-2 0,0-1,-3 1,0-1,-3 1,0-1,-2-1,-2 0,-1 0,-1-1,-1-1,-14 20,17-34,0-1,0 0,-2-1,0 0,0-1,-1 0,-1-1,0-1,-1-1,0 0,0-1,-1 0,0-2,-1 0,-4 1,20-7,0 0,-1 0,1-1,0 1,0 0,-1-1,1 0,0 1,-1-1,1 0,0 0,-1-1,1 1,0 0,-1-1,1 1,0-1,0 0,0 0,-1 0,1 0,0 0,0 0,0-1,1 1,-1 0,0-1,0 0,1 1,-1-1,1 0,-1 0,1 0,0 0,0 0,0 0,0 0,0 0,1-1,-1 1,0-2,17-47,-1 26</inkml:trace>
  <inkml:trace contextRef="#ctx0" brushRef="#br0" timeOffset="2509.317">1955 562,'9'17,"0"-1,1 0,1 0,0-1,1 0,0-1,4 2,14 18,5 6,-1 1,-3 2,-1 1,-3 2,21 46,-32-55,-3 2,-1 0,-1 0,-3 1,-1 0,-2 1,-2 0,-1-1,-2 1,-2 0,-2 0,-2-1,-1 0,-2 0,-2-1,-2 0,-1-1,-16 31,6-23,-2 0,-2-2,-2-1,-2-2,-2 0,-1-3,-6 4,-10-5,50-37,0 0,1 0,-1-1,1 1,-1 0,1-1,-1 1,1-1,-1 1,1 0,-1-1,1 1,0-1,-1 0,1 1,0-1,-1 1,1-1,0 1,0-1,0 0,-1 1,1-1,0 1,0-1,0 0,0 1,0-1,0 0,0 1,0-1,1 1,-1-1,0 0,0 1,0-1,1 1,-1-1,0 1,1-1,-1 0,0 1,1-1,-1 1,1-1,-1 1,10-27,3 0</inkml:trace>
  <inkml:trace contextRef="#ctx0" brushRef="#br0" timeOffset="3109.305">2089 695,'89'5,"0"4,0 4,65 19,-57-11,0 4,-2 5,-1 4,-2 4,-2 3,-1 5,-3 4,-1 3,-3 4,-3 3,4 10,-54-45,-2 2,-1 1,-1 1,-2 1,0 1,-3 0,0 2,-2 1,2 37,-23-71,1-9</inkml:trace>
  <inkml:trace contextRef="#ctx0" brushRef="#br0" timeOffset="4489.603">2035 2260,'12'8,"1"0,0-1,0 0,1-1,0-1,0 0,0-1,0 0,1-1,-1-1,1 0,0-1,-1-1,6-1,20-1,0-3,-1-1,1-2,24-8,153-54,-4-9,146-78,-146 54,179-117,-384 215,-5 4,-1 0,1-1,0 1,-1-1,1 1,-1-1,1 0,-1 0,0 0,0-1,0 1,0 0,0-1,-1 1,1-1,1-2,-20-14,11 12</inkml:trace>
  <inkml:trace contextRef="#ctx0" brushRef="#br0" timeOffset="6440.116">3827 1605,'99'8,"169"-10,-1-11,63-20,-322 32,1372-167,-1334 162,-33 6,-17 4,-21 4,-43 9,35-11</inkml:trace>
  <inkml:trace contextRef="#ctx0" brushRef="#br0" timeOffset="7497.436">284 695,'29'-104,"-29"100,0 0,1 0,-2 0,1 0,0 0,-1 0,0 0,0 0,0 0,0 1,0-1,-1 0,0 0,0 1,0 0,0-1,0 1,-1 0,0 0,1 0,-1 0,0 1,0-1,-1 1,-1-2,-2 0,0 1,0 0,-1 0,1 1,0 0,-1 0,0 1,1 0,-1 0,0 0,1 1,-1 1,0-1,1 1,-1 0,0 1,1 0,-1 0,1 1,0 0,0 0,0 1,0-1,1 1,-1 1,1-1,0 1,0 1,1-1,0 1,0 0,0 0,0 0,1 0,0 1,1 0,-1 0,1 0,-1 4,1-1,0 0,1 0,0 1,1-1,0 1,0-1,1 1,1 0,-1 0,1-8,-1 0,1 1,-1-1,1 0,0 0,0 0,0 0,1 0,-1 0,1 0,0 0,-1 0,1-1,0 1,1-1,-1 1,0-1,1 0,-1 0,1 0,0 0,0-1,-1 1,1-1,0 1,0-1,1 0,-1 0,0-1,3 1,0 0,-1-1,1 0,-1 0,1-1,-1 0,1 0,-1 0,0-1,1 1,-1-1,0-1,0 1,0-1,-1 1,1-2,0 1,-1 0,0-1,0 0,0 0,3-4,4-5,-1 0,0-1,-1 0,-1-1,0 0,3-10,33-103,-44 129,0-1,1 0,-1 0,0 1,0-1,1 0,-1 0,0 0,1 1,-1-1,0 0,1 0,-1 0,0 0,1 0,-1 0,0 0,1 1,-1-1,0 0,1 0,-1 0,0 0,1-1,-1 1,0 0,1 0,-1 0,-5 69,2-57,1-1,0 1,1 0,1 0,0 0,0 0,1 0,1 0,0 0,0 0,1-1,1 1,0-1,1 0,3 7,-5-14,1 0,0 0,0-1,0 1,0-1,1 0,-1 0,1 0,0-1,0 0,0 0,0 0,0 0,0-1,0 0,0 0,1 0,-1-1,1 0,-1 0,0 0,2-1,116-24,-52 2,-6-2</inkml:trace>
  <inkml:trace contextRef="#ctx0" brushRef="#br0" timeOffset="8188.532">191 1284,'0'92,"-3"-1,-5 1,-5 10,-31 90,41-170,3-22,0 1,0-1,0 0,0 0,0 1,1-1,-1 0,0 1,0-1,0 0,0 0,1 0,-1 1,0-1,0 0,0 0,1 1,-1-1,0 0,1 0,-1 0,0 0,0 0,1 0,-1 1,0-1,1 0,-1 0,0 0,1 0,-1 0,0 0,0 0,1 0,-1 0,0 0,1 0,-1-1,0 1,1 0,-1 0,0 0,0 0,1 0,-1 0,0-1,0 1,1 0,-1 0,0-1,0 1,0 0,1 0,-1-1,0 1,0 0,0 0,0-1,1 1,-1 0,0 0,0-1,0 1,0 0,0-1,110-114,-104 108,1 1,0 0,0 0,0 0,0 1,1 0,0 1,0-1,1 1,-1 1,1 0,-1 0,1 1,0 0,2 0,-7 4,1 1,-1-1,1 1,-1 0,0 0,0 0,0 0,0 1,-1 0,1 0,-1 0,0 0,0 0,-1 1,1-1,-1 1,0 0,0-1,0 1,-1 0,0 0,0 0,0 1,0-1,-1 0,0 0,0 2,1 1,0-1,-1 1,0 0,0-1,0 1,-1 0,0-1,-1 1,1-1,-2 0,1 1,-1-1,0 0,0 0,-1-1,0 1,0-1,-1 0,1 0,-1 0,-1 0,1-1,-1 0,0 0,0-1,0 0,-1 0,1 0,-1 0,0-1,-6 1,-5 2,-1-2,1 0,-1-1,0-1,0-1,-12-1,12-1,15-2,9-1</inkml:trace>
  <inkml:trace contextRef="#ctx0" brushRef="#br0" timeOffset="8826.533">4161 268,'16'16,"12"12,10 8,8 5,3 2,0-2,-4-3,-5-4,-7-5,-9-7</inkml:trace>
  <inkml:trace contextRef="#ctx0" brushRef="#br0" timeOffset="9185.223">4696 187,'-87'237,"79"-211,0-1,2 2,1-1,1 0,2 1,0 0,2 0,1 0,1-1,1 1,1-1,5 13,29 218,-38-253,0-2,0 0,0 0,0 0,0 0,0 0,1 0,-1 0,0 0,1 0,0 0,-1 0,1-1,0 1,0 0,0 0,0-1,1 1,-1 0,0-1,2 2,5-1</inkml:trace>
  <inkml:trace contextRef="#ctx0" brushRef="#br0" timeOffset="9478.746">4910 495,'11'-2,"14"-1,13 0,13 0,11 2,2-1,1 2,-9 2,-14 1</inkml:trace>
  <inkml:trace contextRef="#ctx0" brushRef="#br0" timeOffset="9729.045">5003 709,'23'0,"18"-3,17-2,12-3,-7 0</inkml:trace>
  <inkml:trace contextRef="#ctx0" brushRef="#br0" timeOffset="10232.606">6113 415,'-17'-5,"-1"2,1 0,-1 1,0 1,1 0,-1 2,0 0,-16 3,25-2,1 0,0 0,0 1,0 0,0 0,1 1,-1 0,1 1,0-1,0 1,1 1,-1-1,1 1,0 0,1 0,-1 1,1 0,1 0,-3 4,3-6,1 0,0 1,1-1,-1 1,1 0,0-1,0 1,1 0,0 0,0 0,0 0,1 0,0 0,0 1,0-1,1 0,0 0,0 0,0 0,1 0,0-1,0 1,1 0,-1-1,1 0,0 1,1-1,-1 0,1-1,0 1,1-1,-1 1,1-1,1 1,-2-2,0 0,0-1,1 1,0-1,-1 0,1 0,0 0,0-1,0 1,0-1,0 0,0-1,0 1,0-1,0 0,1-1,-1 1,0-1,0 0,0 0,0 0,0-1,0 0,-1 0,1 0,0 0,-1-1,0 0,0 0,1 0,-2 0,1-1,0 0,1-2,7-12,0 0,-1-2,-2 1,0-1,-1-1,0 1,-2-1,0-3,13-38,-11 44,-8 18,1 0,-1 0,1 0,0 0,-1 0,1 0,-1 0,1 0,-1 1,1-1,-1 0,1 0,-1 1,1-1,-1 0,1 1,-1-1,0 0,1 1,-1-1,1 1,-1-1,0 1,1-1,-1 0,0 1,0-1,0 1,1 0,-1-1,0 1,0-1,0 1,0-1,0 1,0-1,0 1,0 0,0-1,0 1,0-1,0 1,0-1,0 1,-1-1,1 1,0-1,0 1,-1-1,1 1,0-1,-1 1,1-1,1 44,-2-27,1 0,1 0,0 0,1 0,1 0,1 0,0-1,1 1,1-1,0 0,3 2,-6-14,0 0,1 0,-1 0,1 0,0 0,0-1,1 0,-1 0,1 0,-1-1,1 1,0-1,0 0,0 0,0-1,0 1,1-1,-1-1,0 1,1-1,-1 1,0-2,5 1,23-4</inkml:trace>
  <inkml:trace contextRef="#ctx0" brushRef="#br0" timeOffset="10494.929">6501 522,'18'0,"15"0,14-3,9 0,8-2,1 0,-4 1,-6 0,-10 2,-11 1</inkml:trace>
  <inkml:trace contextRef="#ctx0" brushRef="#br0" timeOffset="10759.882">6715 281,'-5'16,"-1"12,0 10,2 6,2 4,3 1,1-1,2-4,3-7,1-11</inkml:trace>
  <inkml:trace contextRef="#ctx0" brushRef="#br0" timeOffset="11257.241">6888 228,'-22'-7,"-1"1,0 1,1 1,-1 1,-1 1,1 2,0 0,0 1,0 1,0 1,-15 5,26-6,0 2,0-1,0 2,0 0,0 0,1 1,0 0,0 1,0 1,1-1,1 2,-1-1,1 1,0 1,1-1,1 2,-1-1,1 1,1 0,0 0,-2 8,4-7,1-1,1 1,0 0,0 0,1 1,1-1,0 0,1 0,0 0,0 0,2 0,-1 0,2-1,0 1,0-1,1 0,0 0,1 0,0 0,0-1,1 0,1-1,0 0,0 0,1 0,0-1,0 0,10 5,-2 0,1-1,1 0,0-1,0-1,1-1,0-1,1-1,0-1,0 0,1-2,-1 0,1-1,20-1,-30-4,0 0,0 0,0-1,-1-1,1 0,-1 0,1-1,-1-1,-1 0,1 0,-1-1,0 0,-1-1,0 0,0-1,3-4,2-4,0 1,-1-2,-1 0,-1 0,0-1,-2 0,0-1,6-19,-11 29,-1-1,0 1,-1-1,0 1,0-1,-1 0,0 0,-1 1,-1-1,1 0,-2 0,1 0,-2 1,1-1,-1 1,-1 0,0 0,0 0,-1 0,-1 1,1-1,-6-5,0 5,0 0,0 1,-1 0,0 1,0 1,-1 0,0 0,0 2,-1-1,0 2,0 0,0 0,0 1,0 1,-1 1,1 0,-1 0,1 2,-1 0,1 0,-1 1,1 1,0 1,0 0,0 1,1 0,-1 1,1 0,0 1,1 1,0 0,0 0,1 2,0-1,0 1,1 1,-2 4,-17 26</inkml:trace>
  <inkml:trace contextRef="#ctx0" brushRef="#br0" timeOffset="12079.574">7276 0,'6'44,"19"68,-4 1,-6 0,-1 43,-12 14,34-306,-31 123,0 0,0-1,1 2,1-1,1 1,-1 0,9-8,-14 17,0 0,0 0,1 1,-1-1,1 1,0 0,0 0,0 0,0 0,0 0,0 1,0-1,1 1,-1 0,0 0,1 0,-1 0,1 1,-1 0,1-1,-1 1,1 0,-1 1,1-1,0 1,-1-1,0 1,1 0,-1 0,1 1,-1-1,0 1,1 0,5 4,0 0,0 0,-1 1,1 0,-2 1,1-1,-1 2,0-1,-1 1,0 0,0 0,-1 1,0-1,-1 1,0 0,-1 1,0-1,0 1,-1-1,0 3,-2-7,-1 1,1-1,-1 0,-1 0,1 1,-1-1,0 0,0 0,-1 0,1-1,-1 1,-1-1,1 1,-1-1,0 0,0-1,0 1,-1-1,0 1,1-1,-2-1,1 1,-5 2,-3 2,-1-1,-1 0,0-1,0-1,0 0,0-1,-1-1,-14 2,21-3,0-1,0-1,0 1,0-1,0-1,0 0,0 0,0-1,0 0,0 0,1-1,-7-3,14 6,0 0,1 0,-1-1,0 1,1 0,-1-1,0 1,1-1,-1 1,0-1,1 1,-1-1,1 1,-1-1,1 1,-1-1,1 0,-1 1,1-1,0 0,-1 0,1 1,0-1,0 0,-1 0,1 1,0-1,0 0,0 0,0 1,0-1,0 0,0 0,0 0,0 1,1-1,-1 0,0 0,0 1,1-1,-1 0,0 0,1 0,6-6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6:46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416 2036,'-8'4,"-1"0,2 1,-1 0,0 1,1-1,0 1,0 1,1 0,0 0,0 0,1 0,-1 1,2 0,-1 0,1 0,0 1,1-1,0 1,0 0,1 0,0 0,1 0,0 1,0-1,1 0,0 0,1 1,0-1,0 0,1 0,0 0,1 0,0 0,0-1,1 1,0-1,0 0,1 0,0 0,1-1,-1 1,2-1,2 2,-1-2,1 0,0-1,0 0,0 0,1-1,0-1,0 1,0-2,1 1,-1-1,1-1,0 0,0-1,-1 0,1 0,0-1,0-1,0 1,0-2,0 0,0 0,-1-1,1 0,-1-1,0 0,0-1,0 0,-1 0,0-1,0 0,0-1,0 0,-1 0,-1-1,1 0,-1 0,0-1,-1 0,0 0,-1 0,0-1,0 0,1-4,-3 5,-1-1,0 1,0-1,-1 0,0 0,0 0,-1 0,-1 1,0-1,0 0,-1 0,0 1,0-1,-1 1,-1-1,0 1,0 0,0 1,-1-1,-1 1,1 0,-1 0,-1 0,1 1,-1 0,-1 0,1 1,-1 0,0 0,0 1,-1 0,0 1,0-1,-1 0,-1 1,-1 0,1 0,0 1,-1 1,0-1,1 2,-1 0,0 0,0 1,0 1,0 0,1 0,-1 1,0 1,1 0,-1 1,1 0,0 0,1 1,-1 1,1-1,0 2,0 0,1 0,-1 0,2 1,-1 1,1 0,1 0,-1 0,1 1,1 0,0 0,1 1,0-1,0 1,1 1,0-1,1 0,-1 7,4 32</inkml:trace>
  <inkml:trace contextRef="#ctx0" brushRef="#br0" timeOffset="405.909">1511 2062,'-9'2,"-1"1,1-1,-1 2,1 0,0 0,0 0,1 1,0 0,-1 1,2 0,-1 0,1 1,0 0,0 0,0 1,1 0,1 0,-3 4,5-7,-1 0,1 1,0-1,1 1,0 0,0 0,0 0,0 0,1 0,0 0,0 0,1 0,0 1,0-1,0 0,1 0,0 0,0 0,0 1,1-1,0-1,0 1,1 0,-1 0,1-1,1 0,-1 1,1-1,1 1,6 4,1-1,1 0,-1 0,1-2,1 1,-1-2,1 0,1 0,-1-2,1 0,-1 0,1-1,0-1,1-1,-1 0,0-1,0 0,0-1,0-1,0 0,10-4,-16 4,-1 0,0 0,1-1,-1 0,0-1,-1 0,1 0,-1-1,1 0,-1 0,-1 0,1-1,-1 0,0-1,0 1,-1-1,0 0,0 0,-1-1,0 0,0 1,0-1,-1-1,-1 1,1 0,-1-1,-1 1,1-1,-1 0,-1 1,0-1,0-3,-2 0,-1-1,0 1,-1 0,0 0,-1 1,0-1,-1 1,0 0,0 0,-1 1,-1 0,0 0,0 0,-1 1,0 1,-1 0,0 0,0 0,-1 1,0 1,0 0,0 1,-1 0,1 0,-1 1,-1 1,1 0,0 1,-1 0,1 1,-1 0,-1 1,-2 2,0 0,1 1,-1 1,1 0,-1 2,1-1,1 2,-1 0,1 1,1 0,-1 1,1 1,1 0,0 0,0 1,1 1,-9 12,-24 33</inkml:trace>
  <inkml:trace contextRef="#ctx0" brushRef="#br0" timeOffset="1059.562">402 3038,'-12'23,"0"1,2 0,1 0,1 1,1 0,1 1,1 0,2 0,0 0,2 0,1 11,0-29,0 0,1 0,0 1,1-1,0 0,0 0,0-1,1 1,0 0,1-1,0 1,0-1,1 0,-1-1,1 1,1-1,-1 0,1 0,0-1,1 1,-1-1,1-1,0 1,0-1,1-1,-1 1,1-1,0 0,0-1,1 0,3 1,-1-1,1-1,0 0,0-1,0 0,-1 0,1-2,0 1,0-2,-1 1,1-2,-1 1,0-2,0 1,-1-1,1-1,-1 0,0-1,0 0,-1 0,0-1,0 0,-1 0,0-1,-1 0,0-1,0 0,-1 0,0 0,-1-1,0 1,0-1,0-6,-2 3,0-1,-1 1,-1-1,0 1,-1-1,-1 1,0-1,-1 1,-1-1,0 1,-1 0,0 0,-1 0,-1 1,3 4,-2 0,1 0,-1 0,-1 1,1 0,-1 0,-1 0,0 1,0 0,0 0,-1 1,1 0,-2 0,1 1,-1 0,1 0,-1 1,-1 0,1 1,-9-2,10 3,0 1,-1 0,1 1,-1 0,1 1,-1 0,1 0,0 0,0 1,-1 0,1 1,0 0,1 0,-1 1,1 0,-1 0,1 1,0 0,1 0,-1 0,1 1,0 0,0 1,-3 3,0 1,1 0,0 0,1 0,0 1,1 1,0-1,1 1,0 0,1 0,1 0,0 1,-1 12,7 47,11-9</inkml:trace>
  <inkml:trace contextRef="#ctx0" brushRef="#br0" timeOffset="1447.236">1458 3358,'40'-105,"-5"-1,4-31,-36 124,26-103,-46 159,6-3,1 1,3 0,1 0,2 0,1 1,3 0,1-1,2 1,2-1,2 0,2 0,1-1,13 31,2-11</inkml:trace>
  <inkml:trace contextRef="#ctx0" brushRef="#br0" timeOffset="2097.007">536 4414,'18'-61,"2"1,2 1,3 0,9-8,-17 30,45-78,-62 115,-1 0,1 1,0-1,0 1,0-1,0 0,0 1,0-1,0 1,0-1,0 0,0 1,0-1,1 1,-1-1,0 0,0 1,0-1,0 0,1 1,-1-1,0 0,0 1,1-1,-1 0,0 1,1-1,-1 0,0 0,1 1,-1-1,0 0,1 0,-1 0,0 0,1 1,-1-1,0 0,1 0,-1 0,1 0,-1 0,1 0,-1 0,0 0,1 0,-1 0,1 0,-1 0,0 0,1-1,-1 1,0 0,1 0,-1 0,0-1,1 1,-1 0,0 0,1-1,-1 1,0 0,1 0,-1-1,0 1,-6 118,0-77,3-15,-7 48,4 0,2 1,4 0,6 36,-5-98,2 0,0 1,0-1,1 0,1-1,0 1,1-1,3 5,18 22</inkml:trace>
  <inkml:trace contextRef="#ctx0" brushRef="#br0" timeOffset="2475.035">1485 4335,'33'76,"-28"-59,1-1,1 0,0 0,1-1,1 0,0-1,1 1,0-2,1 1,1-2,8 8,-17-17,1-1,-1 0,1 0,-1 0,1 0,-1-1,1 0,0 1,0-1,0-1,-1 1,1 0,0-1,0 0,0 0,0 0,0-1,0 1,0-1,0 0,0 0,-1 0,1 0,0-1,-1 0,1 1,-1-1,1-1,-1 1,3-2,2-4,0 1,0-2,0 1,-1-1,0 0,-1 0,0-1,0 0,-1 0,1-4,0-2,0 0,-2-1,1 1,-2-1,-1 0,0 0,-1 0,0 0,-2 0,0-1,-1 1,-1 0,0 1,-1-1,-1 1,0-1,-2 1,0 1,0 0,-2 0,1 0,-2 1,0 0,-6-5,12 14,0 0,0 0,-1 1,0-1,0 1,0 0,0 1,-1-1,0 1,1 0,-1 0,0 1,-1 0,1 0,0 0,-1 1,1 0,-1 0,1 0,-1 1,1 0,-1 0,1 1,-6 1,-7 6,1 2,0 0,1 0,0 2,1 0,0 1,1 1,0 0,1 1,1 1,0 0,1 1,1 0,-8 16,-25 39</inkml:trace>
  <inkml:trace contextRef="#ctx0" brushRef="#br0" timeOffset="3745.062">723 5725,'57'-94,"-49"75,137-351,-128 333,-14 46,-19 147,5-93,3-16,2-1,2 1,2 0,1 1,3-1,2 0,6 22,6-14</inkml:trace>
  <inkml:trace contextRef="#ctx0" brushRef="#br0" timeOffset="4427.875">1578 5698,'92'-415,"-59"282,-33 134,0-1,0 0,1 0,-1 0,0 0,0 1,1-1,-1 0,0 0,0 0,1 0,-1 0,0 0,0 0,1 0,-1 0,0 0,1 0,-1 0,0 0,1 0,-1 0,0 0,0 0,1 0,-1 0,0 0,0-1,1 1,-1 0,0 0,0 0,1 0,-1-1,0 1,0 0,0 0,1-1,16 276,-11-160,5 1,15 58,-9-103</inkml:trace>
  <inkml:trace contextRef="#ctx0" brushRef="#br0" timeOffset="-2452.492">442 752,'-5'-4,"-1"-1,0 1,0 0,0 1,-1-1,1 1,-1 0,1 1,-1 0,0 0,0 0,0 1,0 0,-1 0,1 1,0 0,0 0,0 1,-1 0,1 0,0 1,0-1,1 2,-1-1,0 1,1 0,-1 0,1 1,0-1,0 2,0-1,0 1,-1 3,1 0,-1 0,2 1,-1-1,1 1,0 1,1-1,0 1,1-1,0 1,0 0,1 1,0-1,1 0,0 0,1 1,0-1,1 1,0-1,0 0,1 0,1 0,-1 0,2 0,-1 0,1-1,4 6,-5-11,1 0,-1 0,1-1,0 0,0 0,0 0,1 0,-1-1,1 1,-1-1,1 0,0-1,0 1,0-1,0 0,0 0,0 0,0-1,0 0,0 0,0 0,0-1,0 1,0-1,0 0,0-1,0 1,0-1,0 0,-1 0,1-1,-1 1,0-1,1 0,-1 0,0-1,-1 1,1-1,0-1,9-8,-1-1,-1 0,-1-1,0-1,0 0,-2 0,0 0,-1-1,0 0,-2-1,0 0,-1 0,0 0,-2 0,0 0,-1 0,-1-1,-1-1,2 19,-1 1,0-1,1 0,-1 0,0 0,0 1,0-1,1 0,-1 0,0 0,0 0,0 1,0-1,-1 0,1 0,0 0,0 1,0-1,-1 0,1 0,0 0,-1 1,1-1,-1 0,1 1,-1-1,1 0,-1 1,1-1,-1 0,0 1,1-1,-1 1,0 0,0-1,1 1,-1-1,0 1,0 0,1 0,-1-1,0 1,0 0,0 0,0 0,1 0,-1 0,0 0,-3 5,1 0,0 0,0 0,0 1,0-1,1 1,0 0,1 0,-1 0,1 0,0 0,0 0,1 0,-1-1,-3 16,2 1,0-1,1 1,2-1,0 1,1 3,-1-17,1 0,0 0,0 0,0-1,1 1,0 0,1-1,-1 0,2 0,-1 0,1-1,0 1,0-1,0 0,1 0,0-1,0 0,1 0,7 3,0-1,0 0,0-2,1 1,0-2,0 0,1 0,-1-2,1 0,-1-1,1 0,3-1,54-1</inkml:trace>
  <inkml:trace contextRef="#ctx0" brushRef="#br0" timeOffset="-1803.922">1378 405,'-1'-2,"-8"-19,9 22,0-1,0 0,0 0,0 0,0 1,0-1,-1 0,1 0,0 1,0-1,0 0,0 0,0 0,0 0,-1 1,1-1,0 0,0 0,0 0,0 0,-1 0,1 1,0-1,0 0,0 0,-1 0,1 0,0 0,0 0,-1 0,1 0,0 0,0 0,-1 0,1 0,0 0,0 0,0 0,-1 0,1 0,0 0,0 0,-1 0,1 0,0-1,0 1,0 0,0 0,-1 0,1 0,0 0,0-1,0 1,0 0,-1 0,1 0,0 0,0-1,0 1,0 0,0 0,0-1,0 1,0 0,-7 131,-7 333,14-441,0-23,0 0,0-1,0 1,0 0,0-1,-1 1,1-1,0 1,0-1,0 1,0 0,0-1,0 1,0-1,0 1,1 0,-1-1,0 1,0-1,0 1,0 0,1-1,-1 1,0 0,0-1,0 1,1 0,-1-1,0 1,1 0,-1-1,0 1,1 0,-1 0,0 0,1-1,-1 1,1 0,-1 0,0 0,1 0,-1 0,1 0,-1-1,0 1,1 0,-1 0,1 0,-1 0,0 1,1-1,-1 0,1 0,-1 0,0 0,1 0,-1 0,1 1,-1-1,0 0,1 0,-1 1,0-1,1 0,-1 0,0 1,0-1,1 0,-1 1,2-5,3-4,0 0,0 0,0 0,1 1,1 0,-1 0,1 0,0 1,0 0,1 0,0 1,0 0,0 1,1 0,0 0,-1 0,1 1,1 1,-1-1,0 1,0 1,1 0,-1 0,1 1,6 1,-10 0,0 1,0 1,0-1,-1 1,1 0,-1 0,0 1,0 0,0 0,0 0,-1 0,1 1,-1-1,0 1,-1 0,1 1,-1-1,0 0,0 1,-1 0,1 0,-1 0,-1 0,1 0,-1 0,0 0,0 0,-1 1,0-1,0 0,0 0,-1 1,0-1,0 0,-1 0,0 0,0 0,0 0,0 0,-1-1,-1 2,-3 2,-1-1,0 1,-1-2,0 1,0-1,0 0,-1-1,0 0,0-1,-1 0,0 0,0-1,0-1,0 0,0 0,-1-1,1 0,-1-1,1-1,-1 0,-5-1,15 2,-1-1,0 0,1 0,-1 0,1-1,-1 1,1-1,-1 1,1-1,-1 0,1 0,0 0,-1 0,1 0,0-1,0 1,0-1,0 1,-2-3,0-5</inkml:trace>
  <inkml:trace contextRef="#ctx0" brushRef="#br0" timeOffset="-994.539">1 1487,'9'4,"20"2,0-1,1-1,0-2,0-1,21-2,-45 1,257-13,78-21,-214 20,1541-176,-1273 142,-335 37,-57 8,-10 1</inkml:trace>
  <inkml:trace contextRef="#ctx0" brushRef="#br0" timeOffset="5896.452">2755 177,'34'208,"-8"-53,2 101,-20 191,-22 60,-1 41,22-67,22 0,50 432,-60-380,-18-417,3-7,6 0,12 50,2 46,-10 1,-9 163,5-85,-6-119,-1-148,-3-17,0 0,0 0,0 0,0-1,0 1,0 0,0 0,0 0,1 0,-1 0,0-1,0 1,0 0,0 0,0 0,0 0,1 0,-1 0,0 0,0-1,0 1,0 0,1 0,-1 0,0 0,0 0,0 0,0 0,1 0,-1 0,0 0,0 0,0 0,1 0,-1 0,0 0,0 0,0 0,0 0,1 0,-1 0,0 1,0-1,0 0,0 0,1 0,-1 0,0 0,0 0,9-63,-5 20</inkml:trace>
  <inkml:trace contextRef="#ctx0" brushRef="#br0" timeOffset="6828.866">2902 1246,'1452'8,"-723"-2,-688-6,-28 4,-33 0,-37 0,29-3</inkml:trace>
  <inkml:trace contextRef="#ctx0" brushRef="#br0" timeOffset="7772.134">3464 57,'6'14,"10"13,11 11,10 9,7 5,7 0,2-1,0-3,-3-5,-5-8,-3-7,-5-8,-8-8</inkml:trace>
  <inkml:trace contextRef="#ctx0" brushRef="#br0" timeOffset="8116.759">4185 3,'0'0,"-1"0,1-1,-1 1,1 0,-1 0,1-1,-1 1,0 0,1 0,-1 0,1 0,-1 0,0 0,1 0,-1 0,1 0,-1 0,1 0,-1 0,0 0,1 0,-1 0,1 1,-1-1,1 0,-1 0,1 1,-1-1,1 0,-1 1,1-1,-1 1,1-1,-1 1,1-1,0 0,-1 1,1-1,0 1,-1 0,1-1,0 1,0-1,0 1,-1 0,-4 5,-36 37,2 1,2 3,-14 24,41-55,1 0,0 1,1 0,1 0,1 1,1-1,0 1,1 1,1-1,0 0,2 1,0 0,1 5,5 15,2 0,2 0,1-1,1 0,17 34,24 85,-44-118</inkml:trace>
  <inkml:trace contextRef="#ctx0" brushRef="#br0" timeOffset="8994.863">3691 2089,'3'9,"0"-1,1 0,0 0,0 0,1 0,0 0,0-1,1 0,0 0,0-1,1 0,0 0,0 0,0-1,1 0,-1 0,1-1,0 0,1 0,3 0,6 3,1-2,0 0,0-1,0-1,0 0,0-2,1 0,-1-1,2-1,-14 1,1 0,-1-1,1 0,-1 0,0 0,0-1,0 0,1 0,-2-1,1 0,0 0,-1-1,1 1,-1-1,0-1,0 1,-1-1,1 0,-1-1,0 1,0-1,-1 0,0 0,0 0,0-1,-1 1,0-1,1-5,-2 3,0 0,-1 0,0 0,0 0,-1-1,-1 1,0 0,0 0,0 0,-1 0,-1 0,1 0,-1 1,-1-1,0 1,0 0,0 0,-1 0,-1 1,1-1,-1 1,0 1,-1-1,1 1,-1 0,-1 0,-2-1,0 0,0 0,0 1,-1 1,0 0,0 0,0 1,-1 0,1 1,-1 1,0 0,0 0,0 1,0 1,0 0,0 0,0 1,0 1,-8 2,7 0,0 1,0 0,1 1,0 0,0 1,0 0,1 1,0 1,1 0,-1 0,2 1,-1 0,2 0,-1 1,1 0,1 1,0 0,1 0,0 1,1-1,0 1,1 0,1 0,-2 8,-6 53,7-7</inkml:trace>
  <inkml:trace contextRef="#ctx0" brushRef="#br0" timeOffset="9639.864">3865 3238,'2'-17,"0"-1,1 1,1 0,1 0,0 0,1 1,8-15,-3 5,90-229,-101 256,0-1,0 0,0 0,0 0,1 1,-1-1,0 0,0 0,0 0,0 0,0 0,1 1,-1-1,0 0,0 0,0 0,1 0,-1 0,0 0,0 0,0 0,1 0,-1 0,0 0,0 0,0 0,1 0,-1 0,0 0,0 0,0 0,1 0,-1 0,0 0,0 0,0 0,1 0,-1 0,0 0,0 0,0 0,0-1,1 1,-1 0,0 0,0 0,0 0,0 0,0-1,1 1,-1 0,1 26,-1-23,4 105,4 0,6-1,19 75,-17-109,-2-11</inkml:trace>
  <inkml:trace contextRef="#ctx0" brushRef="#br0" timeOffset="10416.632">3878 4388,'184'-344,"-145"276,-39 69,0-1,0 1,0-1,0 0,0 1,0-1,0 1,0-1,1 0,-1 1,0-1,0 1,0-1,0 0,1 1,-1-1,0 0,0 1,1-1,-1 0,0 0,1 1,-1-1,0 0,1 0,-1 1,0-1,1 0,-1 0,1 0,-1 0,0 0,1 0,-1 1,1-1,-1 0,1 0,-1 0,0 0,1 0,-1-1,1 1,-1 0,0 0,1 0,-1 0,1 0,-1 0,0-1,1 1,-1 0,0 0,1-1,-1 1,0 0,1-1,-1 1,0 0,0-1,1 1,-1 0,0-1,0 1,4 163,7 277,-7-373</inkml:trace>
  <inkml:trace contextRef="#ctx0" brushRef="#br0" timeOffset="11103.002">3811 5564,'-2'14,"0"-1,0 1,2 0,-1-1,2 1,0-1,0 1,1-1,1 1,0-1,1 0,1 0,0 0,0-1,2 0,-1 0,1 0,1-1,0 0,1 0,0-1,0 0,1-1,0 0,1-1,0 0,1 0,-1-1,1-1,1 0,-1 0,1-1,11 2,-15-6,-1 0,1-1,-1 0,1-1,-1 0,0 0,1-1,-1 0,0 0,0-1,0 0,0 0,-1-1,1 0,-1 0,0-1,0 0,-1 0,1-1,-1 0,0 0,-1 0,1-1,-1 0,-1 0,1 0,-1 0,-1-1,1 0,-1 0,0 0,-1 0,0 0,1-8,1 0,-1-1,0 0,-1 1,-1-1,0 0,-2 0,0 0,0 0,-2 0,0-1,1 11,0-1,0 1,0 0,-1 0,0 0,-1 0,0 0,0 1,0 0,0 0,-1 0,0 0,-1 1,1-1,-1 1,0 1,0-1,-1 1,1 0,-1 0,0 1,0 0,-2 0,-1 0,1 1,-1 1,0 0,1 0,-1 1,0 0,0 0,1 1,-1 1,0 0,1 0,-1 1,1 0,0 0,0 1,0 1,1-1,-1 1,1 1,0-1,0 2,-14 10,1 2,1 0,1 1,0 1,2 1,-12 18,-22 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1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1,'15'284,"-13"-165,46 845,-33-403,30 741,-18-738,-27 153,-11-466,11 0,19 95,119 651,-34 88,-70-483,-27 88,0 672,-16 118,-7-1022,-19 0,-15 421,11 165,38-1025,-2 47,2-1,3 1,10 55,-12-119,1 4,-1 0,1 0,0 0,1 0,-1 0,1-1,0 1,1 0,-1-1,1 0,0 0,0 0,1 0,0 0,0 0,3 3,8-3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4.5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79 128,'-5'16,"1"2,0-1,2 0,0 1,1-1,0 1,2 0,0-1,1 1,1 1,-2-11,1 0,1 1,0-1,0 0,0 0,1-1,0 1,1-1,-1 0,1 0,1 0,0 0,-1-1,2 0,-1-1,1 1,0-1,0 0,0-1,1 0,3 2,2-2,1 0,-1 0,1-1,-1-1,1 0,0-1,0-1,-1 0,1 0,0-2,0 0,-1 0,1-1,-1-1,0 0,0-1,0 0,0-1,-1-1,0 0,0 0,-1-1,0-1,-1 0,1 0,-2-1,1 0,-2-1,1 0,-1 0,-1-1,0 0,-1 0,0-1,-1 0,0 0,-1 0,0-3,-3 7,-1-1,-1 1,1-1,-1 1,-1 0,0-1,0 1,-1 0,0 0,0 0,-1 1,0-1,-1 1,0 0,0 0,-1 1,0-1,0 1,0 0,-1 1,0 0,-1 0,0 0,1 1,-2 0,1 0,0 1,-1 1,0-1,0 1,0 1,0-1,0 1,-1 1,-4 0,-1-2,0 2,0-1,-1 2,1 0,0 1,0 1,0 0,0 1,0 0,1 1,-1 1,1 0,0 1,0 1,1 0,0 1,0 0,1 1,0 0,1 1,0 1,0 0,1 0,-2 3,-24 47,12-4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3.3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387 78,'-6'-7,"0"0,-1 0,0 1,0 0,-1 1,0 0,0 0,0 0,0 1,-1 0,0 1,1 0,-1 0,0 1,-1 0,1 1,0 0,-1 0,1 1,0 0,-1 1,1 0,0 0,0 1,-6 2,3 3,0 1,1 0,0 1,1 0,-1 0,2 2,-1-1,2 1,-1 0,1 1,1 0,0 0,1 0,0 1,1 0,1 0,0 1,0-1,0 11,3-20,0 0,0 0,1 0,0 0,0 1,0-1,0 0,0 0,1 0,0 0,0 0,0 0,0 0,1 0,0-1,-1 1,1 0,0-1,1 0,-1 1,1-1,-1 0,1 0,0 0,0 0,1-1,-1 1,0-1,1 0,-1 0,1 0,0-1,0 1,0-1,-1 0,1 0,0 0,2 0,3-1,0 0,0-1,0 0,0 0,0-1,0 0,-1-1,1 0,-1 0,1-1,-1 0,0 0,0-1,-1 0,0 0,0-1,0 0,0 0,-1-1,0 1,0-2,-1 1,0 0,0-1,-1 0,0 0,0-1,-1 1,0-1,0 1,-1-4,33-180,-31 228,-5 23,0-29,0 0,2-1,2 0,0 1,2-1,4 9,-6-31,0 1,1-1,0 0,0 0,1-1,0 1,0-1,0 0,1-1,0 1,0-1,1 0,-1-1,1 1,0-1,0-1,0 1,1-1,-1 0,1-1,0 0,0 0,0-1,0 0,0 0,0-1,0 0,0 0,1-1,30 0</inkml:trace>
  <inkml:trace contextRef="#ctx0" brushRef="#br0" timeOffset="250.018">962 24,'21'5,"17"1,17 0,10-1,5-2,-2-1,-9-1,-13 0</inkml:trace>
  <inkml:trace contextRef="#ctx0" brushRef="#br0" timeOffset="513.149">962 265,'21'9,"20"3,21-1,14-4,7-5,-9-4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7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1 494,'0'3,"0"0,0 0,1-1,-1 1,1 0,0 0,0-1,0 1,0 0,0-1,1 1,-1-1,1 0,-1 1,1-1,0 0,0 0,0 0,0 0,0 0,1-1,-1 1,0-1,1 1,-1-1,1 0,0 0,-1 0,2 0,85 10,-51-15,-1-2,0-1,0-2,-1-2,0-1,-1-1,0-2,27-17,-40 22,0-1,-1-1,0-1,-1-1,-1-1,0-1,-1 0,0-1,-2-1,0-1,-1 0,-1-1,0 0,-2-2,-1 1,6-15,-15 28,0 0,0-1,-1 1,0-1,0 1,-1-1,0 1,0-1,-1 0,0 1,-1-1,1 6,1 0,-1 0,0 0,0 0,-1 0,1 1,0-1,-1 0,0 1,0 0,0-1,0 1,0 0,0 0,0 0,-1 0,1 0,-1 0,1 1,-1-1,0 1,1 0,-1 0,0 0,0 0,0 0,0 1,0-1,0 1,0 0,0 0,-2 0,-3 2,0 0,0 1,0 0,0 0,1 1,0 0,-1 0,1 1,1 0,-1 0,1 1,0-1,0 1,0 1,1-1,0 1,1 0,-1 0,1 0,0 1,1-1,0 1,0 0,1 0,-1 2,-12 45,2 0,3 1,2 1,2 0,3-1,4 38,18 760,-19-752,0-71</inkml:trace>
  <inkml:trace contextRef="#ctx0" brushRef="#br0" timeOffset="342.119">135 1002,'4'-6,"0"-1,0 1,1 0,0 0,0 0,0 1,1 0,0 0,0 0,0 1,0 0,1 0,0 0,0 1,0 0,0 0,7-1,-7 1,96-35,103-24,11-4,-68 13,-148 53,0 0,0 0,0 0,0 0,0 0,0 1,0-1,0 0,0 0,0 1,0-1,-1 1,1-1,0 1,0-1,0 1,-1-1,1 1,0 0,-1-1,1 1,0 0,-1 0,1-1,-1 1,1 0,-1 0,0 0,1 0,-1 0,0-1,0 1,1 0,-1 0,0 0,0 0,0 0,0 0,0 0,0 0,0 0,-1 0,1 0,0 0,0 0,-1 0,1-1,-1 1,1 0,-1 0,1 0,-1-1,1 1,-1 0,0 0,1-1,-1 1,-2 8,1-2,0 1,1-1,-1 0,1 1,1-1,-1 0,1 1,1-1,-1 1,1-1,1 0,-1 1,1-1,0 0,1 0,0 0,0-1,0 1,1-1,0 1,0-1,1 0,0-1,0 1,5 3,6 2</inkml:trace>
  <inkml:trace contextRef="#ctx0" brushRef="#br0" timeOffset="631.233">910 401,'0'14,"9"6,15 0,3-3</inkml:trace>
  <inkml:trace contextRef="#ctx0" brushRef="#br0" timeOffset="889.974">1351 614,'21'19,"15"12,13 5,8 5,3 1,-2 0,-9 0,-12 0,-13-3,-15-3,-10-6,-7-8</inkml:trace>
  <inkml:trace contextRef="#ctx0" brushRef="#br0" timeOffset="1153.288">1659 561,'-14'0,"-8"9,-11 15,-8 16,-8 16,-8 15,-8 13,-10 10,7-11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6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0 829,'22'1,"0"-1,0-1,0-1,0-1,-1 0,1-2,-1-1,0 0,-1-2,3-1,0 1,0 0,-1-2,0 0,-1-2,0 0,15-13,-35 24,1 0,-1 1,1-1,-1 0,0 0,1 0,-1 0,0-1,0 1,0 0,0 0,0-1,0 1,0-1,0 1,0-1,-1 1,1-1,-1 1,1-1,-1 1,0-1,1 0,-1 1,0-1,0 0,0 1,0-1,-1 0,1 1,0-1,-1 0,1 1,-1-1,1 1,-1-1,0 1,0-1,1 1,-1 0,0-1,0 1,-1 0,1-1,0 1,0 0,-1 0,-4-2,-1 0,1 0,-1 1,0-1,0 1,0 1,0 0,0 0,-1 0,1 1,0 0,0 0,-1 1,1 0,0 0,0 0,0 1,0 0,0 1,1 0,-1 0,1 0,-1 1,1 0,0 0,1 0,-1 1,1 0,-1 0,2 0,-1 1,1-1,-1 1,-1 4,4-4,-1 0,1 0,0 0,0 0,1 1,0-1,0 1,1-1,-1 1,1-1,1 0,-1 1,1-1,0 1,1-1,-1 0,1 0,1 1,-1-1,1-1,0 1,0 0,1-1,-1 0,1 1,2 0,3 4,1 0,1 0,-1-1,1-1,1 0,-1-1,1 0,1 0,-1-1,1-1,13 4,-18-6,0 0,0 0,1-1,-1 0,1 0,0-1,0 0,-1-1,1 0,0 0,0-1,-1 0,1-1,0 0,-1 0,1 0,-1-1,0-1,0 1,0-1,-1-1,1 0,-1 0,0 0,0-1,-1 1,1-2,1-2,-1-5,0 1,-1-2,0 1,-1-1,-1 1,0-1,-1-1,1-12,15-60,-18 85,0 0,0-1,0 1,1 0,-1 0,1 0,0-1,0 2,0-1,0 0,1 0,-1 1,1-1,-1 1,1 0,0 0,0 0,0 0,0 0,0 1,1 0,-1-1,0 1,1 0,-1 0,1 1,-1-1,1 1,-1 0,1 0,-1 0,1 0,-1 1,1-1,-1 1,3 0,2 2,0-1,-1 1,1 0,-1 1,0 0,0 0,0 1,-1-1,1 2,-1-1,0 1,0-1,-1 2,0-1,0 0,-1 1,1 0,-1 0,-1 1,1-1,-1 1,-1-1,0 1,0 0,0 0,-1 0,0 0,0 0,-1 0,0 1,-1-1,0 0,0 0,0 0,-1 0,0 0,-1-1,0 1,0-1,-3 4,5-9,0 0,0 1,0-1,-1 0,1 0,-1-1,0 1,1 0,-1 0,0-1,0 1,0-1,0 0,0 1,0-1,-1 0,1 0,0 0,-1-1,1 1,0-1,-1 1,1-1,-1 0,1 1,-1-2,1 1,0 0,-1 0,1-1,-1 1,1-1,0 0,-1 1,1-1,0 0,0-1,-1 1,1 0,0-1,0 1,1-1,-1 1,0-1,0 0,1 0,-1 0,1 0,-1-2,-1-1,1 0,0 0,0 0,0-1,1 1,-1 0,1-1,1 0,-1 1,1-1,0 1,0-1,1 0,0 1,0-1,0 1,0 0,1-1,0 1,0 0,1 0,-1 0,2-2,86-102,-77 95,-11 11,31-28,-2-1,-1-2,-2-1,-1-1,-2-2,-2 0,15-34,-24 37,-2-2,-1 1,-2-1,-1-1,-1-11,-11-24,3 72,0 0,0 0,-1 0,1 0,0 0,-1 0,1 0,-1 1,1-1,-1 0,1 1,-1 0,1-1,-1 1,0 0,1 0,-1-1,1 1,-1 1,0-1,1 0,-1 0,0 1,1-1,-1 0,1 1,-1 0,1-1,-1 1,1 0,0 0,-1 0,1 0,0 0,0 0,-1 0,1 0,0 0,0 1,0-1,0 0,1 1,-1-1,0 1,1-1,-1 1,0 0,-16 22,1 1,1 1,1 0,1 1,2 0,0 1,2 0,1 1,1 0,2 0,-1 18,2-17,2-1,1 1,1-1,2 1,0 0,2-1,2 0,0 0,2 0,-3-14,0-1,1 0,0 0,1 0,1-1,0 0,1 0,0-1,1 0,0-1,1 0,0 0,1-1,0-1,1 0,0-1,0 0,3 0,-10-4,0 0,1 0,0-1,0 0,0-1,0 1,0-1,1-1,-1 1,1-1,-1-1,1 1,-1-1,1-1,-1 1,1-1,-1 0,0-1,1 0,-1 0,0-1,0 1,0-2,-1 1,1-1,-1 0,0 0,0-1,0 1,0-2,-1 1,4-4,-4-1,-1 0,0 1,0-1,-1-1,-1 1,1 0,-2-1,1 1,-1-1,-1 0,0 1,-1-1,0 1,0-1,-1 0,-1-1,-16-19,19 31,-1 0,0 0,1 0,-1-1,0 1,0 0,1 0,-1 0,0 0,1 0,-1 0,0 0,1 0,-1 1,0-1,0 0,1 0,-1 1,1-1,-1 0,0 1,1-1,-1 0,1 1,-1-1,1 1,-1-1,1 1,-1-1,1 1,-1 0,1-1,0 1,-1-1,1 1,0 0,-1-1,1 1,0 0,0-1,0 1,0 0,0 0,0-1,0 1,0 0,0 0,-2 8,0 0,0 0,1 1,1-1,0 1,0-1,1 0,0 1,0-1,1 0,0 0,1 0,0 0,0 0,1 0,0-1,1 0,0 0,0 0,0 0,1-1,1 0,-1 0,1-1,0 0,0 0,1 0,0-1,0 0,0-1,5 3,33 8,-4-6</inkml:trace>
  <inkml:trace contextRef="#ctx0" brushRef="#br0" timeOffset="252.305">749 361,'-16'-3,"-7"0,2 0,14 1,22 0,30 1,39 0,35 1,33-2,21-1,-18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26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416 2036,'-8'4,"-1"0,2 1,-1 0,0 1,1-1,0 1,0 1,1 0,0 0,0 0,1 0,-1 1,2 0,-1 0,1 0,0 1,1-1,0 1,0 0,1 0,0 0,1 0,0 1,0-1,1 0,0 0,1 1,0-1,0 0,1 0,0 0,1 0,0 0,0-1,1 1,0-1,0 0,1 0,0 0,1-1,-1 1,2-1,2 2,-1-2,1 0,0-1,0 0,0 0,1-1,0-1,0 1,0-2,1 1,-1-1,1-1,0 0,0-1,-1 0,1 0,0-1,0-1,0 1,0-2,0 0,0 0,-1-1,1 0,-1-1,0 0,0-1,0 0,-1 0,0-1,0 0,0-1,0 0,-1 0,-1-1,1 0,-1 0,0-1,-1 0,0 0,-1 0,0-1,0 0,1-4,-3 5,-1-1,0 1,0-1,-1 0,0 0,0 0,-1 0,-1 1,0-1,0 0,-1 0,0 1,0-1,-1 1,-1-1,0 1,0 0,0 1,-1-1,-1 1,1 0,-1 0,-1 0,1 1,-1 0,-1 0,1 1,-1 0,0 0,0 1,-1 0,0 1,0-1,-1 0,-1 1,-1 0,1 0,0 1,-1 1,0-1,1 2,-1 0,0 0,0 1,0 1,0 0,1 0,-1 1,0 1,1 0,-1 1,1 0,0 0,1 1,-1 1,1-1,0 2,0 0,1 0,-1 0,2 1,-1 1,1 0,1 0,-1 0,1 1,1 0,0 0,1 1,0-1,0 1,1 1,0-1,1 0,-1 7,4 32</inkml:trace>
  <inkml:trace contextRef="#ctx0" brushRef="#br0" timeOffset="1">1511 2062,'-9'2,"-1"1,1-1,-1 2,1 0,0 0,0 0,1 1,0 0,-1 1,2 0,-1 0,1 1,0 0,0 0,0 1,1 0,1 0,-3 4,5-7,-1 0,1 1,0-1,1 1,0 0,0 0,0 0,0 0,1 0,0 0,0 0,1 0,0 1,0-1,0 0,1 0,0 0,0 0,0 1,1-1,0-1,0 1,1 0,-1 0,1-1,1 0,-1 1,1-1,1 1,6 4,1-1,1 0,-1 0,1-2,1 1,-1-2,1 0,1 0,-1-2,1 0,-1 0,1-1,0-1,1-1,-1 0,0-1,0 0,0-1,0-1,0 0,10-4,-16 4,-1 0,0 0,1-1,-1 0,0-1,-1 0,1 0,-1-1,1 0,-1 0,-1 0,1-1,-1 0,0-1,0 1,-1-1,0 0,0 0,-1-1,0 0,0 1,0-1,-1-1,-1 1,1 0,-1-1,-1 1,1-1,-1 0,-1 1,0-1,0-3,-2 0,-1-1,0 1,-1 0,0 0,-1 1,0-1,-1 1,0 0,0 0,-1 1,-1 0,0 0,0 0,-1 1,0 1,-1 0,0 0,0 0,-1 1,0 1,0 0,0 1,-1 0,1 0,-1 1,-1 1,1 0,0 1,-1 0,1 1,-1 0,-1 1,-2 2,0 0,1 1,-1 1,1 0,-1 2,1-1,1 2,-1 0,1 1,1 0,-1 1,1 1,1 0,0 0,0 1,1 1,-9 12,-24 33</inkml:trace>
  <inkml:trace contextRef="#ctx0" brushRef="#br0" timeOffset="2">402 3038,'-12'23,"0"1,2 0,1 0,1 1,1 0,1 1,1 0,2 0,0 0,2 0,1 11,0-29,0 0,1 0,0 1,1-1,0 0,0 0,0-1,1 1,0 0,1-1,0 1,0-1,1 0,-1-1,1 1,1-1,-1 0,1 0,0-1,1 1,-1-1,1-1,0 1,0-1,1-1,-1 1,1-1,0 0,0-1,1 0,3 1,-1-1,1-1,0 0,0-1,0 0,-1 0,1-2,0 1,0-2,-1 1,1-2,-1 1,0-2,0 1,-1-1,1-1,-1 0,0-1,0 0,-1 0,0-1,0 0,-1 0,0-1,-1 0,0-1,0 0,-1 0,0 0,-1-1,0 1,0-1,0-6,-2 3,0-1,-1 1,-1-1,0 1,-1-1,-1 1,0-1,-1 1,-1-1,0 1,-1 0,0 0,-1 0,-1 1,3 4,-2 0,1 0,-1 0,-1 1,1 0,-1 0,-1 0,0 1,0 0,0 0,-1 1,1 0,-2 0,1 1,-1 0,1 0,-1 1,-1 0,1 1,-9-2,10 3,0 1,-1 0,1 1,-1 0,1 1,-1 0,1 0,0 0,0 1,-1 0,1 1,0 0,1 0,-1 1,1 0,-1 0,1 1,0 0,1 0,-1 0,1 1,0 0,0 1,-3 3,0 1,1 0,0 0,1 0,0 1,1 1,0-1,1 1,0 0,1 0,1 0,0 1,-1 12,7 47,11-9</inkml:trace>
  <inkml:trace contextRef="#ctx0" brushRef="#br0" timeOffset="3">1458 3358,'40'-105,"-5"-1,4-31,-36 124,26-103,-46 159,6-3,1 1,3 0,1 0,2 0,1 1,3 0,1-1,2 1,2-1,2 0,2 0,1-1,13 31,2-11</inkml:trace>
  <inkml:trace contextRef="#ctx0" brushRef="#br0" timeOffset="4">536 4414,'18'-61,"2"1,2 1,3 0,9-8,-17 30,45-78,-62 115,-1 0,1 1,0-1,0 1,0-1,0 0,0 1,0-1,0 1,0-1,0 0,0 1,0-1,1 1,-1-1,0 0,0 1,0-1,0 0,1 1,-1-1,0 0,0 1,1-1,-1 0,0 1,1-1,-1 0,0 0,1 1,-1-1,0 0,1 0,-1 0,0 0,1 1,-1-1,0 0,1 0,-1 0,1 0,-1 0,1 0,-1 0,0 0,1 0,-1 0,1 0,-1 0,0 0,1-1,-1 1,0 0,1 0,-1 0,0-1,1 1,-1 0,0 0,1-1,-1 1,0 0,1 0,-1-1,0 1,-6 118,0-77,3-15,-7 48,4 0,2 1,4 0,6 36,-5-98,2 0,0 1,0-1,1 0,1-1,0 1,1-1,3 5,18 22</inkml:trace>
  <inkml:trace contextRef="#ctx0" brushRef="#br0" timeOffset="5">1485 4335,'33'76,"-28"-59,1-1,1 0,0 0,1-1,1 0,0-1,1 1,0-2,1 1,1-2,8 8,-17-17,1-1,-1 0,1 0,-1 0,1 0,-1-1,1 0,0 1,0-1,0-1,-1 1,1 0,0-1,0 0,0 0,0 0,0-1,0 1,0-1,0 0,0 0,-1 0,1 0,0-1,-1 0,1 1,-1-1,1-1,-1 1,3-2,2-4,0 1,0-2,0 1,-1-1,0 0,-1 0,0-1,0 0,-1 0,1-4,0-2,0 0,-2-1,1 1,-2-1,-1 0,0 0,-1 0,0 0,-2 0,0-1,-1 1,-1 0,0 1,-1-1,-1 1,0-1,-2 1,0 1,0 0,-2 0,1 0,-2 1,0 0,-6-5,12 14,0 0,0 0,-1 1,0-1,0 1,0 0,0 1,-1-1,0 1,1 0,-1 0,0 1,-1 0,1 0,0 0,-1 1,1 0,-1 0,1 0,-1 1,1 0,-1 0,1 1,-6 1,-7 6,1 2,0 0,1 0,0 2,1 0,0 1,1 1,0 0,1 1,1 1,0 0,1 1,1 0,-8 16,-25 39</inkml:trace>
  <inkml:trace contextRef="#ctx0" brushRef="#br0" timeOffset="6">723 5725,'57'-94,"-49"75,137-351,-128 333,-14 46,-19 147,5-93,3-16,2-1,2 1,2 0,1 1,3-1,2 0,6 22,6-14</inkml:trace>
  <inkml:trace contextRef="#ctx0" brushRef="#br0" timeOffset="7">1578 5698,'92'-415,"-59"282,-33 134,0-1,0 0,1 0,-1 0,0 0,0 1,1-1,-1 0,0 0,0 0,1 0,-1 0,0 0,0 0,1 0,-1 0,0 0,1 0,-1 0,0 0,1 0,-1 0,0 0,0 0,1 0,-1 0,0 0,0-1,1 1,-1 0,0 0,0 0,1 0,-1-1,0 1,0 0,0 0,1-1,16 276,-11-160,5 1,15 58,-9-103</inkml:trace>
  <inkml:trace contextRef="#ctx0" brushRef="#br0" timeOffset="8">442 752,'-5'-4,"-1"-1,0 1,0 0,0 1,-1-1,1 1,-1 0,1 1,-1 0,0 0,0 0,0 1,0 0,-1 0,1 1,0 0,0 0,0 1,-1 0,1 0,0 1,0-1,1 2,-1-1,0 1,1 0,-1 0,1 1,0-1,0 2,0-1,0 1,-1 3,1 0,-1 0,2 1,-1-1,1 1,0 1,1-1,0 1,1-1,0 1,0 0,1 1,0-1,1 0,0 0,1 1,0-1,1 1,0-1,0 0,1 0,1 0,-1 0,2 0,-1 0,1-1,4 6,-5-11,1 0,-1 0,1-1,0 0,0 0,0 0,1 0,-1-1,1 1,-1-1,1 0,0-1,0 1,0-1,0 0,0 0,0 0,0-1,0 0,0 0,0 0,0-1,0 1,0-1,0 0,0-1,0 1,0-1,0 0,-1 0,1-1,-1 1,0-1,1 0,-1 0,0-1,-1 1,1-1,0-1,9-8,-1-1,-1 0,-1-1,0-1,0 0,-2 0,0 0,-1-1,0 0,-2-1,0 0,-1 0,0 0,-2 0,0 0,-1 0,-1-1,-1-1,2 19,-1 1,0-1,1 0,-1 0,0 0,0 1,0-1,1 0,-1 0,0 0,0 0,0 1,0-1,-1 0,1 0,0 0,0 1,0-1,-1 0,1 0,0 0,-1 1,1-1,-1 0,1 1,-1-1,1 0,-1 1,1-1,-1 0,0 1,1-1,-1 1,0 0,0-1,1 1,-1-1,0 1,0 0,1 0,-1-1,0 1,0 0,0 0,0 0,1 0,-1 0,0 0,-3 5,1 0,0 0,0 0,0 1,0-1,1 1,0 0,1 0,-1 0,1 0,0 0,0 0,1 0,-1-1,-3 16,2 1,0-1,1 1,2-1,0 1,1 3,-1-17,1 0,0 0,0 0,0-1,1 1,0 0,1-1,-1 0,2 0,-1 0,1-1,0 1,0-1,0 0,1 0,0-1,0 0,1 0,7 3,0-1,0 0,0-2,1 1,0-2,0 0,1 0,-1-2,1 0,-1-1,1 0,3-1,54-1</inkml:trace>
  <inkml:trace contextRef="#ctx0" brushRef="#br0" timeOffset="9">1378 405,'-1'-2,"-8"-19,9 22,0-1,0 0,0 0,0 0,0 1,0-1,-1 0,1 0,0 1,0-1,0 0,0 0,0 0,0 0,-1 1,1-1,0 0,0 0,0 0,0 0,-1 0,1 1,0-1,0 0,0 0,-1 0,1 0,0 0,0 0,-1 0,1 0,0 0,0 0,-1 0,1 0,0 0,0 0,0 0,-1 0,1 0,0 0,0 0,-1 0,1 0,0-1,0 1,0 0,0 0,-1 0,1 0,0 0,0-1,0 1,0 0,-1 0,1 0,0 0,0-1,0 1,0 0,0 0,0-1,0 1,0 0,-7 131,-7 333,14-441,0-23,0 0,0-1,0 1,0 0,0-1,-1 1,1-1,0 1,0-1,0 1,0 0,0-1,0 1,0-1,0 1,1 0,-1-1,0 1,0-1,0 1,0 0,1-1,-1 1,0 0,0-1,0 1,1 0,-1-1,0 1,1 0,-1-1,0 1,1 0,-1 0,0 0,1-1,-1 1,1 0,-1 0,0 0,1 0,-1 0,1 0,-1-1,0 1,1 0,-1 0,1 0,-1 0,0 1,1-1,-1 0,1 0,-1 0,0 0,1 0,-1 0,1 1,-1-1,0 0,1 0,-1 1,0-1,1 0,-1 0,0 1,0-1,1 0,-1 1,2-5,3-4,0 0,0 0,0 0,1 1,1 0,-1 0,1 0,0 1,0 0,1 0,0 1,0 0,0 1,1 0,0 0,-1 0,1 1,1 1,-1-1,0 1,0 1,1 0,-1 0,1 1,6 1,-10 0,0 1,0 1,0-1,-1 1,1 0,-1 0,0 1,0 0,0 0,0 0,-1 0,1 1,-1-1,0 1,-1 0,1 1,-1-1,0 0,0 1,-1 0,1 0,-1 0,-1 0,1 0,-1 0,0 0,0 0,-1 1,0-1,0 0,0 0,-1 1,0-1,0 0,-1 0,0 0,0 0,0 0,0 0,-1-1,-1 2,-3 2,-1-1,0 1,-1-2,0 1,0-1,0 0,-1-1,0 0,0-1,-1 0,0 0,0-1,0-1,0 0,0 0,-1-1,1 0,-1-1,1-1,-1 0,-5-1,15 2,-1-1,0 0,1 0,-1 0,1-1,-1 1,1-1,-1 1,1-1,-1 0,1 0,0 0,-1 0,1 0,0-1,0 1,0-1,0 1,-2-3,0-5</inkml:trace>
  <inkml:trace contextRef="#ctx0" brushRef="#br0" timeOffset="10">1 1487,'9'4,"20"2,0-1,1-1,0-2,0-1,21-2,-45 1,257-13,78-21,-214 20,1541-176,-1273 142,-335 37,-57 8,-10 1</inkml:trace>
  <inkml:trace contextRef="#ctx0" brushRef="#br0" timeOffset="11">2755 177,'34'208,"-8"-53,2 101,-20 191,-22 60,-1 41,22-67,22 0,50 432,-60-380,-18-417,3-7,6 0,12 50,2 46,-10 1,-9 163,5-85,-6-119,-1-148,-3-17,0 0,0 0,0 0,0-1,0 1,0 0,0 0,0 0,1 0,-1 0,0-1,0 1,0 0,0 0,0 0,0 0,1 0,-1 0,0 0,0-1,0 1,0 0,1 0,-1 0,0 0,0 0,0 0,0 0,1 0,-1 0,0 0,0 0,0 0,1 0,-1 0,0 0,0 0,0 0,0 0,1 0,-1 0,0 1,0-1,0 0,0 0,1 0,-1 0,0 0,0 0,9-63,-5 20</inkml:trace>
  <inkml:trace contextRef="#ctx0" brushRef="#br0" timeOffset="12">2902 1246,'1452'8,"-723"-2,-688-6,-28 4,-33 0,-37 0,29-3</inkml:trace>
  <inkml:trace contextRef="#ctx0" brushRef="#br0" timeOffset="13">3464 57,'6'14,"10"13,11 11,10 9,7 5,7 0,2-1,0-3,-3-5,-5-8,-3-7,-5-8,-8-8</inkml:trace>
  <inkml:trace contextRef="#ctx0" brushRef="#br0" timeOffset="14">4185 3,'0'0,"-1"0,1-1,-1 1,1 0,-1 0,1-1,-1 1,0 0,1 0,-1 0,1 0,-1 0,0 0,1 0,-1 0,1 0,-1 0,1 0,-1 0,0 0,1 0,-1 0,1 1,-1-1,1 0,-1 0,1 1,-1-1,1 0,-1 1,1-1,-1 1,1-1,-1 1,1-1,0 0,-1 1,1-1,0 1,-1 0,1-1,0 1,0-1,0 1,-1 0,-4 5,-36 37,2 1,2 3,-14 24,41-55,1 0,0 1,1 0,1 0,1 1,1-1,0 1,1 1,1-1,0 0,2 1,0 0,1 5,5 15,2 0,2 0,1-1,1 0,17 34,24 85,-44-118</inkml:trace>
  <inkml:trace contextRef="#ctx0" brushRef="#br0" timeOffset="15">3691 2089,'3'9,"0"-1,1 0,0 0,0 0,1 0,0 0,0-1,1 0,0 0,0-1,1 0,0 0,0 0,0-1,1 0,-1 0,1-1,0 0,1 0,3 0,6 3,1-2,0 0,0-1,0-1,0 0,0-2,1 0,-1-1,2-1,-14 1,1 0,-1-1,1 0,-1 0,0 0,0-1,0 0,1 0,-2-1,1 0,0 0,-1-1,1 1,-1-1,0-1,0 1,-1-1,1 0,-1-1,0 1,0-1,-1 0,0 0,0 0,0-1,-1 1,0-1,1-5,-2 3,0 0,-1 0,0 0,0 0,-1-1,-1 1,0 0,0 0,0 0,-1 0,-1 0,1 0,-1 1,-1-1,0 1,0 0,0 0,-1 0,-1 1,1-1,-1 1,0 1,-1-1,1 1,-1 0,-1 0,-2-1,0 0,0 0,0 1,-1 1,0 0,0 0,0 1,-1 0,1 1,-1 1,0 0,0 0,0 1,0 1,0 0,0 0,0 1,0 1,-8 2,7 0,0 1,0 0,1 1,0 0,0 1,0 0,1 1,0 1,1 0,-1 0,2 1,-1 0,2 0,-1 1,1 0,1 1,0 0,1 0,0 1,1-1,0 1,1 0,1 0,-2 8,-6 53,7-7</inkml:trace>
  <inkml:trace contextRef="#ctx0" brushRef="#br0" timeOffset="16">3865 3238,'2'-17,"0"-1,1 1,1 0,1 0,0 0,1 1,8-15,-3 5,90-229,-101 256,0-1,0 0,0 0,0 0,1 1,-1-1,0 0,0 0,0 0,0 0,0 0,1 1,-1-1,0 0,0 0,0 0,1 0,-1 0,0 0,0 0,0 0,1 0,-1 0,0 0,0 0,0 0,1 0,-1 0,0 0,0 0,0 0,1 0,-1 0,0 0,0 0,0 0,1 0,-1 0,0 0,0 0,0 0,0-1,1 1,-1 0,0 0,0 0,0 0,0 0,0-1,1 1,-1 0,1 26,-1-23,4 105,4 0,6-1,19 75,-17-109,-2-11</inkml:trace>
  <inkml:trace contextRef="#ctx0" brushRef="#br0" timeOffset="17">3878 4388,'184'-344,"-145"276,-39 69,0-1,0 1,0-1,0 0,0 1,0-1,0 1,0-1,1 0,-1 1,0-1,0 1,0-1,0 0,1 1,-1-1,0 0,0 1,1-1,-1 0,0 0,1 1,-1-1,0 0,1 0,-1 1,0-1,1 0,-1 0,1 0,-1 0,0 0,1 0,-1 1,1-1,-1 0,1 0,-1 0,0 0,1 0,-1-1,1 1,-1 0,0 0,1 0,-1 0,1 0,-1 0,0-1,1 1,-1 0,0 0,1-1,-1 1,0 0,1-1,-1 1,0 0,0-1,1 1,-1 0,0-1,0 1,4 163,7 277,-7-373</inkml:trace>
  <inkml:trace contextRef="#ctx0" brushRef="#br0" timeOffset="18">3811 5564,'-2'14,"0"-1,0 1,2 0,-1-1,2 1,0-1,0 1,1-1,1 1,0-1,1 0,1 0,0 0,0-1,2 0,-1 0,1 0,1-1,0 0,1 0,0-1,0 0,1-1,0 0,1-1,0 0,1 0,-1-1,1-1,1 0,-1 0,1-1,11 2,-15-6,-1 0,1-1,-1 0,1-1,-1 0,0 0,1-1,-1 0,0 0,0-1,0 0,0 0,-1-1,1 0,-1 0,0-1,0 0,-1 0,1-1,-1 0,0 0,-1 0,1-1,-1 0,-1 0,1 0,-1 0,-1-1,1 0,-1 0,0 0,-1 0,0 0,1-8,1 0,-1-1,0 0,-1 1,-1-1,0 0,-2 0,0 0,0 0,-2 0,0-1,1 11,0-1,0 1,0 0,-1 0,0 0,-1 0,0 0,0 1,0 0,0 0,-1 0,0 0,-1 1,1-1,-1 1,0 1,0-1,-1 1,1 0,-1 0,0 1,0 0,-2 0,-1 0,1 1,-1 1,0 0,1 0,-1 1,0 0,0 0,1 1,-1 1,0 0,1 0,-1 1,1 0,0 0,0 1,0 1,1-1,-1 1,1 1,0-1,0 2,-14 10,1 2,1 0,1 1,0 1,2 1,-12 18,-22 42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8:27.8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 6,'-3'0,"0"-2,0-1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8:15.99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14302 1083,'23'0,"18"0,15 0,8 0,0 0,-3 0,-13 0</inkml:trace>
  <inkml:trace contextRef="#ctx0" brushRef="#br0" timeOffset="215.587">14249 1297,'18'0,"20"0,17-2,12-1,9-2,3-1,-3 1,-15 2</inkml:trace>
  <inkml:trace contextRef="#ctx0" brushRef="#br0" timeOffset="525.93">14716 816,'-80'8,"79"-7,0-1,0 1,1-1,-1 1,0-1,0 1,1 0,-1-1,0 1,1 0,-1 0,1-1,-1 1,1 0,-1 0,1 0,0 0,-1 0,1 0,0 0,0 0,0-1,-1 1,1 0,0 0,0 0,0 0,1 0,-1 0,0 0,0 0,0 0,1 0,-1 0,1 0,-1-1,0 1,1 0,-1 0,1 0,0-1,-1 1,1 0,0-1,-1 1,1 0,0-1,0 1,41 33,1-12,2-2,0-2,1-1,30 5,35 12,-107-32,10 1,-1 0,1 2,-1-1,0 2,0 0,0 0,-1 2,0-1,0 1,-1 1,0 0,-1 1,0 0,0 0,-1 1,6 9,-13-15,-1 0,1 0,-1 0,0 1,-1-1,0 0,1 0,-2 0,1 1,0-1,-1 0,0 0,0 0,-1 0,0 0,1 0,-2 0,1-1,0 1,-1-1,-2 4,-77 83,-13-11,-77 49,125-95,-18 13</inkml:trace>
  <inkml:trace contextRef="#ctx0" brushRef="#br0" timeOffset="1181.958">15920 561,'7'16,"9"15,10 10,9 8,7 7,5 3,1 1,0-4,-4-4,-4-4,-8-8,-4-9,-7-9</inkml:trace>
  <inkml:trace contextRef="#ctx0" brushRef="#br0" timeOffset="1586.441">16601 495,'-1'9,"-1"0,-1 0,1 0,-2 0,1-1,-1 1,0-1,-1 0,0 0,0 0,-5 4,3-1,-37 51,19-28,1 1,2 2,1 0,-5 15,21-39,1 0,0-1,1 1,1 0,0 1,0-1,1 0,1 0,0 1,1-1,1 0,0 1,0-1,1 0,5 11,31 81,-17-49,-2 1,-3 1,2 22,-15-51,13 43,-11-67</inkml:trace>
  <inkml:trace contextRef="#ctx0" brushRef="#br0" timeOffset="1930.686">16856 922,'13'0,"17"0,13-2,12-1,8 0,1 1,-2 0,-5 1,-11 1,-12 2,-13 1</inkml:trace>
  <inkml:trace contextRef="#ctx0" brushRef="#br0" timeOffset="2186.104">16936 1123,'16'2,"16"1,15 0,12-1,8 0,4-3,-1-4,-12 0</inkml:trace>
  <inkml:trace contextRef="#ctx0" brushRef="#br0" timeOffset="3136.011">17831 428,'0'48,"10"113,-7 0,-9 34,9-153,16-53,77-76,-90 84,0-1,0 1,0 0,0 1,1-1,-1 1,1 0,-1 1,1 0,0 0,0 0,-1 1,1 0,0 0,0 1,0-1,-1 2,2-1,0 2,0-1,0 1,-1 0,0 1,1 0,-1 0,0 1,-1 0,1 0,-1 0,0 1,0 0,-1 0,1 1,-4-4,0 0,1 0,-1 0,-1 0,1 1,0-1,-1 1,0-1,1 1,-2 0,1-1,0 1,-1 0,1 0,-1 0,0-1,0 1,-1 0,1 0,-1 0,0-1,0 1,0 0,0-1,-1 1,0-1,1 0,-1 1,0-1,-1 0,1 0,-10 8,0-1,-1 0,0-1,-1 0,0-1,0-1,-1 0,0-1,0 0,0-2,-1 0,1 0,-1-1,-7-1,1 3,-1-2,1 0,0-2,-1 0,1-2,-15-1,37 2,0-1,1 1,-1 0,0 0,0 0,1-1,-1 1,0 0,0 0,1 0,-1-1,0 1,0 0,0-1,0 1,1 0,-1 0,0-1,0 1,0 0,0-1,0 1,0 0,0-1,0 1,0 0,0-1,0 1,0 0,0-1,0 1,0 0,0-1,0 1,0 0,-1 0,1-1,0 1,0 0,0 0,0-1,-1 1,1 0,0 0,0-1,-1 1,1 0,0 0,0 0,-1-1,1 1,0 0,0 0,-1 0,1 0,0 0,-1 0,1 0,0 0,-1 0,1-1,0 1,-1 1,1-1,0 0,-1 0,1 0,0 0,-1 0,25-14,-22 13,27-12</inkml:trace>
  <inkml:trace contextRef="#ctx0" brushRef="#br0" timeOffset="4621.354">18767 201,'5'2,"0"0,-1 1,1 0,0 0,-1 0,0 1,0 0,0 0,0 0,0 0,-1 0,0 1,0-1,0 1,0 0,-1 0,0 0,0 0,0 0,0 4,14 45,-2 2,-3-1,-2 1,-2 1,-3-1,-3 13,1-27,9 613,-11-648,2 38,-2-1,-3 1,-1 0,-2-1,-2 0,-2 0,-2-1,-16 39,22-71,-1-1,0 1,0-1,-1-1,0 1,-1-1,0-1,0 0,-1 0,0-1,-1 0,1-1,-1 0,-1 0,1-1,-1-1,1 0,-1-1,-1 0,1-1,0 0,0-1,-1 0,-10-1,-295-23,0 18,-157 23,12 1,165-19,-228 8,-30 63,541-70,9 1,0-1,0 0,0-1,0 0,0 0,1 0,-1-1,0 1,0-1,0-1,0 1,-3-3,7 2,0-1,0 1,0-1,1 0,0 1,-1-1,1 0,0 0,0 0,1 0,-1 0,0 0,1 0,0-1,0 1,0 0,0 0,0 0,1 0,0-2,-1-6,6-431,-52-203,39 533,-11-353,17 450,0 13,1-1,-1 0,1 1,-1-1,1 1,0-1,0 1,0-1,0 0,0 1,1-1,-1 1,1-1,0 1,0-1,0 1,0 0,0-1,0 1,0 0,1 0,-1 0,1 0,0 0,0 0,0 0,0 0,0 1,0-1,0 1,0-1,0 1,2 0,150-1,83-5,176-30,-195 15,1095-81,-391 59,-867 39,-45-7,-14 5</inkml:trace>
  <inkml:trace contextRef="#ctx0" brushRef="#br0" timeOffset="13382.098">16200 3276,'11'-40,"-1"0,-2 0,-2 0,-2-1,-2 0,-1 0,-2 0,-4-18,5 38,-2 0,0 0,-2 0,0 1,-7-18,11 37,1 0,-1 0,0 0,0 0,0 0,-1 0,1 0,0 1,0-1,0 0,-1 0,1 0,0 0,-1 0,1 1,-1-1,1 0,-1 0,1 1,-1-1,1 0,-1 1,0-1,0 1,1-1,-1 1,0-1,0 1,1-1,-1 1,0 0,0-1,0 1,0 0,0 0,1-1,-1 1,0 0,0 0,0 0,0 0,0 0,0 1,0-1,0 0,1 0,-1 1,0-1,0 0,0 1,0 3,0 1,-1-1,2 1,-1-1,1 1,-1-1,1 1,1-1,-1 1,1 0,-1-1,1 1,0-1,1 0,-1 1,1-1,0 0,0 0,0 0,1 0,-1 0,1 0,0-1,0 1,0-1,1 0,2 2,6 3,0-1,1 0,-1-1,1-1,0 0,1-1,-1 0,1-1,0 0,0-1,0-1,0 0,2-1,39 6,-52-6,1 0,0 0,-1 0,1 1,0-1,-1 1,1 0,-1 0,0 0,1 1,-1-1,0 1,0 0,0 0,0 0,0 0,0 1,0-1,-1 1,1-1,-1 1,0 0,0 0,0 0,0 0,0 1,-1-1,0 0,1 1,-1 1,-1 6,0 1,-1-1,0 1,-1-1,-1 1,0-1,0 0,-1 0,-2 3,-16 66,22-76,0-1,0 1,0 0,0-1,0 1,1 0,0-1,0 1,0-1,0 1,0-1,1 1,-1-1,1 0,0 0,0 0,0 0,1 0,-1 0,1 0,-1-1,1 0,0 1,0-1,0 0,0 0,1 0,-1-1,0 1,1-1,7 3,0 0,0 0,0-2,0 1,1-1,-1-1,1 0,0-1,1 0,-7 0,1-1,-1 0,0 0,1-1,-1 1,0-1,0-1,0 1,0-1,0 0,-1-1,1 1,-1-1,0 0,0 0,0-1,0 1,-1-1,0 0,0 0,0-1,-1 1,0-1,0 0,0 0,2-6,0 0,-1-1,0 0,-1 1,-1-1,0-1,0 1,-2 0,1 0,-2 0,-1-12,2 23,1 0,-1 0,0 1,0-1,0 0,0 0,-1 0,1 0,0 1,-1-1,1 0,-1 0,0 1,0-1,1 0,-1 1,0-1,0 1,0-1,-1 1,1-1,0 1,-1 0,1 0,0 0,-1 0,0 0,1 0,-1 0,1 0,-1 0,0 1,0-1,1 1,-1-1,0 1,0 0,0 0,0 0,1 0,-1 0,0 0,-4 4,0 1,1 0,0 0,0 0,0 0,0 1,1 0,0 0,1 0,-1 1,1-1,0 1,0 0,1-1,0 1,0 1,1-1,0 0,0 0,1 0,0 1,0 3,1-4,0 0,1 0,0-1,0 1,0 0,1-1,0 1,0-1,0 0,1 0,0 0,0 0,1-1,0 0,0 0,0 0,0 0,1-1,-1 0,1 0,0-1,1 1,-1-1,1 0,-1-1,1 0,0 0,0 0,0-1,0 0,0 0,0-1,0 0,0 0,5-2,96-9,-62-1</inkml:trace>
  <inkml:trace contextRef="#ctx0" brushRef="#br0" timeOffset="14348.864">17163 2847,'-2'39,"2"-1,1 1,2-1,2 0,3 8,2 22,7 83,-7 2,-7-1,-11 96,-2-177,0-88,-22-251,-38-299,69 556,7-52,-4 62,0-1,0 1,0 0,0 1,0-1,0 0,0 1,1-1,-1 1,0-1,0 1,1 0,-1 0,0 0,1 0,-1 1,0-1,0 1,0-1,1 1,-1 0,0 0,0 0,0 0,0 0,0 0,0 0,0 1,-1-1,1 1,0-1,3 2,21 11,0 0,-1 2,0 0,-2 2,0 1,-1 1,2 3,-22-22,0 1,0 0,0 0,0 1,-1-1,1 0,0 0,-1 1,0-1,0 1,0-1,0 1,0 0,0-1,0 1,-1 0,0 0,1-1,-1 1,0 0,0 0,-1-1,1 1,0 0,-1 0,0-1,1 1,-1 0,0-1,-1 1,1-1,0 1,-1-1,1 0,-1 1,0-1,0 0,0 0,0 0,0-1,0 1,-2 1,-6 3,-1-1,0 0,0-1,0 0,0-1,0 0,-1 0,0-1,1-1,-1 0,0-1,0 0,1-1,-3 0,-17-12,31 13,-1-1,1 1,-1 0,1-1,0 1,-1-1,1 0,0 1,0-1,-1 1,1-1,0 1,0-1,0 0,0 1,-1-1,1 1,0-1,0 0,0 1,1-1,-1 1,0-1,0 0,0 1,0-1,0 1,1-1,-1 1,0-1,1 1,-1-1,0 1,1-1,-1 1,0-1,1 1,-1-1,1 1,-1 0,1-1,-1 1,1 0,-1-1,1 1,-1 0,1 0,0 0,-1-1,1 1,0 0,106-31,-59 20,0-2,-1-2,0-1,37-21,-76 32,0 1,-1-1,0-1,0 1,-1-1,0-1,0 1,0-1,0 0,0-2,-4 6,0 0,-1 1,1-1,-1 0,1 0,-1 0,0 0,0 0,-1-1,1 1,-1 0,1 0,-1 0,0-1,0 1,0 0,-1 0,1-1,-1 1,0 0,0 0,0 0,0 0,0 0,-1 0,1 0,-1 1,0-1,0 0,0 1,0-1,0 1,0 0,-1 0,1 0,-1 0,1 1,-1-1,0 1,0-1,1 1,-1 0,0 0,0 0,0 0,0 1,0-1,-1 1,1 0,0 0,0 0,0 0,0 1,0-1,0 1,0-1,0 1,0 0,0 0,0 1,-1 0,-2 1,0 0,-1 1,1 0,1 0,-1 1,1 0,-1 0,1 0,1 0,-1 1,1 0,0 0,-1 1,2 0,0 0,1 0,0 1,0-1,0 0,1 1,0-1,1 1,-1 0,1-1,1 1,0-1,0 1,0-1,1 1,0-1,0 0,1 0,0 0,0 0,1 0,0-1,0 1,0-1,1 0,0-1,0 1,1-1,-1 0,1 0,0 0,1-1,-1 0,1 0,0-1,-1 0,5 1,1 1,-1 0,1-1,0 0,0-1,0-1,1 0,-1 0,0-1,1-1,-1 0,1-1,-1 0,0-1,1 0,-1-1,0-1,0 0,-1 0,1-1,-1 0,0-1,-1-1,1 0,-1 0,0-1,-1 0,0 0,0-1,-1 0,0-1,-1 0,2-2,7-23,0-1,-3 0,0-1,-3 0,-1-1,-2 0,-1 0,-2-1,-2 0,-2-13,4-9,-4 0,-1 0,-4 0,-6-27,-14 18,25 69,-1 1,1-1,-1 1,1-1,-1 1,1 0,-1-1,1 1,-1-1,0 1,1 0,-1 0,1-1,-1 1,0 0,1 0,-1 0,0 0,1-1,-1 1,0 0,1 0,-1 0,0 1,1-1,-1 0,0 0,1 0,-1 0,0 1,1-1,-1 0,0 1,1-1,-1 0,1 1,-1-1,1 1,-1-1,1 1,-1-1,1 1,0-1,-1 1,1-1,0 1,-1 0,1-1,0 1,0-1,-1 1,1 0,0 0,-6 11,1 1,0 0,1 0,0 0,1 1,1-1,0 1,1 0,0 3,0-5,-2 31,1 0,3 0,1 0,2 0,2-1,2 1,10 28,-10-44,1 0,2 0,1-2,0 1,2-1,1-1,1-1,1 0,1-1,1-1,1 0,5 1,9 4,-8-9</inkml:trace>
  <inkml:trace contextRef="#ctx0" brushRef="#br0" timeOffset="14550.864">17684 2660,'28'0,"26"0,28 0,17 0,8 2,-2 6,-20 1</inkml:trace>
  <inkml:trace contextRef="#ctx0" brushRef="#br0" timeOffset="14813.969">18313 3035,'-2'4,"0"0,0 0,1-1,0 1,-1 1,1-1,1 0,-1 0,0 0,1 0,0 1,0-1,0 0,1 0,0 0,-1 1,1-1,1 0,-1 0,1 0,-1 0,1-1,0 1,0 0,1-1,0 2,3-1,0 0,1 0,-1 0,1-1,0 0,0 0,0-1,0 0,0 0,1-1,-1 1,1-2,-1 1,1-1,-1 0,1-1,-1 0,0 0,1 0,-1-1,0 0,0 0,0-1,0 0,0-1,-1 1,6-5,-9 6,0-1,-1 1,0-1,1 0,-1 0,0 0,0 0,-1 0,1 0,-1-1,1 1,-1-1,0 1,0-1,-1 1,1-1,-1 0,1 1,-1-1,-1 1,1-1,0 0,-1 1,0-1,1 1,-1-1,-1 1,1-1,0 1,-2-1,-2-7,0 1,-1 0,0 1,-1-1,0 1,-1 0,0 1,0 0,-1 0,2 2,0 0,1 0,-2 1,1 0,-1 1,0-1,0 2,0-1,0 1,0 0,-1 1,0 0,1 0,-1 1,0 0,0 0,0 1,0 1,6 0,0 0,1 1,-1-1,0 1,1 0,-1 0,1 0,0 0,-1 0,1 1,0-1,0 1,1-1,-1 1,0 0,1 0,0 0,-1 0,1 0,0 0,1 0,-1 0,1 0,-1 0,1 0,0 1,0-1,0 0,0 0,1 0,0 0,-1 0,1 0,0 1,0-2,1 1,-1 0,0 0,1 0,0-1,0 1,0 0,0-1,0 0,0 0,1 1,0-1,30 30,4-4</inkml:trace>
  <inkml:trace contextRef="#ctx0" brushRef="#br0" timeOffset="15196.016">18740 3102,'-49'-316,"35"221,14 95,1-1,0 1,0 0,0-1,0 1,-1 0,1-1,0 1,0 0,0 0,0 0,0-1,0 1,0 0,0 0,0 1,0-1,0 0,-1 0,1 0,0 1,0-1,0 0,0 1,0-1,-1 1,1-1,0 1,0-1,-1 1,1-1,0 1,-1 0,1-1,0 1,-1 0,1 0,-1 0,4 2,222 120,-221-122,-1 0,0 1,0-1,0 1,0 0,0 0,0 0,-1 1,1-1,-1 1,0 0,1 0,-1 0,0 0,-1 1,1-1,-1 1,1-1,-1 1,0 0,-1 0,1 0,0 0,-1 1,0-1,0 0,-1 0,1 1,-1-1,0 0,0 4,-46 70,40-71,0 1,0 1,0-1,1 1,0 0,1 0,0 0,1 1,-2 3,5-10,0-1,0 0,0 0,0 0,0 0,0 0,1 1,-1-1,1 0,-1 0,1 0,0 0,0 0,0 0,0 0,0-1,0 1,1 0,-1-1,0 1,1 0,0-1,-1 0,1 1,0-1,-1 0,1 0,0 0,0 0,0 0,0 0,0-1,0 1,0-1,1 1,77 10,61-32,-107 10</inkml:trace>
  <inkml:trace contextRef="#ctx0" brushRef="#br1" timeOffset="-19733.479">7431 267,'9'123,"-5"123,-4-50,5-149,5-75,-7 9,-3 12,0 0,0 0,0 0,1 0,1 0,-1 1,1-1,0 1,0-1,1 1,0-1,0 1,1 0,-1 1,1-1,0 1,1-1,-1 1,1 0,0 1,1-1,-1 1,1 0,1-1,0 6,-1-1,0 1,1 0,-1 0,0 0,0 1,0 0,0 0,0 1,-1 0,1 0,-1 0,1 1,-1-1,0 1,0 1,-1-1,1 1,-1-1,0 1,-1 0,4 6,2 0,-1 1,0 0,0 1,-1 0,-1 0,0 0,-1 1,-1 0,0 0,1 11,-4-22,-1 1,0-1,0 1,0-1,0 1,-1-1,1 1,-1-1,0 0,0 1,0-1,-1 0,1 0,-1 0,1 1,-1-2,0 1,-1 0,1 0,0-1,-1 1,1-1,-1 0,0 1,0-1,0 0,0-1,0 1,0-1,0 1,0-1,-1 0,1 0,-1 0,1-1,0 1,-1-1,1 0,-3 0,-122 1,125-5,15-1,-9 4,13-5</inkml:trace>
  <inkml:trace contextRef="#ctx0" brushRef="#br1" timeOffset="-19376.326">7926 735,'2'0,"5"0,7 0,7 0,6 0,7 0,3 0,1 0,-2 0,-5 2,-8 1</inkml:trace>
  <inkml:trace contextRef="#ctx0" brushRef="#br1" timeOffset="-19105.932">7992 896,'21'7,"15"4,11 1,7-2,3-3,0-2,-8-3</inkml:trace>
  <inkml:trace contextRef="#ctx0" brushRef="#br1" timeOffset="-18819.889">8634 802,'-10'24,"11"-17,-1 0,1-1,0 1,1-1,0 0,0 1,0-1,1 0,0 0,0 0,0-1,1 1,0-1,0 1,0-1,1-1,-1 1,1-1,0 1,1-1,-1-1,1 1,0-1,0 0,0 0,0-1,0 0,0 0,1 0,-1-1,1 0,-1 0,1 0,0-1,-1 0,1-1,-1 1,1-1,-1 0,1-1,-1 0,3-1,1-1,-1 0,0-1,0 0,-1-1,1 0,-1 0,0 0,-1-1,0-1,0 1,0-1,-1 0,0-1,-1 1,0-1,0 0,-1 0,0-1,-1 0,0 1,0-1,-1 0,0 0,-1 0,0-1,-1-7,-1 12,0-1,0 1,-1 0,0 0,-1 0,1 0,-1 0,0 1,0-1,-1 1,0 0,0 0,0 0,0 1,-1-1,0 1,0 0,0 0,0 1,-1-1,1 1,-1 0,0 1,0-1,0 1,0 1,0-1,-5-1,1 1,-1 0,1 0,-1 1,0 1,1 0,-1 0,0 1,0 1,1-1,-1 2,1-1,0 2,-1-1,-6 4,11-3,-1 0,1 0,0 0,0 1,0 0,1 0,-1 0,1 1,0 0,1 0,0 0,0 0,0 1,0 0,1 0,0 1,-6 24</inkml:trace>
  <inkml:trace contextRef="#ctx0" brushRef="#br1" timeOffset="-17321.667">11321 402,'14'13,"11"10,5 7,6 5,5 2,2 1,1-1,0-3,-4-5,-3-4,-8-7</inkml:trace>
  <inkml:trace contextRef="#ctx0" brushRef="#br1" timeOffset="-16983.965">11909 308,'-8'40,"-2"-1,-2 0,-1-1,-2 0,-13 20,9-17,2 0,2 0,1 2,-3 21,15-49,1 1,1-1,0 1,1-1,0 1,1-1,1 1,0-1,2 0,-1 0,2-1,0 0,1 1,2 3,26 51,-25-56</inkml:trace>
  <inkml:trace contextRef="#ctx0" brushRef="#br1" timeOffset="-16748.037">12016 709,'14'-2,"11"-1,10 0,9-2,8 0,4 1,2 1,-2 1,-9 1,-12 1</inkml:trace>
  <inkml:trace contextRef="#ctx0" brushRef="#br1" timeOffset="-16548.717">12137 909,'18'0,"15"0,16-2,10-4,8-4,2-3,0-2,-13 1</inkml:trace>
  <inkml:trace contextRef="#ctx0" brushRef="#br1" timeOffset="-16282.801">12832 842,'23'6,"1"0,0-2,0-1,0-1,0-1,6-2,-24 1,1 0,-1-1,0 1,0-2,0 1,0-1,0 0,0 0,0 0,0-1,-1 0,1 0,-1-1,0 1,0-1,0 0,0 0,-1-1,0 0,0 1,0-2,0 1,-1 0,0-1,0 1,0-2,0 1,-1 0,1 0,-1 0,-1 0,1-1,-1 1,0 0,0-1,-1 1,0-1,0 1,-1-1,0 1,0-1,0 1,-1 0,1 0,-2 0,1 0,-1 0,0 0,0 0,0 1,-1-1,0 1,0 0,0 0,-1 1,0-1,1 1,-2 0,1 0,0 1,-1 0,0-1,-4 0,-7 2,1 0,-1 2,1 0,-1 1,1 1,-1 0,1 1,0 1,0 0,1 2,-1-1,1 2,0 0,1 1,-1 0,2 1,-1 1,1 1,-32 19</inkml:trace>
  <inkml:trace contextRef="#ctx0" brushRef="#br1" timeOffset="-18271.896">9823 748,'16'0,"15"0,15 0,13-2,11-3,7-1,2-1,-4 0,-8 1,-14 2</inkml:trace>
  <inkml:trace contextRef="#ctx0" brushRef="#br1" timeOffset="-18037.392">9864 909,'18'0,"13"0,8 0,6 0,8 0,5 0,2-2,2-4,-2-2,-11 0</inkml:trace>
  <inkml:trace contextRef="#ctx0" brushRef="#br1" timeOffset="-17708.656">10398 535,'84'49,"-29"-22,-34-19,0 2,-1 0,0 2,0 0,-2 1,1 1,-2 1,12 11,-25-21,0 1,-1-1,1 1,-1-1,0 1,0 0,-1 0,0 0,0 1,0-1,-1 0,0 1,0-1,0 1,-1-1,0 1,-1-1,1 1,-1-1,0 1,-1-1,0 0,0 1,0-1,-1 0,1 0,-2-1,1 1,0-1,-1 1,0-1,-1 0,1 0,-4 2,-14 14,0-2,-1 0,-1-2,-1 0,-1-2,-25 12,21-14</inkml:trace>
  <inkml:trace contextRef="#ctx0" brushRef="#br0" timeOffset="-762.117">13246 1738,'15'-54,"-2"0,-2-1,-3 0,-2-3,-4-83,-2 141,0 1,0-1,0 0,0 0,0 1,0-1,0 0,0 0,0 1,0-1,0 0,0 0,0 1,0-1,0 0,0 0,0 1,0-1,-1 0,1 0,0 1,0-1,0 0,0 0,-1 0,1 1,0-1,0 0,0 0,-1 0,1 0,0 0,0 1,-1-1,1 0,0 0,0 0,-1 0,1 0,0 0,0 0,-1 0,1 0,0 0,0 0,-1 0,1 0,0 0,-1 0,1 0,0 0,0-1,-1 1,-8 37,1 1,2 0,2 0,1 0,2 35,0-42,2 1,2 0,1-1,1 1,1-1,2-1,1 1,10 19,-3-15</inkml:trace>
  <inkml:trace contextRef="#ctx0" brushRef="#br0" timeOffset="-1752.387">11615 1404,'14'7,"11"6,5 11,6 8,2 7,3 4,0 2,0-3,-2-3,-3-7,-1-8,-4-9,-8-6</inkml:trace>
  <inkml:trace contextRef="#ctx0" brushRef="#br0" timeOffset="-1439.861">12216 1323,'-65'209,"49"-156,3 1,1 0,-1 35,11-69,1 0,0 0,2 0,0 1,2-1,0 0,1 0,1-1,1 1,0-1,6 9,29 28,-29-50</inkml:trace>
  <inkml:trace contextRef="#ctx0" brushRef="#br0" timeOffset="-1224.734">12337 1604,'20'0,"19"0,15-2,11-1,8-2,0 0,-5 0,-12 2,-16 1</inkml:trace>
  <inkml:trace contextRef="#ctx0" brushRef="#br0" timeOffset="-1054.226">12484 1805,'21'0,"17"0,19-4,13-5,6-4,-9-1</inkml:trace>
  <inkml:trace contextRef="#ctx0" brushRef="#br0" timeOffset="-2620.793">10158 1765,'18'2,"16"-1,12-1,11-3,4-1,-1 1,-7 2,-12 5,-13 0</inkml:trace>
  <inkml:trace contextRef="#ctx0" brushRef="#br0" timeOffset="-2370.114">10078 1939,'16'-3,"16"0,17-2,14-2,9-3,6 0,2 1,-7-2,-15 2</inkml:trace>
  <inkml:trace contextRef="#ctx0" brushRef="#br0" timeOffset="-2103.445">10546 1537,'14'8,"1"0,0-2,0 0,1 0,-1-2,1 0,0-1,12 1,-8 0,91 14,-53-11,-1 3,-1 3,1 2,34 15,-83-27,0 1,0 0,0 0,-1 1,0 0,1 1,-2-1,1 1,2 4,-7-8,0 0,0 0,-1 1,1-1,-1 1,0 0,1-1,-1 1,0 0,-1 0,1 0,0 0,-1-1,1 1,-1 0,0 0,0 0,0 0,-1 0,1 0,-1 0,0 0,1 0,-1-1,0 1,-1 0,1 0,0-1,-1 1,-8 10,-1 0,0-1,0 0,-1-1,-1 0,0-1,0-1,-1 0,-10 5,13-7,-162 99,133-79</inkml:trace>
  <inkml:trace contextRef="#ctx0" brushRef="#br0" timeOffset="-3853.886">7538 1404,'-12'112,"12"-81,-1 440,6-409,-5-62,0-1,0 1,0 0,0 0,0 0,1 0,-1 0,0 0,0 0,0 0,1 0,-1 0,0 0,0-1,0 1,0 0,1 0,-1 0,0 0,0 0,0 1,0-1,1 0,-1 0,0 0,0 0,0 0,1 0,-1 0,0 0,0 0,0 0,0 0,0 1,1-1,-1 0,0 0,0 0,0 0,0 0,0 0,0 1,0-1,1 0,-1 0,0 0,0 1,0-1,0 0,0 0,0 0,0 0,0 1,0-1,7-19,-7 17,62-151,-58 144,1 1,1-1,-1 1,1 0,1 1,0-1,0 1,0 1,1-1,-1 1,2 1,-1 0,1 0,-1 0,6-1,-11 5,0 0,-1 0,1 0,0 1,0-1,0 1,-1 0,1 0,0 0,0 0,0 0,-1 1,1-1,0 1,0 0,-1-1,1 1,0 1,-1-1,1 0,-1 1,0-1,1 1,-1 0,0-1,0 1,0 0,0 1,0-1,-1 0,1 0,0 1,2 5,0-1,-1 1,1 0,-1 1,-1-1,0 0,0 1,0-1,0 10,-2-8,1 1,-2-1,1 0,-1 1,-1-1,0 0,0 1,-1-1,-1 0,1-1,-2 1,1-1,-1 0,-1 0,1 0,-2-1,1 1,-1-2,0 1,-1-1,0 0,0 0,0-1,-1 0,0-1,0 0,0 0,-1-1,1 0,-8 1,9-2,1 0,-1-1,-1-1,1 1,0-1,0 0,-1-1,1 0,0 0,-1-1,-1 0,9 0,0 1,1 0,-1 0,0-1,0 1,0-1,1 1,-1-1,0 1,0-1,1 1,-1-1,1 1,-1-1,0 0,1 1,-1-1,1 0,-1 0,1 1,0-1,-1 0,1 0,0 0,0 0,-1 1,1-1,0 0,0 0,0 0,0 0,0 0,0 0,0 1,1-1,-1 0,0 0,0 0,1 0,-1 0,0 1,1-1,-1 0,1 0,-1 1,1-1,-1 0,1 1,0-1,0 0,11-15</inkml:trace>
  <inkml:trace contextRef="#ctx0" brushRef="#br0" timeOffset="-3581.599">8100 1778,'6'0,"12"0,12 0,12-2,10-3,5-1,1 1,-6 1,-12 6,-14 4,-13 2</inkml:trace>
  <inkml:trace contextRef="#ctx0" brushRef="#br0" timeOffset="-3363.763">8166 1979,'16'0,"16"0,13 0,9 0,7 0,5 0,2 0,-1 0,-12 0</inkml:trace>
  <inkml:trace contextRef="#ctx0" brushRef="#br0" timeOffset="-3147.378">9062 1885,'17'-47,"-2"0,-2-1,-2 0,-2-4,5-19,-8 61,-1 25,-1 41,-3 0,-2 0,-6 33,-1 96,10-160,1-7</inkml:trace>
  <inkml:trace contextRef="#ctx0" brushRef="#br0" timeOffset="-2964.297">9062 2072,'-3'2,"7"1,14-2,17-4,16-6,14-6,6-2,-8 1</inkml:trace>
  <inkml:trace contextRef="#ctx0" brushRef="#br1" timeOffset="-40040.487">1361 2780,'-18'0,"-11"0,-4 0,-2 0,1 0,1 0,2 0,4 0,3 0,4 0</inkml:trace>
  <inkml:trace contextRef="#ctx0" brushRef="#br1" timeOffset="-36082.323">706 2874,'-28'-39,"28"38,0 0,0 1,0-1,0 0,1 0,-1 0,0 0,0 0,0 1,1-1,-1 0,0 0,1 0,-1 1,1-1,-1 0,1 1,-1-1,1 0,0 1,-1-1,1 1,0-1,-1 1,1-1,0 1,-1-1,1 1,0 0,0-1,0 1,0 0,-1 0,1 0,0-1,0 1,0 0,0 0,0 0,-1 1,1-1,0 0,0 0,0 0,0 0,-1 1,1-1,0 0,0 1,-1-1,1 1,0-1,0 1,-1 0,5-1,283-6,75 0,-332 3,-1-1,1-2,-1-1,18-6,-20 4,0 1,1 2,-1 1,2 1,13 1,16 3,0-2,0-3,8-4,25-3,1 4,0 5,15 4,-75-1,73-7,-75 4,0 1,0 1,0 2,15 2,27 4,0-3,57-5,-46 0,482 0,-162-12,763 13,-1084 11,-80-10,0 0,0 0,-1 0,1 0,0 1,-1-1,1 1,-1 0,1 0,-1-1,0 2,0-1,0 0,0 0,0 1,-1-1,1 1,-1-1,1 1,-1 0,0-1,0 1,0 0,0 0,-1 0,1 0,-12 106,10-57,2 0,2-1,2 1,7 23,4 42,100 727,-72-623,-14-70,3 64,-6 39,-19-198,-2 1,-2-1,-3 17,-1-67,1 2,0 1,0-1,-1 0,0 0,-1 1,1-1,-2 0,1 0,-1 0,0 0,-1 0,0 0,0-1,0 1,-1-1,-1 0,1 0,-1 0,0-1,0 0,-1 0,0 0,-4 3,0-4,-1 0,0-1,-1 0,1-1,0 0,-1-1,0 0,1-1,-1 0,-4-1,-32 5,-460 63,293-42,-76-7,-89 8,-619 57,716-62,-50-11,-245-23,176-17,249 17,-1 7,-2 7,17-1,95 2,0 1,1 2,0 3,-15 5,17-5,34-6,0-1,0-1,-1 1,1-1,0 0,-1-1,1 1,-1-2,1 1,-1-1,1 0,-1 0,1-1,0 0,0-1,0 1,0-1,0-1,0 1,1-1,0 0,0-1,0 1,0-1,1 0,0-1,0 0,0 1,-1-3,-5-13,1-1,0 0,1-1,2 0,0 0,-1-14,-4-9,-46-185,11-2,9-2,0-139,15-124,25 384,5-1,12-51,-14 123,4-2,1 1,3 1,1 0,2 0,4-2,-19 41,7-16,-4 9,0-1,1 1,1 0,0 0,0 0,1 1,0 0,2-2,81-33,-19 8,-43 21,1 2,0 0,1 2,0 1,13-2,-27 11,1 1,-1 0,0 1,0 1,0 1,1 0,9 3,26 3,0-3,0-2,0-3,0-1,9-4,-25 0</inkml:trace>
  <inkml:trace contextRef="#ctx0" brushRef="#br1" timeOffset="-34848.578">292 4332,'-90'19,"90"-19,0 0,0 0,1 0,-1 0,0 1,0-1,0 0,1 0,-1 0,0 0,0 0,0 0,0 0,1 1,-1-1,0 0,0 0,0 0,0 0,0 1,1-1,-1 0,0 0,0 0,0 0,0 1,0-1,0 0,0 0,0 1,0-1,0 0,0 0,0 0,0 1,0-1,0 0,0 0,0 0,0 1,0-1,0 0,0 0,-1 0,1 1,0-1,0 0,0 0,0 0,0 0,0 1,-1-1,1 0,67-33,205-166,-175 123,846-605,-717 526,945-629,-917 633,-222 138,-27 17,-77 55,25-20,34-25</inkml:trace>
  <inkml:trace contextRef="#ctx0" brushRef="#br1" timeOffset="-33754.851">1121 5375,'14'-5,"-1"-1,1 0,-1-1,0 0,-1-1,0-1,0 1,2-4,7-5,409-339,-308 250,296-265,248-207,-458 412,6 10,8 9,176-85,-251 159,-134 63,1-1,-2-1,0 0,0-1,-1 0,7-12,7-8,-1-1,-29 24,-5 10</inkml:trace>
  <inkml:trace contextRef="#ctx0" brushRef="#br1" timeOffset="-32835.449">3327 5361,'9'-1,"0"-1,0-1,0 0,0 0,-1 0,1-1,-1-1,0 1,0-1,0-1,-1 1,4-5,4-1,445-355,-25 35,305-167,-469 326,-256 165,-33 22,16-13,-55 48,55-39,1-6</inkml:trace>
  <inkml:trace contextRef="#ctx0" brushRef="#br1" timeOffset="-32116.775">4610 5508,'-1'-3,"1"-1,-1 1,1 0,-1 0,1-1,0 1,1 0,-1-1,0 1,1 0,0-1,0 1,0 0,0 0,0 0,1 0,-1 0,1 0,0 0,0 0,0 1,0-1,0 1,94-79,-70 63,199-133,7 9,48-11,-226 128,-67 49,1-12</inkml:trace>
  <inkml:trace contextRef="#ctx0" brushRef="#br1" timeOffset="-14712.268">1963 628,'-15'-1,"-1"1,1 1,0 0,1 1,-1 1,0 0,1 1,-1 0,1 1,0 1,0 0,1 1,0 0,0 1,1 1,0 0,-8 9,1 3,2 2,0 0,2 1,0 0,2 1,1 1,1 0,1 1,1 0,1 0,2 1,1 0,1 0,0 16,2-29,1 0,0 0,1 1,1-1,0 0,1 0,0 0,2 0,0 0,0 0,1-1,1 0,0 0,1 0,1-1,0 0,1-1,0 1,1-2,0 1,1-1,0-1,9 6,6-1,2-1,0-1,0-1,1-2,0-1,1-2,-1 0,2-2,-1-1,0-2,1-1,13-1,-19 1,0-1,0-1,0-1,0-1,0-2,0 0,-1-1,0-2,0 0,-1-2,0 0,-1-2,0-1,-1 0,0-1,-1-2,-1 0,0-1,-1 0,9-13,-14 11,0-1,-1 0,-1-1,-1 0,-1-1,-1 0,0 0,-2-1,-1 0,-1 0,0 0,-2 0,-1-21,-1 27,0 0,-2 1,0-1,-1 0,-1 1,-1 0,0 0,-1 0,0 0,-1 1,-1 0,-1 1,0 0,0 0,-2 1,0 0,0 1,-1 0,-8-6,2 5,1 2,-1 0,-1 1,0 1,-1 1,1 0,-1 2,-1 0,1 1,-1 1,0 1,0 1,-20 1,6 1,1 2,0 2,-1 1,2 1,-1 2,1 1,0 2,-5 3,12-2,0 0,1 2,1 1,0 0,-20 19,-14 19</inkml:trace>
  <inkml:trace contextRef="#ctx0" brushRef="#br1" timeOffset="-13847.095">4370 441,'-7'-2,"-7"-5,-1 1,1 1,-1 0,0 1,0 1,0 0,-1 2,1-1,0 2,-1 0,1 0,-10 3,0 5,-1 2,2 0,-1 2,1 0,1 2,0 0,1 2,1 1,1 0,0 1,1 2,1 0,1 0,0 2,2 0,-4 9,5-9,2 1,1 0,1 1,1 0,1 0,1 1,1 0,1 0,1 0,0 14,3-23,1-1,1 1,0 0,0 0,2 0,0-1,1 0,0 1,2-1,-1-1,2 1,0-1,0 0,2 0,0-1,0-1,7 7,5-1,1-1,1-1,0-1,1 0,1-2,0-2,1 0,0-1,1-2,0 0,0-2,0-1,1-1,0-2,6 0,3 1,0-2,-1-1,1-2,-1-1,1-2,-1-2,0-1,-1-2,16-7,-32 11,0-2,-1-1,0 0,-1-1,0-1,-1 0,0-1,-1-1,0-1,-1 0,0-1,-1 0,-1-1,-1 0,0-1,-1-1,-1 1,1-4,-1-4,-1-1,-1 0,-2 0,0-1,-2 0,-1 0,-1 1,-1-1,-1 0,-2 0,0 0,-2 1,-1-1,-1 1,-1 1,-2-1,0 1,-11-16,14 27,-2 0,0 1,0 0,-2 1,1 0,-1 0,-1 1,0 1,-1 0,0 1,0 0,-1 1,0 0,0 1,-1 1,0 0,0 1,0 1,-1 0,0 1,0 1,0 0,0 1,-14 1,-10 7,0 2,0 1,1 2,1 2,0 1,1 2,1 1,0 2,2 2,-9 8,-99 63</inkml:trace>
  <inkml:trace contextRef="#ctx0" brushRef="#br0" timeOffset="-6137.617">2337 1685,'-25'-10,"-1"1,-1 1,0 2,0 1,0 0,-1 2,1 2,-1 0,1 2,-1 0,1 3,-1 0,1 1,-18 7,26-4,1 0,1 1,-1 1,2 1,-1 0,2 1,-1 1,2 1,0 0,0 0,1 1,1 1,1 1,0-1,1 1,1 1,1 0,0 0,1 1,-1 7,0 6,2 1,1-1,1 1,2 0,1-1,2 1,3 24,-1-41,1 0,0-1,1 1,1-1,0-1,1 1,1-1,0 0,1 0,0-1,1-1,1 0,0 0,0-1,1 0,1-1,0 0,0-1,1 0,0-1,0-1,1-1,0 0,0 0,0-2,10 2,-5-1,0 0,1-2,-1-1,1 0,0-2,-1 0,1-1,0-1,-1-2,1 1,-1-2,0-1,0 0,-1-2,0 0,0-1,-1-1,3-3,4-3,-1-2,-1 0,-1-1,-1-2,0 0,-2-1,0-1,9-17,-20 25,-2 0,0-1,-1 1,0-1,-1 0,-1 0,-1-1,0 1,-1 0,-1-1,-1 1,0-1,-1 1,0 0,-2 0,0 0,0 0,-2 0,0 1,0 0,-2 0,0 1,-1 0,0 0,-1 1,0 0,-1 1,0 0,-1 1,-1 0,0 1,-12-8,8 7,-1 0,-1 1,0 0,0 2,-1 0,0 2,0 0,-1 1,0 1,1 1,-1 0,-1 2,1 1,0 0,0 2,0 0,0 1,1 1,-1 2,1 0,0 0,0 2,1 1,0 0,0 1,1 1,1 1,-14 12,-16 24</inkml:trace>
  <inkml:trace contextRef="#ctx0" brushRef="#br0" timeOffset="-5134.703">4650 1617,'-23'-12,"-1"2,1 0,-1 1,-1 1,0 1,0 2,0 0,-1 2,1 1,-1 1,-25 2,38 0,-1 2,0 0,1 1,-1 0,1 1,0 0,1 1,-1 1,1 0,1 0,-1 2,1-1,0 1,1 1,0 0,1 0,0 1,1 0,0 0,0 1,1 0,1 1,0-1,1 1,0 1,-2 12,-2 3,1 1,2 0,1 0,2 1,1 0,1-1,2 1,0 0,3-1,0 1,2-1,1 0,4 6,-6-23,1 1,1-2,0 1,1-1,0 0,1 0,0-1,1 0,0-1,0 0,1-1,1 0,0-1,0 0,0 0,1-2,0 1,0-2,1 0,0 0,0-2,0 1,0-2,13 2,0-1,0 0,-1-2,1-1,0-1,0-1,-1-1,1-2,-1-1,0 0,0-2,-1-1,0-2,-1 0,0-1,-1-1,0-2,-1 0,-1-1,6-7,-18 13,-1 0,0-1,-1 0,0 0,0-1,-2 0,1 0,-1 0,-1-1,-1 0,1 0,-2 0,0 0,0 0,-2-1,1 1,-2 0,0-5,-2-8,0 0,-2 0,-1 1,-1-1,-1 2,-2-1,0 1,-12-20,13 27,-1 0,0 1,-1 0,-1 1,0 1,-1 0,-1 0,0 1,0 1,-2 0,1 1,-1 1,-1 1,0 0,0 1,-1 0,0 2,0 0,-1 1,1 1,-1 1,0 0,0 2,0 0,0 1,-1 1,-4 3,1 1,0 1,0 1,1 1,0 2,0 0,1 1,0 0,1 2,1 1,0 0,1 2,0 0,-11 13,-26 30</inkml:trace>
  <inkml:trace contextRef="#ctx0" brushRef="#br0" timeOffset="19758.343">7939 7099,'19'8,"173"-1,-123-8,314-13,166-35,-303 29,-222 19</inkml:trace>
  <inkml:trace contextRef="#ctx0" brushRef="#br0" timeOffset="20498.221">8100 7968,'46'6,"2"-1,-1-3,0-2,7-2,-7 1,765-10,-691 1,-97-7,-23 8</inkml:trace>
  <inkml:trace contextRef="#ctx0" brushRef="#br0" timeOffset="21097.108">9075 6257,'12'21,"1"0,1 0,0-1,2-1,1-1,0 0,1-1,3 1,16 18,52 51,-5 4,-3 3,45 74,-94-120,-3 0,-1 2,-3 2,-3 0,-1 1,-3 1,-2 1,-3 0,0 14,-7-14,-2 1,-3-1,-2 1,-2 0,-3-1,-3 0,-2 0,-2-1,-2-1,-4 2,-9 20,-4-1,-3-2,-3-1,-3-2,-3-2,-34 39,46-64,-2-2,-1-2,-2-1,-1-2,-2-1,-1-2,-26 13,66-44,-1 1,0 0,-1-1,1 1,-1-1,1 1,-1-1,0 0,1 0,-1 0,0 0,0-1,0 1,1-1,-1 1,0-1,0 0,0 0,0-1,0 1,0-1,-2 0,4 0,0-1,0 0,1 1,-1-1,1 0,-1 1,1-1,-1 0,1 0,0 0,0 1,0-1,0 0,0 0,0 0,1 1,-1-1,1 0,-1 0,1 1,-1-1,1 0,0 1,0-1,0 1,0-1,0 1,1-1,22-37,4 0</inkml:trace>
  <inkml:trace contextRef="#ctx0" brushRef="#br0" timeOffset="22312.402">9596 6257,'54'29,"-1"2,-2 3,43 36,-52-36,-1 2,-2 1,-2 2,-2 1,-1 2,-2 2,-2 0,-2 3,-2 0,-2 1,-2 1,-3 2,-1 0,-3 0,4 32,-9-22,-3 1,-2 0,-3 0,-3 0,-2 0,-4 0,-1 0,-4-1,-2-1,-17 45,-5-6,-4-1,-4-3,-4-1,-4-2,-4-3,-4-3,-9 5,49-67,20-24,0-1,0 1,0 0,-1 0,1 0,0 0,0-1,0 1,0 0,0 0,0 0,-1 0,1-1,0 1,0 0,0 0,0 0,-1 0,1 0,0 0,0 0,0 0,-1 0,1 0,0 0,0 0,0 0,-1 0,1 0,0 0,0 0,0 0,-1 0,1 0,0 0,0 0,0 0,-1 0,1 0,0 0,0 0,0 0,11-27,-8 20,6-17</inkml:trace>
  <inkml:trace contextRef="#ctx0" brushRef="#br0" timeOffset="23011.425">9944 6350,'101'26,"-79"-17,697 269,-422-152,-6 13,80 62,-307-162,-2 3,-2 2,-1 4,27 30,-64-57,-2 2,-1 0,0 1,-2 0,-1 2,0 0,-2 1,-2 0,0 1,-2 0,-1 1,4 20,-8-19,-1-1,-1 1,-2 0,-1 0,-1 0,-2 0,-3 13,6-43,-1 0,1 0,0 0,0 0,0 0,0 0,-1 0,1 0,0 0,0 0,0 0,-1 0,1 0,0 0,0 0,0 0,0 0,-1 0,1 1,0-1,0 0,0 0,0 0,0 0,-1 0,1 0,0 1,0-1,0 0,0 0,0 0,0 0,-2-20,1-4</inkml:trace>
  <inkml:trace contextRef="#ctx0" brushRef="#br0" timeOffset="24729.88">9890 8824,'102'-17,"0"-5,-1-4,-25 7,760-189,-689 169,-2-6,83-40,-167 58,0-3,-3-2,0-3,-3-2,0-3,-3-1,5-10,86-80,-144 131,1 0,0 0,0 0,-1 0,1 1,0-1,-1 0,1 0,0 0,0 0,-1 0,1-1,0 1,0 0,-1 0,1 0,0 0,0 0,-1 0,1 0,0 0,0-1,-1 1,1 0,0 0,0 0,0-1,-1 1,1 0,0 0,0 0,0-1,0 1,-1 0,1 0,0-1,0 1,0 0,0 0,0-1,0 1,0 0,0-1,0 1,0 0,0 0,0-1,0 1,0 0,0-1,0 1,0 0,0 0,1-1,-1 1,0 0,0 0,0-1,0 1,0 0,1 0,-1 0,0-1,0 1,0 0,1 0,-1 0,0 0,-12-2</inkml:trace>
  <inkml:trace contextRef="#ctx0" brushRef="#br0" timeOffset="26799.332">7725 5909,'-11'16,"2"-1,0 2,1-1,0 1,1 1,1-1,1 1,1 0,0 0,1 1,1-1,1 1,1-1,0 1,2-1,0 1,0-1,2 0,1 0,0 0,4 7,-3-15,1 0,0 0,1-1,0-1,0 1,1-1,0 0,1-1,-1 0,1-1,1 0,-1 0,1-1,0-1,0 0,1 0,-1-1,1-1,0 0,-1 0,1-1,0 0,0-1,0-1,0 0,0-1,-1 0,7-2,-11 3,0-1,0-1,0 1,-1-1,1 0,0-1,-1 1,0-1,0-1,0 1,-1-1,0 0,1 0,-2 0,1-1,-1 0,1 0,-2 0,1 0,-1-1,0 0,0 1,-1-1,1 0,-2 0,1 0,-1-1,0 1,-1 0,1 0,-2-7,1-6,-2 0,0 1,-1 0,-2-1,1 1,-2 1,-1-1,0 1,-1 0,-1 0,-1 1,0 1,-1-1,-1 2,-1 0,-11-12,19 21,-1 1,1 0,-1 0,0 0,0 1,0-1,-1 1,0 1,1 0,-1 0,0 0,-1 0,1 1,0 1,-1-1,1 1,-1 0,1 1,-1 0,0 0,1 0,-1 1,1 0,-1 1,1 0,0 0,0 0,0 1,0 0,0 1,0-1,1 1,-1 1,1-1,0 1,1 0,-2 2,-2 5,2-1,0 2,0-1,1 1,0 0,1 1,1-1,0 1,1 0,0 7,-5 29</inkml:trace>
  <inkml:trace contextRef="#ctx0" brushRef="#br0" timeOffset="27228.453">7203 5615,'-9'11,"-1"11,6 9,11 7,10 5,10 3,5 2,0-1,1-4,-6-9</inkml:trace>
  <inkml:trace contextRef="#ctx0" brushRef="#br0" timeOffset="27685.823">8046 5334,'2'23,"8"18,9 17,10 14,7 10,0 10,-7-11</inkml:trace>
  <inkml:trace contextRef="#ctx0" brushRef="#br0" timeOffset="29397.978">8366 7981,'-268'8,"150"3,-1 4,-7 7,-25 3,-105 2,82-11,36-7,-72 11,112-2,-1-3,-90 0,-306 6,-35-1,-105 19,482-31,-93 20,192-21,-41 1,-1-5,-15-4,93-1,19 2,-1 0,0 0,0 0,0 0,0 0,1 0,-1 0,0 0,0 0,0 0,0 0,0-1,0 1,1 0,-1 0,0 0,0 0,0 0,0-1,0 1,0 0,0 0,0 0,0 0,0-1,0 1,1 0,-1 0,0 0,0 0,0-1,0 1,0 0,-1 0,1 0,0 0,0-1,0 1,0 0,0 0,0 0,0 0,0-1,0 1,22-6,-12 2</inkml:trace>
  <inkml:trace contextRef="#ctx0" brushRef="#br0" timeOffset="30075.866">4303 6978,'3'157,"7"0,10 21,5-22,-18-152,-3-19,-4 11,2-6,-1 0,1 1,0-1,1 1,0-1,1 1,0 0,0 0,1 1,0-1,1 1,0 0,0 0,0 1,1 0,0 0,1 1,0-1,0 2,0-1,0 1,2 0,0 1,-1 1,1 0,-1 1,1 0,0 0,0 1,0 0,0 1,0 0,-1 1,1 0,0 0,0 1,0 0,-1 1,1 0,-1 1,0 0,0 0,0 1,0 0,-1 0,0 1,0 0,-1 1,0 0,0 0,0 0,-1 1,0 0,0 0,-1 1,0 0,3 7,-7-10,1 1,-1 0,0-1,0 1,-1 0,0 0,0 0,-1 0,0 0,0-1,0 1,-1 0,0-1,-1 1,1-1,-1 0,0 0,-1 0,1 0,-1 0,0-1,-1 0,1 0,-1 0,0 0,-1-1,1 1,-1-2,1 1,-1 0,0-1,-7 2,-4 2,0-1,0-1,0-1,-1 0,0-1,1-1,-1-1,0 0,0-2,0 0,-4-1,19 2,-37-16,56-1,6 7,3 0</inkml:trace>
  <inkml:trace contextRef="#ctx0" brushRef="#br0" timeOffset="31600.49">12390 7781,'108'-2,"0"-5,-1-5,49-13,-124 19,149-29,161-9,-56 27,335-30,303-36,-256 39,323-44,-711 70,-221 12,-46 0</inkml:trace>
  <inkml:trace contextRef="#ctx0" brushRef="#br0" timeOffset="32161.506">13553 6297,'7'14,"7"11,10 8,10 7,8 5,9 0,4-2,2-2,-1-3,-7-6,-8-4,-12-4,-11-7</inkml:trace>
  <inkml:trace contextRef="#ctx0" brushRef="#br0" timeOffset="32528.721">14275 6216,'0'1,"-1"-1,1 0,0 0,0 1,0-1,-1 0,1 0,0 0,-1 1,1-1,0 0,0 0,-1 0,1 0,0 0,-1 1,1-1,0 0,-1 0,1 0,0 0,-1 0,1 0,0 0,-1 0,1 0,0-1,-1 1,1 0,0 0,-1 0,1 0,0 0,-1 0,1-1,0 1,-1 0,1 0,0-1,0 1,0 0,-1 0,1-1,0 1,0 0,0 0,-1-1,-19 32,1 0,2 1,1 1,1 0,-10 35,17-42,1-1,1 1,0 0,3 0,0 0,1 1,2-1,0 1,2-1,1 1,1-1,2 0,0-1,9 22,83 185,-89-212,-6-17</inkml:trace>
  <inkml:trace contextRef="#ctx0" brushRef="#br0" timeOffset="32782.042">14502 6510,'14'-2,"11"-1,10 0,9 1,6 0,5 1,5 1,2 0,-6 0,-9 0,-14 0</inkml:trace>
  <inkml:trace contextRef="#ctx0" brushRef="#br0" timeOffset="32964.892">14583 6711,'21'3,"15"-3,13 0,10-3,8-3,5 0,-11 0</inkml:trace>
  <inkml:trace contextRef="#ctx0" brushRef="#br0" timeOffset="33618.225">15478 6109,'33'253,"-19"-131,5 0,19 55,-29-150,-1-21,-6-28,-2 19,1-15,17-118,-16 128,0 0,0 1,1 0,0-1,0 1,1 0,0 0,0 1,1-1,0 1,0 0,0 0,1 1,0 0,0 0,1-1,-2 3,-1 1,1-1,0 1,-1 0,1 1,0-1,1 1,-1 0,0 0,0 1,0-1,0 1,1 0,-1 1,0-1,0 1,0 0,0 0,0 1,0-1,0 1,0 0,0 1,-1-1,1 1,-1 0,4 3,3 2,-1 1,0 0,-1 0,0 2,0-1,-1 1,0 0,-1 0,0 1,1 4,-4-9,0 0,-1 0,0 0,0 0,0 1,-1-1,0 1,-1-1,1 1,-1 0,-1 0,0-1,0 1,0 0,-1 0,0 0,-1-1,1 1,-2-1,1 1,-1-1,0 0,0 0,-1 0,0 0,0-1,-1 1,0-1,-1 1,-10 2,0 0,-1-1,0-1,0 0,0-1,-1-1,0-1,0-1,0 0,-1-1,1-1,0-1,-1 0,1-2,-7-1,2 2,-65-2,82 2,7 1</inkml:trace>
  <inkml:trace contextRef="#ctx0" brushRef="#br0" timeOffset="34349.204">11000 9305,'9'16,"8"14,5 14,4 12,1 11,2 8,-3 2,-1 1,-2-3,-6-5,-2-8,-3-9,-2-15</inkml:trace>
  <inkml:trace contextRef="#ctx0" brushRef="#br0" timeOffset="34613.552">11375 9452,'0'5,"4"7,7 15,7 14,8 16,7 11,4 9,0 4,-1-1,-5-2,-5-8,-7-10,-7-14</inkml:trace>
  <inkml:trace contextRef="#ctx0" brushRef="#br0" timeOffset="34906.087">10907 9974,'13'15,"17"11,13 7,14 7,11 4,10 3,4 1,6-2,0-1,-3-4,-5-4,-15-9</inkml:trace>
  <inkml:trace contextRef="#ctx0" brushRef="#br0" timeOffset="35152.401">12109 9880,'-11'11,"-9"15,-5 20,-2 15,-3 13,1 7,0 5,0-2,6-15</inkml:trace>
  <inkml:trace contextRef="#ctx0" brushRef="#br0" timeOffset="35708.342">10879 9131,'-11'21,"-100"203,102-194,10-30,-1-1,0 1,0 0,1 0,-1 0,0-1,1 1,-1 0,0 0,1 0,-1 0,0 0,1 0,-1-1,0 1,1 0,-1 0,1 0,-1 0,0 0,1 1,-1-1,0 0,1 0,-1 0,0 0,1 0,-1 0,0 0,1 1,-1-1,0 0,1 0,-1 1,0-1,0 0,1 0,-1 1,0-1,0 0,1 1,-1-1,0 0,0 1,0-1,0 0,0 1,0-1,1 0,-1 1,0-1,0 0,0 1,0-1,0 0,0 1,0-1,15-17,0-2,0 0,-2-1,0 0,-2-1,5-10,-6 11,116-244,-125 263,0-3,0 0,1 1,0-1,-1 0,2 0,-1 1,0-1,1 1,-1 0,1-1,0 1,0 1,0-1,1 0,-1 1,1 0,-1-1,1 1,0 1,0-1,0 1,0-1,3 0,77 24,-59-12,176 59,-84-30,-2 4,42 26,-46 1,-105-66,0 1,-1 0,0 1,0-1,0 1,-1 0,0 0,0 0,0 1,-1-1,0 1,0 0,-1 0,0 0,0 0,0 4,-2 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8:52.62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762 907,'25'6,"1"0,-1-3,1 0,0-1,0-2,0 0,0-2,9-2,472-50,354 26,-732 28,-110 0,-10 0,0 0,0 0,1 0,-1-1,0-1,0 1,0-2,0 1,6-3,-16 5,1 0,0 0,-1 0,1-1,0 1,-1 0,1 0,0 0,-1 0,1 0,0-1,-1 1,1 0,0 0,0 0,-1-1,1 1,0 0,0 0,-1-1,1 1,0 0,0-1,0 1,0 0,-1-1,1 1,0 0,0-1,0 1,0 0,0-1,0 1,0 0,0-1,0 1,0 0,0-1,0 1,0 0,0-1,0 1,1 0,-1-1,0 1,0 0,0-1,0 1,1 0,-1-1,0 1,0 0,1 0,-1-1,0 1,0 0,1 0,-1 0,0-1,1 1,-1 0,0 0,1 0,-1 0,0 0,1 0,-1 0,0 0,1-1,-27-5,-24 11,41 1</inkml:trace>
  <inkml:trace contextRef="#ctx0" brushRef="#br0" timeOffset="979.674">2527 225,'36'91,"-29"-67,49 215,-11 2,10 195,-27-202,-16-98,-22-122,-3-33,-8-39,3-1,3 0,2-1,1-16,-16-137,3-127,-15-128,37 434,-1 0,-3 1,0 0,-2 0,-2 1,0 0,-15-25,47 77,0-1,1 0,1-2,0-1,1-1,1-1,25 11,1 4,-2 3,-1 1,-2 3,21 22,-40-35,63 52,3-5,2-3,30 10,265 117,-383-190,-5-4,1 1,-1 0,0 0,0 0,0 0,1 1,-1-1,-1 0,1 1,0 0,0-1,0 1,-1 0,1 0,-1 0,0 0,1 0,-1 1,-1-2,-1 1,0-1,0 0,0 1,0-1,-1 0,1 0,0 0,0 0,-1 0,1 0,0 0,-1-1,1 1,-1 0,1-1,-1 1,1-1,-1 1,1-1,-1 0,0 0,1 0,-3 1,-79 20,47-14,1 2,-1 2,1 1,1 1,-21 13,13 2,1 2,2 2,0 2,3 1,1 2,-11 16,19-19,-2-2,-1-1,-2-1,-1-1,-1-2,-1-2,-1-1,-32 15,90-46,-3 0</inkml:trace>
  <inkml:trace contextRef="#ctx0" brushRef="#br0" timeOffset="1922.058">3891 867,'208'-9,"146"-27,-206 19,1706-139,-1354 145,-461 4,-38 7,-1-1,1 1,0 0,0 0,0-1,-1 1,1 0,0-1,-1 1,1-1,0 1,-1-1,1 1,0-1,-1 0,1 1,-1-1,1 0,-1 1,1-1,-1 0,0 0,1 1,-1-1,0 0,0 0,0 0,1 1,-1-1,0 0,0 0,0 0,0 1,0-1,0 0,-1 0,1 0,0 0,0 1,-1-1,1 0,0 0,-1 1,1-2,-4-1,1 1,-1-1,0 0,0 1,0 0,0 0,-1 0,1 0,0 1,-1 0,1-1,-1 2,1-1,-1 0,0 1,-4 0,-5-1,-24-5</inkml:trace>
  <inkml:trace contextRef="#ctx0" brushRef="#br0" timeOffset="3550.062">0 1068,'153'-16,"86"5,-68 11,190-9,-337 8,0-1,0-2,-1-1,1 0,-1-2,7-3,-30 10,0 0,0 0,-1 0,1-1,0 1,0 0,0 0,0 0,-1 0,1 0,0-1,0 1,0 0,0 0,0 0,0 0,-1-1,1 1,0 0,0 0,0 0,0-1,0 1,0 0,0 0,0 0,0-1,0 1,0 0,0 0,0 0,0-1,0 1,0 0,0 0,0 0,1-1,-1 1,0 0,0 0,0 0,0 0,-22 1,-3 9,19-5</inkml:trace>
  <inkml:trace contextRef="#ctx0" brushRef="#br0" timeOffset="4684.758">1177 1335,'8'23,"-2"273,-4-83,8-101,-10-112,0-1,0 1,0 0,1 0,-1 0,0-1,0 1,1 0,-1 0,0 0,1 0,-1-1,0 1,1 0,-1 0,0 0,0 0,1 0,-1 0,0 0,1 0,-1 0,0 0,1 0,-1 0,0 0,1 0,-1 0,0 0,1 1,-1-1,0 0,0 0,1 0,-1 0,0 1,0-1,1 0,-1 0,0 0,0 1,1-1,-1 0,0 1,0-1,0 0,0 0,0 1,1-1,-1 0,0 1,0-1,0 0,0 1,0-1,0 0,0 1,9-30,0-33,-9 48,1 1,1-1,0 1,1 0,0 0,1 0,1 0,0 0,0 1,1 0,1 0,0 1,0 0,2 0,-6 8,0 0,1 0,0 0,-1 1,1 0,0 0,0 0,0 0,1 0,-1 1,0 0,1 0,-1 0,0 0,1 1,-1 0,1 0,-1 0,1 0,-1 1,1-1,-1 1,1 1,-1-1,0 0,0 1,0 0,0 0,0 0,1 1,14 9,-1 0,0 1,0 1,-2 0,8 10,-11-13,-1 2,0-1,-1 1,-1 1,0 0,2 7,-10-18,0 1,0-1,-1 1,1-1,-1 1,0 0,0-1,0 1,-1 0,1 0,-1 0,0 0,0 0,-1 0,1-1,-1 1,0 0,0 0,0-1,0 1,0 0,-1-1,0 1,0-1,0 0,0 1,0-1,-1 0,1 0,-4 2,-9 6,0 0,-1-1,0-1,-1 0,0-1,-1-1,1 0,-1-2,-1 0,1-1,-8 0,5 1,-1-1,1-2,-1 0,1-1,-1-1,0-1,1-1,0-1,-3-2,-5-8,29 13,0-1,0 1,-1-1,1 1,0-1,0 1,-1-1,1 1,0-1,0 1,0-1,0 1,0-1,0 1,0-1,0 1,0-1,0 1,0-1,0 1,0-1,0 1,1-1,-1 1,0-1,0 1,0-1,1 1,-1 0,0-1,1 1,-1-1,0 1,1 0,-1-1,1 1,-1 0,0-1,1 1,-1 0,1 0,-1-1,1 1,-1 0,1 0,-1 0,1 0,-1 0,1 0,-1 0,1 0,23-10</inkml:trace>
  <inkml:trace contextRef="#ctx0" brushRef="#br0" timeOffset="5986.929">5214 1148,'7'14,"9"11,10 8,14 8,12 5,11 3,7-1,3-4,-3-2,-8-7,-10-6,-12-9,-12-7</inkml:trace>
  <inkml:trace contextRef="#ctx0" brushRef="#br0" timeOffset="6324.41">5869 1135,'-2'17,"-1"0,0 0,-1 0,0-1,-2 1,0-1,0 0,-5 5,-8 24,8-23,2 1,0 0,1 0,2 1,0 0,2 0,0 0,2 1,0-1,2 1,1 0,1-1,1 1,3 10,5-7,0-1,2 0,2 0,15 21,-16-27,-1 0,-1 1,-1 1,0 0,-2 0,-1 1,0 2,-4 1</inkml:trace>
  <inkml:trace contextRef="#ctx0" brushRef="#br0" timeOffset="6588.459">6003 1495,'20'-4,"14"-2,10 0,7 2,3 1,0 1,-5 1,-8 2,-11 2</inkml:trace>
  <inkml:trace contextRef="#ctx0" brushRef="#br0" timeOffset="6853.476">6150 1669,'18'12,"15"3,14-1,12-5,7-6,7-8,-10-3</inkml:trace>
  <inkml:trace contextRef="#ctx0" brushRef="#br0" timeOffset="7234.345">6872 1028,'-4'4,"0"1,0 0,0 1,1-1,-1 1,1 0,1-1,-1 1,1 0,0 1,0-1,1 0,0 0,0 1,1-1,-1 2,0-2,-3 41,1-1,3 0,1 1,3-1,1 0,3 0,1-1,12 32,4-11,-25-65,0-1,0 1,1-1,-1 1,0-1,0 0,1 1,-1-1,0 1,1-1,-1 1,0-1,1 0,-1 1,0-1,1 0,-1 0,1 1,-1-1,1 0,-1 0,1 1,-1-1,1 0,-1 0,1 0,-1 0,1 0,-1 0,1 0,-1 0,1 0,-1 0,1 0,-1 0,1 0,-1 0,1-1,-1 1,1 0,-1 0,1 0,-1-1,0 1,1 0,-1-1,1 1,-1 0,0-1,1 1,-1-1,0 1,1 0,-1-1,0 1,0-1,17-31,-14 23,2-2,0 1,1 0,0 0,1 1,0 0,0 0,1 0,0 1,6-4,-10 9,-1 0,1 1,0-1,0 1,0 0,0 0,0 1,1-1,-1 1,0 0,1 0,-1 0,1 0,-1 1,1 0,-1 0,1 0,-1 1,1-1,-1 1,1 0,-1 0,0 1,0-1,4 3,-2-1,-1 0,0 1,0 0,0 0,0 0,-1 0,1 1,-1 0,0 0,0 0,-1 0,3 6,-4-8,-1-1,0 1,1-1,-1 1,0 0,-1 0,1 0,0-1,-1 1,0 0,1 0,-1 0,0 0,-1 0,1 0,0 0,-1-1,0 1,1 0,-1 0,0-1,-1 1,1 0,0-1,-1 1,1-1,-1 1,0-1,0 1,-11 6,-1 0,1-1,-1-1,-1 0,1-1,-1 0,0-1,-1-1,1 0,-3-1,15-2,-75 20,87-20,10-5</inkml:trace>
  <inkml:trace contextRef="#ctx0" brushRef="#br0" timeOffset="7486.442">7567 1669,'0'0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6:31.1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792 1056,'875'-4,"-769"-9,-99 9,-7 1</inkml:trace>
  <inkml:trace contextRef="#ctx0" brushRef="#br0" timeOffset="1216.049">886 1792,'-2'0,"1"2,8 1,9 2,14 3,13-1,12-1,16-1,13-2,9-2,4-2,0-2,-8 0,-12-2,-15 0,-16 1,-17 1,-14 1</inkml:trace>
  <inkml:trace contextRef="#ctx0" brushRef="#br0" timeOffset="1909.348">1528 629,'38'26,"3"9,-2 1,-2 1,-1 3,-2 0,-2 3,-2 0,-1 2,-3 1,-2 1,-1 2,-3 0,-2 1,-2 0,-3 2,7 50,-11-69,-2 0,-2 0,-1 1,-1-1,-2 1,-2 0,0-1,-3 1,0-1,-3 1,0-1,-2-1,-2 0,-1 0,-1-1,-1-1,-14 20,17-34,0-1,0 0,-2-1,0 0,0-1,-1 0,-1-1,0-1,-1-1,0 0,0-1,-1 0,0-2,-1 0,-4 1,20-7,0 0,-1 0,1-1,0 1,0 0,-1-1,1 0,0 1,-1-1,1 0,0 0,-1-1,1 1,0 0,-1-1,1 1,0-1,0 0,0 0,-1 0,1 0,0 0,0 0,0-1,1 1,-1 0,0-1,0 0,1 1,-1-1,1 0,-1 0,1 0,0 0,0 0,0 0,0 0,0 0,1-1,-1 1,0-2,17-47,-1 26</inkml:trace>
  <inkml:trace contextRef="#ctx0" brushRef="#br0" timeOffset="2509.317">1955 562,'9'17,"0"-1,1 0,1 0,0-1,1 0,0-1,4 2,14 18,5 6,-1 1,-3 2,-1 1,-3 2,21 46,-32-55,-3 2,-1 0,-1 0,-3 1,-1 0,-2 1,-2 0,-1-1,-2 1,-2 0,-2 0,-2-1,-1 0,-2 0,-2-1,-2 0,-1-1,-16 31,6-23,-2 0,-2-2,-2-1,-2-2,-2 0,-1-3,-6 4,-10-5,50-37,0 0,1 0,-1-1,1 1,-1 0,1-1,-1 1,1-1,-1 1,1 0,-1-1,1 1,0-1,-1 0,1 1,0-1,-1 1,1-1,0 1,0-1,0 0,-1 1,1-1,0 1,0-1,0 0,0 1,0-1,0 0,0 1,0-1,1 1,-1-1,0 0,0 1,0-1,1 1,-1-1,0 1,1-1,-1 0,0 1,1-1,-1 1,1-1,-1 1,10-27,3 0</inkml:trace>
  <inkml:trace contextRef="#ctx0" brushRef="#br0" timeOffset="3109.305">2089 695,'89'5,"0"4,0 4,65 19,-57-11,0 4,-2 5,-1 4,-2 4,-2 3,-1 5,-3 4,-1 3,-3 4,-3 3,4 10,-54-45,-2 2,-1 1,-1 1,-2 1,0 1,-3 0,0 2,-2 1,2 37,-23-71,1-9</inkml:trace>
  <inkml:trace contextRef="#ctx0" brushRef="#br0" timeOffset="4489.603">2035 2260,'12'8,"1"0,0-1,0 0,1-1,0-1,0 0,0-1,0 0,1-1,-1-1,1 0,0-1,-1-1,6-1,20-1,0-3,-1-1,1-2,24-8,153-54,-4-9,146-78,-146 54,179-117,-384 215,-5 4,-1 0,1-1,0 1,-1-1,1 1,-1-1,1 0,-1 0,0 0,0-1,0 1,0 0,0-1,-1 1,1-1,1-2,-20-14,11 12</inkml:trace>
  <inkml:trace contextRef="#ctx0" brushRef="#br0" timeOffset="6440.116">3827 1605,'99'8,"169"-10,-1-11,63-20,-322 32,1372-167,-1334 162,-33 6,-17 4,-21 4,-43 9,35-11</inkml:trace>
  <inkml:trace contextRef="#ctx0" brushRef="#br0" timeOffset="7497.436">284 695,'29'-104,"-29"100,0 0,1 0,-2 0,1 0,0 0,-1 0,0 0,0 0,0 0,0 1,0-1,-1 0,0 0,0 1,0 0,0-1,0 1,-1 0,0 0,1 0,-1 0,0 1,0-1,-1 1,-1-2,-2 0,0 1,0 0,-1 0,1 1,0 0,-1 0,0 1,1 0,-1 0,0 0,1 1,-1 1,0-1,1 1,-1 0,0 1,1 0,-1 0,1 1,0 0,0 0,0 1,0-1,1 1,-1 1,1-1,0 1,0 1,1-1,0 1,0 0,0 0,0 0,1 0,0 1,1 0,-1 0,1 0,-1 4,1-1,0 0,1 0,0 1,1-1,0 1,0-1,1 1,1 0,-1 0,1-8,-1 0,1 1,-1-1,1 0,0 0,0 0,0 0,1 0,-1 0,1 0,0 0,-1 0,1-1,0 1,1-1,-1 1,0-1,1 0,-1 0,1 0,0 0,0-1,-1 1,1-1,0 1,0-1,1 0,-1 0,0-1,3 1,0 0,-1-1,1 0,-1 0,1-1,-1 0,1 0,-1 0,0-1,1 1,-1-1,0-1,0 1,0-1,-1 1,1-2,0 1,-1 0,0-1,0 0,0 0,3-4,4-5,-1 0,0-1,-1 0,-1-1,0 0,3-10,33-103,-44 129,0-1,1 0,-1 0,0 1,0-1,1 0,-1 0,0 0,1 1,-1-1,0 0,1 0,-1 0,0 0,1 0,-1 0,0 0,1 1,-1-1,0 0,1 0,-1 0,0 0,1-1,-1 1,0 0,1 0,-1 0,-5 69,2-57,1-1,0 1,1 0,1 0,0 0,0 0,1 0,1 0,0 0,0 0,1-1,1 1,0-1,1 0,3 7,-5-14,1 0,0 0,0-1,0 1,0-1,1 0,-1 0,1 0,0-1,0 0,0 0,0 0,0 0,0-1,0 0,0 0,1 0,-1-1,1 0,-1 0,0 0,2-1,116-24,-52 2,-6-2</inkml:trace>
  <inkml:trace contextRef="#ctx0" brushRef="#br0" timeOffset="8188.532">191 1284,'0'92,"-3"-1,-5 1,-5 10,-31 90,41-170,3-22,0 1,0-1,0 0,0 0,0 1,1-1,-1 0,0 1,0-1,0 0,0 0,1 0,-1 1,0-1,0 0,0 0,1 1,-1-1,0 0,1 0,-1 0,0 0,0 0,1 0,-1 1,0-1,1 0,-1 0,0 0,1 0,-1 0,0 0,0 0,1 0,-1 0,0 0,1 0,-1-1,0 1,1 0,-1 0,0 0,0 0,1 0,-1 0,0-1,0 1,1 0,-1 0,0-1,0 1,0 0,1 0,-1-1,0 1,0 0,0 0,0-1,1 1,-1 0,0 0,0-1,0 1,0 0,0-1,110-114,-104 108,1 1,0 0,0 0,0 0,0 1,1 0,0 1,0-1,1 1,-1 1,1 0,-1 0,1 1,0 0,2 0,-7 4,1 1,-1-1,1 1,-1 0,0 0,0 0,0 0,0 1,-1 0,1 0,-1 0,0 0,0 0,-1 1,1-1,-1 1,0 0,0-1,0 1,-1 0,0 0,0 0,0 1,0-1,-1 0,0 0,0 2,1 1,0-1,-1 1,0 0,0-1,0 1,-1 0,0-1,-1 1,1-1,-2 0,1 1,-1-1,0 0,0 0,-1-1,0 1,0-1,-1 0,1 0,-1 0,-1 0,1-1,-1 0,0 0,0-1,0 0,-1 0,1 0,-1 0,0-1,-6 1,-5 2,-1-2,1 0,-1-1,0-1,0-1,-12-1,12-1,15-2,9-1</inkml:trace>
  <inkml:trace contextRef="#ctx0" brushRef="#br0" timeOffset="8826.533">4161 268,'16'16,"12"12,10 8,8 5,3 2,0-2,-4-3,-5-4,-7-5,-9-7</inkml:trace>
  <inkml:trace contextRef="#ctx0" brushRef="#br0" timeOffset="9185.223">4696 187,'-87'237,"79"-211,0-1,2 2,1-1,1 0,2 1,0 0,2 0,1 0,1-1,1 1,1-1,5 13,29 218,-38-253,0-2,0 0,0 0,0 0,0 0,0 0,1 0,-1 0,0 0,1 0,0 0,-1 0,1-1,0 1,0 0,0 0,0-1,1 1,-1 0,0-1,2 2,5-1</inkml:trace>
  <inkml:trace contextRef="#ctx0" brushRef="#br0" timeOffset="9478.746">4910 495,'11'-2,"14"-1,13 0,13 0,11 2,2-1,1 2,-9 2,-14 1</inkml:trace>
  <inkml:trace contextRef="#ctx0" brushRef="#br0" timeOffset="9729.045">5003 709,'23'0,"18"-3,17-2,12-3,-7 0</inkml:trace>
  <inkml:trace contextRef="#ctx0" brushRef="#br0" timeOffset="10232.606">6113 415,'-17'-5,"-1"2,1 0,-1 1,0 1,1 0,-1 2,0 0,-16 3,25-2,1 0,0 0,0 1,0 0,0 0,1 1,-1 0,1 1,0-1,0 1,1 1,-1-1,1 1,0 0,1 0,-1 1,1 0,1 0,-3 4,3-6,1 0,0 1,1-1,-1 1,1 0,0-1,0 1,1 0,0 0,0 0,0 0,1 0,0 0,0 1,0-1,1 0,0 0,0 0,0 0,1 0,0-1,0 1,1 0,-1-1,1 0,0 1,1-1,-1 0,1-1,0 1,1-1,-1 1,1-1,1 1,-2-2,0 0,0-1,1 1,0-1,-1 0,1 0,0 0,0-1,0 1,0-1,0 0,0-1,0 1,0-1,0 0,1-1,-1 1,0-1,0 0,0 0,0 0,0-1,0 0,-1 0,1 0,0 0,-1-1,0 0,0 0,1 0,-2 0,1-1,0 0,1-2,7-12,0 0,-1-2,-2 1,0-1,-1-1,0 1,-2-1,0-3,13-38,-11 44,-8 18,1 0,-1 0,1 0,0 0,-1 0,1 0,-1 0,1 0,-1 1,1-1,-1 0,1 0,-1 1,1-1,-1 0,1 1,-1-1,0 0,1 1,-1-1,1 1,-1-1,0 1,1-1,-1 0,0 1,0-1,0 1,1 0,-1-1,0 1,0-1,0 1,0-1,0 1,0-1,0 1,0 0,0-1,0 1,0-1,0 1,0-1,0 1,-1-1,1 1,0-1,0 1,-1-1,1 1,0-1,-1 1,1-1,1 44,-2-27,1 0,1 0,0 0,1 0,1 0,1 0,0-1,1 1,1-1,0 0,3 2,-6-14,0 0,1 0,-1 0,1 0,0 0,0-1,1 0,-1 0,1 0,-1-1,1 1,0-1,0 0,0 0,0-1,0 1,1-1,-1-1,0 1,1-1,-1 1,0-2,5 1,23-4</inkml:trace>
  <inkml:trace contextRef="#ctx0" brushRef="#br0" timeOffset="10494.929">6501 522,'18'0,"15"0,14-3,9 0,8-2,1 0,-4 1,-6 0,-10 2,-11 1</inkml:trace>
  <inkml:trace contextRef="#ctx0" brushRef="#br0" timeOffset="10759.882">6715 281,'-5'16,"-1"12,0 10,2 6,2 4,3 1,1-1,2-4,3-7,1-11</inkml:trace>
  <inkml:trace contextRef="#ctx0" brushRef="#br0" timeOffset="11257.241">6888 228,'-22'-7,"-1"1,0 1,1 1,-1 1,-1 1,1 2,0 0,0 1,0 1,0 1,-15 5,26-6,0 2,0-1,0 2,0 0,0 0,1 1,0 0,0 1,0 1,1-1,1 2,-1-1,1 1,0 1,1-1,1 2,-1-1,1 1,1 0,0 0,-2 8,4-7,1-1,1 1,0 0,0 0,1 1,1-1,0 0,1 0,0 0,0 0,2 0,-1 0,2-1,0 1,0-1,1 0,0 0,1 0,0 0,0-1,1 0,1-1,0 0,0 0,1 0,0-1,0 0,10 5,-2 0,1-1,1 0,0-1,0-1,1-1,0-1,1-1,0-1,0 0,1-2,-1 0,1-1,20-1,-30-4,0 0,0 0,0-1,-1-1,1 0,-1 0,1-1,-1-1,-1 0,1 0,-1-1,0 0,-1-1,0 0,0-1,3-4,2-4,0 1,-1-2,-1 0,-1 0,0-1,-2 0,0-1,6-19,-11 29,-1-1,0 1,-1-1,0 1,0-1,-1 0,0 0,-1 1,-1-1,1 0,-2 0,1 0,-2 1,1-1,-1 1,-1 0,0 0,0 0,-1 0,-1 1,1-1,-6-5,0 5,0 0,0 1,-1 0,0 1,0 1,-1 0,0 0,0 2,-1-1,0 2,0 0,0 0,0 1,0 1,-1 1,1 0,-1 0,1 2,-1 0,1 0,-1 1,1 1,0 1,0 0,0 1,1 0,-1 1,1 0,0 1,1 1,0 0,0 0,1 2,0-1,0 1,1 1,-2 4,-17 26</inkml:trace>
  <inkml:trace contextRef="#ctx0" brushRef="#br0" timeOffset="12079.574">7276 0,'6'44,"19"68,-4 1,-6 0,-1 43,-12 14,34-306,-31 123,0 0,0-1,1 2,1-1,1 1,-1 0,9-8,-14 17,0 0,0 0,1 1,-1-1,1 1,0 0,0 0,0 0,0 0,0 0,0 1,0-1,1 1,-1 0,0 0,1 0,-1 0,1 1,-1 0,1-1,-1 1,1 0,-1 1,1-1,0 1,-1-1,0 1,1 0,-1 0,1 1,-1-1,0 1,1 0,5 4,0 0,0 0,-1 1,1 0,-2 1,1-1,-1 2,0-1,-1 1,0 0,0 0,-1 1,0-1,-1 1,0 0,-1 1,0-1,0 1,-1-1,0 3,-2-7,-1 1,1-1,-1 0,-1 0,1 1,-1-1,0 0,0 0,-1 0,1-1,-1 1,-1-1,1 1,-1-1,0 0,0-1,0 1,-1-1,0 1,1-1,-2-1,1 1,-5 2,-3 2,-1-1,-1 0,0-1,0-1,0 0,0-1,-1-1,-14 2,21-3,0-1,0-1,0 1,0-1,0-1,0 0,0 0,0-1,0 0,0 0,1-1,-7-3,14 6,0 0,1 0,-1-1,0 1,1 0,-1-1,0 1,1-1,-1 1,0-1,1 1,-1-1,1 1,-1-1,1 1,-1-1,1 0,-1 1,1-1,0 0,-1 0,1 1,0-1,0 0,-1 0,1 1,0-1,0 0,0 0,0 1,0-1,0 0,0 0,0 0,0 1,1-1,-1 0,0 0,0 1,1-1,-1 0,0 0,1 0,6-6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6:46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416 2036,'-8'4,"-1"0,2 1,-1 0,0 1,1-1,0 1,0 1,1 0,0 0,0 0,1 0,-1 1,2 0,-1 0,1 0,0 1,1-1,0 1,0 0,1 0,0 0,1 0,0 1,0-1,1 0,0 0,1 1,0-1,0 0,1 0,0 0,1 0,0 0,0-1,1 1,0-1,0 0,1 0,0 0,1-1,-1 1,2-1,2 2,-1-2,1 0,0-1,0 0,0 0,1-1,0-1,0 1,0-2,1 1,-1-1,1-1,0 0,0-1,-1 0,1 0,0-1,0-1,0 1,0-2,0 0,0 0,-1-1,1 0,-1-1,0 0,0-1,0 0,-1 0,0-1,0 0,0-1,0 0,-1 0,-1-1,1 0,-1 0,0-1,-1 0,0 0,-1 0,0-1,0 0,1-4,-3 5,-1-1,0 1,0-1,-1 0,0 0,0 0,-1 0,-1 1,0-1,0 0,-1 0,0 1,0-1,-1 1,-1-1,0 1,0 0,0 1,-1-1,-1 1,1 0,-1 0,-1 0,1 1,-1 0,-1 0,1 1,-1 0,0 0,0 1,-1 0,0 1,0-1,-1 0,-1 1,-1 0,1 0,0 1,-1 1,0-1,1 2,-1 0,0 0,0 1,0 1,0 0,1 0,-1 1,0 1,1 0,-1 1,1 0,0 0,1 1,-1 1,1-1,0 2,0 0,1 0,-1 0,2 1,-1 1,1 0,1 0,-1 0,1 1,1 0,0 0,1 1,0-1,0 1,1 1,0-1,1 0,-1 7,4 32</inkml:trace>
  <inkml:trace contextRef="#ctx0" brushRef="#br0" timeOffset="405.909">1511 2062,'-9'2,"-1"1,1-1,-1 2,1 0,0 0,0 0,1 1,0 0,-1 1,2 0,-1 0,1 1,0 0,0 0,0 1,1 0,1 0,-3 4,5-7,-1 0,1 1,0-1,1 1,0 0,0 0,0 0,0 0,1 0,0 0,0 0,1 0,0 1,0-1,0 0,1 0,0 0,0 0,0 1,1-1,0-1,0 1,1 0,-1 0,1-1,1 0,-1 1,1-1,1 1,6 4,1-1,1 0,-1 0,1-2,1 1,-1-2,1 0,1 0,-1-2,1 0,-1 0,1-1,0-1,1-1,-1 0,0-1,0 0,0-1,0-1,0 0,10-4,-16 4,-1 0,0 0,1-1,-1 0,0-1,-1 0,1 0,-1-1,1 0,-1 0,-1 0,1-1,-1 0,0-1,0 1,-1-1,0 0,0 0,-1-1,0 0,0 1,0-1,-1-1,-1 1,1 0,-1-1,-1 1,1-1,-1 0,-1 1,0-1,0-3,-2 0,-1-1,0 1,-1 0,0 0,-1 1,0-1,-1 1,0 0,0 0,-1 1,-1 0,0 0,0 0,-1 1,0 1,-1 0,0 0,0 0,-1 1,0 1,0 0,0 1,-1 0,1 0,-1 1,-1 1,1 0,0 1,-1 0,1 1,-1 0,-1 1,-2 2,0 0,1 1,-1 1,1 0,-1 2,1-1,1 2,-1 0,1 1,1 0,-1 1,1 1,1 0,0 0,0 1,1 1,-9 12,-24 33</inkml:trace>
  <inkml:trace contextRef="#ctx0" brushRef="#br0" timeOffset="1059.562">402 3038,'-12'23,"0"1,2 0,1 0,1 1,1 0,1 1,1 0,2 0,0 0,2 0,1 11,0-29,0 0,1 0,0 1,1-1,0 0,0 0,0-1,1 1,0 0,1-1,0 1,0-1,1 0,-1-1,1 1,1-1,-1 0,1 0,0-1,1 1,-1-1,1-1,0 1,0-1,1-1,-1 1,1-1,0 0,0-1,1 0,3 1,-1-1,1-1,0 0,0-1,0 0,-1 0,1-2,0 1,0-2,-1 1,1-2,-1 1,0-2,0 1,-1-1,1-1,-1 0,0-1,0 0,-1 0,0-1,0 0,-1 0,0-1,-1 0,0-1,0 0,-1 0,0 0,-1-1,0 1,0-1,0-6,-2 3,0-1,-1 1,-1-1,0 1,-1-1,-1 1,0-1,-1 1,-1-1,0 1,-1 0,0 0,-1 0,-1 1,3 4,-2 0,1 0,-1 0,-1 1,1 0,-1 0,-1 0,0 1,0 0,0 0,-1 1,1 0,-2 0,1 1,-1 0,1 0,-1 1,-1 0,1 1,-9-2,10 3,0 1,-1 0,1 1,-1 0,1 1,-1 0,1 0,0 0,0 1,-1 0,1 1,0 0,1 0,-1 1,1 0,-1 0,1 1,0 0,1 0,-1 0,1 1,0 0,0 1,-3 3,0 1,1 0,0 0,1 0,0 1,1 1,0-1,1 1,0 0,1 0,1 0,0 1,-1 12,7 47,11-9</inkml:trace>
  <inkml:trace contextRef="#ctx0" brushRef="#br0" timeOffset="1447.236">1458 3358,'40'-105,"-5"-1,4-31,-36 124,26-103,-46 159,6-3,1 1,3 0,1 0,2 0,1 1,3 0,1-1,2 1,2-1,2 0,2 0,1-1,13 31,2-11</inkml:trace>
  <inkml:trace contextRef="#ctx0" brushRef="#br0" timeOffset="2097.007">536 4414,'18'-61,"2"1,2 1,3 0,9-8,-17 30,45-78,-62 115,-1 0,1 1,0-1,0 1,0-1,0 0,0 1,0-1,0 1,0-1,0 0,0 1,0-1,1 1,-1-1,0 0,0 1,0-1,0 0,1 1,-1-1,0 0,0 1,1-1,-1 0,0 1,1-1,-1 0,0 0,1 1,-1-1,0 0,1 0,-1 0,0 0,1 1,-1-1,0 0,1 0,-1 0,1 0,-1 0,1 0,-1 0,0 0,1 0,-1 0,1 0,-1 0,0 0,1-1,-1 1,0 0,1 0,-1 0,0-1,1 1,-1 0,0 0,1-1,-1 1,0 0,1 0,-1-1,0 1,-6 118,0-77,3-15,-7 48,4 0,2 1,4 0,6 36,-5-98,2 0,0 1,0-1,1 0,1-1,0 1,1-1,3 5,18 22</inkml:trace>
  <inkml:trace contextRef="#ctx0" brushRef="#br0" timeOffset="2475.035">1485 4335,'33'76,"-28"-59,1-1,1 0,0 0,1-1,1 0,0-1,1 1,0-2,1 1,1-2,8 8,-17-17,1-1,-1 0,1 0,-1 0,1 0,-1-1,1 0,0 1,0-1,0-1,-1 1,1 0,0-1,0 0,0 0,0 0,0-1,0 1,0-1,0 0,0 0,-1 0,1 0,0-1,-1 0,1 1,-1-1,1-1,-1 1,3-2,2-4,0 1,0-2,0 1,-1-1,0 0,-1 0,0-1,0 0,-1 0,1-4,0-2,0 0,-2-1,1 1,-2-1,-1 0,0 0,-1 0,0 0,-2 0,0-1,-1 1,-1 0,0 1,-1-1,-1 1,0-1,-2 1,0 1,0 0,-2 0,1 0,-2 1,0 0,-6-5,12 14,0 0,0 0,-1 1,0-1,0 1,0 0,0 1,-1-1,0 1,1 0,-1 0,0 1,-1 0,1 0,0 0,-1 1,1 0,-1 0,1 0,-1 1,1 0,-1 0,1 1,-6 1,-7 6,1 2,0 0,1 0,0 2,1 0,0 1,1 1,0 0,1 1,1 1,0 0,1 1,1 0,-8 16,-25 39</inkml:trace>
  <inkml:trace contextRef="#ctx0" brushRef="#br0" timeOffset="3745.062">723 5725,'57'-94,"-49"75,137-351,-128 333,-14 46,-19 147,5-93,3-16,2-1,2 1,2 0,1 1,3-1,2 0,6 22,6-14</inkml:trace>
  <inkml:trace contextRef="#ctx0" brushRef="#br0" timeOffset="4427.875">1578 5698,'92'-415,"-59"282,-33 134,0-1,0 0,1 0,-1 0,0 0,0 1,1-1,-1 0,0 0,0 0,1 0,-1 0,0 0,0 0,1 0,-1 0,0 0,1 0,-1 0,0 0,1 0,-1 0,0 0,0 0,1 0,-1 0,0 0,0-1,1 1,-1 0,0 0,0 0,1 0,-1-1,0 1,0 0,0 0,1-1,16 276,-11-160,5 1,15 58,-9-103</inkml:trace>
  <inkml:trace contextRef="#ctx0" brushRef="#br0" timeOffset="-2452.492">442 752,'-5'-4,"-1"-1,0 1,0 0,0 1,-1-1,1 1,-1 0,1 1,-1 0,0 0,0 0,0 1,0 0,-1 0,1 1,0 0,0 0,0 1,-1 0,1 0,0 1,0-1,1 2,-1-1,0 1,1 0,-1 0,1 1,0-1,0 2,0-1,0 1,-1 3,1 0,-1 0,2 1,-1-1,1 1,0 1,1-1,0 1,1-1,0 1,0 0,1 1,0-1,1 0,0 0,1 1,0-1,1 1,0-1,0 0,1 0,1 0,-1 0,2 0,-1 0,1-1,4 6,-5-11,1 0,-1 0,1-1,0 0,0 0,0 0,1 0,-1-1,1 1,-1-1,1 0,0-1,0 1,0-1,0 0,0 0,0 0,0-1,0 0,0 0,0 0,0-1,0 1,0-1,0 0,0-1,0 1,0-1,0 0,-1 0,1-1,-1 1,0-1,1 0,-1 0,0-1,-1 1,1-1,0-1,9-8,-1-1,-1 0,-1-1,0-1,0 0,-2 0,0 0,-1-1,0 0,-2-1,0 0,-1 0,0 0,-2 0,0 0,-1 0,-1-1,-1-1,2 19,-1 1,0-1,1 0,-1 0,0 0,0 1,0-1,1 0,-1 0,0 0,0 0,0 1,0-1,-1 0,1 0,0 0,0 1,0-1,-1 0,1 0,0 0,-1 1,1-1,-1 0,1 1,-1-1,1 0,-1 1,1-1,-1 0,0 1,1-1,-1 1,0 0,0-1,1 1,-1-1,0 1,0 0,1 0,-1-1,0 1,0 0,0 0,0 0,1 0,-1 0,0 0,-3 5,1 0,0 0,0 0,0 1,0-1,1 1,0 0,1 0,-1 0,1 0,0 0,0 0,1 0,-1-1,-3 16,2 1,0-1,1 1,2-1,0 1,1 3,-1-17,1 0,0 0,0 0,0-1,1 1,0 0,1-1,-1 0,2 0,-1 0,1-1,0 1,0-1,0 0,1 0,0-1,0 0,1 0,7 3,0-1,0 0,0-2,1 1,0-2,0 0,1 0,-1-2,1 0,-1-1,1 0,3-1,54-1</inkml:trace>
  <inkml:trace contextRef="#ctx0" brushRef="#br0" timeOffset="-1803.922">1378 405,'-1'-2,"-8"-19,9 22,0-1,0 0,0 0,0 0,0 1,0-1,-1 0,1 0,0 1,0-1,0 0,0 0,0 0,0 0,-1 1,1-1,0 0,0 0,0 0,0 0,-1 0,1 1,0-1,0 0,0 0,-1 0,1 0,0 0,0 0,-1 0,1 0,0 0,0 0,-1 0,1 0,0 0,0 0,0 0,-1 0,1 0,0 0,0 0,-1 0,1 0,0-1,0 1,0 0,0 0,-1 0,1 0,0 0,0-1,0 1,0 0,-1 0,1 0,0 0,0-1,0 1,0 0,0 0,0-1,0 1,0 0,-7 131,-7 333,14-441,0-23,0 0,0-1,0 1,0 0,0-1,-1 1,1-1,0 1,0-1,0 1,0 0,0-1,0 1,0-1,0 1,1 0,-1-1,0 1,0-1,0 1,0 0,1-1,-1 1,0 0,0-1,0 1,1 0,-1-1,0 1,1 0,-1-1,0 1,1 0,-1 0,0 0,1-1,-1 1,1 0,-1 0,0 0,1 0,-1 0,1 0,-1-1,0 1,1 0,-1 0,1 0,-1 0,0 1,1-1,-1 0,1 0,-1 0,0 0,1 0,-1 0,1 1,-1-1,0 0,1 0,-1 1,0-1,1 0,-1 0,0 1,0-1,1 0,-1 1,2-5,3-4,0 0,0 0,0 0,1 1,1 0,-1 0,1 0,0 1,0 0,1 0,0 1,0 0,0 1,1 0,0 0,-1 0,1 1,1 1,-1-1,0 1,0 1,1 0,-1 0,1 1,6 1,-10 0,0 1,0 1,0-1,-1 1,1 0,-1 0,0 1,0 0,0 0,0 0,-1 0,1 1,-1-1,0 1,-1 0,1 1,-1-1,0 0,0 1,-1 0,1 0,-1 0,-1 0,1 0,-1 0,0 0,0 0,-1 1,0-1,0 0,0 0,-1 1,0-1,0 0,-1 0,0 0,0 0,0 0,0 0,-1-1,-1 2,-3 2,-1-1,0 1,-1-2,0 1,0-1,0 0,-1-1,0 0,0-1,-1 0,0 0,0-1,0-1,0 0,0 0,-1-1,1 0,-1-1,1-1,-1 0,-5-1,15 2,-1-1,0 0,1 0,-1 0,1-1,-1 1,1-1,-1 1,1-1,-1 0,1 0,0 0,-1 0,1 0,0-1,0 1,0-1,0 1,-2-3,0-5</inkml:trace>
  <inkml:trace contextRef="#ctx0" brushRef="#br0" timeOffset="-994.539">1 1487,'9'4,"20"2,0-1,1-1,0-2,0-1,21-2,-45 1,257-13,78-21,-214 20,1541-176,-1273 142,-335 37,-57 8,-10 1</inkml:trace>
  <inkml:trace contextRef="#ctx0" brushRef="#br0" timeOffset="5896.452">2755 177,'34'208,"-8"-53,2 101,-20 191,-22 60,-1 41,22-67,22 0,50 432,-60-380,-18-417,3-7,6 0,12 50,2 46,-10 1,-9 163,5-85,-6-119,-1-148,-3-17,0 0,0 0,0 0,0-1,0 1,0 0,0 0,0 0,1 0,-1 0,0-1,0 1,0 0,0 0,0 0,0 0,1 0,-1 0,0 0,0-1,0 1,0 0,1 0,-1 0,0 0,0 0,0 0,0 0,1 0,-1 0,0 0,0 0,0 0,1 0,-1 0,0 0,0 0,0 0,0 0,1 0,-1 0,0 1,0-1,0 0,0 0,1 0,-1 0,0 0,0 0,9-63,-5 20</inkml:trace>
  <inkml:trace contextRef="#ctx0" brushRef="#br0" timeOffset="6828.866">2902 1246,'1452'8,"-723"-2,-688-6,-28 4,-33 0,-37 0,29-3</inkml:trace>
  <inkml:trace contextRef="#ctx0" brushRef="#br0" timeOffset="7772.134">3464 57,'6'14,"10"13,11 11,10 9,7 5,7 0,2-1,0-3,-3-5,-5-8,-3-7,-5-8,-8-8</inkml:trace>
  <inkml:trace contextRef="#ctx0" brushRef="#br0" timeOffset="8116.759">4185 3,'0'0,"-1"0,1-1,-1 1,1 0,-1 0,1-1,-1 1,0 0,1 0,-1 0,1 0,-1 0,0 0,1 0,-1 0,1 0,-1 0,1 0,-1 0,0 0,1 0,-1 0,1 1,-1-1,1 0,-1 0,1 1,-1-1,1 0,-1 1,1-1,-1 1,1-1,-1 1,1-1,0 0,-1 1,1-1,0 1,-1 0,1-1,0 1,0-1,0 1,-1 0,-4 5,-36 37,2 1,2 3,-14 24,41-55,1 0,0 1,1 0,1 0,1 1,1-1,0 1,1 1,1-1,0 0,2 1,0 0,1 5,5 15,2 0,2 0,1-1,1 0,17 34,24 85,-44-118</inkml:trace>
  <inkml:trace contextRef="#ctx0" brushRef="#br0" timeOffset="8994.863">3691 2089,'3'9,"0"-1,1 0,0 0,0 0,1 0,0 0,0-1,1 0,0 0,0-1,1 0,0 0,0 0,0-1,1 0,-1 0,1-1,0 0,1 0,3 0,6 3,1-2,0 0,0-1,0-1,0 0,0-2,1 0,-1-1,2-1,-14 1,1 0,-1-1,1 0,-1 0,0 0,0-1,0 0,1 0,-2-1,1 0,0 0,-1-1,1 1,-1-1,0-1,0 1,-1-1,1 0,-1-1,0 1,0-1,-1 0,0 0,0 0,0-1,-1 1,0-1,1-5,-2 3,0 0,-1 0,0 0,0 0,-1-1,-1 1,0 0,0 0,0 0,-1 0,-1 0,1 0,-1 1,-1-1,0 1,0 0,0 0,-1 0,-1 1,1-1,-1 1,0 1,-1-1,1 1,-1 0,-1 0,-2-1,0 0,0 0,0 1,-1 1,0 0,0 0,0 1,-1 0,1 1,-1 1,0 0,0 0,0 1,0 1,0 0,0 0,0 1,0 1,-8 2,7 0,0 1,0 0,1 1,0 0,0 1,0 0,1 1,0 1,1 0,-1 0,2 1,-1 0,2 0,-1 1,1 0,1 1,0 0,1 0,0 1,1-1,0 1,1 0,1 0,-2 8,-6 53,7-7</inkml:trace>
  <inkml:trace contextRef="#ctx0" brushRef="#br0" timeOffset="9639.864">3865 3238,'2'-17,"0"-1,1 1,1 0,1 0,0 0,1 1,8-15,-3 5,90-229,-101 256,0-1,0 0,0 0,0 0,1 1,-1-1,0 0,0 0,0 0,0 0,0 0,1 1,-1-1,0 0,0 0,0 0,1 0,-1 0,0 0,0 0,0 0,1 0,-1 0,0 0,0 0,0 0,1 0,-1 0,0 0,0 0,0 0,1 0,-1 0,0 0,0 0,0 0,1 0,-1 0,0 0,0 0,0 0,0-1,1 1,-1 0,0 0,0 0,0 0,0 0,0-1,1 1,-1 0,1 26,-1-23,4 105,4 0,6-1,19 75,-17-109,-2-11</inkml:trace>
  <inkml:trace contextRef="#ctx0" brushRef="#br0" timeOffset="10416.632">3878 4388,'184'-344,"-145"276,-39 69,0-1,0 1,0-1,0 0,0 1,0-1,0 1,0-1,1 0,-1 1,0-1,0 1,0-1,0 0,1 1,-1-1,0 0,0 1,1-1,-1 0,0 0,1 1,-1-1,0 0,1 0,-1 1,0-1,1 0,-1 0,1 0,-1 0,0 0,1 0,-1 1,1-1,-1 0,1 0,-1 0,0 0,1 0,-1-1,1 1,-1 0,0 0,1 0,-1 0,1 0,-1 0,0-1,1 1,-1 0,0 0,1-1,-1 1,0 0,1-1,-1 1,0 0,0-1,1 1,-1 0,0-1,0 1,4 163,7 277,-7-373</inkml:trace>
  <inkml:trace contextRef="#ctx0" brushRef="#br0" timeOffset="11103.002">3811 5564,'-2'14,"0"-1,0 1,2 0,-1-1,2 1,0-1,0 1,1-1,1 1,0-1,1 0,1 0,0 0,0-1,2 0,-1 0,1 0,1-1,0 0,1 0,0-1,0 0,1-1,0 0,1-1,0 0,1 0,-1-1,1-1,1 0,-1 0,1-1,11 2,-15-6,-1 0,1-1,-1 0,1-1,-1 0,0 0,1-1,-1 0,0 0,0-1,0 0,0 0,-1-1,1 0,-1 0,0-1,0 0,-1 0,1-1,-1 0,0 0,-1 0,1-1,-1 0,-1 0,1 0,-1 0,-1-1,1 0,-1 0,0 0,-1 0,0 0,1-8,1 0,-1-1,0 0,-1 1,-1-1,0 0,-2 0,0 0,0 0,-2 0,0-1,1 11,0-1,0 1,0 0,-1 0,0 0,-1 0,0 0,0 1,0 0,0 0,-1 0,0 0,-1 1,1-1,-1 1,0 1,0-1,-1 1,1 0,-1 0,0 1,0 0,-2 0,-1 0,1 1,-1 1,0 0,1 0,-1 1,0 0,0 0,1 1,-1 1,0 0,1 0,-1 1,1 0,0 0,0 1,0 1,1-1,-1 1,1 1,0-1,0 2,-14 10,1 2,1 0,1 1,0 1,2 1,-12 18,-22 42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1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1,'15'284,"-13"-165,46 845,-33-403,30 741,-18-738,-27 153,-11-466,11 0,19 95,119 651,-34 88,-70-483,-27 88,0 672,-16 118,-7-1022,-19 0,-15 421,11 165,38-1025,-2 47,2-1,3 1,10 55,-12-119,1 4,-1 0,1 0,0 0,1 0,-1 0,1-1,0 1,1 0,-1-1,1 0,0 0,0 0,1 0,0 0,0 0,3 3,8-3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3.3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387 78,'-6'-7,"0"0,-1 0,0 1,0 0,-1 1,0 0,0 0,0 0,0 1,-1 0,0 1,1 0,-1 0,0 1,-1 0,1 1,0 0,-1 0,1 1,0 0,-1 1,1 0,0 0,0 1,-6 2,3 3,0 1,1 0,0 1,1 0,-1 0,2 2,-1-1,2 1,-1 0,1 1,1 0,0 0,1 0,0 1,1 0,1 0,0 1,0-1,0 11,3-20,0 0,0 0,1 0,0 0,0 1,0-1,0 0,0 0,1 0,0 0,0 0,0 0,0 0,1 0,0-1,-1 1,1 0,0-1,1 0,-1 1,1-1,-1 0,1 0,0 0,0 0,1-1,-1 1,0-1,1 0,-1 0,1 0,0-1,0 1,0-1,-1 0,1 0,0 0,2 0,3-1,0 0,0-1,0 0,0 0,0-1,0 0,-1-1,1 0,-1 0,1-1,-1 0,0 0,0-1,-1 0,0 0,0-1,0 0,0 0,-1-1,0 1,0-2,-1 1,0 0,0-1,-1 0,0 0,0-1,-1 1,0-1,0 1,-1-4,33-180,-31 228,-5 23,0-29,0 0,2-1,2 0,0 1,2-1,4 9,-6-31,0 1,1-1,0 0,0 0,1-1,0 1,0-1,0 0,1-1,0 1,0-1,1 0,-1-1,1 1,0-1,0-1,0 1,1-1,-1 0,1-1,0 0,0 0,0-1,0 0,0 0,0-1,0 0,0 0,1-1,30 0</inkml:trace>
  <inkml:trace contextRef="#ctx0" brushRef="#br0" timeOffset="250.018">962 24,'21'5,"17"1,17 0,10-1,5-2,-2-1,-9-1,-13 0</inkml:trace>
  <inkml:trace contextRef="#ctx0" brushRef="#br0" timeOffset="513.149">962 265,'21'9,"20"3,21-1,14-4,7-5,-9-4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9:47.5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416 2036,'-8'4,"-1"0,2 1,-1 0,0 1,1-1,0 1,0 1,1 0,0 0,0 0,1 0,-1 1,2 0,-1 0,1 0,0 1,1-1,0 1,0 0,1 0,0 0,1 0,0 1,0-1,1 0,0 0,1 1,0-1,0 0,1 0,0 0,1 0,0 0,0-1,1 1,0-1,0 0,1 0,0 0,1-1,-1 1,2-1,2 2,-1-2,1 0,0-1,0 0,0 0,1-1,0-1,0 1,0-2,1 1,-1-1,1-1,0 0,0-1,-1 0,1 0,0-1,0-1,0 1,0-2,0 0,0 0,-1-1,1 0,-1-1,0 0,0-1,0 0,-1 0,0-1,0 0,0-1,0 0,-1 0,-1-1,1 0,-1 0,0-1,-1 0,0 0,-1 0,0-1,0 0,1-4,-3 5,-1-1,0 1,0-1,-1 0,0 0,0 0,-1 0,-1 1,0-1,0 0,-1 0,0 1,0-1,-1 1,-1-1,0 1,0 0,0 1,-1-1,-1 1,1 0,-1 0,-1 0,1 1,-1 0,-1 0,1 1,-1 0,0 0,0 1,-1 0,0 1,0-1,-1 0,-1 1,-1 0,1 0,0 1,-1 1,0-1,1 2,-1 0,0 0,0 1,0 1,0 0,1 0,-1 1,0 1,1 0,-1 1,1 0,0 0,1 1,-1 1,1-1,0 2,0 0,1 0,-1 0,2 1,-1 1,1 0,1 0,-1 0,1 1,1 0,0 0,1 1,0-1,0 1,1 1,0-1,1 0,-1 7,4 32</inkml:trace>
  <inkml:trace contextRef="#ctx0" brushRef="#br0" timeOffset="1">1511 2062,'-9'2,"-1"1,1-1,-1 2,1 0,0 0,0 0,1 1,0 0,-1 1,2 0,-1 0,1 1,0 0,0 0,0 1,1 0,1 0,-3 4,5-7,-1 0,1 1,0-1,1 1,0 0,0 0,0 0,0 0,1 0,0 0,0 0,1 0,0 1,0-1,0 0,1 0,0 0,0 0,0 1,1-1,0-1,0 1,1 0,-1 0,1-1,1 0,-1 1,1-1,1 1,6 4,1-1,1 0,-1 0,1-2,1 1,-1-2,1 0,1 0,-1-2,1 0,-1 0,1-1,0-1,1-1,-1 0,0-1,0 0,0-1,0-1,0 0,10-4,-16 4,-1 0,0 0,1-1,-1 0,0-1,-1 0,1 0,-1-1,1 0,-1 0,-1 0,1-1,-1 0,0-1,0 1,-1-1,0 0,0 0,-1-1,0 0,0 1,0-1,-1-1,-1 1,1 0,-1-1,-1 1,1-1,-1 0,-1 1,0-1,0-3,-2 0,-1-1,0 1,-1 0,0 0,-1 1,0-1,-1 1,0 0,0 0,-1 1,-1 0,0 0,0 0,-1 1,0 1,-1 0,0 0,0 0,-1 1,0 1,0 0,0 1,-1 0,1 0,-1 1,-1 1,1 0,0 1,-1 0,1 1,-1 0,-1 1,-2 2,0 0,1 1,-1 1,1 0,-1 2,1-1,1 2,-1 0,1 1,1 0,-1 1,1 1,1 0,0 0,0 1,1 1,-9 12,-24 33</inkml:trace>
  <inkml:trace contextRef="#ctx0" brushRef="#br0" timeOffset="2">402 3038,'-12'23,"0"1,2 0,1 0,1 1,1 0,1 1,1 0,2 0,0 0,2 0,1 11,0-29,0 0,1 0,0 1,1-1,0 0,0 0,0-1,1 1,0 0,1-1,0 1,0-1,1 0,-1-1,1 1,1-1,-1 0,1 0,0-1,1 1,-1-1,1-1,0 1,0-1,1-1,-1 1,1-1,0 0,0-1,1 0,3 1,-1-1,1-1,0 0,0-1,0 0,-1 0,1-2,0 1,0-2,-1 1,1-2,-1 1,0-2,0 1,-1-1,1-1,-1 0,0-1,0 0,-1 0,0-1,0 0,-1 0,0-1,-1 0,0-1,0 0,-1 0,0 0,-1-1,0 1,0-1,0-6,-2 3,0-1,-1 1,-1-1,0 1,-1-1,-1 1,0-1,-1 1,-1-1,0 1,-1 0,0 0,-1 0,-1 1,3 4,-2 0,1 0,-1 0,-1 1,1 0,-1 0,-1 0,0 1,0 0,0 0,-1 1,1 0,-2 0,1 1,-1 0,1 0,-1 1,-1 0,1 1,-9-2,10 3,0 1,-1 0,1 1,-1 0,1 1,-1 0,1 0,0 0,0 1,-1 0,1 1,0 0,1 0,-1 1,1 0,-1 0,1 1,0 0,1 0,-1 0,1 1,0 0,0 1,-3 3,0 1,1 0,0 0,1 0,0 1,1 1,0-1,1 1,0 0,1 0,1 0,0 1,-1 12,7 47,11-9</inkml:trace>
  <inkml:trace contextRef="#ctx0" brushRef="#br0" timeOffset="3">1458 3358,'40'-105,"-5"-1,4-31,-36 124,26-103,-46 159,6-3,1 1,3 0,1 0,2 0,1 1,3 0,1-1,2 1,2-1,2 0,2 0,1-1,13 31,2-11</inkml:trace>
  <inkml:trace contextRef="#ctx0" brushRef="#br0" timeOffset="4">536 4414,'18'-61,"2"1,2 1,3 0,9-8,-17 30,45-78,-62 115,-1 0,1 1,0-1,0 1,0-1,0 0,0 1,0-1,0 1,0-1,0 0,0 1,0-1,1 1,-1-1,0 0,0 1,0-1,0 0,1 1,-1-1,0 0,0 1,1-1,-1 0,0 1,1-1,-1 0,0 0,1 1,-1-1,0 0,1 0,-1 0,0 0,1 1,-1-1,0 0,1 0,-1 0,1 0,-1 0,1 0,-1 0,0 0,1 0,-1 0,1 0,-1 0,0 0,1-1,-1 1,0 0,1 0,-1 0,0-1,1 1,-1 0,0 0,1-1,-1 1,0 0,1 0,-1-1,0 1,-6 118,0-77,3-15,-7 48,4 0,2 1,4 0,6 36,-5-98,2 0,0 1,0-1,1 0,1-1,0 1,1-1,3 5,18 22</inkml:trace>
  <inkml:trace contextRef="#ctx0" brushRef="#br0" timeOffset="5">1485 4335,'33'76,"-28"-59,1-1,1 0,0 0,1-1,1 0,0-1,1 1,0-2,1 1,1-2,8 8,-17-17,1-1,-1 0,1 0,-1 0,1 0,-1-1,1 0,0 1,0-1,0-1,-1 1,1 0,0-1,0 0,0 0,0 0,0-1,0 1,0-1,0 0,0 0,-1 0,1 0,0-1,-1 0,1 1,-1-1,1-1,-1 1,3-2,2-4,0 1,0-2,0 1,-1-1,0 0,-1 0,0-1,0 0,-1 0,1-4,0-2,0 0,-2-1,1 1,-2-1,-1 0,0 0,-1 0,0 0,-2 0,0-1,-1 1,-1 0,0 1,-1-1,-1 1,0-1,-2 1,0 1,0 0,-2 0,1 0,-2 1,0 0,-6-5,12 14,0 0,0 0,-1 1,0-1,0 1,0 0,0 1,-1-1,0 1,1 0,-1 0,0 1,-1 0,1 0,0 0,-1 1,1 0,-1 0,1 0,-1 1,1 0,-1 0,1 1,-6 1,-7 6,1 2,0 0,1 0,0 2,1 0,0 1,1 1,0 0,1 1,1 1,0 0,1 1,1 0,-8 16,-25 39</inkml:trace>
  <inkml:trace contextRef="#ctx0" brushRef="#br0" timeOffset="6">723 5725,'57'-94,"-49"75,137-351,-128 333,-14 46,-19 147,5-93,3-16,2-1,2 1,2 0,1 1,3-1,2 0,6 22,6-14</inkml:trace>
  <inkml:trace contextRef="#ctx0" brushRef="#br0" timeOffset="7">1578 5698,'92'-415,"-59"282,-33 134,0-1,0 0,1 0,-1 0,0 0,0 1,1-1,-1 0,0 0,0 0,1 0,-1 0,0 0,0 0,1 0,-1 0,0 0,1 0,-1 0,0 0,1 0,-1 0,0 0,0 0,1 0,-1 0,0 0,0-1,1 1,-1 0,0 0,0 0,1 0,-1-1,0 1,0 0,0 0,1-1,16 276,-11-160,5 1,15 58,-9-103</inkml:trace>
  <inkml:trace contextRef="#ctx0" brushRef="#br0" timeOffset="8">442 752,'-5'-4,"-1"-1,0 1,0 0,0 1,-1-1,1 1,-1 0,1 1,-1 0,0 0,0 0,0 1,0 0,-1 0,1 1,0 0,0 0,0 1,-1 0,1 0,0 1,0-1,1 2,-1-1,0 1,1 0,-1 0,1 1,0-1,0 2,0-1,0 1,-1 3,1 0,-1 0,2 1,-1-1,1 1,0 1,1-1,0 1,1-1,0 1,0 0,1 1,0-1,1 0,0 0,1 1,0-1,1 1,0-1,0 0,1 0,1 0,-1 0,2 0,-1 0,1-1,4 6,-5-11,1 0,-1 0,1-1,0 0,0 0,0 0,1 0,-1-1,1 1,-1-1,1 0,0-1,0 1,0-1,0 0,0 0,0 0,0-1,0 0,0 0,0 0,0-1,0 1,0-1,0 0,0-1,0 1,0-1,0 0,-1 0,1-1,-1 1,0-1,1 0,-1 0,0-1,-1 1,1-1,0-1,9-8,-1-1,-1 0,-1-1,0-1,0 0,-2 0,0 0,-1-1,0 0,-2-1,0 0,-1 0,0 0,-2 0,0 0,-1 0,-1-1,-1-1,2 19,-1 1,0-1,1 0,-1 0,0 0,0 1,0-1,1 0,-1 0,0 0,0 0,0 1,0-1,-1 0,1 0,0 0,0 1,0-1,-1 0,1 0,0 0,-1 1,1-1,-1 0,1 1,-1-1,1 0,-1 1,1-1,-1 0,0 1,1-1,-1 1,0 0,0-1,1 1,-1-1,0 1,0 0,1 0,-1-1,0 1,0 0,0 0,0 0,1 0,-1 0,0 0,-3 5,1 0,0 0,0 0,0 1,0-1,1 1,0 0,1 0,-1 0,1 0,0 0,0 0,1 0,-1-1,-3 16,2 1,0-1,1 1,2-1,0 1,1 3,-1-17,1 0,0 0,0 0,0-1,1 1,0 0,1-1,-1 0,2 0,-1 0,1-1,0 1,0-1,0 0,1 0,0-1,0 0,1 0,7 3,0-1,0 0,0-2,1 1,0-2,0 0,1 0,-1-2,1 0,-1-1,1 0,3-1,54-1</inkml:trace>
  <inkml:trace contextRef="#ctx0" brushRef="#br0" timeOffset="9">1378 405,'-1'-2,"-8"-19,9 22,0-1,0 0,0 0,0 0,0 1,0-1,-1 0,1 0,0 1,0-1,0 0,0 0,0 0,0 0,-1 1,1-1,0 0,0 0,0 0,0 0,-1 0,1 1,0-1,0 0,0 0,-1 0,1 0,0 0,0 0,-1 0,1 0,0 0,0 0,-1 0,1 0,0 0,0 0,0 0,-1 0,1 0,0 0,0 0,-1 0,1 0,0-1,0 1,0 0,0 0,-1 0,1 0,0 0,0-1,0 1,0 0,-1 0,1 0,0 0,0-1,0 1,0 0,0 0,0-1,0 1,0 0,-7 131,-7 333,14-441,0-23,0 0,0-1,0 1,0 0,0-1,-1 1,1-1,0 1,0-1,0 1,0 0,0-1,0 1,0-1,0 1,1 0,-1-1,0 1,0-1,0 1,0 0,1-1,-1 1,0 0,0-1,0 1,1 0,-1-1,0 1,1 0,-1-1,0 1,1 0,-1 0,0 0,1-1,-1 1,1 0,-1 0,0 0,1 0,-1 0,1 0,-1-1,0 1,1 0,-1 0,1 0,-1 0,0 1,1-1,-1 0,1 0,-1 0,0 0,1 0,-1 0,1 1,-1-1,0 0,1 0,-1 1,0-1,1 0,-1 0,0 1,0-1,1 0,-1 1,2-5,3-4,0 0,0 0,0 0,1 1,1 0,-1 0,1 0,0 1,0 0,1 0,0 1,0 0,0 1,1 0,0 0,-1 0,1 1,1 1,-1-1,0 1,0 1,1 0,-1 0,1 1,6 1,-10 0,0 1,0 1,0-1,-1 1,1 0,-1 0,0 1,0 0,0 0,0 0,-1 0,1 1,-1-1,0 1,-1 0,1 1,-1-1,0 0,0 1,-1 0,1 0,-1 0,-1 0,1 0,-1 0,0 0,0 0,-1 1,0-1,0 0,0 0,-1 1,0-1,0 0,-1 0,0 0,0 0,0 0,0 0,-1-1,-1 2,-3 2,-1-1,0 1,-1-2,0 1,0-1,0 0,-1-1,0 0,0-1,-1 0,0 0,0-1,0-1,0 0,0 0,-1-1,1 0,-1-1,1-1,-1 0,-5-1,15 2,-1-1,0 0,1 0,-1 0,1-1,-1 1,1-1,-1 1,1-1,-1 0,1 0,0 0,-1 0,1 0,0-1,0 1,0-1,0 1,-2-3,0-5</inkml:trace>
  <inkml:trace contextRef="#ctx0" brushRef="#br0" timeOffset="10">1 1487,'9'4,"20"2,0-1,1-1,0-2,0-1,21-2,-45 1,257-13,78-21,-214 20,1541-176,-1273 142,-335 37,-57 8,-10 1</inkml:trace>
  <inkml:trace contextRef="#ctx0" brushRef="#br0" timeOffset="11">2755 177,'34'208,"-8"-53,2 101,-20 191,-22 60,-1 41,22-67,22 0,50 432,-60-380,-18-417,3-7,6 0,12 50,2 46,-10 1,-9 163,5-85,-6-119,-1-148,-3-17,0 0,0 0,0 0,0-1,0 1,0 0,0 0,0 0,1 0,-1 0,0-1,0 1,0 0,0 0,0 0,0 0,1 0,-1 0,0 0,0-1,0 1,0 0,1 0,-1 0,0 0,0 0,0 0,0 0,1 0,-1 0,0 0,0 0,0 0,1 0,-1 0,0 0,0 0,0 0,0 0,1 0,-1 0,0 1,0-1,0 0,0 0,1 0,-1 0,0 0,0 0,9-63,-5 20</inkml:trace>
  <inkml:trace contextRef="#ctx0" brushRef="#br0" timeOffset="12">2902 1246,'1452'8,"-723"-2,-688-6,-28 4,-33 0,-37 0,29-3</inkml:trace>
  <inkml:trace contextRef="#ctx0" brushRef="#br0" timeOffset="13">3464 57,'6'14,"10"13,11 11,10 9,7 5,7 0,2-1,0-3,-3-5,-5-8,-3-7,-5-8,-8-8</inkml:trace>
  <inkml:trace contextRef="#ctx0" brushRef="#br0" timeOffset="14">4185 3,'0'0,"-1"0,1-1,-1 1,1 0,-1 0,1-1,-1 1,0 0,1 0,-1 0,1 0,-1 0,0 0,1 0,-1 0,1 0,-1 0,1 0,-1 0,0 0,1 0,-1 0,1 1,-1-1,1 0,-1 0,1 1,-1-1,1 0,-1 1,1-1,-1 1,1-1,-1 1,1-1,0 0,-1 1,1-1,0 1,-1 0,1-1,0 1,0-1,0 1,-1 0,-4 5,-36 37,2 1,2 3,-14 24,41-55,1 0,0 1,1 0,1 0,1 1,1-1,0 1,1 1,1-1,0 0,2 1,0 0,1 5,5 15,2 0,2 0,1-1,1 0,17 34,24 85,-44-118</inkml:trace>
  <inkml:trace contextRef="#ctx0" brushRef="#br0" timeOffset="15">3691 2089,'3'9,"0"-1,1 0,0 0,0 0,1 0,0 0,0-1,1 0,0 0,0-1,1 0,0 0,0 0,0-1,1 0,-1 0,1-1,0 0,1 0,3 0,6 3,1-2,0 0,0-1,0-1,0 0,0-2,1 0,-1-1,2-1,-14 1,1 0,-1-1,1 0,-1 0,0 0,0-1,0 0,1 0,-2-1,1 0,0 0,-1-1,1 1,-1-1,0-1,0 1,-1-1,1 0,-1-1,0 1,0-1,-1 0,0 0,0 0,0-1,-1 1,0-1,1-5,-2 3,0 0,-1 0,0 0,0 0,-1-1,-1 1,0 0,0 0,0 0,-1 0,-1 0,1 0,-1 1,-1-1,0 1,0 0,0 0,-1 0,-1 1,1-1,-1 1,0 1,-1-1,1 1,-1 0,-1 0,-2-1,0 0,0 0,0 1,-1 1,0 0,0 0,0 1,-1 0,1 1,-1 1,0 0,0 0,0 1,0 1,0 0,0 0,0 1,0 1,-8 2,7 0,0 1,0 0,1 1,0 0,0 1,0 0,1 1,0 1,1 0,-1 0,2 1,-1 0,2 0,-1 1,1 0,1 1,0 0,1 0,0 1,1-1,0 1,1 0,1 0,-2 8,-6 53,7-7</inkml:trace>
  <inkml:trace contextRef="#ctx0" brushRef="#br0" timeOffset="16">3865 3238,'2'-17,"0"-1,1 1,1 0,1 0,0 0,1 1,8-15,-3 5,90-229,-101 256,0-1,0 0,0 0,0 0,1 1,-1-1,0 0,0 0,0 0,0 0,0 0,1 1,-1-1,0 0,0 0,0 0,1 0,-1 0,0 0,0 0,0 0,1 0,-1 0,0 0,0 0,0 0,1 0,-1 0,0 0,0 0,0 0,1 0,-1 0,0 0,0 0,0 0,1 0,-1 0,0 0,0 0,0 0,0-1,1 1,-1 0,0 0,0 0,0 0,0 0,0-1,1 1,-1 0,1 26,-1-23,4 105,4 0,6-1,19 75,-17-109,-2-11</inkml:trace>
  <inkml:trace contextRef="#ctx0" brushRef="#br0" timeOffset="17">3878 4388,'184'-344,"-145"276,-39 69,0-1,0 1,0-1,0 0,0 1,0-1,0 1,0-1,1 0,-1 1,0-1,0 1,0-1,0 0,1 1,-1-1,0 0,0 1,1-1,-1 0,0 0,1 1,-1-1,0 0,1 0,-1 1,0-1,1 0,-1 0,1 0,-1 0,0 0,1 0,-1 1,1-1,-1 0,1 0,-1 0,0 0,1 0,-1-1,1 1,-1 0,0 0,1 0,-1 0,1 0,-1 0,0-1,1 1,-1 0,0 0,1-1,-1 1,0 0,1-1,-1 1,0 0,0-1,1 1,-1 0,0-1,0 1,4 163,7 277,-7-373</inkml:trace>
  <inkml:trace contextRef="#ctx0" brushRef="#br0" timeOffset="18">3811 5564,'-2'14,"0"-1,0 1,2 0,-1-1,2 1,0-1,0 1,1-1,1 1,0-1,1 0,1 0,0 0,0-1,2 0,-1 0,1 0,1-1,0 0,1 0,0-1,0 0,1-1,0 0,1-1,0 0,1 0,-1-1,1-1,1 0,-1 0,1-1,11 2,-15-6,-1 0,1-1,-1 0,1-1,-1 0,0 0,1-1,-1 0,0 0,0-1,0 0,0 0,-1-1,1 0,-1 0,0-1,0 0,-1 0,1-1,-1 0,0 0,-1 0,1-1,-1 0,-1 0,1 0,-1 0,-1-1,1 0,-1 0,0 0,-1 0,0 0,1-8,1 0,-1-1,0 0,-1 1,-1-1,0 0,-2 0,0 0,0 0,-2 0,0-1,1 11,0-1,0 1,0 0,-1 0,0 0,-1 0,0 0,0 1,0 0,0 0,-1 0,0 0,-1 1,1-1,-1 1,0 1,0-1,-1 1,1 0,-1 0,0 1,0 0,-2 0,-1 0,1 1,-1 1,0 0,1 0,-1 1,0 0,0 0,1 1,-1 1,0 0,1 0,-1 1,1 0,0 0,0 1,0 1,1-1,-1 1,1 1,0-1,0 2,-14 10,1 2,1 0,1 1,0 1,2 1,-12 18,-22 42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9:58.8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0 363,'2'2,"0"-1,0 0,0 0,0 0,0 0,1 0,-1 0,0-1,0 1,1-1,-1 1,0-1,1 0,-1 0,0 0,1 0,-1-1,0 1,1 0,-1-1,0 0,0 0,1 1,-1-2,-1 2,35-11,0-1,-1-2,0-2,-1-1,-1-2,-1-1,-1-1,1-3,-19 15,0-1,0 0,-1-1,-1-1,0 1,0-2,-1 0,0 0,-2 0,1-1,3-11,-11 24,0-1,-1 1,1-1,0 0,-1 1,0-1,1 0,-1 1,0-1,0 0,0 0,0 1,0-1,-1 0,1 1,0-1,-1 0,1 1,-1-1,0 1,1-1,-1 1,0-1,0 1,0-1,0 1,0 0,0-1,0 1,-1 0,1 0,0 0,-1 0,1 0,-1 0,1 0,-1 1,1-1,-1 1,0-1,0 0,-2 1,-1-1,1 0,0 1,0 0,0 0,-1 0,1 0,0 1,0 0,0 0,0 0,0 0,0 0,0 1,0 0,-2 1,-4 7,1 0,0 1,1 0,0 1,0-1,1 2,1-1,0 1,1 0,0 0,1 0,1 0,0 1,1 0,0 0,1-1,0 1,2 3,-9 133,7 1,7 25,0-28,-5-111,-4 281,-3-265</inkml:trace>
  <inkml:trace contextRef="#ctx0" brushRef="#br0" timeOffset="359.709">41 777,'136'-64,"-89"46,397-153,-342 139,-101 31,0 1,0-1,0 1,0-1,0 1,0 0,0-1,-1 1,1 0,0 0,0-1,1 1,-1 0,0 0,0 0,0 0,0 0,0 0,0 1,0-1,0 0,0 0,0 1,0-1,-1 1,1-1,0 1,0-1,0 1,0-1,0 1,-1 0,1 0,0-1,-1 1,1 0,0 0,-1 0,1 0,-1-1,0 1,1 0,-1 0,0 0,1 0,-1 0,0 0,0 0,0 0,0 0,0 0,0 0,0 0,0 0,0 0,0 0,-1 0,1 0,0 0,-1 0,1 0,-1 0,1 0,-1 0,1 0,-1 0,0 0,-2 5,1 0,0 0,0 1,0-1,1 1,0-1,0 1,1 0,0-1,0 1,0 0,1-1,0 1,0-1,1 1,0-1,0 1,0-1,1 0,0 0,0 0,1 1,13 12,-2-3</inkml:trace>
  <inkml:trace contextRef="#ctx0" brushRef="#br0" timeOffset="578.435">803 175,'-3'-2,"7"-1,2 0</inkml:trace>
  <inkml:trace contextRef="#ctx0" brushRef="#br0" timeOffset="795.186">1110 363,'18'9,"13"8,6 7,3 7,2 7,-2 4,-1 4,0 0,0-2,1-4,-1-10,-1-9,-8-8</inkml:trace>
  <inkml:trace contextRef="#ctx0" brushRef="#br0" timeOffset="1061.508">1538 376,'-16'-2,"-10"1,-4 11,-5 11,-5 19,-10 21,-14 20,-19 22,-25 18,6-12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9:57.5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0 358,'0'-14,"1"0,1 0,0 0,1 0,0 0,1 1,1-1,0 1,2-2,87-203,-94 218,0 0,0 1,0-1,0 0,0 0,0 1,1-1,-1 0,0 0,0 1,0-1,1 0,-1 0,0 0,0 1,0-1,1 0,-1 0,0 0,0 0,1 0,-1 0,0 1,0-1,1 0,-1 0,0 0,1 0,-1 0,0 0,0 0,1 0,-1 0,0 0,1 0,-1 0,0-1,0 1,1 0,-1 0,0 0,0 0,1 0,-1 0,0-1,0 1,0 38,0-34,-17 320,-10-100,27-213</inkml:trace>
  <inkml:trace contextRef="#ctx0" brushRef="#br0" timeOffset="268.969">26 626,'-9'2,"-1"1,9 0,12-1,15 0,16-1,12 0,6-1,4 0,-1 0,-8 0,-10 0,-11-1,-16-1,-10-1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04.0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0 380,'9'-27,"-1"-1,-1 1,-2-1,-1 0,-1-1,-1 1,-2-20,4-41,-4 87,0 0,0 0,0 0,1 0,-1 0,1 0,-1 0,1 0,0 0,0 1,-1-1,1 0,0 0,1 1,-1-1,0 1,0-1,1 1,-1-1,1 1,-1 0,1 0,0 0,-1 0,1 0,0 0,0 0,0 0,0 1,-1-1,1 1,0 0,0-1,0 1,0 0,0 0,0 0,0 0,0 0,0 1,0-1,0 1,2 0,12 2,-1 0,1 2,-1 0,0 0,0 2,0 0,-1 0,0 1,0 1,-1 0,0 1,-1 1,0 0,-1 0,7 10,-15-17,0 0,-1 0,0 0,1 0,-1 0,-1 1,1-1,-1 1,0 0,0-1,0 1,0 0,-1 0,0-1,0 1,0 0,-1 0,1-1,-1 1,-1 0,1-1,0 1,-1-1,0 1,0-1,0 0,-1 0,1 0,-1 0,0 0,0-1,-1 1,1-1,-1 0,1 0,-1 0,-1 0,0 2,0-1,-1 0,0-1,0 1,0-1,0 0,0-1,-1 1,1-1,-1 0,1-1,-1 0,0 0,0 0,0-1,1 0,-1 0,0-1,6 1,0 0,0-1,1 1,-1 0,0 0,0-1,1 1,-1 0,0-1,1 1,-1-1,0 1,1-1,-1 1,1-1,-1 0,1 1,-1-1,1 0,-1 1,1-1,0 0,-1 1,1-1,0 0,0 0,0 0,-1 1,1-1,0 0,0 0,0 0,0 1,0-1,0 0,1 0,-1 0,0 1,0-1,0 0,1 0,-1 1,0-1,1 0,-1 1,1-1,-1 0,1 1,-1-1,1 0,32-29,-1 14,0 2,2 0,-1 3,1 0,21-2,20-7,-71 19,1 0,-1 0,0 0,0 0,0-1,0 0,0 0,0 0,0 0,-1-1,1 1,-1-1,1 0,-1 0,0 0,0 0,0-1,-1 1,1-1,-1 0,0 0,0 0,0 0,-1 0,1 0,-1 0,0-1,0-3,0 6,0 0,0-1,0 1,0 0,-1 0,1 0,-1-1,0 1,1 0,-1-1,0 1,0 0,-1-1,1 1,0 0,-1 0,1-1,-1 1,0 0,0 0,0 0,0 0,0 0,0 0,-1 0,1 0,-1 0,1 1,-1-1,0 0,1 1,-1-1,0 1,0 0,0 0,0 0,0 0,0 0,0 0,-1 0,1 1,0-1,0 1,-1 0,1-1,0 1,-3 0,-2 2,0-1,0 1,0 0,0 1,0-1,0 1,0 1,1-1,0 1,-1 0,2 1,-1-1,0 1,1 0,0 1,0-1,1 1,-1 0,1 0,0 1,1-1,0 1,0 0,0 0,1 0,-2 6,4-10,0 0,0 0,0 0,0 1,1-1,-1 0,1 0,0 0,0 0,0 0,0 0,1 0,-1 0,1 0,0-1,0 1,0 0,0-1,0 0,0 1,0-1,1 0,-1 0,1 0,2 0,78 31,68-14,-77-15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09.3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202 214,'-9'78,"5"1,3 39,1-61,3-1,2 1,2-1,3 0,2-1,5 5,26 28,-41-86,0 1,0-1,0 1,1-1,-1 0,1 0,0 0,-1 0,1 0,0 0,0-1,0 0,0 1,0-1,1 0,-1-1,0 1,0 0,1-1,-1 0,0 0,1 0,-1 0,0 0,1-1,-1 1,3-2,7-3,-1-1,1-1,-1 0,-1-1,1 0,-1 0,-1-1,1-1,-1 0,-1 0,0-1,-1 0,0-1,0 0,4-11,-8 18,-1-1,0 0,0 0,-1-1,0 1,0-1,0 1,-1-1,0 1,0-1,0-1,-1 7,0 1,0 0,0-1,0 1,0-1,0 1,0-1,0 1,0-1,-1 1,1-1,0 1,0 0,0-1,0 1,-1-1,1 1,0 0,0-1,-1 1,1 0,0-1,-1 1,1 0,0-1,-1 1,1 0,0 0,-1-1,1 1,-1 0,1 0,-1 0,1-1,0 1,-1 0,1 0,-1 0,1 0,-1 0,1 0,-1 0,1 0,-1 0,1 0,0 0,-1 1,1-1,-1 0,1 0,-1 0,1 1,0-1,-1 0,1 0,0 1,-1-1,1 0,0 1,-1-1,1 0,0 1,-1-1,1 0,0 1,0-1,-23 26,20-19,0-1,0 1,0-1,1 1,0 0,0 0,1 0,0 0,0 1,1-1,-1 0,2 0,-1 0,1 0,0 1,0-1,1 0,0 0,1-1,-1 1,1 0,0-1,1 0,-1 1,1-1,4 3,13 9</inkml:trace>
  <inkml:trace contextRef="#ctx0" brushRef="#br0" timeOffset="244.494">722 589,'-7'-3,"-2"0</inkml:trace>
  <inkml:trace contextRef="#ctx0" brushRef="#br0" timeOffset="1357.85">0 348,'49'-11,"-1"2,2 3,-1 1,0 3,1 2,47 5,-53-2,0 2,0 1,-1 2,0 3,0 1,-1 2,30 14,-63-23,0-1,0 1,0 1,-1-1,0 2,0-1,0 1,-1 0,0 1,0-1,-1 2,0-1,0 1,-1-1,0 1,-1 1,0-1,0 1,1 6,12 94,-15-86,1-1,0 1,2-1,2 1,5 13,-8-27,1 0,0 0,0-1,1 0,0 0,1 0,0-1,0 0,2 1,-6-7,0 1,0-1,-1 0,1 0,0 0,1 0,-1-1,0 1,0-1,1 0,-1 0,1 0,-1 0,1-1,-1 1,1-1,-1 0,1 0,0 0,-1 0,1-1,-1 0,1 0,-1 1,1-2,-1 1,0 0,1-1,-1 0,4-2,-1-2,1 1,-1-1,0 0,-1 0,1 0,-1-1,-1 0,1 0,-1 0,3-6,29-42,-35 54,-1 1,0 0,0-1,1 1,-1 0,0 0,1-1,-1 1,0 0,1 0,-1 0,0-1,1 1,-1 0,0 0,1 0,-1 0,0 0,1 0,-1 0,1 0,-1 0,0 0,1 0,-1 0,1 0,-1 0,0 0,1 0,-1 0,0 0,1 1,-1-1,0 0,1 0,-1 0,0 1,1-1,-1 0,0 0,0 1,1-1,-1 0,0 1,0-1,1 0,-1 1,0-1,0 0,0 1,0-1,0 0,1 1,-1-1,0 1,0-1,0 0,0 1,0-1,0 1,0-1,0 0,-1 1,1-1,0 0,0 1,3 32,-3-31,-1 22,0-20,0 0,0 0,1 0,-1 0,1 0,0 0,0 0,1 0,-1 0,1 0,0 0,0 0,0 0,0 0,1-1,-1 1,1 0,0-1,0 1,1-1,-1 0,1 0,-1 0,1 0,0 0,0-1,0 1,1-1,2 2,5-1,-1-2,1 1,0-1,0-1,-1 0,1 0,0-1,0-1,-1 0,1 0,-1-1,0 0,1-1,-1 0,-1 0,1-1,-1-1,5-3,-8 5,0-1,-1 1,1-2,-1 1,0 0,0-1,-1 0,0 0,0 0,0-1,-1 0,0 1,1-5,-3 79,1-63,-1 0,0 0,1 0,0-1,0 1,0 0,1-1,0 1,-1-1,2 0,-1 0,0 0,1 0,0-1,0 1,0-1,0 0,0 0,1 0,-1-1,1 0,0 0,-1 0,1 0,0-1,2 1,3 0,-1 0,0-1,0 0,1 0,-1-1,0 0,1-1,-1 0,0-1,0 0,0 0,0-1,0 0,4-2,-2-2,1 0,-1-1,-1 0,1-1,-1-1,-1 1,0-2,0 1,-1-1,0 0,-1-1,-1 0,0 0,0 0,-1-1,0 0,-1 0,-1 0,1-9,-3-11,-8 39,-1 13,1 0,0 1,2-1,0 1,1 1,1-1,1 0,0 6,0 15,2 0,2 0,1-1,2 1,2-1,1 0,3-1,1 0,1 0,3-2,1 0,13 21,-6-23,-21-39,-25-89,19 81,-27-106,4-2,6-1,4-10,13-81,3 211,-1-1,1 1,0-1,0 1,0-1,0 1,1-1,-1 1,0-1,1 1,-1-1,1 1,-1-1,1 1,0 0,0-1,-1 1,1 0,0 0,0-1,0 1,0 0,0 0,1 0,-1 0,0 0,0 1,1-1,-1 0,1 0,-1 1,0-1,1 1,-1 0,1-1,-1 1,1 0,0 0,-1 0,1 0,-1 0,1 0,0 0,13 6,-1 1,1 0,-2 0,1 2,-1 0,-1 0,1 1,-2 1,1 0,6 8,-18-18,12 10,0 0,-1 1,-1 0,0 1,0 0,-1 1,-1 0,4 10,-11-22,0 0,-1 0,1 0,-1 0,1 0,-1 0,0 0,0 0,0 0,0 1,-1-1,1 0,0 0,-1 0,1 0,-1 0,0 0,0 0,0 0,0-1,0 1,0 0,0 0,-1-1,1 1,-1-1,1 1,-1-1,1 1,-1-1,0 0,0 0,1 0,-1 0,0 0,0 0,0-1,0 1,-1-1,-87 17,84-17,-108 2,89-5</inkml:trace>
  <inkml:trace contextRef="#ctx0" brushRef="#br0" timeOffset="1634.169">2421 1,'6'13,"8"21,7 25,8 25,5 26,4 18,2 14,-3 6,-9 0,-12-8,-24-10,-28-10,-35-12,-37-16,-1-23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08.3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161 295,'-2'20,"-1"17,0 5,1 3,0-1,3-7,2-7,-1-8</inkml:trace>
  <inkml:trace contextRef="#ctx0" brushRef="#br0" timeOffset="391.691">0 1,'89'24,"-72"-16,16 5,-1 2,0 1,-1 1,17 14,-38-23,0-1,0 1,-1 1,0 0,-1 0,0 1,0 0,-1 0,-1 0,0 1,0 0,-1 1,0-1,3 12,5 67,-12-73,1 1,1-1,0 0,1-1,1 1,1-1,1 2,-7-16,1-1,0 1,-1 0,1-1,0 1,0-1,0 1,0-1,0 0,1 1,-1-1,0 0,1 0,-1 0,1 0,-1 0,1 0,-1 0,1-1,0 1,-1 0,1-1,0 1,-1-1,1 0,0 0,0 1,0-1,-1 0,1-1,0 1,0 0,-1 0,1-1,0 1,-1-1,1 1,0-1,-1 0,1 0,-1 0,1 0,-1 0,1 0,-1 0,0 0,2-2,9-10,-1 0,0-1,-1-1,0 1,-1-2,-1 1,0-1,-1-1,20-38,-18 41,-6 45,-4-22,1-1,0 0,0 0,1 0,0 1,0-1,1 0,0 0,0-1,1 1,0 0,0-1,1 1,0-1,0 0,1-1,4 6,77 52,-38-41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06.4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1 247,'11'10,"1"-1,0-1,0 1,1-2,0 0,1 0,-1-1,1-1,0 0,1-1,-1-1,1 0,-1-1,1 0,0-2,0 1,0-2,0 0,-1-1,1 0,11-4,-6 4,0-2,-1 0,0-1,0-1,0-1,0-1,-1 0,-1-2,1 0,-1 0,-1-2,0 0,-1-1,0 0,10-13,-22 23,0 0,0-1,0 0,-1 1,1-1,-1 0,0 0,0 0,0 0,-1-1,1 1,-1 0,0-1,0 1,0-1,-1 1,0-1,0 1,0-1,0 0,-1 1,0-1,0 1,0 0,0-1,-1 1,1 0,-1 0,0-1,-1 1,1 1,-1-1,1 0,-1 1,0-1,-1 1,1 0,0 0,-1 0,-3-2,3 4,0 0,0-1,0 1,0 0,-1 1,1-1,0 1,0 0,-1 0,1 0,0 1,0-1,0 1,0 0,-1 0,1 1,0-1,1 1,-1 0,0 0,0 0,1 1,-1-1,1 1,0-1,0 1,-1 1,-4 5,-1 0,2 1,-1 0,2 0,-1 0,1 1,1 0,0 0,0 2,-6 19,2 2,2-1,1 1,1 1,2-1,1 1,3 24,31 243,-24-247,6 16,-4 0,-3 1,-3 0,-3 0,-4 0,-4 20,-29 18,16-77</inkml:trace>
  <inkml:trace contextRef="#ctx0" brushRef="#br0" timeOffset="337.197">81 715,'0'-2,"1"1,0-1,-1 1,1 0,0-1,0 1,0 0,0 0,0 0,0 0,0 0,1 0,-1 0,0 0,0 0,1 0,-1 1,1-1,-1 1,0-1,1 1,-1-1,1 1,-1 0,1 0,0-1,0 1,2-1,282-47,-178 33,19-5,-125 20,-1 1,1-1,-1 0,1 1,-1-1,1 1,-1-1,0 1,1-1,-1 1,0 0,1 0,-1 0,0 0,0 0,0 0,0 0,0 0,0 0,0 0,0 1,-1-1,1 0,0 1,-1-1,1 0,-1 1,1-1,-1 1,0-1,1 1,-1-1,0 1,0-1,0 1,0-1,-1 1,1-1,0 1,-1 0,3 17,-1-14,0 0,0 0,1 0,0 0,0 0,0 0,0-1,1 1,0-1,0 1,0-1,0 0,1 0,0-1,-1 1,2-1,-1 0,0 1,0-2,1 1,0 0,14 4</inkml:trace>
  <inkml:trace contextRef="#ctx0" brushRef="#br0" timeOffset="602.373">750 367,'-14'-4,"-6"-2,-1 2,6 5,11 4,14 3,6 1</inkml:trace>
  <inkml:trace contextRef="#ctx0" brushRef="#br0" timeOffset="855.414">1271 555,'-9'-11,"-10"-4,-8 0,-7 8,-4 9,-1 12,5 9,8 6,10 5,15 1,17-1,19-4,18-7,12-7,10-7,4-9,-13-5</inkml:trace>
  <inkml:trace contextRef="#ctx0" brushRef="#br0" timeOffset="1131.061">1632 635,'-2'1,"-1"0,1 0,0 0,0 0,0 0,0 1,0-1,0 1,0-1,1 1,-1 0,0-1,1 1,-1 0,1 0,0 0,0 1,0-1,0 0,0 0,0 1,1-1,-1 0,1 1,-1-1,1 0,0 1,0-1,0 1,0-1,0 1,1-1,-1 0,1 1,0-1,-1 0,1 0,0 1,0-1,2 2,6 1,0 0,1 0,-1-1,1 0,0-1,0 0,1 0,-1-1,0-1,1 1,0-2,-1 0,1 0,-1 1,0-1,0-1,0 0,0 0,0-1,0 0,0-1,-1 0,1 0,0-1,-7 2,0 1,0-1,-1 1,1-1,-1 0,1 0,-1 0,1 0,-1 0,0-1,0 1,0-1,0 1,-1-1,1 0,-1 1,1-1,-1 0,0 0,0 0,-1 0,1 0,0 0,-1-1,0 1,0 0,0 0,0 0,0 0,-1 0,1 0,-1-1,-1-1,-1-4,-1 1,0-1,-1 1,0 0,0 0,-1 0,0 1,0 0,-1 0,0 0,0 1,0 0,-1 0,0 1,0 0,-1 1,1 0,-1 0,0 1,0-1,0 2,0 0,-5-1,7 1,0 1,0-1,0 1,0 1,0-1,0 1,0 1,0-1,0 1,0 0,0 1,0-1,1 1,-1 1,0-1,1 1,0 1,-1-1,1 1,1 0,-1 0,0 0,1 1,0 0,0 0,1 1,-1-1,1 1,0 0,1 0,-2 4,3-7,1 1,-1 0,1 0,0 0,0 0,1 0,-1 0,1 1,0-1,0 0,0 0,1 0,0 0,-1 0,1 0,1 0,-1 0,0 0,1 0,0-1,0 1,0 0,0-1,1 0,-1 1,1-1,0 0,0 0,0-1,4 3,3 2,0 0,0-1,1 0,0 0,0-1,1-1,-1 0,1-1,0 0,0-1,41 5,-6-6</inkml:trace>
  <inkml:trace contextRef="#ctx0" brushRef="#br0" timeOffset="1402.93">1899 207,'-18'-13,"-11"-8,-7 1,-2 5,1 10,7 11,9 11,7 9,11 10,6-2</inkml:trace>
  <inkml:trace contextRef="#ctx0" brushRef="#br0" timeOffset="1672.379">1872 715,'16'13,"15"6,13-2,10-3,5-6,0-9,-11-5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05.1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1 449,'41'72,"83"131,-122-200,-1-2,-1 1,1 0,0-1,-1 1,1 0,0-1,0 1,0-1,0 1,0-1,0 0,1 1,-1-1,0 0,1 0,-1 0,1 0,-1 0,1 0,-1 0,1-1,0 1,-1-1,1 1,0-1,0 1,-1-1,1 0,0 0,0 0,-1 0,1 0,0 0,0-1,-1 1,3-1,30-105,-7-33,-27 148,0-1,0 0,1 1,0-1,0 0,1 0,0 0,1 0,0 0,0 0,3 3,-3-6,0 0,0 0,1-1,0 1,0-1,0 0,0 0,1-1,-1 1,1-1,0 0,0-1,0 1,0-1,1 0,-1 0,1 0,-1-1,1 0,-1 0,1 0,0-1,0 0,-1 0,1 0,0-1,-1 1,1-2,0 1,-1-1,1 1,-1-1,0-1,0 1,0-1,0 0,0 0,0-1,-1 1,0-1,1 0,-1 0,-1 0,1-1,-1 1,1-1,0-2,14-64,-18 77,0 0,0 0,0 0,1 0,0 0,0 0,1 0,-1-1,1 1,1-1,-1 1,1-1,0 0,0 0,0 0,1 0,0 0,0-1,0 0,0 0,1 0,0 0,-1 0,1-1,1 0,-1 0,0-1,1 1,-1-1,1-1,0 1,1 0,7 1,0-1,0 0,1-1,-1 0,0-2,1 1,-1-2,0 0,0 0,0-1,0-1,0-1,-1 0,0 0,0-1,6-4,-1 30,-7-13,0-1,0 0,1-1,0 0,0-1,0 0,0-1,1 0,-1-1,1 0,-1-1,1-1,0 0,0-1,5-1,-15 3,0-1,0 0,0 0,0 0,0 0,0-1,0 1,0-1,0 0,0 0,0 0,0 0,0 0,-1-1,1 1,0-1,-1 0,1 0,-1 0,0 0,0 0,1 0,-2 0,1-1,0 1,0-1,-1 0,1 1,-1-1,0 0,0 0,0 0,0 0,0 0,-1 0,1 0,-1 0,0 0,0 0,0 0,-1 0,1 0,0 0,-1-1,-1-1,-3-2,0-1,-1 0,-1 1,1 0,-1 1,0-1,0 1,-1 1,0-1,0 1,0 1,-1-1,0 2,1-1,-1 1,-1 0,1 1,0 0,-1 1,1-1,0 2,-1 0,-7 0,13 0,0 0,0 0,0 0,0 1,0-1,0 1,0 0,0 0,0 1,0-1,0 1,0 0,1 0,-1 0,1 0,-1 1,1-1,0 1,0 0,0 0,1 0,-1 0,1 1,-1-1,1 1,0-1,0 1,1 0,-1 0,1 0,0 1,0 21</inkml:trace>
  <inkml:trace contextRef="#ctx0" brushRef="#br0" timeOffset="696.898">1725 528,'-8'-7,"-1"-1,0 2,0-1,0 1,-1 0,0 1,0 0,0 1,-1 0,1 0,-1 1,0 1,0 0,0 0,0 1,-1 0,1 1,0 1,0 0,0 0,0 1,0 0,0 1,0 0,0 1,1 0,0 1,0 0,0 0,-2 3,9-6,0 1,1 0,-1 0,0 0,1 0,0 0,-1 0,1 1,1-1,-1 1,0 0,1-1,0 1,0 0,0 0,0 0,1 0,-1 0,1 0,0 0,0 0,0 0,1 0,0 0,-1 0,2-1,-1 1,0 0,1 0,-1-1,1 1,0-1,0 1,0-1,1 0,-1 0,1 0,0 0,0 0,0-1,0 1,0-1,3 2,5 2,1 1,-1-1,1-1,0 0,1-1,-1 0,1-1,0 0,0-1,0-1,0 0,13-1,-19 1,0-2,0 1,0-1,0 0,0-1,0 0,-1 0,1 0,0-1,-1 1,0-2,0 1,0-1,0 0,0 0,-1-1,1 1,-1-1,0 0,-1-1,0 1,1-1,-2 0,3-4,0-9,-1-1,-1 1,-1-1,0 0,-2 0,0 0,-1 0,-1 0,-1 0,-1 0,-1 1,-1-4,3 13,-42-258,25 196,19 72,0 1,0-1,0 0,0 1,0-1,0 0,0 1,0-1,0 0,-1 1,1-1,0 0,0 0,0 1,0-1,-1 0,1 1,0-1,0 0,-1 0,1 0,0 1,0-1,-1 0,1 0,0 0,-1 1,1-1,0 0,-1 0,1 0,0 0,-1 0,1 0,0 0,-1 0,1 0,0 0,-1 0,1 0,0 0,-1 0,1 0,0 0,-1 0,1-1,0 1,-1 0,1 0,0 0,-1-1,1 1,0 0,0 0,-1 0,1-1,0 1,0-1,-5 33,2-1,1 1,2-1,1 1,5 29,-3-26,1 1,2-1,1 1,2-2,2 1,1-2,1 1,2-2,2 0,0 0,12 12,-22-34,1-1,1 0,-1-1,2 0,-1 0,1-1,0 0,0 0,3 0,-9-5,1 0,0 0,0 0,-1-1,1 1,0-1,0 0,0 0,1-1,-1 0,0 0,0 0,0 0,0-1,0 0,0 0,0 0,0-1,0 1,-1-1,1 0,3-3,1-2,0 0,-1-1,0-1,-1 1,0-1,0 0,-1-1,0 1,-1-1,0 0,0-1,-1 1,-1-1,0 0,0 0,-1 0,0 0,-1-1,0-8,-3-6,3 25,-1 1,0 0,0-1,0 1,0 0,0-1,0 1,0 0,0-1,0 1,0-1,0 1,0 0,0-1,0 1,0 0,0-1,0 1,0 0,-1-1,1 1,0 0,0-1,0 1,-1 0,1 0,0-1,0 1,0 0,-1 0,1-1,0 1,-1 0,1 0,0 0,-1-1,1 1,0 0,-1 0,1 0,0 0,-1 0,1 0,0 0,-1 0,1 0,0 0,-1 0,1 0,0 0,-1 0,1 0,0 0,-1 0,1 0,0 1,-1-1,1 0,0 0,-1 0,1 0,0 1,-1-1,-2 6,-1 1,1-1,0 1,1 0,-1 0,2 0,-1 0,1 0,0 0,0 0,0 1,1-1,1 0,-1 3,1-5,-1 0,1 1,0-1,0 0,0 0,1 0,0 0,0 0,0-1,1 1,-1 0,1-1,0 0,0 0,1 0,-1 0,1 0,0-1,0 1,0-1,1 0,-1 0,1-1,0 1,22 8</inkml:trace>
  <inkml:trace contextRef="#ctx0" brushRef="#br0" timeOffset="986.654">2126 140,'-16'-2,"-3"1,9 4,15 3,7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02.2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262 0,'-13'0,"-10"5,-7 6,-4 10,-1 10,-1 14,4 18,5 16,8 14,8 13,9 9,12 2,10-2,12-7,8-9,8-11,4-15,-7-19</inkml:trace>
  <inkml:trace contextRef="#ctx0" brushRef="#br0" timeOffset="869.212">556 602,'0'0,"0"0,-1-1,1 1,0 0,0 0,-1 0,1 0,0 0,0-1,-1 1,1 0,0 0,0 0,0-1,-1 1,1 0,0 0,0-1,0 1,0 0,0 0,-1-1,1 1,0 0,0-1,0 1,0 0,0 0,0-1,0 1,0 0,0-1,0 1,0 0,0 0,0-1,0 1,1 0,-1-1,0 1,0 0,0 0,0-1,0 1,1 0,-1 0,0 0,0-1,0 1,1 0,-1 0,0 0,0-1,1 1,-1 0,0 0,0 0,1 0,-1 0,0 0,1 0,-1 0,0-1,0 1,1 0,-1 0,0 0,23 7,-2 6,-1 0,-1 1,0 0,-1 2,-1 0,0 1,-2 1,1 1,-2 0,-1 0,0 2,-2-1,6 15,-14-30,-3-3,0-1,0 1,0 0,0-1,1 1,-1 0,1-1,-1 1,1-1,-1 1,1-1,0 1,0-1,0 0,0 1,0-1,0 0,0 0,0 0,0 1,1-1,-1-1,0 1,1 0,-1 0,1 0,-1-1,1 1,-1-1,1 1,-1-1,1 1,0-1,-1 0,1 0,0 0,-1 0,1 0,-1 0,1 0,0-1,-1 1,1-1,-1 1,2-1,8-15,-1 1,0-1,-1-1,-1 0,-1 0,0 0,3-17,18-58,-28 92,1-1,0 1,-1 0,1-1,-1 1,1 0,-1 0,1 0,0-1,-1 1,1 0,0 0,-1 0,1 0,0 0,-1 0,1 0,-1 0,1 1,0-1,-1 0,1 0,0 0,-1 1,1-1,-1 0,1 1,-1-1,1 0,-1 1,1-1,-1 1,1-1,-1 1,0-1,1 1,-1-1,0 1,1-1,-1 1,0 0,1-1,-1 1,0-1,0 1,0 0,0-1,0 1,0 0,0-1,0 1,0 0,0-1,0 1,2 4,10 16,0-1,2 0,0-1,1-1,17 16,-26-28,0 0,1-1,-1 0,1 0,0-1,1 0,-1 0,1-1,0 1,0-2,0 1,0-1,1-1,-1 1,0-1,1-1,-1 0,6 0,-8-1,0 1,-1-1,1-1,-1 1,1-1,-1 0,0-1,0 1,0-1,0 0,0 0,0 0,-1-1,1 1,-1-1,0-1,-1 1,1 0,-1-1,1 0,1-4,2-4,-1-1,0 1,-1-1,-1 0,0-1,-1 1,1-14,3 13,4 34,2 9,50 85,-61-110,1 1,0-1,0 1,0-1,1 0,-1 0,1 0,0-1,0 1,0-1,0 0,0 0,0-1,0 1,1-1,-1 0,0 0,1 0,-1-1,1 1,-1-1,1 0,0 0,-1-1,4 0,1-3,0-1,0 0,-1 0,0-1,0 0,0-1,-1 1,0-1,0-1,-1 1,0-1,0 0,-1-1,0 1,0-1,-1 0,0 0,-1-1,0 1,2-10,13-86,-17 104,-1 1,0 0,1-1,-1 1,0 0,0-1,1 1,-1 0,0-1,0 1,1-1,-1 1,0-1,0 1,0 0,0-1,0 1,0-1,0 1,0-1,0 1,0-1,0 1,0-1,0 1,0-1,0 1,0 0,-1-1,1 1,0-1,0 1,0 0,-1-1,1 1,0-1,-1 1,1 0,0-1,-1 1,1 0,0 0,-1-1,1 1,-1 0,1 0,0-1,-1 1,1 0,-1 0,1 0,-1 0,1 0,-1 0,1 0,0 0,-1 0,1 0,-1 0,1 0,-1 0,-16 26,14-20,1 0,-1 0,1 0,1 0,-1 1,1-1,0 0,1 1,-1-1,1 1,1-1,-1 0,1 1,0-1,0 0,1 1,0-1,0 0,0 0,1 0,0-1,0 1,0 0,1-1,0 0,0 0,0 0,3 1,11 6,0-1,0-1,1 0,1-2,-1 0,1-1,1-1,-1-1,1-1,0-1,0-1,5 0,49 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45.6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0,'12'54,"-3"0,-2 0,-1 27,-2-33,12 284,-6-312,9-41,70-82,-84 99,-1 0,1 1,0 0,-1 0,1 0,1 0,-1 1,0-1,1 2,-1-1,1 0,-1 1,1 0,0 0,0 1,0 0,-1 0,1 0,0 1,0-1,-1 1,4 1,-4 1,0 0,0 0,0 0,0 1,-1 0,0 0,0 0,0 0,0 0,0 1,-1 0,0 0,0 0,0 0,-1 0,1 0,-1 1,0 0,-1-1,0 1,0 0,0-1,0 1,-1 0,0 0,0 0,-1-1,1 1,-1 0,0 0,-1-1,0 1,0-1,0 1,0-1,-1 0,0 0,0 0,0 0,-3 2,-2 1,0-1,0 0,-1-1,0 0,-1 0,0-1,1 0,-1 0,-1-2,1 1,-1-1,1 0,-1-1,0-1,0 1,0-2,-7 0,39-9,1 2</inkml:trace>
  <inkml:trace contextRef="#ctx0" brushRef="#br0" timeOffset="290.224">763 414,'16'-2,"14"-1,11 0,8-1,4-1,1 1,-5 2,-11 0</inkml:trace>
  <inkml:trace contextRef="#ctx0" brushRef="#br0" timeOffset="554.258">843 629,'18'4,"20"0,16-4,16-6,12-6,-9-2</inkml:trace>
  <inkml:trace contextRef="#ctx0" brushRef="#br0" timeOffset="803.795">1699 481,'-51'54,"50"-52,0 0,0 0,0 0,0 0,0 0,0 0,0 1,1-1,-1 0,1 0,0 1,-1-1,1 0,0 1,1-1,-1 0,0 1,1-1,-1 0,1 0,-1 1,1-1,0 0,0 0,0 0,0 0,1 0,-1 0,2 1,5 4,1-1,0 0,0-1,0 0,0 0,1-1,0 0,0-1,0 0,1 0,-1-1,1-1,-1 1,1-2,-1 0,1 0,10-2,-11 3,1-1,0-1,0 0,0 0,0-1,0 0,-1-1,1-1,-1 1,0-2,0 1,0-1,-1-1,0 0,0 0,0-1,-1 0,1 0,-2-1,1 0,-1 0,-1-1,4-6,-8 11,-1 0,1 0,-1 0,0 0,0-1,-1 1,1 0,-1-1,0 1,0 0,-1-1,1 1,-1 0,0-1,0 1,0 0,-1 0,1 0,-1 0,0 0,0 0,0 0,-1 1,0-1,1 1,-1 0,0 0,-1 0,1 0,-4-2,-4-4,0 1,-1 1,-1 0,1 0,-1 1,0 1,-1 0,1 1,-2 0,-2 0,0 1,-1 1,1 0,0 1,-1 1,1 1,-1 0,1 2,0 0,0 0,0 2,0 0,1 1,-1 0,2 2,-9 4,20-9,-1 0,1 0,0 0,0 0,0 1,0 0,1 0,-1 0,1 0,0 1,0-1,-1 3,-2 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43.7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200 66,'-9'27,"16"215,-5 199,-9-404,7-36,0-1,-1 1,1-1,0 1,0-1,-1 1,1-1,0 1,-1-1,1 1,-1-1,1 0,0 1,-1-1,1 1,-1-1,1 0,-1 0,1 1,-1-1,1 0,-1 0,1 0,-1 1,1-1,-1 0,0 0,1 0,-1 0,1 0,-1 0,1 0,-1 0,0 0,1-1,-1 1,1 0,-1 0,1 0,-1-1,1 1,-1 0,1 0,-1-1,1 1,-1-1,1 1,0 0,-1-1,1 1,0-1,-1 1,1-1,0 1,-1-1,1 1,0-1,-8-10</inkml:trace>
  <inkml:trace contextRef="#ctx0" brushRef="#br0" timeOffset="308.245">0 146,'37'-12,"-1"3,2 0,-1 3,1 1,0 2,9 1,-21 0,0 2,0 1,0 0,0 2,-1 1,1 2,13 4,-36-10,0 1,1-1,-1 1,0 0,0 0,0 0,0 0,0 1,0-1,-1 1,1 0,0 0,-1 0,1 0,-1 0,0 0,0 1,0-1,0 1,0 0,0-1,-1 1,1 0,-1 0,0 0,0 0,0 0,0 0,0 0,-1 1,0-1,1 0,-1 0,0 0,0 1,-1-1,1 1,-6 6,-1-1,0 0,0 0,0 0,-1-1,0 0,-1-1,0 0,0 0,-1-1,1 0,-1-1,-1 0,-3 1,13-5,-45 23,0-3,-2-1,0-2,-34 6,88-25</inkml:trace>
  <inkml:trace contextRef="#ctx0" brushRef="#br0" timeOffset="602.75">682 12,'-2'-6,"-1"1,0 9,0 15,2 18,-1 17,0 12,-2 11,2 6,-1 3,4-3,4-5,2-10,6-11,2-14,4-14,-2-12</inkml:trace>
  <inkml:trace contextRef="#ctx0" brushRef="#br0" timeOffset="882.003">348 547,'18'-7,"20"-4,21-3,17-1,11-1,7 3,-3 3,-18 4</inkml:trace>
  <inkml:trace contextRef="#ctx0" brushRef="#br0" timeOffset="1270.197">1056 734,'11'-26,"-2"-1,0 0,-2 0,-1-1,-1 0,-2 0,-1 0,-1 0,-1 0,-1-1,-2 1,-6-26,11 47,4 12,3 2,0-1,1 0,-1 0,2-1,-1-1,0 1,1-2,0 1,0-2,0 1,4-1,-3 0,-1 0,1 1,-1 0,0 1,0 0,0 1,0 0,-1 1,0 0,2 2,-9-3,0-1,-1 1,1 0,-1 0,0 0,0 1,-1-1,1 0,-1 0,0 1,-1-1,1 1,-1-1,0 1,-1-1,1 1,-1-1,0 1,0-1,-1 0,0 0,0 0,0 1,0-2,-1 1,0 0,0 0,-2 2,-10 30,13-32,-17 75,18-77,1 0,0-1,0 1,0 0,1-1,-1 1,1 0,-1 0,1-1,0 1,0-1,0 1,0-1,1 1,-1-1,1 0,-1 0,1 1,0-1,0 0,0-1,0 1,0 0,0 0,1-1,-1 0,0 1,1-1,12 3,1 0,0-2,-1 1,1-2,0 0,0-1,-1-1,1 0,0-2,0 1,13-5,42-9,-7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58.0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0 332,'15'-22,"-1"0,-2 0,0-2,-1 1,-2-1,0-1,-2 0,0 0,-2-1,-1 1,-1-1,0-16,-4 185,47 147,-44-259,-3-8</inkml:trace>
  <inkml:trace contextRef="#ctx0" brushRef="#br0" timeOffset="269.317">13 572,'10'5,"8"1,15 0,11-2,10-3,6-4,0-6,-8-2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57.3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1,'7'58,"-3"1,-2 57,-2-62,0-48,0 61,3 1,3 0,10 40,-15-102,-1-2,1 0,-1-1,1 1,0-1,0 1,0-1,0 1,1-1,0 0,-1 0,1 1,0-1,0-1,1 1,-1 0,3 2,-4-6,1 1,0-1,-1 0,1 0,-1 1,1-1,-1 0,1 0,-1-1,1 1,-1 0,0 0,0-1,0 1,0 0,0-1,0 1,0-1,0 1,-1-1,1 0,0 1,-1-1,0 0,1-1,0 1,15-39,34-63,-48 101,1-1,0 1,0 0,0-1,1 1,-1 1,1-1,-1 0,1 1,0 0,0 0,0 0,0 0,0 1,1-1,-1 1,0 0,1 0,-1 1,1 0,-1-1,1 1,3 1,-1 1,0 0,-1 0,1 1,0 0,-1 0,1 1,-1-1,0 2,0-1,-1 0,1 1,-1 0,0 1,0-1,-1 1,0 0,0 0,0 0,-1 0,1 1,-2 0,1-1,-1 1,0 0,0 0,-1 0,0 0,0 1,-1-1,1 0,-2 0,1 1,-1-1,0 0,-1 0,1 0,-2 0,1 0,-1 0,0-1,-1 2,-3 2,-2 0,1 0,-1-1,0-1,-1 1,0-1,0-1,-1 0,0-1,0 0,-1 0,0-1,0-1,0 0,0-1,0 0,-1 0,-7-1,19-1,-1-1,1 1,-1-1,1 0,0 0,-1 1,1-1,-1 0,1 0,-1 0,1 0,-1-1,1 1,-1 0,1-1,-1 1,1-1,0 1,-1-1,1 0,0 1,-1-1,1 0,0 0,0 0,0 0,0 0,0 0,0 0,0 0,0-1,0 1,1 0,-1-1,0 1,1 0,-1-1,2-13</inkml:trace>
  <inkml:trace contextRef="#ctx0" brushRef="#br0" timeOffset="260.404">696 428,'23'0,"18"0,15 0,3 0,-2 0,-12 0</inkml:trace>
  <inkml:trace contextRef="#ctx0" brushRef="#br0" timeOffset="428.032">736 669,'16'4,"17"3,16-4,13-3,10-8,-7-1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55.62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148 29,'2'16,"4"17,0 13,-1 12,1 8,0 5,-1 2,-2-1,-2-1,0-5,0-8,-1-8,-3-9,0-11</inkml:trace>
  <inkml:trace contextRef="#ctx0" brushRef="#br0" timeOffset="278.693">94 243,'-87'-151,"86"150,0 0,1 0,-1 0,0-1,1 1,-1 0,1 0,0 0,-1-1,1 1,0 0,0-1,-1 1,1 0,0-1,1 1,-1 0,0-1,0 1,0 0,1 0,-1-1,1 1,-1 0,1 0,-1 0,1 0,0-1,0 1,-1 0,1 0,0 0,0 0,0 1,0-1,0 0,0 0,0 1,1-1,-1 0,0 1,0-1,0 1,1 0,-1-1,0 1,0 0,1 0,-1-1,1 1,13 0,0 0,-1 1,1 0,0 1,-1 0,1 2,-1-1,10 6,-9-5,9 2,-1 0,0 2,-1 0,1 2,-2 0,1 2,-1 0,-1 1,0 1,-1 2,-16-14,0 1,0 0,-1 0,1 0,-1 1,0-1,1 1,-2-1,1 1,0 0,-1-1,1 1,-1 0,0 0,-1 0,1 0,-1 0,1 0,-1 0,0 0,-1 0,1 0,-1 0,0 0,0 0,0 0,0 0,-1 0,1 0,-1-1,-1 1,-7 9,-2 0,1-2,-2 1,1-2,-2 1,1-2,-2 0,1 0,-1-2,0 1,0-2,-1 0,-10 1,-66 14,63-22</inkml:trace>
  <inkml:trace contextRef="#ctx0" brushRef="#br0" timeOffset="543.085">656 3,'-4'-2,"0"5,4 12,6 13,4 12,3 14,-1 10,-2 9,-4 3,-4 0,-3-3,-1-9,0-7,0-12,0-12</inkml:trace>
  <inkml:trace contextRef="#ctx0" brushRef="#br0" timeOffset="716.621">268 391,'28'0,"26"0,23 0,19 0,9 0,-14 0</inkml:trace>
  <inkml:trace contextRef="#ctx0" brushRef="#br0" timeOffset="1135.44">950 831,'13'-154,"-8"117,-1 0,-2 0,-2 0,-4-36,2 62,1 10,1 0,-1 0,0 0,1 0,-1 0,1 0,-1 0,1 0,-1 0,1 0,0 0,0 0,-1 0,1-1,0 1,0 0,0 0,0 0,0 0,1 0,-1-1,0 1,0 0,1 0,-1 0,1 0,-1 0,1 0,-1 0,1 0,0 0,-1 0,1 0,0 1,0-1,0 0,-1 0,1 1,0-1,0 0,0 1,0-1,0 1,0-1,1 1,-1 0,0-1,0 1,0 0,0 0,0 0,0 0,1 0,-1 0,0 0,0 0,1 1,195 64,-193-64,1-1,0 1,-1 1,1-1,-1 1,0-1,0 1,1 1,-1-1,0 1,-1-1,1 1,0 0,-1 0,0 1,1-1,-1 1,-1-1,1 1,0 0,-1 0,0 0,0 1,0-1,-1 0,1 1,-1-1,0 1,0 0,-1-1,1 5,-5 3,0 0,-1 0,-1-1,0 1,0-1,-1 0,0-1,-3 3,-11 18,16-23,2-6,1 0,0 0,0 0,0 0,0 1,0-1,0 1,1 0,0-1,-1 1,1 0,0 0,0 0,0 0,1-1,-1 1,1 1,-1-1,1 0,0 0,0 0,1 0,-1 0,1 0,-1 0,1 0,0 0,0-1,0 1,0 0,2 1,5 0,0-1,0 0,0-1,0 0,1 0,-1 0,1-1,0-1,-1 0,1 0,0 0,-1-1,8-2,-7 2,160-24,-83 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20.5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723 2440,'8'-3,"0"0,1 0,-1 1,1 1,-1-1,1 2,0-1,-1 1,4 0,58-7,58-37,-11 35,-99 4,-6 2,0 0,-1 0,1 2,0-1,0 1,0 1,0 0,0 1,11 1,87 16,29-12,-89-7,162 9,56-2,-164-7,532 1,-444-20,-153 13,1 2,0 1,0 2,1 2,15 2,-13 3,1-3,-1-1,1-2,19-4,218-3,-177 10,1351-2,-1402-3,-1-2,1-2,23-7,120-6,-129 15,0 2,49 7,-113-4,1 0,-1 0,1 0,0 1,-1 0,1 0,-1 0,0 0,1 0,-1 1,0 0,0-1,0 1,0 0,0 0,0 1,0-1,-1 1,1-1,-1 1,0 0,0 0,0 0,0 0,0 0,-1 1,1-1,-1 0,0 1,1 2,14 56,-3 0,-2 0,-3 1,-2 1,-4-1,-3 23,3-9,2-8,4-1,3 0,11 34,-10-45,-3 1,-1 0,-4 1,-2 5,-2-32,-1 9,1 1,2 0,3 0,1-1,4 12,3-4,-2 1,-3-1,-1 1,-3 1,-2 4,24 262,-15-155,-5-128,2 3,-2 1,-1 0,-1 33,-4-58,2-4,-1 1,-1-1,1 0,-2 0,1 0,-1 0,-1 0,1 0,-2 0,1 0,-1-1,0 1,-1-1,0 0,0 0,-1 0,0 0,-1-1,1 0,-1 0,-1 0,-3 3,-17 4,-1-1,0-1,0-2,-1 0,-1-2,1-2,-1 0,-20 0,-31 8,-146 21,-29-8,-118 17,-68 15,282-47,-565 25,452-30,-39 16,-112 10,152-14,173-6,0-5,-75-4,-870-5,988 7,50-4,-1-1,1 1,-1-2,0 1,1-1,-1 0,1 0,-1 0,0-1,1 0,-1-1,1 1,0-1,-1 0,1-1,-3-1,-16-11,17 12,0-1,1 0,-1-1,1 0,1 0,-1 0,0-1,1 0,0 0,1 0,0-1,0 0,0 0,-2-5,-69-202,24 9,-8-46,44 187,2 0,4 0,2-2,1-46,-18-173,-3-10,18 45,-7-52,3 139,15-73,14 132,-14 93,1 1,0 0,0 0,1 0,1 0,-1 1,2-1,-1 1,1 0,1 0,3-4,-6 8,68-71,-40 53,-26 18,0 1,0 0,0 0,1 0,-1 1,1 0,0 0,0 0,0 1,1-1,-1 2,0-1,1 1,0 0,109-6,-57-4,-48 8</inkml:trace>
  <inkml:trace contextRef="#ctx0" brushRef="#br0" timeOffset="1086.31">0 1571,'116'-59,"-2"-4,34-29,-80 48,273-163,9 14,305-116,209-18,-821 309,-16 6</inkml:trace>
  <inkml:trace contextRef="#ctx0" brushRef="#br0" timeOffset="1815.195">1659 1838,'250'-157,"-175"114,918-557,-527 332,143-44,255-92,-774 361,-69 33</inkml:trace>
  <inkml:trace contextRef="#ctx0" brushRef="#br0" timeOffset="2589.961">3717 1731,'41'-18,"0"-2,-2-2,-1-2,12-10,-12 9,248-165,289-190,323-146,-403 291,-464 222,-77 30,-16 15,36-18</inkml:trace>
  <inkml:trace contextRef="#ctx0" brushRef="#br0" timeOffset="3392.364">5188 2118,'189'-152,"7"8,74-34,-194 128,838-553,-910 600,77-48,2 3,18-5,-134 72,12-8</inkml:trace>
  <inkml:trace contextRef="#ctx0" brushRef="#br0" timeOffset="4590.704">3758 1691,'-12'7,"-14"9,-20 13,-24 15,-29 17,1-3</inkml:trace>
  <inkml:trace contextRef="#ctx0" brushRef="#br1" timeOffset="20812.891">2942 2253,'-1'-4,"1"1,-1 0,-1-1,1 1,0 0,-1 0,1 0,-1 0,0 0,0 0,0 1,-1-1,1 1,-1-1,1 1,-1 0,0 0,0 0,0 0,0 1,0-1,0 1,0-1,0 1,-1 0,1 1,0-1,-2 0,-157-3,102 6,35 1,1 1,-1 2,1 0,0 2,1 0,-1 2,2 1,0 0,0 2,1 0,0 2,1 0,1 1,1 1,-17 19,17-12,0 0,2 1,0 1,2 1,1 0,1 1,2 0,0 1,2 0,1 0,2 1,1 0,0 20,-1-19,-2 31,3-1,3 1,3 11,0 20,-2-77,2-1,0 1,1 0,0-1,2 0,-1 0,2 0,0 0,8 12,-6-15,1-1,0-1,0 0,1 0,1-1,-1 0,1-1,4 2,27 22,-30-21,1-1,0-1,0 1,1-2,0 0,1-1,-1 0,2-1,-1-1,0-1,1 0,0-1,0 0,0-1,13-1,-27-1,20 1,0-1,0-1,0-1,0 0,-1-2,0-1,13-4,-14 1,-1 0,-1-1,1 0,-2-2,1 0,-1-1,-1-1,0 0,-1-2,9-10,-5 3,0 2,-2-1,0-1,-1-1,-1 0,-1-1,0-3,78-216,-83 215,-1 1,-2-1,-1 0,-1 0,-1-1,-2 1,-1-1,-2-23,1-8,-1 42,-1-1,-1 1,0 0,-1-1,-1 2,-1-1,0 1,-3-3,-6-17,10 21,-1 1,0-1,-1 2,-1-1,0 1,-1 0,0 1,-1 0,-1 1,0 0,-1 1,0 0,-11-6,18 14,0 1,0 0,0 0,0 0,-1 1,1-1,-1 2,1-1,-1 1,1 0,-5 1,-1-1</inkml:trace>
  <inkml:trace contextRef="#ctx0" brushRef="#br1" timeOffset="21930.49">5201 2412,'-4'-6,"1"-1,-1 1,0-1,0 1,-1 1,0-1,0 1,0-1,-1 1,0 1,0-1,0 1,0 0,-1 0,1 1,-1 0,0 0,0 1,0 0,0 0,-1 0,1 1,0 0,-1 1,1 0,-1 0,-2 0,-33 6,1 2,1 1,-1 2,2 2,-24 12,45-20,1 2,0 0,0 0,1 2,0 0,0 1,1 1,0 0,1 1,1 1,0 0,0 1,1 0,1 1,1 1,-10 16,5 5,1 2,1 0,3 0,1 1,2 1,1 0,3 0,1 0,2 19,2-44,1 0,0 0,1 0,1 0,0-1,1 1,1-1,1 0,0-1,0 1,2-1,0-1,0 0,1 0,1-1,0 0,1-1,0 0,0-1,1 0,1-1,0 0,0-1,0-1,15 5,6 0,1-1,0-2,0-1,1-2,0-2,1-1,-1-2,0-2,26-3,-39 2,0-2,0 0,-1-1,0-2,0 0,0-1,-1-1,0-2,0 0,-2-1,1-1,-2-1,0-1,0 0,-1-2,-1 0,-1 0,-1-2,0 0,-1-1,-1 0,-1-1,-1-1,-1 0,6-19,-8 16,-1-1,-2 1,0-1,-2 0,0 0,-2 0,-1 0,-1-1,-1 1,-2 0,0 1,-2-1,-1 1,-1 0,-1 0,-1 1,-1 0,-1 1,-1 0,-1 1,-1 1,-1 0,0 1,-2 0,-1 2,0 0,-1 1,-1 1,0 1,-1 1,-1 1,0 1,-20-7,26 12,-1 1,0 1,0 1,-1 0,1 2,-1 0,0 1,1 1,-1 0,0 2,1 0,-1 1,1 1,0 0,0 2,0 0,1 1,-1 0,2 2,-1 0,1 1,1 0,0 2,0 0,1 0,1 1,0 1,1 0,-17 31</inkml:trace>
  <inkml:trace contextRef="#ctx0" brushRef="#br2" timeOffset="40975.885">5361 3736,'-7'-9,"-1"-1,0 2,-1-1,0 1,-1 0,1 1,-1 0,-1 1,1 0,-1 1,0 0,-1 0,1 1,-1 1,1 0,-1 0,0 1,0 1,-7 0,-10 0,1 2,-1 0,1 2,0 2,0 0,0 2,-23 8,8 0,0 2,1 1,1 2,1 2,0 2,2 2,1 1,1 2,2 1,1 2,-19 23,39-39,0 1,1 0,1 0,0 1,2 0,0 1,1 0,0 1,2 0,1 0,0 0,1 1,1-1,2 1,0 0,1 0,0-1,2 1,1 0,0-1,2 1,0-1,1 0,1-1,1 1,1-1,4 5,8 4,1-2,2 0,1-1,1-2,0-1,2-1,1-1,0-1,1-2,1-1,1-1,0-2,1-1,0-2,1-1,7 0,-10-1,1 0,0-2,1-2,-1-1,1-1,0-2,0-1,-1-2,1-1,-1-1,0-2,0-1,-1-2,0-1,-1-1,0-2,-1-1,0-1,-2-1,23-18,-22 8,-1-1,-2-1,0-2,-2 0,-2-1,-1-1,-1-1,-2-1,-1-1,-2 0,-2-1,-1 0,-1-1,-3 0,-1 0,-2-1,-1 0,-2-7,-2 18,0 1,-2 0,-1 0,-1 0,-1 0,-2 1,0 0,-2 0,-10-19,11 30,1 0,-2 0,0 1,-1 0,0 0,-1 1,0 1,-1 0,0 1,-1 0,-1 1,1 1,-2 0,1 1,-13-4,2 5,1 1,0 2,-1 0,0 2,0 1,0 0,0 2,0 2,0 0,1 1,-1 2,1 1,0 0,-20 10,-95 36</inkml:trace>
  <inkml:trace contextRef="#ctx0" brushRef="#br2" timeOffset="41824.594">3076 3736,'-12'-11,"-1"0,0 0,0 1,-1 1,0 0,0 1,-1 0,0 2,-1-1,1 2,-1 0,0 1,-1 1,1 0,0 1,-1 1,0 0,1 2,-9 0,-3 7,2 1,-1 1,1 2,1 0,0 2,0 0,2 2,0 1,1 1,0 0,2 2,0 0,1 1,1 2,1-1,2 2,-13 23,6-9,1 0,3 1,1 1,1 0,3 1,1 1,2 0,2 1,2 0,1 17,4-44,1-1,1 1,0-1,1 0,1 0,0 0,1 0,1 0,0 0,1-1,0 0,1-1,1 1,0-1,1-1,1 1,0-2,0 1,6 4,11 3,1-1,0-2,1 0,1-2,1-2,0 0,0-2,1-1,0-2,0-1,23 0,0 2,0-3,1-2,0-3,0-2,26-6,-52 4,0-2,0-1,-1-1,0-1,0-2,-1-1,-1-1,0-1,-1-2,20-14,-32 19,-1-1,0 0,0 0,-1-2,-1 1,0-1,-1-1,0 0,-1-1,-1 1,-1-2,0 1,-1-1,-1 0,0 0,-1 0,-1-1,-1 0,-1 1,0-1,-2-15,-4-2,-2 0,-1 0,-2 1,-1 0,-2 1,-1 0,-1 1,-2 1,-2 0,0 1,-2 1,-1 1,-7-4,8 7,0 1,-2 1,0 1,-2 1,0 1,-1 1,-1 1,-1 2,0 0,-1 2,-1 2,-8-2,-98-8,8 22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0:49.1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4144 1009,'3'0,"0"0</inkml:trace>
  <inkml:trace contextRef="#ctx0" brushRef="#br0" timeOffset="-533.109">3381 700,'17'-29,"-1"-2,-2 0,-1-1,-2 0,-1-1,-2-1,-1 1,0-8,11-43,-28 135,2 1,2 0,3 0,2 1,4 28,42 152,-43-177,-6-34</inkml:trace>
  <inkml:trace contextRef="#ctx0" brushRef="#br0" timeOffset="-274.671">3409 1022,'-7'0,"0"-2,6-1,10-3,12 1,12 0,7 2,6-2,2 1,2 1,1 0,-7 2</inkml:trace>
  <inkml:trace contextRef="#ctx0" brushRef="#br0" timeOffset="-1626.933">1550 313,'12'21,"12"15,11 11,12 7,9 3,3-2,2-5,-3-7,-5-8,-7-10,-8-10,-12-6</inkml:trace>
  <inkml:trace contextRef="#ctx0" brushRef="#br0" timeOffset="-1327.303">2312 260,'-8'1,"-1"0,1 1,-1 0,1 0,0 1,0 0,0 0,0 1,1 0,-1 1,1-1,0 1,0 1,1-1,-1 1,2 1,-1-1,0 1,1 0,0 0,1 0,0 1,0-1,0 1,1 0,0 0,1 1,0-1,0 1,1-1,0 1,0 2,-4 48,2 0,3 0,3 0,2-1,3 1,11 41,-10-47,36 118,-38-157,-1-6</inkml:trace>
  <inkml:trace contextRef="#ctx0" brushRef="#br0" timeOffset="-1061.678">2446 647,'20'-5,"19"0,14-3,6 0,1 2,-3 2,-12 1</inkml:trace>
  <inkml:trace contextRef="#ctx0" brushRef="#br0" timeOffset="-795.409">2527 821,'22'7,"17"2,14-3,10-4,7-5,-9-2</inkml:trace>
  <inkml:trace contextRef="#ctx0" brushRef="#br0" timeOffset="-2466.356">0 728,'16'0,"14"0,11 0,11 0,6 0,9 0,3 0,-3 0,-9 2,-14 1</inkml:trace>
  <inkml:trace contextRef="#ctx0" brushRef="#br0" timeOffset="-2277.576">26 915,'19'4,"16"2,19 0,16-4,13-4,4-4,0-5,-15-2</inkml:trace>
  <inkml:trace contextRef="#ctx0" brushRef="#br0" timeOffset="-1980.717">615 420,'-10'-3,"5"1,0 1,0-1,0 1,-1 0,1 0,-1 1,1-1,-1 1,1 0,0 1,-1-1,1 1,-1 0,1 1,-4 1,8-2,0 0,0 1,0 0,0-1,0 1,0-1,1 1,-1 0,0 0,1-1,-1 1,1 0,0 0,0 0,0 0,0 0,0-1,0 1,0 0,0 0,1 0,-1 0,1-1,-1 1,1 0,0-1,0 1,0 0,0-1,0 1,0-1,0 1,0-1,1 0,-1 1,0-1,1 0,-1 0,1 0,0 0,-1 0,1 0,0 0,28 20,1-1,1-1,1-2,0-1,1-2,0-1,1-2,2-1,11 6,-18-6,-10-4,0 0,0 2,-1 0,0 1,-1 1,15 11,-31-20,1 0,-1 1,0 0,0-1,-1 1,1 0,0 0,0 0,-1 0,1 0,-1 1,0-1,0 0,0 1,0-1,0 0,0 1,-1-1,1 1,-1 0,1-1,-1 1,0-1,0 1,0 0,-1-1,1 1,-1-1,1 1,-1-1,0 1,0-1,0 0,0 1,0-1,-1 0,1 0,-1 1,1-1,-3 1,-10 12,-1-1,-1 0,0-1,0-1,-2 0,1-2,-17 8,11-5,-254 146,234-132</inkml:trace>
  <inkml:trace contextRef="#ctx0" brushRef="#br1" timeOffset="10735.843">2981 2305,'18'-4,"18"-3,13 2,11 0,5 1,2 2,-6 4,-15 0</inkml:trace>
  <inkml:trace contextRef="#ctx0" brushRef="#br1" timeOffset="11003.052">3087 2533,'19'6,"19"3,17-3,15-4,9-7,-9-4</inkml:trace>
  <inkml:trace contextRef="#ctx0" brushRef="#br1" timeOffset="11248.963">3903 2452,'-2'6,"0"1,0-1,0 1,1 0,0 0,1 0,0-1,0 1,0 0,1 0,0 0,0 0,0-1,1 1,0-1,1 1,0-1,-1 0,2 0,-1 0,1 0,0 0,0-1,1 0,-1 0,1 0,0 0,1-1,-1 0,6 4,-2-5,-1-1,1 0,0 0,-1-1,1 0,0 0,0-1,0 0,0 0,-1-1,1-1,0 1,-1-2,1 1,-1-1,1 0,-1-1,0 1,0-2,-1 1,0-1,1 0,-1-1,-1 0,1 0,-1 0,0-1,-1 0,1 0,-2 0,1-1,-1 1,0-1,0 0,-1-1,0 0,1 0,-1-1,0 1,-1-1,0 0,-1 0,0 0,0 0,-1 0,-1 0,0 0,0 0,0 0,-1 1,-1-1,0 0,0 1,-1 0,0-1,-1 1,0 1,0-1,-1 1,0 0,0 0,-1 1,0 0,0 0,-1 0,0 1,0 0,0 1,-1 0,0 0,0 1,0 0,0 0,-1 1,-7-1,-3 3,0 1,0 0,0 2,0 1,0 0,1 1,0 1,-1 1,2 1,-1 1,1 0,0 1,-15 11,-31 18</inkml:trace>
  <inkml:trace contextRef="#ctx0" brushRef="#br1" timeOffset="10164.785">2018 1930,'16'16,"15"12,10 11,13 7,7 5,6 1,0-2,-4-4,-6-9,-11-10,-13-9</inkml:trace>
  <inkml:trace contextRef="#ctx0" brushRef="#br1" timeOffset="10478.008">2713 1917,'-20'26,"0"0,1 1,2 1,0 1,2 1,2 0,1 0,1 1,1 1,2 0,-3 21,12-10,2 0,2-1,1 0,2 0,2 0,2-1,2-1,1 0,17 28,-4-9,-16-39</inkml:trace>
  <inkml:trace contextRef="#ctx0" brushRef="#br1" timeOffset="9366.683">507 2198,'16'5,"17"1,14 2,12-1,8 0,0-3,-13-1</inkml:trace>
  <inkml:trace contextRef="#ctx0" brushRef="#br1" timeOffset="9531.268">588 2452,'25'2,"22"-1,19-3,11-4,5-3,-12 0</inkml:trace>
  <inkml:trace contextRef="#ctx0" brushRef="#br1" timeOffset="9808.538">962 1958,'45'39,"2"-1,2-2,1-2,12 3,102 72,-151-99,0 0,-1 1,0 1,0 0,-1 0,5 9,-13-17,-1-1,1 1,-1 0,0 0,0 0,-1 1,1-1,-1 0,0 1,0-1,0 1,-1-1,1 1,-1-1,0 1,-1-1,1 1,-1-1,0 1,0-1,0 1,0-1,-1 0,0 0,0 0,0 1,-10 10,-1-1,0 0,0-1,-1-1,-1 0,0 0,-1-2,0 0,-1-1,0 0,-3 0,0 1,-96 52,71-37</inkml:trace>
  <inkml:trace contextRef="#ctx0" brushRef="#br1" timeOffset="14773.167">4411 19,'30'-6,"-1"1,1 1,0 1,0 2,0 1,0 2,0 0,0 2,17 6,-35-8,-1 0,0 1,1 1,-1-1,0 2,-1 0,1 0,-1 1,0 0,0 1,-1 0,0 1,0 0,-1 0,0 1,0-1,-1 2,0-1,-1 1,0 0,0 1,-1 0,1 5,-1 14,-1 0,-1 1,-2-1,-1 1,-2-1,-1 0,-1 1,-1-1,-2-1,-1 1,-1-1,-5 7,-33 105,17-54,4 1,-2 28,25-107,0 0,1 1,0-1,1 1,0-1,0 1,1-1,1 1,-1-1,1 1,1-1,0 1,0-1,1 0,0 0,1 0,0 0,0-1,1 1,0-1,0 0,1-1,0 1,0-1,6 5,-1-6,0 0,0-1,1-1,0 1,-1-2,1 0,1 0,-1-1,0 0,0-1,1-1,-1 0,1 0,-1-2,0 1,0-1,1-1,-1 0,-1-1,1-1,-1 1,1-2,-1 1,-1-2,1 1,7-8,-14 11,0-1,1 0,-2 0,1 0,0 0,-1 0,0-1,0 0,0 0,-1 0,1 0,-1 0,0 0,-1 0,1-1,-1 1,0-1,-1 1,1-1,-1 0,0 1,0-1,-1 1,0-1,0 1,0-1,0 1,-3-5,4 10,0-1,0 0,-1 0,1 1,0-1,0 0,-1 1,1-1,-1 1,1-1,-1 0,1 1,-1-1,1 1,-1-1,1 1,-1-1,1 1,-1 0,0-1,1 1,-1 0,0-1,1 1,-1 0,0 0,0 0,1 0,-1-1,0 1,1 0,-1 0,0 0,0 1,1-1,-1 0,0 0,0 0,1 0,-1 1,0-1,1 0,-1 1,0-1,1 0,-1 1,1-1,-1 1,1-1,-1 1,1-1,-1 1,1 0,-1-1,1 1,-17 43,14-18,1 1,2-1,1 1,1-1,1 1,2 5,-2-9,8 58,19 113,-8 1,-9 0,-9 1,-14 116,6-271,-1-1,-2 1,-2-1,-2-1,-1 0,-10 19,-9-14,31-43,-1 0,0-1,0 1,0 0,0-1,0 1,0 0,0-1,0 1,-1-1,1 1,0-1,0 0,0 0,0 1,-1-1,1 0,0 0,0 0,-1 0,1 0,0-1,0 1,0 0,0 0,-1-1,1 1,0-1,0 1,0-1,0 1,0-1,0 0,0 0,0 1,0-1,0 0,1 0,-2 0,-4-10,0 0,0-1,1 1,1-1,0 0,1 0,0 0,0-1,2 1,-1 0,1-1,1 0,1-2,-1 12,-1-31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12.7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75 2,'0'-1,"-1"1,1 0,0 0,0 0,-1 0,1 0,0 0,-1 0,1-1,0 1,-1 0,1 0,0 0,0 0,-1 0,1 0,0 0,-1 1,1-1,0 0,0 0,-1 0,1 0,0 0,-1 0,1 0,0 1,0-1,-1 0,1 0,0 0,0 1,0-1,-1 0,1 0,0 1,0-1,0 0,0 0,0 1,-1-1,1 0,0 1,0-1,0 0,0 0,0 1,0-1,0 0,0 1,0-1,0 0,0 1,0-1,0 0,0 0,0 1,1-1,-1 0,0 0,0 1,0-1,0 0,0 1,1-1,-1 0,0 0,0 0,1 1,3 185,-8 159,4-320,0-24,1-1,-1 1,0-1,0 1,1-1,-1 1,1-1,-1 1,0-1,1 0,-1 1,1-1,-1 0,1 1,-1-1,1 0,-1 0,1 0,-1 1,1-1,-1 0,1 0,-1 0,1 0,-1 0,1 0,0 0,-1 0,1 0,-1 0,1 0,-1 0,1 0,-1-1,1 1,-1 0,1 0,-1-1,1 1,-1 0,1 0,-1-1,1 1,-1-1,0 1,1 0,-1-1,1 1,-1-1,0 1,0-1,1 1,-1-1,0 1,0-1,0 1,1-1,-1 0,0 1,0-1,0 1,3-4,79-54,-79 56,0 1,1-1,-1 1,0 0,1 0,0 1,-1-1,1 1,-1 0,1 0,-1 0,1 0,0 0,-1 1,1 0,-1 0,1 0,-1 0,0 0,1 1,-1-1,0 1,0 0,0 0,0 0,1 2,2 1,0 2,0-1,-1 1,0 0,0 0,-1 0,0 1,0 0,-1-1,0 1,0 0,-1 1,0-1,-1 0,0 1,0-1,0 1,-1-1,-1 1,1-1,-1 1,-1 0,1-5,-1 0,0 0,0-1,0 1,-1 0,1-1,-1 0,0 1,0-1,0 0,0-1,-1 1,1 0,-1-1,1 0,-1 0,0 0,0 0,0 0,0-1,0 0,0 0,-2 0,-101 10,103-11,-6 0,2 1,0 0,-1-1,1 0,0 0,-1-1,1-1,0 1,0-1,0 0,0-1,0 0,-6-3,4-5,4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13.1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72,'-7'-13,"0"-6,9 2,16 3,22 6,23 7,20 6,14 4,7 3,0 2,-10-1,-15-2,-19-1,-23-3,-14-3,-12 0,-8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04.29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14 456,'25'2,"22"1,14 0,9-1,-2 0,-9 3,-16 2</inkml:trace>
  <inkml:trace contextRef="#ctx0" brushRef="#br0" timeOffset="279.388">1 750,'18'0,"20"-2,19-4,14-2,10-2,3-5,-12 1</inkml:trace>
  <inkml:trace contextRef="#ctx0" brushRef="#br0" timeOffset="569.187">375 202,'16'9,"19"10,19 11,17 9,11 7,4 7,-3 6,-15 5,-18 2,-22 2,-25 2,-29 1,-26 0,-24-1,-21 0,8-14</inkml:trace>
  <inkml:trace contextRef="#ctx0" brushRef="#br1" timeOffset="7093.713">1083 1,'5'20,"6"17,5 10,5 6,3 4,3 1,0-2,1-7,0-4,-2-8,-6-10</inkml:trace>
  <inkml:trace contextRef="#ctx0" brushRef="#br1" timeOffset="7487.654">1592 41,'7'-4,"-23"23,1-1,1 1,1 1,0 0,2 1,0 0,1 0,1 1,2 1,0-1,1 1,1 1,1-1,2 0,0 1,1 0,2-1,0 5,2 468,5-437,-3-50</inkml:trace>
  <inkml:trace contextRef="#ctx0" brushRef="#br1" timeOffset="7763.236">1806 456,'9'-3,"12"0,12 1,11-1,8 2,1 0,-3 0,-11 3,-11 1</inkml:trace>
  <inkml:trace contextRef="#ctx0" brushRef="#br1" timeOffset="7919.508">1872 629,'21'3,"20"0,14 0,12-1,6-3,1-1,-11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14.8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1 429,'11'-19,"87"-313,-67 275,-30 55,0 1,1-1,-1 1,0-1,1 1,-1 0,1-1,-1 1,1 0,0 0,-1 0,1 0,0 1,0-1,0 0,0 1,-1-1,1 1,0 0,0-1,0 1,0 0,0 0,0 0,0 1,0-1,0 0,0 1,0-1,0 1,-1 0,9 4,-1 1,0 1,-1 0,0 0,0 0,0 1,-1 1,0-1,-1 1,2 2,2 3,3 2,-5-8,0 1,0 0,-1 0,0 1,0 0,-1 1,-1-1,0 1,0 0,-1 0,-1 0,0 1,0 0,-1-1,0 1,-1 6,-2-15,1 1,-1-1,0 1,-1-1,1 0,0 1,-1-1,0 0,0 0,0 0,0 0,0-1,-1 1,1 0,-1-1,0 0,0 1,0-1,0 0,0-1,0 1,0-1,-1 1,1-1,0 0,-1 0,1 0,-1-1,0 1,1-1,-1 0,1 0,-1 0,0 0,1-1,-1 1,1-1,-1 0,1 0,0 0,-1-1,1 1,0-1,0 0,0 0,0 0,0 0,0 0,0-1,1 1,-1-1,1 0,-1-1,1 1,0 1,0-1,1 0,-1 0,1 1,0-1,0 0,0 0,0 0,0 0,1-1,-1 1,1 0,0 0,0 0,0 0,0 0,0-1,1 1,0 0,-1 0,1 0,0 0,1 0,-1 0,0 1,1-1,0 0,0 0,-1 1,1 0,1-1,-1 1,0 0,1 0,-1 0,1 0,-1 0,1 1,0-1,0 1,0 0,0 0,0-1,32-5,1 2,-1 0,1 3,19 1,12-1,-35 0,-5 2,1-1,-1-2,0-1,0 0,0-2,-1-2,20-7,-43 14,0 1,-1-1,1 0,0 0,-1 0,1 0,-1 0,0 0,1-1,-1 1,0-1,0 0,0 0,0 1,0-1,0-1,-1 1,1 0,-1 0,1 0,-1-1,0 1,0-1,0 1,0-1,0 0,-1 1,1-1,-1 1,0-1,1 0,-1 0,-1 1,1-1,0 0,-1 1,1-1,-1 0,0 1,1-1,-1 1,-1-1,1 1,-1-2,-5-2,-1 1,1 0,-1 0,0 1,0 0,-1 1,1-1,-1 2,0-1,0 1,1 0,-1 1,0 0,-1 1,1 0,0 0,-4 1,10-1,-1 0,1 1,0-1,0 1,-1 0,1 0,0 0,0 0,0 0,0 1,0-1,0 1,0 0,1 0,-1 0,0 0,1 0,0 1,-1-1,1 1,0-1,0 1,1 0,-1 0,1 0,-1 0,1 0,0 0,0 0,0 1,1-1,-1 0,1 0,-1 1,1-1,0 0,1 1,-1-1,0 0,1 1,0-1,0 0,0 2,3 1,-1-1,1 1,0-1,0 0,0 0,1 0,-1-1,1 1,0-1,1 0,-1-1,1 1,-1-1,1 0,0-1,4 2,106 27,82-16,-101-17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18.6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315 7,'-20'-2,"-14"-1,-8 2,-3 4,-2 8,4 7,6 7,10 6,9 2,17 1,20-2,22-1,25-4,22-7,14-6,-10-6</inkml:trace>
  <inkml:trace contextRef="#ctx0" brushRef="#br0" timeOffset="345.179">944 235,'-5'-11,"0"2,-1-1,0 1,-1-1,0 2,0-1,-1 1,0 0,-1 1,1 0,-1 0,-1 1,1 0,-1 0,0 1,0 1,-1 0,0 0,1 1,-1 0,0 1,0 0,-7 0,16 2,-1-1,1 1,0 0,0-1,-1 1,1 0,0 0,-1 1,1-1,0 0,-1 1,1-1,0 1,0 0,0 0,0 0,0 0,0 0,0 0,0 0,0 1,0-1,0 1,1-1,-1 1,1 0,-1 0,1 0,0 0,0 0,0 0,0 0,0 0,0 0,0 0,1 0,-1 1,1-1,-1 0,1 1,0-1,0 0,0 0,0 1,1-1,-1 1,1 3,1 0,0 0,0 0,0 0,1 0,-1-1,1 1,1-1,-1 0,1 1,0-2,0 1,0 0,1-1,0 0,-1 0,2 0,-1-1,0 1,1-1,-1-1,1 1,0-1,4 1,-2 0,0 0,0-1,1-1,-1 1,1-1,-1 0,1-1,-1 0,1-1,-1 0,1 0,-1 0,1-1,-1-1,0 1,0-1,0-1,0 0,92-88,-98 92,0-1,-1 1,1-1,-1 1,1-1,0 1,-1 0,1 0,0 0,-1 0,1 0,0 0,-1 1,1-1,0 1,-1-1,1 1,-1-1,1 1,-1 0,1 0,-1-1,0 1,1 0,-1 1,0-1,0 0,1 0,-1 0,0 1,0-1,0 0,-1 1,1-1,0 1,0-1,-1 1,1 1,13 14,-1-6,1-1,1 1,0-2,0 0,1-1,0-1,0 0,1-1,0-1,0-1,0 0,3-1,24 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16.6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261 788,'-12'-1,"-1"1,1 0,0 0,0 1,0 1,0 0,0 1,0 0,1 0,-1 1,1 1,0 0,0 1,1 0,0 0,0 1,0 1,1 0,0 0,-5 6,11-12,1 0,0 1,0-1,1 0,-1 1,0-1,1 1,0-1,-1 1,1 0,0-1,0 1,1 0,-1 0,0 0,1 0,0 0,0 0,0 0,0 0,0 0,0 0,1-1,0 1,-1 0,1 0,0 0,0 0,1-1,-1 1,6 3,-1-1,1-1,0 1,0-1,0-1,0 1,1-1,0 0,-1-1,1 0,0 0,0-1,0 0,0 0,0-1,1 0,-1 0,45-1,1-1,-1-3,0-2,0-3,-1-1,0-3,-1-3,-1-1,20-12,-58 30,-20 14,2-4,5-9,0 1,1 0,-1 0,0 0,1 0,-1 0,1 1,0-1,0 0,0 0,0 0,0 0,0 0,0 0,1 0,-1 0,1 0,-1 0,1 0,0 0,0 0,0 0,0 0,0 0,0-1,1 1,-1 0,0-1,1 1,0-1,-1 0,1 1,0-1,-1 0,1 0,0 0,0 0,0 0,0-1,0 1,1 0,90 12,-81-13,0-1,0 0,0 0,0-2,0 1,0-1,-1-1,1 0,-1-1,0 0,-1-1,1 0,-1-1,0 0,0 0,-1-1,0 0,-1-1,4-4,-11 11,0 0,1 0,-1 0,0-1,0 1,-1 0,1-1,0 1,-1 0,1-1,-1 1,0-1,0 1,0-1,0 1,0-1,-1 1,1-1,-1 1,1 0,-1-1,0 1,0 0,0-1,0 1,-1 0,1 0,0 0,-1 0,0 0,1 0,-1 1,0-1,0 1,0-1,0 1,0-1,0 1,-8-5,1 1,-1 0,1 1,-1 0,-1 1,1 0,0 0,-4 0,-13-1,0 0,1 2,-1 1,0 1,0 1,0 2,0 0,1 2,-10 4,36-9,0 0,0 0,1 0,-1 0,0 1,0-1,0 0,0 0,0 0,0 0,1 1,-1-1,0 0,0 0,0 1,0-1,0 0,0 0,0 0,0 1,0-1,0 0,0 0,0 0,0 1,0-1,0 0,0 0,0 0,-1 1,1-1,0 0,0 0,0 0,0 1,0-1,0 0,-1 0,1 0,0 0,0 1,26 1,31-5,1-1,-2-4,7-3,158-15,-217 26,0-1,0 1,0-1,0 1,0 0,0 1,0-1,0 1,0 0,0 0,-1 0,1 0,0 0,0 1,-1 0,1 0,-1 0,0 0,1 0,-1 1,0 0,-1-1,1 1,0 0,-1 0,1 1,-1-1,0 0,0 1,0 0,-1-1,1 1,0 3,11 97,-13-103,1 0,0-1,0 1,0-1,-1 1,1-1,0 1,0-1,0 0,0 0,0 1,0-1,0 0,0 0,0 0,0 0,0 0,0 0,0 0,-1 0,1 0,0-1,0 1,0 0,0-1,0 1,0 0,0-1,0 1,-1-1,1 0,0 1,0-1,-1 1,1-1,0 0,-1 0,1 1,-1-1,1 0,-1 0,1 0,-1 0,0 0,1 0,-1 1,0-2,3-1,102-133,-105 136,0-1,1 0,-1 1,0-1,0 1,1-1,-1 1,0-1,1 1,-1 0,1-1,-1 1,0-1,1 1,-1 0,1-1,-1 1,1 0,-1-1,1 1,-1 0,1 0,0 0,-1-1,1 1,-1 0,1 0,-1 0,1 0,0 0,-1 0,1 0,-1 0,1 0,-1 1,1-1,0 0,-1 0,1 0,-1 1,1-1,-1 0,1 1,-1-1,1 0,-1 1,0-1,1 0,-1 1,1-1,-1 1,0-1,1 1,-1-1,0 1,0-1,1 1,-1-1,0 1,0 0,0-1,0 1,4 44,-4-31,0-11,1-1,-1 1,0 0,1 0,-1 0,1-1,0 1,0 0,0-1,0 1,0-1,1 1,-1-1,1 0,0 1,0-1,-1 0,1 0,0 0,1 0,-1-1,0 1,1-1,-1 1,1-1,-1 0,1 0,-1 0,1 0,0 0,0 0,-1-1,1 0,0 1,0-1,0 0,-1 0,1-1,0 1,0 0,0-1,-1 0,1 0,0 0,1-1,6-1,-1 0,1-1,-1 0,0-1,-1 0,1 0,-1-1,0 0,0 0,-1-1,0 0,0 0,0-1,-1 0,-1 0,1 0,-1-1,0 0,-1 0,0 0,-1 0,0-1,1-3,-8-12,4 25,0 0,0-1,0 1,0 0,0-1,0 1,0 0,0-1,0 1,-1 0,1-1,0 1,0 0,0-1,0 1,0 0,-1 0,1-1,0 1,0 0,-1 0,1-1,0 1,0 0,-1 0,1 0,0 0,0-1,-1 1,1 0,0 0,-1 0,1 0,0 0,-1 0,1 0,0 0,-1 0,1 0,0 0,-1 0,1 0,0 0,-1 0,1 0,0 0,0 0,-1 0,1 1,0-1,-1 0,1 0,0 0,0 0,-1 1,1-1,0 0,0 0,-1 1,1-1,0 0,0 0,0 1,0-1,-1 0,1 1,-1 3,-1 0,1 0,0 0,0 0,1 0,-1 0,1 1,0-1,0 0,0 0,0 0,1 0,0 1,0-1,0 0,0 0,1 0,0 0,-1-1,1 1,1 0,-1-1,0 1,1-1,0 0,0 0,0 0,0 0,0-1,0 1,3 0,6 4,0 0,1-1,0-1,0 0,1-1,-1 0,1-1,0-1,0 0,0 0,0-2,0 0,0 0,0-2,0 1,-1-2,1 0,0-1,-4 1,0-1,-1 0,0 0,1-1,-2-1,1 1,-1-1,0-1,0 0,0 0,-1 0,0-1,-1 0,1 0,-2-1,1 0,-1 0,-1 0,1-1,-2 1,1-1,1-8,-4 14,2-8,-3 27,0 234,16 96,3-53,-25-228,6-65,1 1,-1 0,0-1,0 1,0 0,0-1,0 1,-1-1,1 1,0 0,0-1,0 1,0 0,0-1,0 1,-1 0,1-1,0 1,0 0,0-1,-1 1,1 0,0 0,0-1,-1 1,1 0,0 0,-1 0,1-1,0 1,-1 0,1 0,0 0,-1 0,1 0,0 0,-1 0,1-1,0 1,-1 0,1 0,-1 0,1 1,0-1,-1 0,1 0,0 0,-1 0,1 0,0 0,-1 0,1 1,0-1,-1 0,1 0,0 0,0 1,-1-1,1 0,0 0,0 1,-1-1,1 0,0 1,0-1,0 0,-1 1,1-1,0 0,0 1,-8-24,1-1,1 0,1 0,1 0,0-23,-1 9,-59-552,61 557,1 17,0-1,1 0,1 1,1-1,0 0,1 1,3-12,-4 26,-1-1,1 1,0 0,0 0,0-1,0 1,0 0,1 0,-1 0,1 0,-1 1,1-1,0 0,0 1,0-1,0 1,0-1,0 1,0 0,0 0,0 0,0 0,1 0,-1 0,0 1,1-1,-1 1,1 0,-1 0,1 0,-1 0,0 0,1 0,77 22,-60-14,-1 0,-1 2,0 0,0 0,-1 2,0 0,-1 1,14 16,-27-28,-1 1,0 0,0 0,0 0,0 0,-1 0,1 0,-1 0,1 0,-1 1,0-1,1 1,-1-1,-1 1,1 0,0-1,-1 1,1 0,-1-1,0 1,1 0,-2-1,1 1,0 0,0 0,-1-1,1 1,-1 0,0-1,0 1,0-1,0 1,-1-1,1 1,-1-1,1 0,-1 0,0 0,1 0,-1 0,-1 0,1 0,0-1,-1 2,-6 1,-1 1,1-2,-1 1,1-1,-1 0,0-1,0 0,0-1,0 0,-1-1,1 0,0 0,0-1,-5-1,13 2,0-1,0 1,0 0,-1-1,1 1,0-1,0 1,0-1,0 0,0 0,0 0,1 0,-1 0,0-1,0 1,1 0,-1-1,1 0,-1 1,1-1,0 0,0 1,-1-1,1 0,0 0,1 0,-1 0,0 0,1 0,-1 0,1 0,-1 0,1-1,0 0,5-18</inkml:trace>
  <inkml:trace contextRef="#ctx0" brushRef="#br0" timeOffset="306.888">2561 735,'-3'4,"1"0,0 0,-1 0,2 0,-1 0,0 1,1-1,0 1,0-1,1 1,-1-1,1 1,0-1,0 1,0 0,1-1,-1 1,1-1,0 1,1-1,-1 1,1-1,0 0,0 0,0 0,0 0,1 0,0 0,0-1,0 1,0-1,1 1,1-1,1 1,0-2,0 1,0-1,0 0,0 0,1-1,-1 1,0-1,1-1,-1 1,1-1,-1-1,1 1,-1-1,0 0,1 0,-1-1,0 0,1 0,-4 1,1-1,0 0,0 1,-1-1,1-1,-1 1,1-1,-1 1,0-1,0 0,0 0,-1 0,1 0,-1-1,0 1,0-1,0 1,0-1,0 0,-1 0,1 0,-1 0,0 0,-1 0,1 0,-1 0,0 0,0 0,0 0,0-1,-1 0,0-1,0 1,0-1,0 1,-1 0,0 0,0 0,0 0,-1 0,0 0,0 0,0 1,0-1,-1 1,0 0,0 0,0 1,0-1,-1 1,1 0,-1 0,0 0,1 1,-2-1,1 1,0 0,0 1,0-1,-1 1,1 0,-1 1,-4-1,-26 22,26-4</inkml:trace>
  <inkml:trace contextRef="#ctx0" brushRef="#br0" timeOffset="954.221">2962 868,'10'-71,"-4"32,-1 0,-1-1,-3 1,-3-35,2 72,1 0,-1 1,0-1,0 0,-1 0,1 0,0 0,-1 0,1 0,-1 0,0 0,1 1,-1-1,0 0,0 0,0 1,0-1,-1 1,1-1,0 1,-1-1,1 1,-1 0,1 0,-1 0,1 0,-1 0,0 0,0 0,1 0,-1 1,-1-1,2 2,0 0,0 0,-1 0,1 0,1 0,-1 1,0-1,0 0,0 1,1-1,-1 0,1 1,-1-1,1 1,-1-1,1 1,0-1,0 1,0-1,0 1,0-1,0 1,0-1,0 1,0-1,1 1,-1-1,1 1,-1-1,1 1,0-1,-1 0,1 1,0-1,0 0,0 0,0 0,0 0,1 1,9 7,0 0,1-2,0 1,0-2,0 1,1-2,0 1,0-2,1 0,-1-1,1 0,0-1,-1 0,7-1,158 12,-176-13,1 0,-1 0,1 0,-1 1,0-1,0 1,1-1,-1 1,0 0,0 0,1 0,-1 0,0 0,0 0,0 1,-1-1,1 1,0-1,0 1,-1 0,1-1,-1 1,0 0,1 0,-1 0,0 0,0 1,0-1,0 0,-1 0,1 1,-1-1,1 0,-1 0,0 1,0-1,0 1,0-1,0 2,-1 1,0 0,0-1,1 1,0-1,0 1,0 0,0-1,1 1,0-1,0 1,0-1,1 1,-1-1,1 1,0-1,0 0,1 0,-1 0,1-1,0 1,0 0,0-1,0 0,1 0,-1 0,1 0,0 0,3 1,0-1,0 0,0-1,0 0,1-1,-1 1,0-1,1-1,-1 0,1 0,-1 0,1-1,-1 0,0 0,1-1,-1 0,0 0,0-1,0 1,-1-2,1 1,-1-1,1 0,-1 0,2-3,6-4,-1 0,-1-1,0-1,-1 0,0 0,-1-1,-1-1,0 0,-1 0,1-4,5-19,-2-1,-1 0,-2-1,-2 0,-2 0,-2-1,-1 1,-2-1,-3-6,3 20,-2 1,0 0,-2 0,-1 0,-1 0,-10-25,-6 13,22 37,-1 0,1 0,-1 1,0-1,1 0,-1 0,0 1,1-1,-1 1,0-1,0 1,0-1,0 1,1-1,-1 1,0 0,0-1,0 1,0 0,0 0,0 0,0 0,0 0,0 0,0 0,0 0,0 0,0 0,0 0,0 1,0-1,1 0,-1 1,0-1,0 1,0-1,0 1,1-1,-1 1,0 0,0 0,-3 4,0 0,1 1,-1-1,1 1,0 0,1 0,0 1,0-1,0 0,0 1,1 3,-7 27,1 0,3 0,0 0,3 0,1 1,2-1,1 0,2 0,2 0,1-1,2 0,1 0,2-1,1 0,2-2,1 0,2 0,1-2,2 0,3 1,-17-22,1 0,0 0,1-1,0-1,0 0,0 0,1-1,11 5,0-2</inkml:trace>
  <inkml:trace contextRef="#ctx0" brushRef="#br0" timeOffset="1207.597">3469 347,'23'0,"25"0,24 0,16 0,-5 0</inkml:trace>
  <inkml:trace contextRef="#ctx0" brushRef="#br0" timeOffset="1437.939">4125 654,'-1'86,"2"-82,0-1,0 0,0 0,0 0,0-1,1 1,-1 0,1 0,0-1,0 1,0-1,0 1,0-1,1 0,-1 0,1 0,-1 0,1-1,0 1,0-1,0 1,0-1,0 0,0 0,3 0,-1 1,1-1,0-1,0 1,0-1,-1 0,1 0,0-1,0 0,0 0,-1 0,1-1,0 1,-1-1,0-1,1 1,-1-1,0 0,0 0,0 0,-1-1,1 0,-1 0,0 0,0 0,0-1,-1 0,1 1,-1-1,0 0,-1-1,1 1,-1 0,0-1,0 1,-1-1,0 0,0 0,0 1,0-1,-1 0,0 0,0 0,-1 0,0 1,0-1,0 0,-1 0,1 1,-2-1,1 1,-2-4,-1 2,0 0,1 1,-2 0,1 0,-1 1,0-1,0 1,-1 0,1 1,-1 0,0 0,0 0,-1 1,1 0,-1 0,-1 1,5 0,0 1,0 0,0 0,-1 1,1-1,0 1,0 0,-1 0,1 0,0 1,-1-1,1 1,0 0,0 0,0 1,0-1,0 1,0 0,0 0,0 0,1 1,-1-1,1 1,-1 0,1 0,0 0,0 0,1 1,-1-1,0 2,1 0,0 0,0 0,1 0,-1 1,1-1,0 0,1 1,-1-1,1 1,0-1,1 1,-1-1,1 1,0-1,0 0,1 1,-1-1,1 0,1 0,-1 0,1 0,-1-1,1 1,1-1,-1 1,1-1,-1 0,1 0,0-1,1 1,-1-1,1 0,-1 0,1 0,0-1,0 0,0 0,1 0,31 14</inkml:trace>
  <inkml:trace contextRef="#ctx0" brushRef="#br0" timeOffset="1748.55">4419 186,'-17'-4,"0"1,0 0,0 1,-1 1,1 1,-1 0,-15 3,27-2,0 0,0 0,0 1,0-1,1 1,-1 0,1 1,-1-1,1 1,0 0,0 1,0-1,0 1,1 0,0 0,0 1,0-1,0 1,0 0,1 0,0 0,0 0,0 1,0 1,2-1,-1-1,1 0,1 1,-1 0,1-1,0 1,0-1,1 1,-1-1,1 1,1-1,-1 1,1-1,0 0,0 0,0 1,1-1,-1-1,1 1,1 0,-1-1,82 89,-83-91,59 53,85 89,-141-139,0-1,0 0,0 0,1-1,0 1,-1-1,1-1,1 1,-1-1,0 0,0 0,1-1,-1 0,1 0,-1-1,1 1,0-1,-1-1,1 1,-1-1,4-1,2 1,41-2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19.9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120 343,'0'21,"0"13,0 10,3 5,2-2,3-7,3-7,-2-10</inkml:trace>
  <inkml:trace contextRef="#ctx0" brushRef="#br0" timeOffset="465.769">0 116,'5'-3,"0"-1,0 1,1 1,-1-1,1 1,0 0,-1 0,1 0,0 1,0 0,0 0,0 1,0 0,0 0,0 0,0 0,0 1,12 1,-2 0,1 1,0 1,-1 1,1 0,-1 1,0 1,-1 0,0 1,0 1,-1 0,0 1,0 1,-1 0,-1 1,0 0,0 0,-2 2,1-1,-2 1,1 1,-2 0,0 0,-1 1,-1 0,1 4,20 127,-27-146,-1 0,1 0,0 0,0 1,0-1,1 0,-1 0,0 0,0 1,0-1,1 0,-1 0,1 0,-1 0,1 0,-1 0,1 0,0 0,-1 0,1 0,0 0,0 0,0 0,0 0,0-1,0 1,0 0,0-1,0 1,0-1,0 1,0-1,0 1,1-1,-1 0,0 0,0 1,0-1,1 0,-1 0,0 0,0 0,0-1,1 1,-1 0,0 0,0-1,0 1,0-1,0 1,1-1,9-7,-1 0,0 0,-1-1,0-1,0 0,-1 0,0 0,0-1,-2 0,1-1,4-11,40-103,-43 114,-5 28,-2 17,14 102,-14-129,1 1,0-1,1 0,-1 0,1 0,1 0,-1 0,1-1,0 0,0 0,1 0,-1 0,1 0,0-1,0 0,1 0,-1 0,1-1,1 1,24 8,-2-5</inkml:trace>
  <inkml:trace contextRef="#ctx0" brushRef="#br0" timeOffset="760.164">1003 223,'16'34,"2"-1,1-1,2-1,1-1,2 0,0-2,27 23,-49-48,0-1,0 1,1 0,-1-1,0 0,1 1,0-1,0 0,0 0,-1-1,2 1,-1-1,0 1,0-1,0 0,1 0,-1 0,0-1,1 1,-1-1,1 0,-1 0,1 0,-1 0,0 0,1-1,-1 0,1 0,-1 0,0 0,0 0,0-1,1 1,-1-1,1-1,3-7,0 0,-1-1,0 1,-1-2,0 1,-1 0,0-1,-1 0,2-10,0 3,54-178,-50 181</inkml:trace>
  <inkml:trace contextRef="#ctx0" brushRef="#br0" timeOffset="1360.504">1524 464,'22'-3,"-1"-1,1 0,-1-2,0 0,-1-2,0 0,0-1,0-1,-1-1,-1-1,0 0,-1-2,11-9,-25 20,1 1,-1-1,1 0,-1-1,0 1,0 0,-1-1,1 0,-1 1,1-1,-1 0,-1 0,1-1,0 1,-1 0,0-1,0 1,0 0,-1-1,1 1,-1-1,0 1,0-1,-1 1,1-1,-1 1,0-1,0 1,-1 0,1 0,-1 0,0-1,0 1,0 1,-1-2,-1 2,1 0,0 0,-1 0,1 1,-1-1,0 1,0 0,0 0,0 1,0-1,0 1,0-1,-1 2,1-1,0 0,-1 1,1-1,-1 1,1 1,0-1,-1 1,1-1,0 1,-1 0,1 1,0-1,0 1,0 0,0 0,0 0,0 0,1 1,-1-1,1 1,0 0,-1 0,1 0,1 1,-1 0,-1 2,0 0,1 0,0 1,1 0,0-1,0 1,0 0,0 0,1 0,1 0,-1 0,1 0,0 1,1-1,-1 0,1 0,1 0,0 0,0 0,0-1,0 1,1-1,0 1,1-1,0 0,3 6,1-2,1 1,-1-1,2 0,-1-1,1 0,1 0,0-1,0 0,0-1,1-1,0 0,0 0,13 3,-18-6,0 0,0-1,0 0,1 0,-1-1,0 0,1 0,-1-1,1 1,-1-2,1 1,-1-1,1 0,-1-1,0 0,0 0,0 0,0-1,0 0,0 0,-1-1,1 0,-1 0,0-1,0 1,2-4,0-7,0 0,-1-1,-1 0,0 0,-1 0,-1-1,0 0,-1 0,-1 0,-1 0,0 0,-2 0,1 0,-3-5,3 4,0-95,1 111,0 1,0-1,0 1,0-1,0 1,1 0,-1-1,0 1,1 0,-1 0,1 0,-1 0,1 0,-1 1,1-1,0 0,-1 1,1-1,0 1,0-1,0 1,-1 0,1 0,0 0,0 0,0 0,-1 0,1 0,0 1,0-1,-1 1,1-1,0 1,-1 0,1 0,0-1,-1 1,1 0,-1 1,0-1,1 0,-1 0,1 1,9 3,210 86,-216-88,0-1,0 1,0 0,0 1,-1-1,0 1,1 0,-2 0,1 0,0 1,-1-1,0 1,0 0,0 0,0 0,-1 0,0 0,0 1,0-1,-1 1,0-1,0 1,0-1,-1 5,-1 101,2-108,1 0,0 0,-1 0,1 0,1 0,-1 0,0 0,1-1,-1 1,1-1,0 1,0-1,0 0,0 0,0-1,0 1,0-1,1 1,-1-1,0 0,1 0,-1-1,1 1,0-1,-1 1,1-1,-1 0,1-1,0 1,-1-1,1 1,109-15,-56 0</inkml:trace>
  <inkml:trace contextRef="#ctx0" brushRef="#br0" timeOffset="2012.57">3181 63,'-9'-6,"0"0,0 1,-1 0,0 1,0 0,0 1,0 0,-1 1,1 0,-1 0,0 1,1 0,-1 1,0 1,1-1,-1 2,0-1,1 1,0 1,-1 0,1 1,0 0,0 0,1 1,0 0,-1 1,1 0,7-4,0-1,0 0,0 1,0-1,1 1,-1 0,0-1,1 1,0 0,-1 0,1 0,0 0,0 0,0 0,0 0,0 1,1-1,-1 0,1 0,-1 1,1-1,0 0,0 1,0-1,0 0,0 1,1-1,-1 0,1 1,-1-1,1 0,0 0,0 0,0 0,0 0,0 0,0 0,1 0,-1 0,1 0,-1 0,1-1,0 1,0-1,13 9,0 0,1-2,0 0,0-1,1-1,-1 0,2-1,12 2,40 14,-62-19,-1 0,0 0,0 0,-1 0,1 1,-1 0,1 0,-1 1,0 0,0 0,-1 0,1 1,-1-1,0 1,0 1,-1-1,3 4,-6-7,-1 1,1-1,-1 0,0 0,1 1,-1-1,0 0,-1 1,1-1,0 0,0 0,-1 1,0-1,1 0,-1 0,0 0,0 0,0 0,0 0,-1 0,1 0,0 0,-1 0,1-1,-1 1,0 0,0-1,1 0,-3 2,-58 32,48-29,0-1,0 0,-1-2,0 1,1-2,-1 0,0-1,0 0,-4-1,18 0,-1 1,1-1,0 0,0 0,-1 0,1 0,0 0,0 0,-1 0,1 0,0 0,-1 0,1-1,0 1,0-1,0 1,-1-1,1 1,0-1,0 0,0 1,0-1,0 0,0 0,0 0,0 0,1 0,-1 0,0 0,0 0,1 0,-1 0,1 0,-1-1,1 1,-1 0,1 0,0 0,-1-1,1 1,0 0,0-1,0 1,0 0,0 0,1-1,-1 1,0 0,0 0,1-1,-1 1,1 0,-1 0,1 0,0-1,-1 1,1 0,0 0,0 0,-1 0,2 0,9-8,1 0,0 1,0 0,1 1,0 1,0 0,1 0,-1 2,1-1,0 2,0 0,13-1,-22 3,0 0,0 0,0 0,-1 0,1 1,0 0,0 0,0 1,0-1,0 1,0 0,-1 0,1 1,0-1,-1 1,1 0,-1 0,0 1,1-1,-1 1,0 0,-1 0,1 0,0 1,-1-1,0 1,0 0,0 0,0 0,-1 0,1 1,-2-1,0 0,1 0,-1 0,1-1,0 1,0 0,0-1,0 1,1-1,0 0,-1 0,1 0,0 0,1 0,-1-1,0 0,1 1,-1-1,1 0,0-1,-1 1,1-1,0 1,0-1,0 0,0-1,0 1,4-1,-1 0,0-1,0 0,0 0,-1-1,1 0,0 0,-1-1,1 1,-1-1,0-1,0 1,0-1,0 0,-1-1,0 1,1-1,-2 0,1-1,-1 1,1-1,-2 0,1 0,-1 0,1 0,-2 0,1-1,-1 0,0 1,0-1,-1 0,0 0,0 0,0 0,-1 0,0 0,-1 0,0 0,0 0,0 0,-1 1,0-1,0 0,0 1,-1-1,0 1,-1 0,1 0,-1 0,0 0,-1 1,-1-2,2 4,1 0,-1 1,0 0,0-1,0 2,0-1,0 0,-1 1,1 0,0 0,-1 0,1 0,-1 1,1-1,-1 1,1 0,-1 1,1-1,-1 1,1 0,-1 0,1 0,0 1,0 0,0-1,0 2,0-1,0 0,0 1,1-1,-1 1,1 0,-1 0,1 1,0-1,1 1,-1-1,1 1,-1 0,1 0,0 0,-1 3,-9 18</inkml:trace>
  <inkml:trace contextRef="#ctx0" brushRef="#br0" timeOffset="2460.806">3623 384,'8'-12,"0"0,0-1,-1 0,-1 0,0-1,-1 0,0 0,-1 0,-1 0,0-1,-1 1,-1-1,0 0,-1 1,0-1,-1 0,-1 1,0-1,-1 1,-1-1,0 1,-1 0,-1 1,-3-7,9 18,-1 0,0 1,0-1,0 0,0 1,0-1,0 1,-1-1,1 1,0 0,-1-1,1 1,-1 0,1 0,-1 0,0 0,1 0,-1 0,0 1,0-1,0 1,1-1,-3 1,4 0,0 1,-1 0,1 0,0 1,0-1,0 0,0 0,0 0,0 0,0 0,0 0,0 0,0 0,1 0,-1 0,0 0,1 0,-1 0,1 0,-1-1,1 1,-1 0,1 0,0 0,-1 0,1-1,0 1,0 0,-1-1,1 1,0-1,0 1,0-1,0 1,0-1,1 1,13 6,0 0,1-1,0 0,0-1,0-1,1-1,-1 0,1-1,0-1,9-1,-7 1,17 1,-22-2,1 1,-1 0,0 1,0 0,0 1,0 1,9 3,-21-6,0 0,0 0,0 0,0 0,-1 1,1-1,0 0,-1 1,1-1,-1 1,0 0,1-1,-1 1,0 0,0 0,0 0,0 0,-1 0,1 0,0 0,-1 0,1 0,-1 0,0 0,0 0,0 0,0 0,0 0,0 2,-21 62,10-36,10-28,0 0,0 0,0 0,0 0,0 0,0 0,1 0,-1 0,1 0,-1 1,1-1,0 0,0 0,0 0,0 1,0-1,1 0,-1 0,1 0,-1 1,1-1,0 0,0 0,0 0,0 0,0 0,0-1,0 1,1 0,-1 0,1-1,-1 1,1-1,0 1,-1-1,1 0,0 0,0 0,0 1,17 1,-1 0,0-1,1-1,-1-1,0-1,1 0,-1-1,0-1,1-1,4 1,215-42,-219 39,-13 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24.9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1057 1257,'51'11,"140"2,137-10,-70-16,61-18,-13 0,-52 9,-233 19</inkml:trace>
  <inkml:trace contextRef="#ctx0" brushRef="#br0" timeOffset="858.901">1805 642,'24'-48,"-1"-1,-3-1,-2 0,3-20,-17 68,-2 21,-1-7,87 385,-74-327</inkml:trace>
  <inkml:trace contextRef="#ctx0" brushRef="#br0" timeOffset="1493.395">1324 161,'4'7,"9"9,9 8,11 10,11 5,3 4,-6-6</inkml:trace>
  <inkml:trace contextRef="#ctx0" brushRef="#br0" timeOffset="1843.898">2019 0,'4'23,"7"21,8 17,9 11,6 10,-4-10</inkml:trace>
  <inkml:trace contextRef="#ctx0" brushRef="#br0" timeOffset="5846.568">1 2300,'76'-16,"122"-9,140 3,-257 18,259-10,375-28,203-54,-899 94,587-32,-511 24,-86 5</inkml:trace>
  <inkml:trace contextRef="#ctx0" brushRef="#br0" timeOffset="6575.23">2674 1298,'507'-30,"-238"18,-279 13,2-1</inkml:trace>
  <inkml:trace contextRef="#ctx0" brushRef="#br0" timeOffset="6973.53">3289 642,'142'150,"-74"-80,-3 2,35 53,-69-77,-2 2,-2 0,-3 2,-2 1,-2 1,-2 0,-3 1,-2 1,-3 1,-2-1,-3 1,-2 1,-3-1,-2 0,-3 0,-2 0,-2 0,-3-1,-3-1,-2 0,-15 31,8-28,-3 0,-2-2,-3-1,-2-1,-2-2,-2-2,-3-2,-2-1,-33 28,68-68,0 0,0-1,0 0,0 0,-1 0,0-1,-1-1,1 0,-7 2,15-5,0-1,0 0,1 0,-1 1,0-1,0 0,0 0,0 0,0 0,0 0,0 0,0 0,0-1,0 1,0 0,0-1,1 1,-1 0,0-1,0 1,0-1,0 1,1-1,-1 1,0-1,1 0,-1 1,0-1,1 0,-1 0,1 1,-1-1,1 0,-1 0,1 0,0 0,-1 0,1 0,0 1,0-1,-1 0,1 0,0 0,0 0,0 0,0 0,1 0,-1-1,3-26</inkml:trace>
  <inkml:trace contextRef="#ctx0" brushRef="#br0" timeOffset="7649.092">3624 709,'13'-1,"0"0,0 0,0 1,0 1,0 0,0 1,0 0,0 1,-1 0,1 1,-1 1,0 0,0 0,0 1,-1 1,0 0,1 2,19 16,-2 3,0 0,-2 2,-2 0,0 2,-2 1,-2 1,-1 0,-2 2,-1 0,9 30,3 16,-4 2,-4 0,-3 1,-4 1,-4 1,-3 0,-5 0,-3 0,-4 0,-3 0,-5-1,-9 28,14-70,-2-1,-2 0,-1 0,-3-2,-1 1,-2-2,-2-1,-1 0,-2-2,-2 0,-29 31,48-60,-1 0,1-1,-1 0,0 0,-1-1,0 0,0-1,0 0,-1 0,0-1,1 0,-1 0,-1-1,1-1,0 0,-1 0,1-1,-4 0,12-1,0-1,0 1,1-1,-1 1,0-1,1 0,-1 1,0-1,1 0,-1 0,1 0,-1 0,1-1,0 1,0 0,-1 0,1-1,0 1,0-1,0 1,0-1,1 0,-1 1,0-1,0-1,-4-20</inkml:trace>
  <inkml:trace contextRef="#ctx0" brushRef="#br0" timeOffset="8408.516">3837 589,'69'12,"-1"2,-1 3,0 4,44 20,-107-40,272 103,-5 12,87 58,-263-122,-2 4,-3 3,-2 5,-3 3,-3 4,-4 4,-3 2,-3 4,-4 3,-3 3,1 12,-24-28,-3 1,15 43,-45-90,-10-25,1 0,0 0,0 0,0 0,-1 0,1 0,0 0,0 0,-1 0,1 0,0 0,0 0,-1 0,1 0,0 0,0 0,0 1,-1-1,1 0,0 0,0 0,0 0,-1 0,1 1,0-1,0 0,0 0,0 0,-1 0,1 1,0-1,0 0,0 0,0 0,0 1,0-1,0 0,0 0,0 1,0-1,0 0,0 0,0 1,0-1,0 0,0 0,0 1,0-1,0 0,0 0,0 0,0 1,0-1,0 0,0 0,1 0,-1 1,-9-10</inkml:trace>
  <inkml:trace contextRef="#ctx0" brushRef="#br0" timeOffset="9724.1">3903 2968,'272'-23,"174"-36,203-63,-554 103,-1-3,-1-5,-1-4,-1-4,-2-4,-2-3,-2-5,-2-3,17-17,2-33,-95 94,-1 1,1-1,0 2,1-1,-1 1,1 0,0 1,0-1,0 2,0-1,1 1,-1 0,1 1,-1 0,1 1,-1-1,1 1,7 2,24-4,1015-62,432-88,-1431 143,-45 8,-38 6,-86 11,46-8</inkml:trace>
  <inkml:trace contextRef="#ctx0" brushRef="#br0" timeOffset="10749.185">869 2487,'0'-9,"0"8,-1 32,-12 618,14-631,7-37,-6 5,29-108,-29 116,1 0,0 1,0 0,0 0,0-1,1 2,0-1,0 0,0 1,1 0,-1 0,1 0,0 1,0-1,0 1,1 0,-1 1,1-1,4 0,5 0,1 1,0 1,-1 1,1 0,0 1,-1 0,1 1,0 1,-1 1,0 0,0 1,0 0,-1 2,1-1,-2 2,1 0,-1 0,9 8,-18-13,1 0,-1-1,0 2,1-1,-2 1,1-1,0 1,-1 0,1 0,-1 1,0-1,-1 1,1-1,-1 1,0 0,0 0,0 0,-1 0,0 0,0 0,0 1,0-1,-1 0,0 1,0-1,0 0,-1 0,0 1,0-1,-6 5,-1 0,1 0,-2-1,1 0,-1-1,-1 0,0 0,0-1,0-1,-1 1,0-2,0 1,0-2,-1 1,0-1,0-1,-17 7,-2-1,0-1,0-2,0-1,-1-1,-3-2,-14-8,49 5,0 0,0 1,-1-1,1 0,0 1,0-1,0 0,0 1,0-1,0 0,0 1,1-1,-1 0,0 1,0-1,0 1,1-1,-1 0,0 1,1-1,-1 1,1-1,-1 0,0 1,1-1,-1 1,1 0,-1-1,1 1,0-1,-1 1,1 0,-1-1,1 1,0 0,0 0,-1-1,19-12,1 1</inkml:trace>
  <inkml:trace contextRef="#ctx0" brushRef="#br0" timeOffset="12359.034">7754 2581,'13'16,"10"12,7 8,6 7,3 3,4 0,2 0,0-4,-3-7,-9-9</inkml:trace>
  <inkml:trace contextRef="#ctx0" brushRef="#br0" timeOffset="12732.564">8395 2581,'22'-29,"-29"27,-66 49,62-37,-7 3,0 2,2-1,0 2,1 0,0 1,1 0,1 1,1 1,1 0,0 1,1 0,2 0,-4 13,7 2,2-1,1 1,2 0,2 0,1 0,2 0,1-1,1 1,2-1,12 27,5 36,-12-42,-3 0,-2 0,-3 0,0 44,-7-80</inkml:trace>
  <inkml:trace contextRef="#ctx0" brushRef="#br0" timeOffset="13297.874">8623 3102,'11'3,"11"0,11-1,8 1,10-4,4-1,0 0,-5 0,-9 0,-11 1</inkml:trace>
  <inkml:trace contextRef="#ctx0" brushRef="#br0" timeOffset="13565.474">8650 3316,'20'4,"19"2,13 0,12-3,9-5,3-4,-2-2,-14 2</inkml:trace>
  <inkml:trace contextRef="#ctx0" brushRef="#br0" timeOffset="14611.894">9652 2701,'-4'171,"3"111,5-230,2 1,3-1,10 32,-11-59,-8-25,0-1,0 1,0 0,1 0,-1-1,0 1,0 0,0 0,0-1,0 1,0 0,1 0,-1-1,0 1,0 0,0 0,1 0,-1-1,0 1,0 0,1 0,-1 0,0 0,0 0,1 0,-1 0,0-1,0 1,1 0,-1 0,0 0,1 0,-1 0,0 0,0 0,1 0,-1 0,0 1,0-1,1 0,-1 0,0 0,0 0,1 0,-1 0,0 0,0 1,1-1,-1 0,0 0,0 0,0 1,1-1,-1 0,0 0,0 0,0 1,0-1,0 0,1 0,-1 1,0-1,0 0,0 1,6-26,-1-15,19-86,-22 119,1 0,-1 1,1 0,1 0,-1 0,1 0,0 0,0 1,0-1,1 1,0 0,0 1,0-1,1 1,0 0,-1 0,3 0,-2 2,0 0,1 0,-1 0,1 1,0-1,-1 2,1-1,0 1,0 0,0 0,-1 1,1 0,0 0,-1 1,1 0,-1 0,1 0,-1 1,0 0,0 0,0 0,-1 1,1 0,-1 0,0 1,3 3,-1-3,0 2,-1-1,0 1,0 0,-1 0,0 1,0-1,-1 1,0 0,0 0,-1 1,0-1,-1 1,1 0,-2-1,1 1,-1 0,-1 0,1 0,-2 1,0-5,0 1,0-1,-1 0,0 1,0-1,0 0,-1 0,0-1,0 1,0 0,0-1,-1 0,1 0,-1 0,0 0,-1-1,1 1,-1-1,1 0,-1 0,0-1,-5 3,-5 1,0-1,-1 0,1-1,-1 0,0-1,0-1,-5 0,11-1,0 0,0-1,0 0,0 0,0-1,0-1,0 1,1-1,-1-1,1 0,-1-1,1 1,-8-6,4-6,7 0</inkml:trace>
  <inkml:trace contextRef="#ctx0" brushRef="#br0" timeOffset="14997.984">9385 2527,'6'0,"13"0,13 0,13 0,12-2,11-3,4-3,-2-1,-7 0,-12 1,-12 2,-13 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42.0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590 334,'16'0,"16"0,20 0,15-3,16-2,7-1,2 1,-4 1,-14 2,-20 0</inkml:trace>
  <inkml:trace contextRef="#ctx0" brushRef="#br0" timeOffset="196.76">657 548,'23'0,"21"0,16 0,15 0,10 0,6 0,0 0,-8 0,-16 0</inkml:trace>
  <inkml:trace contextRef="#ctx0" brushRef="#br0" timeOffset="706.695">1459 0,'16'14,"16"11,17 8,14 5,9 4,4 0,-1 1,-8-1,-10 3,-12 1,-14 1,-15 1,-18 3,-26 3,-28 3,-34 6,-36 1,3-10</inkml:trace>
  <inkml:trace contextRef="#ctx0" brushRef="#br0" timeOffset="1280.967">310 93,'-230'329,"216"-305,1 0,1 0,1 1,2 0,-2 6,9-22,-1 0,2 0,-1 0,1 0,0 0,1 0,0 0,1 0,0 0,0 0,1 0,0 0,0 0,1-1,1 1,-1-1,3 4,8 6,1-1,0-1,2 0,-1-2,2 1,0-2,1 0,0-2,0 0,2-1,-1-1,1 0,0-2,1-1,7 1,87 24,2-6,1-4,97 2,-80-12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1:47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6551 1258,'-13'33,"6"29,2-1,3 1,3 0,5 36,-5-82,1 0,0 1,1-1,1 0,0-1,1 1,1-1,1 0,3 8,-9-22,-1-1,1 1,0 0,-1 0,1 0,-1 0,1-1,0 1,0 0,0 0,-1-1,1 1,0-1,0 1,0-1,0 1,0-1,0 0,0 1,0-1,0 0,0 0,0 1,0-1,0 0,0 0,0 0,0-1,0 1,0 0,0 0,0 0,0-1,0 1,0 0,0-1,0 1,0-1,0 0,0 0,32-34,-25 24,-4 5,-1 1,1 0,-1 1,2-1,-1 1,0-1,1 1,0 0,0 1,0-1,0 1,1 0,-1 1,1-1,-1 1,1 0,0 0,0 1,0 0,0 0,0 0,0 1,1 0,-1 0,0 0,0 1,0 0,0 0,1 1,-2 0,-1 0,1 0,0 1,-1-1,1 1,-1 0,0 1,0-1,0 1,0-1,-1 1,1 0,-1 1,0-1,0 1,-1-1,1 1,-1 0,0 0,-1 0,1 0,-1 0,0 0,0 0,0 0,-1 1,0-1,0 0,0 1,0-1,-1 0,0 0,0 0,-1 0,0 0,1 0,-1 0,-1 0,1 0,-1-1,-1 2,-7 3,0 0,-1-1,0-1,0 0,-1-1,1 0,-1-1,-1 0,1-1,-1-1,1 0,-11 1,-55 10</inkml:trace>
  <inkml:trace contextRef="#ctx0" brushRef="#br0" timeOffset="-3827.205">696 643,'13'0,"21"0,23-2,24-3,23-1,20-2,11 2,2-2,-2 1,-12 1,-17 3,-23 0,-27 5,-25 0,-21 2,-9-2,-5 0</inkml:trace>
  <inkml:trace contextRef="#ctx0" brushRef="#br0" timeOffset="-3492.972">1872 55,'-5'33,"37"210,-13-135,81 563,-87-556,-17-111,-1-10</inkml:trace>
  <inkml:trace contextRef="#ctx0" brushRef="#br0" timeOffset="-3048.862">1765 68,'-43'-53,"43"53,0 0,-1-1,1 1,0 0,0 0,-1-1,1 1,0 0,0-1,0 1,0 0,0-1,-1 1,1 0,0-1,0 1,0-1,0 1,0 0,0-1,0 1,0 0,0-1,0 1,1 0,-1-1,0 1,0-1,0 1,0 0,0 0,1-1,-1 1,0 0,0-1,1 1,-1 0,0 0,0-1,1 1,-1 0,0 0,1 0,-1-1,0 1,1 0,-1 0,0 0,1 0,-1 0,0 0,1 0,-1 0,1-1,-1 1,0 1,1-1,-1 0,0 0,1 0,-1 0,0 0,1 0,-1 0,0 0,1 1,-1-1,0 0,1 0,29 10,-29-9,96 44,85 56,-75-40,469 247,-559-299,13 7,0 0,-1 2,-1 1,-1 1,-1 1,6 8,-28-26,-1 0,1 1,-1-1,0 1,0-1,-1 1,1 0,-1 0,0 0,0 1,0-1,0 0,-1 1,0-1,0 1,0-1,0 1,-1 0,0-1,0 1,0 0,0-1,-1 1,0 0,0-1,0 1,0-1,-1 1,0-1,0 0,0 1,-8 7,-1 1,0-2,-1 0,0 0,0-1,-1 0,-1-1,1-1,-2 0,1-1,-1 0,-7 1,-302 113,79-33,142-38,83-29,20-20,0 0,0-1,0 1,0-1,0 1,1 0,-1-1,0 1,0-1,1 1,-1-1,0 1,1-1,-1 1,0-1,1 1,-1-1,1 0,-1 1,1-1,-1 0,1 1,-1-1,1 0,-1 0,1 1,0-1,-1 0,1 0,-1 0,1 0,-1 0,1 0,0 0,-1 0,1 0,-1 0,1 0,0 0,-1 0,1 0,-1 0,1-1,0 1,32-4,4-3</inkml:trace>
  <inkml:trace contextRef="#ctx0" brushRef="#br0" timeOffset="-2614.808">3062 536,'0'26,"1"0,2 0,0 0,2-1,0 1,2-1,1 0,1 0,-5-15,1 1,0-1,1 0,0 0,1-1,0 1,0-1,1-1,0 0,0 0,1 0,0-1,0-1,1 1,0-1,0-1,0 0,1 0,1-1,2 0,0 0,0-1,0-1,1 0,-1-1,0 0,1-2,-1 1,1-2,-1 0,12-3,-19 3,1 0,-1-1,1 1,-1-1,0-1,0 0,0 0,-1 0,1-1,-1 0,0 0,0 0,-1-1,0 0,0 0,0 0,-1-1,1 0,-2 0,1 0,-1 0,1-2,-1-1,-1 0,0 0,-1 1,0-1,0 0,-1 0,0 0,-1 0,0 0,-1 0,0 0,0 0,-1 1,0-1,-1 1,0 0,0 0,-1 0,0 1,-1-1,0 1,0 0,-1 1,-5-5,2 2,-1 0,0 0,-1 1,0 1,0 0,-1 0,0 1,0 1,0 0,-1 1,0 1,0 0,-1 1,1 0,-1 1,-8 0,12 2,0 1,1 0,-1 1,0 0,0 0,1 1,-1 0,-5 4,12-6,0 1,0 0,0 0,0 0,1 1,-1-1,1 1,-1 0,1 0,0 0,0 0,1 1,-1-1,1 1,-1-1,1 1,0 0,1 0,-1 0,1 0,-1 0,1 3,1 0,1-2,1 1,-1 0,1 0,0 0,0-1,0 1,1-1,0 1,0-1,0 0,1 0,-1-1,1 1,1-1,-1 1,0-1,1-1,0 1,0-1,0 0,0 0,1 0,4 1,46 27</inkml:trace>
  <inkml:trace contextRef="#ctx0" brushRef="#br0" timeOffset="-2226.003">3771 604,'-1'-1,"1"1,-1-1,1 1,-1-1,1 0,-1 1,1-1,0 1,-1-1,1 0,0 1,-1-1,1 0,0 0,0 1,0-1,0 0,0 1,0-1,0 0,0 0,0 1,0-1,0 0,0 1,1-1,-1 0,0 0,0 1,1-1,-1 1,0-1,1 0,-1 1,1-1,-1 1,1-1,-1 1,1-1,-1 1,1-1,-1 1,1-1,0 1,-1 0,1 0,0-1,-1 1,1 0,43-7,-38 6,391-10,734-20,-965 30,-131 4,-29 0,-15-1</inkml:trace>
  <inkml:trace contextRef="#ctx0" brushRef="#br0" timeOffset="-1143.635">4840 1044,'9'7,"10"9,8 8,9 8,8 7,4 3,5 5,1 2,-1 0,-3-1,-4-4,-8-10</inkml:trace>
  <inkml:trace contextRef="#ctx0" brushRef="#br0" timeOffset="-821.449">5548 1124,'3'-25,"-30"47,-13 28,3 0,3 3,1 1,3 1,3 1,-5 19,26-61,1 0,1 1,0 0,1 0,1 0,0 0,1 1,0-1,1 0,1 0,1 1,0-1,1 0,1 0,0-1,1 1,0-1,5 9,10 11,2-1,1-1,1-1,5 2,-8-8,7 8</inkml:trace>
  <inkml:trace contextRef="#ctx0" brushRef="#br0" timeOffset="-560.613">5776 1525,'25'0,"19"0,17 0,8 0,0 0,-12 0</inkml:trace>
  <inkml:trace contextRef="#ctx0" brushRef="#br0" timeOffset="-284.965">5856 1739,'18'3,"20"2,17 1,13-1,8-4,-9-1</inkml:trace>
  <inkml:trace contextRef="#ctx0" brushRef="#br0" timeOffset="1368.127">6351 1004,'13'-5,"21"-1,25-2,25-1,23 0,17 1,5 1,-20 1</inkml:trace>
  <inkml:trace contextRef="#ctx0" brushRef="#br0" timeOffset="2756.483">0 604,'16'0,"17"0,16 0,18 0,18 0,15-3,13 0,11 0,6 0,-2 2,-11 2,-23 2</inkml:trace>
  <inkml:trace contextRef="#ctx0" brushRef="#br0" timeOffset="3489.567">481 1071,'-15'138,"7"0,5 40,3-165,-1-1,1 1,0-1,0 0,1 1,1-1,0 0,1 0,0 0,1 0,0-1,1 1,3 5,-7-16,-1 0,1 0,0 0,-1 0,1 0,0 0,0 0,0 0,0 0,0 0,0-1,0 1,0 0,0-1,1 1,-1-1,0 1,0-1,1 1,-1-1,0 0,0 0,1 0,-1 0,0 0,1 0,-1 0,0 0,0 0,1 0,-1-1,0 1,0-1,1 1,-1-1,0 1,0-1,0 1,0-1,0 0,0 0,0 0,0 0,1-1,32-49,10-82,-44 130,1 1,-1 0,1-1,0 1,0 0,0 0,0 0,0-1,0 1,1 0,-1 0,1 1,-1-1,1 0,0 0,-1 1,1-1,0 1,0 0,0-1,1 1,-1 0,0 0,0 0,0 1,1-1,-1 0,1 1,-1 0,0-1,1 1,-1 0,1 0,-1 1,0-1,1 0,-1 1,0-1,1 1,-1 0,0 0,0 0,1 0,-1 0,7 5,0 0,-1 1,1 0,-2 0,1 1,-1 0,0 0,-1 0,0 1,0 0,-1 0,0 1,0-1,-1 1,-1 0,0 1,2 6,-5-12,0-1,0 0,0 0,0 0,-1 0,0 0,0 0,0 0,0 0,0 0,-1 0,0 0,0-1,0 1,0-1,0 1,-1-1,0 0,1 0,-1 0,0 0,-1 0,1-1,0 0,-1 1,1-1,-1 0,-3 0,-7 5,0-1,-1 0,0-2,0 0,0 0,-1-1,-1-1,-45 2,3-3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6:31.1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792 1056,'875'-4,"-769"-9,-99 9,-7 1</inkml:trace>
  <inkml:trace contextRef="#ctx0" brushRef="#br0" timeOffset="1216.049">886 1792,'-2'0,"1"2,8 1,9 2,14 3,13-1,12-1,16-1,13-2,9-2,4-2,0-2,-8 0,-12-2,-15 0,-16 1,-17 1,-14 1</inkml:trace>
  <inkml:trace contextRef="#ctx0" brushRef="#br0" timeOffset="1909.348">1528 629,'38'26,"3"9,-2 1,-2 1,-1 3,-2 0,-2 3,-2 0,-1 2,-3 1,-2 1,-1 2,-3 0,-2 1,-2 0,-3 2,7 50,-11-69,-2 0,-2 0,-1 1,-1-1,-2 1,-2 0,0-1,-3 1,0-1,-3 1,0-1,-2-1,-2 0,-1 0,-1-1,-1-1,-14 20,17-34,0-1,0 0,-2-1,0 0,0-1,-1 0,-1-1,0-1,-1-1,0 0,0-1,-1 0,0-2,-1 0,-4 1,20-7,0 0,-1 0,1-1,0 1,0 0,-1-1,1 0,0 1,-1-1,1 0,0 0,-1-1,1 1,0 0,-1-1,1 1,0-1,0 0,0 0,-1 0,1 0,0 0,0 0,0-1,1 1,-1 0,0-1,0 0,1 1,-1-1,1 0,-1 0,1 0,0 0,0 0,0 0,0 0,0 0,1-1,-1 1,0-2,17-47,-1 26</inkml:trace>
  <inkml:trace contextRef="#ctx0" brushRef="#br0" timeOffset="2509.317">1955 562,'9'17,"0"-1,1 0,1 0,0-1,1 0,0-1,4 2,14 18,5 6,-1 1,-3 2,-1 1,-3 2,21 46,-32-55,-3 2,-1 0,-1 0,-3 1,-1 0,-2 1,-2 0,-1-1,-2 1,-2 0,-2 0,-2-1,-1 0,-2 0,-2-1,-2 0,-1-1,-16 31,6-23,-2 0,-2-2,-2-1,-2-2,-2 0,-1-3,-6 4,-10-5,50-37,0 0,1 0,-1-1,1 1,-1 0,1-1,-1 1,1-1,-1 1,1 0,-1-1,1 1,0-1,-1 0,1 1,0-1,-1 1,1-1,0 1,0-1,0 0,-1 1,1-1,0 1,0-1,0 0,0 1,0-1,0 0,0 1,0-1,1 1,-1-1,0 0,0 1,0-1,1 1,-1-1,0 1,1-1,-1 0,0 1,1-1,-1 1,1-1,-1 1,10-27,3 0</inkml:trace>
  <inkml:trace contextRef="#ctx0" brushRef="#br0" timeOffset="3109.305">2089 695,'89'5,"0"4,0 4,65 19,-57-11,0 4,-2 5,-1 4,-2 4,-2 3,-1 5,-3 4,-1 3,-3 4,-3 3,4 10,-54-45,-2 2,-1 1,-1 1,-2 1,0 1,-3 0,0 2,-2 1,2 37,-23-71,1-9</inkml:trace>
  <inkml:trace contextRef="#ctx0" brushRef="#br0" timeOffset="4489.603">2035 2260,'12'8,"1"0,0-1,0 0,1-1,0-1,0 0,0-1,0 0,1-1,-1-1,1 0,0-1,-1-1,6-1,20-1,0-3,-1-1,1-2,24-8,153-54,-4-9,146-78,-146 54,179-117,-384 215,-5 4,-1 0,1-1,0 1,-1-1,1 1,-1-1,1 0,-1 0,0 0,0-1,0 1,0 0,0-1,-1 1,1-1,1-2,-20-14,11 12</inkml:trace>
  <inkml:trace contextRef="#ctx0" brushRef="#br0" timeOffset="6440.116">3827 1605,'99'8,"169"-10,-1-11,63-20,-322 32,1372-167,-1334 162,-33 6,-17 4,-21 4,-43 9,35-11</inkml:trace>
  <inkml:trace contextRef="#ctx0" brushRef="#br0" timeOffset="7497.436">284 695,'29'-104,"-29"100,0 0,1 0,-2 0,1 0,0 0,-1 0,0 0,0 0,0 0,0 1,0-1,-1 0,0 0,0 1,0 0,0-1,0 1,-1 0,0 0,1 0,-1 0,0 1,0-1,-1 1,-1-2,-2 0,0 1,0 0,-1 0,1 1,0 0,-1 0,0 1,1 0,-1 0,0 0,1 1,-1 1,0-1,1 1,-1 0,0 1,1 0,-1 0,1 1,0 0,0 0,0 1,0-1,1 1,-1 1,1-1,0 1,0 1,1-1,0 1,0 0,0 0,0 0,1 0,0 1,1 0,-1 0,1 0,-1 4,1-1,0 0,1 0,0 1,1-1,0 1,0-1,1 1,1 0,-1 0,1-8,-1 0,1 1,-1-1,1 0,0 0,0 0,0 0,1 0,-1 0,1 0,0 0,-1 0,1-1,0 1,1-1,-1 1,0-1,1 0,-1 0,1 0,0 0,0-1,-1 1,1-1,0 1,0-1,1 0,-1 0,0-1,3 1,0 0,-1-1,1 0,-1 0,1-1,-1 0,1 0,-1 0,0-1,1 1,-1-1,0-1,0 1,0-1,-1 1,1-2,0 1,-1 0,0-1,0 0,0 0,3-4,4-5,-1 0,0-1,-1 0,-1-1,0 0,3-10,33-103,-44 129,0-1,1 0,-1 0,0 1,0-1,1 0,-1 0,0 0,1 1,-1-1,0 0,1 0,-1 0,0 0,1 0,-1 0,0 0,1 1,-1-1,0 0,1 0,-1 0,0 0,1-1,-1 1,0 0,1 0,-1 0,-5 69,2-57,1-1,0 1,1 0,1 0,0 0,0 0,1 0,1 0,0 0,0 0,1-1,1 1,0-1,1 0,3 7,-5-14,1 0,0 0,0-1,0 1,0-1,1 0,-1 0,1 0,0-1,0 0,0 0,0 0,0 0,0-1,0 0,0 0,1 0,-1-1,1 0,-1 0,0 0,2-1,116-24,-52 2,-6-2</inkml:trace>
  <inkml:trace contextRef="#ctx0" brushRef="#br0" timeOffset="8188.532">191 1284,'0'92,"-3"-1,-5 1,-5 10,-31 90,41-170,3-22,0 1,0-1,0 0,0 0,0 1,1-1,-1 0,0 1,0-1,0 0,0 0,1 0,-1 1,0-1,0 0,0 0,1 1,-1-1,0 0,1 0,-1 0,0 0,0 0,1 0,-1 1,0-1,1 0,-1 0,0 0,1 0,-1 0,0 0,0 0,1 0,-1 0,0 0,1 0,-1-1,0 1,1 0,-1 0,0 0,0 0,1 0,-1 0,0-1,0 1,1 0,-1 0,0-1,0 1,0 0,1 0,-1-1,0 1,0 0,0 0,0-1,1 1,-1 0,0 0,0-1,0 1,0 0,0-1,110-114,-104 108,1 1,0 0,0 0,0 0,0 1,1 0,0 1,0-1,1 1,-1 1,1 0,-1 0,1 1,0 0,2 0,-7 4,1 1,-1-1,1 1,-1 0,0 0,0 0,0 0,0 1,-1 0,1 0,-1 0,0 0,0 0,-1 1,1-1,-1 1,0 0,0-1,0 1,-1 0,0 0,0 0,0 1,0-1,-1 0,0 0,0 2,1 1,0-1,-1 1,0 0,0-1,0 1,-1 0,0-1,-1 1,1-1,-2 0,1 1,-1-1,0 0,0 0,-1-1,0 1,0-1,-1 0,1 0,-1 0,-1 0,1-1,-1 0,0 0,0-1,0 0,-1 0,1 0,-1 0,0-1,-6 1,-5 2,-1-2,1 0,-1-1,0-1,0-1,-12-1,12-1,15-2,9-1</inkml:trace>
  <inkml:trace contextRef="#ctx0" brushRef="#br0" timeOffset="8826.533">4161 268,'16'16,"12"12,10 8,8 5,3 2,0-2,-4-3,-5-4,-7-5,-9-7</inkml:trace>
  <inkml:trace contextRef="#ctx0" brushRef="#br0" timeOffset="9185.223">4696 187,'-87'237,"79"-211,0-1,2 2,1-1,1 0,2 1,0 0,2 0,1 0,1-1,1 1,1-1,5 13,29 218,-38-253,0-2,0 0,0 0,0 0,0 0,0 0,1 0,-1 0,0 0,1 0,0 0,-1 0,1-1,0 1,0 0,0 0,0-1,1 1,-1 0,0-1,2 2,5-1</inkml:trace>
  <inkml:trace contextRef="#ctx0" brushRef="#br0" timeOffset="9478.746">4910 495,'11'-2,"14"-1,13 0,13 0,11 2,2-1,1 2,-9 2,-14 1</inkml:trace>
  <inkml:trace contextRef="#ctx0" brushRef="#br0" timeOffset="9729.045">5003 709,'23'0,"18"-3,17-2,12-3,-7 0</inkml:trace>
  <inkml:trace contextRef="#ctx0" brushRef="#br0" timeOffset="10232.606">6113 415,'-17'-5,"-1"2,1 0,-1 1,0 1,1 0,-1 2,0 0,-16 3,25-2,1 0,0 0,0 1,0 0,0 0,1 1,-1 0,1 1,0-1,0 1,1 1,-1-1,1 1,0 0,1 0,-1 1,1 0,1 0,-3 4,3-6,1 0,0 1,1-1,-1 1,1 0,0-1,0 1,1 0,0 0,0 0,0 0,1 0,0 0,0 1,0-1,1 0,0 0,0 0,0 0,1 0,0-1,0 1,1 0,-1-1,1 0,0 1,1-1,-1 0,1-1,0 1,1-1,-1 1,1-1,1 1,-2-2,0 0,0-1,1 1,0-1,-1 0,1 0,0 0,0-1,0 1,0-1,0 0,0-1,0 1,0-1,0 0,1-1,-1 1,0-1,0 0,0 0,0 0,0-1,0 0,-1 0,1 0,0 0,-1-1,0 0,0 0,1 0,-2 0,1-1,0 0,1-2,7-12,0 0,-1-2,-2 1,0-1,-1-1,0 1,-2-1,0-3,13-38,-11 44,-8 18,1 0,-1 0,1 0,0 0,-1 0,1 0,-1 0,1 0,-1 1,1-1,-1 0,1 0,-1 1,1-1,-1 0,1 1,-1-1,0 0,1 1,-1-1,1 1,-1-1,0 1,1-1,-1 0,0 1,0-1,0 1,1 0,-1-1,0 1,0-1,0 1,0-1,0 1,0-1,0 1,0 0,0-1,0 1,0-1,0 1,0-1,0 1,-1-1,1 1,0-1,0 1,-1-1,1 1,0-1,-1 1,1-1,1 44,-2-27,1 0,1 0,0 0,1 0,1 0,1 0,0-1,1 1,1-1,0 0,3 2,-6-14,0 0,1 0,-1 0,1 0,0 0,0-1,1 0,-1 0,1 0,-1-1,1 1,0-1,0 0,0 0,0-1,0 1,1-1,-1-1,0 1,1-1,-1 1,0-2,5 1,23-4</inkml:trace>
  <inkml:trace contextRef="#ctx0" brushRef="#br0" timeOffset="10494.929">6501 522,'18'0,"15"0,14-3,9 0,8-2,1 0,-4 1,-6 0,-10 2,-11 1</inkml:trace>
  <inkml:trace contextRef="#ctx0" brushRef="#br0" timeOffset="10759.882">6715 281,'-5'16,"-1"12,0 10,2 6,2 4,3 1,1-1,2-4,3-7,1-11</inkml:trace>
  <inkml:trace contextRef="#ctx0" brushRef="#br0" timeOffset="11257.241">6888 228,'-22'-7,"-1"1,0 1,1 1,-1 1,-1 1,1 2,0 0,0 1,0 1,0 1,-15 5,26-6,0 2,0-1,0 2,0 0,0 0,1 1,0 0,0 1,0 1,1-1,1 2,-1-1,1 1,0 1,1-1,1 2,-1-1,1 1,1 0,0 0,-2 8,4-7,1-1,1 1,0 0,0 0,1 1,1-1,0 0,1 0,0 0,0 0,2 0,-1 0,2-1,0 1,0-1,1 0,0 0,1 0,0 0,0-1,1 0,1-1,0 0,0 0,1 0,0-1,0 0,10 5,-2 0,1-1,1 0,0-1,0-1,1-1,0-1,1-1,0-1,0 0,1-2,-1 0,1-1,20-1,-30-4,0 0,0 0,0-1,-1-1,1 0,-1 0,1-1,-1-1,-1 0,1 0,-1-1,0 0,-1-1,0 0,0-1,3-4,2-4,0 1,-1-2,-1 0,-1 0,0-1,-2 0,0-1,6-19,-11 29,-1-1,0 1,-1-1,0 1,0-1,-1 0,0 0,-1 1,-1-1,1 0,-2 0,1 0,-2 1,1-1,-1 1,-1 0,0 0,0 0,-1 0,-1 1,1-1,-6-5,0 5,0 0,0 1,-1 0,0 1,0 1,-1 0,0 0,0 2,-1-1,0 2,0 0,0 0,0 1,0 1,-1 1,1 0,-1 0,1 2,-1 0,1 0,-1 1,1 1,0 1,0 0,0 1,1 0,-1 1,1 0,0 1,1 1,0 0,0 0,1 2,0-1,0 1,1 1,-2 4,-17 26</inkml:trace>
  <inkml:trace contextRef="#ctx0" brushRef="#br0" timeOffset="12079.574">7276 0,'6'44,"19"68,-4 1,-6 0,-1 43,-12 14,34-306,-31 123,0 0,0-1,1 2,1-1,1 1,-1 0,9-8,-14 17,0 0,0 0,1 1,-1-1,1 1,0 0,0 0,0 0,0 0,0 0,0 1,0-1,1 1,-1 0,0 0,1 0,-1 0,1 1,-1 0,1-1,-1 1,1 0,-1 1,1-1,0 1,-1-1,0 1,1 0,-1 0,1 1,-1-1,0 1,1 0,5 4,0 0,0 0,-1 1,1 0,-2 1,1-1,-1 2,0-1,-1 1,0 0,0 0,-1 1,0-1,-1 1,0 0,-1 1,0-1,0 1,-1-1,0 3,-2-7,-1 1,1-1,-1 0,-1 0,1 1,-1-1,0 0,0 0,-1 0,1-1,-1 1,-1-1,1 1,-1-1,0 0,0-1,0 1,-1-1,0 1,1-1,-2-1,1 1,-5 2,-3 2,-1-1,-1 0,0-1,0-1,0 0,0-1,-1-1,-14 2,21-3,0-1,0-1,0 1,0-1,0-1,0 0,0 0,0-1,0 0,0 0,1-1,-7-3,14 6,0 0,1 0,-1-1,0 1,1 0,-1-1,0 1,1-1,-1 1,0-1,1 1,-1-1,1 1,-1-1,1 1,-1-1,1 0,-1 1,1-1,0 0,-1 0,1 1,0-1,0 0,-1 0,1 1,0-1,0 0,0 0,0 1,0-1,0 0,0 0,0 0,0 1,1-1,-1 0,0 0,0 1,1-1,-1 0,0 0,1 0,6-6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6:46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416 2036,'-8'4,"-1"0,2 1,-1 0,0 1,1-1,0 1,0 1,1 0,0 0,0 0,1 0,-1 1,2 0,-1 0,1 0,0 1,1-1,0 1,0 0,1 0,0 0,1 0,0 1,0-1,1 0,0 0,1 1,0-1,0 0,1 0,0 0,1 0,0 0,0-1,1 1,0-1,0 0,1 0,0 0,1-1,-1 1,2-1,2 2,-1-2,1 0,0-1,0 0,0 0,1-1,0-1,0 1,0-2,1 1,-1-1,1-1,0 0,0-1,-1 0,1 0,0-1,0-1,0 1,0-2,0 0,0 0,-1-1,1 0,-1-1,0 0,0-1,0 0,-1 0,0-1,0 0,0-1,0 0,-1 0,-1-1,1 0,-1 0,0-1,-1 0,0 0,-1 0,0-1,0 0,1-4,-3 5,-1-1,0 1,0-1,-1 0,0 0,0 0,-1 0,-1 1,0-1,0 0,-1 0,0 1,0-1,-1 1,-1-1,0 1,0 0,0 1,-1-1,-1 1,1 0,-1 0,-1 0,1 1,-1 0,-1 0,1 1,-1 0,0 0,0 1,-1 0,0 1,0-1,-1 0,-1 1,-1 0,1 0,0 1,-1 1,0-1,1 2,-1 0,0 0,0 1,0 1,0 0,1 0,-1 1,0 1,1 0,-1 1,1 0,0 0,1 1,-1 1,1-1,0 2,0 0,1 0,-1 0,2 1,-1 1,1 0,1 0,-1 0,1 1,1 0,0 0,1 1,0-1,0 1,1 1,0-1,1 0,-1 7,4 32</inkml:trace>
  <inkml:trace contextRef="#ctx0" brushRef="#br0" timeOffset="405.909">1511 2062,'-9'2,"-1"1,1-1,-1 2,1 0,0 0,0 0,1 1,0 0,-1 1,2 0,-1 0,1 1,0 0,0 0,0 1,1 0,1 0,-3 4,5-7,-1 0,1 1,0-1,1 1,0 0,0 0,0 0,0 0,1 0,0 0,0 0,1 0,0 1,0-1,0 0,1 0,0 0,0 0,0 1,1-1,0-1,0 1,1 0,-1 0,1-1,1 0,-1 1,1-1,1 1,6 4,1-1,1 0,-1 0,1-2,1 1,-1-2,1 0,1 0,-1-2,1 0,-1 0,1-1,0-1,1-1,-1 0,0-1,0 0,0-1,0-1,0 0,10-4,-16 4,-1 0,0 0,1-1,-1 0,0-1,-1 0,1 0,-1-1,1 0,-1 0,-1 0,1-1,-1 0,0-1,0 1,-1-1,0 0,0 0,-1-1,0 0,0 1,0-1,-1-1,-1 1,1 0,-1-1,-1 1,1-1,-1 0,-1 1,0-1,0-3,-2 0,-1-1,0 1,-1 0,0 0,-1 1,0-1,-1 1,0 0,0 0,-1 1,-1 0,0 0,0 0,-1 1,0 1,-1 0,0 0,0 0,-1 1,0 1,0 0,0 1,-1 0,1 0,-1 1,-1 1,1 0,0 1,-1 0,1 1,-1 0,-1 1,-2 2,0 0,1 1,-1 1,1 0,-1 2,1-1,1 2,-1 0,1 1,1 0,-1 1,1 1,1 0,0 0,0 1,1 1,-9 12,-24 33</inkml:trace>
  <inkml:trace contextRef="#ctx0" brushRef="#br0" timeOffset="1059.562">402 3038,'-12'23,"0"1,2 0,1 0,1 1,1 0,1 1,1 0,2 0,0 0,2 0,1 11,0-29,0 0,1 0,0 1,1-1,0 0,0 0,0-1,1 1,0 0,1-1,0 1,0-1,1 0,-1-1,1 1,1-1,-1 0,1 0,0-1,1 1,-1-1,1-1,0 1,0-1,1-1,-1 1,1-1,0 0,0-1,1 0,3 1,-1-1,1-1,0 0,0-1,0 0,-1 0,1-2,0 1,0-2,-1 1,1-2,-1 1,0-2,0 1,-1-1,1-1,-1 0,0-1,0 0,-1 0,0-1,0 0,-1 0,0-1,-1 0,0-1,0 0,-1 0,0 0,-1-1,0 1,0-1,0-6,-2 3,0-1,-1 1,-1-1,0 1,-1-1,-1 1,0-1,-1 1,-1-1,0 1,-1 0,0 0,-1 0,-1 1,3 4,-2 0,1 0,-1 0,-1 1,1 0,-1 0,-1 0,0 1,0 0,0 0,-1 1,1 0,-2 0,1 1,-1 0,1 0,-1 1,-1 0,1 1,-9-2,10 3,0 1,-1 0,1 1,-1 0,1 1,-1 0,1 0,0 0,0 1,-1 0,1 1,0 0,1 0,-1 1,1 0,-1 0,1 1,0 0,1 0,-1 0,1 1,0 0,0 1,-3 3,0 1,1 0,0 0,1 0,0 1,1 1,0-1,1 1,0 0,1 0,1 0,0 1,-1 12,7 47,11-9</inkml:trace>
  <inkml:trace contextRef="#ctx0" brushRef="#br0" timeOffset="1447.236">1458 3358,'40'-105,"-5"-1,4-31,-36 124,26-103,-46 159,6-3,1 1,3 0,1 0,2 0,1 1,3 0,1-1,2 1,2-1,2 0,2 0,1-1,13 31,2-11</inkml:trace>
  <inkml:trace contextRef="#ctx0" brushRef="#br0" timeOffset="2097.007">536 4414,'18'-61,"2"1,2 1,3 0,9-8,-17 30,45-78,-62 115,-1 0,1 1,0-1,0 1,0-1,0 0,0 1,0-1,0 1,0-1,0 0,0 1,0-1,1 1,-1-1,0 0,0 1,0-1,0 0,1 1,-1-1,0 0,0 1,1-1,-1 0,0 1,1-1,-1 0,0 0,1 1,-1-1,0 0,1 0,-1 0,0 0,1 1,-1-1,0 0,1 0,-1 0,1 0,-1 0,1 0,-1 0,0 0,1 0,-1 0,1 0,-1 0,0 0,1-1,-1 1,0 0,1 0,-1 0,0-1,1 1,-1 0,0 0,1-1,-1 1,0 0,1 0,-1-1,0 1,-6 118,0-77,3-15,-7 48,4 0,2 1,4 0,6 36,-5-98,2 0,0 1,0-1,1 0,1-1,0 1,1-1,3 5,18 22</inkml:trace>
  <inkml:trace contextRef="#ctx0" brushRef="#br0" timeOffset="2475.035">1485 4335,'33'76,"-28"-59,1-1,1 0,0 0,1-1,1 0,0-1,1 1,0-2,1 1,1-2,8 8,-17-17,1-1,-1 0,1 0,-1 0,1 0,-1-1,1 0,0 1,0-1,0-1,-1 1,1 0,0-1,0 0,0 0,0 0,0-1,0 1,0-1,0 0,0 0,-1 0,1 0,0-1,-1 0,1 1,-1-1,1-1,-1 1,3-2,2-4,0 1,0-2,0 1,-1-1,0 0,-1 0,0-1,0 0,-1 0,1-4,0-2,0 0,-2-1,1 1,-2-1,-1 0,0 0,-1 0,0 0,-2 0,0-1,-1 1,-1 0,0 1,-1-1,-1 1,0-1,-2 1,0 1,0 0,-2 0,1 0,-2 1,0 0,-6-5,12 14,0 0,0 0,-1 1,0-1,0 1,0 0,0 1,-1-1,0 1,1 0,-1 0,0 1,-1 0,1 0,0 0,-1 1,1 0,-1 0,1 0,-1 1,1 0,-1 0,1 1,-6 1,-7 6,1 2,0 0,1 0,0 2,1 0,0 1,1 1,0 0,1 1,1 1,0 0,1 1,1 0,-8 16,-25 39</inkml:trace>
  <inkml:trace contextRef="#ctx0" brushRef="#br0" timeOffset="3745.062">723 5725,'57'-94,"-49"75,137-351,-128 333,-14 46,-19 147,5-93,3-16,2-1,2 1,2 0,1 1,3-1,2 0,6 22,6-14</inkml:trace>
  <inkml:trace contextRef="#ctx0" brushRef="#br0" timeOffset="4427.875">1578 5698,'92'-415,"-59"282,-33 134,0-1,0 0,1 0,-1 0,0 0,0 1,1-1,-1 0,0 0,0 0,1 0,-1 0,0 0,0 0,1 0,-1 0,0 0,1 0,-1 0,0 0,1 0,-1 0,0 0,0 0,1 0,-1 0,0 0,0-1,1 1,-1 0,0 0,0 0,1 0,-1-1,0 1,0 0,0 0,1-1,16 276,-11-160,5 1,15 58,-9-103</inkml:trace>
  <inkml:trace contextRef="#ctx0" brushRef="#br0" timeOffset="-2452.492">442 752,'-5'-4,"-1"-1,0 1,0 0,0 1,-1-1,1 1,-1 0,1 1,-1 0,0 0,0 0,0 1,0 0,-1 0,1 1,0 0,0 0,0 1,-1 0,1 0,0 1,0-1,1 2,-1-1,0 1,1 0,-1 0,1 1,0-1,0 2,0-1,0 1,-1 3,1 0,-1 0,2 1,-1-1,1 1,0 1,1-1,0 1,1-1,0 1,0 0,1 1,0-1,1 0,0 0,1 1,0-1,1 1,0-1,0 0,1 0,1 0,-1 0,2 0,-1 0,1-1,4 6,-5-11,1 0,-1 0,1-1,0 0,0 0,0 0,1 0,-1-1,1 1,-1-1,1 0,0-1,0 1,0-1,0 0,0 0,0 0,0-1,0 0,0 0,0 0,0-1,0 1,0-1,0 0,0-1,0 1,0-1,0 0,-1 0,1-1,-1 1,0-1,1 0,-1 0,0-1,-1 1,1-1,0-1,9-8,-1-1,-1 0,-1-1,0-1,0 0,-2 0,0 0,-1-1,0 0,-2-1,0 0,-1 0,0 0,-2 0,0 0,-1 0,-1-1,-1-1,2 19,-1 1,0-1,1 0,-1 0,0 0,0 1,0-1,1 0,-1 0,0 0,0 0,0 1,0-1,-1 0,1 0,0 0,0 1,0-1,-1 0,1 0,0 0,-1 1,1-1,-1 0,1 1,-1-1,1 0,-1 1,1-1,-1 0,0 1,1-1,-1 1,0 0,0-1,1 1,-1-1,0 1,0 0,1 0,-1-1,0 1,0 0,0 0,0 0,1 0,-1 0,0 0,-3 5,1 0,0 0,0 0,0 1,0-1,1 1,0 0,1 0,-1 0,1 0,0 0,0 0,1 0,-1-1,-3 16,2 1,0-1,1 1,2-1,0 1,1 3,-1-17,1 0,0 0,0 0,0-1,1 1,0 0,1-1,-1 0,2 0,-1 0,1-1,0 1,0-1,0 0,1 0,0-1,0 0,1 0,7 3,0-1,0 0,0-2,1 1,0-2,0 0,1 0,-1-2,1 0,-1-1,1 0,3-1,54-1</inkml:trace>
  <inkml:trace contextRef="#ctx0" brushRef="#br0" timeOffset="-1803.922">1378 405,'-1'-2,"-8"-19,9 22,0-1,0 0,0 0,0 0,0 1,0-1,-1 0,1 0,0 1,0-1,0 0,0 0,0 0,0 0,-1 1,1-1,0 0,0 0,0 0,0 0,-1 0,1 1,0-1,0 0,0 0,-1 0,1 0,0 0,0 0,-1 0,1 0,0 0,0 0,-1 0,1 0,0 0,0 0,0 0,-1 0,1 0,0 0,0 0,-1 0,1 0,0-1,0 1,0 0,0 0,-1 0,1 0,0 0,0-1,0 1,0 0,-1 0,1 0,0 0,0-1,0 1,0 0,0 0,0-1,0 1,0 0,-7 131,-7 333,14-441,0-23,0 0,0-1,0 1,0 0,0-1,-1 1,1-1,0 1,0-1,0 1,0 0,0-1,0 1,0-1,0 1,1 0,-1-1,0 1,0-1,0 1,0 0,1-1,-1 1,0 0,0-1,0 1,1 0,-1-1,0 1,1 0,-1-1,0 1,1 0,-1 0,0 0,1-1,-1 1,1 0,-1 0,0 0,1 0,-1 0,1 0,-1-1,0 1,1 0,-1 0,1 0,-1 0,0 1,1-1,-1 0,1 0,-1 0,0 0,1 0,-1 0,1 1,-1-1,0 0,1 0,-1 1,0-1,1 0,-1 0,0 1,0-1,1 0,-1 1,2-5,3-4,0 0,0 0,0 0,1 1,1 0,-1 0,1 0,0 1,0 0,1 0,0 1,0 0,0 1,1 0,0 0,-1 0,1 1,1 1,-1-1,0 1,0 1,1 0,-1 0,1 1,6 1,-10 0,0 1,0 1,0-1,-1 1,1 0,-1 0,0 1,0 0,0 0,0 0,-1 0,1 1,-1-1,0 1,-1 0,1 1,-1-1,0 0,0 1,-1 0,1 0,-1 0,-1 0,1 0,-1 0,0 0,0 0,-1 1,0-1,0 0,0 0,-1 1,0-1,0 0,-1 0,0 0,0 0,0 0,0 0,-1-1,-1 2,-3 2,-1-1,0 1,-1-2,0 1,0-1,0 0,-1-1,0 0,0-1,-1 0,0 0,0-1,0-1,0 0,0 0,-1-1,1 0,-1-1,1-1,-1 0,-5-1,15 2,-1-1,0 0,1 0,-1 0,1-1,-1 1,1-1,-1 1,1-1,-1 0,1 0,0 0,-1 0,1 0,0-1,0 1,0-1,0 1,-2-3,0-5</inkml:trace>
  <inkml:trace contextRef="#ctx0" brushRef="#br0" timeOffset="-994.539">1 1487,'9'4,"20"2,0-1,1-1,0-2,0-1,21-2,-45 1,257-13,78-21,-214 20,1541-176,-1273 142,-335 37,-57 8,-10 1</inkml:trace>
  <inkml:trace contextRef="#ctx0" brushRef="#br0" timeOffset="5896.452">2755 177,'34'208,"-8"-53,2 101,-20 191,-22 60,-1 41,22-67,22 0,50 432,-60-380,-18-417,3-7,6 0,12 50,2 46,-10 1,-9 163,5-85,-6-119,-1-148,-3-17,0 0,0 0,0 0,0-1,0 1,0 0,0 0,0 0,1 0,-1 0,0-1,0 1,0 0,0 0,0 0,0 0,1 0,-1 0,0 0,0-1,0 1,0 0,1 0,-1 0,0 0,0 0,0 0,0 0,1 0,-1 0,0 0,0 0,0 0,1 0,-1 0,0 0,0 0,0 0,0 0,1 0,-1 0,0 1,0-1,0 0,0 0,1 0,-1 0,0 0,0 0,9-63,-5 20</inkml:trace>
  <inkml:trace contextRef="#ctx0" brushRef="#br0" timeOffset="6828.866">2902 1246,'1452'8,"-723"-2,-688-6,-28 4,-33 0,-37 0,29-3</inkml:trace>
  <inkml:trace contextRef="#ctx0" brushRef="#br0" timeOffset="7772.134">3464 57,'6'14,"10"13,11 11,10 9,7 5,7 0,2-1,0-3,-3-5,-5-8,-3-7,-5-8,-8-8</inkml:trace>
  <inkml:trace contextRef="#ctx0" brushRef="#br0" timeOffset="8116.759">4185 3,'0'0,"-1"0,1-1,-1 1,1 0,-1 0,1-1,-1 1,0 0,1 0,-1 0,1 0,-1 0,0 0,1 0,-1 0,1 0,-1 0,1 0,-1 0,0 0,1 0,-1 0,1 1,-1-1,1 0,-1 0,1 1,-1-1,1 0,-1 1,1-1,-1 1,1-1,-1 1,1-1,0 0,-1 1,1-1,0 1,-1 0,1-1,0 1,0-1,0 1,-1 0,-4 5,-36 37,2 1,2 3,-14 24,41-55,1 0,0 1,1 0,1 0,1 1,1-1,0 1,1 1,1-1,0 0,2 1,0 0,1 5,5 15,2 0,2 0,1-1,1 0,17 34,24 85,-44-118</inkml:trace>
  <inkml:trace contextRef="#ctx0" brushRef="#br0" timeOffset="8994.863">3691 2089,'3'9,"0"-1,1 0,0 0,0 0,1 0,0 0,0-1,1 0,0 0,0-1,1 0,0 0,0 0,0-1,1 0,-1 0,1-1,0 0,1 0,3 0,6 3,1-2,0 0,0-1,0-1,0 0,0-2,1 0,-1-1,2-1,-14 1,1 0,-1-1,1 0,-1 0,0 0,0-1,0 0,1 0,-2-1,1 0,0 0,-1-1,1 1,-1-1,0-1,0 1,-1-1,1 0,-1-1,0 1,0-1,-1 0,0 0,0 0,0-1,-1 1,0-1,1-5,-2 3,0 0,-1 0,0 0,0 0,-1-1,-1 1,0 0,0 0,0 0,-1 0,-1 0,1 0,-1 1,-1-1,0 1,0 0,0 0,-1 0,-1 1,1-1,-1 1,0 1,-1-1,1 1,-1 0,-1 0,-2-1,0 0,0 0,0 1,-1 1,0 0,0 0,0 1,-1 0,1 1,-1 1,0 0,0 0,0 1,0 1,0 0,0 0,0 1,0 1,-8 2,7 0,0 1,0 0,1 1,0 0,0 1,0 0,1 1,0 1,1 0,-1 0,2 1,-1 0,2 0,-1 1,1 0,1 1,0 0,1 0,0 1,1-1,0 1,1 0,1 0,-2 8,-6 53,7-7</inkml:trace>
  <inkml:trace contextRef="#ctx0" brushRef="#br0" timeOffset="9639.864">3865 3238,'2'-17,"0"-1,1 1,1 0,1 0,0 0,1 1,8-15,-3 5,90-229,-101 256,0-1,0 0,0 0,0 0,1 1,-1-1,0 0,0 0,0 0,0 0,0 0,1 1,-1-1,0 0,0 0,0 0,1 0,-1 0,0 0,0 0,0 0,1 0,-1 0,0 0,0 0,0 0,1 0,-1 0,0 0,0 0,0 0,1 0,-1 0,0 0,0 0,0 0,1 0,-1 0,0 0,0 0,0 0,0-1,1 1,-1 0,0 0,0 0,0 0,0 0,0-1,1 1,-1 0,1 26,-1-23,4 105,4 0,6-1,19 75,-17-109,-2-11</inkml:trace>
  <inkml:trace contextRef="#ctx0" brushRef="#br0" timeOffset="10416.632">3878 4388,'184'-344,"-145"276,-39 69,0-1,0 1,0-1,0 0,0 1,0-1,0 1,0-1,1 0,-1 1,0-1,0 1,0-1,0 0,1 1,-1-1,0 0,0 1,1-1,-1 0,0 0,1 1,-1-1,0 0,1 0,-1 1,0-1,1 0,-1 0,1 0,-1 0,0 0,1 0,-1 1,1-1,-1 0,1 0,-1 0,0 0,1 0,-1-1,1 1,-1 0,0 0,1 0,-1 0,1 0,-1 0,0-1,1 1,-1 0,0 0,1-1,-1 1,0 0,1-1,-1 1,0 0,0-1,1 1,-1 0,0-1,0 1,4 163,7 277,-7-373</inkml:trace>
  <inkml:trace contextRef="#ctx0" brushRef="#br0" timeOffset="11103.002">3811 5564,'-2'14,"0"-1,0 1,2 0,-1-1,2 1,0-1,0 1,1-1,1 1,0-1,1 0,1 0,0 0,0-1,2 0,-1 0,1 0,1-1,0 0,1 0,0-1,0 0,1-1,0 0,1-1,0 0,1 0,-1-1,1-1,1 0,-1 0,1-1,11 2,-15-6,-1 0,1-1,-1 0,1-1,-1 0,0 0,1-1,-1 0,0 0,0-1,0 0,0 0,-1-1,1 0,-1 0,0-1,0 0,-1 0,1-1,-1 0,0 0,-1 0,1-1,-1 0,-1 0,1 0,-1 0,-1-1,1 0,-1 0,0 0,-1 0,0 0,1-8,1 0,-1-1,0 0,-1 1,-1-1,0 0,-2 0,0 0,0 0,-2 0,0-1,1 11,0-1,0 1,0 0,-1 0,0 0,-1 0,0 0,0 1,0 0,0 0,-1 0,0 0,-1 1,1-1,-1 1,0 1,0-1,-1 1,1 0,-1 0,0 1,0 0,-2 0,-1 0,1 1,-1 1,0 0,1 0,-1 1,0 0,0 0,1 1,-1 1,0 0,1 0,-1 1,1 0,0 0,0 1,0 1,1-1,-1 1,1 1,0-1,0 2,-14 10,1 2,1 0,1 1,0 1,2 1,-12 18,-22 42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37:01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1,'15'284,"-13"-165,46 845,-33-403,30 741,-18-738,-27 153,-11-466,11 0,19 95,119 651,-34 88,-70-483,-27 88,0 672,-16 118,-7-1022,-19 0,-15 421,11 165,38-1025,-2 47,2-1,3 1,10 55,-12-119,1 4,-1 0,1 0,0 0,1 0,-1 0,1-1,0 1,1 0,-1-1,1 0,0 0,0 0,1 0,0 0,0 0,3 3,8-3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22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78,'-19'383,"-1"9,23-340,2-52,-1-8,-1 0,0 1,0-1,-1 0,0-1,-1 1,0 0,0-1,-1-7,2-1,8-165,-9-63,-2 66,1 156,0 11,-1 1,1-1,1 0,0 0,1 1,0-1,1 1,0-1,1 1,0 0,1 0,-4 8,1 1,0 0,0-1,0 1,0 0,0 0,0 1,0-1,1 0,-1 1,1-1,-1 1,1 0,0 0,-1 0,1 0,0 0,0 1,-1-1,1 1,0-1,0 1,0 0,0 1,0-1,0 0,-1 1,1-1,0 1,0 0,2 1,80 43,-67-34,-1 2,-1 1,0 0,-1 1,-1 0,0 1,-1 1,-1 0,0 1,-2 0,0 1,3 9,-10-23,-2 0,1 1,-1-1,1 0,-1 0,-1 1,1-1,-1 0,0 1,0-1,-1 0,1 1,-1-1,0 0,-1 1,1-1,-1 0,0 0,0 0,-1-1,0 1,1 0,-1-1,-1 0,1 0,-1 0,0 0,0 0,-1 0,-11 7,0-2,0 0,-1-1,0 0,-1-2,1 0,-1-1,-1-1,1 0,0-1,-15-1,-62 14,93-16,1 0,-1 0,1 0,-1 0,1 0,-1 0,1 0,-1 0,1 1,-1-1,1 1,0-1,-1 1,1-1,-1 1,1 0,0-1,0 1,-1 0,1 0,0 0,0 0,0 0,0 1,0-1,0 0,0 0,1 1,-1-1,0 0,1 1,-1-1,1 0,-1 1,1-1,0 1,0-1,-1 1,1-1,0 1,0-1,0 1,1-1,-1 1,0-1,1 1,-1-1,1 1,-1-1,1 1,0 0,9 8,0 1,0-2,1 1,1-1,-1-1,2 0,-1-1,1 0,0-1,0-1,0 0,1 0,2-1,56 15,0-4,1-3,0-3,1-3,63-3,-36-2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23.3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41,'25'0,"22"-2,19-1,14-2,7-1,2 0,1-1,-7 2,-11 1,-13 2,-13 3,-16 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20.7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 58,'-1'1,"1"-1,0 0,0 1,0-1,0 0,0 1,-1-1,1 0,0 0,0 1,-1-1,1 0,0 0,0 1,-1-1,1 0,0 0,-1 0,1 1,0-1,-1 0,1 0,0 0,-1 0,1 0,0 0,-1 0,1 0,0 0,-1 0,1 0,0 0,-1 0,1 0,0 0,-1 0,1 0,0 0,-1-1,1 1,0 0,-1 0,1 0,0 0,0-1,-1 1,1 0,0 0,0-1,-1 1,1 0,0-1,0 1,-1 0,11 31,48 119,-33-89,3-1,2-1,2-2,23 29,-34-54,-20-30,10 16,0-1,1-1,0 1,1-2,1 0,2 0,-7-10,-4-5</inkml:trace>
  <inkml:trace contextRef="#ctx0" brushRef="#br0" timeOffset="1072.261">453 5,'0'-5,"-3"6,-6 9,-10 17,-10 17,-12 19,-8 16,-7 9,-3 4,2 0,8-7,10-11,12-16,13-15,13-15,6-13</inkml:trace>
  <inkml:trace contextRef="#ctx0" brushRef="#br0" timeOffset="1486.88">679 258,'-13'18,"1"-1,0 2,2-1,0 2,1-1,-6 20,13-32,-1 1,2 0,-1 0,1 0,0 0,1 0,0 0,0 0,1 0,0 0,0 0,1-1,0 1,1 0,-1-1,1 1,1-1,-1 0,5 6,1-2,0-1,0 0,1 0,0-2,0 1,1-1,0 0,1-1,0-1,0 0,0 0,1-1,-1-1,1 0,0-1,1 0,-1-1,0 0,1-1,-1-1,1 0,-1-1,1 0,-1-1,6-2,-10 1,-1 0,0 0,0-1,0 0,0-1,-1 1,1-2,-1 1,0-1,-1 0,0 0,0-1,0 1,-1-1,0-1,0 1,0-1,-1 0,-1 0,1-1,4-10,-2-1,0 1,-1-2,-1 1,-1 0,-1-1,0 1,-2-5,0 3,-2 0,0 0,-1 0,-2 0,0 0,-1 1,-1 0,-1 0,-5-9,8 21,1 0,-2 0,1 0,-1 1,0 0,-1 0,0 0,0 1,0 0,-1 0,0 1,-1 0,1 1,-1-1,0 2,-1-1,1 1,-1 1,1 0,-1 0,-5 0,7 2,0 0,0 1,0 0,-1 1,1 0,0 0,0 1,0 0,1 0,-1 1,0-1,1 2,0-1,0 1,0 1,0-1,0 1,1 0,0 0,0 1,0 0,1 0,-3 4,0 2,0-1,0 1,1 0,1 1,0 0,1 0,0 0,1 0,1 1,0 0,1-1,0 1,1 4,3 44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24.5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0,'-2'10,"5"4,4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24.3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0 164,'0'21,"3"15,2 11,3 5,2-1,2-3,2-6,-3-10</inkml:trace>
  <inkml:trace contextRef="#ctx0" brushRef="#br0" timeOffset="618.728">241 111,'31'18,"-1"1,0 1,-1 2,-2 1,19 19,-37-32,1 1,-2 0,1 0,-1 1,-1 0,0 0,-1 1,0 0,-1 0,-1 0,0 0,0 1,-2 0,1 0,-2 0,0 0,-6 17,-1-53,9 1,2 1,-1 0,2 0,1 1,1 0,0 0,1 0,1 1,1 1,4-5,-11 15,0 0,0 1,1-1,0 1,0 0,1 1,0-1,0 1,0 0,0 1,1 0,0 0,0 0,0 0,0 1,0 1,1-1,-5 4,-1 1,0-1,0 1,0-1,0 1,0 0,0 0,0-1,-1 2,1-1,0 0,-1 0,0 0,0 1,1-1,-1 0,-1 1,1-1,0 1,-1 0,1-1,-1 1,0-1,1 1,-1 0,-1-1,1 1,0-1,-1 1,1 0,-2 1,3 3,-2 31,11 89,-8-121,-1 0,1 0,1 0,-1-1,1 1,0 0,0-1,1 0,0 0,0 0,0 0,0-1,1 1,-1-1,1 0,0 0,1-1,5 3,-1-1,1 0,1-2,-1 1,0-1,1-1,-1 0,1-1,0 0,0-1,0 0,27-1</inkml:trace>
  <inkml:trace contextRef="#ctx0" brushRef="#br0" timeOffset="929.043">1016 138,'47'40,"-2"2,-2 2,-2 1,-1 3,-3 1,-2 1,-1 4,-28-41,23 26,-27-40,0 1,0-1,0-1,0 1,0 0,0 0,-1-1,1 1,-1-1,1 1,-1-1,0 0,1 0,-1 1,0-1,0 0,0 0,0 0,-1 0,1 0,0 0,-1 0,0-1,1 0,0-1,16-51,-4-1,-1-1,-2-6,20-97,-25 142</inkml:trace>
  <inkml:trace contextRef="#ctx0" brushRef="#br0" timeOffset="1587.595">1617 486,'4'-2,"33"-15,0-2,-2-1,0-2,-1-1,-1-2,21-21,-50 43,0-1,0 1,0-1,0 0,-1 1,0-2,0 1,0 0,0-1,-1 1,0-1,0 0,0 0,0 1,-1-1,0-1,0 1,0 0,0 0,-1 0,0 0,0 0,-1-1,1 1,-1 0,0 0,-1 0,1 0,-1 0,0 0,0 1,0-1,-1 0,0 1,0 0,-1-3,2 5,-1 0,1-1,0 1,-1 0,1 0,-1 1,1-1,-1 0,0 1,0-1,0 1,0 0,0 0,0 0,0 1,0-1,0 1,-1-1,1 1,0 0,0 0,0 1,-1-1,1 1,0-1,0 1,0 0,0 0,0 1,0-1,0 0,1 1,-1 0,0 0,1-1,-1 2,1-1,0 0,0 0,0 1,0-1,0 1,0 0,-1 1,1 3,1 0,-1 0,1 0,1 0,-1 0,1 0,0 0,0 0,1 0,0 0,1 0,-1 0,1 0,0-1,1 1,0-1,0 1,0-1,3 2,2 7,1-2,1 1,1-1,0-1,0 0,1-1,11 8,-19-14,1-1,-1 0,1 0,0 0,0-1,1 0,-1 0,1 0,-1 0,1-1,0 0,0-1,0 1,0-1,0 0,0 0,1-1,-1 0,0 0,0 0,0-1,1 0,-1 0,0-1,0 1,0-1,-1-1,1 1,3-3,0-7,0-1,-1 0,-1 0,0-1,0 0,-2-1,1 1,-2-1,0 0,-1 0,-1 0,0-1,-1 1,0-14,-1 28,0-147,-1 147,1 0,0 1,-1-1,1 0,0 0,0 0,0 0,0 0,0 0,0 0,0 0,0 0,0 1,0-1,0 0,0 0,1 0,-1 0,0 0,1 0,-1 1,0-1,1 0,-1 0,1 0,0 1,-1-1,1 0,0 1,-1-1,1 1,0-1,0 1,-1-1,1 1,0-1,0 1,0 0,0-1,-1 1,1 0,0 0,0-1,0 1,0 0,0 0,0 0,0 0,0 1,0-1,0 0,-1 0,1 0,0 1,0-1,0 0,0 1,0-1,-1 1,1-1,0 1,0 0,208 60,-205-60,0 0,0 0,0 0,0 1,0 0,0-1,0 1,0 1,-1-1,1 0,-1 1,0 0,0 0,0 0,0 0,0 0,0 1,-1-1,0 1,0 0,0 0,0-1,0 1,-1 0,0 1,0-1,0 0,0 0,0 3,-13 81,9-74,0 1,1 0,0 0,2 0,-1 0,2 1,1 3,-2-15,1-1,0 1,0-1,1 1,-1-1,1 0,-1 0,1 0,0 0,0 0,1 0,-1 0,0 0,1-1,0 0,0 1,-1-1,1 0,1 0,-1 0,0-1,0 1,1-1,-1 0,1 0,-1 0,1 0,-1-1,103 1,-62-7</inkml:trace>
  <inkml:trace contextRef="#ctx0" brushRef="#br0" timeOffset="1994.02">3142 58,'-6'-6,"-1"1,1-1,-1 1,0 0,-1 1,1 0,-1 0,0 0,1 1,-2 1,1-1,0 1,-1 0,1 1,-1 0,1 0,-1 1,1 0,-1 1,1 0,-1 0,1 1,0 0,-1 0,1 1,0 0,0 0,1 1,-1 0,1 1,-5 3,-38 37,49-44,0 0,-1 1,1-1,0 1,0-1,1 1,-1 0,0 0,0-1,1 1,-1 0,1 0,0-1,-1 1,1 0,0 0,0 0,0 0,0 0,1-1,-1 1,0 0,1 0,-1 0,1-1,0 1,-1 0,1-1,0 1,0 0,0-1,0 1,1-1,-1 1,9 5,-1 0,1-1,1 0,-1 0,1-1,0 0,1-1,-1 0,1-1,6 1,9 3,-6 0,-5-4,-1 1,1 0,-1 2,0 0,0 0,-1 2,0 0,0 0,-1 1,0 1,5 5,-15-12,-1-1,0 1,0 0,0-1,0 1,0 0,-1 0,1 1,-1-1,0 0,0 0,0 1,0-1,-1 0,1 1,-1-1,0 1,0-1,0 1,0-1,-1 1,1-1,-1 0,0 1,0-1,0 0,-1 0,1 1,-1-1,0 0,1 0,-1-1,-1 1,1 0,0-1,-1 1,1-1,-1 0,0 0,1 0,-18 9,1 0,-1-2,-1 0,1-2,-1 0,-1-1,1-1,-1-1,0-1,0-1,-6-1,-40-1,68 0,-1 0,1 1,-1-1,1 0,-1 0,1 0,-1 0,1 0,-1 0,1 0,-1 0,1 0,-1-1,1 1,-1 0,1 0,-1 0,1-1,-1 1,1 0,0 0,-1-1,1 1,-1 0,1-1,0 1,-1 0,1-1,0 1,0-1,-1 1,1 0,0-1,0 1,0-1,-1 1,1-1,0 1,0-1,0 1,0-1,0 1,0-1,0 1,0-1,0 1,0-1,0 1,0-1,0 1,1-1,-1 1,0-1,9-11</inkml:trace>
  <inkml:trace contextRef="#ctx0" brushRef="#br0" timeOffset="2907.994">3636 164,'-6'-8,"-1"1,0-1,0 1,-1 0,0 1,0 0,-1 0,0 0,0 1,0 1,0 0,-1 0,1 1,-1 0,0 0,0 1,0 1,-1-1,1 2,0-1,0 2,-1-1,1 1,0 1,0 0,0 0,0 1,-9 4,13-4,1 0,0 0,0 1,0-1,0 1,1 1,-1-1,1 0,0 1,0 0,1 0,0 0,-1 1,2-1,-1 1,1-1,0 1,0 0,0 0,1 0,0 0,0 0,0 0,1 1,0-1,0 0,1 0,0 0,0 0,0 0,1 0,0 0,0 0,0 0,1-1,0 1,0-1,0 0,1 0,-1 0,1 0,0-1,1 1,2 1,1-1,0-1,1-1,-1 1,1-2,0 1,0-1,0 0,0-1,0 0,0 0,1-1,-1 0,0-1,0 0,0 0,0-1,0 0,0-1,0 0,-1 0,1-1,-1 0,0-1,0 1,0-2,-1 1,0-1,0 0,0 0,-1-1,0 0,0 0,-1-1,0 1,0-1,0 0,0-3,0-9,-5 21,0-1,-1 0,1 0,0 0,0 0,0 1,0-1,0 0,0 0,-1 0,1 0,0 0,0 0,0 0,-1 0,1 0,0 1,0-1,0 0,0 0,-1 0,1 0,0 0,0 0,0 0,-1 0,1 0,0 0,0 0,0-1,-1 1,1 0,0 0,0 0,0 0,0 0,-1 0,1 0,0 0,0 0,0-1,0 1,0 0,-1 0,1 0,0 0,0-1,0 1,0 0,0 0,-4 4,0 1,1 0,-1 0,1 0,0 0,1 1,-1-1,1 1,0-1,1 1,-1 0,1 0,0 0,1 0,-1 0,1 0,0 0,1 0,-1 0,1 0,1-1,-1 1,1 0,0 0,0-1,0 1,1-1,0 0,0 0,0 0,1 0,0 0,0-1,0 1,0-1,1 0,0-1,3 3,-3-3,1 0,-1-1,1 0,0 0,-1 0,1-1,0 0,0 0,0 0,0-1,0 0,1 0,-1-1,0 0,0 0,0 0,-1 0,1-1,0 0,0 0,-1-1,0 0,1 0,-1 0,0 0,0-1,-1 0,1 0,-1 0,0-1,0 1,0-1,0 0,-1-1,4-10,-2-1,0 1,-1-1,0 0,-2 0,0 0,-1 0,0 0,-2-1,0 1,-1 0,-3-16,-19-70,25 102,-1 0,0 0,1 0,-1 0,0 0,1 0,0 0,-1 0,1 0,-1 1,1-1,0 0,0 0,0 1,-1-1,1 0,0 1,0-1,0 0,0 1,0 0,0-1,0 1,0 0,0-1,0 1,0 0,0 0,0 0,1 0,-1 0,0 0,0 0,0 0,0 0,0 0,0 1,0-1,0 1,0-1,0 0,0 1,0-1,0 1,4 0,191 25,-190-25,106 22,-108-22,-1 1,1-1,-1 1,1 0,-1 1,0-1,1 0,-1 1,0 0,-1 0,1 0,-1 0,1 0,-1 0,0 1,0-1,0 1,0-1,-1 1,0 0,1 0,-1 0,-1-1,1 1,-1 0,1 3,-21 176,20-179,1 0,0 0,0-1,0 1,0 0,1-1,0 1,0-1,-1 0,2 1,-1-1,0 0,1 0,-1-1,1 1,0-1,0 1,0-1,0 0,1 0,-1 0,0 0,1-1,0 1,1 0,97 13,-82-16,-1-1,1 0,0-2,-1 0,1-1,-1-1,0-1,-1-1,0 0,17-11,-26 13,1 0,-1 0,0-1,-1 0,0-1,0 0,0 0,-1-1,-1 1,1-2,-1 1,-1-1,0 0,0 0,-1 0,0 0,-1-1,0 0,0 0,-1-2,-2 10,1 0,-1 1,0-1,0 0,0 0,-1 0,1 0,-1 1,1-1,-1 0,0 1,0-1,0 0,-1 1,1-1,0 1,-1 0,0-1,1 1,-1 0,0 0,0 0,0 0,-1 0,1 1,0-1,-1 1,1-1,-1 1,1 0,-1 0,0 0,1 0,-1 1,0-1,0 1,1-1,-1 1,0 0,0 0,0 0,1 1,-1-1,0 1,-2 0,-4 1,0 1,0-1,0 2,0-1,1 1,-1 1,1 0,0 0,1 0,-1 1,1 0,0 0,0 1,1 0,0 0,0 1,3-4,0-1,1 1,-1 0,1 0,0 0,0 0,0 0,0 1,1-1,0 0,0 1,0 0,0-1,1 1,0-1,0 1,0 0,0-1,1 1,0-1,0 1,0-1,0 1,1-1,0 0,0 0,0 0,0 0,0 0,1 0,0 0,0-1,2 3,7 3,0 0,1 0,1-1,-1 0,1-2,0 1,1-2,0 0,0 0,0-2,0 0,0 0,2-2,184 17,-107-18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29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262 826,'27'-1,"-27"1,-1 0,1 1,0-1,-1 0,1 0,0 0,-1 0,1 0,0 0,-1 0,1 0,0 0,-1 0,1 0,0 0,-1 0,1 0,0 0,-1 0,1 0,0 0,-1-1,1 1,0 0,-1 0,1 0,0-1,-1 1,1 0,0 0,0 0,0-1,-1 1,1 0,0-1,0 1,0 0,-1-1,1 1,0 0,0-1,0 1,0 0,0-1,0 1,0 0,0-1,0 1,0 0,0-1,0 1,0 0,0-1,0 1,0 0,0-1,0 1,1 0,-1-1,0 1,0 0,0 0,1-1,-1 1,0 0,0-1,1 1,-1 0,0 0,-10-2,-1 1,1 1,-1 0,1 0,-1 1,1 0,0 1,-1 0,1 1,0 0,0 0,1 1,-1 1,1-1,0 1,0 1,0 0,1 0,0 1,0 0,0 0,1 1,0 0,-1 2,4-5,-1 0,1 0,0 0,0 0,1 0,-1 1,1 0,0 0,1 0,0 0,0 0,0 0,0 1,1-1,0 0,1 1,-1-1,1 1,0-1,1 1,0-1,0 1,0-1,1 0,-1 1,2-1,-1 0,1 0,0-1,0 1,0 0,1-1,0 0,0 0,0 0,1 0,0-1,0 0,2 2,10 1,1 0,0-1,0-1,1-1,0 0,0-1,-1-2,1 0,0 0,0-2,0-1,0 0,0-1,0-1,-1-1,0 0,0-2,8-3,-9 3,-1 0,1 0,-2-2,1 0,-1-1,0-1,-1 0,0-1,-1 0,0-1,-1-1,-1 0,0 0,0-1,-2 0,2-5,-14 26,-1 1,2-1,-1 1,1-1,0 1,0 0,1 0,-1 0,2 0,-1 0,1 0,0 0,0 0,1 0,0 0,1 0,-1 0,1-1,0 1,1 0,0-1,0 1,0-1,1 0,0 0,0-1,0 1,2 0,1 0,1 0,0-1,1-1,-1 1,1-1,0 0,0-1,0 0,1-1,-1 0,1 0,-1-1,1 0,0-1,-1 0,4-1,-10 1,-1 0,0 0,0-1,1 1,-1-1,0 0,0 1,0-1,0 0,0 0,0-1,0 1,0 0,-1-1,1 1,0-1,-1 1,1-1,-1 0,0 0,1 1,-1-1,0 0,0 0,0 0,0-1,-1 1,1 0,-1 0,1 0,-1 0,0-1,1 1,-1 0,0 0,-1-1,1 1,0 0,-1 0,1-1,-1 1,0 0,1 0,-1 0,0 0,0 0,-1 0,1 0,-1 0,-6-9,-1 0,0 0,-1 2,0-1,0 1,-1 0,-1 1,1 1,-1 0,0 0,-1 1,0 1,1 0,-2 0,1 2,0-1,-1 2,0 0,-2 0,-13 0,22 2,22 0,61-5,-1-3,-1-3,3-4,30-5,102-5,-206 24,-1 0,1 1,-1 0,1 0,-1 0,1 0,-1 0,1 0,-1 1,1-1,-1 1,0-1,1 1,-1 0,0 0,1 0,-1 0,0 1,0-1,0 1,0-1,0 1,0 0,0-1,-1 1,1 0,-1 0,1 0,-1 1,0-1,0 0,0 0,0 1,0-1,0 1,-2 7,1 0,-2 0,1 0,-2 0,1-1,-1 1,-1-1,0 1,0-1,-5 7,-15 42,23-56,1 0,-1-1,0 1,1 0,-1 0,1 0,0 0,0 0,0 0,0 0,0 0,0 0,0 0,1 0,-1 0,1 0,-1-1,1 1,0 0,0 0,0 0,0-1,0 1,0 0,0-1,0 1,1-1,-1 0,1 1,-1-1,1 0,-1 0,1 0,0 0,0 0,-1 0,1 0,0-1,0 1,0-1,0 1,0-1,0 0,0 0,0 0,0 0,0 0,0 0,12-1,0-1,0 0,-1-1,1-1,-1 0,0-1,0 0,0-1,0 0,-1-1,0-1,-1 1,1-2,-2 0,1 0,-1-1,-1 0,0-1,0 0,-1-1,0 1,-1-2,-1 1,5-12,8-22,-18 46,-1-1,1 1,-1 0,0 0,1-1,-1 1,1 0,-1 0,1-1,-1 1,1 0,-1 0,1 0,-1 0,1 0,-1 0,1 0,-1 0,1 0,0 0,-1 0,1 0,-1 0,1 1,-1-1,0 0,1 0,-1 0,1 1,-1-1,1 0,-1 1,1-1,-1 0,0 1,1-1,-1 0,0 1,1-1,-1 1,0-1,0 1,1-1,-1 1,0-1,0 1,0-1,0 1,0-1,0 1,0-1,1 1,-2-1,1 1,0-1,0 1,3 3,3 10,2-1,-1 0,2 0,0 0,0-1,1-1,1 0,0 0,0-1,1 0,0-1,1-1,0 0,0 0,1-1,0-1,0 0,8 1,-17-7,-1 1,1-1,0-1,-1 1,1-1,-1 0,1 0,-1 0,1-1,-1 1,0-1,0 0,0 0,0-1,0 1,0-1,-1 0,1 0,-1 0,0 0,0-1,0 1,1-3,49-95,-32 32,-3-1,-3 0,-4-1,-2-1,-3-26,-1 62,-3-1,-1 0,-2 0,-1 0,-2 0,-1 0,-4-8,-27-26,34 68,1 1,-1 0,1 0,-1 0,0 1,0-1,0 0,0 1,0-1,0 1,-1-1,1 1,0 0,-1 0,1 0,-1 0,1 1,-1-1,1 1,-1-1,1 1,-1 0,1 0,-1 0,0 0,1 1,-1-1,1 1,-2 1,1 0,-1 1,1 0,0 0,0 0,0 0,1 0,-1 1,1-1,-1 1,1-1,1 1,-1 0,0 0,1 0,0 0,0 0,0 0,0 0,1 1,-1-1,1 0,0 0,0 0,1 3,3 30,2 0,2-1,1 0,1-1,2 0,2-1,1 0,1-1,2 0,14 17,-30-47,47 84,6 7,-5 2,24 67,-55-95,-19-55,-5-10</inkml:trace>
  <inkml:trace contextRef="#ctx0" brushRef="#br0" timeOffset="261.899">1666 465,'-16'0,"-10"0,9 0,20 0,29-2,31-1,30 0,19 1,7 0,-16 1</inkml:trace>
  <inkml:trace contextRef="#ctx0" brushRef="#br0" timeOffset="1263.424">2387 1134,'5'-20,"-1"0,-1-1,0 0,-2 1,-1-1,0 0,-1 0,-2 0,0 1,-1-1,-1 1,0 0,-2 0,-1 0,0-8,7 27,0-1,1 1,-1 0,0 0,1-1,-1 1,1 0,-1-1,1 1,-1-1,1 1,0 0,0-1,0 1,0-1,0 1,0-1,0 1,1 0,-1-1,0 1,1-1,-1 1,1 0,-1 0,1-1,0 1,0 0,0 0,-1-1,1 1,0 0,0 0,0 0,1 0,-1 1,0-1,0 0,0 0,1 1,-1-1,0 1,1-1,-1 1,0-1,1 1,-1 0,1 0,0-1,133 7,-102-3,213 34,-243-37,0 0,0 0,0 1,-1 0,1-1,0 1,0 0,0 1,-1-1,1 0,0 1,-1-1,1 1,-1 0,0 0,0 0,1 0,-1 0,0 1,-1-1,1 0,0 1,-1 0,0-1,1 1,-1 0,0 0,0-1,-1 1,1 0,0 0,-1 0,0 1,-7 61,0 38,8-98,0 0,0-1,0 1,1-1,-1 0,1 1,0-1,0 0,1 0,-1 0,1-1,0 1,0 0,0-1,1 0,-1 0,1 0,-1 0,1-1,0 1,2 0,7 3,1-1,-1 0,1-1,0 0,1-1,-1-1,1 0,-1-1,1 0,-1-2,1 1,0-2,-1 0,0-1,1 0,-1-1,0-1,11-5,-19 8,0-1,0 0,0-1,-1 1,1-1,-1 0,0-1,0 1,-1-1,1 0,-1 0,0 0,0-1,-1 1,0-1,0 0,2-4,-4 6,-1 3,0 0,0 1,0-1,0 0,0 1,0-1,0 0,0 1,0-1,0 0,0 1,0-1,0 1,1-1,-1 0,0 1,0-1,1 1,-1-1,0 0,1 1,-1-1,1 1,-1-1,1 1,-1 0,1-1,-1 1,1-1,-1 1,1 0,0-1,-1 1,1 0,-1 0,1 0,0-1,-1 1,1 0,0 0,-1 0,1 0,0 0,-1 0,1 0,0 0,-1 1,1-1,0 0,-1 0,1 0,-1 1,1-1,0 0,-1 1,1-1,-1 0,1 1,-1-1,1 1,-1-1,1 1,9 10,0 1,1 0,1-1,-1 0,2-1,-1 0,1-1,1 0,0-1,0-1,0 0,11 3,-23-10,1 1,-1-1,1 1,0-1,-1 0,1 0,0 0,-1 0,1-1,0 1,-1-1,1 0,-1 1,1-1,-1 0,1 0,-1-1,0 1,1 0,-1-1,0 0,0 1,0-1,0 0,0 0,-1 0,1 0,-1 0,1-1,-1 1,0 0,0-1,0 1,0-1,0 1,0-3,3-5,-2-1,1 1,-2-1,1 0,-2 0,1 0,-1 0,-1-7,0 11,-1 0,1 0,-1 1,-1-1,1 0,-1 1,0-1,0 1,-1 0,0 0,0 0,-1 0,1 1,-1 0,0 0,-1 0,1 0,-1 1,0 0,0 0,0 1,0 0,-1 0,0 0,1 1,-1 0,0 0,0 1,0-1,0 2,-6-1,5 0,0 0,0 0,-1 1,1 0,0 0,0 1,-1 0,1 1,0 0,0 0,0 0,1 1,-1 1,1-1,-3 3,9-5,0 0,1-1,-1 1,1 0,-1 1,1-1,0 0,0 0,-1 0,1 0,0 0,0 0,0 0,0 0,0 0,0 0,0 1,0-1,1 0,-1 0,0 0,1 0,-1 0,1 0,-1 0,1 0,-1 0,1 0,0-1,-1 1,1 0,0 0,0 0,0-1,-1 1,1 0,0-1,0 1,0-1,0 1,0-1,0 0,0 1,0-1,1 0,-1 0,0 1,0-1,0 0,0 0,0 0,1-1,23 7,-1-2,1-1,0-1,0-1,0-1,0-2,0 0,0-2,-1 0,1-2,-1 0,0-2,10-5,-5 2,0-1,-1-2,0 0,-1-2,-1-1,-1-1,0-2,-1 0,-1-1,-2-2,0 0,-1-1,-1-1,-1-1,-2 0,0-1,-2-1,-1-1,-1 0,-2 0,7-30,-14 44,0-1,-1 0,-1 0,0 0,-1 0,-1 0,-2-14,2 24,0 0,0-1,-1 1,0 0,-1 0,1 0,-1 0,0 1,-1-1,1 1,-1-1,0 1,-1 1,1-1,-1 0,0 1,0 0,0 0,0 1,-4-3,1 3,1-1,-1 1,0 0,0 1,0 0,0 0,0 1,0 0,0 0,0 1,-1 0,1 0,0 1,0 0,0 1,0-1,0 2,0-1,0 1,1 0,-1 1,1 0,0 0,0 0,0 1,1 0,-1 0,1 1,0 0,1 0,0 0,0 1,0 0,1 0,0 0,0 0,-1 4,-1 5,2 0,0 0,0 1,2-1,0 1,1 0,0-1,1 1,1 0,1-1,1 1,0-1,1 1,5 12,5 12,2 0,2-1,2-1,1-1,6 4,36 53,5-4,45 46,-106-129,0 1,1-1,0-1,0 1,1-1,0-1,0 1,5 1,3-1</inkml:trace>
  <inkml:trace contextRef="#ctx0" brushRef="#br0" timeOffset="1937.785">4526 1000,'4'-5,"-1"0,1 0,-1 0,-1 0,1-1,-1 1,0-1,0 0,-1 1,1-1,-1 0,0 0,-1 0,0 0,0 0,0 0,-1 0,1 0,-1 0,-1 0,1 1,-1-1,0 0,0 1,-1-1,0 1,0 0,-3-4,0 3,-1 0,0 1,-1-1,0 1,0 1,0 0,0 0,0 0,-1 1,0 0,1 1,-1 0,0 1,0-1,0 2,-1-1,1 1,0 1,0-1,-3 2,6-2,0 1,0 0,0 0,0 1,1-1,-1 1,0 0,1 1,0 0,-1-1,1 1,0 1,1-1,-1 1,0 0,1 0,0 0,0 1,0 0,1-1,0 1,0 0,0 1,0-1,1 0,0 1,0 0,0-1,1 1,0 0,-1 2,3 0,-1-1,1 1,1 0,-1-1,1 1,0-1,1 0,0 0,0 0,1 0,-1 0,2-1,-1 1,1-1,0 0,0 0,0-1,1 0,0 0,0 0,0-1,0 1,1-2,0 1,0-1,0 0,5 2,-6-3,0 1,0-1,0 1,1-2,-1 1,1-1,-1 0,1 0,-1-1,1 1,0-2,-1 1,1-1,-1 0,1 0,-1-1,1 1,-1-2,0 1,0-1,0 0,0 0,0 0,-1-1,0 0,1 0,-1 0,-1-1,1 0,-1 0,0 0,1-1,0-5,0 0,0-1,-1 1,-1-1,0 0,-1 0,0 0,-1 0,0-1,0 1,-2-6,0 11,2 23,1-4,0 0,1 0,1 0,0-1,0 1,2-1,-1 0,1 0,1-1,-1 0,2 0,0-1,0 1,0-2,1 1,1-1,-1-1,1 1,1-2,-1 1,1-2,0 1,0-1,1-1,-1 0,1-1,0 0,1-1,-7-1,0 0,0-1,0 0,0 0,1-1,-1 0,0 0,0 0,0 0,0-1,0 0,0-1,-1 1,1-1,-1 0,0-1,0 1,0-1,0 0,0 0,-1 0,0-1,0 0,0 1,0-2,-1 1,0 0,2-5,5-11,0-1,-2 0,-1-1,-1 0,-1 0,0 0,-2-1,13-128,-6-1,-8 0,-8-48,-8 55,-2 104,16 42,-1-1,1 1,-1-1,1 1,-1-1,0 1,1-1,-1 1,0-1,1 1,-1 0,0-1,0 1,0 0,1 0,-1-1,0 1,0 0,0 0,1 0,-1 0,0 0,0 0,0 0,1 1,-1-1,0 0,0 0,1 1,-1-1,0 0,0 1,1-1,-1 0,0 1,1-1,-1 1,1 0,-1-1,0 1,1-1,-1 1,1 0,0-1,-1 1,1 0,0 0,-1-1,1 1,0 0,-11 17,1 0,0 0,2 1,0 1,1-1,1 1,1 0,1 1,0 0,-5 26,1 1,3 0,2 0,2 0,2 0,2 0,2 0,6 17,-6-37,2 0,1 0,1-1,2 0,0-1,2 0,1 0,1-2,1 0,1-1,1 0,1-1,1-2,14 12,57 21,-57-45</inkml:trace>
  <inkml:trace contextRef="#ctx0" brushRef="#br0" timeOffset="2206.033">4780 519,'-16'-2,"-3"-1,9 2,19 4,27 1,27 3,24-1,15 2,4 1,-16 0</inkml:trace>
  <inkml:trace contextRef="#ctx0" brushRef="#br0" timeOffset="2486.552">5355 813,'-5'12,"1"-1,0 1,0 1,1-1,1 0,0 1,1 0,0-1,1 1,1 0,0 1,-1-9,1 1,0-1,1 1,-1-1,1 0,0 0,1 0,-1 0,1 0,0 0,0-1,0 1,1-1,-1 0,1 0,0 0,0 0,1-1,-1 0,1 0,0 0,0 0,0-1,0 0,0 0,1 0,0 0,0-1,1 0,-1 0,0-1,0 1,0-1,0-1,0 1,1-1,-1 0,0-1,0 1,-1-1,1 0,0-1,-1 0,1 1,-1-2,0 1,0 0,0-1,0 0,0 0,-1-1,0 1,0-1,0 0,-1 0,0 0,0-1,0 1,0-1,-1 0,0 1,0-1,0 0,-1-1,2 1,-1 0,0-1,0 1,-1 0,1-1,-1 1,-1-1,1 1,-1-1,0 0,-1 1,0-1,0 1,0-1,-1 1,1 0,-2-1,1 1,-1 0,0 0,0 0,0 1,-1-1,0 1,0 0,-1 0,1 0,-1 1,0-1,0 1,0 0,-1 1,0-1,1 1,-1 0,0 1,-7-3,5 4,0 1,-1-1,1 1,-1 1,1-1,-1 1,1 1,0 0,-1 0,1 0,0 1,1 0,-1 1,0 0,1 0,0 1,0 0,0 0,1 0,-1 1,1 0,1 0,-1 1,1-1,0 1,1 0,-1 1,1-1,1 1,0 0,0 0,0 0,1 0,0 0,0 5,3-8,0 0,0 0,0 0,1 0,-1 0,1-1,1 1,-1 0,1-1,-1 0,1 1,1-1,-1 0,0-1,1 1,0 0,0-1,0 0,0 0,0 0,1-1,3 2,29 14</inkml:trace>
  <inkml:trace contextRef="#ctx0" brushRef="#br0" timeOffset="2670.853">5703 332,'-14'-5,"-14"-1,-8 0,-7 6,-2 7,3 10,9 11,9 7,14 9,18 7,16 3,4-8</inkml:trace>
  <inkml:trace contextRef="#ctx0" brushRef="#br0" timeOffset="2829.259">5782 1000,'12'14,"10"8,8 2,11-2,12-5,10-4,8-6,4-3,-2-2,-7-2,-14-1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34.3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360 105,'-3'-7,"-1"0,0 0,0 1,0 0,-1 0,0 0,0 0,0 1,-1 0,0 0,0 0,0 1,-1 0,0 0,1 0,-1 1,0 0,-1 1,1 0,0 0,-1 0,1 1,-1 0,0 0,1 1,-1 0,0 0,1 1,-1 0,1 0,-1 1,1 0,0 1,-1-1,1 1,0 0,1 1,-1 0,-3 3,1 0,1 1,0-1,0 2,1-1,0 1,1 0,-1 1,2 0,-1 0,2 0,-1 0,1 1,1 0,0-1,1 1,0 1,0-1,1 0,0 0,1 0,1 1,0-1,1 6,0-12,1 0,0 0,0 0,0 0,0 0,1 0,-1-1,1 0,1 0,-1 0,0 0,1-1,0 1,0-1,0 0,0-1,0 1,1-1,-1 0,1-1,-1 1,1-1,0 0,-1 0,1-1,0 0,0 0,0 0,-1-1,1 1,0-1,0-1,-1 1,1-1,-1 0,0 0,1-1,-1 0,0 0,0 0,-1 0,1-1,-1 1,1-1,-1-1,0 1,-1 0,3-4,2-9,0-1,-1 1,-1-1,-1 0,0-1,-2 1,0-1,-1 0,0 1,-2-1,0 0,-2 0,0-2,2 105,2-64,1 0,0 0,1 0,1-1,1 0,1 0,1 0,6 10,-10-20,2 0,-1-1,1 1,1-1,-1-1,1 1,1-1,-1 0,1-1,0 0,1 0,-1-1,1 0,0 0,1-1,-1 0,10 2,-2-2,0-1,0-1,1-1,-1 0,0-1,1 0,-1-2,0 0,0-1,0-1,0 0,0-2,1 0,17-9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34.9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78,'16'2,"17"1,18 0,19-3,13-6,12-5,2 1,-4-1,-10 1,-16 3,-16 2,-14 2,-17 2,-11-4,-7-3,-4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38.5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299 409,'-16'-3,"0"2,0 0,0 1,0 0,0 2,0-1,0 2,0 0,1 1,-9 4,17-5,0-1,0 2,0-1,1 1,0 0,0 0,0 0,0 1,1 0,0 0,0 1,0 0,0-1,1 1,0 1,0-1,1 1,0-1,0 1,0 0,1 0,0 0,0 5,1-8,1-1,-1 1,1-1,0 1,0 0,0-1,1 1,-1-1,1 0,0 1,0-1,0 1,1-1,-1 0,1 0,-1 0,1 0,0 0,0 0,1 0,-1-1,0 1,1-1,0 1,-1-1,1 0,0 0,0 0,0-1,1 1,-1-1,0 1,1-1,-1 0,0-1,1 1,-1 0,1-1,-1 0,1 0,-1 0,3-1,5 1,0-2,-1 1,1-2,-1 1,1-2,-1 1,0-1,0-1,-1 0,1 0,-1-1,0 0,-1 0,1-1,-1 0,-1-1,1 0,-1-1,5-5,0-1,-2 0,0-1,0 0,-2 0,0-1,-1 0,0-1,-2 1,1-5,-2 1,0-1,-2 0,0 0,-2 0,0 0,-2 0,0 0,-2 0,0 1,-1-1,-1 1,-1 0,-7-12,13 30,0 0,0-1,0 1,0 0,-1-1,1 1,-1 0,0 0,0-1,0 2,-1-1,1 0,-1 0,1 1,-1-1,0 1,0 0,0 0,0 0,0 0,-1 1,1-1,-3 0,4 4,-1 0,1 0,0 0,0 1,0-1,0 1,0-1,0 1,1 0,-1 0,1-1,0 1,0 0,0 0,0 0,0 1,1-1,-1 0,1 0,0 0,0 0,0 0,0 1,1-1,0 0,-1-1,2 34,2 1,2-1,1 0,2 0,1-1,2 0,2-1,0 0,9 11,-19-34,0-1,0 0,1 0,1 0,-1-1,2 1,-1-2,1 1,1-1,-1 0,1 0,1-1,-1 0,1 0,1-1,-1 0,1-1,0 0,0-1,0 0,1 0,0-1,9 2,-8-6,-1 1,1-1,0-1,0 0,-1-1,1 0,-1-1,0 0,0-1,0 0,0 0,-1-1,0-1,0 0,-1 0,0-1,0 0,-1-1,0 0,0 0,-1 0,0-1,-1 0,0-1,-1 1,0-1,0 0,-1-2,-2 8,-1 1,0-1,1 1,-2-1,1 1,-1-1,1 0,-1 1,0-1,-1 0,1 1,-1-1,0 1,0-1,0 1,-1-1,0 1,0 0,0 0,0-1,0 1,-1 1,0-1,0 0,0 1,0-1,-1 1,1 0,-1 0,0 1,0-1,0 1,0-1,0 1,0 1,-5-2,5 3,0 0,0 1,0 0,0-1,0 2,0-1,0 0,0 1,1 0,-1 0,1 0,-1 0,1 0,-1 1,1 0,0-1,0 1,1 0,-1 1,1-1,-1 0,1 1,0-1,0 1,1 0,-1 0,1-1,0 1,-1 0,2 0,-1 0,0 0,1 1,0-1,0 0,0 0,1 0,-1 0,1 0,0 0,0 0,0 0,1 0,-1 0,1-1,0 1,0 0,1-1,7 8,0-2,1 1,1-1,0-1,0 0,0-1,1 0,0-1,0 0,1-1,-1-1,1 0,0-1,0 0,1-1,-1-1,1 0,65 6,-7-4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39.8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192 749,'-11'-2,"-1"1,1 0,-1 1,1 0,-1 1,1 0,-1 1,1 0,-3 2,9-3,1 1,0-1,0 1,0 0,0 1,1-1,-1 0,0 1,1 0,0 0,0 0,-1 0,2 1,-1-1,0 1,1 0,0 0,0-1,0 1,0 1,1-1,-1 0,1 0,0 1,0 1,0-2,1 0,0 0,0 0,0 0,0 0,0-1,1 1,0 0,0 0,0 0,0 0,0-1,1 1,0-1,0 1,0-1,0 0,0 1,1-1,-1 0,1 0,0-1,0 1,0-1,0 1,0-1,3 1,4 3,1-1,0 0,0-1,0 0,1 0,-1-2,1 1,9 0,17-2,-1-1,1-2,-1-1,1-2,-1-2,-1-1,1-2,-1-1,-1-2,0-2,-1-1,10-7,-32 16,-1 3,-1-1,0-1,0 0,0-1,-1 0,0 0,0-1,-1 0,2-3,-10 12,-1-1,1 0,-1 0,1 1,0-1,-1 0,1 0,-1 0,1 0,-1 0,1 0,-1 0,1 0,0 0,-1 0,1 0,-1 0,1 0,-1 0,1 0,-1 0,1 0,0-1,-1 1,1 0,-1 0,1-1,0 1,-1 0,1 0,0-1,-1 1,1 0,0-1,-1 1,1-1,0 1,0 0,0-1,-1 1,1-1,0 1,0-1,0 1,0 0,0-1,0 1,0-1,0 1,0-1,0 1,0-1,0 1,0-1,0 1,0 0,0-1,0 1,1-1,-1 1,-3 2,0 0,0 1,0 0,0 0,1 0,-1 0,1 0,0 0,-1 0,2 1,-1-1,0 1,1 0,-1-1,1 1,0 0,1 0,-1 0,1 0,-1 0,1 0,0 0,1 0,-1-1,1 1,-1 0,1 0,0 0,1 0,-1-1,1 1,-1-1,1 1,0-1,1 1,-1-1,0 0,1 0,0 0,0-1,2 3,1-1,0 1,1-2,-1 1,1-1,-1 0,1 0,0 0,1-1,-1-1,0 1,0-1,4 0,-7 0,-1-1,1 0,-1 0,1 0,-1 0,1-1,-1 0,1 1,-1-1,0 0,1 0,-1-1,0 1,0-1,0 0,0 0,0 0,0 0,0 0,-1 0,1-1,-1 1,0-1,0 0,0 0,0 0,0 0,-1 0,0 0,0-1,0 1,0 0,-1-1,1 1,-1 0,0-1,0 1,0-1,0 1,-1 0,0-1,1 1,-1 0,0-1,-1 1,1 0,0 0,-1 0,0 0,0 0,0 0,0 1,0-1,0 1,-3-3,-77-54,-46 20,171 36,365-14,-312 29,-93-11,1 0,-1 0,1 1,-1-1,0 1,1 0,-1 0,0 0,0 0,0 0,-1 1,1-1,0 1,-1 0,0 0,0 0,0 0,0 0,0 0,0 1,-1-1,0 1,1-1,-1 2,3 39,-5-40,0 0,1-1,-1 1,1-1,0 1,0 0,0-1,0 1,1-1,0 1,-1 0,1-1,1 1,-1-1,0 0,1 1,0-1,-1 0,1 0,0 0,1 0,-1-1,1 1,-1 0,1-1,0 0,0 1,0-1,0 0,0-1,0 1,0 0,1-1,-1 0,1 0,6-2,1 0,-1-1,0 0,0-1,-1 0,1 0,-1-1,1 0,-1-1,0 0,-1-1,1 0,-1 0,0 0,-1-1,0-1,0 1,0-1,-1 0,0 0,2-5,30-60,-40 81,1-1,0 1,1 0,0 0,0 0,0 0,1 0,1 0,-1-1,1 1,0 0,2 2,0-2,-1-1,1-1,0 1,1 0,0-1,0 0,0 0,1-1,0 1,0-1,0 0,0-1,1 1,0-1,0-1,0 1,0-1,1-1,-1 1,1-1,0 0,-1-1,1 0,0 0,0-1,0 0,0 0,0-1,0 0,-1 0,1-1,0 0,-1 0,1-1,-1 0,0 0,0-1,0 0,1-1,0-3,1 0,-1-1,0 0,-1 0,0-1,-1 0,0 0,0 0,-1-1,-1 0,0 0,0 0,-1-1,0 1,-1-2,11-182,-13 175,-6-398,-2 348,0 77,3 9,1 0,0 1,1-1,1 1,1 0,1 0,0 1,-1 6,0 20,2 1,1 0,3-1,1 0,3 0,1 0,2-1,11 22,-15-44,1-1,1 0,1 0,1-1,0 0,1-1,1-1,1 0,1 0,0-2,1 0,0-1,1-1,1 0,0-2,1 0,18 7,4-3</inkml:trace>
  <inkml:trace contextRef="#ctx0" brushRef="#br0" timeOffset="291.361">1663 388,'20'-5,"30"-1,29 1,28 0,24 2,14 1,-18 1</inkml:trace>
  <inkml:trace contextRef="#ctx0" brushRef="#br0" timeOffset="1307.329">2558 1003,'-3'-263,"-11"185,15 76,0 1,0-1,0 0,0 1,1-1,-1 1,0-1,1 1,0-1,-1 1,1 0,0 0,-1 0,1 0,0 0,0 0,0 1,0-1,0 1,0-1,0 1,0 0,0-1,0 1,0 0,0 0,0 1,0-1,2 1,2-2,230 4,-228-3,116 16,-120-15,1 0,-1 0,0 1,0 0,0 0,0 0,0 0,0 0,-1 1,1 0,-1 0,0 0,0 0,0 0,0 0,0 1,-1 0,1-1,-1 1,0 0,0 0,-1 0,1 1,-1-1,0 0,1 2,-5 60,1-61,1 0,0 1,0-1,0 1,1-1,0 1,0-1,0 1,1-1,-1 1,2-1,-1 0,0 1,1-1,0 0,0 0,1 0,-1 0,1 0,0-1,2 3,4-1,0-1,0 1,1-2,0 0,-1 0,1 0,0-1,1-1,-1 0,1 0,-1-1,1 0,-1-1,1 0,-1-1,10-1,1-1,0 0,-1-1,0-1,0 0,0-2,-1 0,0-2,0 0,-1-1,0 0,15-13,-30 21,1-1,0 0,-1 0,0 0,0 0,0-1,0 1,0-1,-1 0,1 1,-1-1,0 0,0-1,-1 1,2-3,-3 7,-1 0,1 0,0 1,0-1,0 0,-1 0,1 0,0 0,0 0,-1 1,1-1,0 0,-1 0,1 0,0 0,0 0,-1 0,1 0,0 0,0 0,-1 0,1 0,0 0,-1 0,1 0,0 0,0 0,-1-1,1 1,0 0,0 0,-1 0,1 0,0 0,0-1,0 1,-1 0,1 0,0 0,0-1,0 1,0 0,-1 0,1-1,0 1,0 0,0 0,0-1,0 1,0 0,0 0,0-1,0 1,0 0,0-1,0 1,0 0,0 0,0-1,0 1,0 0,0 0,0-1,-15 19,13-15,1 0,0 0,0 0,0 0,0 0,1 0,-1 1,1-1,-1 0,1 0,0 0,0 1,1-1,-1 0,1 0,-1 0,1 0,0 0,0 0,1 0,-1 0,1 0,-1 0,1-1,0 1,0-1,0 1,0-1,0 0,1 1,0-1,5 4,-1 0,1-1,1-1,-1 1,0-1,1-1,0 1,0-2,0 1,3-1,90 1,-97-3,-1-1,0 0,0 0,0-1,0 1,0-1,-1 0,1 0,0 0,-1 0,0-1,1 1,-1-1,0 0,0 0,0 0,-1 0,1-1,-1 1,0-1,0 1,0-1,1-1,-3 2,1 1,0-1,-1 0,1 0,-1 0,0 0,0 0,0 0,0 0,-1 0,1 0,-1 0,1 0,-1 1,0-1,0 0,-1 0,1 1,0-1,-1 1,0-1,1 1,-1 0,0-1,0 1,-1 0,1 0,-1 0,-74-39,45 33,-1 2,0 1,0 1,0 2,0 2,-5 1,26 0,19 0,22 0,41 0,0-2,0-4,-1-3,0-3,9-5,-48 9,0-2,-1-1,0-1,-1-1,0-2,0-1,-2-1,0-1,-1-2,-1 0,0-2,16-19,-5-3,-2-1,-1-2,-3-1,-2-2,-2 0,9-29,-9-8,-25 83,0 1,1-1,-1 1,0 0,0-1,-1 1,1-1,0 1,-1-1,0 1,1-1,-1 1,0 0,0 0,0-1,-1 1,1 0,-1 0,1 0,-1 0,1 0,-1 1,0-1,0 1,0-1,0 1,0-1,0 1,0 0,-1 0,1 0,0 0,-2 0,-9 0,0 0,-1 1,1 0,0 1,0 0,0 1,0 1,0 0,1 1,-1 0,1 1,0 0,0 1,1 0,-1 1,1 1,1-1,-6 7,1-2,0 0,1 1,1 0,0 1,1 1,1 0,0 0,1 1,1 1,0 0,1 0,1 0,1 1,0 0,2 1,0-1,1 1,0-1,2 1,0 0,1 0,1 0,1 0,1-1,0 1,1-1,4 11,4 1,1 0,2-2,1 1,1-2,1 0,1-1,1-1,2-1,0-1,2 0,0-2,1-1,1-1,1-1,1-2,0 0,1-2,1-1,0-2,8 2,-22-8,0-1,1-1,0 0,0-1,0-1,0 0,0-1,-1-1,1-1,0 0,15-5,18-11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35.5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107 631,'-4'16,"-3"14,4 9,4 5,3 1,5 0,2-2,0-5,-3-9</inkml:trace>
  <inkml:trace contextRef="#ctx0" brushRef="#br0" timeOffset="697.297">0 457,'10'-5,"0"0,0 1,1 0,-1 1,1 0,0 1,0 0,0 0,0 1,0 1,0 0,0 0,0 1,0 1,0 0,0 0,0 1,-1 0,1 1,-1 0,0 1,0 0,0 1,-1 0,0 0,0 1,-1 0,1 0,-2 1,1 0,-1 1,6 9,0 3,-1 0,0 1,-2 0,-1 1,-1 0,-1 1,0 0,-2 0,-1 0,1 22,3 7,14 16,-21-67,0 0,0 0,0-1,0 1,1 0,-1-1,1 1,0-1,-1 1,1-1,0 0,0 0,0 0,0 0,0 0,0 0,0 0,0-1,0 1,0-1,0 1,0-1,0 0,1 0,-1 0,0 0,0 0,0 0,0-1,1 1,-1-1,8-3,-1 0,0 0,1-1,-1-1,-1 1,1-2,-1 1,0-1,-1 0,0 0,0-1,0 0,-1-1,0 1,-1-1,0 0,0-1,-1 1,0-1,0 0,-2 0,1 0,-1 0,0 0,-1-8,5 6,2 32,-4-8,2 6,1 0,0-1,1 1,1-2,1 1,0-1,1-1,1 0,0 0,1-1,1-1,0 0,8 5,-18-16,0 1,0-1,1 0,-1 0,1-1,0 1,-1-1,1 0,0 0,0-1,0 1,-1-1,1 0,0 0,0-1,0 0,-1 1,1-1,0-1,0 1,-1-1,1 0,-1 0,0 0,0-1,0 1,0-1,0 0,0 0,-1-1,1 1,-1-1,0 0,0 1,0-1,-1-1,1 1,0-3,8-19,-1-1,-2-1,0 1,-2-1,-1-1,-1 1,-2-1,-1 1,-1-1,-2-5,3 9,-7-443,5 449,1 10,0 0,0 0,-1 0,0 1,-1-1,0 0,0 1,-1-1,0 1,-1 0,1 0,-3-3,5 10,0 1,0-1,0 0,-1 1,1-1,0 1,0-1,-1 1,1 0,0 0,-1-1,1 1,0 0,-1 0,1 0,-1 0,1 0,0 1,-1-1,1 0,0 1,0-1,-1 1,1-1,0 1,0 0,0-1,-1 1,1 0,0 0,0 0,0 0,0 0,1 0,-1 0,0 0,0 0,1 0,-1 0,0 1,1-1,-1 0,1 0,0 1,-1-1,1 0,0 1,0 0,-6 18,0 1,2 1,1-1,1 0,0 1,2-1,0 1,1-1,2 1,0-1,1 0,1 0,1 0,3 5,10 37,2 0,4-1,2-1,2-2,3-1,12 13,-31-51,1-1,1 0,0-2,1 1,1-2,10 8,0-5</inkml:trace>
  <inkml:trace contextRef="#ctx0" brushRef="#br0" timeOffset="959.876">762 297,'14'0,"26"0,33-5,30-3,24-3,14 0,-17 3</inkml:trace>
  <inkml:trace contextRef="#ctx0" brushRef="#br0" timeOffset="2168.443">1685 872,'-15'-31,"2"0,1 0,1-2,2 1,2-1,1 0,-2-32,7 63,0 0,1 0,-1 0,1 0,0 0,0 0,0 0,0 0,0 0,0 0,0 0,1 0,-1 0,1 0,-1 0,1 0,0 0,0 0,-1 0,2 1,-1-1,0 0,0 1,0-1,1 1,-1-1,1 1,-1 0,1-1,0 1,-1 0,1 0,0 0,0 0,0 0,0 1,0-1,1 0,23-1,0 0,0 2,0 0,0 2,0 1,-1 1,6 3,-22-6,-1 0,1 1,-1 1,0-1,1 1,-1 1,0-1,-1 1,1 1,-1-1,1 1,-2 1,1-1,0 1,-1 0,0 1,-1 0,1-1,-1 2,-1-1,1 1,-1-1,2 7,5 100,-8-39,-2-72,-1 0,1 0,0 0,0 1,1-1,-1 0,1 0,-1-1,1 1,0 0,0 0,0-1,0 1,1-1,-1 0,1 0,-1 0,1 0,0 0,0 0,0-1,0 1,0-1,0 0,0 0,0 0,0 0,2-1,95 4,-68-8,1-1,0-1,-1-2,-1-2,1-1,-2-1,1-1,-2-2,4-3,-25 12,0 1,0-1,0-1,-1 1,0-1,-1-1,1 1,-1-1,-1 0,1-1,-5 7,1-1,-1 0,1 0,-1 0,0 0,0 0,0 0,-1 0,1 0,-1 0,0 0,1-1,-1 1,-1 0,1 0,0 0,-1 0,0-1,1 1,-1 0,0 0,-1 0,1 1,-1-1,1 0,-1 0,0 1,0-1,0 1,0-1,0 1,-1 0,-5-3,0 0,0 0,-1 1,1 0,-1 1,0 0,0 0,-1 1,1 0,0 1,-1 0,1 0,-1 1,1 0,-1 1,1 0,-1 0,1 1,0 0,-1 1,-1 1,6-3,1 1,0-1,-1 1,1 0,0 0,0 1,0-1,0 1,1 0,-1 0,1 0,0 1,-1-1,2 1,-1 0,0-1,1 1,-1 1,1-1,0 0,1 0,-1 1,1-1,0 1,0-1,0 1,0 0,1-1,0 1,0 0,0-1,1 1,0-1,-1 1,1 0,1-1,-1 1,3 3,0-2,1 0,1 0,-1 0,1 0,0-1,0 0,1 0,-1-1,1 0,0 0,0 0,1-1,-1 0,1 0,-1-1,1 0,0-1,0 1,0-2,0 1,0-1,0 0,0-1,5 0,-7 0,0 1,0-1,0 0,0-1,0 1,0-1,-1 0,1-1,-1 1,1-1,-1 0,0 0,0-1,0 0,-1 0,1 0,-1 0,0-1,0 1,0-1,-1 0,0 0,0-1,0 1,0-1,-1 1,0-1,0 0,-1 0,0 0,0 0,0-2,-7-7,-6 37,11-18,-1 1,1 0,0 0,0 0,0-1,1 1,-1 0,1 0,1 0,-1 0,1 0,0 0,0 0,0 0,0-1,1 1,0 0,0-1,0 0,1 1,-1-1,1 0,0 0,0 0,1-1,-1 1,1-1,0 1,-1-1,2-1,-1 1,0 0,0-1,1 0,-1 0,1 0,0-1,0 0,-1 1,1-2,0 1,2 0,-3-2,0 1,0-1,0 0,-1 0,1 0,0-1,-1 1,1-1,0 0,-1 0,0 0,1 0,-1-1,0 1,0-1,-1 0,1 0,-1 0,1 0,-1-1,0 1,0 0,0-1,0 0,-1 1,1-3,20-103,-19-28,-2 134,-1 1,0 0,1 0,0 0,-1 0,1 0,0 0,0 0,0 0,0 1,0-1,1 0,-1 1,1-1,-1 0,1 1,-1 0,1-1,0 1,0 0,-1 0,1 0,0 0,0 0,0 0,0 1,0-1,1 1,-1-1,0 1,0 0,0 0,0 0,0 0,0 0,1 0,-1 1,0-1,0 1,0-1,2 2,8-2,1 1,0 1,-1 0,1 0,-1 1,0 1,0 0,0 1,0 0,-1 1,0 0,0 1,0 0,-1 1,0 0,-1 0,0 1,0 1,-1-1,0 1,0 1,-1-1,-1 1,5 9,7 47,17 41,-33-103,1-1,-1 0,1 0,0 0,1 0,-1 0,1 0,-1-1,1 0,0 0,1 0,-1 0,0-1,1 1,-1-1,1 0,0-1,0 1,0-1,3 1,0-1,-1-1,0 1,1-1,-1-1,0 1,1-1,-1-1,0 1,0-1,0-1,0 1,0-1,-1 0,1-1,-1 1,0-1,1-1,-2 1,1-1,-1 0,0 0,0 0,0-1,0 0,-1 0,2-4,2-2,-1-1,-1 1,0-1,-1 0,0-1,-1 1,-1-1,0 0,0 1,-2-1,1-1,-2 1,0-8,0 21,0-1,1 0,-1 0,0 1,0-1,0 0,0 0,0 1,0-1,-1 0,1 0,0 1,-1-1,0 0,1 1,-1-1,0 1,0-1,0 1,0-1,0 1,0-1,0 1,0 0,-1 0,1-1,0 1,-1 0,1 0,-1 1,0-1,1 0,-1 0,1 1,-1-1,0 1,0-1,1 1,-1 0,0 0,0 0,1 0,-1 0,-1 0,-2 4,1 0,0 1,0-1,0 1,1 0,-1 0,1 0,0 1,1-1,-1 1,1-1,0 1,1 0,-1 0,1 0,0 0,1 0,-1 0,1 0,0 0,1 0,0 0,0 0,0 1,1-2,0 1,0-1,0 0,1 0,0 0,0 0,0-1,1 1,0-1,0 0,0 0,0 0,0 0,1-1,0 0,-1 0,1 0,0 0,1-1,-1 0,0 0,1 0,2 0,130 17,-59-16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42.2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0,'-4'54,"2"-1,3 1,2 0,3-1,6 24,-4-19,-1-9,-4-10,3 0,2-1,1 0,3 5,-12-43,0 1,0 0,-1 0,1 0,0 0,0 0,1 1,-1-1,0 0,0 0,1 0,-1 0,0 0,1 0,-1 0,1 0,-1 0,1 0,-1 0,1-1,0 1,0 0,-1 0,1 0,0-1,0 1,0 0,0-1,0 1,0-1,0 1,0-1,0 0,0 1,0-1,0 0,0 0,0 0,0 1,0-1,0 0,0 0,1-1,-1 1,0 0,0 0,0-1,0 1,0 0,0-1,69-126,-67 120,-1 0,2 1,-1 0,1 0,0 0,0 0,0 0,1 1,0-1,0 1,0 1,1-1,0 1,0 0,0 0,0 1,1-1,-1 1,1 1,0-1,0 1,0 1,-4 2,0 1,1 0,-1 0,0 0,0 0,0 0,-1 1,1-1,0 1,-1 0,0 0,0 0,0 0,0 0,0 1,0-1,-1 0,0 1,0-1,0 1,0 0,0-1,-1 1,1 0,-1-1,0 1,0 0,0-1,-1 1,0 0,1-1,-1 1,0-1,-1 2,-5 12,-1 0,-1 0,0-1,-2 0,1-1,-2 0,0-1,-1 0,0 0,-1-2,-1 0,0 0,0-2,-1 0,0 0,-17 6,28-14,10-6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42.4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89,'18'0,"20"0,21-2,24-6,22-5,17-4,12 0,8 0,-20 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46.3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250 465,'-6'-4,"0"0,-1 1,1 0,-1 0,1 0,-1 1,0 0,0 0,0 1,0 0,0 0,0 1,0 0,0 0,-1 0,1 1,0 0,0 1,0-1,1 1,-1 1,0-1,1 1,-1 0,1 1,0-1,0 1,0 1,1-1,-1 1,1 0,0 0,0 0,1 1,-1 1,2-3,1 0,-1 1,1-1,0 1,0 0,1 0,-1 0,1-1,0 1,1 0,-1 0,1 1,0-1,0 0,0 0,1 0,0 0,0 0,0 0,1-1,-1 1,1 0,0-1,1 1,-1-1,1 1,0-1,0 0,0 0,0-1,1 1,-1 0,1-1,0 0,0 0,1 0,1 0,1 0,0 0,1-1,-1 0,1-1,0 0,-1 0,1 0,0-1,-1 0,1-1,0 1,-1-2,1 1,0-1,-1 0,0-1,1 1,-1-1,0-1,-1 0,1 1,0-2,2-2,2-1,-1-1,1 0,-2 0,1-1,-1 0,-1-1,0 0,0 0,-1-1,-1 0,0 0,-1-1,1-1,-1-11,-1 0,-2-1,0 1,-1-1,-2 0,0 1,-2-1,-1 1,-1 0,-1 0,-1 0,-2 1,0 0,-1 1,-5-8,-35-50,50 80,-1 0,1 1,-1-1,1 0,-1 1,1-1,-1 0,0 1,1-1,-1 1,0-1,0 1,1-1,-1 1,0 0,0-1,0 1,0 0,1 0,-1 0,0-1,0 1,0 0,0 0,0 0,0 1,1-1,-1 0,0 0,0 0,0 0,0 1,0-1,1 1,-1-1,0 0,0 1,1-1,-1 1,0-1,0 2,-14 34,10 5,1 1,3-1,1 1,2 0,1-1,10 37,-13-65,1-1,1 1,0-1,1 0,0 0,1 0,1 0,0-1,0 0,1 0,0 0,1 0,0-1,1-1,0 1,0-1,1 0,1-1,-1 0,1 0,0-1,1-1,0 0,0 0,0-1,1 0,1 0,0-3,-1 1,1-2,0 0,0 0,0-1,0-1,0 0,0-1,-1 0,1-1,-1 0,1-1,-1 0,0-1,-1-1,1 0,-1 0,0-1,0-1,-1 0,0 0,-1-1,0 0,0 0,3-6,-9 11,0 0,-1-1,1 0,-1 0,0 1,0-1,0 0,-1 0,0-1,0 1,0 0,0 0,-1-1,0 1,0 0,-1-1,1 1,-1 0,0 0,-1 0,1 0,-1 0,0 0,0 0,0 0,-1 0,0 1,0 0,0-1,0 1,-1 0,0 1,0-1,0 0,0 1,0 0,0 0,-1 1,0-1,1 1,-1 0,-2-1,5 2,0 0,-1 0,1 1,0-1,-1 0,1 1,-1 0,1 0,-1-1,1 1,-1 1,1-1,-1 0,1 0,-1 1,1 0,0-1,-1 1,1 0,0 0,0 0,-1 1,1-1,0 0,0 1,0 0,1-1,-1 1,0 0,1 0,-1 0,1 0,-1 0,1 0,0 0,0 0,0 1,0-1,0 0,1 1,-1-1,1 1,-1-1,1 1,0-1,0 1,0-1,0 1,1-1,-1 0,1 1,-1-1,1 1,0-1,0 0,0 1,0-1,5 6,1 0,0-1,1 1,-1-1,1-1,0 0,1 0,0 0,0-1,0 0,0-1,1 0,-1-1,1 0,0 0,3-1,71 18,1-6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47.0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3 905,'-1'-62,"0"27,0 0,3 0,1 0,1 0,6-21,-9 53,-1 0,0 1,1-1,-1 0,1 0,0 0,0 0,0 1,1-1,-1 0,0 1,1-1,0 1,0 0,-1-1,1 1,1 0,-1 0,0 0,0 1,1-1,-1 0,1 1,-1 0,1-1,0 1,0 0,-1 0,1 1,0-1,0 0,0 1,0 0,0 0,0 0,0 0,0 0,0 1,0-1,-1 1,1 0,1 0,6 5,1 1,-1 0,-1 0,1 1,-1 1,-1 0,1 0,-1 0,-1 1,0 0,-1 1,1 0,-2 0,0 0,0 0,-1 1,0 0,0 5,-4-12,0 1,0-1,0 1,0-1,-1 0,0 1,0-1,-1 0,0 1,0-1,0 0,0 0,-1 0,1-1,-1 1,-1 0,1-1,-1 0,1 0,-1 0,0 0,0-1,-1 0,1 1,-1-2,0 1,0 0,0-1,0 0,0 0,0-1,-1 1,1-1,-4 0,-26-3,34 1,1 1,-1 0,1-1,-1 1,1-1,-1 1,1-1,0 0,-1 1,1-1,0 1,-1-1,1 0,0 1,0-1,0 1,-1-1,1 0,0 1,0-1,0 0,0 1,0-1,0 0,0 1,1-1,-1 0,0 1,0-1,0 0,1 1,-1-1,0 0,1 1,-1-1,0 1,1-1,-1 1,1-1,-1 1,1-1,-1 1,1 0,-1-1,1 1,0-1,-1 1,1 0,13-11,0 2,0 0,0 1,1 0,0 1,1 0,0 2,5-2,-3 1,45-15,-41 16,0-2,0-1,-1 0,-1-2,1 0,14-11,-31 18,-1 0,0 0,0 0,0-1,-1 1,1-1,-1 1,0-1,1 0,-2 0,1 0,0 0,-1 0,0 0,0 0,0 0,0-1,-1 1,0 0,0-1,0 1,0 0,-1-1,1 1,-1 0,0 0,-1 0,1 0,-1-1,1 2,-1-1,-1 0,1 0,0 1,-1-1,0 1,1 0,-1 0,-1 0,1 0,0 0,-1 1,1-1,-1 1,-1-1,2 2,1 0,0 0,-1 0,1 1,-1-1,1 1,-1-1,1 1,-1 0,1 0,-1 0,1 0,-1 1,1-1,-1 1,1-1,-1 1,1 0,-1 0,1 0,0 0,0 0,-1 1,1-1,0 1,0-1,0 1,1 0,-1 0,0 0,1 0,-1 0,1 0,0 0,-1 0,1 0,0 1,0-1,1 1,-1-1,0 1,1-1,0 1,-1 0,-1 6,0 0,1 0,0 0,1 1,0-1,0 0,1 1,0-1,0 0,1 0,1 0,-1 0,2 0,-1 0,1-1,0 0,1 0,0 0,0 0,1-1,-1 1,2-1,-1-1,1 1,0-1,0-1,1 1,0-1,0 0,0-1,1 0,-1 0,4 0,3 1,-1 0,1-2,0 0,0 0,0-1,1-1,-1-1,0 0,15-2,20-6</inkml:trace>
  <inkml:trace contextRef="#ctx0" brushRef="#br0" timeOffset="541.343">885 491,'0'12,"0"-1,0 1,1-1,0 1,1-1,0 1,1-1,1 0,0 0,0 0,1-1,0 1,1-1,0 0,0-1,1 1,7 6,-8-10,0 1,0-2,0 1,0-1,1 0,0 0,0-1,1 1,-1-2,1 1,0-1,0 0,0-1,0 0,0 0,1-1,-1 0,1 0,-1-1,0 0,1-1,-1 0,1 0,6-2,-6-1,0-1,0 0,-1-1,0 0,0 0,0-1,0 0,-1 0,-1-1,1 0,-1 0,0 0,-1-1,0 0,0 0,-1 0,0-1,-1 1,0-1,0 0,-1 0,-1 0,0 0,0 0,-1-7,-5-5,-7 36,10-8,0 0,0 1,1-1,0 0,0 0,1 1,0-1,0 0,0 1,1-1,0 0,0 1,0-1,1 0,0 0,0 0,1 0,0 0,0-1,0 1,0-1,1 0,0 0,0 0,0-1,1 1,0-1,0 0,0 0,0 0,0-1,5 2,-2-2,0 0,0 0,1-1,-1 0,1-1,0 0,-1 0,1 0,0-1,-1-1,1 0,0 0,-1 0,1-1,-1 0,1-1,-1 0,0 0,0-1,-1 0,1-1,-1 1,0-1,0-1,0 1,-1-1,1 0,-2-1,1 1,-1-1,0-1,0 1,-1-1,0 1,0-1,-1 0,0 0,0-1,-1 1,0-1,0 1,-1-2,-12-33,10 42,1 0,0 0,0 0,-1 1,1-1,0 0,-1 0,1 1,-1-1,1 0,-1 1,1-1,-1 0,0 1,1-1,-1 1,0-1,1 1,-1-1,0 1,0-1,1 1,-1 0,0 0,0-1,0 1,0 0,1 0,-1 0,0 0,0 0,0 0,0 0,0 0,1 0,-1 0,0 0,0 1,0-1,0 0,1 1,-1-1,0 0,0 1,1-1,-1 1,0-1,1 1,-3 3,0 0,1 1,-1-1,1 1,0-1,1 1,-1 0,1-1,0 1,0 0,0 0,1 0,0 0,0 0,0 0,0 0,1 0,0 0,0 1,3 3,-1 0,1-1,0 0,1 1,0-2,0 1,1-1,0 1,0-1,1-1,0 0,0 0,0 0,1 0,0-1,0-1,0 1,1-1,-1-1,1 0,0 0,2 0,28 9</inkml:trace>
  <inkml:trace contextRef="#ctx0" brushRef="#br0" timeOffset="947.492">1928 491,'2'15,"0"0,1 0,1 0,0-1,1 1,0-1,1 0,1 0,0-1,1 0,0 0,1-1,1 0,0-1,0 0,1 0,0-1,1-1,0 0,1 0,0-1,9 4,-17-11,0 0,0 0,0 0,0-1,0 0,0 1,0-2,0 1,1-1,-1 0,-1 0,1 0,0 0,0-1,0 0,-1 0,1-1,-1 1,1-1,-1 0,0 0,0 0,-1 0,1-1,0 0,-1 0,0 0,0 0,0 0,-1 0,1-1,-1 0,0 1,-1-1,2-5,3-3,0 0,-1-1,0 0,-2 0,1 0,-2-1,0 1,0-1,-2-13,0 28,0 0,0 0,-1 0,1 0,0 0,0 0,-1 0,1 0,0 0,0 0,0 0,-1 0,1 0,0 0,0 0,-1 0,1-1,0 1,0 0,0 0,0 0,-1 0,1-1,0 1,0 0,0 0,0 0,0-1,-1 1,1 0,0 0,0 0,0-1,0 1,0 0,0 0,0-1,0 1,-5 24,6-18,-1 0,1 0,0 1,0-1,0 0,1 0,0-1,0 1,1 0,0-1,0 1,0-1,0 0,1 0,0 0,0-1,0 1,1-1,-1 0,1 0,0 0,0-1,1 0,-1 0,1 0,0 0,16 6,-1 0,1-1,1-2,-1 0,1-1,10 0,49 4,-4-4</inkml:trace>
  <inkml:trace contextRef="#ctx0" brushRef="#br0" timeOffset="1544.495">3158 678,'-8'-12,"0"1,-1 0,0 1,-1 0,0 0,-1 1,0 0,0 1,-1 0,0 1,-1 0,1 1,-1 1,0 0,-1 0,1 1,-1 1,0 0,0 1,0 1,0 0,-9 1,19 0,-1-1,1 1,0 0,-1 1,1-1,-1 1,1 0,0 0,0 0,-1 1,1-1,0 1,0 0,1 0,-1 1,0-1,1 1,-1 0,1 0,0 0,0 0,0 0,0 1,1-1,-1 1,1 0,0 0,0 0,0 0,1 0,-1 0,1 1,0-1,0 0,1 1,-1-1,1 0,0 1,0-1,0 1,1-1,0 0,0 1,0-1,1 3,4 1,0-1,1-1,-1 1,1-1,1 0,-1-1,1 0,0 0,0-1,1 0,-1 0,1-1,0 0,0 0,0-1,0 0,0-1,1 0,-1 0,0-1,0 0,1-1,-1 0,0-1,0 0,6-1,-4-1,-1 1,1-1,-1-1,0 0,0 0,-1-1,0 0,0-1,0 0,-1 0,0-1,0 0,-1-1,0 1,0-1,-1-1,0 1,-1-1,0 0,2-7,10-7,-14 57,-3-24,0 0,1 0,0 0,0 0,1 0,1 0,-1 0,2-1,-1 0,1 1,0-1,1 0,0-1,1 0,1-1,-1 0,1 0,0 0,0-1,1 0,-1 0,1-1,0 0,1 0,-1-1,0 0,1-1,0 0,0 0,0-1,-1 0,5 0,4 0,1-1,-1-1,1 0,-1-1,0-1,0-1,0 0,0-1,9-5,-12 3,-1-1,0 0,0-1,-1-1,0 0,-1 0,0-1,0-1,-1 0,-1 0,0-1,-1 0,0 0,-1-1,0 0,-2 0,1-1,-2 0,0 0,0 0,-2 0,0-1,0-9,3-15,-1 0,-2 0,-2 0,-2 0,-1 1,-3-1,0 1,-8-21,14 57,-1 0,1-1,-1 1,1 0,-1 0,0 0,0 0,-1 0,1 0,0 0,-1 0,0 1,0-1,0 0,0 1,0 0,0-1,-1 1,1 0,-1 0,1 0,-1 1,0-1,0 1,0-1,1 1,-2 0,1 0,0 0,0 0,0 1,0-1,0 1,-2 0,0 3,1-1,0 1,-1 0,1 1,0-1,0 1,1 0,-1 0,1 0,0 0,0 1,0-1,1 1,-1 0,0 2,-7 17,1 0,1 1,0 0,3 0,0 1,1-1,1 1,2 0,0 0,2 0,1 0,1-1,1 1,1-1,2 1,0-2,2 1,0-1,2 0,7 10,-7-17,1 0,0-1,2 0,-1-1,2-1,0 0,1-1,0-1,1 0,1-2,-1 1,2-2,-1-1,1 0,9 2,27 6,2-1,0-3,1-3,43 2,16-3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43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214 722,'0'14,"0"13,0 9,0 8,0 2,3 2,0-4,2-7,0-10</inkml:trace>
  <inkml:trace contextRef="#ctx0" brushRef="#br0" timeOffset="667.185">0 481,'63'1,"0"2,0 3,-1 3,12 4,-45-6,-1 1,0 1,-1 1,0 1,0 2,-1 1,-1 1,-1 0,0 2,1 3,-13-9,-1 1,0 1,0-1,-2 2,1-1,-2 1,0 1,0 0,-2 0,0 0,0 1,-2 0,0 0,-1 0,0 0,-1 1,-1-1,-1 0,0 1,-1 2,0-13,5 42,-4-47,1 0,-1-1,0 1,1 0,-1 0,1-1,-1 1,1 0,-1-1,1 1,-1 0,1-1,0 1,-1-1,1 1,0-1,0 1,-1-1,1 0,0 1,0-1,0 0,-1 0,1 1,0-1,0 0,0 0,0 0,-1 0,1 0,0 0,0 0,0-1,0 1,0 0,-1 0,1-1,0 1,0 0,-1-1,1 1,0-1,0 1,-1-1,1 1,-1-1,1 1,0-1,-1 0,1 0,16-13,-1-1,-1 0,-1-1,0-1,-1 0,0-1,-2 0,0-1,4-10,1 0,-16 29,0 0,0-1,0 1,0 0,0-1,0 1,1 0,-1-1,0 1,0 0,0 0,0-1,1 1,-1 0,0 0,0-1,1 1,-1 0,0 0,0-1,1 1,-1 0,0 0,0 0,1 0,-1 0,0-1,1 1,-1 0,0 0,1 0,-1 0,0 0,1 0,-1 0,0 0,1 0,-1 0,0 0,1 0,-1 0,0 1,1-1,-1 0,0 0,1 0,-1 0,0 1,0-1,1 0,-1 0,0 0,0 1,1-1,-1 0,0 0,0 1,0-1,0 0,1 1,-1-1,0 0,0 1,10 26,-8-18,2 0,-1 0,1 1,1-2,0 1,0 0,1-1,0 0,0-1,1 1,0-1,0 0,1-1,-1 0,1 0,1 0,-1-1,1-1,0 1,0-1,1-1,-1 0,1 0,-1-1,1 0,0-1,0 0,0 0,0-1,0 0,0-1,0 0,8-3,-11 2,1-1,-1 0,0-1,0 0,0 0,0 0,-1-1,1 0,-1-1,0 1,-1-1,0 0,0 0,0-1,0 0,-1 1,0-1,-1-1,1 1,-2-1,1 1,-1-1,1-5,4-22,-1 0,-2 0,-1 0,-2-29,-1 54,-17-550,6 471,10 90,1-1,0 1,0-1,0 1,0-1,0 1,0-1,-1 0,1 1,0-1,0 1,-1-1,1 0,0 1,-1-1,1 0,0 1,-1-1,1 0,0 1,-1-1,1 0,-1 0,1 1,-1-1,1 0,0 0,-1 0,1 0,-1 0,1 0,-1 0,1 0,-1 0,1 0,-1 0,1 0,-1 0,1 0,-1 0,1 0,0 0,-1-1,1 1,-1 0,1 0,-1 0,1-1,0 1,-1 0,1-1,0 1,-1 0,1-1,0 1,0-1,-1 1,1 0,0-1,0 1,-1-1,1 1,0-1,0 1,0 0,0-1,-8 19,0 0,2 1,0 0,1 0,1 0,1 0,0 6,2-19,-6 40,2 1,2 0,2 1,2-1,2 0,2 0,2-1,2 1,2-2,15 38,-19-65,1-1,1 0,0 0,1-1,1 0,1-1,0 0,1-1,1 0,0-1,0 0,1-2,1 0,0 0,1-1,0-1,13 4,16 3</inkml:trace>
  <inkml:trace contextRef="#ctx0" brushRef="#br0" timeOffset="944.543">1017 402,'-21'0,"-10"0,1 0,17 0,30-3,34-2,34-1,27 0,17 2,-13 2</inkml:trace>
  <inkml:trace contextRef="#ctx0" brushRef="#br0" timeOffset="2083.316">1766 976,'4'-20,"0"0,-2 0,0 0,-1-1,-1 1,-1 0,0 0,-2 0,0 0,-2 0,0 0,-1 1,-7-15,11 28,1 6,0 0,1-1,-1 1,1-1,-1 0,1 1,-1-1,1 1,-1-1,1 0,-1 1,1-1,0 0,0 1,-1-1,1 0,0 0,0 1,0-1,0 0,-1 0,1 1,0-1,1 0,-1 0,0 1,0-1,0 0,0 0,1 1,-1-1,0 0,0 0,1 1,-1-1,1 0,-1 1,1-1,-1 1,1-1,-1 1,1-1,-1 1,1-1,0 1,-1-1,1 1,0 0,0-1,168 18,55-17,-221 0,0 0,1 0,-1 1,0-1,0 1,0 0,0 0,0 0,0 0,0 0,0 0,0 1,-1 0,1-1,-1 1,1 0,-1 0,1 1,-1-1,0 0,0 1,0-1,-1 1,1 0,0-1,-1 1,0 0,0 0,0 0,0 0,0 0,0 0,-1 3,5 39,-6-39,1 1,0-1,0 0,1 1,0-1,0 1,0-1,1 0,0 0,0 0,1 0,-1 0,1 0,1-1,-1 1,1-1,0 0,0 0,0 0,1-1,-1 0,5 3,7-1,1-1,0 0,0-1,0-1,1-1,-1 0,0-2,1 0,-1 0,1-2,-1 0,1-1,-1-1,0-1,-1 0,1-1,8-5,-3 4,1-1,-2-1,1-1,-1-1,-1-1,0-1,-1-1,2-2,-19 15,-1 0,1 0,-1 0,1 0,-1 0,1 0,-1 0,0-1,0 1,0 0,1-1,-1 1,0-1,-1 1,1-1,0 1,0-1,-1 0,1 1,-1-1,1 0,-1 1,0-1,0 0,1 0,-1 0,-1 1,1-1,0 0,0 0,-1 1,1-1,-1 0,1 1,-1-1,0 0,0 0,-4-1,0 1,0-1,0 1,-1 0,1 1,-1-1,1 1,-1 0,1 0,-1 1,0-1,1 1,-3 1,-1-2,-6 1,0 0,0 0,0 2,0 0,0 0,0 1,-9 4,19-5,0 0,-1 0,1 1,0-1,0 1,0 0,1 1,-1-1,1 1,0 0,0 0,0 0,0 0,1 1,0 0,0-1,0 1,0 1,1-1,0 0,-1 4,2-5,0 1,0-1,1 0,-1 0,1 1,0-1,0 0,1 0,-1 0,1 1,0-1,0 0,1 0,-1 0,1 0,0 0,0-1,0 1,0-1,1 1,-1-1,1 0,0 1,0-2,0 1,1 0,-1 0,0-1,1 0,0 0,1 1,7 3,-1 0,1-1,0-1,1 0,-1-1,1 0,0 0,-1-2,13 1,-18-1,0 0,1-1,-1 0,0 0,0 0,0-1,0-1,0 1,0-1,0 0,0 0,-1-1,1 0,-1 0,1-1,-1 0,0 0,-1 0,1-1,-1 0,0 0,0 0,0 0,-1-1,0 0,0 0,0 0,-1 0,0-1,2-4,-4 8,0 0,0-1,0 1,0-1,-1 1,1-1,-1 1,0-1,0 0,0 1,0-1,-1 1,0-1,0 1,0-1,0 1,0-1,0 1,-1 0,0 0,1 3,0 0,-1 0,1 0,-1 0,1 1,0-1,0 1,-1-1,1 1,0 0,0-1,-1 1,1 0,0 0,0 0,0 0,0 0,0 0,0 0,1 0,-1 0,0 0,0 0,1 0,-1 1,1-1,-1 0,1 1,0-1,-1 0,1 1,0-1,0 0,0 1,0 0,-1 1,0 1,0-1,0 0,0 1,1-1,0 1,0-1,0 1,0-1,0 0,1 1,-1-1,1 1,0-1,0 0,0 0,1 1,-1-1,1 0,0 0,-1 0,1-1,1 1,-1 0,0-1,1 1,-1-1,1 0,0 0,0 0,0 0,0 0,0-1,0 1,0-1,0 0,1 0,-1 0,0 0,4 0,-1-3,0 1,-1-1,1 0,0-1,-1 1,1-1,-1 0,0-1,1 1,-2-1,1 0,0 0,-1 0,0-1,0 0,0 0,-1 0,1 0,-1 0,0-1,-1 1,0-1,1 0,-2 0,1 0,-1 0,0 0,29-172,-30 176,-1 1,1-1,0 0,0 1,0-1,0 1,1-1,-1 1,0-1,1 1,-1-1,1 1,-1-1,1 1,0 0,-1-1,1 1,0 0,0 0,0 0,0-1,0 1,0 0,1 0,-1 0,0 1,0-1,1 0,-1 0,1 1,-1-1,0 1,1-1,-1 1,1-1,-1 1,1 0,-1 0,1 0,0 0,0 0,184 23,-178-21,0-1,-1 1,1 0,-1 1,1-1,-1 2,0-1,0 1,-1 0,1 0,-1 1,0 0,0 0,0 0,-1 1,1 0,-1 0,-1 0,1 1,-1-1,-1 1,3 4,11 46,-16-50,0 1,1 0,0-1,0 0,1 1,0-1,0 0,0 0,1 0,0-1,0 1,1-1,0 0,0 0,1-1,-1 0,1 1,0-2,0 1,1-1,2 2,-1-4,-1 0,1 0,0-1,0 1,0-2,0 1,0-1,-1 0,1-1,0 0,0 0,0-1,-1 0,1 0,0-1,-1 0,0 0,6-3,3-3,0-1,-1 0,0-1,0-1,-1 0,-1-1,6-8,-11 13,0-1,-1 1,0-2,0 1,-1-1,-1 0,1 0,-2-1,1 1,-2-1,1 0,-2 0,2-10,-3 20,-1-1,0 1,0-1,-1 1,1-1,0 0,0 1,-1-1,1 1,-1 0,1-1,-1 1,0-1,1 1,-1 0,0-1,0 1,0 0,0 0,0 0,0 0,0 0,-1 0,1 0,0 0,-1 0,1 0,0 1,-1-1,1 1,-1-1,1 1,-1-1,1 1,-1 0,1 0,-1 0,1 0,-1 0,0 0,1 0,-1 0,1 0,-1 1,1-1,-68 27,63-23,1 1,-1 0,0 0,1 1,0-1,1 1,-1 0,1 0,0 1,-2 5,5-10,0 0,0 1,0-1,0 1,0-1,1 1,-1 0,1-1,-1 1,1-1,0 1,0 0,1-1,-1 1,0 0,1-1,0 1,-1-1,1 1,0-1,0 1,1-1,-1 0,0 1,1-1,-1 0,1 0,0 0,0 0,0 0,2 1,5 3,2 0,-1-1,0 0,1-1,0 0,0-1,0 0,1-1,-1 0,3 0,217 17,-105-16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49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449 52,'-9'-6,"1"0,-1 0,0 1,-1 0,1 1,-1 0,0 1,0-1,0 2,0 0,-1 0,1 0,-1 2,1-1,-1 1,1 1,-1 0,1 0,0 1,-1 0,1 1,0 0,0 1,1 0,-1 0,-4 4,1-1,1-1,0 2,1 0,0 0,0 1,1 0,0 1,1 0,0 0,0 1,1 1,0-1,1 1,1 0,0 1,0 0,1 0,1 0,-3 13,6-20,1-1,-1 1,1-1,0 1,0 0,1-1,-1 1,1-1,1 1,-1-1,1 0,0 1,0-1,0 0,1 0,-1 0,1-1,1 1,-1 0,1-1,-1 0,1 0,1 0,-1-1,0 1,1-1,0 0,-1 0,1-1,0 1,1-1,-1 0,1 0,4 0,1 0,0-1,0 0,-1-1,1 0,0 0,0-2,0 1,-1-1,1 0,-1-1,0-1,1 1,-1-2,-1 1,1-1,-1-1,0 0,0 0,0-1,-1 0,0 0,4-6,-5 6,0 0,0-1,-1 1,1-2,-2 1,0-1,0 0,0 0,-1 0,0-1,-1 1,0-1,-1 0,0 0,0 0,-1 0,0 0,-1 0,0 0,-1-1,0 1,0 0,-1 0,-1 0,0-2,-15-19,18 30,-1 1,1-1,0 1,-1 0,1-1,0 1,-1-1,1 1,0 0,-1-1,1 1,-1 0,1 0,0-1,-1 1,1 0,-1 0,1-1,-1 1,1 0,-1 0,1 0,-1 0,1 0,-1 0,1 0,-1 0,1 0,-1 0,1 0,-1 0,1 0,-1 1,1-1,-1 0,1 0,-1 0,1 1,-1-1,1 0,0 1,-1-1,1 0,-1 1,1-1,0 0,0 1,-1-1,1 1,0-1,-1 1,1-1,0 0,0 1,0-1,0 1,0-1,-1 1,1-1,0 1,0-1,0 1,0-1,0 1,1 0,-4 15,1 1,2 0,-1 0,2-1,0 1,1 0,1-1,4 14,-7-28,1 11,1 0,1 0,0-1,0 1,2-1,-1 1,1-1,1-1,0 1,1-1,0 0,1 0,0-1,0 0,1-1,1 0,0 0,0-1,0 0,4 1,0-3,-1-1,1 0,0-1,0-1,1-1,-1 0,7 0,39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51.3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0 267,'23'0,"20"0,18 0,16-2,11-3,6-3,1-3,-2-1,-10 1,-12 2,-19 4</inkml:trace>
  <inkml:trace contextRef="#ctx0" brushRef="#br0" timeOffset="364.611">254 441,'4'2,"12"1,13-2,18-4,17-4,14-2,8-3,7 2,-1 1,-8 3,-11 3,-13 1,-15 1,-15 1</inkml:trace>
  <inkml:trace contextRef="#ctx0" brushRef="#br0" timeOffset="848.343">735 0,'-8'7,"23"5,192 73,-159-67,-1 2,-1 1,-1 3,-1 2,-2 1,0 3,2 4,-39-30,0 0,0 1,0 0,-1 0,1 0,-1 0,-1 1,1 0,-1-1,0 2,0-1,0 0,-1 0,0 1,-1-1,1 1,-1-1,0 1,-1 0,0 0,0-1,0 1,-1 0,0-1,0 1,-1 0,1-1,-1 1,-1-1,1 0,-4 5,-13 15,-1-2,-1 0,-1-1,0-2,-2 0,-1-1,-1-2,0 0,-1-2,-5 1,-52 31,10-9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50.4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0 103,'16'4,"15"2,13 0,12-1,9-2,6-1,4-1,-4-1,-8 0,-15 0</inkml:trace>
  <inkml:trace contextRef="#ctx0" brushRef="#br0" timeOffset="264.507">121 437,'18'7,"20"2,19-3,21-4,14-8,11-4,3-6,-2-2,-19 2</inkml:trace>
  <inkml:trace contextRef="#ctx0" brushRef="#br0" timeOffset="543.454">1258 236,'-2'6,"0"-1,0 0,1 1,0-1,0 0,1 1,0 0,-1-1,2 1,-1-1,1 1,0-1,0 0,0 1,1-1,0 0,0 1,0-1,0-1,1 1,0 0,0 0,1-1,-1 0,1 0,0 0,0 0,0 0,0-1,1 0,-1 0,1 0,0 0,0-1,10 3,-1 0,1-2,0 0,-1 0,1-2,1 0,-1 0,0-2,0 0,0 0,0-1,-1-1,1-1,0 0,-1-1,0 0,0-1,-1-1,1 0,-1-1,-1 0,0-1,0 0,10-11,-17 14,0 1,0-1,-1 0,0 0,0 0,0-1,-1 1,0-1,0 0,-1 0,0 0,0 0,-1 0,1 0,-2-1,1 1,-1 0,0-1,0 1,-1 0,0-1,-1 1,1 0,-1 0,-1 0,1 0,-1 0,-1 1,1-1,-1 1,0 0,0 0,-1 0,0 0,-4-3,-1 0,-1 1,-1 0,1 1,-1 0,-1 0,1 2,-1-1,0 2,0 0,-1 0,1 1,-1 1,0 0,1 1,-1 0,0 1,0 1,0 0,1 1,-1 1,1 0,-1 0,1 2,0-1,0 2,1 0,-1 0,2 1,-1 1,1 0,0 0,0 1,1 0,0 2,6-8,0 1,1 0,-1 0,1 0,0 0,0 0,1 1,0 0,-1-1,1 1,1 0,-1 0,1 0,0 0,0 0,0 0,1 0,0 0,0 0,0 1,0-1,1 0,0 0,0 0,0 0,1 0,0 1,20 28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56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1,'12'56,"-2"2,-3-1,-3 1,-2 9,-1-53,6 302,-4-294,-1-22,-1 0,0-1,0 1,0-1,0 1,0-1,1 0,-1 1,0-1,0 0,-1 0,1 0,0 0,0 0,0 0,-1 0,1 0,0 0,-1 0,1 0,-1 0,1 0,-1 0,1-1,-1 1,0 0,0 0,0 0,0-1,0 0,6-14,2-9,1 1,2 1,0 0,1 0,1 1,-9 16,0 1,0 0,0 0,0 0,1 1,-1 0,1-1,0 1,1 1,-1-1,1 1,0 0,-1 0,1 1,0 0,1 0,-1 0,0 1,0 0,1 0,-1 0,4 1,-2 1,-1 1,1-1,-1 2,1-1,-1 1,0 0,0 0,0 1,-1 0,1 0,-1 1,0-1,0 1,-1 1,1-1,-1 1,0 0,-1 0,1 1,-1-1,-1 1,1 0,-1 0,0 0,-1 0,1 1,-1-1,-1 1,0-1,0 1,0 0,-1 0,0-1,-1 1,1 0,-2-1,1 1,-1-1,0 1,0-1,-2 2,-1 1,-1-1,0 0,-1 0,0 0,-1-1,1 0,-1-1,-1 1,0-2,0 1,0-1,0-1,-1 1,0-2,-5 3,-6 1,0-1,-1 0,0-2,0-1,-1 0,1-2,-3 0,-14-5,45-9,9 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0.3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0 847,'18'10,"0"0,0 1,-1 1,-1 0,0 1,0 1,-2 1,0 0,0 1,-2 0,0 1,-1 0,0 1,-2 0,0 1,-1 0,-1 0,0 1,-2 0,1 7,-7 26,48-150,70-146,-92 201,-24 42,0 0,-1 0,1 0,0 1,0-1,0 0,0 1,-1-1,1 1,0-1,0 1,-1-1,1 1,0 0,-1-1,1 1,-1 0,1-1,0 1,-1 0,0 0,1-1,-1 1,0 0,1 0,-1 0,0 0,0 0,1 0,-1-1,0 1,0 0,0 0,0 0,0 0,-1 0,1 0,0 0,0 1,2 19,2 1,0-1,1 0,1 0,1 0,1-1,1 0,1 0,0-1,1-1,2 0,-1 0,3 0,-10-14,1 0,0 0,0 0,0-1,1 1,-1-1,1-1,0 0,0 1,-1-2,2 1,-1-1,0 0,0-1,0 0,0 0,0 0,0-1,0 0,0-1,0 1,2-2,10-2,1-2,-1-1,0 0,-1-1,0-1,-1-1,3-2,-9 7,-1-1,-1 0,1 0,-1-1,-1-1,1 1,-1-1,-1-1,0 0,0 0,-1 0,0 0,-1-1,0 0,0 0,-1-1,0-5,-4 15,0-1,0 1,0 0,0 0,-1 0,1 0,-1 0,0 0,1 0,-1 0,0 0,0 0,-1 0,1 0,0 0,0 1,-1-1,1 1,-1-1,0 1,1-1,-1 1,0 0,0 0,0 0,0 0,0 0,0 0,0 1,0-1,0 1,0-1,0 1,0 0,0-1,-3 2,-79 7,80-5,-1-1,0 1,1 0,-1 1,1-1,0 1,0 0,0 0,0 0,1 0,0 1,0 0,0-1,0 1,1 0,0 0,0 0,0 1,1-1,0 0,0 1,0-1,0 1,1-1,0 1,0-1,1 1,-1-1,1 1,0-1,1 1,-1-1,1 0,0 0,1 0,-1 0,1 0,0 0,0-1,0 1,1-1,-1 0,5 3,4 3,-1-1,2 0,-1-1,1-1,0 0,1-1,-1 0,1-1,1 0,-1-1,0-1,1-1,0 0,0 0,0-2,-1 0,4 0,36-1</inkml:trace>
  <inkml:trace contextRef="#ctx0" brushRef="#br0" timeOffset="277.646">1376 888,'0'15,"0"13,3 8,2 5,6 2,4 1,6-6,3-5,2-10,-4-8</inkml:trace>
  <inkml:trace contextRef="#ctx0" brushRef="#br0" timeOffset="684.15">1216 513,'131'56,"-106"-49,0 1,-1 2,0 0,-1 2,0 0,-1 2,0 0,-2 1,1 2,-2 0,0 1,-1 0,12 17,-23-20,0 1,0 0,-1 0,-1 0,-1 1,0-1,-1 1,-1 0,0 5,15 78,-17-97,1 1,-1-1,1 0,0 0,0 0,0 0,0 0,1 0,-1 0,1-1,-1 1,1 0,0-1,0 1,1-1,-1 0,0 0,1 1,-1-2,1 1,0 0,0 0,-1-1,1 0,0 1,0-1,0 0,1-1,-1 1,0 0,0-1,0 0,0 0,1 0,-1 0,0 0,0-1,0 1,2-1,7-6,0 0,-1 0,0-1,0-1,-1 0,0 0,0-1,-1 0,0-1,-1 0,0 0,-1-1,-1 0,1 0,-2-1,0 1,0-1,-1 0,1-11,1 7,-1 47,-6-2,8 94,-6-116,0 0,1 0,-1 0,1-1,1 1,-1-1,1 0,0 1,0-1,1-1,-1 1,1 0,0-1,0 0,1 0,-1 0,1 0,5 2,22 8,-1-5</inkml:trace>
  <inkml:trace contextRef="#ctx0" brushRef="#br0" timeOffset="998.71">2299 794,'-3'7,"0"0,0 1,1-1,0 1,1-1,-1 1,2 0,-1 0,1 0,0 0,0 0,1-1,0 1,1 0,0 0,0-1,0 1,1-1,0 0,1 0,0 0,2 4,2 2,1-1,0-1,0 1,1-1,1-1,0 0,0-1,1 0,0 0,0-1,11 4,-20-9,1-1,0 0,0-1,-1 1,1-1,0 1,0-1,0 0,0 0,1-1,-1 0,0 1,0-1,0 0,0-1,0 1,1-1,-1 0,0 0,0 0,0-1,-1 1,1-1,0 0,-1 0,1 0,-1 0,1-1,-1 0,0 1,2-4,4-8,0-1,-1-1,-1 1,-1-1,0 0,-1-1,-1 0,0 1,-1-1,0-14,5-16,-6 37,-1 2,0-1,1 1,0 0,0 0,1 0,0 0,0 0,1 0,0 1,0-1,1 1,1-1,15 5,-13 11</inkml:trace>
  <inkml:trace contextRef="#ctx0" brushRef="#br0" timeOffset="1619.228">2861 1074,'20'-4,"0"-1,-1 0,0-2,0-1,0 0,-1-1,0-1,-1-1,0 0,-1-1,0-1,9-10,-18 15,1-1,-2 0,1-1,-1 1,-1-1,0-1,0 1,-1-1,1-3,-4 11,0 0,0-1,0 1,0 0,-1 0,1 0,-1-1,0 1,0 0,0 0,0-1,-1 1,1 0,-1 0,0 0,0 0,0 0,0 0,-1 0,1 0,-1 0,0 0,1 1,-1-1,-1 1,1-1,0 1,0 0,-1 0,0 0,1 0,-1 0,0 1,0-1,-1 0,1 1,-1 0,0-1,0 1,0 1,1-1,-1 1,0-1,0 1,0 0,0 0,0 1,0-1,0 1,0 0,1 0,-1 0,0 1,1-1,-1 1,1 0,-1 0,1 0,0 0,0 1,0-1,0 1,0 0,0 0,0 1,-2 2,1 0,-1 0,1 1,0-1,1 1,0 0,0 0,0 0,1 0,0 0,1 1,0-1,0 1,0-1,1 6,1-3,1 0,0 0,1 0,0 0,1 0,0 0,0-1,1 0,0 0,1 0,0-1,0 1,1-1,0-1,0 0,1 0,0 0,0-1,1 0,0 0,0-1,0 0,0-1,1 0,0 0,0-1,0-1,0 1,0-2,3 1,-8-2,0 0,0 0,0 0,0-1,0 0,0 0,0 0,0 0,-1-1,1 0,0 0,-1 0,1 0,-1-1,0 0,0 0,0 0,0 0,-1-1,1 1,-1-1,0 0,0 0,0-1,0 1,-1 0,0-1,0 1,0-1,1-3,3-11,-1 0,0-1,-2 0,0 0,-1 0,-1 0,-1-2,-15-203,15 224,0 0,0 0,0 1,0-1,1 0,-1 1,0-1,0 0,1 1,-1-1,0 0,1 1,-1-1,0 1,1-1,-1 1,1-1,-1 1,1-1,0 1,-1-1,1 1,-1-1,1 1,0 0,-1-1,1 1,0 0,-1 0,1 0,0 0,0-1,-1 1,1 0,0 0,-1 0,1 0,0 1,0-1,-1 0,1 0,0 0,-1 0,1 1,0-1,-1 0,1 1,0-1,-1 0,1 1,-1-1,1 1,-1-1,1 1,-1-1,1 1,-1 0,0-1,1 1,-1-1,1 1,-1 0,0-1,0 2,10 3,162 75,-168-76,1-1,-1 1,0 0,0 1,0-1,0 1,-1 0,0-1,0 1,0 1,-1-1,0 0,0 1,0-1,0 1,-1 0,0-1,0 1,-1 0,0 0,0 0,0-1,0 1,-1 0,0 0,0-1,-1 1,0 0,-2 4,-2 16,3-22,1 0,0 1,0 0,1-1,-1 1,1 0,0 0,0 0,1 0,-1 0,1 0,0 0,0 0,1 0,0 0,0 0,0 0,0-1,1 1,0 0,0 0,0-1,0 0,1 1,0-1,-1 0,2 0,-1 0,0-1,4 4,4-2,0-1,0 0,0-1,1 1,-1-2,1 0,0-1,0 0,-1 0,9-1,32-1</inkml:trace>
  <inkml:trace contextRef="#ctx0" brushRef="#br0" timeOffset="1989.556">4198 660,'-9'-3,"1"0,-1 0,0 1,0 0,0 1,0 0,0 0,0 1,0 0,0 1,0-1,0 2,0 0,0 0,0 0,1 1,-1 0,1 1,0 0,0 0,0 1,0 0,1 0,0 1,0 0,0 0,1 1,0-1,0 2,-1 2,5-7,1 0,-1 0,1 0,0 0,0 0,0 0,1 1,-1-1,1 0,0 0,0 1,0-1,0 0,0 0,1 1,0-1,-1 0,1 0,0 0,0 0,1 0,-1 0,1 0,0 0,-1-1,1 1,0 0,1-1,-1 0,0 1,1-1,-1 0,1 0,0 0,-1-1,1 1,2 0,19 11,0-1,1-1,0-2,1 0,-1-2,7 0,79 28,-109-35,0 0,0 0,0 0,0 0,0 1,-1-1,1 1,0-1,0 1,-1 0,1-1,0 1,-1 0,1 0,-1 0,1 1,-1-1,0 0,1 0,-1 1,0-1,0 1,0-1,0 1,0 0,0-1,0 1,-1 0,1-1,0 1,-1 0,0 0,1 0,-1-1,0 1,0 0,0 0,0 0,0 0,-1 0,1-1,0 1,-1 1,-8 5,0-2,-1 0,1 0,-1 0,0-1,0-1,-1 0,1 0,-1-1,0 0,-7 0,7 0,-203 36,207-39,10-2</inkml:trace>
  <inkml:trace contextRef="#ctx0" brushRef="#br0" timeOffset="2719.583">4960 1008,'-8'-14,"-1"0,-1 0,0 1,0 1,-1 0,-1 0,0 1,0 1,-1 0,-1 0,0 1,0 1,0 1,-5-2,16 8,-1-1,1 1,0 0,-1 0,1 0,-1 0,0 1,1-1,-1 1,1 0,-1 0,0 1,1-1,-1 1,1-1,-1 1,1 0,-1 1,1-1,0 0,-1 1,1 0,0 0,0 0,0 0,1 0,-1 1,0-1,1 1,-1 0,1-1,0 1,0 0,0 0,-1 4,1-3,0 0,0 1,1 0,0-1,0 1,0 0,0-1,1 1,-1 0,1 0,1 0,-1-1,1 1,-1 0,1 0,1-1,-1 1,1-1,-1 1,1-1,1 0,-1 1,1-1,-1 0,1 0,0-1,0 1,1-1,-1 1,1-1,0 0,0-1,0 1,0-1,0 1,4 0,1 1,1-1,-1 0,0 0,1-1,0-1,-1 1,1-2,0 1,0-1,0-1,0 0,-1 0,1-1,0 0,-1-1,0 0,1 0,-1-1,0 0,-1-1,1 0,-1 0,0-1,0 0,-1 0,0-1,0 0,0 0,-1 0,0-1,0 0,-1-1,0 1,-1-1,0 0,0 0,0-3,-6-18,2 29,0 1,0-1,0 1,-1 0,1-1,0 1,0 0,0-1,-1 1,1 0,0 0,-1-1,1 1,0 0,0 0,-1-1,1 1,0 0,-1 0,1 0,-1 0,1-1,0 1,-1 0,1 0,0 0,-1 0,1 0,-1 0,1 0,0 0,-1 0,1 0,-1 0,1 1,0-1,-1 0,1 0,0 0,-1 0,1 0,0 1,-1-1,1 0,0 0,-1 1,1-1,0 0,0 1,-1-1,1 0,0 1,0-1,0 0,-1 1,1-1,0 0,0 1,0-1,0 0,0 1,0-1,0 1,0-1,0 0,0 1,0-1,0 1,0-1,-3 7,0-1,0 1,0-1,1 1,0 0,1 0,0 0,0 0,0 0,1 1,0-1,0 0,1 0,0 0,0 0,1 0,0 0,0 0,0 0,1-1,0 1,0-1,1 0,0 0,0 0,0 0,1-1,0 1,0-1,0-1,1 1,-1-1,1 0,2 1,1-2,0-1,0 0,0 0,1-1,-1-1,1 1,-1-1,0-1,1 0,-1 0,0-1,1 0,-1 0,0-1,0-1,-1 1,1-1,-1-1,0 0,0 0,0 0,-1-1,1 0,-2-1,1 1,-1-1,0-1,0 1,-1-1,0 0,0 0,-1-1,0 1,0-1,-1 0,0 0,-1-1,11-38,-3-1,-2 0,-2 0,-3 0,-1-25,-1 46,10-480,-10 493,-11-49,-4 64,-23 67,33-58,-13 39,2 1,2 0,2 1,3 1,1-1,3 1,2 0,3 15,0-39,1 0,2 0,0 0,2 0,1-1,1 0,1 0,2-1,0 0,2-1,0 0,2-1,0 0,2-2,0 0,2-1,0 0,13 9,-27-24,0-1,0 0,0 0,0 0,1 0,-1-1,1 0,0 0,0 0,0-1,0 0,1 0,-1-1,0 1,1-2,-1 1,1-1,0 1,-1-2,1 1,-1-1,1 0,-1 0,0-1,5-1,8-14</inkml:trace>
  <inkml:trace contextRef="#ctx0" brushRef="#br0" timeOffset="2997.941">5040 446,'18'-2,"26"-1,34 0,30 1,24 2,15 2,1 3,-14 0,-28-1,-31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2:57.5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215 680,'25'-87,"-4"0,-3-2,-4 0,-4-1,-5 0,-3-47,-2 126,-1 24,1 232,12 12,-11-248,21 151,-19-151,-1-1,1 0,1 1,-1-1,1 0,1-1,-1 1,1-1,1 0,-1 0,1 0,1-1,-1 0,1 0,0 0,7 3,-1-3,0 0,1-2,-1 1,1-2,0 0,0 0,1-2,-1 0,0 0,0-1,1-1,-1 0,0-1,0-1,0 0,3-2,36-10</inkml:trace>
  <inkml:trace contextRef="#ctx0" brushRef="#br0" timeOffset="261.366">0 293,'25'4,"29"2,30-4,24-6,13-4,5-1,-6 4,-22 2</inkml:trace>
  <inkml:trace contextRef="#ctx0" brushRef="#br0" timeOffset="801.718">803 841,'4'-40,"-2"1,-2-1,-1 0,-2 1,-2-1,-1 1,-7-20,2 11,12 47,0 0,0 1,0-1,0 0,0 0,0 1,0-1,0 1,0-1,0 1,1-1,-1 1,0 0,0 0,0-1,1 1,-1 0,0 0,0 0,0 0,1 1,-1-1,0 0,0 0,0 1,0-1,1 1,-1-1,0 1,0-1,0 1,0 0,6 1,279 26,-282-28,0 0,0 0,0 1,0-1,1 1,-1 0,0 0,0 1,-1-1,1 1,0 0,0 0,-1 0,1 1,-1-1,0 1,0-1,0 1,0 0,0 1,0-1,-1 0,0 1,1-1,-1 1,-1 0,1 0,0 0,5 71,-8-69,0 0,0 0,1 0,0 0,0 0,1 0,-1 0,1 0,0 0,1 0,0 0,-1 0,2-1,-1 1,1-1,0 1,0-1,0 0,1 0,0-1,0 1,0-1,0 0,1 0,0 0,-1 0,1-1,1 0,-1 0,2 0,4 0,1-1,-1 0,1-1,0 0,0-1,0 0,0-1,-1-1,1 0,0 0,-1-1,0 0,1-1,-1-1,-1 1,1-2,-1 1,0-2,0 1,0-1,-1-1,0 0,-1 0,0-1,0 0,-1 0,0-1,0 1,-1-2,-1 1,1-1,-2 0,1 0,-2 0,0 0,0-1,-1 1,0-1,-1 0,0-2,-1 9,-1 0,0 0,0 0,0 0,0 0,-1 0,0 0,0 0,0 0,-1 1,1-1,-1 1,-1-1,3 4,0 0,0-1,0 1,0 0,0 0,-1 0,1 0,-1 0,1 0,0 1,-1-1,0 0,1 1,-1-1,1 1,-1 0,0-1,1 1,-1 0,1 0,-1 0,0 0,1 0,-1 0,0 1,1-1,-1 0,0 1,1-1,-1 1,1 0,-1 0,1-1,0 1,-1 0,1 0,0 0,-1 0,1 1,0-1,0 0,0 1,-4 3,1 0,0 0,0 1,0 0,1 0,0 0,0 0,1 0,-1 1,1-1,1 1,-1 0,1-1,0 1,1 0,-1 0,2 0,-1 0,1-1,0 1,0 0,0-1,1 1,0 0,1-1,-1 0,1 0,0 0,1 0,0 0,0 0,0-1,0 0,1 0,0 0,0 0,3 1,4 1,1-1,1 0,-1-1,1 0,0-1,0 0,1-2,-1 1,0-2,1 0,1-1,43 2</inkml:trace>
  <inkml:trace contextRef="#ctx0" brushRef="#br0" timeOffset="1095.707">2206 426,'-3'0,"-13"-4,0 2,-1-1,1 2,-1 0,1 1,-1 1,1 1,0 0,-1 1,1 0,0 2,1 0,-16 7,27-9,0 1,0-1,0 1,1 0,0 1,0-1,0 1,0-1,0 1,1 0,0 0,0 0,0 0,1 0,0 0,0 1,0-1,0 0,1 1,0-1,0 1,1-1,-1 0,1 1,0-1,1 0,-1 0,1 0,0 0,0 0,1 0,-1 0,1-1,0 1,0-1,1 0,-1 0,1 0,0 0,3 1,8 6,1-1,0-1,1 0,0-1,1-1,-1-1,1 0,1-2,-1 0,1-1,-1 0,1-2,0 0,0-1,-1-1,8-2,14 0,1-2,-1-2,-1-2,1-2,-2-1,0-1,0-3,-1-1,-1-2,30-21,-41 22</inkml:trace>
  <inkml:trace contextRef="#ctx0" brushRef="#br0" timeOffset="1948.72">2700 600,'7'-4,"12"-9,0 0,-1 0,-1-2,0 0,-1-1,-1-1,0 0,7-13,-21 29,0 0,0 0,-1 0,1 0,0 0,-1 0,1 0,-1 0,1 0,-1 0,1 0,-1-1,0 1,1 0,-1 0,0 0,0-1,0 1,0 0,0 0,0 0,-1-1,1 1,0 0,-1 0,1 0,0 0,-1 0,1-1,-1 1,0 0,1 0,-1 0,0 0,0 1,0-1,1 0,-1 0,0 0,0 1,0-1,0 0,0 1,-1-1,1 1,0-1,0 1,0 0,0-1,0 1,-1 0,1 0,0 0,0 0,-1 0,0 0,-12 0,-1 1,0 0,1 1,0 1,-1 0,1 1,1 1,-1 0,0 0,1 2,0-1,1 2,-9 6,16-12,0 1,1 0,0 0,0 1,0-1,0 1,0 0,1 0,-1 0,1 0,0 1,1-1,-1 1,1 0,0 0,0 0,0 0,0 0,1 0,0 0,0 1,1-1,0 0,-1 1,2-1,-1 0,1 1,-1-1,2 0,4 5,1 0,0-1,1 1,0-2,1 1,-1-1,2-1,-1 1,1-1,0-1,0 0,1-1,0 0,0 0,0-1,1-1,-1 1,1-2,0 0,34 9,1-2,-1-2,1-3,27 0,4-4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5.1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361 36,'-10'-5,"-1"-1,0 2,0-1,-1 2,1-1,-1 1,1 1,-1 0,0 1,0 0,0 1,0 1,0-1,0 2,0 0,1 0,-1 1,1 0,-1 1,1 1,0 0,1 0,-1 1,3 2,0 0,0 1,1 0,0 0,0 1,1-1,1 2,0-1,0 1,1-1,0 1,1 0,0 1,1-1,0 0,1 1,0-1,1 1,0-1,0 1,2-1,-1 1,2-1,-1 0,2 0,2 8,-3-14,-1 0,1 0,1 0,-1 0,1-1,-1 1,1-1,1 0,-1 0,1-1,-1 1,1-1,0 0,0 0,0 0,1-1,-1 0,0 0,1 0,0-1,-1 0,1 0,0 0,0-1,0 1,-1-2,1 1,0-1,0 1,-1-1,1-1,0 1,-1-1,1 0,-1-1,0 1,0-1,0 0,0 0,4-3,2-6,0 0,0 0,-1-1,-1 0,0-1,-1 0,0 0,-1 0,-1-1,0-1,-1 1,-1-1,0 1,-2-1,1 0,-2-1,0 1,-1 0,-1-9,-6-24,7 49,0-1,0 1,-1 0,1 0,0 0,-1-1,1 1,0 0,-1 0,1 0,-1 0,1 0,0 0,-1 0,1 0,0 0,-1 0,1 0,0 0,-1 0,1 0,-1 0,1 0,0 1,-1-1,1 0,0 0,-1 0,1 0,0 1,0-1,-1 0,1 0,0 1,0-1,-1 0,1 1,0-1,0 0,-1 1,1-1,0 0,0 1,0-1,0 0,0 1,0-1,0 0,0 1,0-1,0 0,0 1,0-1,0 1,0-1,0 0,0 1,0-1,0 0,0 1,0-1,1 0,-1 1,-4 12,2 1,-1-1,2 1,0-1,0 1,1 0,1 0,1-1,-1 1,2-1,0 1,1-1,0 0,1 0,0-1,1 1,1-1,0 0,0-1,1 0,1 0,0 0,0-1,1-1,0 0,1 0,7 4,-2-4,1-1,0-1,1 0,0-1,0-1,12 1,36 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5.4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1,'9'4,"17"4,20 1,17-2,11-3,0-4,-4 0,-15-2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5.6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36,'22'7,"25"0,23-6,26-8,18-4,14-6,-16 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7.4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0,'23'312,"-7"-156,3 223,-16-353,-3-26,0-1,0 1,0 0,0-1,0 1,0 0,0 0,0-1,0 1,0 0,0-1,0 1,0 0,0 0,0-1,1 1,-1 0,0-1,0 1,0 0,0 0,0 0,1-1,-1 1,0 0,0 0,1 0,-1-1,0 1,0 0,1 0,-1 0,0 0,0 0,1-1,-1 1,0 0,0 0,1 0,-1 0,0 0,1 0,-1 0,0 0,0 0,1 0,-1 0,0 0,1 0,-1 0,0 1,0-1,1 0,-1 0,0 0,0 0,1 0,-1 1,0-1,0 0,1 0,-1 0,0 1,1-2,25-67,-21 51,1 0,0 0,1 1,1 0,1 0,1 1,0 0,0 1,3-2,-10 13,0 0,1 0,-1 1,1-1,-1 1,1 0,0 0,0 0,0 0,0 1,0-1,0 1,0 0,1 1,-1-1,0 1,1 0,-1 0,0 0,0 0,1 1,-1 0,0-1,0 2,0-1,1 0,-1 1,-1 0,1 0,2 2,3 1,0 1,-1 0,0 0,0 1,-1 1,0-1,0 1,-1 0,0 0,0 1,-1 0,2 4,-4-7,0 1,0-1,-1 1,0 0,0 0,-1 0,0 0,0 0,-1 0,1 0,-2 0,1 0,-1 0,0 0,0 0,-1 0,0 0,0-1,-1 1,0-1,0 1,0-1,-1 0,0 0,0-1,0 1,-1-1,0 0,0 0,0 0,-1 0,-4 3,0 0,-1-1,0 0,0 0,-1-1,0-1,0 0,0 0,0-2,-1 1,1-1,-1-1,0 0,0-1,0-1,0 0,-6-1,-33-24,38 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6.5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0 228,'25'0,"27"0,22 0,17 0,11-3,4 0,-4 1,-13 2,-22 1</inkml:trace>
  <inkml:trace contextRef="#ctx0" brushRef="#br0" timeOffset="186.58">94 468,'23'7,"23"2,20 0,19-2,15-2,10-4,-1-5,-19-1</inkml:trace>
  <inkml:trace contextRef="#ctx0" brushRef="#br0" timeOffset="374.698">616 0,'40'11,"36"8,0 4,-2 2,-1 4,69 38,-126-58,-1 1,0 1,-1 0,0 1,0 1,-2 0,1 0,1 5,-9-11,0 0,-1 0,0 0,0 1,0 0,-1 0,0 0,-1 0,0 0,0 0,0 1,-1-1,-1 1,0-1,0 1,0-1,-1 1,-1 4,-2 1,0 0,-2 0,1 0,-2-1,0 0,0 0,-1 0,-1-1,0-1,-1 1,0-1,-1-1,-9 7,-13 11,-2-3,0-1,-2-1,-6 0,-16 8,10-8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5.9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0 440,'5'-33,"12"-82,2-99,-18 146,-1 58,0 21,9 94,5-1,10 30,-8-44,-5-33,-3 0,-2 0,-2 57,-6-81</inkml:trace>
  <inkml:trace contextRef="#ctx0" brushRef="#br0" timeOffset="305.794">40 788,'19'2,"16"1,15-3,14-3,12-3,12-6,10-3,-10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09.2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1,'9'94,"-4"1,-5 31,0-45,-1-17,-2-41,2 0,0 0,2 0,0 0,2 0,0 0,2 0,0 0,2-1,0 0,2 0,0-1,4 4,-5-16,0 0,1-1,1 0,-1-1,2 0,-1 0,0-1,1 0,0-1,1 0,-1-1,1 0,0-1,0-1,0 0,0 0,0-1,0 0,0-1,1-1,-1 0,0 0,0-2,0 1,0-1,-1-1,1 0,9-6,24-11</inkml:trace>
  <inkml:trace contextRef="#ctx0" brushRef="#br0" timeOffset="250.033">0 389,'21'0,"24"0,23 0,21-3,13 0,5 1,-6-1,-21 2</inkml:trace>
  <inkml:trace contextRef="#ctx0" brushRef="#br0" timeOffset="816.38">682 870,'5'-7,"-1"1,-1-1,1 1,-1-1,0 0,-1 0,1 0,-1-1,-1 1,1-1,-2 1,1-1,-1-3,1 5,2-21,-1 0,-1 0,-2 0,0 0,-6-25,7 52,-1-1,1 0,0 0,-1 0,1 1,0-1,-1 0,1 0,0 0,0 0,0 0,0 0,0 1,0-1,0 0,0 0,0 0,1 0,-1 0,0 0,0 1,1-1,-1 0,1 0,-1 0,0 1,1-1,0 0,-1 0,1 1,-1-1,1 1,0-1,-1 0,1 1,0-1,0 1,0 0,-1-1,1 1,0 0,0-1,0 1,0 0,0 0,-1 0,1 0,0 0,0 0,0 0,174 5,-157-3,-1 0,0 1,1 1,-2 0,1 1,0 1,2 2,-12-4,-1-1,0 0,-1 1,1 0,-1 1,1-1,-1 1,-1 0,1 0,-1 1,0-1,0 1,0 0,-1 0,0 0,0 1,0-1,-1 1,1 3,4 26,-7-31,0 0,1 1,-1-1,1 0,0 0,1 0,-1 0,1 0,0-1,0 1,0 0,1-1,0 1,0-1,0 0,0 0,0 0,1-1,0 1,0-1,0 0,0 0,0 0,3 1,3-2,0 0,0-1,0-1,0 1,0-2,0 1,0-1,0-1,0 0,0 0,-1-1,1 0,-1-1,0 0,0 0,0-1,0 0,-1 0,0-1,0-1,0 1,-1-1,0 0,0-1,-1 0,0 0,0 0,-1-1,3-6,-5 9,0 1,0 0,-1-1,1 0,-2 0,1 1,-1-1,1 0,-2 0,1-1,-1 1,0 0,0 0,0 0,-1 0,0 0,0 0,-1 0,1 0,-1 0,-1 1,1-1,-1 1,0-1,0 1,-1 0,-3-4,6 8,0 0,0 0,0 1,0-1,0 0,0 1,0-1,-1 1,1-1,0 1,0 0,-1-1,1 1,0 0,0 0,-1 0,1 0,0 0,-1 0,1 0,0 0,0 1,-1-1,1 0,0 1,0-1,0 1,-1 0,1-1,0 1,0 0,0-1,0 1,0 0,0 0,0 0,1 0,-1 0,0 0,0 0,-23 50,20-43,1 0,1 0,0 0,0 1,0-1,1 0,0 1,1 0,0-1,0 1,1-1,0 1,1-1,-1 0,2 1,-1-1,1 0,0 0,1 0,0-1,0 1,1-1,0 0,0 0,0-1,1 1,0-1,0 0,1-1,4 3,103 30,-56-29</inkml:trace>
  <inkml:trace contextRef="#ctx0" brushRef="#br0" timeOffset="1246.053">2125 536,'-12'-3,"0"0,0 1,-1 0,1 1,-1 0,1 1,-1 1,1 0,0 0,-1 1,1 1,0 0,0 1,0 0,0 0,1 2,0-1,0 1,0 1,1 0,-1 1,9-5,-1 1,1-1,0 0,0 1,0-1,0 1,0-1,1 1,0 0,0 0,0 0,0 0,1 0,-1 0,1 0,0 0,0 0,0 0,1 0,-1 0,1-1,0 1,0 0,1 0,-1 0,1-1,0 1,0-1,0 1,0-1,0 0,1 0,0 0,-1 0,1 0,2 1,13 9,0 0,1-1,1-1,0-1,1-1,-1 0,2-2,-1 0,1-2,0 0,0-1,1-1,-1-2,18 0,-12 0,1-1,0-2,-1 0,0-2,1-1,-1-2,11-4,-25 6,1 0,-1-1,-1 0,1-1,-1-1,0 0,-1-1,1 0,-2-1,0 0,0-1,-1 0,0-1,6-9,-13 17,0 1,-1-1,1 1,-1-1,0 0,0 0,-1 0,1 0,-1-1,0 1,0 0,0 0,0-1,-1 1,1-1,-1 1,-1 0,1-1,0 1,-1-1,0 1,0 0,-1 0,1 0,-1-1,0 1,0 1,0-1,0 0,-1 0,1 1,-1-1,0 1,0 0,-4-1,-1 1,1 0,0 1,-1 0,1 0,-1 0,0 1,0 1,0-1,1 1,-1 0,0 1,0 0,0 0,1 0,-1 1,0 1,1-1,0 1,0 0,0 1,0-1,0 2,0-1,1 1,0 0,0 0,1 0,-1 1,1 0,0 0,0 0,1 1,0 0,0 0,-1 4,4-6,1 1,-1-1,1 0,0 0,1 1,-1-1,1 0,0 0,1 0,-1 0,1 0,0 0,0 0,0-1,1 1,0 0,-1-1,2 0,-1 0,0 0,1 0,0-1,0 1,0-1,0 0,1 0,-1 0,1-1,-1 0,1 1,0-2,0 1,0-1,0 1,0-1,3 0,34 10,1-2,1-1,-1-2,1-3,36-1,25-1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6:43:10.7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254 756,'0'19,"-2"14,-3 11,-1 5,1 3,1-2,4-8,1-9,1-10</inkml:trace>
  <inkml:trace contextRef="#ctx0" brushRef="#br0" timeOffset="465.294">1 449,'28'19,"0"-2,2-1,0-1,1-2,0-1,23 6,10 4,-40-13,1-2,0 0,0 2,-1 1,0 1,-1 2,0 0,-1 1,0 1,-2 1,1 1,-2 0,-1 2,3 3,-15-10,-1 0,0 0,-1 1,0 0,0-1,-2 1,0 0,0 0,-1 1,-1-1,0 0,-1 0,0 0,-1 0,-1 4,2-5,0-9,0-1,0 0,1 1,-1-1,1 0,0 1,0-1,0 0,0 1,0-1,0 1,0-1,1 0,-1 1,1-1,0 0,0 0,0 1,0-1,0 0,0 0,1 0,-1 0,1 0,-1-1,1 1,-1 0,1-1,0 1,0-1,0 1,0-1,0 0,0 0,1 0,-1 0,0 0,0-1,1 1,-1-1,1 1,6-3,0 1,0-1,0-1,0 0,-1 0,1-1,-1 0,0 0,0-1,0 0,0 0,-1-1,0 0,-1 0,1-1,-1 0,0 0,-1 0,1-1,-1 0,0-2,3-4,-1 0,-1 0,0-1,-1 0,0 0,-1 0,-1 0,0-1,-10 40,7-16,1 1,0 0,1-1,0 1,0-1,1 0,-1 0,2 0,-1 0,1 0,1-1,-1 1,1-1,1 0,-1-1,1 1,0-1,1 0,-1-1,1 1,0-1,0-1,1 1,0-1,0-1,0 1,0-1,0-1,4 1,20 6</inkml:trace>
  <inkml:trace contextRef="#ctx0" brushRef="#br0" timeOffset="779.741">1217 729,'8'32,"2"0,1 0,1-1,2-1,1 0,1-1,2-1,3 3,23 17,-43-47,1 0,-1 0,0-1,1 1,-1 0,1 0,-1-1,1 1,-1-1,1 1,0-1,-1 0,1 0,0 1,-1-1,1 0,0 0,-1-1,1 1,-1 0,1-1,0 1,-1-1,1 1,-1-1,1 0,-1 1,1-1,-1 0,0 0,1 0,-1 0,0 0,0 0,0-1,0 1,0 0,7-11,-1 0,0-1,-1 0,0 0,-1 0,-1 0,0-1,-1 0,1-4,1-3,7-34,-5 23,1 0,1 0,2 1,7-14,-7 24</inkml:trace>
  <inkml:trace contextRef="#ctx0" brushRef="#br0" timeOffset="1409.464">1752 1010,'32'-13,"-1"-1,-1-2,0-1,-1-2,-1-1,-1 0,0-2,19-22,-38 35,-1 0,0-1,0 0,-1 0,0 0,-1-1,4-10,-8 18,0 0,0 0,0 0,0-1,-1 1,1 0,-1 0,0 0,0 0,0-1,0 1,0 0,-1 0,0 0,1 0,-1 0,0 0,-1 0,1 0,0 0,-1 0,0 0,1 1,-1-1,0 1,-1-1,1 1,0 0,-1 0,1 0,-2-1,-1 0,1 0,-1 0,0 1,0 0,-1 0,1 0,0 0,-1 1,1 0,-1 0,1 0,-1 1,1 0,-1 0,1 0,-1 1,1-1,-1 2,1-1,-1 0,1 1,0 0,0 0,0 1,0-1,0 1,0 0,1 1,0-1,-1 1,1 0,0 0,1 0,-1 0,1 1,0-1,0 1,0 0,1 0,-1 0,1 0,1 0,-1 1,1-1,0 1,0-1,0 1,1-1,0 1,0 1,4 5,1 0,0 0,1 0,0-1,1 0,0 0,1 0,0-1,0 0,1-1,1 0,0-1,0 1,0-2,1 0,0 0,1-1,7 4,-14-7,0 1,-1-1,1 0,0 0,1-1,-1 0,0 0,1 0,-1 0,1-1,0 0,0 0,-1 0,1-1,0 0,0 0,-1-1,1 1,0-1,0-1,-1 1,1-1,-1 0,1 0,-1 0,0-1,0 0,0 0,0 0,-1 0,1-1,2-2,2-12,0 0,-1 0,-1 0,-1-1,0 0,-1 0,-2 0,0-1,-1 0,0 1,-2-1,-1-14,1 26,8-93,-7 100,-1 0,1 0,0 0,0 0,0 1,0-1,0 0,0 1,0-1,0 1,0-1,0 1,0 0,0-1,0 1,0 0,0 0,0-1,0 1,1 0,-1 0,0 0,0 1,0-1,0 0,0 0,1 0,-1 1,0-1,0 1,0-1,0 1,0-1,0 1,0 0,0-1,0 1,5 2,15 5,-5-4,-1 1,1 1,-2 1,1 0,-1 1,0 0,0 1,-1 1,12 11,-22-15,0-1,-1 1,1 0,-1 0,0 1,-1-1,0 0,0 1,0-1,-1 0,1 1,-2-1,1 1,-1-1,0 1,0-1,0 0,-1 0,0 0,-1 0,1 0,-3 4,-3 14,6-20,0 1,0-1,1 1,-1-1,1 1,0 0,0 0,1 0,-1-1,1 1,0 0,0 0,1 0,0 0,0-1,0 1,0 0,1-1,-1 1,1-1,0 1,1-1,-1 0,1 0,1 2,8 1,0 1,1-2,-1 0,1 0,1-1,-1-1,1 0,0-1,0-1,0 0,0 0,0-2,9 0,-17 0,57 4</inkml:trace>
  <inkml:trace contextRef="#ctx0" brushRef="#br0" timeOffset="1768.792">3155 569,'-7'-3,"-1"-1,1 1,-1 0,0 0,0 1,0 0,-1 0,1 1,0 1,-1-1,1 1,0 0,-1 1,1 0,0 0,0 1,-1 0,1 1,1-1,-1 2,0-1,1 1,-1 0,1 0,-3 3,6-4,-1 0,1 0,0 0,0 1,0-1,0 1,1 0,-1 0,1 0,0 0,0 1,1-1,-1 1,1 0,0 0,0 0,1 0,-1 0,1 0,0 0,1 0,-1 1,1-1,0 0,0 0,1 1,0-1,-1 0,3 4,5 0,0-1,1-1,0 1,1-1,-1-1,1 0,1 0,-1-1,1 0,0-1,0 0,0-1,11 2,25 7,74 30,-119-42,-1 0,0 1,0-1,0 1,0-1,0 1,0-1,0 1,0-1,0 1,0 0,0 0,-1 0,1-1,0 1,0 0,-1 0,1 0,0 0,-1 0,1 0,-1 0,0 0,1 0,-1 0,0 1,1-1,-1 0,0 0,0 0,0 0,0 0,0 1,0-1,-1 0,1 0,0 0,-1 0,1 0,0 0,-1 0,1 0,-1 0,0 0,1 0,-1 0,0 0,1 0,-1 0,-1 0,-10 8,0-1,0-1,-1 0,0-1,-1 0,1-1,-1-1,0 0,0-1,-6 1,-27 6,-1-2,0-2,0-2,-8-2,9-8,35 0</inkml:trace>
  <inkml:trace contextRef="#ctx0" brushRef="#br0" timeOffset="2465.182">4024 810,'-16'-15,"-1"2,-1 0,0 0,-1 2,-10-4,23 12,0 0,0 1,0 0,-1 0,1 0,-1 1,0 0,1 0,-1 1,0-1,1 1,-1 1,0 0,1 0,-1 0,1 1,-1-1,1 2,-6 1,4 0,0 1,0 0,0 0,1 1,-1 0,1 0,1 1,-1 0,1 0,0 1,1-1,0 1,0 0,0 1,1-1,1 1,-1 0,1 0,1 0,0 0,0 0,0 4,3-10,-1 0,1-1,-1 1,1-1,0 1,0-1,0 0,0 1,0-1,1 0,-1 0,1 0,-1 0,1 0,0 0,0 0,0 0,0-1,0 1,0-1,0 1,1-1,-1 0,0 0,1 0,-1 0,1 0,-1-1,1 1,0-1,-1 0,1 0,85-1,-72-2,0-1,-1 0,0-1,0 0,0-2,-1 1,0-2,0 0,-1-1,0 0,0-1,-1 0,0-1,-1 0,0-1,8-12,-6-8,-26 48,10-10,1 0,0 0,0 0,1 1,0-1,0 0,0 0,1 1,0-1,0 0,1 1,0-1,0 0,0 0,1 0,0 1,0-1,0-1,1 1,0 0,0-1,0 1,1-1,-1 0,2 0,-1-1,0 1,1-1,0 0,0 0,0 0,0-1,1 1,-1-1,1-1,4 2,0-1,0-1,1 0,-1-1,0 0,0-1,1 0,-1-1,0 0,0 0,0-1,0-1,0 1,0-2,0 1,-1-1,0-1,1 0,-2 0,1-1,-1 0,0 0,0-1,0 0,-1 0,0-1,-1 0,0 0,0-1,-1 0,0 0,0 0,-1 0,0-1,0 0,10-35,-1-1,-2 0,-2-1,-3 0,-1-1,-2-15,-2 50,7-108,-4 0,-6-17,2 131,-1 0,1 0,-1-1,0 1,-1 0,1 0,-1 0,-1 1,0-1,1 0,-4-3,5 9,0 1,1-1,-1 0,0 0,0 1,0-1,0 1,0-1,0 1,-1-1,1 1,0-1,0 1,0 0,0 0,0 0,-1 0,1 0,0 0,0 0,0 0,0 0,-1 0,1 1,0-1,0 0,0 1,0-1,0 1,0-1,0 1,0 0,0-1,0 1,0 0,0 0,0 0,1 0,-1-1,0 1,1 0,-1 0,0 1,-8 11,0 0,0 0,1 1,1 1,0-1,1 1,1 0,0 1,1-1,-1 12,-3 7,2-1,2 1,0 1,3-1,1 0,1 1,2-1,2 0,1 0,1 0,2-1,1 0,2-1,1 0,2-1,0-1,2 0,2-1,1-1,0 0,3-2,0-1,1 0,23 16,-40-34,1-2,-1 1,1-1,0 0,1-1,-1 0,1 0,-1-1,1 0,0-1,1 1,-1-2,0 1,0-2,1 1,15-6</inkml:trace>
  <inkml:trace contextRef="#ctx0" brushRef="#br0" timeOffset="2666.21">4078 368,'16'3,"28"0,36-1,36 1,32-2,21 0,7 0,-11-1,-33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1 392,'15'-57,"-2"-1,-2 0,-3-1,-3 0,-1-42,-11 164,7-61,-6 235,7-215,1 0,2-1,0 0,1 1,1-2,1 1,1-1,0 0,11 16,9 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0,'16'3,"18"2,23 1,21-1,23-1,19-2,12 0,6-4,-20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108 721,'4'13,"5"14,0 12,-2 5,-1 5,-3 1,0-2,-2-6,-1-8,0-10</inkml:trace>
  <inkml:trace contextRef="#ctx0" brushRef="#br0" timeOffset="1">0 493,'24'-3,"0"0,0 2,0 0,0 2,1 0,-2 2,1 1,0 0,-1 2,0 1,0 1,0 0,-1 2,-1 1,-10-3,0 1,-1 0,-1 0,1 1,-1 1,-1-1,0 1,-1 1,0-1,-1 1,0 1,0-1,-2 1,0 0,0 0,-1 0,0 0,-2 1,1-1,-2 1,1 0,-2 6,1-5,-1-10,0 0,1 0,0 0,0 1,0-1,0 0,1 0,0 0,0 0,0 0,0 0,1 0,0 0,0-1,0 1,1-1,0 1,0-1,0 0,0 0,0 0,1 0,0-1,0 1,0-1,0 0,0 0,5-2,0 0,0 0,0 0,0-1,0-1,0 0,0 0,0 0,0-1,0-1,-1 1,1-1,-1-1,0 0,0 0,0 0,0-1,-1 0,1-1,-2 0,6-5,-1 2,-1-1,-1 0,0-1,0 0,-1-1,0 0,-1 0,0 0,-1-1,1-3,0-2,-7 18,1 0,0 0,0 0,-1 0,1 1,0-1,-1 0,1 1,0-1,-1 0,1 1,0-1,-1 1,1-1,-1 1,1-1,-1 1,1-1,-1 1,1 0,-1-1,0 1,1 0,-1-1,0 1,0 0,1-1,-1 1,0 0,0 0,0-1,0 1,0 0,0 0,0-1,0 1,0 0,0 0,0-1,-1 1,1 0,1 4,3 9,1 0,0-1,1 1,1-1,0 0,1-1,0 0,1 0,7 8,-12-15,1 0,0 0,1-1,-1 0,1 1,0-2,0 1,0-1,0 0,1 0,-1-1,1 0,0 0,-1 0,1-1,0 0,0 0,0-1,0 0,0 0,4-1,-4-1,0 1,-1-1,1 0,-1-1,0 0,0 0,0 0,0 0,0-1,-1 0,1-1,-1 1,0-1,-1 0,1 0,-1 0,0-1,0 1,-1-1,1 0,0-3,4-9,0 0,-2-1,0 0,0 0,-2-1,1-14,5-68,-5 1,-5-1,-6-35,3 87,-1 0,-3 0,-2 0,-5-11,3 33,11 28,0 0,0-1,0 1,0-1,0 1,0 0,0-1,-1 1,1 0,0-1,0 1,0 0,0-1,-1 1,1 0,0-1,0 1,0 0,-1-1,1 1,0 0,-1 0,1-1,0 1,-1 0,1 0,0 0,-1-1,1 1,0 0,-1 0,1 0,0 0,-1 0,1 0,-1 0,1 0,0 0,-1 0,1 0,-1 0,1 0,0 0,-1 0,1 0,0 1,-1-1,1 0,0 0,-1 0,1 0,0 1,-1-1,1 0,0 0,-1 1,1-1,0 0,0 1,0-1,-1 0,1 1,0-1,-3 9,0 1,0-1,1 1,1 0,0-1,0 1,0 0,2 0,-1-1,1 4,0-8,8 92,6-1,3-1,28 84,-37-145,-3-13,1 14,3 0,1-1,1 0,2-1,1 0,18 29,-27-55,0 1,0-1,0-1,1 1,0-1,0 0,0 0,1-1,0 0,0-1,0 1,0-2,1 1,5 1,20 3</inkml:trace>
  <inkml:trace contextRef="#ctx0" brushRef="#br0" timeOffset="2">897 360,'23'0,"27"-2,29-4,23 0,15-1,1 0,-20 1</inkml:trace>
  <inkml:trace contextRef="#ctx0" brushRef="#br0" timeOffset="3">1618 974,'10'-18,"0"0,-2 0,-1-1,0-1,-1 1,-1-1,-1 0,-1 0,0-1,-2 1,0 0,-1-1,-1 1,-2 0,1-1,-2 1,-1 0,-1 1,-5-15,-21-25,32 60,0-1,0 0,1 0,-1 0,0 0,0 0,1 0,-1 0,0 0,0 0,0 0,1 0,-1 0,0 0,0 0,1 0,-1 0,0 0,0 0,1 0,-1-1,0 1,0 0,0 0,1 0,-1 0,0 0,0 0,0-1,0 1,1 0,-1 0,0 0,0-1,0 1,0 0,0 0,0 0,0-1,1 1,-1 0,0 0,0-1,0 1,0 0,0 0,0-1,0 1,0 0,0 0,0 0,0-1,-1 1,1 0,0 0,0-1,0 1,0 0,0 0,0 0,0-1,-1 1,1 0,0 0,0 0,0 0,0-1,-1 1,1 0,29 5,-15-3,254 16,-262-18,-1 0,1 0,-1 0,1 1,-1-1,0 1,1 1,-1-1,0 1,0 0,0 0,0 1,0-1,0 1,-1 0,1 0,-1 1,0-1,0 1,0 0,-1 0,1 1,-1-1,0 1,0-1,0 3,0 5,0 0,-1 0,0 1,-1-1,0 1,-1-1,-1 1,-1 8,4 77,-1-94,0 0,1 0,-1-1,1 1,0-1,0 1,0-1,0 0,0 1,1-1,0-1,-1 1,1 0,0-1,0 1,0-1,1 0,-1 0,1 0,-1 0,1-1,0 1,-1-1,1 0,0 0,0 0,9 1,-1-1,0 0,0 0,0-1,1 0,-1-2,11-1,-9 1,1-1,-1-1,0 0,0-1,0 0,0-1,-1-1,0 0,-1-1,1 0,-2-1,1 0,2-3,-14 12,0 0,0 1,0-1,0 1,0-1,0 0,0 1,0-1,0 1,0-1,0 0,1 1,-1-1,0 0,0 1,0-1,1 0,-1 0,0 1,0-1,1 0,-1 0,0 1,1-1,-1 0,0 0,1 0,-1 1,0-1,1 0,-1 0,1 0,-1 0,0 0,1 0,-1 0,0 0,1 0,-1 0,1 0,-1 0,0 0,1 0,-1 0,0 0,1 0,-1-1,1 1,-1 0,0 0,1 0,-1-1,0 1,1 0,0 15,0-10,1-1,-1 0,1 0,0 0,0 0,1 0,-1 0,1-1,0 1,0-1,0 0,0 0,1 0,-1 0,1 0,0-1,0 1,0-1,0 0,0-1,0 1,0-1,1 1,2-1,3 2,-1-1,1-1,0 0,0 0,0-1,0 0,-1 0,1-1,0-1,9-2,-14 3,0 0,0-1,0 0,-1 1,1-2,-1 1,1 0,-1-1,0 0,0 0,0 0,0-1,-1 1,1-1,-1 0,0 0,0 0,-1 0,1-1,-1 1,0-1,0 1,0-1,0 0,-1 0,0 0,0 0,-1 0,1 0,-1 0,0 0,0 0,-1-1,-1-4,0 0,-1 1,0 0,0-1,-1 1,-1 1,0-1,0 1,0-1,-1 1,0 1,-1-1,1 1,-2 1,1-1,-1 1,0 0,0 1,0 0,-1 0,0 0,0 1,0 1,0 0,-1 0,1 1,-1 0,1 0,-1 1,0 1,0-1,0 2,0-1,1 1,-3 1,1 2,1 0,-1 1,1 0,0 1,0 0,1 1,0 0,0 0,0 1,1 0,0 1,1-1,0 2,0-1,0 2,3-6,1 1,-1 0,1 0,0 0,1 0,-1 1,1-1,1 1,-1-1,1 1,0 0,1 0,-1-1,1 1,1 0,-1 0,1-1,0 1,1 0,0-1,0 1,0-1,1 0,-1 1,2-1,-1 0,2 0,1 0,0 0,-1-1,2 1,-1-1,1-1,0 1,0-1,0 0,0-1,1 0,0 0,-1 0,1-1,0 0,1-1,36 8</inkml:trace>
  <inkml:trace contextRef="#ctx0" brushRef="#br0" timeOffset="4">2689 146,'-16'-3,"-10"0,-5 1,0 2,4 8,6 7,11 11,15 9,14 8,14 6,2-5</inkml:trace>
  <inkml:trace contextRef="#ctx0" brushRef="#br0" timeOffset="5">2902 908,'10'-2,"1"0,-1-1,1 0,-1-1,0 0,-1-1,1 0,-1 0,0-1,0 0,0 0,-1-1,0-1,0 1,-1-1,0 0,0-1,-1 0,0 0,1-4,2-3,0-2,-2 1,0-1,-1 0,0 0,-2-1,0 0,-1 0,-1 0,-1 0,0-1,-1 15,1 1,0-1,-1 1,0-1,0 0,-1 1,1-1,-1 1,0-1,0 1,-1-1,1 1,-1 0,0 0,0 0,0 0,-1 0,1 0,-1 0,0 1,0-1,0 1,-1 0,1 0,-1 0,1 0,-1 1,0 0,0 0,0 0,-1 0,1 0,0 1,-1 0,1 0,-1 0,1 0,-1 1,-1-1,-34 20,39-18,0 0,0-1,0 1,1 0,-1-1,0 1,0 0,1 0,-1-1,1 1,-1 0,1 0,-1 0,1 0,-1 0,1 0,0 0,0 0,0 0,-1 0,1 0,0 0,0 0,0 0,0 0,1 0,-1 0,0 0,0 0,0 0,1 0,-1 0,1 0,-1 0,1 0,-1 0,1-1,-1 1,1 0,0 0,-1-1,1 1,5 3,-1-1,0 0,1 0,0 0,-1-1,1 0,0 0,0-1,0 1,0-1,1-1,-1 1,0-1,2 0,2 1,348-4,-354 3,0 0,0 0,0 1,0-1,0 1,0 0,0 0,0 0,0 1,0-1,-1 1,1 0,-1 0,1 0,-1 0,0 1,0-1,0 1,0 0,0 0,-1 0,1 0,-1 1,0-1,0 1,0-1,0 1,0 0,-1-1,1 3,-1 167,0-170,0 0,0 1,1-1,-1 0,1 0,0 0,0-1,0 1,0 0,0-1,1 1,-1-1,1 0,-1 0,1 0,0 0,0 0,0 0,0-1,0 0,0 1,1-1,-1 0,0-1,1 1,-1-1,1 1,95-5,-86 2,0-1,0-1,0 0,-1-1,0 0,0-1,0-1,0 0,-1 0,-1-1,1 0,-1-1,0 0,-1-1,0 0,-1 0,0-1,0 0,-1 0,-1-1,1-1,-10 1,-11 25,9-6,0 0,0 1,0-1,1 1,0 1,1-1,0 0,0 1,1 0,0-1,0 1,1 4,0-9,1 1,0-1,0 1,0-1,1 1,-1 0,1-1,0 0,1 1,-1-1,1 0,0 1,0-1,0 0,0 0,1 0,0-1,0 1,0-1,0 1,0-1,1 0,-1 0,1-1,0 1,6 2,1 0,-1 0,1-2,0 1,0-1,0-1,0 0,1 0,-1-1,1-1,-1 0,0 0,4-2,21-3</inkml:trace>
  <inkml:trace contextRef="#ctx0" brushRef="#br0" timeOffset="6">3918 119,'0'0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0,'7'14,"9"13,13 14,13 11,11 10,8 7,2 2,0 0,-4-2,-8-6,-7-8,-8-9,-7-12,-8-11</inkml:trace>
  <inkml:trace contextRef="#ctx0" brushRef="#br0" timeOffset="1">482 41,'-16'6,"-12"12,-8 14,-7 18,-5 16,-2 12,-1 10,4 5,4-2,9-7,9-17</inkml:trace>
  <inkml:trace contextRef="#ctx0" brushRef="#br0" timeOffset="2">776 709,'1'5,"1"1,-1-1,1 1,0-1,0 0,1 0,-1 0,1 0,0 0,1-1,-1 1,1-1,0 0,0 0,0 0,1-1,-1 1,1-1,0 0,0 0,0-1,0 0,0 0,0 0,1 0,-1-1,5 1,5 1,1-1,-1-1,0 0,0-1,1-1,-1 0,0-1,0-1,12-3,-10 1,-1 0,0-1,0-1,-1 0,0-1,13-10,-24 16,0-1,0 1,-1-1,0 0,1 0,-1 0,0 0,-1-1,1 1,-1-1,1 0,-1 0,0 1,0-1,-1-1,1 1,-1 0,0 0,0 0,0-1,-1 1,1-1,-1 1,0 0,-1-1,1 1,-1-1,0 1,0-1,-1 0,0 0,0 0,-1 1,0-1,0 0,0 1,-1-1,1 1,-1 0,0 1,0-1,0 0,-1 1,1 0,-1 0,0 1,0-1,0 1,0 0,0 0,-2 0,-4-1,-1 0,0 1,0 0,1 1,-1 0,0 0,0 2,0-1,-4 2,5 0,1 0,-1 1,0 0,1 1,0 0,0 1,0 0,1 0,0 1,0 0,0 1,0-1,-4 7,-15 19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27,'16'13,"14"14,11 14,11 11,7 6,5 5,-2 0,-2-1,-6-5,-9-5,-9-4,-8-8,-10-9,-7-10</inkml:trace>
  <inkml:trace contextRef="#ctx0" brushRef="#br0" timeOffset="1">496 0,'-19'10,"-14"11,-11 18,-5 19,-3 17,-2 17,1 11,3 3,6-4,10-20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1,'3'0,"2"4,3 7,7 7,7 11,8 6,5 7,5 8,4 4,0-1,0-1,-1-4,-3-5,-6-5,-9-7,-9-9</inkml:trace>
  <inkml:trace contextRef="#ctx0" brushRef="#br0" timeOffset="1">321 67,'-5'-4,"-3"2,-6 14,-6 20,-10 21,-8 19,-7 16,-2 9,-1-1,8-16</inkml:trace>
  <inkml:trace contextRef="#ctx0" brushRef="#br0" timeOffset="2">642 589,'22'-12,"1"0,0 2,1 1,0 1,0 1,1 1,7 0,-28 5,-1 0,0 0,0 0,0 1,1-1,-1 1,0-1,1 1,-1 1,0-1,1 0,-1 1,0-1,0 1,1 0,-1 0,0 0,0 1,0-1,0 1,0-1,-1 1,1 0,0 0,-1 1,0-1,1 0,-1 1,0-1,0 1,0 0,0 0,-1 0,1 0,-1 0,0 0,0 0,0 0,0 0,0 1,-4 11,0-1,-1 0,0 1,-1-2,-1 1,0 0,-1-1,0 0,-1-1,-1 0,0 0,0-1,-8 7,-93 100,93-90,17-27,0 0,1-1,-1 1,0 0,1-1,-1 1,1 0,-1-1,1 1,-1 0,1-1,-1 1,1-1,0 1,-1-1,1 1,0-1,-1 1,1-1,0 0,-1 1,1-1,0 0,0 0,0 0,-1 1,1-1,0 0,0 0,0 0,-1 0,1 0,0-1,0 1,0 0,-1 0,1 0,0-1,31-1,-1-2,-1-1,1-2,18-6,-16 4,54-14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0,'25'44,"1"-2,3 0,1-2,2-1,1-2,31 26,-52-51,-1-1,2 0,0-1,0 0,1-1,0 0,0-1,1-1,0 0,1-1,3 1,-15-7,0 1,0-1,0 1,0-1,0-1,0 1,0 0,0-1,0 0,-1 0,1 0,0 0,0-1,-1 1,1-1,-1 0,1 0,-1 0,0-1,0 1,0-1,0 0,0 0,-1 0,1 0,-1 0,0 0,2-3,3-7,-1 0,0 0,0-1,-2 0,1 0,-2 0,1-4,6-39,-2-1,-3 1,-2-9,-4 53,-2 21,-2 42,1 1,4 0,3 32,9 31,5-1,6-1,6 9,37 196,-45-100,-20-199,-2 1,0-1,-1 1,-1-1,-1 0,0 0,-1 0,-1 0,-1-1,-5 10,8-20,0-1,0 0,0 0,0-1,-1 1,0-1,0 0,-1 0,1-1,-1 0,0 0,0 0,-1 0,1-1,-1 0,0-1,1 1,-1-1,0-1,0 1,-1-1,1 0,0-1,0 0,0 0,-1 0,1-1,-3-1,-16-6,1-2,0-1,0-1,1 0,1-2,0-1,1-1,0-1,2-1,0-1,1 0,1-2,-2-3,3 6,1-2,0 0,2 0,0-2,1 0,1 0,0-4,11 23,0 0,0 0,-1 0,2 0,-1 0,0 0,1 0,-1-1,1 1,0 0,0 0,0 0,1 0,-1-1,1 1,0 0,-1 0,1 0,1 0,-1 0,0 0,1 1,0-1,-1 0,1 1,0-1,0 1,0-1,1 1,-1 0,1 0,-1 0,1 1,0-1,-1 0,1 1,0 0,0-1,3 1,28-11,0 1,1 2,0 1,0 2,31-1,-29 2,72-7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0,'12'5,"14"3,20 0,21 0,23-3,19-5,13-7,-14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70 401,'5'16,"0"12,4 8,1 5,1 5,2 0,-3 1,-1-5,-6-6,-3-9</inkml:trace>
  <inkml:trace contextRef="#ctx0" brushRef="#br0" timeOffset="1">3 0,'-2'7,"1"9,6 11,4 7,0-1</inkml:trace>
  <inkml:trace contextRef="#ctx0" brushRef="#br0" timeOffset="2">311 616,'8'1,"0"-1,0 1,0-1,0-1,0 0,1 0,-1 0,0-1,-1 0,1-1,0 1,-1-2,1 1,-1-1,0 0,0-1,0 1,-1-1,0-1,0 1,0-1,0 0,-1 0,0-1,-1 0,2-1,4-41,-11 48,1-1,-1 1,1 0,-1 0,1 0,-1 0,0-1,1 1,-1 0,0 0,0 0,0 1,0-1,0 0,0 0,0 0,0 1,0-1,0 1,0-1,-1 1,1-1,0 1,0-1,0 1,-1 0,1 0,0 0,-1 0,1 0,0 0,0 0,-1 0,1 0,0 1,0-1,-1 1,-7 1,0 1,0 1,1 0,-1 0,1 0,0 1,0 0,1 1,0 0,0 0,0 1,1-1,0 1,0 1,0-1,1 1,0 0,1 0,0 1,0-1,1 1,-1 2,3-7,0-1,-1 1,2 0,-1-1,0 1,1 0,-1 0,1-1,0 1,1 0,-1 0,1-1,-1 1,1 0,0-1,0 1,1-1,-1 1,1-1,0 1,0-1,0 0,0 0,0 0,1 0,-1 0,1-1,0 1,0-1,0 0,0 1,0-1,0-1,1 1,-1 0,4 0,11 4,1-2,-1 0,1-1,0 0,0-2,0 0,0-2,10 0,34-4</inkml:trace>
  <inkml:trace contextRef="#ctx0" brushRef="#br0" timeOffset="3">939 428,'-110'14,"105"-12,1 0,0 0,-1 0,1 0,0 0,0 1,1 0,-1 0,1 0,-1 0,1 1,0-1,0 1,0 0,1 0,-1 0,1 0,0 0,0 0,0 1,1-1,-1 3,1-3,1 1,-1-1,1 1,0-1,0 1,1-1,-1 0,1 1,0-1,0 1,1-1,-1 0,1 0,0 0,0 0,0 0,1 0,-1-1,1 1,0-1,0 1,0-1,0 0,4 2,93 59,27 2,-126-65,0 0,-1 1,1-1,0 0,-1 1,0-1,1 1,-1-1,0 0,0 1,1-1,-1 1,0-1,-1 1,1-1,0 1,0-1,-1 1,1-1,0 1,-1-1,0 0,1 1,-1-1,0 0,0 0,1 1,-1-1,0 0,0 0,0 0,-1 0,1 0,0 0,0 0,0-1,-1 1,1 0,0-1,-1 1,1-1,-1 1,1-1,0 0,-1 1,1-1,-1 0,1 0,-1 0,0 0,-5 3,0 0,0 0,-1-1,1 1,-1-2,0 1,1-1,-1 0,0-1,0 0,1 0,-1-1,0 1,-3-2,9 1,1 1,-1-1,1 0,0 1,-1-1,1 0,0 0,-1 0,1 0,0 0,0 0,0 0,0 0,0 0,0-1,0 1,0 0,0-1,1 1,-1-1,1 1,-1-1,1 1,-1-1,1 1,0-1,0 1,0-1,0 1,0-1,0 0,0 1,0-1,0 1,1-1,-1 1,1-1,-1 1,1-1,0 0,36-56,-11 34,0 0,2 2,1 1,0 1,1 1,1 2,1 1,19-6,-47 21,-4 0,1 0,0 0,0 0,0 0,0 0,0 0,0 1,0-1,0 0,0 1,0-1,0 1,0-1,0 1,0-1,0 1,1 0,-1 0,0 0,0-1,0 1,1 0,-1 0,0 1,0-1,1 0,-1 0,0 1,0-1,0 0,0 1,0-1,1 1,-1 0,0-1,0 1,0 0,-1-1,1 1,0 0,0 0,0 0,0 0,-1 0,1 0,0 0,-1 0,1 0,-1 0,0 1,1-1,-1 0,1 1,-2 8,1 0,1 0,0 0,0 0,1 0,0-1,1 1,0-1,0 1,1-1,0 0,1 0,0-1,1 1,-1-1,1 0,7 6,68 41,-58-45</inkml:trace>
  <inkml:trace contextRef="#ctx0" brushRef="#br0" timeOffset="4">1139 201,'5'5,"10"8,10 8,0 1</inkml:trace>
  <inkml:trace contextRef="#ctx0" brushRef="#br0" timeOffset="5">1527 775,'8'-22,"-2"0,0-1,-1 0,-2 0,0 0,-2-1,0 1,-2-1,0 1,-2 0,0 0,-2 0,0 0,-2 0,0 1,-3-3,9 22,0 3,1 0,-1 0,1-1,0 1,-1 0,1-1,0 1,-1 0,1-1,0 1,-1-1,1 1,0 0,0-1,-1 1,1-1,0 1,0-1,0 1,0-1,0 1,0-1,0 1,0-1,0 1,0-1,0 1,0-1,0 1,0-1,0 1,0-1,0 1,1-1,-1 1,0-1,0 1,1 0,-1-1,0 1,1-1,-1 1,0 0,1-1,-1 1,0 0,1-1,-1 1,1 0,-1 0,1-1,-1 1,1 0,-1 0,1 0,-1 0,1 0,-1 0,1 0,-1 0,1 0,-1 0,1 0,-1 0,1 0,215 46,-192-43,-19-4,-1 0,1 1,-1 0,0 0,1 0,-1 1,1-1,-1 1,1 0,-1 0,0 1,0-1,0 1,0 0,0 0,0 0,0 1,0-1,-1 1,1 0,-1 0,0 0,0 0,0 1,-1-1,1 1,-1 0,1 0,-1 0,1 3,-10 81,5-82,-1 0,2 1,-1-1,1 1,0 0,0-1,0 1,1 0,0-1,1 1,0 0,0-1,0 1,1-1,-1 1,2-1,-1 0,1 0,0 0,0 0,0 0,1 0,0-1,0 0,1 0,-1 0,2 0,6 1,1-1,0-1,0 0,0-1,1-1,-1 0,1 0,-1-2,1 1,-1-2,1 0,-1 0,1-1,-1-1,0-1,1 1,-2-2,1 0,-1 0,1-2,-2 1,6-5,-5 5,-1 0,1-2,-2 1,1-1,-1-1,0 0,-1-1,0 1,0-2,-1 1,0-1,-1-1,0 1,-1-1,-1 0,0 0,0-1,-1 0,-1 0,0 0,-1 0,1-12,-3 23,0-1,0 1,0-1,-1 1,1-1,-1 1,1 0,-1-1,0 1,0 0,0 0,0-1,0 1,-1 0,1 0,-1 0,1 0,-1 1,0-1,0 0,0 1,0-1,0 1,0 0,0 0,0-1,0 1,-1 1,1-1,0 0,-1 0,1 1,0 0,-1-1,1 1,-1 0,1 0,-1 0,1 1,-1-1,1 0,-1 1,-3 1,0 0,0 1,0-1,0 1,1 0,-1 1,1-1,0 1,0 0,1 1,-1-1,1 1,0 0,0 0,0 0,0 0,1 1,0-1,1 1,-1 0,1 0,0 0,0 0,1 1,0-1,0 0,0 0,1 1,0-1,0 1,1-1,0 0,0 1,0-1,1 0,0 0,1 4,3-1,-1 0,2 0,-1-1,1 0,0 0,1-1,0 0,0 0,0-1,1 0,0 0,0-1,0 0,1-1,9 4,154 37,-96-34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52 121,'0'18,"0"18,0 13,-2 13,-4 7,-2 5,-3 2,2-4,1-8,2-12,5-14,2-14</inkml:trace>
  <inkml:trace contextRef="#ctx0" brushRef="#br0" timeOffset="1">25 188,'2'16,"6"12,10 10,11 8,10 3,8 3,1-2,1 0,-4-1,-5-2,-9-10</inkml:trace>
  <inkml:trace contextRef="#ctx0" brushRef="#br0" timeOffset="2">399 1,'-13'18,"-6"17,2 20,5 12,8 12,6 9,7 2,8-3,2-6,2-9,-1-16</inkml:trace>
  <inkml:trace contextRef="#ctx0" brushRef="#br0" timeOffset="3">600 763,'-12'-252,"10"108,1 122,7 28,1 0,0-1,1 0,-1-1,1 1,0-1,0-1,1 0,-1 0,1 0,-1-1,1 0,0-1,0 0,0 0,3-1,-3 1,-3-1,1 0,0 0,1 1,-1-1,0 1,0 0,0 1,0 0,0 0,0 1,0-1,-1 2,1-1,-1 1,0 0,0 0,0 0,-1 1,1 0,-1 0,0 0,4 6,-5 4,0-1,-1 1,0-1,-1 1,-1 0,0 0,-2 0,1 0,-2 0,0 0,-2 7,-2 42,5-61,1-1,0 0,0 0,0 0,0 0,0 0,0 1,1-1,-1 0,1 0,-1 0,1 0,0 0,0 0,0 0,0 0,0 0,0-1,0 1,1 0,-1-1,1 1,-1-1,1 1,0-1,-1 0,1 0,0 0,0 0,0 0,0 0,0 0,0 0,0-1,0 1,0-1,1 0,-1 0,0 1,0-1,0 0,0-1,0 1,17-2,-1-1,1 0,-1-2,0 0,-1-1,1 0,1-3,35-13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333 488,'-9'-5,"0"1,-1 0,1 0,-1 1,0 0,0 1,0 0,0 0,0 1,-1 1,1 0,0 0,0 1,-1 0,1 1,0 0,0 0,0 1,1 1,-1-1,1 2,0-1,0 1,0 1,0-1,-1 3,2 2,1-1,0 1,0 1,1 0,1 0,-1 0,2 0,0 1,0 0,1-1,0 1,1 1,0-1,1 0,1 0,0 1,1 1,-1-10,0 0,1 0,-1 0,1-1,0 1,0 0,0 0,1 0,0-1,-1 1,1-1,0 1,1-1,-1 0,0 0,1 0,0 0,0 0,0-1,0 1,0-1,0 0,1 0,-1 0,1 0,0-1,-1 1,1-1,0 0,0 0,0 0,0-1,-1 1,1-1,0 0,0 0,0 0,0-1,0 1,0-1,0 0,0 0,9-7,-1 0,0-1,0-1,-1 1,-1-2,1 1,-2-2,1 1,-2-1,1 0,-2-1,0 0,0 0,-1-1,-1 0,0 0,-1 0,2-12,4-15,-1 0,-2 0,-2-1,-2 0,-2 0,-1 0,-2 0,-2 0,-2 0,-4-9,-23-36,32 86,1 0,-1 0,0 0,0 0,0 0,0 0,0 0,0 1,0-1,0 0,0 1,-1-1,1 1,0-1,0 1,-1-1,1 1,0 0,0 0,-1-1,1 1,0 0,-1 0,1 0,0 1,-1-1,1 0,0 0,-1 1,1-1,0 1,0-1,0 1,-1-1,1 1,0 0,0 0,0-1,0 1,0 0,0 0,0 0,1 0,-1 0,0 0,0 1,1-1,-1 0,1 0,-1 0,1 1,-1-1,1 0,0 0,0 1,0-1,-1 2,-8 24,2 1,0 0,2 1,1-1,1 1,1 0,2 0,2 19,-1-7,2 1,1-1,2 1,3-2,0 1,3-1,1 0,3-2,4 8,-16-37,0-1,1 1,0-1,0 0,1-1,0 1,1-1,-1 0,1-1,0 0,1 0,0 0,0-1,0 0,0-1,1 0,0 0,0-1,0 0,0 0,0-1,1 0,-1-1,0 0,1-1,-1 0,1 0,1-1,0-1,1-1,0 0,0-1,-1-1,0 0,0 0,0-1,-1 0,0-1,0 0,0 0,-1-1,0-1,-1 0,0 0,0 0,-1-1,0 0,-1-1,0 1,0-1,-2 0,1-1,-1 1,-1-1,0 0,0 0,0-11,-3 19,1 1,-1-1,0 1,0-1,0 1,0-1,-1 1,1-1,-1 1,0 0,0-1,0 1,-1 0,1 0,-1-1,0 1,0 1,0-1,0 0,0 0,0 1,-1-1,1 1,-1 0,0-1,0 1,0 1,0-1,0 0,0 1,-1-1,1 1,0 0,-1 0,1 1,0-1,-1 1,1-1,-1 1,1 0,-1 0,1 1,-1-1,1 1,-2 0,0 1,0 1,0 0,0 0,0 1,0-1,1 1,0 0,0 0,0 1,0-1,0 1,1 0,0 0,0 0,1 0,-1 0,1 1,0-1,0 1,1-1,0 1,0 0,0 0,0-1,1 1,0 0,1 0,-1 0,1 0,0-1,0 1,1 0,0-1,0 1,1 0,1 2,0-1,1 0,0 0,1 0,0-1,0 0,0 0,0 0,1-1,0 0,0 0,1-1,0 0,-1 0,1-1,0 1,16 4,-1-1,1-1,0 0,0-2,3-1,78 4,-7-7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27,'21'0,"17"0,17 0,12-2,9-1,2 0,-2 1,-6-2,-8 0,-9 0,-12 2,-13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1 774,'11'-7,"1"-2,-1 1,0-1,-1-1,0 0,-1 0,0-1,0 0,-1-1,-1 0,0 0,-1-1,4-9,1-6,-2 1,-1-1,-1-1,-1 0,-1 0,-2-3,-1 5,-1 0,-1 0,-1-1,-2 1,0 0,-2 0,-1 0,-2 1,0 0,-1 1,-2-1,-3-3,-34-32,47 60,0 1,0-1,0 0,0 1,0-1,0 1,0 0,0-1,0 1,0 0,0-1,0 1,0 0,0 0,-1 0,1 0,0 0,0 0,0 0,0 1,0-1,0 0,0 1,0-1,0 0,0 1,0 0,0-1,0 1,0-1,0 1,0 0,0 0,0-1,1 1,-1 0,0 0,1 0,-1 0,1 0,-1 0,1 0,-1 0,1 0,0 0,-1 0,1 0,0 1,0-1,-10 62,12-11,2 0,3 0,2 0,2-1,2 0,21 48,-22-56,3-1,2-1,1-1,2 0,2-1,2-1,1-2,28 32,-52-65,0-1,1 0,-1 0,1 0,0 0,0 0,-1 0,1 0,0 0,1-1,-1 1,0-1,0 1,1-1,-1 0,1 0,-1 0,1 0,-1-1,1 1,0-1,-1 1,1-1,0 0,-1 0,1 0,0 0,-1-1,1 1,0-1,-1 0,1 1,-1-1,1 0,-1-1,1 1,-1 0,0-1,0 1,0-1,1 0,-1 0,6-12,0 0,-1-1,0 0,-1-1,-1 0,0 0,-2 0,0 0,0-5,-1 11,24-151,-24 205,-4-34,1 0,1 1,0-1,0 1,1-1,1 0,-1 1,2-1,-1 0,2 0,-1 0,1-1,1 1,-1-1,2 0,-1 0,1 0,1-1,-1 0,1-1,1 1,0-1,3 2,19 7</inkml:trace>
  <inkml:trace contextRef="#ctx0" brushRef="#br0" timeOffset="1">455 320,'10'-6,"-1"1,0 0,1 1,0 0,0 1,1 0,-1 0,0 1,1 1,0-1,-1 2,1 0,0 0,-1 1,1 0,-1 0,1 2,-1-1,0 1,1 1,-2-1,1 2,0-1,-1 2,0-1,0 1,0 0,-1 1,0 0,0 1,-1-1,0 1,0 1,-1-1,1 3,1 9,-1 1,-1 1,0-1,-2 1,0 0,-2 0,0 7,-2-14,0 0,1 0,1 1,1-1,0 0,1 0,0-1,1 1,1-1,0 0,1 0,1-1,0 0,0 0,9 8,-13-17,0 0,0 0,0-1,0 1,1-1,-1 0,1 0,0-1,0 1,0-1,0 0,0-1,1 1,-1-1,0 0,1 0,-1-1,1 1,-1-1,1 0,-1-1,1 1,-1-1,1 0,-1-1,0 1,0-1,0 0,0-1,0 1,0-1,0 0,2-2,2-7,0-1,-1 0,0 0,-1-1,-1 0,0 0,-1 0,-1-1,0 0,-1 0,0 0,-2 0,1-5,7-35,-5 43,-2 17,-1 23,-1-26,0 17,0-1,2 1,0 0,1-1,1 0,2 3,-5-15,1-1,1 1,-1-1,1 0,0 0,0 0,0 0,0 0,1-1,0 0,0 1,0-1,1-1,0 1,-1-1,1 1,0-1,0-1,1 1,-1-1,5 2,2-3,-1 0,1 0,0-1,-1 0,1-1,-1 0,1-1,-1-1,1 1,-1-2,0 0,0 0,-1-1,1 0,-1-1,0 0,-1 0,1-1,-1-1,-1 0,1 0,-1 0,-1-1,1 0,-2-1,3-3,-3 4,-2 1,1-1,-1 0,0 0,-1-1,0 1,0 0,-1-1,-1 0,1 0,-2 1,1-1,-1 0,-1 0,0 0,-2-8,4 17,-1 1,0 0,0-1,0 1,1-1,-1 1,0 0,0-1,0 1,0-1,0 1,0 0,0-1,0 1,0-1,0 1,0 0,0-1,0 1,0-1,0 1,0 0,-1-1,1 1,0 0,0-1,0 1,-1 0,1-1,0 1,0 0,-1-1,1 1,0 0,-1 0,1-1,0 1,-1 0,1 0,0 0,-1-1,1 1,0 0,-1 0,1 0,-1 0,1 0,0 0,-1 0,1 0,-1 0,1 0,0 0,-1 0,1 0,-1 0,1 0,0 0,-1 1,1-1,0 0,-1 0,1 0,0 1,-1-1,1 0,0 0,-1 1,-7 28,8-19,0 0,0 0,1 0,0 0,1 0,0 0,0 0,1-1,0 1,1-1,0 0,1 0,0 0,0-1,1 0,0 0,0 0,1 0,0-1,0 0,0-1,1 0,0 0,3 1,14 7</inkml:trace>
  <inkml:trace contextRef="#ctx0" brushRef="#br0" timeOffset="2">1471 199,'14'5,"15"1,4 0</inkml:trace>
  <inkml:trace contextRef="#ctx0" brushRef="#br0" timeOffset="3">1926 547,'2'16,"6"12,5 6,4 1,2 2,-1 0,-4-3,-4-7</inkml:trace>
  <inkml:trace contextRef="#ctx0" brushRef="#br0" timeOffset="4">2007 186,'-16'-7,"-8"-2,8 3,12 4,15 6,5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28,'5'3,"8"0,13-1,16-2,15-3,10-2,9-2,2 0,-3 1,-8 2,-10 2,-13 0,-14 4,-9 1,-4-5,-6-1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313 258,'-4'7,"0"0,0-1,-1 0,0 0,0 0,0-1,-1 1,0-1,0 0,0-1,0 0,-1 0,0 0,0-1,0 1,0-2,0 1,-1-1,4-3,0-1,0 0,0 0,0 0,0 0,1 0,-1-1,1 0,0 1,0-1,0 0,0-1,0 1,1-1,-1 1,1-1,0 0,0 1,1-1,-1 0,1 0,-1-1,1 1,1 0,-1 0,1-1,-1 1,1 0,0-1,0-5,0 0,0-1,1 1,0 0,1 0,0 0,1 1,0-1,0 0,1 1,1 0,-1 0,1 0,1 1,-1-1,2 1,-1 0,1 1,0 0,1 0,-1 0,1 1,1 0,-1 1,1 0,0 0,0 1,0 0,1 0,0 1,-1 1,1 0,0 0,0 0,0 2,0-1,1 1,7 1,-14 0,1 0,0 1,-1 0,1-1,-1 2,0-1,1 0,-1 1,0 0,0 0,-1 0,1 0,-1 0,0 1,1 0,-1 0,-1 0,1 0,-1 0,1 0,0 4,24 101,-26-83,0 1,-2-1,-2 1,0-1,-1 1,-2-1,0 0,-2-1,-1 0,-1 0,-1-1,-2 1,-8 13,-2 0,-2-2,-2 0,0-2,-3-1,-29 26,46-46,0-1,-1 0,-1-1,0 0,0-1,-1-1,-1 0,-8 2,24-10,-1 0,0-1,0 1,0 0,0-1,0 1,0-1,0 0,0 1,0-1,0 0,0 0,0-1,1 1,-1 0,0-1,0 1,0-1,0 1,0-1,0 0,0 0,1 0,-1 0,0 0,1 0,-1 0,1-1,-1 1,1-1,0 1,-1-1,1 1,0-1,0 0,0 0,0 1,1-1,-1 0,0 0,1 0,-1 0,1 0,0 0,-1 0,1 0,0-1,0-2,1 0,-1 0,1 0,0 0,0 0,0 0,1 0,-1 1,1-1,1 0,-1 1,1-1,-1 1,1 0,0 0,1 0,-1 0,1 1,-1-1,1 1,0 0,1 0,-1 0,0 1,1 0,-1-1,1 2,0-1,0 0,0 1,0 0,0 0,0 0,0 1,0 0,0 0,0 0,1 1,15 2,0 1,-1 1,0 1,0 1,0 1,10 6,-7-4,-10-5,43 22,2-3,1-3,0-2,1-3,1-3,52 5,-20-24,-89 5,-1 0,1 0,-1 0,1-1,-1 1,0-1,0 0,0 0,0 0,0 0,0 0,0-1,-1 0,1 1,-1-1,0 0,0 0,0 0,0 0,0-1,-1 1,0 0,1-1,-1 0,0-1,0 0,0 0,0 0,-1 0,1 0,-1-1,-1 1,1 0,-1 0,0 0,0 0,0 0,-1 0,0 0,0 1,0-1,0 0,-1 1,0 0,0-1,0 1,-1-1,-13 11,9-2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1 608,'10'13,"0"1,-1 0,-1 1,0 0,-1 0,-1 1,0-1,-1 2,-1-1,0 0,-1 1,-1 0,0-1,-2 1,0 0,0 0,-2 0,-2 8,5-11,3-20,7-26,-11 32,19-63,-8 24,1 0,2 0,2 2,3-2,-19 38,0 0,0 0,0 0,0 0,0 0,1 0,-1 1,0-1,1 0,-1 0,0 0,1 0,-1 1,1-1,-1 0,1 0,-1 1,1-1,0 1,-1-1,1 0,0 1,0-1,-1 1,1-1,0 1,0 0,0-1,0 1,-1 0,1 0,0 0,0-1,0 1,0 0,0 0,0 0,0 0,0 0,-1 1,1-1,0 0,0 0,0 1,0-1,0 0,-1 1,1-1,0 1,0-1,0 1,-1-1,1 1,0-1,-1 1,1 0,-1 0,1-1,-1 1,1 0,9 20,-1 0,-1 0,0 1,-2 0,-1 0,0 1,-1 3,20 80,-23-101,0-1,1 1,-1-1,1 1,0-1,1 0,-1 0,1 0,-1 0,1 0,1-1,-1 1,0-1,1 0,0 0,-1 0,1-1,0 1,1-1,-1 0,0 0,2 0,15 2</inkml:trace>
  <inkml:trace contextRef="#ctx0" brushRef="#br0" timeOffset="1">549 955,'10'-33,"-2"-1,-2-1,-1 1,-2-1,-1 0,-2 0,-1 1,-1-1,-3 0,5 34,0 0,-1-1,1 1,0 0,0 0,0-1,0 1,0 0,0 0,1 0,-1-1,0 1,1 0,-1 0,0 0,1 0,-1-1,1 1,0 0,-1 0,1 0,0 0,0 0,0 1,0-1,0 0,0 0,0 1,0-1,0 0,0 1,0-1,0 1,0-1,0 1,0 0,1-1,-1 1,0 0,0 0,1 0,-1 0,0 0,0 0,0 0,1 0,-1 0,0 1,0-1,1 1,8-2,4 0,0 0,-1 1,1 1,0 0,0 1,0 0,-1 1,0 0,6 3,-16-4,0 0,0 0,0 0,-1 0,1 1,0-1,-1 1,0 0,1-1,-1 1,0 0,-1 0,1 1,0-1,-1 0,0 1,0-1,0 0,0 1,0-1,-1 1,0 0,1-1,-1 1,-1-1,1 1,0 0,-1-1,-26 102,24-96,-2 5,-1 1,0-1,1 2,1-1,1 1,0-1,1 1,1 5,1-19,0 1,1-1,-1 1,1-1,-1 0,1 1,0-1,0 1,0-1,0 0,1 0,-1 0,1 0,-1 0,1 0,0 0,-1 0,1-1,0 1,0-1,0 1,0-1,1 0,-1 0,0 0,1 0,-1 0,0 0,1-1,0 1,78 4,-47-9,0-2,0-2,0-1,-1-1,25-12,-13 3</inkml:trace>
  <inkml:trace contextRef="#ctx0" brushRef="#br0" timeOffset="2">1324 889,'21'0,"15"-3,14-2,8-1,7-1,4 0,-4 2,-12 1</inkml:trace>
  <inkml:trace contextRef="#ctx0" brushRef="#br0" timeOffset="3">2086 554,'0'18,"0"13,0 9,3 3,2-1,5-2,4-5,3-7,0-8</inkml:trace>
  <inkml:trace contextRef="#ctx0" brushRef="#br0" timeOffset="4">1885 314,'48'5,"0"2,-1 2,0 2,-1 3,0 1,37 19,-72-29,-1 1,0 1,0 0,0 0,-1 1,0 0,-1 1,0 0,0 0,-1 0,0 1,0 1,-1-1,-1 1,0 0,0 0,-1 0,-1 1,0-1,1 4,6 51,-8-49,0-1,1 1,1-1,0 1,1-1,1 0,2 3,-6-16,-1-1,1 1,-1 0,1-1,0 0,0 1,0-1,0 0,0 0,1 0,-1 0,1 0,-1 0,1-1,0 0,0 1,0-1,-1 0,1 0,0 0,0-1,0 1,0-1,1 0,-1 0,0 0,0 0,0 0,0 0,0-1,0 0,0 1,0-1,0 0,0-1,-1 1,1 0,0-1,-1 0,1 1,0-2,8-7,0-1,0-1,-1 1,-1-2,0 0,0 0,-2 0,1-1,-2 0,0-1,0 1,-2-1,0 0,0 0,-2-1,0 1,-1 13,8 78,-7-67,0-1,1 0,-1 0,2 0,-1-1,1 1,0-1,1 0,-1 0,2 0,-1 0,1-1,0 0,0 0,0-1,3 2,-5-4,1 0,-1 0,1-1,-1 1,1-1,0 0,0-1,0 1,0-1,0 0,0 0,0-1,1 0,-1 0,0 0,0 0,0-1,0 1,1-1,-1-1,0 1,0-1,-1 0,1 0,0 0,-1-1,2 0,5-7,-1 0,0 0,0-1,-1-1,0 0,-1 0,0 0,-1-1,-1 0,0-1,-1 1,0-1,-1 0,-1 0,0 0,0-9,7-39,-3 0,-3 0,-3-1,-2 1,-3 0,-3-1,-5-12,-5 5,17 70,-1 0,1 0,-1 0,1 0,-1 0,1 0,-1 0,1 0,0 1,-1-1,1 0,-1 0,1 0,-1 0,1 0,0 1,-1-1,1 0,-1 0,1 1,0-1,-1 0,1 1,0-1,-1 0,1 1,0-1,0 1,-1-1,1 0,0 1,0-1,0 1,0-1,0 1,-1-1,1 1,0-1,0 1,0-1,0 0,0 1,0-1,1 1,-1-1,0 1,0-1,0 1,0-1,0 0,1 1,-1-1,0 1,0-1,-4 64,2 0,3 1,9 55,-8-89,1 0,2 0,1 0,1 0,2-1,1 0,1-1,2 0,0-1,2 0,2-2,7 10,-17-28,0-1,0 0,1 0,0-1,0 0,0 0,1-1,0 0,0-1,0 1,1-2,-1 0,1 0,0 0,0-1,0-1,22 2</inkml:trace>
  <inkml:trace contextRef="#ctx0" brushRef="#br0" timeOffset="5">2915 341,'7'-7,"23"-4,26-1,24 2,18 3,-9 2</inkml:trace>
  <inkml:trace contextRef="#ctx0" brushRef="#br0" timeOffset="6">3557 755,'-5'-322,"6"320,-1 1,1-1,0 1,0-1,-1 1,1 0,0-1,0 1,0 0,1-1,-1 1,0 0,0 0,1 0,-1 0,0 0,1 1,-1-1,1 0,-1 1,1-1,-1 1,1-1,0 1,-1 0,1-1,-1 1,1 0,0 0,-1 0,1 1,0-1,-1 0,1 1,-1-1,1 1,0-1,-1 1,1 0,8-1,218 12,-224-12,0 1,0-1,0 1,0-1,0 1,0 0,0 1,0-1,0 1,0-1,-1 1,1 1,0-1,-1 0,0 1,0-1,0 1,0 0,0 0,0 0,-1 1,0-1,1 1,-1-1,0 1,-1 0,2 2,-6 75,1-76,0-1,1 1,0 0,0 0,0 0,1 0,-1 0,1 0,1 0,-1 0,1 0,-1 0,2 0,-1 0,0 0,1 0,0-1,0 1,0-1,1 1,-1-1,1 0,0 0,0 0,1 0,-1-1,1 1,0-1,8 3,0-1,0-1,0 0,0 0,1-2,0 1,-1-2,1 0,0 0,0-1,0 0,-1-2,1 1,0-1,3-2,-5 2,0 0,0-1,0 0,0-1,0 0,-1-1,0 0,0-1,0 0,-1 0,1-1,-2 0,1-1,-1 1,5-8,-12 15,0-1,-1 0,1 0,0 0,0 0,-1 0,1 0,-1 0,1 0,-1 0,1 0,-1 0,0 0,1-1,-1 1,0 0,0 0,0 0,0 0,0-1,0 1,0 0,0 0,-1 0,1 0,0 0,-1-1,1 1,-1 0,1 0,-1 2,0-1,0 0,1 1,-1-1,0 1,1-1,-1 1,0 0,1-1,-1 1,1-1,-1 1,1 0,-1 0,1-1,-1 1,1 0,0 0,0 0,-1-1,1 1,0 0,0 0,0 0,0 0,0-1,0 1,0 0,0 0,0 0,0 0,0 0,3 4,-1 1,1-1,0 0,0 0,1 0,0 0,0 0,0-1,0 0,0 0,1 0,0 0,0-1,0 1,0-1,1-1,-1 1,1-1,-1 0,1 0,0-1,0 1,0-1,0-1,0 1,2-1,-3 2,0-1,0 0,0 0,0 0,0-1,0 0,0 0,0 0,0 0,0-1,0 0,0 0,0 0,0-1,-1 1,1-1,0 0,-1-1,1 1,-1-1,0 0,0 0,0 0,0 0,-1-1,1 0,-1 0,0 0,0 0,0 0,-1 0,1-1,-1 0,1-3,-1 0,-1-1,-1 0,0 0,0 0,0 1,-1-1,0 0,-1 0,0 1,0-1,-1 1,0 0,-1 0,0 0,0 0,0 0,-1 1,0 0,-1 0,1 0,-2 1,1 0,0 0,-1 0,0 1,-1 0,1 1,-1-1,0 1,0 1,0-1,0 2,-1-1,1 1,-1 0,-1 0,2 2,1 0,0 1,0-1,0 1,0 1,0-1,0 1,0 0,0 1,0 0,1 0,0 0,-1 1,1 0,1 0,-1 1,0-1,1 1,0 0,0 1,1-1,-1 1,1 0,1 0,-1 0,1 1,0-1,0 1,1 0,0 0,0 0,0 0,1 0,0 0,1 0,-1 0,2 0,-1 1,1-1,0 1,1-3,0 0,1 0,0 0,0 0,1 0,-1 0,1-1,0 0,0 1,0-2,1 1,-1 0,1-1,0 0,0 0,0 0,0-1,1 0,-1 0,2 1,35 9</inkml:trace>
  <inkml:trace contextRef="#ctx0" brushRef="#br0" timeOffset="7">4640 73,'-14'0,"-11"0,-6 2,0 6,6 8,6 8,9 7,13 7,7-3</inkml:trace>
  <inkml:trace contextRef="#ctx0" brushRef="#br0" timeOffset="8">4760 689,'2'1,"0"0,-1 1,1-1,0 0,0 0,0 0,0 0,0 0,0 0,0 0,0-1,0 1,0-1,0 1,1-1,-1 0,0 0,0 0,0 0,1-1,-1 1,0 0,0-1,0 0,0 1,0-1,0 0,0 0,0 0,0 0,0-1,0 1,-1 0,1-1,-1 1,1-1,-1 0,1 1,-1-1,0 0,0 0,0 0,0 0,0 0,0 0,0 0,-1 0,1 0,-1 0,1-2,4-13,0 0,-1-1,0 1,-2-1,0 0,-1 0,-1 0,0 0,-1 0,-1 0,-1 0,-1 0,-1-1,5 18,-1 0,1-1,0 1,0 0,0 0,-1 0,1-1,0 1,1 0,-1 0,0-1,0 1,0 0,1 0,-1 0,1-1,-1 1,1 0,-1 0,1 0,0 0,0 0,-1 0,1 0,0 0,0 1,0-1,0 0,0 0,0 1,0-1,0 0,0 1,0-1,0 1,1 0,-1-1,1 1,50-5,-47 5,7-1,-1 1,1 0,0 1,-1 1,1 0,-1 0,0 1,0 1,0 0,0 0,0 1,-1 0,0 1,0 0,0 1,-1 0,0 0,0 1,-1 0,0 1,-1 0,0 0,0 0,-1 1,0 0,4 9,2 43,-11-52,0-1,1 1,0 0,0-1,1 0,1 1,-1-1,4 5,-5-11,0-1,0 0,0 0,0 1,0-1,0-1,1 1,-1 0,1 0,-1-1,1 0,-1 1,1-1,0 0,0 0,0-1,0 1,-1 0,1-1,0 0,0 0,0 0,0 0,0 0,0 0,0-1,2 0,76-29,-65 23,-1-1,0-1,0 0,-1-1,0 0,-1-1,0-1,-1 0,0 0,-1-2,-1 1,0-1,-1-1,0 0,6-15,-18 41,0 1,1-1,0 1,1-1,0 1,1 0,0-1,1 1,0 0,1-1,3 11,-4-16,1 0,0 0,0-1,1 0,-1 1,1-1,0 0,0 0,1 0,0-1,-1 1,2-1,-1 0,0 0,1 0,0 0,0-1,0 0,0 0,0-1,1 1,-1-1,1 0,-1 0,1-1,1 0,22 1,-2-5</inkml:trace>
  <inkml:trace contextRef="#ctx0" brushRef="#br0" timeOffset="9">5602 60,'-9'7,"-3"2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47,'20'0,"21"-2,19-3,15-3,11-3,5 1,-3 2,-8 5,-17 5,-18 7,-17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61,'18'0,"22"-3,22-2,22-6,16-2,12-2,-14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42,'20'-5,"19"-3,14-1,6 2,1 1,-6 2,-11 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3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63,'23'0,"21"-2,19-3,17-3,13-3,6-1,1-1,-17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45,'-11'18,"0"13,12 8,17 2,16 1,15 0,9-1,7-2,-1-3,-7-4,-11 0,-13-1,-17-1,-20 1,-21 0,-17-3,-2-7</inkml:trace>
  <inkml:trace contextRef="#ctx0" brushRef="#br0" timeOffset="1">6 6,'19'-3,"0"1,0 2,1 0,-1 1,1 0,-1 2,0 1,0 0,0 1,-1 1,0 1,0 0,0 1,-1 1,3 3,-16-8,1-1,-1 1,0 0,0 0,0 1,0-1,-1 1,0 0,0 0,0 0,-1 0,1 1,-1-1,0 1,-1-1,0 1,1-1,-2 1,1 0,-1 0,0 0,0-1,0 1,-1 0,0 0,-1 1,-6 16,-1-1,-2 0,0-1,-1 0,-1-1,-1 0,-1-1,0-1,-1 0,-2-1,-7 5,-35 34,36-35,0 1,2 1,1 1,-6 9,25-32,1 1,0-1,0 0,0 0,1 0,-1 1,0-1,0 0,1 1,-1-1,0 0,1 1,0-1,-1 1,1-1,0 1,0-1,0 1,0-1,0 1,0-1,0 1,0-1,0 1,1-1,-1 1,1-1,-1 1,1-1,0 0,-1 1,1-1,0 0,0 0,0 1,0-1,0 0,0 0,0 0,1 0,-1 0,0-1,0 1,1 0,-1 0,0-1,1 1,-1-1,1 1,-1-1,1 0,-1 0,1 1,17 2,0 0,0-1,0-1,0 0,0-2,0 0,0-1,4-2,-12 3,145-24,-92 12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188 650,'-26'12,"19"-7,-1-1,0-1,-1 1,1-1,-1-1,1 1,-1-1,0-1,0 0,-2 0,10-1,-1 0,1 0,-1-1,0 1,1 0,-1-1,1 1,-1-1,1 0,-1 0,1 1,0-1,-1 0,1 0,0 0,-1 0,1 0,0-1,0 1,0 0,0 0,0-1,1 1,-1-1,0 1,0-1,1 1,-1-1,1 1,0-1,-1 0,1 1,0-1,0 1,0-1,0 0,0 1,0-1,16-62,-10 51,1 0,0 1,1 0,0 0,1 1,0 0,1 0,0 1,1 0,0 1,0 0,1 1,0 1,0-1,1 2,0 0,0 0,10-1,-20 5,1 1,-1 0,1 1,-1-1,1 1,-1-1,1 1,0 0,-1 0,1 1,-1-1,1 1,-1 0,1 0,-1 0,1 0,-1 1,0-1,0 1,1 0,-1 0,0 0,-1 0,1 0,0 1,-1-1,1 1,-1 0,0 0,0 0,0 0,0 0,0 0,-1 0,0 1,2 2,1 9,0 0,-1 1,0 0,-1-1,-1 1,-1 0,0 0,-1 0,0-1,-2 1,0 0,0-1,-1 0,-5 11,-6 11,0-1,-3-1,0-1,-2 0,-12 12,4-7,-2-1,-1-2,-3-1,0-2,-5 2,11-15,17-15,11-10,15-14,-3 9,0 0,0 1,0 0,1 1,1 1,-1 0,1 1,0 0,1 1,-1 1,1 0,0 1,0 0,0 2,0 0,1 0,-1 1,0 1,0 1,0 0,0 1,7 2,14 5,-18-4,1 0,-1-2,1 0,1-1,-1-1,0-1,1 0,0-2,-3-1,0 0,0-1,0-1,-1-1,1-1,-1 0,0-1,0 0,-1-1,0-1,-1-1,0 0,0-1,11-11,-10 3</inkml:trace>
  <inkml:trace contextRef="#ctx0" brushRef="#br0" timeOffset="1">549 21,'16'-5,"0"1,1 0,-1 1,1 1,-1 0,1 2,0-1,0 2,12 2,-26-2,0 0,0 0,0 1,-1-1,1 0,0 1,-1 0,1 0,-1 0,1 0,-1 0,0 0,0 1,0-1,0 1,-1-1,1 1,-1 0,1 0,-1 0,0 0,0 0,0 0,-1 0,1 0,-1 0,1 0,-1 0,0 0,0 0,-1 0,1 0,0 1,-1-1,0 0,0 0,0 0,0-1,0 1,-1 0,1 0,-1-1,0 1,0-1,0 1,0-1,-1 1,-80 73,84-75,-1 0,1 0,-1 0,1 0,0 0,-1 0,1 0,0-1,0 1,0 0,0-1,-1 1,1 0,0-1,0 1,0-1,0 1,0-1,0 0,0 1,1-1,-1 0,0 0,0 0,0 0,0 0,0 0,0 0,0 0,0 0,0-1,0 1,0 0,0-1,0 1,1-1,0 1,57 0,125 10,-181-10,0 0,0 0,0 0,0 0,0 1,0-1,-1 1,1 0,0-1,0 1,-1 1,1-1,0 0,-1 1,1-1,-1 1,0 0,0 0,1 0,-1 0,-1 0,1 0,0 1,0-1,-1 1,1-1,-1 1,0-1,0 1,0 0,0 0,0-1,-1 1,1 0,-1 0,0 0,0 0,-5 7,0-1,-1 0,0 0,0-1,-1 0,-1 0,1 0,-1-1,0 0,-1-1,0 0,0 0,0-1,-6 3,-168 76,178-82,9-3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1 721,'33'-29,"-1"-2,-1-1,-2-2,-1 0,-2-2,-1-1,-2-1,-2-1,-1 0,9-30,-23 56,0-1,-1 0,-1 0,0-1,-1 1,-1-1,0 0,-1 0,-1 0,0 1,0-1,-2 0,0 0,-1 0,0 1,-1 0,-5-12,8 24,0 0,0 0,0 1,0-1,0 0,0 0,-1 1,1-1,0 1,-1-1,1 1,-1 0,0-1,0 1,1 0,-1 0,0 0,0 1,0-1,0 0,0 1,0-1,0 1,0 0,0-1,0 1,0 0,0 0,0 0,0 1,0-1,0 0,0 1,0 0,0-1,0 1,0 0,0 0,0 0,0 0,1 0,-1 0,0 1,1-1,-1 0,1 1,0 0,-1-1,1 1,-7 12,2-1,0 1,0 0,1 1,1-1,0 1,1 0,1 0,0 0,1 0,1 1,0-1,1 1,1 32,3 0,1-1,3 1,2-1,2-1,2 0,9 17,-19-47,0-1,1 0,1 0,1 0,0-1,1 0,0-1,1 0,1 0,0-1,0-1,1 0,1 0,0-1,0-1,1 0,0-1,6 3,-16-10,0-1,0 1,0 0,-1-1,1 0,0 0,0 0,0-1,0 1,0-1,-1 0,1 0,0 0,-1-1,1 1,-1-1,1 0,-1 0,0 0,1 0,-1-1,-1 1,1-1,0 0,0 1,-1-1,0-1,0 1,2-2,47-106,-50 109,30-93,-31 95,0 0,1 0,-1 1,0-1,0 0,0 0,0 0,0 0,1 0,-1 0,0 0,0 1,0-1,0 0,1 0,-1 0,0 0,0 0,0 0,1 0,-1 0,0 0,0 0,0 0,1 0,-1 0,0 0,0 0,0 0,1 0,-1 0,0-1,0 1,0 0,0 0,1 0,-1 0,0 0,0 0,0 0,0-1,0 1,1 0,-1 0,0 0,0 0,0-1,0 1,0 0,0 0,0 0,0-1,0 1,2 19,-2-18,1 31,-3-25,1 1,1 0,-1 0,1 0,1 0,-1 0,1 0,1 0,-1 0,1-1,1 1,-1-1,1 1,1-1,-1 0,1 0,0 0,1-1,0 1,0-1,0 0,1-1,0 1,6 4,7-3</inkml:trace>
  <inkml:trace contextRef="#ctx0" brushRef="#br0" timeOffset="1">562 306,'23'3,"16"2,2 1</inkml:trace>
  <inkml:trace contextRef="#ctx0" brushRef="#br0" timeOffset="2">990 454,'-2'21,"2"-1,0 1,1-1,1 1,1-1,1 1,1-1,0-1,2 1,0-1,1 0,1 0,1-1,0 0,2-1,0 0,12 13,-23-29,0 0,0-1,0 1,0 0,0-1,1 1,-1-1,0 0,0 1,0-1,0 0,1 0,-1 1,0-1,0 0,0 0,1 0,-1 0,0-1,0 1,0 0,1-1,-1 1,0 0,0-1,0 1,0-1,0 0,0 1,0-1,0 0,0 1,0-1,0 0,0 0,-1 0,1 0,32-44,-25 32,12-19,60-72,-80 103,0 1,0-1,1 1,-1 0,0-1,1 1,-1 0,0-1,1 1,-1 0,1-1,-1 1,1 0,-1 0,1-1,-1 1,1 0,-1 0,1 0,-1 0,1 0,-1-1,1 1,-1 0,1 0,-1 0,1 1,-1-1,1 0,-1 0,1 0,-1 0,1 0,-1 1,1-1,-1 0,1 0,-1 1,0-1,1 0,-1 1,1-1,-1 0,0 1,1-1,-1 1,0-1,0 0,1 1,-1-1,0 1,0-1,0 1,1-1,-1 1,0-1,0 1,0-1,5 40,-3-27,-1-5,1-1,1 0,-1 0,1 0,0 0,1 0,0-1,0 1,0-1,1 0,0 0,0-1,0 0,1 1,-1-2,2 1,-1-1,0 0,1 0,-1 0,1-1,0 0,0-1,1 0,-1 0,0 0,1-1,-1 0,1 0,-1-1,1 0,-1 0,1-1,0 0,-1 0,0-1,1 0,-1 0,0-1,4-2,2-4,-1 0,0-2,-1 1,0-1,-1-1,0 0,-1 0,-1-1,0 0,0-1,-1 0,-1 0,0 0,-1-1,-1 0,2-12,-3 6,-3 21,0 0,0 0,0 0,-1 0,1 0,0 0,0 0,0 0,0 0,-1 0,1 0,0 0,0 0,0 0,0 0,0 0,-1 0,1 0,0 0,0 0,0 0,0-1,0 1,-1 0,1 0,0 0,0 0,0 0,0 0,0 0,0-1,0 1,0 0,0 0,0 0,-1 0,-5 17,3-5,1-1,0 1,0 0,2-1,-1 1,2 0,-1 0,2-1,-1 1,2 0,-2-7,0 0,1 0,-1 0,1-1,1 1,-1 0,1-1,-1 1,1-1,1 0,-1 0,0 0,1-1,0 1,0-1,0 0,0 0,1 0,-1 0,1-1,-1 0,1 0,5 1,19 3,-3-6</inkml:trace>
  <inkml:trace contextRef="#ctx0" brushRef="#br0" timeOffset="3">1672 253,'4'4,"14"3,16 1,3 0</inkml:trace>
  <inkml:trace contextRef="#ctx0" brushRef="#br0" timeOffset="4">2086 547,'0'16,"3"10,2 5,3 1,5 1,-1-2,1 0,-2-5,-3-5</inkml:trace>
  <inkml:trace contextRef="#ctx0" brushRef="#br0" timeOffset="5">2113 53,'-9'-5,"-1"6,1 9,3 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0 236,'0'11,"1"0,0 0,1 0,0-1,1 1,0-1,0 1,1-1,0 0,1 0,0 0,3 1,-5-6,0 0,1-1,-1 1,1-1,1 0,-1 0,0 0,1-1,0 1,0-1,0 0,0-1,0 1,1-1,-1 0,1-1,-1 1,1-1,0 0,-1 0,1-1,0 0,4 0,-5 0,0-1,0 0,0 0,0 0,-1-1,1 0,0 0,-1 0,0 0,1-1,-1 0,0 1,0-1,0-1,-1 1,1-1,-1 1,0-1,0 0,0 0,-1 0,1-1,-1 1,0-1,0 1,0-1,3-10,-1 0,0 0,-1 0,-1 0,0 0,-1-1,0-13,-1 18,0 0,0 1,-1-1,0 1,-1-1,0 1,0 0,-1-1,-1 1,0 0,0 1,-1-1,0 1,0 0,-1 0,-1 1,1 0,-1 0,-1 0,1 1,-8-6,12 12,0-1,1 1,-1 0,0 0,0 0,0 0,0 0,0 1,-1 0,1-1,0 1,0 0,0 0,0 1,0-1,0 1,0-1,0 1,0 0,0 0,0 0,0 1,0-1,0 1,1 0,-1-1,1 1,-1 0,1 0,0 1,0-1,0 0,0 1,0 0,0-1,1 1,-6 8,1-1,1 1,0 1,0-1,1 1,1-1,0 1,-1 10,0 94,8-65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0 326,'3'-36,"1"0,1 1,2-1,2 1,4-7,4-20,-3 18,-9 62,-49 269,30-85,17-152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0 127,'6'-10,"1"0,-1 1,2 0,-1 0,1 1,1 0,-1 0,1 1,1 0,-1 1,1 0,0 0,1 1,-1 1,1 0,0 0,3 0,-12 3,0 1,0-1,0 1,0 0,0 0,0 0,0 0,0 0,0 0,0 1,0-1,0 1,0-1,0 1,0 0,-1 0,1 0,0 0,0 0,-1 0,1 0,-1 0,1 1,-1-1,1 1,-1-1,0 1,0-1,0 1,0 0,0-1,0 1,0 0,-1 0,1 0,0 0,-1 0,0 0,1 0,-1 1,-8 82,-8-43,-2-1,-2 0,-1-1,-2-1,-10 10,-12 22,43-67,0-3,1 0,0 0,0 0,0 0,0 0,0 0,0 0,0 0,0 1,0-1,0 0,1 0,-1 1,1-1,-1 1,1-1,-1 1,1-1,0 1,-1-1,1 0,0 1,0-1,0 1,0-1,1 1,-1-1,0 1,1-1,-1 1,1-1,-1 1,1-1,0 0,-1 1,1-1,0 0,0 0,0 0,0 1,0-1,0 0,1 0,8 0,0-1,0 0,0-1,0 0,0-1,-1 0,1 0,0-1,-1 0,3-2,10-2,105-33,-70 22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1 104,'6'-8,"0"-1,1 2,0-1,0 1,1 0,0 0,0 1,1 0,0 0,0 1,0 0,0 1,1 0,0 1,0 0,0 0,0 1,4 0,-12 1,0 1,1 0,-1 0,0 0,0 0,1 0,-1 0,0 1,1-1,-1 1,0 0,0 0,0 0,0 0,0 0,0 0,0 0,0 0,0 1,0-1,-1 1,1 0,-1-1,1 1,-1 0,1 0,-1 0,0 0,0 0,0 0,0 0,0 0,-1 1,1-1,-1 0,1 0,-1 1,0-1,0 0,0 1,0-1,0 0,-1 1,-2 16,0-1,-2 0,0 0,-1 0,-1-1,-1 1,0-2,-1 1,-1-1,0-1,-1 0,-10 10,18-21,2-4,0 1,0-1,0 1,1-1,-1 1,0-1,0 1,1 0,-1-1,0 1,1 0,-1-1,1 1,-1 0,1 0,-1 0,1 0,0-1,-1 1,1 0,0 0,0 0,-1 0,1 0,0 0,0 0,0 0,0 0,0 0,0-1,1 1,-1 0,0 0,0 0,1 0,-1 0,0 0,1 0,-1-1,1 1,-1 0,1 0,0-1,-1 1,1 0,0-1,-1 1,1 0,0-1,148 29,-145-27,-1-1,1 1,-1 0,1 1,-1-1,0 1,0-1,0 1,0 0,0 0,-1 0,1 1,-1-1,0 0,0 1,0 0,-1-1,1 1,-1 0,0 0,0 0,0 0,0 0,-1 0,0 0,1 0,-1 0,-1 0,0 4,0 0,-1-1,0 1,-1-1,1 1,-1-1,-1 0,1 0,-1 0,-1-1,1 1,-1-1,0 0,-1-1,1 1,-3 0,-2 3,-1-1,-1-1,0 0,0-1,0 0,-1-1,1 0,-1-1,0-1,-1 0,1 0,-8-1,16 1,12-1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 1,'-43'284,"36"-249,-6 80,13-113,1-1,0 1,0-1,0 1,0-1,0 0,0 1,0-1,0 0,0 0,1 1,-1-1,1 0,-1 0,1-1,-1 1,1 0,-1 0,1-1,-1 1,1-1,0 1,-1-1,1 0,0 0,0 0,-1 0,1 0,0 0,0 0,-1 0,1-1,0 1,-1-1,1 1,-1-1,1 0,0 1,-1-1,0 0,1 0,-1 0,1 0,-1-1,0 1,0 0,34-17,-2-1,0-1,-1-2,-1-1,14-15,-1-15,-47 81,-24 118,-2 79,23-160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192 1,'-13'8,"1"1,0 0,0 1,1 0,0 1,1 0,1 1,0 0,0 0,1 1,1 0,0 1,0 0,2 0,0 0,0 0,-1 14,-3 4,1 1,2 0,1 0,2 0,1 0,1 1,2-1,2 1,1-1,3 9,-6-36,0 1,0-1,1 0,0 1,0-1,1 0,0 0,0-1,0 1,1-1,-1 1,1-1,1 0,-1 0,1-1,-1 1,1-1,1 0,-1-1,0 1,1-1,0 0,0 0,0-1,0 0,0 0,0 0,1-1,-1 1,1-2,-1 1,1-1,5 0,-4-3,0 1,0-1,0-1,0 1,0-2,-1 1,0-1,0 0,0 0,0-1,-1 0,0 0,0 0,-1-1,0 0,0 0,0 0,-1-1,0 0,-1 1,0-2,0 1,0 0,-1 0,-1-1,1 1,-1-1,0-5,-2 11,1 0,0-1,-1 1,0 0,0 1,0-1,0 0,0 0,-1 0,1 0,-1 1,0-1,0 1,1-1,-2 1,1 0,0 0,0 0,-1 0,1 0,-1 0,0 1,1-1,-1 1,0 0,0 0,0 0,0 0,0 0,0 1,0-1,0 1,0 0,0 0,0 0,0 0,0 1,0-1,-1 1,2 0,-1-1,0 2,-1-1,-7 5,0 1,1 0,0 0,0 1,0 1,1 0,0 0,1 1,0-1,1 2,0-1,0 1,1 1,0-1,1 1,1 0,0 0,0 0,1 0,1 1,0-1,0 7,-3 49,5-7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1,'0'0,"0"1,0 0,0-1,0 1,0 0,0-1,1 1,-1 0,0-1,1 1,-1 0,0-1,1 1,-1 0,0-1,1 1,-1-1,1 1,-1-1,1 1,0-1,-1 0,1 1,-1-1,1 1,0-1,-1 0,1 0,0 1,-1-1,1 0,0 0,-1 0,1 0,0 0,0 0,-1 0,1 0,0 0,30 5,1-1,-1-1,1-2,15-2,-8 1,-1-1,-25 0,0 0,0 1,0 1,1 0,-1 1,0 0,8 3,-17-3,-1 1,0 0,0 0,0 0,0 0,-1 0,1 1,-1-1,0 1,0-1,0 1,0 0,-1 0,1 0,-1 0,0 0,0 0,-1 0,1 0,-1 1,0-1,0 0,0 0,-1 0,0 4,1-1,-5 449,16-378,-13-69,-4-4</inkml:trace>
  <inkml:trace contextRef="#ctx0" brushRef="#br0" timeOffset="1">95 428,'18'-14,"20"-11,21-10,19-9,17-5,13 0,1 10,-18 10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94 129,'-2'18,"3"13,9 8,7 6,6 3,2 2,0-1,-4 0,-6 0,-6-1,-10 2,-13-2,-10-4,-11-7,-8-10,3-10</inkml:trace>
  <inkml:trace contextRef="#ctx0" brushRef="#br0" timeOffset="1">0 196,'21'-14,"13"-7,8-4,5-2,8-2,2 3,-2 2,-5 7,-11 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265 625,'-5'-4,"-1"0,-1 0,1 0,-1 1,1 0,-1 0,0 1,0 0,0 0,0 1,-1 0,1 0,0 0,0 1,-1 0,1 1,0-1,0 2,-1-1,1 1,0 0,0 0,0 1,1 0,-1 0,1 0,0 1,-1 0,2 0,-1 1,0 0,1 0,0 0,0 1,1-1,-1 1,-2 6,5-9,-1 0,2 0,-1 0,0 0,0 0,1 0,0 1,0-1,0 0,0 1,0-1,1 1,0 0,-1-1,1 1,0-1,1 1,-1-1,1 1,-1-1,1 1,0-1,1 0,-1 1,0-1,1 0,0 0,0 0,0 0,0 0,0 0,0-1,1 1,0-1,-1 1,2-1,4 0,0 0,1-1,-1 0,0 0,1-1,-1-1,1 1,-1-1,0-1,1 1,-1-1,0-1,0 0,0 0,-1 0,1-1,-1 0,0 0,0-1,0 0,0-1,-1 1,0-2,17-15,0-1,-2-1,-1-1,-1-1,-2-1,0 0,-2-1,-1-1,-1 0,-1-1,-2 0,-1-1,-2 0,-1-1,-1 1,-1-1,-2 0,-2 0,0 0,-3 0,-3-22,-14-17,19 71,1-1,-1 0,0 1,1-1,-1 1,1-1,-1 1,0-1,0 1,1-1,-1 1,0 0,0-1,1 1,-1 0,0 0,0 0,0 0,1 0,-1 0,0 0,0 0,0 0,0 0,1 0,-1 0,0 0,0 1,0-1,1 0,-1 0,0 1,1-1,-1 1,0-1,1 1,-1-1,0 1,1-1,-1 1,1 0,-1-1,1 1,-1 0,1-1,-1 1,1 0,0 0,-1-1,1 1,-9 14,0 1,1 0,1 0,1 1,0 0,1 0,1 0,-1 7,2-13,-9 42,3 0,1 0,3 1,3-1,3 42,0-77,1 0,1 1,0-1,2 0,0-1,1 1,1-1,0 0,2 2,-5-12,0 0,1 0,0-1,0 1,0-1,1 0,0-1,0 1,0-1,1 0,0-1,-1 0,2 0,-1 0,0-1,1 0,0 0,-1-1,1 0,0 0,6 0,-5-2,1 0,-1 0,0-1,1 0,-1-1,0 0,0 0,0-1,-1 0,1-1,-1 0,1 0,-1 0,0-1,-1-1,1 1,-1-1,0-1,-1 1,0-1,0 0,3-4,-1 0,0-1,0 0,-1 0,-1-1,0 0,0 0,-2-1,1 1,-2-1,0 0,0 0,-2 0,0 0,0-6,-17-34,16 53,-1 0,0 0,0 0,0 0,1 0,-1 1,0-1,0 0,0 0,0 1,0-1,-1 0,1 1,0-1,0 1,0 0,0-1,-1 1,1 0,0 0,0-1,-1 1,1 0,0 0,0 0,0 1,-1-1,1 0,0 0,0 1,-1-1,1 1,0-1,0 1,0-1,0 1,0 0,0-1,0 1,0 0,-1 1,-3 3,1 1,-1 0,1 0,0 0,0 0,1 1,0-1,0 1,1 0,-1 0,1 0,1 0,0 1,0-1,0 0,1 1,0-1,0 0,1 1,0-1,0 0,0 0,1 0,0 0,1 0,0 0,0 0,0-1,1 1,3 3,3 3,1-1,1 0,0-1,0 0,1-1,1-1,0 0,0 0,0-2,1 1,1-2,-1 0,7 1,60 19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138 1,'-6'20,"2"1,0 1,1-1,1 0,1 12,0-9,0 261,4-181,-4-1,-5 1,-8 30,-11-39,25-94,0 0,0 0,0 0,0 0,0 0,0-1,0 1,0 0,0 0,-1 0,1 0,0-1,-1 1,1 0,0 0,-1 0,1-1,-1 1,1 0,-1-1,0 1,1 0,-1-1,1 1,-1-1,0 1,0-1,1 1,-1-1,0 0,0 1,0-1,1 0,-1 0,0 1,0-1,0 0,0 0,0 0,1 0,-1 0,0 0,0 0,0-1,0 1,0 0,1 0,-1-1,0 1,0 0,0-1,1 1,-1-1,0 1,1-1,-1 1,0-1,1 0,-1 1,1-1,-1 0,1 1,-1-1,1 0,-1 0,1 1,0-1,-1 0,1 0,0 0,-8-23,2 0,1 0,1 0,1-1,1 1,1-1,1-10,-1 1,-2-240,13-35,5 211,-15 97,1-1,-1 1,0 0,1 0,-1 0,1 0,-1 0,1-1,0 1,-1 0,1 0,0 1,0-1,-1 0,1 0,0 0,0 0,0 1,0-1,0 0,0 1,1-1,-1 1,0-1,0 1,0 0,0-1,1 1,-1 0,0 0,0 0,0 0,1 0,-1 0,0 0,0 0,0 1,1-1,-1 0,1 1,42 29,-27-14,0 1,-1 0,-1 1,-1 1,0 0,-1 1,-2 1,0-1,-1 2,-1 0,2 6,-10-26,0 0,-1 1,1-1,0 1,-1-1,1 0,-1 1,0-1,0 1,0-1,0 1,0-1,0 1,-1-1,1 1,-1-1,0 0,1 1,-1-1,0 0,-1 0,1 1,0-1,-1 0,1 0,-1 0,1-1,-1 1,0 0,0-1,0 1,0-1,0 1,0-1,0 0,-1 0,1 0,-2 1,-4-1,0 0,1 0,-1 0,0-1,0 0,0-1,1 0,-1 0,0 0,1-1,-1 0,1-1,-1 0,1 0,0 0,0-1,1 0,-1 0,1-1,-3-2,8 7,1 0,-1-1,1 1,-1 0,1 0,0 0,-1-1,1 1,-1 0,1-1,0 1,-1 0,1-1,-1 1,1-1,0 1,0-1,-1 1,1 0,0-1,0 1,0-1,-1 1,1-1,0 1,0-1,0 1,0-1,0 1,0-1,0 1,0-1,0 1,0-1,0 1,1-1,-1 1,0-1,0 1,0-1,1 1,-1-1,0 1,0-1,1 1,-1 0,0-1,1 1,-1-1,1 1,-1 0,0 0,1-1,-1 1,1 0,-1 0,33-7,92 3,-72 4,-1-3,1-1,16-6,-50 6,0-1,-1 0,0-1,0-1,0-1,1-1,-14 6,1 0,-1-1,0 1,1-1,-2 0,1-1,0 1,-1-1,0 0,0 0,0 0,-1-1,0 1,0-1,0 0,-1 1,1-1,-1-1,0-4,-1 7,-1 1,0 0,0-1,-1 1,1 0,-1-1,1 1,-1 0,0 0,0-1,-1 1,1 0,0 0,-1 0,0 1,0-1,0 0,0 1,0-1,-1 1,1 0,-1-1,1 1,-1 1,0-1,0 0,0 0,0 1,0 0,0 0,0 0,0 0,-1 0,1 0,0 1,0 0,-1 0,1 0,0 0,-1 0,1 0,0 1,-1 0,1 0,0 0,0 0,0 0,0 0,-1 1,-4 2,-1 1,1-1,-1 1,1 1,1 0,-1 0,1 0,0 1,1 0,-1 0,1 1,1 0,-1 0,2 0,-1 1,1 0,-3 7,5-10,0 0,0 0,0 0,1 0,-1 0,2 0,-1 0,1 0,0 1,0-1,0 0,1 0,0 0,0 0,1 0,0 0,0 0,0 0,1 0,-1-1,2 1,-1-1,0 0,1 0,0 0,0-1,1 1,-1-1,11 6,0-1,1-1,0-1,0 0,0-1,1 0,0-1,0-1,1-1,-1-1,0 0,1-1,0-1,88 3,-5-6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188 859,'-8'0,"0"0,0 1,0-1,0 2,0-1,0 1,1 1,-1-1,1 1,-1 1,1-1,0 1,0 0,0 1,1 0,0 0,0 0,0 1,0 0,1 0,0 0,0 1,1-1,0 1,0 0,0 1,1-1,0 1,1-1,-1 2,3-5,-1-1,1 1,0-1,0 0,0 1,0-1,1 1,-1-1,1 0,0 1,0-1,0 0,1 0,-1 0,1 0,0 0,-1 0,1 0,1-1,-1 1,0 0,1-1,-1 0,1 0,-1 0,1 0,0 0,0 0,0-1,2 2,7 2,0-1,0 0,0 0,0-1,1-1,-1 0,11 0,13-2,1-2,-1-1,0-1,0-3,0 0,-1-3,0-1,0-1,5-5,0 6,-36 39,-5-23,1 0,0 0,1 0,0 0,0 0,0 0,1 0,-1 0,1-1,0 1,1-1,-1 1,1-1,0 0,0 0,0 0,0 0,1 0,0-1,-1 0,1 1,1-2,-1 1,0 0,1-1,-1 0,1 0,0 0,-1 0,1-1,0 0,0 0,0 0,0-1,0 1,0-1,1 0,-1-1,0 1,0-1,0 0,-1-1,1 1,0-1,0 0,-1 0,1 0,-1-1,1 1,-1-1,0 0,0 0,1-2,-1 1,0-1,0 1,0-1,-1 0,1 0,-1 0,0-1,-1 1,1-1,-1 0,0 1,-1-1,1 0,-1 0,-1 0,1 0,-1 0,0-1,0 1,0 0,-1 0,0 0,0 0,-1 0,0 1,0-1,0 0,-1 1,0-1,0 1,0 0,0 0,-1 0,0 0,0 1,0-1,-1 1,1 0,-1 0,1 1,-1 0,1 1,0-1,-1 1,0 0,1 0,-1 0,0 1,0 0,0 0,0 0,0 0,0 1,0 0,0 0,0 0,0 1,0 0,0 0,0 0,0 0,0 1,0 0,1 0,-1 0,1 0,-1 1,1 0,0 0,0 0,-3 3,-7 15</inkml:trace>
  <inkml:trace contextRef="#ctx0" brushRef="#br0" timeOffset="1">963 1046,'17'-56,"2"0,2 2,3 1,2 0,4 0,38-81,-43 82,-3-2,-2 0,-3 0,-2-2,-2 0,-3-1,-1-3,-8 53,0-1,0 1,-1 0,0 0,0 0,0-1,-1 1,0 0,-1 0,1 0,-2 0,1 0,-1 0,1 1,-2-1,1 1,-4-5,6 10,-1-1,1 1,-1 0,0 0,1 0,-1 0,0 0,0 0,0 1,1-1,-1 0,0 1,0 0,0-1,0 1,0 0,0 0,0 0,0 0,0 0,0 1,0-1,0 0,0 1,0 0,1-1,-1 1,0 0,0 0,1 0,-1 0,0 0,1 1,-1-1,1 0,-2 2,-48 59,33-24,1 0,1 0,3 2,1 0,2 0,1 1,3 0,1 0,2 0,2 2,-1-3,3 0,1-1,1 1,9 32,-9-54,2 0,0-1,1 0,0 0,2-1,0 0,1 0,0-1,1 0,1 0,9 9,-15-19,-1 1,1-1,1-1,-1 1,0-1,1 0,0 0,0 0,0-1,1 0,-1 0,1-1,0 1,-1-1,1-1,0 0,0 0,0 0,0-1,0 0,0 0,0 0,0-1,0 0,0-1,0 0,0 0,0 0,21-13</inkml:trace>
  <inkml:trace contextRef="#ctx0" brushRef="#br0" timeOffset="2">1445 885,'-2'6,"-1"1,1-1,0 1,0 0,0-1,1 1,0 0,1 0,0 0,0 0,0 0,1 0,-1-1,2 1,-1 0,1 0,0-1,1 1,-1-1,1 0,0 0,1 0,0 0,0 0,0-1,2 2,0-2,-1 0,2-1,-1 0,0 0,1-1,0 0,-1 0,1 0,1-1,-1 0,0 0,0-1,1 0,-1 0,1-1,-1 0,2-1,-6 1,-1 0,1-1,-1 0,0 1,1-1,-1 0,0 0,0-1,0 1,0 0,0-1,0 1,0-1,0 0,0 1,-1-1,1 0,-1 0,1 0,-1 0,0-1,0 1,0 0,0 0,0-1,0 1,0-1,-1 1,0 0,1-2,-3-77,0 73,0-1,0 1,-2 0,1 0,-1 0,0 1,0-1,-1 1,0 0,0 0,-1 0,0 1,-5-5,7 8,1 0,-1 0,0 0,0 1,0 0,0-1,0 1,-1 1,1-1,-1 1,1 0,-1 0,0 0,1 0,-1 1,0 0,1 0,-1 0,0 1,1-1,-1 1,0 0,1 0,-1 1,1-1,-1 1,2 0,0 0,0 0,-1 0,1 1,0-1,1 0,-1 1,0 0,1 0,0 0,-1 0,1 0,0 0,1 1,-1-1,0 1,1-1,0 1,0 0,0-1,0 1,1 0,0 0,-1-1,1 1,0 0,1 0,-1 0,1-1,0 1,0 0,0-1,0 1,1 0,13 28</inkml:trace>
  <inkml:trace contextRef="#ctx0" brushRef="#br0" timeOffset="3">2100 939,'-12'-12,"0"0,-1 1,0 1,-1 0,0 1,-1 1,0 0,0 0,-1 2,1 0,-2 1,1 0,0 2,-1 0,-8 0,21 3,-1 0,1 1,-1 0,1 0,-1 0,1 1,0-1,0 1,0 0,0 0,0 1,0-1,0 1,1 0,-1-1,1 2,0-1,0 0,0 1,0-1,1 1,-1 0,1 0,0 0,0 0,1 0,-1 1,1-1,0 1,0-1,0 0,1 1,-1 0,1 1,-1 1,1 0,0-1,0 1,1 0,0-1,0 1,1-1,0 1,0-1,0 1,1-1,0 0,0 0,0-1,1 1,0-1,0 1,1-1,-1 0,1-1,1 1,-1-1,0-1,0 0,0 0,1 0,-1-1,1 0,0 0,-1 0,1-1,0 1,0-2,0 1,0-1,0 0,1 0,-1 0,0-1,0 0,-1 0,1-1,0 1,0-1,0-1,-1 1,0-1,1 0,-1 0,0 0,0-1,-1 0,1 0,-1 0,0 0,0-1,0 0,2-3,1-3,0-1,0 0,-1 0,-1 0,0-1,-1 0,0 0,-1 0,0-1,-1 1,-1-1,1-11,-3 26,1-1,-1 1,1 0,-1-1,0 1,1 0,-1-1,0 1,1-1,-1 1,0-1,1 1,-1-1,0 0,0 1,0-1,0 0,1 0,-1 0,0 1,0-1,0 0,0 0,0 0,1 0,-1 0,0-1,0 1,0 0,0 0,1 0,-1-1,0 1,0 0,0-1,1 1,-1-1,0 1,1-1,-1 1,0-1,1 0,-1 1,1-1,-1 0,1 1,-1-1,1 0,-1 0,1 1,0-1,-1 0,1 0,0 0,0 0,0 1,0-1,0 0,0-1,-5 10,0 0,1 0,0 0,0 0,1 1,0-1,0 1,1 0,1 0,-1 0,1 0,1 0,0 0,0 1,1-1,0 0,0 0,1 0,0-1,1 1,0 0,0-1,1 1,0-1,0 0,1 0,0-1,1 0,0 0,0 0,0 0,6 3,23 11</inkml:trace>
  <inkml:trace contextRef="#ctx0" brushRef="#br0" timeOffset="4">2381 859,'-8'16,"6"-3,1 0,1 0,0 0,1 0,0 0,1 0,1 0,0 0,1-1,0 1,1-1,0 0,5 8,-8-16,1-1,0 1,-1-1,1 0,0 0,0 0,1 0,-1-1,1 1,-1-1,1 0,0 0,-1 0,1-1,0 1,0-1,1 0,-1 0,0 0,0-1,0 1,1-1,-1 0,0 0,0-1,1 1,-1-1,0 0,0 0,0 0,0-1,0 0,0 1,0-1,-1-1,1 1,-1 0,1-1,2-2,6-8,1 0,-1-1,-1 0,-1-1,0 0,-1 0,0-1,-2-1,1 1,-2-1,-1 0,0-1,2-14,-1-20,-7 52,0-1,1 0,-1 1,0-1,0 1,0-1,0 1,1-1,-1 1,0-1,0 1,0 0,0 0,0-1,0 1,0 0,0 0,0 0,0 0,0 0,0 0,0 1,0-1,0 0,0 0,0 1,0-1,0 0,0 1,0-1,0 1,0 0,1-1,-1 1,0 0,0-1,1 1,-1 0,0 0,1-1,-1 1,1 0,-1 0,1 0,-1 0,1 0,-5 4,0 1,1-1,0 0,0 1,1 0,-1 0,1 0,1 0,-1 0,1 1,0-1,0 1,1 0,0-1,0 1,1 0,0 0,0 0,0-1,1 1,0 0,0 0,1-1,0 1,0-1,0 1,1-1,0 0,0 0,1 0,0 0,0-1,3 4,10 3,0-1,1 0,0-1,1-1,0-1,1-1,-1-1,1 0,1-1,-1-2,1 0,5 0,9 2,0-1,1-1,0-2,0-2,-1-1,1-2,18-5,-50 9,1 0,0-1,0 0,-1 0,1-1,0 1,-1-1,0 0,1 0,-1 0,0-1,0 1,0-1,0 0,-1 0,1-1,-1 1,0-1,0 0,0 1,0-1,-1-1,1 1,-1 0,0 0,-1-1,1 1,-1-1,0 0,0 1,0-1,0 0,-1 0,0 0,0 1,0-1,-1 0,0 0,0-3,-4 0,0 0,0 0,-1 0,0 1,0 0,-1 0,0 0,0 1,0 0,-1 0,0 1,0 0,-1 1,1-1,-1 1,0 1,0 0,0 0,0 1,-1 0,1 1,-1 0,1 0,-1 1,1 0,-1 1,1 0,-1 1,0 0,5-1,0 1,1 0,-1 0,0 1,1-1,0 1,-1 0,1 0,0 1,1-1,-1 1,0 0,1 0,0 0,0 0,0 1,1-1,0 1,-1 0,1-1,1 1,-1 0,1 0,0 0,0 0,0 0,1 1,0-1,0 0,0 0,1 0,-1 0,1 1,1-1,-1 0,1-1,-1 1,1 0,1 0,-1-1,1 1,0-1,0 0,0 0,0 0,1 0,2 2,1 0,0 0,0 0,1 0,-1-1,1 0,0-1,1 0,-1 0,1-1,0 0,0 0,0-1,0 0,0-1,1 0,-1-1,0 1,0-2,1 1,-1-1,0-1,0 0,0 0,0-1,0 0,0 0,-1-1,0 0,1-1,-1 1,-1-2,1 1,-1-1,0 0,0-1,-1 0,1-2,-1 0,-1-1,0 1,0-1,-1-1,0 1,-1 0,0-1,-1 0,0 0,0 1,-1-1,-1 0,0-11,0 21,0 0,0 0,0 0,0 0,0-1,0 1,-1 0,1 0,0 0,0 0,-1 0,1 0,-1 0,1-1,-1 1,1 1,-1-1,0 0,0 0,1 0,-1 0,0 0,0 0,0 1,0-1,0 0,0 1,0-1,0 1,0-1,0 1,0 0,0-1,0 1,-1 0,1 0,0 0,0 0,0 0,0 0,0 0,-1 0,1 0,0 0,0 1,0-1,0 0,0 1,0-1,0 1,0-1,0 1,0 0,0-1,0 1,0 0,0 0,0 0,-3 5,0 1,0-1,0 1,1-1,0 1,1 0,0 0,0 1,0-1,1 0,0 1,0-1,1 0,0 1,0-1,1 1,0-1,0 0,1 1,0-1,3 7,1-4,1 0,0-1,0 0,1 0,1-1,-1 0,1 0,1-1,-1 0,1-1,1 0,-1-1,1 0,0 0,0-1,0 0,1-1,45 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1 225,'17'73,"3"-1,4 0,3-2,4 3,-18-38,1-1,2-1,1 0,2-2,1 0,1-1,2-1,4 3,-26-30,0 0,1 0,0 0,-1 0,1 0,0 0,0-1,0 1,0 0,0-1,1 0,-1 0,0 0,1 0,-1 0,1 0,-1 0,1-1,-1 1,1-1,-1 0,1 0,-1 0,1 0,-1 0,1 0,-1-1,1 1,-1-1,1 0,-1 0,1 0,2-5,1-1,-1 1,-1-1,0 0,0 0,0-1,-1 1,0-1,0 0,-1 0,0 0,0 0,0-7,2-1,104-619,-97 597,-5 24,0 24,-3 76,-3-30</inkml:trace>
  <inkml:trace contextRef="#ctx0" brushRef="#br0" timeOffset="1">870 813,'-1'-5,"-1"0,0 1,0-1,0 1,0-1,-1 1,0 0,0 0,0 0,0 0,0 1,-1-1,0 1,0 0,0 0,0 0,0 1,0-1,-1 1,1 0,-1 0,0 1,1-1,-1 1,0 0,0 0,0 1,0-1,0 1,0 0,0 1,0-1,0 1,0 0,1 0,-1 1,0-1,1 1,-1 0,1 0,-1 1,-3 2,-4 4,1 0,0 1,1 1,0 0,0 0,1 1,1 0,0 1,1 0,0 0,1 0,0 1,1 0,-1 7,5-20,0 1,0-1,0 1,1 0,-1 0,0-1,1 1,-1 0,1 0,0 0,0 0,-1 0,1 0,0-1,1 1,-1 0,0 0,1 0,-1 0,1 0,-1-1,1 1,0 0,0 0,-1-1,1 1,1-1,-1 1,0-1,0 1,0-1,1 0,-1 1,1-1,-1 0,1 0,0 0,-1 0,1 0,0-1,-1 1,1 0,0-1,0 1,0-1,0 0,0 0,-1 1,1-1,0-1,11-2,-1 0,1-1,-1-1,-1 0,1-1,-1 0,0 0,0-1,0-1,-1 0,0-1,-1 1,0-2,-1 1,8-11,54-104,-64 157,-6-21,9 140,-8-146,1 0,-1 0,1 0,0 0,0 0,1 0,0-1,0 1,0-1,0 0,1 0,0 0,0 0,0-1,1 0,0 0,-1 0,1 0,1-1,-1 0,0 0,7 3,-6-5,0 1,0-1,0 0,1-1,-1 1,0-1,1-1,-1 1,0-1,1 0,-1 0,0-1,0 0,0 0,0 0,0-1,0 0,-1 0,0 0,4-3,9-7,-2-1,0 0,0-1,-1 0,6-11,10-17,-2-1,-3-2,-1 0,-2-2,-3-1,-1-1,-3 0,-2-1,-2 0,-3-1,-2-1,1-42,-6-76,-1 167,-1 0,0 0,0 0,0 0,-1 1,1-1,-1 0,0 0,0 1,0-1,0 0,-1 1,1-1,-1 1,0-1,0 1,0 0,-1 0,1 0,-1 0,0 1,1-1,-1 1,-1-1,1 1,0 0,0 0,-1 0,1 1,-1-1,1 1,-1 0,0 0,-1 0,-2 3,1 0,0 1,0 0,0 0,0 0,0 1,0 0,1 0,0 1,0-1,0 1,0 0,1 0,0 1,0 0,0 0,-19 30,2 0,2 2,2 0,1 1,2 1,1 0,2 1,3 0,-4 34,7-41,1 1,2 0,1 0,2 0,1 0,2 0,3 6,-4-26,0 0,1 0,1-1,1 1,0-1,1 0,0-1,1 0,1 0,0 0,0-1,1 0,1-1,0-1,1 1,0-2,4 4,-3-6,0 1,0-1,1-1,0-1,0 0,0 0,1-2,-1 1,1-2,6 0,-14-1,1-1,0 1,-1-2,1 1,-1-1,1-1,-1 1,1-1,-1 0,0-1,0 0,0 0,0 0,0-1,-1 0,0 0,0-1,0 0,0 0,4-5,37-65,-47 76,0-1,0 0,0 0,0 1,0-1,0 0,0 0,0 1,0-1,0 0,1 0,-1 0,0 1,0-1,0 0,0 0,0 1,1-1,-1 0,0 0,0 0,0 0,1 1,-1-1,0 0,0 0,1 0,-1 0,0 0,0 0,1 0,-1 0,0 0,0 0,1 0,-1 0,0 0,0 0,1 0,-1 0,0 0,0 0,1 0,-1 0,0 0,0 0,1 0,-1 0,0 0,0-1,0 1,1 0,-1 0,0 0,0 0,0-1,1 1,-1 0,0 0,0 0,0-1,0 1,2 30,-2-22,1-1,1-1,-1 1,1 0,0 0,0-1,1 0,0 1,0-1,1 0,-1 0,1-1,1 1,-1-1,1 0,0 0,0 0,0-1,1 1,-1-2,1 1,0 0,1-1,-1 0,0-1,1 1,-1-1,1 0,0-1,0 0,0 0,-1 0,1-1,0 0,0 0,0-1,4-1,-7 2,1-2,-1 1,1 0,-1-1,0 0,0 0,0 0,0-1,0 1,0-1,-1 0,1 0,-1 0,0 0,0-1,0 1,0-1,-1 0,1 0,-1 0,0 0,0 0,-1-1,1 1,-1 0,0-1,0 1,0-2,1-6,-1 0,0-1,-1 1,0 0,-1 0,0 0,-1 0,0 0,-1 0,-1-3,-1 2,0 1,0 0,-1 1,0-1,-1 1,-1 0,-6-7,11 14,0 0,-1 1,0-1,1 1,-1-1,-1 1,1 0,0 1,-1-1,1 1,-1 0,0 0,1 0,-1 1,0-1,0 1,0 0,-1 1,1-1,0 1,0 0,-1 2,1-1,0 1,0 0,1 0,-1 1,0-1,1 1,-1 0,1 0,0 1,0-1,0 1,1 0,-1 0,1 0,0 1,0-1,0 1,1-1,-1 1,1 0,0 0,0 2,-15 39</inkml:trace>
  <inkml:trace contextRef="#ctx0" brushRef="#br0" timeOffset="2">2046 1173,'19'-45,"-2"-2,-2 0,-3-1,-1 0,-3-1,-1 0,-1-44,-6 88,1-6,-1 0,0 0,0 0,-1 0,0 0,-1 0,-1 1,0-1,-2-7,4 17,0 0,1 0,-1-1,0 1,0 0,0 0,0 0,0 0,0 0,0 0,0 0,0 0,0 1,0-1,-1 0,1 1,0-1,-1 0,1 1,0 0,-1-1,1 1,0 0,-1 0,1 0,-1 0,1 0,-1 0,1 0,0 0,-1 1,1-1,-1 0,1 1,0-1,-1 1,1 0,0-1,0 1,0 0,-1 0,1 0,0 0,0 0,0 0,0 0,1 0,-1 0,0 0,0 0,1 1,-1-1,0 0,1 1,-1-1,1 0,0 1,0-1,-1 1,1-1,0 0,0 1,0-1,0 1,0-1,1 1,-1-1,1 1,-1 1,0 0,1 0,-1-1,1 1,0 0,0 0,0-1,0 1,1-1,-1 1,1-1,-1 1,1-1,0 0,0 0,0 0,0 0,0 0,1 0,-1-1,0 1,1-1,-1 0,1 1,0-1,71 20,8-14,-64-7,1 1,-1 1,0 0,0 2,0 0,8 3,-22-5,0 0,0 0,0 1,0-1,-1 1,1 0,-1 0,1 0,-1 0,0 0,0 1,-1 0,1-1,-1 1,0 0,0 0,0 0,0 1,-1-1,0 0,1 1,-2-1,1 0,0 1,-1 2,-9 118,6-102,2-15,-3 78,5-84,-1 0,1 1,-1-1,1 0,0 0,0 0,0 0,0 0,0 0,0 0,1 0,-1 0,1 0,-1-1,1 1,0-1,0 1,-1-1,1 0,0 0,0 1,0-1,0 0,1-1,-1 1,0 0,0-1,0 1,1-1,-1 0,0 0,1 0,-1 0,0 0,1 0,8-2,1-1,0 0,-1-1,0 0,0-1,0 0,-1-1,1 0,-1-1,-1 0,1 0,-1-1,-1 0,1-1,-1 0,-1 0,0 0,0-1,-1 0,0-1,-1 0,0 0,0 0,-1 0,-1 0,0-1,1-8,-1 10,-4 22,1-4,-2 30,0-17,0-1,2 1,0 0,1 0,1 0,1-1,1 1,1-1,6 14,-10-30,1 0,0 0,1 0,-1 0,1-1,0 1,-1-1,2 0,-1 0,0 0,1 0,-1 0,1-1,0 0,-1 1,1-1,0-1,1 1,-1-1,0 1,0-1,3 0,21 0</inkml:trace>
  <inkml:trace contextRef="#ctx0" brushRef="#br0" timeOffset="3">2782 278,'-16'0,"-8"0,1 5,4 8,7 8,13 13,16 9,15 7,3-6</inkml:trace>
  <inkml:trace contextRef="#ctx0" brushRef="#br0" timeOffset="4">3049 1173,'16'-10,"1"-1,-1-1,-1 0,0-1,-1-1,-1 0,0-1,-1-1,0 0,-1 0,-1-1,-1 0,0-1,-1 0,1-7,10-29,-1 0,-4-2,-1 0,-3 0,-3-1,-2 0,-2 0,-5-54,-9 6,11 105,0-1,0 0,0 0,-1 0,1 1,0-1,0 0,0 0,0 0,-1 1,1-1,0 0,-1 0,1 1,-1-1,1 0,-1 1,1-1,-1 0,1 1,-1-1,0 1,1-1,-1 1,0-1,1 1,-1 0,0-1,0 1,0 0,1 0,-1-1,0 1,0 0,0 0,1 0,-1 0,0 0,0 0,0 0,0 0,-25 27,10 8,1 2,2-1,1 1,2 1,1 0,-2 32,1-18,1 2,3-1,2 1,3 0,1 0,4 0,1 0,6 13,-10-57,1 0,1 0,-1 0,2 0,-1 0,2-1,-1 1,1-1,0 0,1-1,0 1,1-1,0 0,0-1,0 0,1 0,0 0,0-1,1 0,0-1,0 0,0 0,1-1,-1 0,1-1,0 0,0 0,0-1,0-1,1 0,-1 0,1-1,4 0,-6-2,1 0,-1-1,0 0,-1 0,1-1,0-1,-1 1,0-1,0 0,0-1,-1 0,0 0,0-1,-1 0,1 0,-1 0,-1-1,0 0,0 0,0 0,-1-1,5-9,-1-1,-1 1,-1-1,-1-1,0 1,-2-1,0 0,-1 0,-1-10,0 22,-1 0,-1-1,0 1,0 0,0 0,-1 0,0 0,-1 0,0 0,-1-1,4 7,-1 1,0-1,1 1,-1 0,0-1,0 1,0 0,0 0,0 0,0 0,-1 0,1 0,0 0,0 0,-1 0,1 1,0-1,-1 0,1 1,-1-1,1 1,-1 0,1-1,-1 1,1 0,-1 0,0 0,1 0,-1 0,1 0,-1 0,1 1,-1-1,1 1,-1-1,1 1,0-1,-1 1,1 0,0 0,-1 0,1 0,0 0,-49 51,44-41,-1 0,1 0,1 1,0-1,0 1,1 1,1-1,0 1,1-1,0 1,1-7,1 0,0 0,0 0,0 0,1 0,0-1,0 1,1 0,-1 0,1-1,0 1,1-1,-1 0,1 0,0 0,1 0,-1 0,1 0,0-1,0 0,0 0,1 0,-1 0,12 5,-1 0,1-1,0-1,1 0,0-1,0-1,0-1,15 3,68 10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255 737,'-10'-7,"0"1,0 0,-1 0,0 1,0 1,0 0,0 1,-1 0,1 0,-5 1,12 1,-1 0,0 1,1 0,-1 0,0 0,1 1,-1 0,0 0,1 0,-1 0,1 1,0-1,-1 1,1 0,0 1,0-1,0 1,0-1,1 1,-1 0,1 1,0-1,0 1,0-1,0 1,0 0,1 1,-1-2,1 0,0 0,0 0,0 1,1-1,-1 1,1-1,0 1,0 0,0 0,0-1,1 1,-1 0,1 0,0 0,0-1,0 1,1 0,0 0,-1 0,1-1,1 1,-1 0,0-1,1 1,0-1,0 0,0 1,0-1,0 0,1 0,-1 0,1-1,0 1,0 0,0-1,0 0,0 0,1 0,4-1,0 0,0-1,1 0,-1-1,0 1,0-2,0 1,0-1,0 0,0-1,0 0,-1 0,1-1,-1 0,0 0,0-1,0 1,-1-2,0 1,0-1,4-4,11-11,-1-1,0-1,-2-1,-1 0,-1-1,-1-1,-1-1,-2 0,0 0,7-29,-3-3,-1 0,-4-1,-2 0,1-54,-9 39,-5 70,-2 18,-9 43,2 1,3 0,2 1,2 22,3-58,0 1,2-1,0 1,2 0,0-1,2 1,0-1,2 1,0-1,1-1,2 1,0-1,5 8,-10-25,0 0,0 0,1 0,-1 0,1-1,0 1,0-1,0 0,1-1,-1 1,1-1,-1 0,1 0,0 0,0 0,-1-1,1 0,1 0,-1 0,0-1,0 1,0-1,0-1,0 1,0-1,0 0,0 0,0 0,0 0,0-1,0 0,-1 0,1-1,-1 1,1-1,3-3,4-3,1-1,-1 0,0-1,-1-1,-1 0,0 0,0-1,-1 0,-1-1,0 0,-1 0,0 0,-1-1,-1 0,-1-1,1-4,-4 19,0 0,-1 0,1-1,0 1,-1 0,0-1,1 1,-1 0,0-1,1 1,-1 0,0-1,0 1,0 0,-1-1,1 1,0-1,0 1,-1 0,1-1,0 1,-1 0,0 0,1-1,-1 1,0 0,0 0,1 0,-1 0,0 0,0 0,0 0,0 0,0 0,0 0,-1 1,1-1,0 0,0 1,-1-1,1 1,0-1,-1 1,1 0,0-1,-1 1,1 0,-4 3,1 0,1 1,-1-1,0 1,1 0,0 0,0 0,0 0,0 1,1-1,-1 1,1 0,1-1,-1 1,0 0,1 0,0 0,1 0,-1 0,1 1,0 3,-1 0,0-1,1 1,0 0,1 0,0 0,0 0,1 0,0 0,1-1,0 1,0-1,1 0,0 0,0 0,1 0,0-1,0 0,1 0,0 0,0-1,1 0,0 0,0 0,0-1,0 0,1 0,0-1,0 0,0-1,3 1,1 0,1 0,-1-1,1-1,-1 0,1-1,0-1,-1 1,1-2,0 0,-1 0,1-2,-1 1,0-1,1-1,-1 0,-1-1,1 0,-1-1,0-1,0 1,0-1,-1-1,2-3,21-21,-2-1,-1-2,-2-2,0-3,24-29,-35 49,-17 20,1 0,-1 0,0 0,0 1,0-1,0 0,0 0,0 0,1 0,-1 1,0-1,0 0,0 0,0 0,1 0,-1 0,0 0,0 0,0 0,1 1,-1-1,0 0,0 0,0 0,1 0,-1 0,0 0,0 0,0 0,1 0,-1 0,0 0,0 0,0-1,1 1,-1 0,0 0,0 0,0 0,1 0,-1 0,0 0,0 0,0-1,0 1,1 0,-1 0,0 0,0 0,0-1,0 1,0 0,0 0,-6 24,3-16,-23 94,3 2,6 1,3 0,6 1,4 1,5-1,4 1,17 43,-16-139,-1-11</inkml:trace>
  <inkml:trace contextRef="#ctx0" brushRef="#br0" timeOffset="1">1284 1258,'0'-628,"8"562,-6 65,-1 1,0-1,1 0,-1 1,1-1,-1 1,1 0,-1-1,1 1,0 0,-1 0,1 0,-1 0,1 0,-1 0,1 1,-1-1,1 0,-1 1,1 0,-1-1,1 1,-1 0,0-1,1 1,-1 0,0 0,0 0,1 0,-1 0,0 0,0 1,0-1,0 0,-1 1,1-1,2 1,50 48,-1 2,-3 2,12 21,-31-28,-30-46,1 1,-1-1,1 0,-1 1,0-1,0 0,0 1,0-1,0 0,0 1,0-1,0 0,0 1,0-1,-1 0,1 1,-1-1,1 0,-1 1,1-1,-1 0,0 0,1 0,-1 0,0 0,0 0,0 0,0 0,0 0,0 0,0 0,0 0,-1-1,1 1,0-1,0 1,-1 0,-5 2,0-1,-1 1,1-1,-1-1,1 1,-1-1,1 0,-1-1,0 0,1 0,-1-1,0 0,1 0,-1-1,1 0,-1 0,1 0,0-1,0-1,0 1,1-1,-1 0,1 0,0-1,0 0,-3-2,8 5,-1 0,1 0,-1-1,1 1,0 0,0-1,0 1,0 0,0-1,1 1,-1-1,1 1,-1-1,1 0,0 1,0-1,0 1,0-1,1 1,-1-1,1 0,0 1,-1 0,1-1,0 1,0-1,1 1,-1 0,0 0,1 0,-1 0,1 0,1-2,73-48,-45 41,2 0,-1 2,1 2,0 1,1 1,0 2,-1 2,24 1,-54 0,-1-1,1 1,-1 0,0 0,1 0,-1 0,0 0,1 1,-1-1,0 1,1-1,-1 1,0 0,0 0,1 0,-1 0,0 0,0 1,0-1,-1 0,1 1,0 0,0-1,-1 1,1 0,-1 0,0 0,1 0,-1 0,0 0,0 0,0 1,-1-1,1 0,0 0,-1 3,-1 58,-1-57,1-1,0 1,0 0,1-1,-1 1,1 0,1 0,-1-1,1 1,0 0,0-1,1 1,-1-1,1 1,0-1,1 0,-1 0,1 0,0 0,1 0,-1 0,1-1,3 4,13 3,-2-3</inkml:trace>
  <inkml:trace contextRef="#ctx0" brushRef="#br0" timeOffset="2">1738 336,'2'0,"46"17,-1 1,-1 2,-1 3,-1 1,0 2,7 9,-41-26,0 0,-1 0,-1 1,1 0,-1 1,-1 0,0 0,-1 0,0 1,0 0,-1 0,-1 1,0-1,-1 1,0 0,-1 0,-1 0,1 9,10 119,-11-139,1 0,-1 1,1-1,-1 0,1 0,0 0,0 0,0 0,0 0,0 0,1-1,-1 1,0-1,1 0,-1 1,1-1,-1-1,1 1,0 0,-1 0,1-1,0 0,0 1,-1-1,1 0,0 0,0-1,-1 1,1 0,0-1,0 0,-1 0,1 0,-1 0,1 0,-1 0,1-1,-1 1,0-1,0 1,1-1,-1 0,0 0,-1 0,1 0,0 0,1-2,12-14,0 0,0-1,-2-1,0 0,-2-1,0 0,-1 0,4-17,-7 27,-4 17,-3 24,0-23,-1 3,0 1,2-1,-1 0,1 1,1-1,0 0,0 0,1 0,0 0,1-1,0 1,0-1,1 0,0 0,1 0,0-1,1 0,-1 0,1 0,1-1,-1 0,1-1,1 0,-1 0,35 15,-3-7</inkml:trace>
  <inkml:trace contextRef="#ctx0" brushRef="#br0" timeOffset="3">3048 750,'-10'-5,"-1"1,0 1,0 0,0 0,0 1,-1 0,1 1,0 1,-1-1,1 2,0 0,-1 0,1 1,0 0,0 1,0 0,0 1,0 0,1 1,0 0,0 1,-3 2,10-5,0 0,0 0,0 0,1 1,-1-1,1 1,0 0,0 0,0-1,1 1,0 0,-1 0,1 1,1-1,-1 0,0 0,1 0,0 1,0-1,0 0,1 0,0 1,-1-1,1 0,1 0,-1 0,1 0,-1 0,1 0,0-1,0 1,1 0,-1-1,1 0,0 1,0-1,0 0,0-1,0 1,1 0,-1-1,1 0,0 0,-1 0,1 0,1 0,4 1,1-1,-1 0,1 0,-1-1,1 0,0 0,-1-1,1 0,-1-1,1 0,0-1,-1 0,0-1,1 1,-1-2,0 1,-1-1,1-1,-1 1,1-2,-1 1,-1-1,1 0,-1-1,0 1,-1-1,1-1,-1 1,-1-1,5-7,10-22,-2-1,-2-1,-1 0,-2-1,-1 0,-2-1,-1-10,-9 50,70-394,-62 291,-8 104,0 0,0-1,1 1,-1 0,0 0,0-1,0 1,0 0,0-1,0 1,0 0,0-1,0 1,0 0,0 0,0-1,0 1,-1 0,1-1,0 1,0 0,0 0,0-1,0 1,0 0,-1 0,1-1,0 1,0 0,0 0,-1 0,1-1,0 1,0 0,-1 0,1 0,0 0,-1 0,1 0,0-1,0 1,-1 0,1 0,0 0,-1 0,1 0,0 0,0 0,-1 0,1 0,0 0,-1 0,1 0,0 1,0-1,-1 0,1 0,0 0,-1 0,1 0,0 1,0-1,-1 0,-11 17,-6 22,2-1,2 2,1 0,3 1,1 0,-2 21,3-22,2 1,1-1,3 1,1 0,1 0,3 0,1-1,2 1,2-1,2 0,1-1,6 11,28 33,1-15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55,'4'22,"9"17,11 14,11 8,12 3,10-2,7-5,4-8,-4-10,-7-11,-13-11</inkml:trace>
  <inkml:trace contextRef="#ctx0" brushRef="#br0" timeOffset="1">736 1,'-284'279,"274"-268,1 0,0 0,0 1,1 0,1 0,0 1,1 0,0 1,1-1,1 1,0 0,0 0,2 0,-1 0,2 1,0-1,1 12,47 232,-36-175,-6-38,1-1,3 1,1-1,8 18,3-26,-11-27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256 586,'-4'-5,"1"0,-2 0,1 1,-1-1,1 1,-1 0,0 0,-1 1,1-1,-1 1,1 1,-1-1,0 1,0 0,0 0,0 0,0 1,-1 0,1 0,0 1,0 0,-1 0,1 0,0 1,-1 0,1 0,0 1,0-1,0 1,0 1,-5 2,4 2,1 0,-1 0,1 1,1 0,-1 0,1 0,1 1,-1 0,2 0,-1 0,1 0,1 1,-1-1,2 1,-1 0,1-1,1 1,0 0,1 5,-2-12,1 0,0-1,0 1,0-1,0 1,0 0,1-1,-1 1,1-1,0 1,0-1,0 0,0 1,0-1,0 0,1 0,-1 1,1-1,-1 0,1 0,0-1,0 1,0 0,0-1,0 1,0-1,0 1,1-1,-1 0,0 0,1 0,-1 0,1-1,-1 1,1-1,-1 1,1-1,0 0,-1 0,1 0,-1 0,1-1,1 1,9-7,1 0,-1-1,-1-1,0 0,0-1,0 0,-1 0,-1-1,0-1,0 0,-1 0,-1-1,7-12,3-7,-1 0,-1-2,-2 0,-1 0,-2-1,-1-1,-2 1,-2-2,-1 1,-1-1,-3 1,-1-1,-2-19,-17-43,19 99,1-1,-1 0,-1 0,1 0,0 0,0 0,0 0,0 0,-1 0,1 0,0 1,-1-1,1 0,-1 0,1 0,-1 0,1 1,-1-1,1 0,-1 1,0-1,0 0,1 1,-1-1,0 1,0-1,0 1,1 0,-1-1,0 1,0 0,0-1,0 1,0 0,0 0,0 0,0 0,1 0,-1 0,0 0,0 0,0 0,0 0,0 1,0-1,0 0,0 1,1-1,-1 1,0-1,0 1,0-1,1 1,-1-1,0 1,1 0,-1-1,0 1,1 0,-1-1,1 1,-1 0,1 0,-28 59,15-6,3 0,2 0,3 0,2 1,2 9,-1-38,0 0,2 1,1-1,2 0,0 0,1 0,2 0,1-1,1 1,1-2,1 1,1-1,12 19,-19-37,1 0,-1-1,1 0,0 0,0 0,1-1,-1 1,1-1,0-1,0 1,0-1,1 0,-1 0,1-1,-1 0,1 0,0-1,0 0,0 0,0 0,0-1,0 0,0 0,0-1,0 0,0 0,-1-1,1 1,0-2,-1 1,1-1,-1 0,6-3,2-6,-2 0,1 0,-2-1,0-1,0 1,-1-2,-1 0,-1 0,0 0,0-1,-2 0,0-1,-1 1,-1-1,0 0,-1-1,-1 1,0-7,-2 19,1 1,0 0,0 0,-1-1,1 1,-1 0,0-1,-1 1,1 0,-1-1,0 1,0 0,0 0,0 0,-1 0,1 0,-1 0,0 0,-1 0,0-1,0 5,1-1,0 1,-1 0,1 0,-1 1,1-1,-1 0,1 1,0 0,-1-1,1 1,0 0,0 0,0 0,0 1,0-1,0 0,0 1,0-1,0 1,0 0,1 0,-1-1,1 1,-1 0,1 0,0 1,0-1,0 0,-1 1,-2 4,0 0,0 0,1 0,0 0,0 0,0 1,1-1,0 1,1 0,0-1,0 1,0 0,1 0,0 0,1 0,0-1,0 1,1 0,-1-1,2 1,-1-1,1 1,0-1,1 0,0 0,0 0,0-1,1 0,3 5,12 2,-1 0,2-2,-1 0,1-1,1-2,0 0,0-1,1-1,0-1,0-1,0-1,0-1,20-1,-43-1,103 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196 746,'-5'-2,"-1"0,1 0,0 1,-1 0,1-1,-1 2,1-1,-1 1,1 0,-1 0,0 0,1 1,-1 0,1 0,-1 0,1 1,0 0,0 0,0 0,0 1,0-1,0 1,0 1,1-1,0 0,-1 1,1 0,1 0,-1 0,1 1,-3 2,2-1,0 1,0 0,0-1,1 1,0 1,0-1,1 0,0 1,0-1,0 1,1 0,1 0,-1-5,1 0,0 0,0 0,1 0,-1 0,1 0,-1 0,1 0,0 0,0 0,0 0,0 0,1 0,-1-1,1 1,0-1,0 1,0-1,0 1,0-1,0 0,1 0,-1 0,1 0,-1-1,1 1,0-1,-1 1,1-1,0 0,0 0,7 0,-1 0,0-1,1-1,-1 1,0-1,0-1,0 0,0 0,0 0,0-1,0-1,-1 0,0 0,1 0,-1-1,-1 0,1-1,-1 0,0 0,0 0,-1-1,0 0,0 0,2-2,-1 1,0-1,-1 0,0-1,0 1,-1-1,0 0,-1-1,0 1,-1-1,0 0,0 1,-1-1,-1-1,0 1,0-3,-1 15,-1-1,1 1,0-1,-1 1,1-1,-1 1,1 0,-1-1,1 1,-1-1,1 0,-1 1,1-1,-1 1,0-1,1 0,-1 0,0 1,1-1,-1 0,0 0,1 0,-1 0,0 1,1-1,-1 0,0 0,1 0,-1-1,0 1,0 0,1 0,-1 0,0 0,1-1,-1 1,1 0,-1-1,0 1,1 0,-1-1,1 1,-1-1,1 1,-1-1,1 1,-1-1,1 1,-1-1,1 0,0 1,-1-1,1 1,0-1,0 0,0 1,-1-1,1 0,0 0,-4 9,1 0,-1 0,2 0,-1 0,1 0,0 1,1-1,0 1,0 0,1-1,0 1,0-1,1 1,0-1,1 1,0-1,0 1,1-1,0 0,0 0,1 0,0-1,0 1,1-1,0 0,0 0,1-1,0 0,0 0,0 0,1 0,0-1,0 0,0-1,1 1,-1-2,5 2,-2-2,0-1,0 0,0 0,0-2,1 1,-1-1,0-1,1 1,-1-2,0 0,0 0,0 0,7-4,30-12</inkml:trace>
  <inkml:trace contextRef="#ctx0" brushRef="#br0" timeOffset="1">744 612,'-10'41,"1"0,2 1,2 0,2 0,1 0,2 0,3 0,1 0,7 29,-9-47,0-10,12 108,-6 0,-5 40,-15-68,12-95,0 1,-1-1,1 1,0-1,-1 1,1-1,-1 1,1-1,-1 1,1 0,-1-1,1 1,-1 0,1-1,-1 1,1 0,-1 0,1 0,-1-1,0 1,1 0,-1 0,1 0,-1 0,0 0,1 0,-1 0,1 0,-1 0,0 0,1 1,-1-1,1 0,-1 0,1 0,-1 1,1-1,-1 0,1 1,-1-1,1 0,-1 1,1-1,-1 1,1-1,0 1,-1-1,1 1,0-1,-1 1,1-1,0 1,0-1,0 1,-1 0,1-1,0 1,0-1,0 1,0 0,0-1,0 1,0-1,0 1,0 0,0-1,1 1,-1-1,0 1,-17-47,2-39,5 1,2-2,5-39,3 124,-4-52,3 0,2 0,3 1,1-1,3 0,14-45,-22 94,1 0,0-1,0 1,1 0,-1-1,1 1,0 0,0 0,0 1,1-1,-1 0,1 1,0-1,0 1,0 0,0 0,1 0,-1 0,1 1,0-1,0 1,0 0,0 0,0 1,0-1,0 1,0 0,1 0,-1 0,1 0,-1 1,1 0,-1 0,0 0,1 0,-1 1,1 0,-1 0,0 0,1 1,5 4,0 1,-1 0,0 1,0 0,-1 0,0 1,-1 0,0 0,0 1,-1 0,0 0,-1 1,0-1,0 1,-1 0,-1 0,0 3,-1-10,-1 0,0 1,0-1,0 0,-1 1,1-1,-1 0,0 1,0-1,-1 0,1 1,-1-1,0 0,0 1,-1-1,1 0,-1 0,0 0,0 0,0-1,-1 1,1 0,-1-1,0 0,0 0,0 1,0-2,0 1,-1 0,1-1,-1 1,0-1,0 0,0 0,0-1,-3 2,2-2,1 1,-1-1,1 0,-1 0,1-1,-1 1,0-1,1 0,-1 0,0-1,1 1,-1-1,0 0,1 0,-1-1,1 1,0-1,0 0,-1 0,1-1,0 1,1-1,-1 0,0 0,1 0,0 0,-1-1,1 1,1-1,1 3,0-1,0 1,1 0,-1 0,1-1,-1 1,1-1,0 1,-1 0,1-1,0 1,0-1,0 1,0-1,0 1,0-1,1 1,-1 0,0-1,1 1,-1 0,1-1,-1 1,1 0,0-1,0 1,-1 0,1 0,0 0,0 0,0 0,0 0,0 0,1 0,-1 0,0 0,1 0,53-22,-51 22,22-5,1-1,-1-1,-1-1,0-1,0-1,-1-2,0 0,-1-1,-1-2,0 0,-1-1,-1-1,0-1,-2-1,7-10,-6-7,-2 0,-2-2,-2 1,-1-1,-2-1,-2 0,-1-1,-3 1,-1-1,-2-13,1 31,-1 10,0 0,0 0,-1 0,-1 0,0 0,-1 0,-1 0,0-2,2 14,0 0,1 0,-1 0,0 0,0 0,0 1,0-1,0 0,0 0,0 1,0-1,0 0,-1 1,1-1,0 1,0 0,-1-1,1 1,0 0,0 0,-1 0,1 0,0 0,-1 0,1 0,0 0,0 0,-1 1,1-1,0 0,0 1,-1-1,1 1,0-1,0 1,0 0,0 0,0-1,0 1,0 0,0 0,0 0,0 0,1 0,-1 0,0 0,1 0,-1 1,1-1,-1 0,1 0,-1 1,-14 21,0 0,1 1,2 1,0 0,2 0,1 1,1 0,1 1,1 0,2 0,-1 18,-1-13,1 0,2 0,2 0,0 0,3 0,0 0,2 0,1 0,2 0,1-1,2 0,0-1,11 20,-18-44,1 0,-1 1,1-1,0 0,0-1,1 1,0-1,0 0,0 0,1 0,-1-1,1 0,0 0,0 0,1-1,-1 0,1 0,-1-1,1 1,0-1,0-1,0 0,0 0,0 0,1-1,-1 0,0 0,0 0,5-2,-7-2,-1 0,1 0,-1-1,1 1,-1-1,-1 0,1 0,-1-1,0 1,0-1,0 1,-1-1,0 0,0 0,0 0,-1 0,0-1,0 1,0 0,-1 0,0-1,0 1,-1 0,0 0,-1-6,3-39,-1 51,0 0,1 0,-1 0,0 1,0-1,0 0,0 0,0 0,1 0,-1 0,0 0,0 0,0 0,0 0,1 0,-1 0,0 0,0 0,0 0,0 0,1 0,-1 0,0 0,0 0,0 0,0 0,1 0,-1 0,0 0,0 0,0 0,0 0,0 0,1-1,-1 1,0 0,0 0,0 0,0 0,0 0,6 20,-5-12,0 6,1 0,0 0,1 0,1-1,0 1,1-1,0 0,1 0,0-1,1 0,0 0,1 0,1-1,-1 0,2-1,0 0,0 0,2 0,44 2,-34-17</inkml:trace>
  <inkml:trace contextRef="#ctx0" brushRef="#br0" timeOffset="2">1706 452,'-20'0,"-9"2,-5 6,4 3,7 5,7 1,12 1,10-1,11-3,3-4</inkml:trace>
  <inkml:trace contextRef="#ctx0" brushRef="#br0" timeOffset="3">2134 800,'-19'-4,"0"1,-1 0,1 2,-1 0,1 1,-1 1,1 1,0 1,0 0,0 2,0 0,0 1,1 1,0 1,1 0,-14 9,28-15,1-1,-1 1,0 0,1 0,-1 0,1 1,0-1,0 0,0 1,0 0,0-1,0 1,1 0,0 0,-1 0,1 0,0 0,0 0,1 0,-1 0,1 1,-1-1,1 0,0 0,0 0,0 1,1-1,-1 0,1 0,0 0,0 2,5 2,0 1,0-2,1 1,0-1,0 0,1-1,-1 1,1-1,0-1,0 0,1 0,0 0,-1-1,1-1,0 1,0-1,9 0,42 10,0-3,0-3,1-2,-1-3,1-3,0-2,21-6,-56 7,1-1,0-1,-1-2,0 0,0-2,-1-1,0-1,-1-1,17-12,-38 23,0 0,-1-1,1 1,-1-1,1 0,-1 0,0 0,0 0,1 0,-1 0,-1-1,1 1,0-1,-1 1,1-1,-1 0,0 1,1-1,-2 0,1 0,0 0,0 0,-1 0,0 0,1 0,-1 0,0 0,-1 0,1 0,-1 0,1 0,-1 0,0 0,0 0,0 0,0 1,0-1,-1 0,1 1,-1-1,0 1,0-1,-8-4,0 0,-1 0,0 1,0 1,0 0,0 1,-1 0,0 0,0 1,0 1,0 0,0 1,0 0,0 0,-1 2,1 0,0 0,0 1,0 0,-7 3,11-3,-1 1,1 0,-1 1,1 0,0 0,0 1,0 0,1 0,0 1,-4 3,9-7,-1 1,1-1,0 1,-1-1,1 1,0 0,1 0,-1 0,0 0,1 0,0 0,-1 0,1 0,1 1,-1-1,0 1,1-1,0 0,-1 1,2-1,-1 1,0-1,0 0,1 1,0-1,0 0,0 1,0-1,1 0,3 3,0 0,1-1,-1 0,1 0,1 0,-1-1,1 0,-1 0,1 0,0-1,1 0,-1-1,0 0,1 0,-1 0,1-1,0 0,0 0,-1-1,1 0,0-1,0 0,6-1,-4 1,-1 0,1-1,-1 0,1-1,-1 0,0 0,0-1,0 0,0 0,-1-1,0 0,0-1,0 0,-1 0,0-1,0 0,0 0,-1 0,0-1,0 0,-1 0,3-6,-4 55,-3-34,0 0,0 0,1-1,-1 1,1 0,1-1,-1 0,1 1,0-1,1 0,-1-1,1 1,1-1,-1 1,1-1,-1 0,1-1,1 1,-1-1,1 0,-1-1,1 1,0-1,1 0,-1 0,0-1,1 0,-1 0,4 0,0-1,1-1,0 0,-1 0,1-1,-1-1,1 1,-1-2,1 1,-1-2,0 1,0-1,-1-1,1 0,-1 0,0-1,0 0,-1 0,0-1,0 0,6-7,1-3,0-1,-1 0,-1-1,0 0,-2-1,0-1,-1 1,-1-2,1-5,6-36,-2-2,-2 0,-4 0,-2 0,-4-1,-3-40,0 71,0-1,-2 2,-2-1,-1 0,-8-20,14 51,-1 0,0 1,0-1,0 1,-1-1,1 1,-1 0,0 0,0 0,0 0,0 0,0 0,-1 0,1 0,-1 1,0 0,-2-2,4 4,-1 0,1 0,-1 0,0 1,1-1,-1 0,1 1,-1 0,1-1,-1 1,1 0,-1-1,1 1,0 0,-1 0,1 0,0 0,0 1,0-1,0 0,0 0,0 1,0-1,0 0,0 1,1-1,-1 1,1-1,-1 1,1 0,-1 0,-11 33,1 0,2 1,2 0,1 1,2 0,0 31,4-64,-6 60,3 1,3 0,2 0,3 0,4 0,15 60,23-15,-45-106,1 1,0-1,0 0,0 0,1 0,0 0,0 0,0-1,0 1,0-1,0 0,1-1,0 1,-1-1,1 0,0 0,0 0,0-1,0 1,1-1,0 0,-1-2,0 1,1-1,-1 0,0 0,0 0,0-1,-1 0,1 0,0 0,-1 0,1-1,-1 0,0 0,0 0,0 0,0-1,0 0,-1 1,3-5,55-85,-58 87,4-7,26-33,-31 47,-1 0,0 0,0 0,0-1,0 1,0 0,0 0,0 0,0 1,-1-1,1 0,0 0,0 0,-1 1,1-1,-1 0,1 1,-1-1,0 0,0 1,1-1,-1 0,0 1,0-1,0 1,0-1,-1 0,1 1,0 0,0 1,1 7,-2 1,1 0,1 0,0 0,0 0,1-1,0 1,1 0,0-1,1 1,0-1,1 0,0 0,0-1,1 0,0 0,1 0,0 0,1-1,-1 0,5 2,17 4,-2-5</inkml:trace>
  <inkml:trace contextRef="#ctx0" brushRef="#br0" timeOffset="4">3698 599,'-11'-14,"-6"-6,-5 0,1 3</inkml:trace>
  <inkml:trace contextRef="#ctx0" brushRef="#br0" timeOffset="5">3017 358,'7'-7,"13"-2,20-2,18-1,18 1,12 7,7 9,-13 4</inkml:trace>
  <inkml:trace contextRef="#ctx0" brushRef="#br0" timeOffset="6">3805 920,'13'0,"0"-2,0 1,0-1,0-1,-1 0,1-1,-1-1,0 0,0 0,-1-1,6-4,-12 8,-1-1,1 0,-1-1,0 1,0-1,0 1,0-1,0-1,-1 1,0 0,0-1,0 0,0 1,-1-1,0 0,0 0,0-1,-1 1,1 0,-1-1,-1 1,1 0,-1-1,0 1,0-1,0 1,-1-1,0 0,0 2,0-1,-1 1,1 0,-1-1,0 1,-1 0,1 0,-1 0,0 0,0 1,0-1,0 1,0-1,-1 1,1 0,-1 1,0-1,0 1,0-1,-1 1,1 0,0 1,-1-1,1 1,-1 0,1 0,-1 0,0 1,1-1,-1 1,0 0,1 1,-1-1,0 1,1 0,-1 0,1 0,-1 1,1 0,-1 0,1 0,-1 0,-4 4,1 0,-1 0,1 1,0-1,0 2,1-1,0 1,1 0,0 1,0 0,0-1,1 2,1-1,-1 1,2-1,-1 1,1 0,1 1,0-1,0 0,1 1,0-1,1 1,0-1,1 1,0-1,1 4,1-8,0 1,0-1,0 1,1-1,0 0,0 0,0-1,1 1,0-1,0 0,1 0,-1-1,1 0,0 0,0 0,0 0,1-1,-1 0,1-1,0 1,0-1,17 5,1 0,0-2,0-1,1-1,6-1,-9 0,1 0,-1-2,1-1,-1-1,1 0,-1-2,0-1,0-1,0-1,-1-1,4-2,12-13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1990 643,'-7'-20,"0"0,-2 0,0 1,-2 1,0-1,0 2,-4-4,6 10,-1 0,0 1,0-1,-1 2,0 0,0 0,-1 1,-1 0,1 1,-1 0,-1 1,1 1,-1 0,1 1,-5 0,-9-2,0 1,0 1,-1 2,0 0,1 2,-1 1,-15 4,7 2,0 1,0 2,0 2,2 1,-25 13,28-12,-56 18,63-24,-1 1,1 1,1 1,0 0,0 2,-19 15,23-11,0 1,2 1,0 0,1 1,1 1,1 1,1 0,1 0,1 1,0 1,-1 11,-39 102,7 3,6 1,6 2,7 1,3 19,-52 541,21-54,50-602,-26 233,-52 212,5-50,-39 399,76-544,3 169,2 381,20-551,22 225,0-313,-4-43,7 0,8-1,11 25,-8-116,3-2,3 0,3-2,4-1,2-2,3-2,3-1,25 26,-47-59,2 0,1-1,2-2,0 0,2-2,1-1,1-1,1-1,1-2,0-2,2 0,0-3,2 0,-1-3,19 5,-28-12,0 0,0-2,0-1,1-1,-1-1,1-2,-1 0,1-2,-1-1,0-1,0-1,-1-1,1-1,-2-2,1 0,-1-2,28-25,-2-2,-1-2,-3-2,-1-2,-2-2,-1-4,-19 25,60-66,-4-4,-5-3,-4-3,41-82,-47 38,-6-3,-6-2,-7-2,-7-2,3-63,-3 30,-9-2,-8-1,-8 0,-10-131,-40-132,-5-104,45 106,24-60,0-10,6-1013,-32 174,2 1291,-4 0,-2-1,-4 1,-3 0,-2 1,-4 0,-3 1,-9-16,1 24,12 31,1-1,2-1,1 1,2-2,-4-21,8 6,4 34,0 0,0 0,-2 0,1 0,-2 1,1 0,-6-11,8 21,-1-1,1 1,-1 0,1 0,-1 0,0 0,0 0,0 0,0 0,0 1,0-1,-1 1,1 0,0-1,-1 1,1 0,-1 0,0 0,1 1,-1-1,0 1,1 0,-1-1,0 1,1 0,-1 0,0 1,0-1,1 1,-1-1,0 1,-81 33,79-31,-64 36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149 241,'-26'465,"24"609,2-1044,1 77,-4-1,-6 1,-6 14,-2-24,4 0,1 67,-26 822,24-176,14-759,1 200,21 125,28 142,-2-19,-20-83,-16 38,-12 544,9-798,8-1,14 31,-27-202,2 0,1 0,1-1,1 0,1 0,2-1,1 1,-7-16,0-1,1 0,0-1,0 0,1 0,0 0,0-1,1-1,0 1,1-1,-1-1,1 0,1 0,-1-1,1 0,0-1,0 0,5 0,160 34,473 157,-437-140,116 11,-300-61,229 40,2-12,18-10,-113-10,-85-5,0-3,0-4,14-4,-47-4,-1-2,0-2,-1-2,0-2,9-6,55-17,-105 37,0 0,0-1,0 1,0 0,0-1,0 0,-1 0,1 0,-1 0,1 0,-1 0,0-1,0 1,0-1,0 1,0-1,-1 0,1 0,-1 0,0 0,1 0,-2 0,1 0,0 0,0 0,-1-1,0 1,0 0,0 0,27-176,-8-1,-8 0,-9-52,-4 124,5 1,5-1,4 1,11-30,9 20,43-99,-21 66,-26 51,-5-1,-4 0,-3-5,9-53,54-244,-68 324,-4 0,-4-1,-3-28,5-123,-4 227,10-138,-6-134,-35-498,-16 169,27 413,7-49,-1-146,-25-71,-29-261,58 610,6 1,3-1,6 0,9-34,29-278,-30 67,10 91,-35 14,11 239,1 3,0-1,0 1,0-1,-1 0,0 0,-1 1,1-1,-1 0,0 1,-1-1,0 0,0 1,0 0,-1 0,0-1,0 1,0 1,-1-1,0 1,0-1,0 1,-1 0,0 0,0 1,0 0,0-1,-1 2,-16-4,0 1,0 1,-1 2,1 0,-1 1,-16 1,-21-2,-300-2,122-9,-64-7,257 18,1 1,-1 3,1 2,-33 6,-44 2,0-5,-70-8,51 1,-1134 1,1256 1,0 0,0 1,1 1,-1 1,1 1,0 0,-11 5,13-6,0-1,0 0,0-1,0-1,-1-1,1 0,0 0,-2-2,-31 0,45 2,-3-1,0 0,0 0,-1 1,1 0,0 0,-1 0,1 1,0 0,-1 0,1 0,0 1,0 0,0 1,0-1,0 1,1 0,-1 0,1 1,0-1,0 1,0 0,1 1,-1-1,1 1,0 0,0 0,0 1,-2 17,0 1,2 0,0 0,2 0,0 0,2 9,-2 5,-25 307,13-219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0,'2'16,"4"17,2 16,5 18,9 20,10 21,10 19,11 15,9 11,7 2,5-3,2-8,0-12,-4-13,-15-28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164 120,'-29'136,"8"-31,-5-2,-37 97,48-166,6-25,10-24,71-203,-36 115,-5-1,10-67,-23 97,-18 73,0 0,0 0,1 0,-1-1,1 1,-1 0,1 0,-1 1,1-1,-1 0,1 0,0 0,0 0,-1 0,1 1,0-1,0 0,0 1,0-1,0 0,0 1,0-1,0 1,0 0,0-1,0 1,0 0,0 0,0 0,1-1,-1 1,0 0,0 0,0 1,0-1,0 0,0 0,0 0,0 1,1 0,40 28,-40-27,328 269,-298-248,-3-2,-1 1,-1 1,-1 1,-1 2,5 7,-28-31,0 0,1 0,-1 0,-1 0,1 1,0-1,-1 0,1 1,-1-1,1 1,-1 0,0-1,0 1,-1 0,1 0,0 0,-1 0,0 0,0-1,1 1,-2 0,1 0,0 0,-1 0,1 0,-1 0,0-1,0 1,0 1,-4-1,1 0,-1 0,0 0,0-1,0 0,0 0,0 0,-1 0,1-1,0 0,-1 0,-3 0,8-1,-187 20,139-18,1 2,0 3,0 1,0 3,-39 14,20 17,54-23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101 661,'10'-560,"-9"545,-1 10,1 0,-1-1,1 1,-1 0,-1-1,1 1,-1 0,0 0,0 0,-1-1,1 1,-1 0,-2-4,3 8,0 0,0 1,0-1,0 0,0 1,0-1,0 0,0 1,0-1,0 1,-1 0,1-1,0 1,0 0,0 0,0 0,-1 0,1 0,0 0,0 0,-1 0,1 0,0 0,0 1,0-1,0 1,0-1,-1 0,1 1,0 0,0-1,0 1,0 0,0 0,1-1,-1 1,0 0,-34 32,33-32,1 0,-1 0,1 0,-1 1,1-1,-1 0,1 0,0 1,-1-1,1 1,0-1,0 1,0-1,0 1,0 0,1 0,-1-1,0 1,1 0,0 0,-1 0,1 0,0-1,0 1,0 0,0 0,0 0,0 0,0 0,1 0,-1-1,1 1,0 0,-1 0,1 0,0-1,0 1,0-1,0 1,0 0,0-1,1 0,-1 1,0-1,1 0,-1 0,1 1,17 2,0-1,1 0,-1-1,0-2,1 0,8-1,8 0,-23 1,125 12,-133-11,0 1,0-1,0 1,0 0,0 1,0-1,-1 1,1 0,-1 0,0 0,0 1,0 0,0 0,-1 0,1 0,-1 0,0 0,0 1,-1 0,1 0,-1-1,0 1,0 0,0 2,1 18,-1 0,-1 0,-1 0,-1 0,-1 0,-2-1,0 1,-1-1,-9 22,10-27,-23 114,27-131,0 0,0 0,0 0,0 0,0 0,0 0,1 0,-1-1,0 1,1 0,0 0,-1 0,1 0,0-1,0 1,0 0,0-1,1 1,-1 0,0-1,1 0,-1 1,1-1,-1 0,1 0,-1 0,1 0,0 0,0 0,-1 0,1 0,0-1,0 1,0-1,0 0,1 1,71-11,-51 2,0-2,-1 0,0-2,-1 0,0-1,-1-2,-1 0,2-2,-20 16,-1 0,0 0,1 0,-1 0,1 0,-1 0,1 0,0 0,-1 0,1 0,0 1,0-1,-1 0,1 1,0-1,0 0,0 1,0-1,0 1,0-1,0 1,0 0,0-1,0 1,0 0,0 0,0 0,0 0,0 0,0 0,0 0,0 0,0 0,1 0,-1 1,0-1,0 0,0 1,0-1,0 1,-1-1,1 1,0-1,0 1,0 0,0-1,0 1,-1 0,1 0,0-1,-1 1,1 0,-1 0,1 0,-1 0,1 0,-1 0,1 1,11 29,38 75,-47-101,0-1,1 0,-1 0,1-1,0 1,0-1,0 0,1 0,-1 0,1 0,0-1,-1 1,1-2,0 1,0 0,0-1,1 0,-1 0,0 0,0-1,2 0,-3 0,-1 0,1-1,0 1,0-1,0 0,-1 0,1 0,0-1,-1 0,1 1,-1-1,1 0,-1-1,0 1,0 0,0-1,0 0,-1 0,1 0,-1 0,0 0,1 0,-1 0,1-3,28-92,-28 87,-1 0,0 0,-1 0,0 0,-1 0,0 0,-1 0,0 0,0 0,-2 1,1-1,-1 0,-1 1,0-1,0 1,-1 0,-5-8,7 16,0-1,0 1,0 0,0 0,-1 0,1 0,0 0,-1 1,0-1,1 1,-1 0,0 0,0 1,1-1,-1 1,0 0,0 0,0 0,0 0,1 1,-1-1,0 1,0 0,1 0,-1 1,-2 0,-85 54,79-46,1 1,0 0,1 0,0 1,1 1,0-1,1 1,0 1,1 0,1 0,0 0,-3 13,8-23,0-1,0 1,0-1,1 1,-1 0,1-1,0 1,0 0,0-1,1 1,-1 0,1-1,0 1,0-1,0 1,0-1,1 1,-1-1,1 0,0 0,0 0,0 0,1 0,-1 0,1 0,-1-1,1 1,0-1,0 0,0 0,0 0,0 0,1 0,-1-1,0 0,1 1,0-1,36 4,0-7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183 15,'-99'-14,"95"14,1 0,-1 0,1 0,-1 1,1-1,-1 1,1 0,0 0,-1 0,1 1,0-1,0 1,0-1,0 1,0 0,0 0,1 1,-1-1,1 1,-1-1,1 1,0 0,0-1,0 1,0 0,0 2,1-2,0-1,0 0,0 1,1-1,-1 0,1 1,0-1,0 1,0-1,0 1,0-1,0 1,1-1,-1 0,1 1,0-1,-1 0,1 1,0-1,0 0,1 0,-1 0,0 0,1 0,-1 0,1 0,0 0,0-1,-1 1,1-1,0 1,0-1,2 1,77 26,-62-27,1-1,-1-1,0 0,0-2,0 0,0-1,12-4,-10-8,-21 15,1 0,0 0,-1 0,1 0,0 0,0 0,0 0,0 1,0-1,0 0,0 1,0-1,0 0,0 1,0-1,0 1,0 0,1-1,-1 1,0 0,0 0,0 0,1 0,-1 0,0 0,0 0,1 0,30 16,-17-5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 0,'-2'7,"-1"11,-2 14,0 13,0 10,2 8,5 1,8-5,5-8,11-11,9-12,8-13,5-13,-4-8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0,'-3'24,"0"-1,2 0,1 1,1-1,2 0,0 1,1-1,1 0,1-1,1 1,1-1,2 2,-7-15,2 9,1 1,1-1,0 0,1-1,1 0,1 0,1-1,0 0,4 3,-14-18,0 0,0 0,0 0,1 0,-1 0,0 0,1-1,-1 1,1 0,-1-1,1 1,-1-1,1 1,-1-1,1 0,-1 0,1 0,0 0,-1 0,1 0,-1 0,1 0,0-1,-1 1,1 0,-1-1,1 0,-1 1,1-1,-1 0,0 0,1 1,-1-1,0 0,0 0,1-1,-1 1,40-50,-39 48,18-33,-1-1,-1-1,-3-1,0 0,-3 0,-2-2,1-7,-12 84,-3-5,0 2,1 1,2-1,1 1,4 18,-4-49,0 1,0-1,0 0,1 0,0 0,0 0,0 1,0-1,0 0,0-1,1 1,-1 0,1 0,0-1,0 1,0-1,0 1,0-1,1 0,-1 0,1 0,0 0,-1 0,1-1,0 1,0-1,0 1,0-1,0 0,0-1,0 1,0 0,1-1,-1 0,0 0,0 0,0 0,1 0,-1 0,0-1,0 0,0 0,0 0,1 0,8-6,1 0,-1-1,0-1,-1 0,0-1,-1 0,0 0,0-1,-1 0,0-1,-1 0,-1-1,0 1,0-1,-1-1,-1 1,-1-1,1 0,-2 0,2-12,-3 10,-8 45,0 2,2-14,1 0,0 1,1 0,1-1,1 1,1 0,0 0,3 14,-3-27,1-1,0 0,0 0,0 0,0 0,0 0,1 0,0-1,-1 1,1-1,1 0,-1 0,0 0,1 0,0 0,-1-1,1 0,0 0,0 0,1 0,-1 0,0-1,0 0,1 0,-1 0,1 0,1-1,6 1,0 0,0-1,0-1,0 0,0-1,-1 0,1 0,0-1,9-5,-1 0,-1 0,0-2,-1-1,0 0,0-1,-1-1,-1 0,0-2,-1 0,0 0,10-16,-13 22,-12 27,0-10,0 0,1 1,1 0,-1 0,2-1,-1 1,1-1,0 1,1-1,0 0,0-1,0 1,1-1,1 0,-1 0,1 0,0-1,1 1,-1-2,1 1,0-1,1 0,-1 0,1-1,0 0,0 0,0-1,1 0,-1-1,1 0,0 0,-1-1,1 0,0 0,0-1,0 0,7-2,-10 2,0-1,0-1,-1 1,1-1,-1 0,1 0,-1-1,0 1,0-1,0 0,0-1,0 1,-1-1,1 0,-1 0,0-1,0 1,-1-1,1 0,-1 0,0 0,0 0,-1 0,0-1,0 1,0-1,0 0,-1 1,0-1,0 0,-1 0,0 0,0 0,0 0,0 1,-1-1,-1-4,0-5,0 0,-2 0,0 0,0 0,-2 1,0-1,0 1,-1 1,-1-1,0 1,-1 1,0 0,-1 0,-1 0,0 1,0 1,-1 0,0 1,-1 0,-10-6,19 13,-1 1,1-1,-1 1,1-1,-1 1,1 1,-1-1,0 1,1-1,-1 1,0 1,0-1,1 1,-1 0,0 0,1 0,-1 0,1 1,0 0,-1 0,1 0,0 0,0 1,0 0,1-1,-1 1,1 1,-1-1,0 2,-4 4,1 0,1 0,-1 1,1 0,1 0,0 1,1-1,-1 1,2 0,0 0,-1 6,-1 33,6-7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153 255,'0'0,"-8"-3,1 2,-1-1,1 1,-1 0,1 0,-1 1,1 0,-1 1,0 0,1 0,-1 0,1 1,0 0,-1 1,1-1,0 1,0 1,-5 3,11-6,0 0,1 0,-1 0,1 0,-1 0,1 0,-1 0,1 0,0 0,-1 0,1 0,0 0,0 0,0 0,0 0,0 0,0 1,0-1,0 0,0 0,1 0,-1 0,0 0,1 0,-1 0,1 0,-1 0,1 0,-1 0,1 0,0 0,0 0,-1-1,1 1,0 0,0 0,0-1,0 1,0-1,0 1,0-1,0 1,0-1,0 1,0-1,0 0,0 0,0 1,0-1,0 0,0 0,0 0,1 0,-1 0,0-1,0 1,0 0,0 0,0-1,0 1,0-1,0 1,1-1,14-3,0-1,-1 0,0-1,0 0,0-1,0-1,-1 0,-1-1,0-1,0 0,0-1,-1 0,-1-1,4-6,-7 8,0 0,-1 0,0-1,-1 0,0-1,0 1,-2-1,1 0,-2-1,0 1,0-1,-1 1,0-1,-1-6,-5 63,0 160,3-129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0,'4'16,"2"14,2 9,2 5,4 1,2-2,0-6,2-7,0-9,0-8,1-6,2-9,4-8,5-12,-3-2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69,'-4'12,"0"0,1 0,1 0,0 0,0 1,1-1,1 0,0 1,1-1,0 0,1 1,0-1,1 0,1 0,0 0,0-1,1 1,0-1,1 0,1-1,4 7,-3-6,0-1,1 0,0-1,1 0,0 0,0-1,1 0,0-1,0 0,1-1,6 2,-15-8,0 0,0 0,0 0,-1-1,1 0,0 1,0-1,-1 0,1 0,-1-1,1 1,-1 0,1-1,-1 0,0 1,0-1,0 0,0 0,0 0,0-1,0 1,-1 0,1-1,-1 1,1-1,-1 1,0-1,0 0,-1 1,1-1,0 0,-1 0,1 1,-1-1,0 0,0 0,-1-2,4-4,15-64,-6 21,2 2,2-1,22-45,-10 62,-27 35,1 0,-1 0,0 0,0 0,0 0,-1 1,1-1,0 0,0 1,-1-1,1 0,-1 1,1-1,-1 1,1-1,-1 1,0-1,0 1,0-1,0 1,0-1,0 1,0-1,-1 2,1 0,-8 136,3-107,2 0,2 0,1 0,3 19,-2-44,0-1,0 0,1 0,0 1,1-1,-1 0,1-1,0 1,1 0,-1-1,1 0,0 0,0 0,1 0,0-1,-1 1,1-1,1-1,-1 1,1-1,-1 1,1-2,0 1,0-1,0 0,0 0,1 0,0-1,21 4,2-1,-1-1,0-2,0-1,1-1,-1-1,8-3,51-7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56,'15'2,"-1"0,-1 2,1 0,-1 0,1 1,-1 1,0 0,-1 1,0 0,0 1,0 0,-1 1,0 0,-1 1,0 0,-1 1,5 7,1 0,-1 1,-1 0,-1 1,-1 1,-1 0,-1 0,0 1,-2 0,-1 0,0 0,-2 1,2 22,-6-45,0-1,1 1,-1 0,0 0,0 0,0-1,1 1,-1 0,0 0,0 0,1 0,-1 0,0 0,0 0,1-1,-1 1,0 0,0 0,1 0,-1 0,0 0,0 0,1 0,-1 0,0 0,0 1,1-1,-1 0,0 0,0 0,1 0,-1 0,0 0,0 0,1 1,32-82,4 1,3 2,3 2,8-4,-39 72,-15 29,3-21,-7 28,2-1,1 1,1 0,0 26,4-45,-1 0,1 0,0 0,1 0,0 0,1 0,0 0,0-1,1 1,0-1,0 0,1 0,0-1,0 1,1-1,0 0,1 0,6 3,1-1,-1 0,2-2,-1 1,1-2,1 0,-1-1,1 0,0-1,0-1,0 0,0-2,0 0,1 0,-1-2,0 0,0 0,1-2,-1 0,-1-1,1-1,0 0,-1-1,0 0,-1-1,2-2,-2-1,1-1,-2 0,1-1,-1 0,-1-1,-1-1,0 0,0 0,-1-1,-1 0,-1-1,0 0,-1 0,-1-1,0 0,-1 0,-1-1,-1 1,0-1,-2 1,0-1,-1-16,0 31,1 0,-1 0,0 1,0-1,0 0,-1 0,1 0,-1 0,0 0,1 1,-1-1,0 0,-1 1,1-1,0 0,-1 1,0 0,1-1,-1 1,0 0,0 0,0 0,-1 0,1 0,0 0,-1 1,1-1,-1 1,1 0,-1 0,0 0,1 0,-1 0,0 0,0 1,0-1,-6 4,-1 0,1 1,0 0,0 0,0 0,1 2,-1-1,1 1,0 0,1 0,0 1,0 0,0 1,1-1,0 1,0 0,1 1,0-1,1 1,0 0,-3 9,3-9,0-1,0 1,1 0,0 0,1 0,0 0,0 0,1 0,0 1,1-1,0 0,0 1,1-1,0 0,1 0,0 1,0-1,1 0,0-1,1 1,0-1,0 1,1-1,0 0,0-1,1 1,0-1,0 0,1 0,0-1,1 1,12 4,2 0,-1-1,1-1,1-1,0 0,0-2,0-1,1-1,0-1,-1-1,1-1,20-2,36-2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287 12,'-15'-4,"-1"1,1 1,-1 0,0 1,0 1,0 1,-14 2,23-2,1 0,-1 1,1 0,-1 1,1-1,0 1,0 0,0 1,0-1,1 1,-1 0,1 1,0-1,0 1,1 0,0 0,-1 1,2-1,-3 5,2-2,0 1,1-1,0 1,1-1,0 1,0 0,1 0,0 0,0 0,1 0,0 1,1-1,0 0,1 0,-1 0,2-1,-1 1,1 0,1-1,-1 0,1 1,1-2,0 1,0 0,0-1,1 0,0 0,0-1,1 1,0-2,0 1,1-1,4 3,138 70,-75-44,-28-1,-46-32,0 0,0 0,-1 0,1 0,0 1,0-1,-1 0,1 0,-1 1,1-1,-1 0,0 1,1-1,-1 0,0 1,0-1,0 1,0-1,0 0,0 1,0-1,-1 1,1-1,0 0,-1 0,1 1,-1-1,0 0,1 1,-1-1,0 0,0 0,1 0,-1 0,0 0,0 0,0 0,-1 0,-10 7,0 0,-1-1,1-1,-1 0,-1 0,1-2,-1 0,0 0,1-1,-16 1,27-4,-195 21,172-20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5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297 1024,'-2'-1,"-24"-2,0 1,1 1,-1 1,0 1,-1 1,20-1,1 0,0 0,0 1,0 0,0 0,0 0,0 1,0 0,1 0,-1 0,1 0,0 1,0 0,0 0,1 1,-1-1,1 1,0 0,0 0,1 1,0-1,-1 1,1 1,-1 4,1-1,0 1,0 0,1 0,0 0,1 0,1 1,0-1,0 0,1 0,0 0,1 0,0 0,1 0,0 0,1 0,0-1,1 0,0 0,1 0,0 0,0-1,1 0,0 0,0-1,1 0,0 0,1-1,0 0,0-1,0 1,10 3,-6-4,1-1,-1-1,1 0,0-1,1 0,-1-1,0-1,1 0,-1-1,1-1,-1 0,0-1,1 0,-1-1,13-4,2-3,-1-1,0-1,0-2,-1 0,-1-2,-1-1,3-3,23-25,-2-2,-2-2,-2-2,-3-2,-2-1,-3-3,-1-1,-4-1,-2-2,17-53,-21 58,-4-1,-2-1,-2-1,-3-1,-3-1,-2 1,0-40,-8 94,-1-1,-1 0,1 1,-1-1,0 0,-1 1,1-1,-1 0,-1 1,1-1,-1 1,0 0,-1-1,0 1,0 0,0 0,0 1,-1-1,0 1,0 0,-1 0,1 0,-1 0,0 1,0 0,-1 0,1 0,-1 0,-2 0,-2 4,0 0,0 0,-1 1,1 0,0 0,0 1,0 1,0 0,0 0,1 1,-1 0,1 1,0 0,1 0,-1 1,1 0,0 1,0-1,1 2,0-1,-1 3,-17 17,2 2,0 1,3 0,0 2,2 0,1 1,2 1,2 0,0 1,3 1,1 0,1 0,2 0,2 1,1 0,2 0,2 0,2 16,10 26,3-1,4 0,3-2,3 0,3-2,4-1,34 54,40 65,-104-189,-3-1,1 0,-1 0,1 0,0 0,0 0,0 0,0 0,1 0,-1 0,0 0,1-1,-1 1,1-1,0 1,-1-1,1 0,0 1,0-1,0 0,0 0,0 0,0-1,0 1,0 0,0-1,1 1,-1-1,0 0,0 0,0 0,1 0,-1 0,0 0,0-1,0 1,1-1,0 0,45-71,7-43,-30 60,1 1,3 1,3 2,9-10,-38 57,-2 2,0 0,0 0,0 0,1 1,-1-1,0 0,1 1,0-1,-1 1,1-1,0 1,0 0,0-1,0 1,0 0,0 0,0 1,0-1,0 0,0 1,2-1,-3 2,1 1,-1-1,0 0,0 1,0-1,0 0,0 1,0-1,-1 1,1 0,0-1,-1 1,1 0,-1-1,0 1,1 0,-1-1,0 1,0 0,0 0,0-1,0 1,-1 1,1-1,-3 66,5 65,-1-127,1-1,-1 1,1-1,0 0,0 0,1 0,-1 0,1 0,1-1,-1 1,0-1,1 0,0 0,0 0,0 0,1-1,-1 1,1-1,0 0,-1-1,1 1,3 0,8 1,0-1,0 0,0-1,1-1,-1 0,0-1,0-1,1-1,-1 0,0-1,0-1,-1 0,1-2,-1 1,0-2,0 0,-1 0,0-2,0 0,-1 0,0-1,-1-1,2-2,0 1,-2-1,0 0,0 0,-1-1,-1 0,0-1,-2-1,1 1,-2-1,0-1,-1 1,0-1,-1 0,0-6,-16 54,6-12,1 1,0 0,2 1,0-1,1 1,1-1,1 0,1 1,1-1,0 0,2 0,0 0,7 15,-10-30,1 0,-1-1,1 1,1 0,-1-1,1 0,-1 0,1 0,0 0,1 0,-1-1,0 0,1 0,0 0,0-1,0 1,0-1,0 0,0-1,1 1,-1-1,26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115 30,'-22'-7,"-15"-2,1 0,16 5,23 6,24 9,8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1,'-9'133,"4"-95,2 0,1 0,3 1,3 23,-3-51,1 0,0-1,1 1,1 0,-1-1,2 0,-1 0,1 0,1 0,0-1,0 0,1 0,0-1,0 0,1 0,0-1,1 1,0-1,-5-3,1-1,-1 1,0-1,1 0,0 0,0 0,0-1,0 0,0 1,0-2,1 1,-1-1,1 0,-1 0,1 0,-1-1,1 0,0 0,-1 0,1-1,-1 0,1 0,-1 0,1-1,-1 0,0 0,0 0,0 0,5-4,-2-5,0 0,-1-1,0 0,0 0,-1 0,-1-1,0 0,-1 0,-1-1,0 1,2-14,6-21,-8 35,0-1,2 1,-1 0,2 0,0 1,0 0,5-6,-11 17,0 1,0-1,0 0,1 0,-1 1,0-1,1 0,-1 0,1 1,-1-1,1 0,-1 1,1-1,-1 1,1-1,-1 1,1-1,0 1,-1-1,1 1,0-1,0 1,-1 0,1 0,0-1,0 1,0 0,-1 0,1 0,0 0,0 0,0 0,-1 0,1 0,0 0,0 0,0 0,-1 0,1 1,0-1,0 0,-1 1,1-1,0 0,0 1,-1-1,1 1,-1-1,1 1,0 0,-1-1,1 1,-1-1,1 1,-1 0,0 0,1-1,-1 2,4 12,-1 0,0 0,-2 1,0-1,0 1,-1 0,-1 4,0 7,1-10,10 93,-9-105,0 0,0 0,1-1,-1 1,1-1,0 1,0-1,1 1,-1-1,1 0,-1 0,1 0,0-1,0 1,0-1,0 1,1-1,-1 0,1 0,-1-1,1 1,0-1,0 0,-1 0,4 1,0-1,0-1,0 1,0-1,0-1,0 1,-1-1,1-1,0 1,0-1,-1 0,1 0,-1-1,1 0,-1 0,0-1,0 0,-1 0,1 0,2-3,2-2,0 0,-1 0,-1-1,1-1,-2 1,1-1,-2 0,1-1,4-12,12-74,-23 98,0 0,0 0,-1 0,1 0,0 0,0 0,0 0,0 0,-1 1,1-1,0 0,0 0,0 0,0 0,-1 0,1 0,0 0,0 0,0 0,0 0,-1 0,1-1,-5 25,3-6,0 1,1-1,1 0,1 1,0-1,1 1,2-1,3 14,-4-24,-1 0,2 0,-1 0,1-1,0 1,1-1,-1 0,1 0,1-1,-1 1,1-1,0-1,1 1,0-1,-1 0,1 0,1-1,-1 0,1 0,3 0,-1 0,1 0,-1-1,0-1,1 0,0 0,-1-1,1 0,0-1,0 0,0-1,-1 0,1-1,0 0,-1 0,0-1,1-1,-1 0,0 0,-1-1,1 0,-1-1,0 0,0 0,1-2,27-37,-8-3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58 488,'-1'-122,"-1"-14,13-94,-10 230,-1 0,0 0,0 1,1-1,-1 0,0 0,1 0,-1 0,0 0,0 0,1 0,-1 0,1 0,-2 84,-3 1,-3-1,-8 19,5-25,7-57,-10 83,3 1,5 56,5-160,0 0,0 0,-1-1,1 1,-1 0,1 0,0 0,0 0,-1-1,1 1,0 0,0 0,0 0,0 0,0-1,0 1,0 0,1 0,-1 0,0 0,0 0,1-1,-1 1,0 0,1 0,-1-1,1 1,-1 0,1-1,-1 1,1 0,-1-1,1 1,0 0,-1-1,1 1,0-1,-1 0,1 1,0-1,0 0,0 1,-1-1,1 0,0 0,0 1,0-1,0 0,-1 0,1 0,0 0,1 0,86-105,-85 101,0 0,0 0,0 0,1 0,0 1,0 0,0-1,0 2,0-1,0 0,1 1,-1 0,1 0,0 0,0 0,0 1,0 0,0 0,0 0,0 1,0-1,0 1,0 1,0-1,0 1,0-1,0 2,0-1,0 0,0 1,-1 0,1 0,-1 0,3 2,6 12,-1 0,0 1,-1 0,-1 1,0 0,-2 1,0 0,-1 0,-1 1,0-1,-2 1,0 1,-2-1,1 10,-3-27,2 1,-1 0,0 0,1 0,-2 0,1 0,0 0,-1 0,0 0,0 0,0 0,0 0,-1 0,1 0,-1 0,0 0,0 0,-1 0,1 0,-1 0,0-1,0 1,0-1,0 1,-1-1,1 0,-1 0,0 0,0 0,0-1,0 1,-1 0,-10 0,0-1,0-1,0 0,0-1,0 0,0-1,1-1,-1 0,0-1,1 0,-1-1,-9-5,-109-37,132 46,0 0,1 0,-1 0,0 0,1 0,-1-1,0 1,1 0,-1 0,0-1,1 1,-1 0,0 0,0-1,0 1,1 0,-1-1,0 1,0 0,0-1,1 1,-1 0,0-1,0 1,0 0,0-1,0 1,0 0,0-1,0 1,0-1,0 1,0 0,0-1,0 1,0 0,0-1,-1 1,1 0,0-1,0 1,0 0,0-1,-1 1,1 0,0-1,-1 1,100-4,-35 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455 975,'-6'-12,"0"0,0 0,-1 1,0 0,-1 1,0-1,-1 2,0-1,0 1,-1 1,0-1,-1 2,0-1,0 2,0-1,-1 1,0 1,0 0,-1 1,-2 0,8 0,0 1,-1 0,0 0,0 1,0 0,0 0,0 1,0 0,0 0,0 1,0 0,-1 1,1-1,0 2,0-1,0 1,0 0,0 1,1 0,-1 0,1 0,-1 1,1 1,0-1,1 1,-1 0,-5 6,8-3,-1 0,1 0,1 1,-1-1,2 1,-1 0,1 0,0 0,1 0,0 1,1-1,0 0,0 0,1 0,0 1,0-1,1 0,1 0,0 2,-1-5,-1 0,1-1,0 1,1-1,0 1,0-1,0 0,0 0,1 0,-1 0,1-1,1 0,-1 1,1-1,-1-1,1 1,0-1,0 0,1 0,-1 0,1-1,-1 0,1 0,0 0,-1-1,1 0,0 0,0 0,5-1,9-3,-1-2,-1 0,1-1,-1-1,0 0,0-2,-1 0,0-1,-1-1,0 0,0-1,-2-1,1 0,-2-1,33-23,-46 36,1-1,-1 1,1 0,-1 0,1 0,0 1,-1-1,1 0,0 0,0 0,0 0,0 1,0-1,-1 0,1 1,1-1,-1 1,0-1,0 1,0-1,0 1,0 0,0 0,0-1,0 1,1 0,-1 0,0 0,0 0,0 0,0 1,1-1,-1 0,0 0,0 1,0-1,0 1,0-1,0 1,0-1,0 1,0 0,0-1,0 1,0 0,-1 0,1 0,0 0,0-1,-1 1,1 0,0 1,-4 70,1-66,0 0,1 0,0 0,0 1,1-1,0 0,0 0,0 1,1-1,0 0,0 0,0 0,1 0,0 0,0 0,1 0,0-1,0 1,0-1,0 0,1 0,0 0,2 2,3-2,0-1,0 0,0-1,0 0,0 0,1-1,0 0,-1-1,1 0,0-1,-1 0,1 0,0-1,0 0,-1-1,1 0,-1 0,1-1,-1-1,0 1,0-1,-1-1,1 0,0-1,12-6,-1-1,-1-1,0-1,-1-1,0-1,-2 0,0-1,0-1,-2 0,-1-1,0-1,5-13,10-24,-2-1,-4-1,-2-2,0-7,11-54,-4-1,6-93,-32 206,1-1,-1 0,0 0,-1 0,0 0,-1 0,0 0,-1 0,0 0,2 11,0 0,-1 0,1 0,0 0,-1 0,1 0,-1 0,1 0,-1 0,0 0,1 0,-1 0,0 1,1-1,-1 0,0 1,0-1,0 0,0 1,0-1,0 1,0-1,0 1,0 0,0-1,0 1,0 0,0 0,0 0,0 0,0-1,0 2,0-1,0 0,0 0,0 0,0 0,0 1,0-1,0 0,0 1,0-1,0 1,0-1,0 1,0 0,0-1,1 1,-1 0,0-1,0 1,1 0,-1 0,0 0,-9 9,-1 1,1 1,1-1,0 2,1-1,0 1,-5 13,-12 26,2 1,2 1,3 1,2 1,2 0,3 1,3 0,-1 56,6-87,2 1,2-1,0 1,1-1,2 0,1 1,1-2,1 1,1-1,1 0,1 0,2-1,0-1,1 0,2-1,0 0,1-1,1-1,6 5,-18-20,1 0,-1 0,1-1,0 1,0-1,1-1,-1 1,1-1,0 0,-1 0,1-1,1 0,-1 0,0-1,0 0,1 0,-1-1,0 0,1 0,-1 0,0-1,1 0,-1-1,0 0,0 0,0 0,0-1,0 0,-1 0,1-1,-1 0,5-4,5-9,-2-1,-1-1,0 0,-1 0,-1-1,-1-1,0 0,-2 0,-1-1,0 1,-2-2,0-1,2-10,-8 25,-4 22,1 1,0-1,1 1,1 0,0 0,1-1,0 1,1 0,1 0,0 0,1 0,1 0,0 0,0-1,2 0,-1 1,2-1,0-1,0 1,1-1,1-1,0 1,1-1,0 0,0-1,1 0,0-1,1 0,0 0,1-1,2 0,0-1,0 0,0-1,1-1,-1 0,1-1,0-1,1-1,-1 0,0 0,5-2,27-2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0,'30'0,"32"5,33 8,30 6,20 3,12-1,-2-4,-26-4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325 693,'-9'-4,"1"0,-1 1,0 0,-1 0,1 1,0 0,-1 0,1 1,-1 1,1-1,-1 1,0 1,1 0,-1 1,1-1,0 2,-1-1,1 1,0 1,1 0,-1 0,1 0,-1 1,1 1,-4 3,4-2,0 1,1 0,0 0,0 0,1 1,0 0,0 1,1-1,1 1,-1 0,2 0,-1 1,1-1,1 1,0-1,0 1,3-7,-1-1,1 0,-1 0,1 0,0 0,0 0,1 0,-1-1,0 1,1 0,0-1,0 1,-1 0,2-1,-1 0,0 0,0 0,1 0,-1 0,1 0,-1 0,1-1,0 1,0-1,0 0,0 0,0 0,0 0,0-1,0 1,0-1,0 1,0-1,0 0,1-1,-1 1,0 0,0-1,0 0,0 0,0 1,0-2,0 1,2-2,16-5,-1-2,0 0,-1-1,0-1,-1-1,0 0,-1-2,-1 0,0-1,-1 0,-1-1,0-1,-2 0,0-1,9-18,-3 0,-2-2,-1 0,-2 0,-2-1,-1-1,-2 0,-2 0,-2-1,-2 1,-1-1,-2 0,-3-5,4 44,0-8,-1-1,1 1,-2 0,0 0,0 0,-1 0,0 1,-1-1,0 1,-1 0,0 0,-1-2,5 11,0 1,1-1,-1 0,0 1,1-1,-1 0,0 1,0-1,0 1,0-1,0 1,0-1,0 1,0 0,0 0,0-1,0 1,0 0,0 0,0 0,0 0,0 0,0 0,0 0,0 1,0-1,0 0,0 0,0 1,1-1,-1 1,0-1,0 1,0-1,0 1,0-1,1 1,-1 0,0-1,1 1,-1 0,0 0,1 0,-1-1,1 1,-1 1,-9 12,1 1,1 0,0 1,1-1,1 2,0-1,1 1,1-1,-1 7,0-2,-16 64,4 1,4 0,3 1,5 0,3 18,2-85,1 0,1 0,1 0,1-1,1 0,0 0,5 9,-8-22,1 1,0-1,1 0,-1 0,1 0,0-1,0 1,1-1,0 0,0-1,0 1,0-1,1 0,0 0,0 0,0-1,0 0,0 0,1-1,-1 1,1-2,0 1,0-1,6 0,1-1,0 0,0-1,0-1,-1 0,1-1,-1 0,0-1,0-1,0 0,0-1,-1 0,0-1,0 0,-1-1,0 0,0-1,0 0,-2 0,1-2,-1 1,-1-1,1 0,-2-1,0 0,0 0,-1 0,-1-1,0 0,-1 0,3-10,-5 15,1 1,-1-1,-1 0,1 1,-1-1,-1 0,1 0,-2 0,1 0,-1 0,0 1,0-1,-1 0,0 1,0-1,-1 1,0-1,-1 1,1 0,-1 1,0-1,-1 0,0 1,-1-1,3 6,-1 0,0-1,0 2,0-1,0 0,0 1,0-1,0 1,0 0,0 1,0-1,0 1,0 0,0-1,1 2,-1-1,0 0,0 1,1 0,-1 0,1 0,0 0,-1 0,1 1,0-1,0 1,1 0,-1 0,0 0,1 0,0 1,0-1,0 1,0-1,0 1,1 0,0-1,0 1,0 0,0 1,-2 4,1-1,0 0,0 1,1-1,0 1,1 0,-1-1,2 1,-1-1,1 1,1 0,0-1,0 0,0 1,1-1,0 0,1 0,0-1,0 1,1-1,4 7,3 1,1 0,0-1,1 0,0-1,1-1,1 0,0-1,0 0,7 1,85 38,-1-10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68 887,'89'-225,"-28"81,-39 86,-2 0,-3-2,-3 0,-2-1,3-53,-15 107,1 0,-1-1,0 1,0 0,-1-1,0 1,0 0,-1 0,0 0,0 0,-2-4,2 9,0 1,0-1,0 1,0-1,0 1,0 0,0 0,-1-1,1 2,0-1,-1 0,1 0,-1 1,1 0,-1-1,1 1,-1 0,1 0,-1 0,1 0,-1 1,1-1,0 1,-1 0,1-1,-1 1,1 0,0 0,0 1,0-1,0 0,-1 1,2-1,-1 1,0 0,0-1,0 1,1 0,-1 0,1 0,-1 1,-18 19,1 1,1 1,1 1,1 0,1 1,1 1,1 1,2-1,1 2,1 0,1 0,-4 10,3 0,0 1,3 0,1 0,2 1,2-1,3 27,0-49,0-1,0 0,2 0,0 0,1 0,1 0,0-1,1 0,1 0,1-1,0 0,1-1,0 0,1 0,1-1,0-1,1 0,12 10,-12-13,1 0,0-1,0 0,1-1,0-1,0 0,0-1,1 0,0-2,0 0,0 0,0-2,0 0,0 0,0-2,1 0,-1-1,0-1,0 0,-1-1,1 0,-1-2,0 0,0 0,0-2,-1 0,0 0,11-10,-11 7,-1-1,0-1,-1 1,0-2,-1 0,0 0,-1-1,-1-1,0 1,5-15,-13 28,0 0,0 0,0 0,0 0,0 0,0 0,-1 0,1 0,-1 0,1 0,-1 0,0 0,0-1,0 1,0 0,0 0,0 0,-1-1,1 1,-1 0,0 0,1 0,-1 0,0 0,0 0,0 0,0 0,-1 1,1-1,0 0,-1 1,1-1,-1 1,0-1,0 1,1 0,-2-1,-10-1,-1 0,1 1,-1 0,1 1,-1 1,0 0,1 1,-1 0,1 1,0 1,-1 0,1 1,-10 4,11-5,0 0,0 1,0 0,0 1,1 0,-1 1,1 1,1-1,-1 2,1-1,1 2,-1-1,1 1,1 0,0 1,0 0,1 1,0-1,1 1,-3 6,8-14,1 0,-1 1,1-1,-1 0,1 0,0 0,0 0,0 1,1-1,-1 0,1 0,0 0,0 0,0 0,0 0,0 0,1 0,0-1,-1 1,1 0,0-1,0 1,0-1,0 0,1 1,-1-1,1-1,-1 1,1 0,0 0,2 0,5 3,0-1,0 0,1 0,0-1,0-1,0 0,0 0,6 0,-4-2,0 0,1 0,-1-1,0 0,0-2,0 1,0-2,0 1,0-2,-1 0,0 0,9-6,-14 7,-1 0,0 0,0-1,0 0,0 0,-1 0,0-1,0 0,-1 0,1 0,-1 0,-1-1,1 1,-1-1,0 0,0 0,-1 0,0 0,-1-1,1 1,-1-1,-1 1,1-3,-16-44,15 53,-1 0,1 0,-1 0,0 0,1 0,-1 0,0 0,0 0,1 0,-1 0,0 1,0-1,0 0,0 1,0-1,0 1,-1-1,1 1,0-1,0 1,0 0,0 0,0-1,-1 1,1 0,0 0,0 0,0 0,0 1,-1-1,1 0,0 0,0 1,0-1,0 0,0 1,0-1,-1 1,1 0,1-1,-1 1,0 0,0 0,0-1,0 2,-3 1,1 1,0-1,0 1,0 0,1 0,-1 0,1 1,0-1,0 1,0-1,1 1,0 0,0-1,0 1,0 0,1 0,0-1,0 1,0 0,0 0,1 0,0 0,0-1,0 1,0 0,1-1,0 1,0-1,0 0,1 0,-1 1,1-2,0 1,0 0,0 0,2 0,8 7,1-1,1 0,0-1,0 0,1-1,0-1,0-1,1 0,-1-1,1-1,1 0,2-1,70 14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38 114,'-2'17,"0"1,1 0,1 0,1 0,1 0,3 16,-4-28,1 1,0-1,0 0,0 0,1 0,0 0,0 0,1-1,0 0,-1 1,2-1,-1 0,1-1,-1 1,1-1,1 0,-1 0,0-1,1 1,2 0,-1-1,0 0,1-1,-1 0,0 0,1-1,-1 0,1 0,-1-1,1 0,0 0,-1-1,1 0,-1 0,1-1,-1 1,0-2,0 1,0-1,0 0,0-1,-1 1,1-1,-1-1,0 1,0-1,0 0,-1-1,0 1,0-1,0 0,-1 0,0 0,0-1,0 0,-1 1,0-1,-1-1,1 1,-1 0,0 0,-1-1,0 1,0-1,-1-3,-1 1,-1 0,0 1,0-1,-1 0,-1 1,0 0,0 0,0 0,-1 0,0 1,-1 0,0 0,0 0,-1 1,0 0,0 0,-1 1,0-1,0 2,0-1,-1 1,0 1,0-1,0 2,0-1,-1 1,1 0,-1 1,0 0,0 1,0 0,1 1,-1 0,0 0,0 1,0 0,-6 2,11-1,0-1,0 1,0 0,0 0,1 1,-1-1,1 1,-1 0,1 0,0 1,0-1,1 1,-1 0,1 0,0 0,0 1,0-1,0 1,1-1,0 1,0 0,0 0,0 0,1 0,0 0,0 0,0 0,1 1,0-1,0 0,0 0,0 1,1-1,0 0,0 0,1 0,0 1,15 43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391 952,'-17'-6,"-1"0,0 1,0 1,-1 0,1 2,0 0,-1 1,0 1,-9 1,19 0,0 0,0 1,0 0,1 0,-1 1,1 0,-1 1,1 0,0 0,0 0,0 1,1 1,0-1,0 1,0 0,1 1,0 0,0 0,1 0,-1 1,0 2,1-1,0 1,1 0,0 0,0 0,1 0,0 1,1-1,1 1,-1 9,1-15,1-1,0 1,0-1,1 1,-1-1,1 1,0-1,1 1,-1-1,1 0,-1 0,1 1,0-1,1-1,-1 1,1 0,0 0,0-1,0 0,0 0,0 1,1-2,-1 1,1 0,0-1,4 2,4 0,0-1,0-1,1 0,-1 0,1-1,0-1,-1 0,1-1,0 0,-1-1,1 0,-1-1,0-1,0 0,0 0,-1-1,1-1,-1 0,0 0,-1-1,1-1,-1 1,-1-2,0 1,0-1,2-4,-7 9,0-1,0 1,-1-1,0 0,1-1,-2 1,1 0,-1-1,0 1,0-1,0 0,-1 0,0 0,-12 16,8-4,-1 0,2 1,-1-1,1 1,0-1,0 1,1-1,0 1,0 0,1 0,0 0,0 0,0-1,1 1,0 0,0 0,1-1,0 1,0-1,0 1,1-1,0 0,0 0,1 0,0 0,0-1,0 1,1-1,-1 0,5 3,3-3,1 0,0-1,0 0,0-1,0 0,1-1,-1-1,0 0,1-1,-1 0,1-1,-1-1,1 0,-1-1,0 0,0-1,0-1,-1 0,0 0,0-1,0-1,0 0,-1 0,1-2,8-7,-1 0,-1-1,-1 0,0-2,-1 0,-1-1,-1 0,0-1,-2-1,-1 0,2-5,-2 6,-17 47,-37 185,8 1,7 36,4-46,22-179,0 0,-2-1,0 1,-1-1,-1 1,-4 8,-7-15,5-40,3-23,3 0,1-1,3 0,2-12,0 44,0-64,3 1,5-1,2 1,4 1,14-41,-26 105,1 1,0-1,1 1,1 0,0 0,1 1,0-1,1 1,1 0,-1 1,2 0,0 0,0 1,1 0,0 1,11-9,-17 17,-1 0,1 0,0 0,0 0,0 0,0 1,0 0,0 0,1 0,-1 0,0 1,0-1,0 1,0 0,-1 0,1 1,0-1,0 1,-1 0,1 0,-1 0,1 0,-1 0,0 1,1 0,67 79,-62-68,0-1,-2 1,1 1,-2-1,0 1,-1 0,0 1,-1-1,-1 1,-1 0,1 2,-3-15,0-1,1 1,-1 0,0 0,-1-1,1 1,0 0,-1 0,1-1,-1 1,0 0,0-1,0 1,0-1,0 1,-1-1,1 1,-1-1,0 0,1 0,-1 0,0 0,0 0,-1 0,1-1,0 1,0 0,-1-1,1 0,-1 0,1 0,-1 0,0 0,1 0,-1-1,0 1,0-1,1 0,-1 1,0-1,0-1,1 1,-1 0,0-1,0 1,1-1,-1 0,0 0,0-1,0-1,0 1,0-1,1 1,-1-1,1 0,-1 0,1 0,0 0,0 0,1 0,-1-1,1 1,-1-1,1 1,0-1,1 0,-1 1,0-1,1 0,0 1,0-1,0 0,0 0,1 1,0-1,29-95,-4 57,2 1,2 1,1 2,2 1,23-19,-29 29,49-51,-3-4,-4-2,-3-3,-5-3,48-94,-98 166,-2-1,0-1,0 0,-2 0,-1 0,0-1,-2 0,0 0,-1 0,-1-5,-3 21,0-1,0 1,-1 0,1-1,-1 1,-1 0,1 0,-1 0,0 0,0 1,0-1,0 1,-1 0,0 0,0 0,0 0,0 1,-1-1,1 1,-1 0,0 1,0-1,0 1,0 0,0 0,-1 1,1-1,0 1,-1 0,1 1,-1-1,1 1,-1 0,1 1,-1-1,1 1,-1 0,1 0,-1 1,1 0,0 0,0 0,-1 1,-7 2,1 1,0 1,0 0,1 0,0 1,0 0,1 1,0 1,0-1,1 2,1-1,0 1,0 0,1 1,-1 2,-7 14,2 0,1 1,2 0,0 1,2 0,0 6,1 5,2 0,2 0,2 0,1 0,3 0,1 0,1 0,3-1,1 0,2 0,2-1,2 0,1-1,1-1,3-1,1-1,1 0,2-2,18 19,-35-43,1 1,1-1,-1 0,1-1,1 0,0-1,0 0,0 0,1-1,5 2,-14-7,0-1,0 1,0-1,1 1,-1-1,0 0,0 1,1-1,-1 0,0-1,0 1,1 0,-1-1,0 1,0-1,0 0,0 0,0 1,0-2,0 1,0 0,0 0,0 0,0-1,-1 1,1-1,-1 0,1 1,0-2,35-62,-26 42,37-64,-48 87,0 0,0 0,0 1,1-1,-1 0,0 0,0 0,1 1,-1-1,0 0,1 0,-1 0,0 0,0 0,1 0,-1 0,0 0,1 1,-1-1,0 0,1 0,-1-1,0 1,1 0,-1 0,0 0,1 0,-1 0,0 0,1 0,-1 0,0 0,0-1,1 1,-1 0,0 0,0 0,1-1,-1 1,0 0,0 0,0-1,-6 34,-9 65,15-95,0 1,0-1,1 1,0-1,-1 0,1 1,0-1,0 0,1 0,-1 1,1-1,0 0,0-1,0 1,0 0,0 0,0-1,1 1,-1-1,1 0,0 0,0 0,0 0,0 0,0-1,0 1,2-1,28 8,0-7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 46,'-16'-14,"-8"-4,6 5,13 12,23 15,8 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435 973,'-5'-4,"-3"-5,-1 0,0 0,0 1,-1 0,0 0,0 1,-1 1,1 0,-1 0,-1 1,1 1,-1 0,0 0,0 1,0 1,0 0,-1 0,1 1,0 1,-1 0,0 4,1 0,0 1,1 0,-1 1,1 0,0 1,0 1,1-1,0 1,1 1,-1 0,2 0,-1 1,1 0,1 1,0 0,0 0,1 0,-3 9,7-13,1-1,0 1,0-1,0 1,1-1,0 1,0-1,1 1,-1-1,2 1,-1-1,1 1,-1-1,2 0,-1 0,1 0,0 0,0 0,1-1,-1 1,1-1,1 0,-1 0,1 0,-1-1,1 0,1 0,-1 0,1 0,-1-1,1 0,0 0,0 0,4 0,36 16,2-2,0-2,1-2,1-3,0-1,0-3,0-2,3-2,12 4,0-3,0-3,0-3,0-3,61-13,-21-19,-100 36,-1-1,1 1,0-1,-1 0,0-1,0 1,0-1,0 0,0 0,-1 0,0 0,0 0,0-1,0 0,-1 1,1-1,-1 0,1-4,-3 6,0 1,0-1,1 0,-1 1,-1-1,1 0,0 1,-1-1,1 1,-1-1,0 0,0 1,0 0,0-1,0 1,-1-1,1 1,-1 0,1 0,-1 0,0 0,0 0,0 0,0 1,0-1,-2-1,-65-28,50 25,0 1,0 0,-1 2,1 0,-1 1,1 2,-1 0,0 0,1 2,-1 1,1 0,0 1,0 1,0 1,0 1,-5 3,21-9,0 0,0 1,0-1,0 1,1-1,-1 1,0 0,1 0,0 0,-1 0,1 1,0-1,0 1,0-1,0 1,1-1,-1 1,1 0,0 0,-1 0,1 0,0 0,1 0,-1 0,1 1,-1-1,1 0,0 0,0 0,0 0,1 1,-1-1,1 0,0 0,-1 0,2 0,-1 0,1 1,6 4,2-1,-1 0,1-1,0 0,0-1,0 0,1 0,0-1,0 0,0-1,0-1,0 1,1-2,-1 0,2 0,5 2,-1 0,0-2,1 0,-1 0,1-2,-1 0,1-1,-1-1,0-1,0 0,0-1,-1-1,0-1,0 0,1-1,-16 28,-1-16,-1 0,1 1,0-1,0 0,0 1,0-1,1 0,0 0,0 1,0-1,0 0,1 0,-1 0,1 0,0 0,0-1,1 1,-1-1,1 1,0-1,0 0,0 0,0 0,0 0,1 0,-1-1,1 0,0 0,0 0,0 0,0 0,0-1,0 0,0 1,0-2,2 1,2 2,1-1,0 0,0-1,-1 0,1-1,0 1,0-2,0 1,0-1,0-1,0 1,-1-1,1-1,0 0,-1 0,0-1,0 0,0 0,0-1,-1 0,0 0,0-1,0 0,-1 0,1 0,-1-1,-1 0,4-6,8-17,-1-1,-2-1,-1 0,-2 0,-1-1,-2-1,3-18,-8 36,44-205,-11-2,1-109,-38 170,-15 115,16 46,-1 0,1 0,-1 1,0-1,1 0,-1 0,0 1,1-1,-1 1,0-1,0 0,0 1,0 0,0-1,0 1,0 0,1-1,-1 1,0 0,0 0,0 0,0 0,0 0,0 0,0 0,0 0,0 0,0 0,0 0,0 1,0-1,0 0,0 1,0-1,0 1,0-1,1 1,-1-1,0 1,0 0,1-1,-1 1,0 0,0 0,-7 10,-1-1,2 1,-1 1,2 0,-1 0,2 0,-1 1,2-1,0 1,0 0,1 1,1 2,1-16,-19 105,5 1,4 1,4-1,8 94,0-113,4-1,4 1,4 3,19 5,-30-91,0-1,0 0,0 0,1 0,-1 0,1 0,-1 0,1-1,0 1,0-1,0 0,1 0,-1 0,0 0,1 0,0-1,-1 0,1 0,0 0,-1 0,1 0,0-1,0 1,3-1,6-3,0 0,0-1,0 0,-1-1,1 0,-1-1,0-1,-1 0,0 0,0-1,0-1,-1 0,0 0,-1-1,0 0,6-10,18-21,-41 54,1 1,0 0,1 1,1 0,0-1,-1 11,5-21,0 1,1-1,-1 1,1-1,0 0,0 1,1-1,0 1,-1-1,1 0,1 1,-1-1,1 0,-1 0,1 0,0 0,1 0,-1 0,1-1,-1 1,1-1,0 0,0 1,1-1,2 1,19 12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204 185,'-19'-16,"-9"-10,-6-5,-1 1,1 1,4 0,7 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31,'23'-11,"23"-2,27 6,26 11,21 15,12 12,-15 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0 315,'12'4,"0"0,0-1,0 0,1-1,-1 0,1-1,-1-1,1 0,-1-1,1 0,-1 0,0-2,1 1,-1-2,0 0,-1 0,1-1,-1 0,0-1,0 0,0-1,-1 0,0-1,-1 0,0 0,0-1,1-3,-3 3,-1-1,0 1,-1-2,0 1,-1 0,0-1,0 0,-1 0,1-9,-3 16,-1 0,1-1,-1 1,0 0,0 0,0 0,0-1,-1 1,0 0,0 0,0 0,0 0,-1 0,1 0,-1 1,0-1,0 0,-1 1,1-1,-1 1,1 0,-1 0,0 0,0 0,-1 1,1-1,-3-1,0 1,0 1,1-1,-1 1,0 1,-1-1,1 1,0 0,0 0,0 1,-1 0,1 0,0 0,0 1,-1 0,1 0,0 1,0 0,0 0,0 0,1 0,-5 3,-1 1,0 0,0 1,1 0,0 1,0 0,1 1,0 0,0 0,1 1,-3 4,6-5,0-1,1 1,0 0,0 0,1 0,0 0,1 1,-1-1,2 1,0 0,0-1,1 1,0 0,0 0,1-1,0 1,1 0,0-1,1 1,0-1,0 0,1 0,0 0,1-1,0 1,0-1,1 0,6 7,10 10,1-2,0 0,2-1,1-2,1 0,0-2,1-1,1-1,1-2,0-1,10 2,41 14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0 918,'134'-114,"148"-136,-261 231,-2-2,0 0,-1-1,-1-1,-2-1,0 0,-1-1,-2 0,0-1,-2 0,-1-1,3-16,-10 35,0 0,0 1,-1-1,-1 0,1 0,-1 0,-1 0,0 0,0 1,0-1,-1 0,0 1,0-1,-1 1,0-1,0 1,-1 0,0 0,0 1,-1-1,1 1,-1 0,-1 0,1 1,-1-1,0 1,-1 0,1 1,-1 0,0 0,0 0,0 1,0 0,0 0,-1 1,-3-1,5 3,1-1,-1 1,0 1,1-1,-1 1,0 0,1 1,-1-1,1 1,-1 0,1 0,0 1,0 0,0 0,0 0,1 0,-1 1,1-1,0 1,0 1,0-1,0 0,1 1,0 0,-2 2,-5 11,0 0,1 0,2 1,-1 0,2 0,-3 14,1 7,0 0,3 0,2 0,1 1,2-1,1 1,3-1,1 0,7 22,-7-36,2-1,1 0,0-1,2 0,1 0,1-1,1-1,1 0,1 0,1-2,1 0,0 0,2-2,0 0,10 6,-8-11,0-1,1-1,0-1,1 0,0-2,0-1,1 0,0-2,0-1,0-1,1-1,-1-1,1-1,-1-1,1-1,-1-1,0-2,0 0,0-2,-1 0,0-2,14-7,-24 10,0-1,-1-1,0 0,0-1,-1 0,0 0,0-2,-1 1,0-2,-6 7,0 1,-1-1,0 1,0-1,0 0,-1 0,0 0,0 0,0-1,0 1,-1-1,0 1,0-1,0 1,-1-1,0 1,0-1,0 0,-1 1,0-1,0 1,0-1,-1 1,-1-5,0 5,0 0,0 0,-1 0,0 0,0 1,0-1,0 1,-1 0,0 0,0 0,0 1,0 0,0 0,-1 0,1 1,-1 0,0 0,1 0,-1 0,0 1,0 0,-3 0,-8-1,0 1,1 1,-1 0,0 1,1 1,-1 1,-11 2,18-2,-1-1,1 1,0 1,0-1,0 2,0 0,1 0,-1 0,1 1,1 1,-1-1,1 1,0 1,1 0,0 0,0 0,1 1,0 0,0 0,1 0,0 1,1 0,0 0,0 0,1 0,1 1,0-1,-1 9,4-14,-1-1,1 1,0 0,0 0,1 0,-1 0,1-1,0 1,0-1,1 0,-1 1,1-1,0 0,0 0,0-1,1 1,0-1,-1 0,1 1,0-2,0 1,1 0,-1-1,0 0,1 0,0 0,2 0,5 2,0-1,1 0,-1 0,1-2,-1 0,1 0,-1-1,1 0,0-1,4-2,-7 2,0-1,0 0,-1 0,1-1,-1-1,1 1,-1-2,0 1,-1-1,1 0,-1-1,0 0,0-1,-1 1,1-1,-2-1,1 1,-1-1,0 0,-1-1,0 0,0 1,-1-1,0-1,0 1,-1-1,-1 1,1-1,-1 0,-1-1,-1 9,0 0,0-1,0 1,0-1,-1 1,1 0,-1-1,1 1,-1 0,0-1,0 1,0 0,0 0,0 0,-1 0,1 0,-1 0,1 0,-1 0,0 1,1-1,-1 0,0 1,0 0,0-1,-1 1,1 0,0 0,0 0,0 0,-1 1,1-1,-2 0,2 3,0-1,0 0,0 0,0 1,0-1,1 1,-1 0,0-1,1 1,0 0,-1 0,1 0,0 0,0 0,0 0,0 1,0-1,0 0,1 0,-1 1,1-1,0 0,-1 1,1-1,0 0,0 1,1-1,-1 3,1 3,0 0,0 0,0 0,1 0,1-1,-1 1,1 0,0-1,1 0,0 0,0 0,1 0,-1 0,1-1,1 0,-1 0,1 0,6 4,5 3,0-1,0-1,2 0,-1-1,1-1,19 6,17 2,0-2,2-2,22 1,48 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477 934,'-45'-18,"-1"2,0 2,-1 3,0 1,-27-1,68 10,0-1,0 1,-1 1,1-1,0 1,-1 0,1 1,0 0,0 0,-1 0,1 0,0 1,0 0,0 1,1-1,-1 1,0 0,1 0,0 1,0 0,0 0,0 0,1 0,-1 1,1 0,-1 1,1 2,1 0,1 0,-1 1,1-1,1 0,-1 1,2-1,-1 1,1 0,0-1,1 1,0-1,0 1,1-1,0 0,0 1,1-1,0 0,-1-3,0 1,1-1,-1 0,1 0,0 0,0-1,0 1,1-1,0 0,0 0,0 0,0 0,0-1,1 1,0-1,0 0,0-1,0 1,0-1,0 0,0 0,1-1,-1 1,1-1,-1 0,1-1,4 1,2-4,-1 0,1-1,-1 0,0-1,0 0,0-1,0 0,-1 0,0-1,-1-1,1 1,-2-2,1 1,-1-1,0 0,-1-1,0 0,1-2,53-88,-61 100,0 0,0-1,0 1,0 0,1-1,-1 1,0 0,0-1,0 1,0 0,0 0,0-1,0 1,0 0,1-1,-1 1,0 0,0 0,0 0,1-1,-1 1,0 0,0 0,1 0,-1-1,0 1,0 0,1 0,-1 0,0 0,1 0,-1 0,0 0,0-1,1 1,-1 0,0 0,1 0,-1 0,0 0,1 1,-1-1,0 0,1 0,-1 0,0 0,0 0,1 0,-1 0,0 0,0 1,1-1,-1 0,0 0,0 0,1 1,-1-1,0 0,0 0,0 1,1-1,-1 0,0 0,0 1,0-1,0 0,0 1,0-1,0 0,4 26,-4-22,-1 6,1 1,0-1,1 0,0 1,0-1,1 0,1 0,0 0,0 0,1 0,0-1,0 0,1 1,0-2,1 1,0 0,1-1,0-1,0 1,0-1,1 0,0 0,0-1,1 0,4 1,-3-4,1 0,0-1,0 0,0-1,0-1,0 1,0-2,0 0,0 0,0-1,0 0,0 0,-1-2,7-2,12-5,-2-1,1-2,-1-1,17-13,-15 9,0-2,-1-2,-1 0,-2-1,0-2,-2-1,0 0,-2-2,-1-1,-2 0,-1-1,-1-1,-1 0,-2-1,-2-1,-1 0,-1-1,-1-6,-2 5,-2 0,-1 0,-1 0,-3 0,0 0,-3 0,-1 0,-1 1,-2-1,-2 2,-1-1,-3-1,13 31,0 1,-1-1,0 1,0 0,0 0,-1 0,1 0,-1 0,0 1,0-1,0 1,0-1,-1 1,0 0,1 1,-1-1,0 1,0-1,0 1,-1 0,1 1,0-1,-1 1,1 0,-1 0,0 0,1 0,-5 1,2 4,-1-1,2 2,-1-1,0 1,1 0,0 0,0 1,1 0,-1 0,1 0,0 0,1 1,0 0,0 0,0 0,1 1,0-1,0 1,1 0,0-1,0 8,-12 33,3 1,1 0,3 0,2 1,3 0,1 0,3 0,1 0,3-1,2 1,4 3,-9-34,2-1,0 1,1-1,1-1,1 1,0-1,1 0,1-1,1 0,0 0,1-1,1-1,0 0,1-1,0 0,1-1,0-1,1 0,0-1,1-1,0-1,1 0,0-1,0-1,0 0,1-2,-1 0,2-1,-7-2,0-2,0 1,0-2,0 0,0 0,0-1,0-1,-1 0,1 0,-1-1,0-1,-1 0,0-1,0 0,0-1,-1 0,0-1,0 0,-1 0,0-1,-1 0,0-1,0 0,-2 0,1 0,3-10,9-28,-2 0,-3-1,-1-1,-3 0,-2 0,-3-1,-1 0,-4-44,-2-228,0 311,-1 34,3-19,-68 674,68-668,-4 18,1 1,2-1,1 1,0 0,2-1,2 1,0-1,1 0,2 0,1-1,0 1,2-2,4 6,-10-23,1-1,1 1,-1-1,1 0,0 0,0 0,1-1,0 0,0-1,0 1,0-1,1-1,0 1,-1-1,1-1,0 1,1-1,-1-1,0 0,0 0,1 0,-1-1,1 0,-1-1,0 0,1 0,-1-1,0 0,0 0,0-1,0 0,0-1,30-18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18,'-16'0,"-17"0,-9 0,-2 0,13 0,23 0,31 0,37 0,36-3,32-2,25-1,16 3,6 6,-6 11,-32 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446 102,'-24'-16,"0"1,-1 1,0 1,-1 2,-1 1,0 0,17 7,1 0,-1 1,0 0,0 1,0 0,0 1,0 0,0 0,0 1,1 0,-1 1,0 0,0 0,1 1,-1 0,1 1,0 0,-6 4,9-4,1 0,-1 0,1 0,0 1,0 0,0 0,0 0,1 1,0-1,0 1,1 0,0 0,0 0,0 1,1-1,-1 1,2-1,-1 1,1 0,0 0,0 0,1-1,0 1,0 0,1 0,-1 0,1 0,1 0,0-1,0 1,0-1,1 1,-1-1,2 0,-1 0,1 0,-1 0,2-1,-1 1,1-1,3 3,6 1,-1-2,1 0,1 0,-1-1,1-1,0 0,0-1,1-1,-1 0,1-1,0-1,-1-1,1 0,0-1,-1 0,1-1,-1-1,1-1,-1 0,0-1,0 0,-1-1,11-6,-6 0,0 0,0 0,-1-2,-1 0,0-1,-1-1,0-1,-2 0,0-1,-1 0,2-6,-7 24,-8 20,-1-15,0 6,-1 1,1-1,1 1,0-1,1 1,0-1,1 1,0-1,1 0,0 0,1 0,0 0,0 0,1-1,1 0,0 0,0 0,1-1,0 0,1 0,0-1,7 6,7-2,2-2,-1 0,2-1,-1-2,1 0,0-2,0-1,1 0,-1-2,1-1,4-2,57 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2:43.4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0 143,'19'-25,"12"-31,1-6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4:06.1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4091 131,'-9'185,"8"0,19 138,-13-246,17 338,-22 192,-76 556,72-1063,1-22</inkml:trace>
  <inkml:trace contextRef="#ctx0" brushRef="#br0" timeOffset="780.785">4118 11,'0'0,"0"-1,1 0,-1 0,1 1,-1-1,1 1,-1-1,1 0,-1 1,1-1,0 1,-1-1,1 1,0 0,-1-1,1 1,0-1,0 1,-1 0,1 0,0 0,0-1,-1 1,1 0,0 0,0 0,0 0,-1 0,1 0,0 1,0-1,0 0,-1 0,1 0,0 1,0-1,-1 0,1 1,0-1,-1 1,1-1,0 1,-1-1,4 1,124 15,-1-5,116-7,-184-3,1374 56,615 160,-1066-166,-939-51</inkml:trace>
  <inkml:trace contextRef="#ctx0" brushRef="#br0" timeOffset="5777.843">4184 3139,'-5'0,"0"1,-1 0,1 0,0 0,-1 0,1 1,0 0,0 0,0 1,1-1,-1 1,1 0,-1 0,1 1,0-1,0 1,0 0,1 0,-1 0,1 0,0 1,0-1,1 1,-1 0,1 0,0 1,-2 10,1 0,0 1,1 0,1-1,1 1,0 0,2-1,-1 1,2-1,0 1,1-1,1 0,1 0,0-1,0 0,2 0,0 0,1-1,8 12,-9-18,-1-1,1 1,1-1,-1 0,1-1,0 0,1-1,-1 0,1 0,0-1,0 0,0 0,1-2,0 1,7 0,168 4,-145-8,425 10,-318 1,549 28,517-18,216 83,-1312-92,1325 94,-1401-99,-51-6,-3 0</inkml:trace>
  <inkml:trace contextRef="#ctx0" brushRef="#br0" timeOffset="6845.687">9118 318,'9'-1,"1"0,0 0,-1 1,1 0,-1 1,1 0,0 0,-1 1,0 1,3 0,14 3,28 5,-1 2,-1 2,0 3,-1 2,-1 2,-1 2,-1 2,32 25,-69-44,-1 1,-1 1,0 0,0 0,0 0,-1 1,-1 1,0-1,0 1,-1 1,0-1,-1 1,0 0,-1 0,-1 0,0 1,0-1,-1 1,-1 0,0-1,-1 1,0 3,-35 194,14-112,-104 718,93-539,3 272,16 65,10-559,-2 6,2 1,3 0,2 0,4-1,2 1,7 20,51 97,-66-178,0-1,0 0,0 1,0-1,0 0,0 1,0-1,0 0,0 1,0-1,0 0,0 1,0-1,0 0,1 1,-1-1,0 0,0 0,0 1,1-1,-1 0,0 0,0 1,0-1,1 0,-1 0,0 1,1-1,-1 0,0 0,0 0,1 0,-1 0,0 1,1-1,-1 0,0 0,1 0,-1 0,0 0,1 0,-1 0,0 0,1 0,-1 0,0 0,1 0,-1-1,0 1,1 0,-1 0,0 0,0 0,1 0,-1-1,0 1,1 0,-1 0,0 0,0-1,0 1,1 0,-1-1,0 1,0 0,0 0,1-1,-1 1,7-26,-1-5,-2-2</inkml:trace>
  <inkml:trace contextRef="#ctx0" brushRef="#br0" timeOffset="7977.472">1819 679,'-20'-14,"36"18,11 4,103 19,1-6,1-6,48-4,-164-10,313 16,-91-9,-1 10,-2 11,0 9,0 12,-202-40,-28-8,-21-9,15 7,-19-6,-1 0,1 2,-1 0,0 1,0 2,0 0,-10 1,17 0</inkml:trace>
  <inkml:trace contextRef="#ctx0" brushRef="#br0" timeOffset="8269.537">3143 426,'-12'-14,"-3"0,0 10,6 14,10 17,15 12,16 12,13 4,12-1,4-3,-1-5,-7-4,-11-4,-21-3,-27 1,-33 3,-30 1,-3-6</inkml:trace>
  <inkml:trace contextRef="#ctx0" brushRef="#br0" timeOffset="8951.409">1658 1922,'77'-8,"0"3,1 3,66 8,-113-4,1773 158,-1579-137,-261-38,-93-12,86 20</inkml:trace>
  <inkml:trace contextRef="#ctx0" brushRef="#br0" timeOffset="9279.598">3035 1735,'-86'-51,"86"50,-1 1,1-1,-1 1,1-1,-1 0,0 1,1-1,-1 1,1-1,-1 1,0 0,1-1,-1 1,0 0,0-1,1 1,-1 0,0 0,0 0,1 0,-1 0,0-1,0 1,0 1,1-1,-1 0,0 0,0 0,1 0,-1 0,0 1,0-1,1 0,-1 1,0-1,1 1,-1-1,0 0,1 1,-1-1,1 1,-1 0,1-1,-1 1,1-1,-1 1,1 0,0-1,-1 1,1 0,0 0,-1-1,1 1,0 0,0 0,0-1,0 1,0 0,0 0,0 0,0-1,0 1,0 1,5 6,0-1,0 1,0-1,1 0,0 0,1 0,0-1,-1 0,2-1,-1 1,1-1,0-1,0 1,0-1,0 0,159 83,-110-60,-2 2,0 2,3 7,-53-36,0 1,0 0,0 0,0 0,-1 1,1 0,-1-1,0 2,0-1,0 0,-1 1,1 0,-1 0,0 0,-1 0,1 0,-1 0,0 1,0-1,-1 1,0 0,0-1,0 1,0 0,-1 0,0-1,0 1,-1 3,-4 0,0 0,-1 0,1 0,-2-1,1 0,-1 0,-1-1,1 1,-1-2,0 1,-1-1,1 0,-4 0,-59 37,-2-3,-2-4,-54 18,5-4</inkml:trace>
  <inkml:trace contextRef="#ctx0" brushRef="#br0" timeOffset="9724.219">1752 3072,'531'21,"-239"-17,20 1,254 37,-554-40,23 1,0 3,-1 0,0 3,0 0,21 11,-27-1,-28-19,0 1,1-1,-1 1,0-1,0 0,1 1,-1 0,0-1,0 1,0-1,0 1,1-1,-1 1,0-1,0 1,0-1,0 1,0 0,-1-1,1 1,0-1,0 1,0-1,0 1,-1-1,1 1,0-1,0 1,-1-1,1 1,0-1,-1 1,1-1,0 0,-1 1,1-1,-1 0,1 1,-1-1,1 0,-1 1,1-1,-1 0,1 0,-1 0,1 0,-1 1,1-1,-1 0,0 0,1 0,-22 6</inkml:trace>
  <inkml:trace contextRef="#ctx0" brushRef="#br0" timeOffset="10010.658">3022 2819,'16'15,"16"11,20 7,15 3,11 1,4 5,-4 1,-8 3,-15 2,-23 2,-31 4,-38 5,-39 5,-41 1,0-10</inkml:trace>
  <inkml:trace contextRef="#ctx0" brushRef="#br0" timeOffset="11865.99">121 265,'7'16,"8"14,12 12,10 6,8 6,3 2,0 0,-4-2,-4-3,-7-4,-7-5,-8-8,-6-9</inkml:trace>
  <inkml:trace contextRef="#ctx0" brushRef="#br0" timeOffset="12128.287">522 318,'-16'-4,"-9"0,-6 6,-2 11,3 15,3 15,7 12,7 12,8 7,7 3,3-11</inkml:trace>
  <inkml:trace contextRef="#ctx0" brushRef="#br0" timeOffset="12408.496">656 679,'12'-6,"1"0,0 1,1 0,-1 1,1 1,0 0,0 0,0 2,0 0,0 0,13 2,-24-1,-1 1,1-1,-1 1,1-1,-1 1,0 0,1 0,-1 0,0 0,0 0,0 0,0 1,0-1,0 1,0 0,0-1,0 1,-1 0,1 0,-1 0,1 0,-1 0,0 1,0-1,0 0,0 1,0-1,-1 0,1 1,-1-1,1 1,-1-1,0 1,0-1,0 1,0 0,-2 6,1 0,-1 0,-1-1,1 1,-2-1,1 1,-1-1,0 0,-4 5,-14 18,-2-1,-1-1,-1-1,-4 2,-53 58,81-84,0-3,0 0,0 0,1 0,-1 0,0 1,1-1,0 0,-1 1,1 0,0-1,0 1,-1 0,1 0,1-1,-1 1,0 0,0 0,1 0,-1 0,1 0,0 0,-1 0,1 0,0 0,0 0,0 0,1 0,-1 0,0 0,1 0,-1 0,1 0,0 0,-1 0,1 0,0 0,0 0,1-1,-1 1,0 0,88 14,-82-15,161-1,-83-4</inkml:trace>
  <inkml:trace contextRef="#ctx0" brushRef="#br0" timeOffset="12759.564">81 1441,'11'23,"11"19,13 13,9 11,7 6,4 2,-4 0,-5-6,-8-8,-11-14</inkml:trace>
  <inkml:trace contextRef="#ctx0" brushRef="#br0" timeOffset="13036.596">441 1589,'-13'16,"-12"16,-11 19,-7 17,-7 12,-3 9,0 3,10-15</inkml:trace>
  <inkml:trace contextRef="#ctx0" brushRef="#br0" timeOffset="13309.809">696 1842,'-9'16,"-5"15,-1 12,3 14,5 10,9 7,6 5,1-10</inkml:trace>
  <inkml:trace contextRef="#ctx0" brushRef="#br0" timeOffset="13605.014">1 2832,'16'-5,"11"6,12 11,7 16,5 16,1 14,0 11,1 8,-2-1,-2-3,-6-6,-10-14</inkml:trace>
  <inkml:trace contextRef="#ctx0" brushRef="#br0" timeOffset="13848.875">562 2858,'-23'11,"-16"14,-11 13,-9 14,-6 14,-5 9,0 6,9 1,11-8,15-15</inkml:trace>
  <inkml:trace contextRef="#ctx0" brushRef="#br0" timeOffset="14037.562">669 3326,'-2'4,"0"0,0 1,0-1,1 1,0-1,0 1,0 0,0-1,1 1,0 0,0 0,0-1,0 1,1 0,0-1,0 1,0 0,1-1,-1 1,1-1,0 0,0 1,1-1,-1 0,1-1,0 1,0 0,0-1,1 1,-1-1,1 0,3 2,6 0,-1 0,1-1,0-1,0 0,0-1,0 0,0-1,1 0,-1-1,0-1,1 0,-1-1,0 0,0-1,0 0,-1-1,1-1,-1 0,0-1,0 0,8-6,-14 9,0 0,0 0,0-1,-1 0,0 0,1 0,-1-1,-1 0,1 0,-1 0,0 0,0-1,0 1,-1-1,0 0,0 0,0-1,-1 1,0 0,0-1,-1 0,0 1,0-1,0 0,-1 1,0-1,-1 0,1 0,-1 1,0-1,-1 0,1 1,-4-6,2 4,-1 0,-1 0,0 1,0 0,0 0,-1 0,1 1,-2 0,1 0,-1 0,0 1,0 0,0 0,-1 1,0 0,0 0,0 1,0 0,0 0,-1 1,1 0,-1 1,1-1,-1 2,0-1,0 1,1 1,-1 0,0 0,1 0,-1 1,1 0,0 1,-6 2,-30 24,8 4</inkml:trace>
  <inkml:trace contextRef="#ctx0" brushRef="#br0" timeOffset="15226.629">9880 1241,'305'22,"62"-14,-9 0,-113 5,232 4,-475-17</inkml:trace>
  <inkml:trace contextRef="#ctx0" brushRef="#br0" timeOffset="15518.362">11190 1001,'18'9,"22"7,21 6,17 4,11 1,5 2,-5-1,-13 1,-19-2,-22 3,-28 3,-29 4,-26 3,-27 4,-17 4,-12 2,-4 2,16-7</inkml:trace>
  <inkml:trace contextRef="#ctx0" brushRef="#br0" timeOffset="16714.06">12380 799,'4'25,"0"-1,2-1,1 1,1-1,1 0,0-1,2 0,1-1,1 0,0-1,2 0,0-1,1-1,1 0,1-1,0-1,1-1,1 0,0-2,1 0,18 8,-30-17,0-1,0 1,0-2,1 1,-1-1,1 0,0-1,-1 0,1-1,0 0,-1-1,1 0,0 0,-1-1,1 0,-1 0,0-1,0-1,0 0,0 0,0 0,-1-1,0 0,0-1,0 0,-1 0,2-3,5-6,-1-1,-1 0,0-1,-2 0,0-1,0 0,-2-1,0 0,-2 0,5-20,-43 202,7 2,-3 162,8-73,18-233,2-12,-1 0,1-1,-2 1,1 0,-1-1,0 1,-1-1,0 0,0 0,-1 0,-1 0,5-7,-1 0,0 0,0 0,0 0,0 0,0 0,0 0,-1 0,1-1,0 1,0 0,-1-1,1 1,0-1,-1 1,1-1,0 0,-1 0,1 1,0-1,-1 0,1 0,-1-1,1 1,0 0,-1 0,1-1,0 1,-1 0,1-1,0 0,0 1,-1-1,1 0,0 1,0-1,-1 0,-39-38,17 8,3 0,0-2,2-1,2 0,1-1,2-1,1 0,-4-21,17 56,-17-99,17 97,0-1,0 0,0 1,1-1,-1 1,1-1,0 1,0-1,0 1,0 0,1-1,0 1,-1 0,1 0,0 0,0 0,1 0,-1 1,0-1,1 1,0-1,0 1,-1 0,1 0,0 0,3-1,14-2,0 1,0 1,0 0,1 2,-1 0,0 1,1 2,-1 0,0 0,0 2,0 1,1 1,0-2,176 44,-145-35</inkml:trace>
  <inkml:trace contextRef="#ctx0" brushRef="#br0" timeOffset="16948.434">13556 1561,'-4'7,"-5"12,-2 13,1 15,1 16,5 15,8 12,7 8,3-14</inkml:trace>
  <inkml:trace contextRef="#ctx0" brushRef="#br0" timeOffset="17901.599">9960 2872,'-93'-10,"121"24,65 5,0-5,1-4,3-4,-43-2,285 15,236 23,-474-22,-100-20,-1 0,1 0,-1 0,1 0,-1 0,1 0,-1 0,1 0,-1 0,1 0,-1 1,1-1,-1 0,1 0,-1 0,1 1,-1-1,1 0,-1 1,0-1,1 0,-1 1,1-1,-1 0,0 1,1-1,-1 1,0-1,0 1,1-1,-1 1,0-1,0 1,0-1,0 1,0-1,1 1,-1-1,0 1,0-1,0 1,0-1,0 1,-1-1,1 1,0-1,0 1,0-1,0 1,-1-1,-24 11,-9-6,-1-2</inkml:trace>
  <inkml:trace contextRef="#ctx0" brushRef="#br0" timeOffset="18215.818">10963 2698,'-1'1,"0"1,0-1,0 0,0 0,0 1,0-1,0 1,0-1,1 1,-1-1,0 1,1-1,-1 1,1 0,0-1,0 1,0 0,0-1,0 1,0 0,0-1,0 1,0-1,1 1,-1 0,1-1,-1 1,1-1,0 1,0-1,-1 1,1-1,0 0,0 1,0-1,1 0,-1 0,0 0,0 1,1-1,60 41,100 27,-124-55,0 1,0 2,-2 1,0 2,-1 2,11 10,-43-30,1 0,0 0,-1 1,0 0,1 0,-1 0,0 0,-1 0,1 0,0 1,-1 0,0-1,0 1,0 0,0 0,-1 0,1 0,-1 0,0 0,-1 1,1-1,0 0,-1 1,0-1,0 0,-1 0,1 1,-1-1,0 0,0 2,-7 4,1-1,-1 1,-1-1,0-1,0 0,-1 0,0-1,0 0,-1 0,0-1,0-1,0 0,-11 3,21-7,-91 37,-1-4,-11-2,58-18</inkml:trace>
  <inkml:trace contextRef="#ctx0" brushRef="#br0" timeOffset="19197.265">11832 2791,'9'29,"1"0,1-1,1-1,2 0,1 0,1-2,1 0,1 0,1-2,1 0,1-2,1 0,1-1,1-2,0 0,1-1,25 11,-45-25,0 1,0-1,0-1,0 1,1-1,-1 0,1 0,-1 0,1-1,0 0,-1 0,1 0,0-1,0 0,0 0,-1 0,1-1,0 0,0 0,-1 0,1-1,-1 0,1 0,-1 0,0-1,0 0,0 0,0 0,0-1,-1 1,1-1,-1 0,1-2,2-10,0 0,-2 0,0-1,-1 0,-1 0,0 0,-1 0,-1 0,-1-9,3-21,10-43,-13 91,0-1,0 0,0 0,0 0,0 1,0-1,0 0,0 0,0 0,0 1,1-1,-1 0,0 0,0 0,0 1,0-1,0 0,0 0,1 0,-1 0,0 0,0 0,0 1,0-1,1 0,-1 0,0 0,0 0,0 0,1 0,-1 0,0 0,0 0,0 0,1 0,-1 0,0 0,0 0,1 0,-1 0,0 0,0 0,0 0,1 0,-1 0,0 0,0 0,0-1,0 1,1 0,-1 0,0 0,0 0,0 0,5 23,7 111,-6 0,-6 15,-2-54,-3 0,-4-1,-14 50,20-129,-1-1,0 0,-1 0,0 0,-1 0,-1-1,0 0,-5 5,10-14,-1 0,0 0,0-1,0 0,0 1,-1-1,1 0,-1-1,0 1,0-1,0 1,0-1,0-1,0 1,-1 0,1-1,-1 0,1 0,-1 0,1-1,-1 1,0-1,1 0,-1-1,1 1,-1-1,0 0,-3-1,-8-5,-1-1,1-1,1-1,-1 0,2-1,0-1,0 0,1-1,0 0,1-1,1 0,0-1,-8-14,11 17,0 1,1-1,0 0,1 0,0-1,1 0,0 0,1 0,1-1,0 0,1 1,0-1,1-7,1 18,1 0,0 0,-1 0,1 0,1 0,-1 0,0 0,1 0,-1 1,1-1,0 0,0 1,0-1,0 1,0 0,1 0,-1 0,1 0,-1 0,1 0,0 1,0-1,0 1,0 0,1-1,83-14,-4 13,1 4,0 3,64 13,-140-16,23 2,1 2,-1 1,0 1,-1 1,29 13,-56-20,-1 0,1 1,-1-1,0 1,1-1,-1 1,0 0,0 0,0 0,0 0,0 0,0 0,-1 1,1-1,-1 1,0-1,0 1,0-1,0 1,0 0,0-1,0 1,-1 0,0 0,1 0,-1-1,0 1,-1 0,1 0,0 0,-1-1,1 1,-1 0,0 0,0 0,-1 5,-9 88,11-93,0 1,1-1,0 1,0-1,0 1,0-1,0 0,1 0,0 0,-1 0,1 0,0 0,1 0,-1 0,0-1,1 1,-1-1,1 0,0 0,0 0,0 0,0 0,0 0,0-1,0 0,2 1,2 0,1 0,-1 0,1-1,-1 0,1-1,-1 0,1 0,0 0,-1-1,1 0,-1-1,1 0,-1 0,0 0,0-1,0 0,0 0,0-1,-1 0,0 0,1 0,-1-1,-1 0,1 0,-1-1,0 0,0 0,-1 0,1 0,-1 0,-1-1,1 0,-1 0,1-5,0 6,-2 0,1 0,-1-1,1 1,-2-1,1 1,-1-1,0 1,0-1,-1 0,0 1,0-1,-1 0,1 1,-1-1,-1 1,1-1,-1 1,-1-1,1 1,-1 0,0 0,0 0,-1 1,1-1,-1 1,-1-1,1 2,-1-1,0 0,0 1,0 0,0 0,-1 0,0 1,0-1,0 2,0-1,-2 0,-4 0,0 0,0 1,0 1,0 0,-1 0,1 1,0 1,0 0,0 1,0 0,0 1,-10 3,-137 59,146-59,-57 28</inkml:trace>
  <inkml:trace contextRef="#ctx0" brushRef="#br0" timeOffset="19939.709">10054 2819,'0'-3,"-5"0,-5-2,-11 0,-16 0,-16 4,-19 4,-16 4,-17 3,-10 2,-9-1,16-3</inkml:trace>
  <inkml:trace contextRef="#ctx0" brushRef="#br0" timeOffset="20729.005">6244 1602,'0'-15,"1"4,-1 1,0 0,0 0,-1 0,0 0,-1 0,0 0,-1 0,0 1,-1-1,1 1,-6-9,3 9,1 0,-2 1,1 0,-1 0,0 1,-1-1,1 2,-1-1,-1 1,1 0,-1 1,0 0,-1 0,1 1,-1 0,0 1,0 0,0 1,0 0,0 0,-1 1,1 0,0 1,-1 0,1 1,0 0,-1 1,1 0,0 0,0 1,0 1,-8 3,5 4,2 0,-1 0,1 1,1 1,0 0,1 0,0 1,1 0,1 0,0 1,1 0,0 0,2 1,-1-1,2 1,0 0,1 0,1 1,0-1,1 0,1 0,2 10,-2-13,1 0,0 0,0-1,2 1,-1-1,2 0,0 0,0 0,1-1,0 0,1 0,0 0,1-1,0 0,1-1,0 0,0 0,1 0,0-2,1 1,-1-1,1-1,1 0,-1 0,1-1,0-1,10 3,0 0,0-2,0-1,1-1,-1 0,1-2,-1-1,1 0,0-2,-1 0,1-2,-1-1,0 0,0-2,-1 0,0-2,0 0,-1-1,0-1,-1-1,0-1,-1 0,0-2,-1 0,0-1,26-36,-8 3</inkml:trace>
  <inkml:trace contextRef="#ctx0" brushRef="#br0" timeOffset="21020.414">6712 1415,'10'77,"-10"-8,-3 0,-3 0,-3-1,-18 67,25-125,-7 69,10-77,-1 1,0 0,1-1,0 1,0 0,-1-1,2 1,-1-1,0 1,0-1,1 0,-1 1,1-1,0 0,0 0,0 0,0 0,0-1,0 1,0 0,0-1,1 0,-1 1,1-1,-1 0,1 0,0 0,22 4,0-1,0 0,1-2,-1-1,1-1,0-2,-1 0,6-2,-22 3,213-28,-164 20</inkml:trace>
  <inkml:trace contextRef="#ctx0" brushRef="#br0" timeOffset="21369.728">7914 1589,'-25'-9,"-1"1,-1 2,1 1,-1 1,0 1,0 1,0 1,0 2,0 1,0 1,0 1,0 1,-6 4,21-6,0 2,1 0,-1 0,1 1,0 0,1 1,0 1,0-1,0 1,1 1,0 0,1 0,0 1,0 0,1 0,0 1,1 0,0 0,1 1,0-1,1 1,0 0,1 1,0-1,1 0,1 1,0-1,0 1,1-1,1 1,0 0,1-1,1 4,2-2,0-1,0 1,1-1,1 0,1-1,-1 0,2 0,0 0,0-1,1-1,0 1,1-2,0 1,1-2,0 1,6 2,12 6,0-2,1-1,1-1,0-1,0-2,20 2,6 0,0-4,1-2,23-1,32-5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4:40.0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429 590,'-23'34,"1"32,3 1,2 1,1 18,9-23,2 1,4 59,2-60,-3 0,-2 0,-4 2,-80 319,54-136,11-146,5-25,3 0,-4 77,-9 333,28-470,0 97,13 95,34 207,1-62,-49 40,-53 66,53-357,1-14,-4 0,-3-1,-8 23,-61 306,55-143,13 179,7-345,7 182,49-23,70 212,-43-48,-5 160,-70-530,62 503,-55-461,6 0,3-2,36 96,101 284,-114-354,6-1,49 84,-76-164,1-1,3-1,1-2,2-1,2-1,2-2,1-2,3 0,-1-3,1-1,1-2,1-2,2-2,1-2,1-1,1-3,17 4,263 65,-266-72,1-3,0-3,1-2,24-2,39-11,-1-5,-1-6,0-5,-1-5,3-7,-112 28,87-18,0-5,-2-5,-2-3,-1-5,-2-4,62-41,-112 60,0-2,-2-2,-1-2,-1-1,-2-2,-1-2,-2-1,-2-2,13-20,-9-6,-2-2,-4-1,-2-1,-3-2,-4 0,-3-2,-3 0,-3-1,-3 0,-3-2,10-545,25 100,-25-51,49-18,-14 19,-44 500,8-73,-6 1,-6-2,-7-13,-10-46,9-79,14 89,-1 65,-7 0,-9-81,-13-3,9-2,10-26,15-167,-7 301,5 0,15-53,16-145,-5-234,-37 529,4-24,-1-1,-2 0,-1-1,-2 1,-1 0,-2 0,-1 0,-2 1,-6-15,-14-41,4 0,4-2,-3-52,-6-29,10 46,0-103,13 153,3 44,-2 0,-2 1,-1 0,-1 0,-7-15,5 13,0 0,3-1,1 0,1 0,0-34,5 51,-2 0,0 1,-1-1,-1 1,-1-1,0 1,-1 0,-1 1,0 0,-10-16,16 31,-8-11,2-1,-1 0,2 0,-1 0,2-1,0 1,1-1,-3-14,4-54,4 71,0 0,-1 0,0 0,-1 0,0 0,0 0,-2 0,1 1,-1-1,-1 1,0 0,0 0,-1 0,0 0,-1 0,-61-86,64 90,0 1,-1-1,1 1,-1-1,-1 1,1 0,-1 1,1-1,-1 1,-1 0,1 0,-1 1,1-1,-1 1,0 0,0 1,0 0,-6-2,-257-87,230 80,0 2,0 2,-1 1,-15 1,-6 0,0-3,0-2,1-3,1-3,-47-16,50 13,-1 2,-1 3,0 2,-21 1,-72 6,99 5,1-2,-1-2,1-2,-37-10,47 5,-1 2,0 2,0 1,-20 2,-6 2,-1-3,-46-10,48 3,-1 2,0 4,-14 2,-303 6,349 0,2 2,-1 1,0 2,1 2,1 1,-26 11,-58 17,-3-19,-32 12,141-26,1 1,0 1,0 0,0 1,1 0,0 0,1 1,0 0,0 0,1 1,-4 6,-3 6,2 0,0 0,1 1,2 1,0 0,-1 8,-11 28,-75 168,36-104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4:53.7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0,'3'0,"5"0,5 0,1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4:54.1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6,'4'0,"4"0,3-2,0-1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5:21.6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295 233,'-18'19,"0"1,1 1,1 1,1 0,1 1,1 0,1 1,1 0,1 1,-4 19,-2 43,5 0,1 29,0 4,0-19,-23 237,13 108,-6 437,37-262,-9-328,9 193,33 286,-31-268,-13 413,53 19,-45-839,4 0,4-1,4 0,5-2,3-1,9 10,-15-46,3-1,3-1,2-2,2-1,2-1,2-2,17 15,224 204,-263-255,0-1,0 0,2 0,-1-2,1 0,1-1,0-1,0 0,1-1,0-1,0-1,0 0,1-1,2-1,36 0,0-3,0-3,4-2,121-4,-157 12,-1-2,1-1,0-1,0-1,0-1,-1-2,0 0,1-1,-2-2,17-7,5-12,-2-2,-1-1,-1-3,-2-1,25-29,-28 28,23-19,-3-3,-2-2,-3-2,10-21,245-433,-222 363,-5-3,-8-3,-1-18,13-58,51-234,62-298,-171 647,-5 0,-6-1,0-103,7-455,-19 635,15-210,-16-218,-53-46,37 398,-59-302,20 137,37 173,0-2,-5 2,-5-1,12 69,-3 1,-1 1,-2 1,-2 1,-18-25,-58-103,90 148,-13-30,-3 2,-1 0,-3 2,-20-24,-163-201,193 242,-1 2,-1 0,-2 2,0 0,-1 1,-2 2,0 0,-1 2,-12-5,-81-33,-53-32,67 8,69 51,-1 1,-1 2,-29-14,31 25,-1 2,0 2,0 1,-1 2,-1 1,1 3,-1 1,0 1,0 3,0 1,-7 3,-9 3,0 2,1 3,0 2,-32 14,4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5:23.6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1 304,'28'7,"0"1,-1 1,0 2,0 0,-1 2,12 9,343 221,-288-191,3-4,1-5,2-3,1-5,2-5,82 13,813 159,-151 2,-450-136,113-6,689 68,-468-80,7-31,-705-19,168 3,-1-9,133-23,-146-3,-46 7,108-4,-74 24,113-11,-173-5,0-5,-1-4,-2-6,-1-5,-3-4,81-47,-107 47,-2-3,-2-4,-3-3,-1-3,-4-3,-2-4,-3-2,18-28,-22 21,25-33,4 3,5 5,34-23,-118 114,1-3,1 0,0 1,1 1,0 0,0 1,1 1,0 0,1 0,10-2,-24 8,-1 1,1 0,0-1,0 1,0-1,-1 1,1 0,0 0,0 0,0-1,0 1,0 0,0 0,-1 0,1 0,0 0,0 1,0-1,0 0,0 0,0 0,-1 1,1-1,0 1,0-1,-1 0,1 1,0-1,0 1,-1 0,1-1,0 1,-1 0,1-1,-1 1,1 0,-1-1,1 1,-1 0,0 0,1 0,-1-1,0 1,0 0,1 0,-1 0,0 0,0 0,0 0,0-1,0 1,0 0,-15 46,13-42,-35-5,-73 3,1 4,-55 14,12 3,132-17,32-6,0-1,0 0,-1-1,1 0,0-1,-1 0,1-1,6-3,-9 4,232-78,-165 51,1 4,2 2,50-5,-125 26,0 1,0 0,0 0,0 0,0 1,0-1,0 1,0 0,1 0,-1 0,0 1,0-1,0 1,0 0,0 0,0 1,-1-1,1 1,0 0,-1 0,1 0,-1 0,1 1,-1-1,0 1,0 0,0 0,-1 0,1 0,-1 1,1-1,0 3,-1 4,0 0,-1 0,-1 0,0 0,0 0,-1 0,0 0,-1 0,0 0,0 0,-1 0,-143 477,127-397,7-14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5:26.1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1091,'26'-5,"0"1,1 1,-1 1,0 2,1 0,-1 2,0 1,0 1,0 1,17 6,129 15,2-8,1-7,0-8,28-9,-86 4,484 18,-176-1,62-12,323 10,48 14,88 20,-657-32,222-19,-75 6,178-4,-527-1,187 6,-132 1,0-7,5-6,62-14,-2-10,16-13,351-96,-531 131,1-2,-2-1,0-3,0-1,-2-2,8-6,11-13,-2-2,-2-3,-2-2,-2-2,-2-2,6-12,-18 11,-3-2,-2-1,-3-1,-2-2,11-34,40-82,-80 179,-1 1,0-1,-1 1,0 0,0-1,0 0,-1 0,1 0,-1 0,-1-1,-2 2,-13 4,0-2,0-1,-1 0,0-2,0 0,0-2,-1 0,0-1,-11-1,19-1,-196 10,253-26,155-47,37-26,-187 70,7 4,-53 15,0 0,0 0,0 0,0 0,0 1,0-1,0 0,0 0,0 0,-1 1,1-1,0 1,-1-1,0 0,1 1,-1-1,0 1,1-1,-1 1,0-1,0 0,0 1,0-1,-1 1,1-1,0 1,-1-1,1 1,-1-1,1 0,-1 1,1-1,-2 1,1 4,-15 91,4 2,5-1,4 94,-2-128,5-63,-1 0,0 0,1 0,-1 0,0-1,1 1,-1 0,0 0,0-1,0 1,0 0,0-1,0 1,0-1,0 1,0-1,0 0,0 1,0-1,0 0,0 0,0 0,0 0,0 0,0 0,0 0,0 0,0 0,0 0,0-1,-1 1,1 0,0-1,0 1,1-1,-1 1,0-1,0 1,0-1,-166-83,94 47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5:45.1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1057 244,'-213'-111,"98"64,93 37,-1 0,0 2,0 1,-1 0,-2 2,-96-22,115 25,-1 0,1 0,-1 0,0 1,0 0,0 0,1 1,-1 0,0 0,0 1,0 0,1 1,-1-1,0 1,1 1,-1 0,1 0,0 0,0 1,0 0,1 0,-1 1,1-1,0 2,0-1,1 1,-2 1,-20 26,16-22,1 2,0-1,1 2,0-1,1 1,1 0,0 1,-4 13,-20 59,23-66,0-1,1 2,1-1,1 1,1 0,1 0,0 0,2 1,2 377,-14-155,13-241,0 97,-3 1,-11 45,-7 102,5 38,9 148,2 145,30-230,-10-90,-16 176,29-38,-29 634,15-770,27 193,-43-130,-25-2,28 193,0-451,4-1,3 1,2-1,3-1,3 1,28 120,-19-73,5-1,6 3,-17-61,56 181,-36-54,39 96,-74-261,1 0,0 0,1 0,0 0,2-1,-1 0,1-1,1 1,7 6,6 9,-19-22,0 0,1-1,-1 1,1-1,1 0,-1-1,1 1,0-1,0 0,0 0,0 0,1-1,0 0,-1 0,1 0,0-1,1 1,-1-2,0 1,2 0,126 3,-123-3,1-1,0 0,0 0,-1-1,1-1,0 0,-1-1,1 0,-1-1,1 0,-1-1,0 0,0-1,-1 0,1 0,-1-1,0-1,-1 0,1 0,-1-1,-1 0,0 0,0-1,5-8,9-12,-2-2,-2 0,-1-1,-1-1,-2 0,-1-2,-1 1,1-13,45-168,-53 182,0 1,-2-1,-2 0,-1 1,-2-11,1-14,1-38,0-44,-16-115,1 120,7-1,5-9,4-382,40 117,-42 359,2 0,2 0,2 1,3-1,12-42,-12 59,-2-2,-1 1,-1-1,-2-5,8-68,8-2,-5 45,-4-1,1-50,-1-161,1 191,-4-2,-4 1,-8-72,-3-5,8-66,1-2,-6 149,-3 1,-9-25,-13-129,29-271,10 218,-17 113,9-76,1 100,-14-263,55 14,-44-215,-22 436,7-44,-13 75,27 138,3 2,-1-1,-1 1,0 0,0 0,-1 0,0 0,0 1,-1-1,0 1,-1 0,0 0,0 0,-1 0,0 1,0 0,-1 1,1-1,-1 1,-1 0,1 1,-2-1,-14-5,12 4,0 1,-1 0,0 1,0 0,-1 1,1 0,-1 1,0 1,0 0,-2 0,-4 9,13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5:51.9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1184 417,'-1'-8,"-1"-1,-1 1,0 0,0 0,0 1,-1-1,0 1,-1 0,1 0,-1 0,-1 0,1 1,-1 0,0 0,-1 0,1 1,-1 0,0 1,-1-1,1 1,-1 1,-4-3,-240-88,236 89,0 1,0 0,-1 1,1 1,-1 0,1 1,-1 1,0 1,1 0,-1 1,1 1,-1 0,1 1,0 1,1 1,-1 0,1 1,-2 2,-8 6,0 2,1 0,1 2,1 0,0 2,2 0,1 1,0 1,2 1,0 1,2 0,1 1,0 1,3 0,-6 18,-38 133,8 3,-14 129,43-159,7 2,7-1,9 68,-4-201,14 508,24 259,-34-134,14 10,-1-266,-18 21,-2-161,2 1636,14-1583,-4-159,-9 115,-13 60,5-153,2-111,3-1,2 1,3 0,10 52,43 262,-44-304,4 0,2-1,3-2,3 0,28 53,-48-113,-1 0,1-1,0 0,1 0,-1 0,1-1,1 0,-1 1,1-2,0 1,0-1,1 0,0 0,0-1,0 0,0 0,1 0,-1-1,1 0,0-1,0 0,0 0,1 0,0-1,0 0,-1-1,1 1,0-2,0 1,0-1,-1 0,1-1,0 0,-1-1,1 0,-1 0,0 0,0-1,-1 0,1-1,-1 0,1 0,5-6,23-27,-1-1,-1-1,-3-2,-1-2,-2 0,-3-2,1-6,-25 52,51-103,-5-2,-4-2,-5-2,5-37,92-456,-93 392,6-14,6-18,-10-3,2-143,-40 290,6-120,33-160,38 19,-46 217,-6-2,7-93,-25-93,4-36,103-365,-72 75,3 332,-24 177,-6-1,-3-71,-20 0,-10-5,11 211,-7-85,-4 1,-8-12,1-8,-5-113,22 170,-3 1,-3-1,-2 1,-3 1,-2 0,-2 1,-13-24,-11 1,-2 1,-52-69,47 78,-126-167,140 194,2-2,2-1,2-2,1-4,16 32,-1-1,-1 2,-1 0,0 0,-1 1,-1 1,-1 1,-1 0,0 1,0 1,-14-7,22 16,0 0,0 1,0 0,-1 1,1 0,-1 0,0 1,0 1,1 0,-1 0,0 1,0 1,0 0,0 0,0 1,0 0,1 1,-1 0,-6 4,-116 40,49-21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00.1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64 160,'-18'71,"3"1,2 1,4 0,1 56,8-113,0 0,0-1,1 1,1-1,1 1,4 13,-6-25,1 0,-1 0,1 0,0 0,0-1,0 1,1 0,-1-1,1 0,0 0,0 1,0-2,0 1,0 0,1-1,-1 1,1-1,0 0,0 0,0-1,0 1,0-1,0 1,0-1,0-1,0 1,3 0,11-2,0 0,0-1,-1-1,1-1,-1 0,0-2,0 0,-1 0,1-1,-1-2,133-64,120-81,-205 115,513-315,-416 250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13.9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1458 291,'-1'-9,"0"-1,-1 1,0 0,-1 0,0 0,-1 0,1 1,-2-1,1 1,-1 0,-1 0,1 0,-5-3,-1-4,0 2,-1 0,0 0,-1 1,0 1,-1 0,-1 1,1 1,-1 0,-1 0,0 2,0 0,-1 1,1 1,-18-4,10 8,1 2,0 0,0 1,0 2,1 0,-1 1,1 2,0 0,-6 4,-2-1,2 1,-1 2,2 0,-1 2,2 2,-5 4,13-8,1 1,0 1,1 1,0 0,-3 7,-4 10,2 1,1 1,2 1,2 0,1 1,2 1,1 0,2 1,2 0,0 11,-104 631,24-18,54-277,11-167,7-84,3 106,-13 214,26-444,0 111,-15 112,-32 246,8-65,25 148,-18-209,33 111,40 145,-49-393,3 90,13-130,-1-17,13 62,33 298,-6-209,-27-144,19 92,-39-257,19 74,3 0,21 46,-34-100,1-1,0 0,2-1,1 0,0-1,1 0,1-1,1-1,0 0,2-1,3 2,-10-11,-1-1,1-1,0 0,1 0,-1-1,1-1,0 0,0 0,0-1,0-1,0 0,0 0,0-2,0 1,1-1,-1-1,0 0,0-1,-1 0,1-1,-1-1,1 1,-1-2,-1 1,1-2,-1 1,0-1,2-3,19-18,-1-1,-1-1,-1-2,-2-1,-2-1,-1-1,-1-1,-2-1,-2-1,-1 0,-2-1,-2-1,-2-1,-1 1,-2-2,-1-7,106-643,-63 442,55-342,-65 290,47-485,-79 329,4-68,5 321,-1 38,-8 0,-6-1,-9-4,-8 7,-6-50,8-95,33-265,-27 487,-3 1,-17-61,-12-104,35 147,5 0,5 0,11-53,8-138,-24-554,4 784,2 1,3 0,4 1,5-13,-18 74,4-13,0 0,-1-1,-1 1,0-1,-1 0,-1 0,-1 1,0-1,-1 0,-1 0,-1 0,-3-10,-11-27,3-2,2 1,2-2,3 1,2-5,0 25,2 25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17.99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3304 1848,'14'-26,"-1"0,-1-1,-1 0,-1-1,-2 0,0-1,-2 0,-2 0,0 0,-2 0,-1-1,-2 1,0-1,-2 1,-2 0,0 0,-2 0,-26-73,-4 1,-4 2,-5 2,-4 1,29 50,-2 2,-2 0,-1 1,-3 2,-2 0,-1 3,-2 0,-1 2,-2 2,-1 2,-2 1,-36-21,-302-133,361 175,-9-8,-2 2,0 0,0 2,-1 2,-1 0,0 2,-1 1,-16-2,-2 7,-1 1,0 3,0 1,1 3,-1 2,1 3,1 1,-23 9,41-6,2 0,0 2,0 1,2 2,0 0,1 2,1 0,1 2,0 1,2 1,-12 17,16-22,-38 46,3 1,3 3,3 2,3 2,4 2,-21 56,-55 134,34-92,8 4,8 2,8 3,-17 112,39-26,0 265,20-224,7-3,13-259,2 1,2-1,8 22,16 89,-24-50,-5 1,-6 59,2 104,8-130,-7 0,-8 32,-40 267,33-313,-24 135,20-171,4 1,1 51,-20 174,24 112,-33 162,34-517,3 1,4 0,2 1,8 33,1-32,2-5,-4 0,-3 0,-4 1,-3 3,-45 406,33-204,-24 97,25-238,9-77,-2 0,-14 53,1-41,-2 8,3 0,3 1,-3 76,16 128,19 101,-1-238,7-1,11 21,-2-14,76 370,-83-367,32 110,-41-211,3 0,2-1,2-1,3 0,2-3,9 11,-8-19,1-1,2-2,2-1,29 25,-50-52,1 0,1-2,0 0,1-1,0 0,0-1,1-1,0-1,0 0,1-1,0-1,0 0,1-2,17 2,2-7,-1-1,1-2,-1-2,0-1,-1-2,0-1,-1-2,0-2,31-17,-17 8,-1-2,-1-2,-1-2,-2-2,-1-1,-2-3,-1-2,27-33,23-44,-6-4,62-116,-61 86,-7-3,-6-3,-7-4,28-111,75-412,-35 121,-29 198,-7 28,23-187,44-548,16 320,-138 592,-5 9,-5-1,-8-1,5-146,-31-129,-3 187,12-16,13 70,7 2,9 1,32-88,-44 182,-3 0,-5-1,-3-1,-4 0,-3-58,-45-431,35 84,-18 303,-2-61,34 68,-3 107,-4 0,-6-43,-32-302,35 413,0 1,-1 0,0 0,-1 0,0 0,-1 0,1 0,-1 1,-1-1,0 1,0 0,-1 0,0 0,0 1,-1-1,0 1,0 1,-1-1,-8-7,8 8,0 0,0 0,1 0,0-1,0 0,1 0,0-1,0 0,0 0,1 0,0 0,1 0,-1-2,-20-119,7 83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28.90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0 361,'0'3,"3"0,6 0,10-1,8 2,8 0,8 0,5 0,4 1,0 1,-4 2,-5-1,-3 2,-6-2,-5-1,-5-2,-5-2,-6-1</inkml:trace>
  <inkml:trace contextRef="#ctx0" brushRef="#br0" timeOffset="260.824">40 722,'-2'0,"3"0,9 0,12 2,11 2,6-1,7-1,4 0,2-1,2-1,1 1,-3-4,-9 0</inkml:trace>
  <inkml:trace contextRef="#ctx0" brushRef="#br0" timeOffset="920.149">267 0,'0'1,"-1"-1,1 1,-1-1,1 1,-1-1,1 1,0-1,-1 1,1 0,0-1,-1 1,1-1,0 1,0 0,-1-1,1 1,0 0,0-1,0 1,0 0,0-1,0 1,0 0,0-1,0 1,0 0,1-1,-1 1,0 0,0-1,1 1,-1 0,0-1,1 1,-1-1,1 1,-1-1,0 1,1-1,-1 1,1-1,0 1,-1-1,1 0,-1 1,1-1,-1 0,1 1,26 25,0 0,2-2,0 0,2-3,8 5,12 8,-15-11,-1 2,0 2,-2 1,-2 2,0 0,-2 3,-1 0,11 20,-35-46,0-1,0 1,-1 0,0 0,0 0,-1 0,0 1,0-1,-1 1,0-1,0 1,-1-1,0 1,0 0,-1-1,0 1,0-1,-1 1,0-1,0 0,0 1,-1-1,0 0,-1-1,0 2,-95 125,38-63,-2-2,-4-3,-2-3,-55 37,81-65,-12 10,12-11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30.91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0 230,'7'0,"9"0,8 0,8 0,9-2,7-1,6 0,4-1,1-1,-4 1,-5 1,-8 1,-8 1,-9 1</inkml:trace>
  <inkml:trace contextRef="#ctx0" brushRef="#br0" timeOffset="273.275">361 3,'-7'-3,"-2"10,0 11,2 17,0 16,1 15,1 15,2 9,-3 8,0-13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36.9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51 33,'17'-7,"1"1,0 1,0 1,0 0,1 1,-1 1,1 1,0 1,-1 0,1 1,0 1,-1 1,1 1,8 3,-24-7,0 1,0 0,1-1,-1 1,0 0,0 1,0-1,0 0,0 1,0 0,-1 0,1 0,0 0,-1 0,1 0,-1 1,0-1,0 1,0-1,0 1,-1 0,1 0,-1 0,1 0,-1 0,0 0,0 0,0 0,-1 1,1 0,-3 1,0 1,0-1,0 0,-1 1,0-1,0-1,0 1,-1 0,1-1,-1 0,0 0,-1 0,1 0,-2 0,-289 213,289-212,1-1,-1 1,1 0,0 1,0-1,1 1,-1 0,1 0,1 1,-1-1,-1 5,5-9,0 0,0 1,0-1,0 0,0 0,0 0,1 0,-1 0,1 0,-1 0,1 0,0 0,0 0,0 0,0 0,0 0,0-1,1 1,-1 0,0-1,1 1,-1-1,1 1,0-1,0 0,-1 0,1 0,0 0,0 0,0 0,0 0,0-1,1 1,18 6,0 0,1-1,-1-1,1-2,0 0,11 0,232 2,-130-12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35.0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376 275,'0'13,"-3"19,-2 17,-3 16,-3 14,-1 5,-1 4,1-3,4-8,-1-13,3-16,-1-15,2-18,0-11</inkml:trace>
  <inkml:trace contextRef="#ctx0" brushRef="#br0" timeOffset="245.336">54 181,'-11'-16,"-6"-7,-1-3,11 4,17 5,25 6,30 2,30 3,29 3,19 3,5 7,-23 2</inkml:trace>
  <inkml:trace contextRef="#ctx0" brushRef="#br0" timeOffset="1543.831">884 836,'-15'-107,"13"103,1 0,-1 0,0 0,-1 0,1 0,-1 1,0-1,1 1,-2 0,1-1,0 1,-1 1,1-1,-1 0,0 1,0 0,0 0,0 0,0 0,0 1,0-1,-4 1,2 0,-1 0,1 0,0 1,-1 0,1 1,0-1,-1 1,1 1,0-1,0 1,0 0,0 0,0 1,0-1,1 2,-1-1,1 0,0 1,0 0,0 0,0 1,1-1,0 1,0 0,0 0,0 0,1 1,0-1,0 1,1 0,-1 0,1 0,0 0,1 0,0 0,0 1,0-1,1 0,-1 1,1-1,1 0,0 1,-1-1,2 0,-1 0,1 0,2 6,1-7,0 0,0 0,0-1,1 0,0 1,0-2,0 1,0-1,0 0,1 0,-1-1,1 0,0 0,0 0,0-1,0 0,0-1,0 1,0-1,0-1,0 1,0-1,0 0,0-1,-1 0,1 0,0 0,-1-1,5-2,4-3,-1 0,0 0,0-1,-1-1,0-1,-1 1,0-2,-1 0,0 0,-1-1,-1 0,0-1,0 0,-1-1,-1 1,-1-1,0-1,-1 1,0-1,1-11,-4-21,-3 48,0 0,0-1,0 1,0 1,0-1,0 0,0 0,0 0,0 0,1 1,-1-1,0 0,0 1,0-1,0 1,0-1,0 1,1-1,-1 1,0 0,0-1,1 1,-1 0,1 0,-1 0,0-1,1 1,0 0,-1 0,1 0,-1 1,1-2,-10 13,2 1,0 1,0-1,1 1,1 1,0-1,1 1,1 0,1 0,0 0,1 0,1 1,0 0,1-13,0 1,0-1,0 1,1-1,0 0,0 1,0-1,0 0,1 0,0 1,0-1,0 0,0-1,0 1,1 0,0-1,0 1,0-1,0 0,0 0,1 0,-1 0,1-1,0 1,0-1,0 0,0 0,0-1,0 1,0-1,1 0,-1 0,4 1,4-3,0 0,0-1,0 0,0-1,0 0,-1 0,1-2,-1 1,0-1,0-1,-1 0,1-1,-1 0,-1 0,1-1,-1 0,-1-1,0 0,0 0,0-1,-1 0,1-4,23-34,-2-2,-3-1,-2-1,-2-1,-3-1,-1 0,8-55,-21 88,0 5,-1-2,-1 1,0 0,-1-1,-1 1,-1-1,-1-3,1 20,1 1,-1-1,0 1,0-1,0 1,0-1,0 0,0 1,0-1,0 1,0-1,0 1,0-1,0 0,0 1,0-1,-1 1,1-1,0 1,0-1,-1 1,1-1,0 1,-1-1,1 1,0 0,-1-1,1 1,-1-1,1 1,-1 0,1-1,-1 1,1 0,-1 0,1-1,-1 1,1 0,-1 0,1 0,-1 0,1 0,-1 0,1 0,-1 0,0 0,1 0,-1 0,1 0,-20 23,2 16,2 1,2 0,2 1,1 1,3-1,-4 44,0 6,4 0,4 0,4 29,22-169,-18 39,1 0,0 0,1 1,0 0,0 0,1 1,0 0,0 0,1 0,0 1,0 0,1 1,0 0,0 0,0 1,10-4,-17 8,1 0,-1 1,0-1,1 0,-1 1,1 0,-1 0,1 0,-1 0,1 0,-1 0,1 0,-1 1,0-1,1 1,-1 0,0 0,1 0,-1 0,0 0,0 0,0 0,0 1,0-1,0 1,0 0,0 0,-1-1,1 1,0 0,-1 0,0 1,0-1,1 0,-1 0,-1 0,2 3,1 4,0 0,-1-1,0 1,-1 1,0-1,0 0,-1 0,0 0,-2 9,1-8,0 0,-1 0,-1-1,0 1,0-1,-1 1,0-1,0 0,-1 0,0-1,-1 0,0 0,0 0,-1 0,1-1,-2 0,1-1,-6 5,11-10,0 0,0 0,0 0,0 0,-1 0,1 0,0-1,0 1,0-1,-1 1,1-1,0 0,0 0,-1 0,1 0,0 0,-1 0,1-1,0 1,0-1,-1 0,1 0,0 0,0 0,0 0,0 0,0 0,0 0,1-1,-1 1,0-1,1 0,-1 1,1-1,-1 0,1 0,0 0,0 0,-1-1,0 1,-1 0,1-1,0 0,0 1,0-1,0 0,1 0,-1 0,1 0,-1 0,1-1,0 1,1 0,-1 0,0-1,1 1,0-1,0 1,0 0,0-1,0 1,1-1,-1 1,1 0,0 0,0-1,0 1,1 0,-1 0,1 0,0 0,-1 0,1 0,1 1,-1-1,0 1,1-1,-1 1,1 0,-1 0,2-1,19-3,0 1,0 0,0 2,1 0,11 2,39-6,-50 5,-1-2,0-1,0 0,-1-2,16-7,-33 12,0 0,0 0,0-1,0 1,-1-1,0-1,1 1,-1-1,0 1,-1-1,1 0,-1 0,1-1,-1 1,0-1,-1 0,1 1,-1-1,0 0,0 0,-1-1,0 1,1 0,-2 0,1-1,-1 1,1-3,-1 5,0 1,0-1,0 1,0-1,-1 1,1-1,0 1,-1-1,0 1,0 0,0-1,0 1,0 0,0 0,0 0,-1-1,1 1,-1 0,1 1,-1-1,0 0,0 0,0 1,0-1,0 1,0 0,0 0,0 0,-1 0,1 0,0 0,-1 0,1 1,-1-1,1 1,-1-1,1 1,-1 0,1 0,-1 1,1-1,-1 0,1 1,0-1,-1 1,-1 1,-3 2,-1 1,1 0,0 1,0 0,1 0,0 0,0 1,0 0,1 0,0 0,1 1,-1-1,1 1,1 0,-1 1,2-1,-1 1,1-1,0 1,1 0,0-1,0 1,1 0,0 0,1 0,0 2,0-3,1 0,0 0,0 0,1-1,0 1,0-1,0 0,1 0,1 0,-1 0,1-1,0 0,0 0,1 0,0 0,0-1,0 0,0 0,1-1,0 0,0 0,0-1,1 1,-1-2,7 3,1-1,0 0,0-2,0 1,1-2,-1 0,0-1,1 0,-1-1,0-1,0-1,0 0,0-1,4-2,0-1,-1-2,-1 0,0-1,0 0,-1-1,0-2,-1 1,0-2,-1 0,0 0,-2-1,1-1,4-9,11-20,-2 0,-2-2,-2-1,7-26,-5 12,-3 0,-3-2,-2 0,-4-1,4-55,-16 118,0-2,1-1,0 1,-1 0,0 0,0 0,-1 0,1 0,-1 0,0 0,0 0,0 0,0 0,-1 0,1 0,-1 0,-1-1,1 4,0 1,0 0,1-1,-1 1,0 0,0 0,0-1,0 2,0-1,0 0,0 0,1 1,-1-1,0 1,0-1,0 1,1 0,-1-1,0 1,1 0,-1 0,1 0,-1 1,1-1,-1 0,1 1,0-1,0 0,-1 1,1 1,-20 20,1 2,1 0,2 2,0 0,2 0,1 1,1 1,2 1,-2 9,4-14,0 2,2-1,2 1,0 0,1 0,2 0,1 0,1 1,1-1,2 0,0 0,2 0,1 0,1-1,2 1,0-2,6 11,-1-10,2-1,0-1,1 0,1-1,2-1,0-1,1-1,1 0,15 8,37 23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34.27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41 312,'91'-211,"-51"130,-40 80,10-18,-10 19,0 1,0-1,0 0,0 0,0 0,0 0,0 1,0-1,0 0,1 0,-1 0,0 0,0 1,0-1,0 0,0 0,0 0,0 0,1 0,-1 0,0 1,0-1,0 0,0 0,0 0,1 0,-1 0,0 0,0 0,0 0,1 0,-1 0,0 0,0 0,0 0,0 0,1 0,-1 0,0 0,0 0,0 0,1 0,-1 0,0 0,0 0,0 0,0 0,1 0,-1 0,0-1,0 1,0 0,0 0,0 0,-10 160,-3 155,7-267</inkml:trace>
  <inkml:trace contextRef="#ctx0" brushRef="#br0" timeOffset="277.26">14 632,'-7'-2,"0"-1,11-2,13 0,20-2,19-2,19 1,19-1,19 2,17 1,-14 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6:32.35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460 229,'-7'18,"-2"13,0 12,0 8,1 5,2 4,0-2,-1-3,-3-5,0-5,-2-10,-3-9,1-10</inkml:trace>
  <inkml:trace contextRef="#ctx0" brushRef="#br0" timeOffset="256.915">46 281,'-14'-16,"-6"-7,8 0,19 2,23 2,28 4,26 2,24 4,19 4,8 1,-19 3</inkml:trace>
  <inkml:trace contextRef="#ctx0" brushRef="#br0" timeOffset="1593.82">1102 643,'-88'-68,"85"66,-1 1,0-1,0 0,0 1,0 0,0 0,0 0,0 0,0 1,0 0,-1-1,1 2,0-1,0 0,0 1,0 0,0 0,0 0,0 0,0 1,0-1,0 1,1 0,-4 2,-1 3,1 0,-1 0,2 1,-1 0,1 0,0 1,1 0,0-1,0 2,1-1,0 1,1-1,0 1,0 0,1 0,0 0,1 9,0-17,1 1,0-1,0 1,0-1,0 1,1-1,-1 1,1-1,-1 1,1-1,0 0,0 1,0-1,0 0,1 0,-1 1,0-1,1 0,0-1,-1 1,1 0,0 0,0-1,0 1,0-1,0 1,0-1,1 0,-1 0,0 0,1 0,-1 0,1-1,-1 1,1-1,1 1,3-1,1 1,0-1,0-1,0 1,-1-1,1-1,0 0,-1 0,1 0,-1-1,4-1,5-5,0 0,-1 0,0-1,-1-1,0-1,0 0,-2 0,1-2,-2 1,0-2,0 1,-1-2,-1 1,-1-1,0 0,5-18,-22 64,1 0,1 0,2 0,1 1,1 0,1 16,2-44,-1 0,1 1,0-1,0 0,0 0,0 0,0 1,1-1,0 0,-1 0,1 0,0 0,1 0,-1 0,0 0,1 0,0-1,-1 1,1 0,0-1,1 1,-1-1,0 0,1 0,-1 0,1 0,-1 0,1-1,0 1,0-1,0 1,0-1,0 0,0 0,0-1,0 1,1-1,-1 1,9-5,-1 0,0-1,0 0,0-1,0 0,-1-1,0 0,0-1,-1 0,0 0,0-1,-1 0,0 0,-1-1,6-9,19-34,-3-2,-2-1,-2-1,-3-1,-2-1,-3-1,3-29,-15 72,17-66,-17 76,-5 21,-11 85,-4-1,-12 36,6-35,-14 88,53-212,-13 15,0 1,1-1,0 1,1 0,0 0,0 1,1 0,0 0,1 1,-1 0,1 0,1 1,-1 1,1-1,0 1,1 1,5-2,-14 5,1 1,-1-1,0 1,0 0,0-1,1 1,-1 0,0 1,0-1,0 0,1 1,-1-1,0 1,0-1,0 1,0 0,0 0,0 0,0 0,0 0,-1 1,1-1,0 1,0-1,-1 1,1-1,-1 1,0 0,0 0,1 0,-1 0,0 0,0 0,-1 0,1 0,0 0,0 1,0 4,0 1,0-1,0 1,-1-1,0 1,0-1,-1 0,0 1,0-1,-2 6,0-1,-1-1,0 1,-1-1,0 0,-1 0,0-1,0 0,-1 0,-1 0,1-1,-2 0,1-1,-1 0,-1 1,8-8,0 0,0 0,1 0,-1 0,0-1,0 1,0 0,0-1,0 0,0 1,0-1,0 0,0 0,0 0,0 0,0 0,1-1,-1 1,0-1,0 1,0-1,0 1,0-1,0 0,1 0,-1 0,0 0,1 0,-1-1,1 1,-1 0,1-1,0 1,-1-1,1 1,0-1,0 0,0 0,0 1,1-1,-2-2,0 1,1 0,-1-1,1 1,0 0,0-1,0 1,0-1,1 0,0 1,-1-1,1 1,0-1,1 0,-1 1,1-1,-1 1,1-1,0 1,0-1,1 1,-1-1,1 1,0 0,4-2,0 2,0-1,0 1,1-1,-1 2,1-1,0 1,0 0,0 0,0 1,0 0,0 0,0 1,0 0,0 0,0 1,6 0,12 0,4-1,1-1,0-2,0-1,-1-1,1-1,-1-2,-1 0,19-10,-42 16,0 0,-1 0,1 0,-1-1,0 1,0-1,0 0,0 0,0-1,0 1,-1-1,0 0,0 0,0 0,0 0,-1 0,1-1,-1 1,0-1,0 0,-1 1,1-1,-1 0,0 0,0-3,-3 5,0 1,0 0,0-1,0 1,0 0,0 0,-1 0,1 0,0 1,-1-1,0 1,1-1,-1 1,0 0,0 0,0 0,0 0,1 1,-1-1,0 1,0 0,0 0,0 0,0 0,0 0,0 1,0-1,0 1,0 0,0 0,0 0,0 0,-2 1,0 0,-1 1,1-1,0 1,0 0,0 0,0 0,0 1,0 0,1 0,0 0,0 0,0 0,0 1,1 0,0 0,0 0,0 0,1 1,-1-1,1 1,0-1,1 1,0 0,0-1,0 1,0 0,1 0,0 0,0 0,1 0,-1-1,1 1,1 0,-1 0,1-1,0 1,0-1,0 1,1-1,2 3,6 5,0-2,1 1,0-2,0 1,1-2,1 0,0 0,0-1,0-1,1 0,0-2,1 1,-1-2,1 0,0 0,11-1,-14-1,-1 0,1-1,0-1,-1 0,1-1,0 0,-1-1,1 0,-1-1,0 0,0-1,0-1,0 0,-1 0,0-1,0-1,0 0,-1 0,0-1,0 0,6-8,14-21,-2-2,-2-1,-2-1,-1-1,-2-1,-2 0,-2-2,-2 0,3-23,-1 18,-3-1,-2 0,-2-1,-2 0,-2-18,-14 15,8 54,-1 0,1-1,-1 1,0 0,1 0,-1 0,0 0,0 0,0 0,0 0,0 1,0-1,0 0,0 0,0 1,0-1,0 0,0 1,0-1,0 1,-1 0,1-1,0 1,0 0,-1 0,1 0,0 0,0 0,-1 0,1 0,0 0,-1 0,1 1,0-1,0 0,0 1,-1-1,1 1,0-1,0 1,-9 5,1 0,0 0,1 0,-1 2,1-1,1 1,-1 0,1 0,-5 8,-10 14,1 1,1 0,1 2,2 0,2 1,1 0,1 1,2 1,2 0,1 0,-2 34,9-55,0-1,2 0,-1 1,2-1,0 0,0 0,2 0,0 0,0 0,1-1,1 0,0 0,1 0,0-1,1 0,0 0,1-1,1 0,-1-1,2 0,10 9,1-3,0-1,2-1,-1-1,2-1,23 8,36 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47.1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96,'-3'11,"0"0,0 0,1 0,0 1,1-1,0 0,1 1,0-1,1 7,0 9,-2-20,0 0,0 0,1 0,0 0,1 0,-1 0,1 0,0-1,1 1,0 0,0 0,1-1,-1 0,1 1,1-1,-1 0,1 0,0-1,0 1,1-1,0 0,-1 0,2 0,-1-1,1 0,-1 0,1 0,-2-2,0 0,0 0,1-1,-1 0,0 0,1 0,-1 0,0 0,1-1,-1 0,1 0,-1 0,0-1,1 1,-1-1,0 0,1 0,-1-1,0 1,0-1,0 0,0 0,0 0,0-1,-1 1,1-1,-1 0,0 0,0 0,1-2,4-5,-2 0,1-1,-2 0,1 0,-2-1,1 1,-2-1,1 0,-2 0,1 0,-2-1,0 1,0 0,-1-1,0 1,-1-1,-1 1,0 0,-1 0,0 0,-1 0,0 0,-1 1,0-1,0 1,-2 1,1-1,-3-2,4 9,1 0,-1 0,0 0,1 0,-2 1,1 0,0 0,-1 0,1 1,-1 0,0 0,0 0,0 1,1 0,-2 0,1 0,0 1,0 0,0 0,0 1,0-1,0 1,0 0,0 1,0 0,1 0,-1 0,0 1,1-1,0 1,0 0,0 1,0 0,0-1,0 1,1 1,0-1,0 1,0 0,1-1,-1 2,1-1,0 0,1 1,-1 1,-8 64,12-38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48.0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0 357,'48'-117,"-39"99,94-176,-103 193,14-19,-14 20,0-1,0 1,0 0,0-1,0 1,0 0,0 0,1-1,-1 1,0 0,0 0,0-1,0 1,1 0,-1 0,0 0,0-1,0 1,1 0,-1 0,0 0,0 0,1 0,-1-1,0 1,0 0,1 0,-1 0,0 0,0 0,1 0,-1 0,0 0,1 0,-1 0,0 0,0 0,1 0,-1 0,0 0,1 0,-1 0,0 1,0-1,1 0,-1 0,0 0,0 0,1 0,-1 1,0-1,0 0,0 0,1 0,-1 1,0-1,0 0,0 0,0 1,0-1,0 0,1 0,-1 1,0-1,0 0,0 1,0-1,0 0,-6 101,0-62,-9 279,15-287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48.9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41,'9'-6,"0"1,0 0,0 1,1 0,-1 0,1 1,0 1,0-1,0 2,0-1,1 1,-1 1,5 0,46 3,-59-2,-1 0,1-1,-1 1,1 0,-1-1,0 1,1 0,-1 0,0 0,0 0,0 0,0 1,0-1,0 0,0 1,0-1,0 0,0 1,-1-1,1 1,0-1,-1 1,0-1,1 1,-1-1,0 1,0 0,0-1,0 1,0-1,0 1,0 0,0-1,-1 1,1-1,-1 1,1 0,-5 12,-1 1,0 0,-1-1,0-1,-1 1,-1-1,-6 8,6-9,-107 151,115-162,0 0,1 0,-1 0,0 0,0 0,1 1,-1-1,0 0,1 0,-1 1,1-1,0 0,0 1,-1-1,1 1,0-1,0 1,0-1,0 0,0 1,1-1,-1 1,0-1,1 0,-1 1,1-1,-1 0,1 0,0 1,-1-1,1 0,0 0,0 0,0 0,0 0,0 0,0 0,0 0,0 0,0 0,1-1,-1 1,0 0,0-1,1 1,-1-1,0 0,1 1,-1-1,1 0,-1 0,0 0,2 0,15 1,1 0,0-2,-1-1,1 0,-1-1,0-1,0-1,0 0,0-2,21-4,58-15,-60 17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49.9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50,'26'-10,"1"1,0 1,0 1,1 2,0 1,15 0,-41 3,0 0,1 1,-1 0,0-1,0 1,0 0,0 0,0 0,0 1,1-1,-1 0,0 1,0-1,0 1,0 0,0 0,0 0,0 0,-1 0,1 0,0 0,0 0,-1 1,1-1,-1 1,1-1,-1 1,0 0,0 0,1-1,-1 1,0 0,-1 0,1 0,0 0,-1 0,1 0,-1 0,-2 7,-1 0,0 0,-1-1,0 1,0-1,-1 0,0 0,0-1,-1 1,0-1,0-1,-1 1,-3 2,3-1,5-7,2-1,-1 0,0 1,0-1,0 0,0 1,0-1,0 1,1-1,-1 1,0-1,0 1,1-1,-1 1,0 0,1-1,-1 1,1 0,-1 0,1 0,-1-1,1 1,0 0,-1 0,1 0,0 0,-1 0,1 0,0 0,0 0,0 0,0-1,0 1,0 0,0 0,0 0,1 0,-1 0,0 0,1 0,-1 0,0 0,1-1,-1 1,1 0,-1 0,1 0,-1-1,1 1,0 0,-1-1,1 1,0-1,0 1,-1 0,1-1,0 0,0 1,0-1,0 1,0-1,10 4,90 46,-97-47,-1-1,1 1,-1-1,0 1,0 0,0 0,0 1,-1-1,1 1,-1-1,0 1,0 0,0 0,0 0,-1 0,1 0,-1 0,0 0,-1 0,1 0,-1 1,1-1,-1 0,-1 4,-2-2,1 0,-2 0,1-1,0 0,-1 0,0 0,-1 0,1 0,-1-1,1 0,-1 0,-1 0,1 0,0-1,-1 0,0 0,0 0,0-1,0 0,0 0,-4 0,-155 29,137-19,23-4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50.6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118 0,'-37'94,"24"-62,-4 5,2 1,2 1,-8 35,21-73,0 0,-1 0,1 1,0-1,0 0,0 1,0-1,0 0,0 0,0 1,0-1,0 0,1 1,-1-1,1 0,-1 0,1 0,-1 1,1-1,0 0,-1 0,1 0,0 0,0 0,0 0,0 0,0-1,0 1,0 0,0 0,0-1,0 1,0 0,0-1,0 1,1-1,-1 0,0 1,1-1,-1 0,0 0,0 0,1 0,-1 0,0 0,1 0,-1 0,1-1,14-1,1-1,-1-1,0 0,0-1,-1-1,1-1,-1 0,-1-1,1 0,10-10,-10 10,-1-1,-6 5,0 0,0-1,-1 0,0 0,0 0,0-1,0 0,-1-1,0 0,2-3,-9 10,1 0,0 0,0 0,-1 0,1 0,0 0,-1 0,1 0,0 0,0 0,-1-1,1 1,0 0,-1 0,1 0,0 0,0-1,0 1,-1 0,1 0,0 0,0-1,0 1,-1 0,1 0,0-1,0 1,0 0,0-1,0 1,0 0,0 0,-1-1,1 1,0 0,0-1,0 1,0 0,0-1,0 1,0 0,1 0,-1-1,0 1,0 0,0-1,0 1,0 0,0-1,-33 76,28-59,-48 183,35-129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52.2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221 0,'-15'7,"1"0,1 1,-1 1,1 0,0 1,1 0,1 1,-1 0,2 1,-1 0,2 0,0 1,0 1,1 0,1 0,0 0,1 1,-4 15,5-15,2 0,-1 1,2 0,0-1,1 1,1 0,0 0,1 0,1 0,0 0,1-1,1 1,0-1,1 0,1 0,0-1,8 14,-10-24,0 1,0-1,0 1,0-1,1 0,-1-1,1 1,0-1,0 0,1 0,-1 0,1-1,-1 0,1 0,0 0,-1-1,1 0,0 0,0 0,0-1,0 0,0 0,0 0,0-1,0 0,0 0,0-1,-1 0,1 0,0 0,-1 0,0-1,1 0,-1 0,0 0,0-1,-1 0,1 0,-1 0,4-4,-2-1,0 1,-1-1,0 0,0-1,-1 1,0-1,-1 0,0 0,2-9,-4 15,0 0,-1 0,1 1,-1-1,0 0,0 0,0 0,0 1,-1-1,1 0,-1 0,0 1,0-1,-1 0,1 1,-1-1,1 1,-1 0,0 0,-1-1,1 1,0 1,-1-1,0 0,1 0,-1 1,0 0,-2-1,3 1,-1 1,0 0,0-1,1 1,-1 0,0 1,0-1,0 0,0 1,0 0,0 0,0 0,0 0,-1 0,1 0,0 1,0-1,1 1,-1 0,0 0,0 0,0 1,0-1,1 1,-1-1,1 1,-1 0,1 0,0 0,-1 0,1 0,0 1,0-1,-5 7,1 0,0 0,0 1,1-1,0 1,0 0,1 1,-1 7,-7 33,4-3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52.8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50,'32'-20,"-14"14,1 0,-1 1,1 1,0 0,1 2,-1 0,0 1,1 1,14 2,-29-1,0 0,0 1,0-1,0 1,0 0,0 0,-1 0,1 1,-1 0,1 0,-1 0,0 0,0 1,0-1,-1 1,1 0,-1 0,0 0,0 1,0-1,-1 1,1 0,-1 0,-1 0,2 2,2 11,-1 1,0-1,-2 1,0 0,-1 0,-1 10,-8 93,4-88,2 1,1-1,2 0,2 16,20 23,-15-62</inkml:trace>
  <inkml:trace contextRef="#ctx0" brushRef="#br0" timeOffset="250.26">108 370,'18'-5,"20"-5,16-4,14-4,8 1,3 3,-8 5,-15 7,-18 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51.1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35,'20'-3,"17"0,10-2,4-3,1 0,-5 2,-9 4,-12 4,-11 3</inkml:trace>
  <inkml:trace contextRef="#ctx0" brushRef="#br0" timeOffset="450.014">82 61,'-11'27,"-5"14,1 1,2 1,2 0,0 11,10-53,1 0,-1 0,1 0,-1 0,1 0,0 1,-1-1,1 0,0 0,0 0,-1 0,1 0,0 0,0 1,0-1,1 0,-1 0,0 0,0 0,1 0,-1 0,0 0,1 0,-1 0,1 0,0 0,-1 0,1 0,0 0,-1 0,1 0,0 0,0-1,0 1,0 0,0-1,0 1,0 0,0-1,0 0,0 1,0-1,0 1,0-1,0 0,0 0,0 0,1 0,-1 0,0 0,122-64,-123 63,4-2,-1 0,1 1,0-1,0 0,0 1,0 0,1 0,-1 0,0 1,1-1,-1 1,1 0,0 1,-1-1,1 1,0 0,-1 0,1 0,0 0,-1 1,1 0,0 0,-1 0,1 1,-1 0,0-1,1 1,-1 1,0-1,3 3,-1 7,0 1,0 0,-2 0,1 1,-2-1,1 1,-2 0,0 0,-1 0,0 0,-1 0,-1 1,-1 11,2-22,0 0,0 0,-1 0,1 0,-1 0,0 1,0-1,0 0,0-1,-1 1,1 0,-1 0,0-1,0 1,-1-1,1 1,-1-1,0 0,1 0,-1 0,-1-1,1 1,0-1,-1 1,1-1,-1 0,0 0,1-1,-1 1,0-1,0 0,0 0,0 0,-1 0,-11 0,0-1,-1 0,1-2,0 1,0-2,-12-3,17 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3.4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1,'-7'7,"2"2,10 2,14-1,18-2,21-3,21-2,15-3,10-5,-13-1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6.4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18,'-4'-9,"7"2,17 6,20 10,23 8,20 4,17 0,14-1,-12-3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6.9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0 189,'16'7,"17"2,16-1,13-1,11-2,5-2,2-2,-4 0,-9-1,-14 0</inkml:trace>
  <inkml:trace contextRef="#ctx0" brushRef="#br0" timeOffset="265.289">281 1,'-2'18,"-1"18,0 16,1 13,2 9,2 3,3 0,0-4,2-7,-1-16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5.3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9 120,'-5'0,"2"0,2 0,7 0,2 0</inkml:trace>
  <inkml:trace contextRef="#ctx0" brushRef="#br0" timeOffset="263.472">330 0,'0'5,"5"8,8 10,8 12,11 8,6 6,5 4,3 2,-2-2,-4-3,-7-5,-8-8,-7-8,-6-10</inkml:trace>
  <inkml:trace contextRef="#ctx0" brushRef="#br0" timeOffset="436.167">691 13,'-18'0,"-13"5,-8 8,-4 11,-2 13,1 11,2 10,4 5,7 1,8 0,8-12</inkml:trace>
  <inkml:trace contextRef="#ctx0" brushRef="#br0" timeOffset="795.007">945 375,'-2'8,"-17"109,19-113,0 1,1-1,-1 1,1-1,0 1,0-1,0 1,0-1,1 0,0 0,0 1,0-1,0 0,1-1,0 1,0 0,0-1,0 0,0 1,0-1,1-1,0 1,3 2,-1-1,0-1,1 0,-1 0,1-1,-1 0,1 0,0 0,0-1,0 0,0 0,0-1,0 0,0 0,0-1,0 1,0-2,-1 1,1-1,0 0,-1 0,1-1,-1 0,1 0,-1 0,0-1,-1 0,1 0,0 0,-1-1,0 0,0 0,-1 0,0-1,1 0,-2 0,1 0,-1 0,0 0,0-1,-1 1,1-1,-1 0,-1 1,0-1,0 0,0 0,0-5,-4 3,1 1,-1 0,0 0,-1 1,0-1,0 1,-1 0,0 0,0 0,0 1,-1-1,0 1,0 1,-1-1,0 1,0 0,0 1,0-1,-1 1,1 1,-1 0,0 0,0 0,-1 1,1 0,0 1,-1 0,1 0,-1 1,1 0,-1 0,1 1,0 0,-1 0,1 1,-1 1,-38 11,6 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1.7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54,'18'16,"15"12,14 12,9 9,5 5,1 3,-3-2,-5-3,-9-7,-10-5,-12-10</inkml:trace>
  <inkml:trace contextRef="#ctx0" brushRef="#br0" timeOffset="258.82">361 1,'-16'11,"-12"15,-6 15,-4 14,-2 11,-1 6,1-1,6-2,8-14</inkml:trace>
  <inkml:trace contextRef="#ctx0" brushRef="#br0" timeOffset="1223.379">735 402,'16'-7,"0"0,0 2,1 0,0 1,0 0,0 2,0 0,1 1,17 1,-33-1,1 1,-1 0,1 0,-1 0,1 0,-1 1,0-1,1 0,-1 1,1 0,-1 0,0 0,1 0,-1 0,0 0,0 0,0 1,0-1,0 1,0-1,0 1,0 0,-1 0,1 0,-1 0,1 0,-1 0,0 0,0 1,0-1,0 0,0 1,0-1,-1 0,1 1,-1-1,0 1,0-1,0 1,0 0,-4 9,-1 0,0 0,-1 0,0-1,-1 0,0 0,-1-1,0 0,-1 0,0-1,0 0,-1-1,-3 2,1 2,-44 47,56-58,0 0,1 1,-1-1,1 0,-1 0,1 1,0-1,-1 0,1 0,0 0,0 0,0 1,0-1,0-1,0 1,0 0,0 0,0 0,1 0,-1-1,0 1,0-1,1 1,-1-1,0 1,1-1,-1 0,0 0,1 1,-1-1,1 0,-1 0,0 0,1-1,-1 1,0 0,2-1,-1 1,29 2,0-3,0 0,0-2,0-1,-1-2,9-3,19-5</inkml:trace>
  <inkml:trace contextRef="#ctx0" brushRef="#br0" timeOffset="2360.15">1269 267,'-2'0,"1"0,4 0,3 0,1 0</inkml:trace>
  <inkml:trace contextRef="#ctx0" brushRef="#br0" timeOffset="2624.576">1563 54,'9'11,"13"14,10 8,10 8,9 6,7 2,3 0,-2-2,-4-5,-8-4,-8-7,-10-9,-9-7</inkml:trace>
  <inkml:trace contextRef="#ctx0" brushRef="#br0" timeOffset="2880.889">2018 27,'-18'7,"-13"9,-8 10,-4 11,-4 10,-1 9,1 3,5 4,3-3,10-5,9-8,8-14</inkml:trace>
  <inkml:trace contextRef="#ctx0" brushRef="#br0" timeOffset="3065.112">2312 334,'-2'7,"-1"7,-2 10,-3 7,1 6,1 4,1 1,5-2,6-4,2-7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19.9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28,'14'25,"1"-1,2 0,0-2,1 0,2-1,0 0,1-2,1 0,0-2,2 0,0-2,0 0,6 0,-22-11,0-1,-1 0,1-1,0 0,0 0,0 0,1-1,-1-1,0 1,0-1,1-1,-1 0,0 0,0 0,0-1,0 0,0-1,0 1,0-2,-1 1,0-1,1 0,-1-1,-1 1,5-5,-1-3,-1 1,0-1,-1-1,0 0,-1 0,-1 0,0-1,-1 0,0 0,-1-1,-1 1,0-1,-1 0,-1 0,0 1,-1-1,0 0,-2-8,0 15,0 28,2 93,4 0,5 0,11 38,-8-85,-1-6,-3 1,1 58,-8-113,0 1,-1 0,0 0,0 0,0 0,-1 0,0-1,0 1,-1 0,0-1,0 1,-1-1,1 1,-2-1,1 0,0 0,-1-1,0 1,-1-1,1 0,-1 0,0 0,0 0,0-1,-1 0,0 0,0-1,0 1,0-1,-3 1,-2-3,1 1,0-1,-1-1,1 0,0-1,0 0,-1 0,1-1,0 0,0-1,0 0,1-1,-1 0,1 0,-9-5,-7-7,0 0,1-2,0 0,-18-20,-68-86,110 124,-1-1,0 1,0-1,0 0,0 1,1-1,-1 0,0 0,1 0,-1 0,0 1,1-1,-1 0,1 0,0 0,-1 0,1 0,0 0,-1 0,1 0,0 0,0-1,0 1,0 0,0 0,0 0,0 0,1 0,-1 0,0 0,0 0,1 0,-1 0,1 0,-1 0,1 0,-1 0,1 1,0-1,-1 0,1 0,0 0,0 1,-1-1,1 0,0 1,0-1,0 1,0-1,0 1,0-1,0 1,130-34,-91 27,164-28,-104 20</inkml:trace>
  <inkml:trace contextRef="#ctx0" brushRef="#br0" timeOffset="414.489">1071 616,'-16'16,"-12"14,-10 14,-4 10,1 7,3 6,8-1,9-1,13-4,16-5,17-7,15-8,9-8,7-10,-8-9</inkml:trace>
  <inkml:trace contextRef="#ctx0" brushRef="#br0" timeOffset="735.88">1284 1110,'-1'-62,"8"-109,4 140,-1 61,-18 259,11-260,2-7</inkml:trace>
  <inkml:trace contextRef="#ctx0" brushRef="#br0" timeOffset="1012.231">1539 736,'14'9,"11"10,8 13,7 10,2 10,-1 6,-7 4,-8 2,-9-1,-14-2,-16-4,-16-8,-2-12</inkml:trace>
  <inkml:trace contextRef="#ctx0" brushRef="#br0" timeOffset="1281.509">2194 576,'18'2,"18"1,13 0,11-1,5 2,2 0,-7 2,-13-1</inkml:trace>
  <inkml:trace contextRef="#ctx0" brushRef="#br0" timeOffset="1543.318">2087 910,'18'0,"20"0,17 0,15-2,11-1,-7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9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0,'16'0,"19"2,19 1,22 0,19-1,18 0,6 1,-16 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28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0 121,'5'5,"7"5,8 11,8 11,9 9,8 6,4 5,4-1,1 0,-1-6,-5-10,-9-11,-10-10</inkml:trace>
  <inkml:trace contextRef="#ctx0" brushRef="#br0" timeOffset="264.863">334 1,'-14'14,"-11"15,-8 15,-3 10,2 7,5 3,5 0,4-2,4-6,1-9,4-13</inkml:trace>
  <inkml:trace contextRef="#ctx0" brushRef="#br0" timeOffset="557.071">709 349,'23'-3,"-8"0,0 1,0 1,0 1,0 0,0 0,0 2,0 0,5 1,-18-2,1 0,-1 0,1-1,-1 1,0 1,0-1,0 0,1 0,-1 1,0 0,-1-1,1 1,0 0,0 0,-1 0,1 0,-1 0,0 0,1 0,-1 0,0 1,0-1,-1 0,1 1,0-1,-1 1,1-1,-1 1,0-1,0 1,0-1,0 1,0-1,-1 1,1-1,-1 1,1-1,-1 0,0 1,0-1,-1 1,-53 92,-75 49,128-140,0-4,1 1,0 0,0 0,0-1,0 1,0 0,0 0,0 0,0 0,0 0,0 1,0-1,1 0,-1 0,0 1,1-1,-1 0,1 1,0-1,-1 0,1 1,0-1,0 0,0 1,0-1,0 1,0-1,0 0,0 1,1-1,-1 1,0-1,1 0,0 0,-1 1,1-1,0 1,7 0,-1 0,1-1,-1 0,1-1,-1 1,1-1,0-1,-1 0,1 0,-1 0,1-1,2-1,7 0,118-28,-70 16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1.6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93,'8'13,"1"-1,1 1,0-1,1-1,0 0,1-1,0 0,1 0,0-1,0-1,1 0,0-1,0-1,1 0,-1-1,9 2,-19-6,-1-1,1 1,-1-1,1 0,0 1,-1-1,1-1,0 1,-1-1,1 1,-1-1,1 0,-1 0,1-1,-1 1,0-1,1 0,-1 1,0-2,0 1,0 0,-1 0,1-1,0 0,-1 1,0-1,0 0,1 0,-2 0,1 0,0-1,-1 1,1 0,-1-1,0 1,0-1,-1 0,1 1,-1-1,1 1,-1-1,0 0,-1 1,1-3,-1-2,0 1,0 0,-1 0,0 0,0 0,-1 0,0 0,0 0,0 1,-1-1,0 1,0 0,-1 0,0 1,0-1,0 1,0 0,-1 1,0-1,0 1,0 0,-1 1,1-1,-1 1,0 0,0 1,0 0,0 0,0 0,0 1,-1 0,1 1,0 0,-1 0,1 0,0 1,-1 0,1 0,0 1,0 0,0 0,0 1,0-1,-5 5,-21 38,29-23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2.7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41,'9'7,"10"9,8 11,9 9,8 11,4 6,5 3,1 0,-1-7,-6-6,-7-8,-12-10</inkml:trace>
  <inkml:trace contextRef="#ctx0" brushRef="#br0" timeOffset="213.052">322 1,'-18'9,"-11"12,-5 12,-1 11,1 10,1 7,3 5,3-3,4-5,7-12</inkml:trace>
  <inkml:trace contextRef="#ctx0" brushRef="#br0" timeOffset="538.18">549 282,'19'-2,"0"2,0 0,-1 1,1 1,-1 1,1 1,-1 0,0 1,0 1,-1 1,0 0,0 2,3 1,-18-9,0 0,0 1,0-1,-1 0,1 0,0 1,-1-1,1 1,-1-1,1 1,-1 0,0 0,0 0,0-1,0 1,0 0,0 0,0 1,-1-1,1 0,-1 0,1 0,-1 0,0 0,0 1,0-1,0 0,0 0,0 0,-1 0,1 0,-1 1,0-1,1 0,-2 0,-5 7,-1 0,0 0,-1-1,0 0,0-1,-1 0,0 0,0-1,0-1,-1 0,-6 2,-6 5,1-1,13-7,-1 0,1 1,0 0,0 1,1-1,-1 2,1-1,1 1,-1 1,-2 3,10-10,0 0,-1 0,1 1,0-1,0 0,0 1,0-1,0 0,0 0,1 1,-1-1,0 0,1 0,-1 1,0-1,1 0,0 0,-1 0,1 0,0 0,-1 0,1 0,0 0,0 0,0 0,0 0,0 0,0 0,0-1,0 1,0 0,0-1,1 1,-1-1,0 0,0 1,1-1,-1 0,0 0,0 1,1-1,-1 0,0 0,0 0,1-1,-1 1,1 0,101 10,-45-8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2.0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1 255,'25'2,"24"1,22 0,17-1,7 0,2-1,-8 0,-18-1</inkml:trace>
  <inkml:trace contextRef="#ctx0" brushRef="#br0" timeOffset="271.82">228 0,'-7'14,"-4"16,-3 14,1 10,3 9,3 1,7 3,6-5,7-5,3-5,-2-13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1.0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0,'14'23,"13"16,9 11,8 8,2 4,2-3,-4-3,-7-6,-8-8,-8-12</inkml:trace>
  <inkml:trace contextRef="#ctx0" brushRef="#br0" timeOffset="273.876">294 27,'-18'4,"-11"7,-5 10,0 10,2 10,4 9,6 7,5 3,7 0,4-9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0.1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1,'7'20,"7"14,5 11,9 5,8 3,8 0,5-2,1-4,-1-7,-7-7,-8-7,-9-8</inkml:trace>
  <inkml:trace contextRef="#ctx0" brushRef="#br0" timeOffset="278.132">321 54,'-16'3,"-8"6,-1 13,-2 12,-2 13,-2 9,1 4,0 2,6-11</inkml:trace>
  <inkml:trace contextRef="#ctx0" brushRef="#br0" timeOffset="560.758">668 348,'-9'16,"-3"10,1 7,1 5,4 1,6-3,4-6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4.8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1,'-2'13,"-1"12,0 11,1 5,0 4,5 0,5-1,3-3,-1-8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5.6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65,'1'13,"1"0,0 0,1 0,0 0,1 0,1-1,0 1,1-1,0-1,1 1,0-1,0 0,1-1,1 1,0-2,0 1,1-1,0-1,1 0,0 0,9 4,-16-10,0 0,1-1,-1 0,1 0,-1 0,1 0,-1 0,1-1,0 0,-1 0,1-1,0 1,-1-1,1 0,-1 0,1 0,-1-1,0 1,0-1,1 0,-1-1,0 1,-1 0,1-1,0 0,-1 0,0 0,1-1,-1 1,0-1,-1 0,1 1,-1-1,0 0,0-1,1 0,0-1,1-1,-1 1,-1 0,1-1,-1 1,0-1,-1 0,1 0,-1 0,-1 0,1 0,-1 1,0-1,-1 0,0 0,0 0,0 0,-1 0,0 1,-1-1,1 1,-1-1,0 1,-1 0,1 0,-1 0,-1 1,1-1,-1 1,1 0,-2 1,-3-4,-54-17,-9 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5.1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14,'7'18,"9"15,8 14,10 9,8 5,6 2,3-2,-1-4,-6-5,-7-9,-10-9,-11-11</inkml:trace>
  <inkml:trace contextRef="#ctx0" brushRef="#br0" timeOffset="269.284">320 1,'-18'11,"-10"15,-8 15,-2 14,-1 11,-2 8,1 1,1-4,9-13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34.3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13,'6'21,"8"15,8 13,6 8,8 3,7 0,6-3,3-4,-1-9,-4-10,-10-11</inkml:trace>
  <inkml:trace contextRef="#ctx0" brushRef="#br0" timeOffset="251.332">415 0,'-16'2,"-12"10,-6 15,-6 13,-3 16,-1 13,2 8,2 1,7-11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41.7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0,'16'21,"12"17,11 15,4 11,1 9,-5 5,-10 3,-16 4,-27-1,-28-4,-8-15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41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346 482,'24'-92,"27"-120,-51 212,0 0,0 0,0 0,0 0,0 1,0-1,1 0,-1 0,0 0,0 0,0 0,0 0,0 0,0 0,0 0,1 1,-1-1,0 0,0 0,0 0,0 0,0 0,1 0,-1 0,0 0,-1 25,0-21,-4 48,2 0,2 0,3 0,2 0,2 0,2 0,3-1,8 24,-7-45</inkml:trace>
  <inkml:trace contextRef="#ctx0" brushRef="#br0" timeOffset="549.05">199 1,'-14'6,"-11"13,-10 15,-4 21,2 21,7 18,12 16,18 10,24 2,27-3,22-8,0-24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43.3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49,'35'-11,"1"1,0 2,0 2,0 1,13 1,-36 2,0 0,1 2,-1-1,0 2,0-1,0 2,0 0,0 1,0 0,12 4,-24-6,1 0,-1-1,1 1,-1 0,1 0,-1 0,1 0,-1 0,0 0,0 0,1 0,-1 1,0-1,0 0,0 1,-1-1,1 1,0-1,0 1,-1-1,1 1,-1 0,1-1,-1 1,0 0,0-1,0 1,0 0,0-1,0 1,0 0,0 0,-1-1,1 1,0-1,-1 1,0 0,1-1,-1 1,-45 53,-190 105,188-114,48-44,-1 0,1-1,0 1,0 0,0-1,0 1,0 0,0-1,0 1,1 0,-1-1,1 1,-1-1,1 1,-1-1,1 1,0-1,0 1,0-1,0 1,0-1,0 0,0 0,0 1,0-1,1 0,-1 0,0 0,1-1,-1 1,1 0,-1 0,1-1,-1 1,1-1,0 1,-1-1,1 0,-1 0,1 1,0-1,-1 0,3-1,36 8,0-2,0-1,1-3,-1-1,39-5,6-3,-11-2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43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1,'21'20,"15"16,9 14,3 9,-3 6,-11 3,-17 2,-25 0,-30-1,-33-2,-4-13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3:43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132 0,'-13'5,"-12"10,-4 14,1 16,6 16,8 13,15 11,20 4,22-2,23-8,2-18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4:00.2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643 31,'-1'-2,"-1"0,1 0,0 0,-1 0,0 0,1 0,-1 1,0-1,0 0,0 1,0-1,0 1,0 0,-1 0,1 0,0 0,-1 0,1 0,0 1,-1-1,1 1,-1 0,1 0,-1-1,1 2,-1-1,1 0,-1 0,1 1,-3 0,0-1,-6-1,-1 1,1 1,0 0,0 0,0 1,0 0,1 1,-1 0,0 1,-8 4,-5 4,17-10,1 1,-1-1,1 2,0-1,0 1,1 0,-1 0,1 0,0 1,0 0,0 0,1 0,-4 6,-84 158,23-31,7-18,48-96,2 0,1 1,0 1,2 0,1 0,1 1,2 0,-2 22,-2 21,1-21,2 0,3 0,1 0,3 0,2 0,3 8,4 15,-3 1,-4 1,-2-1,-5 6,-23 176,41 65,2-133,-6-127,-2 1,-3 0,-3 42,-2-73,1 0,1 0,2 0,1 0,1-1,2 0,1 0,9 22,-7-29,14 33,-2 0,-2 1,-3 2,5 28,-20-70,4 31,3 0,2-1,2-1,5 8,-1-13,-2 1,-2 1,-2 1,5 34,35 164,-44-208,-2 1,-1-1,-2 1,-1 20,2 7,-2-34,-1-5,0 1,2 0,1 0,1-1,1 0,2 5,74 180,-77-191,0-1,2 0,0 0,0 0,1-1,1 0,1 0,0-1,1 0,4 6,-1 2,0-1,-2 1,0 1,-2 0,0 1,-1 2,5 9,-11-27,0-1,0 0,0 1,1-1,0-1,0 1,0-1,1 1,0-1,0-1,0 1,0-1,1 1,0-2,0 1,0-1,0 0,1 0,-1 0,1-1,0 0,6 1,21 4,1-1,-1-1,1-2,0-2,0-1,31-4,-43-1,0-1,0-1,-1-1,0-1,19-11,22-9,-54 24,-1 0,1-1,-1 0,-1 0,1-1,-1 0,0 0,-1-1,0 0,0 0,1-3,5-6,1 1,-6 8,0 0,-1-1,0 1,0-2,-1 1,0 0,0-1,-1 0,-1 0,0 0,2-11,39-404,-32-28,-12 452,5-92,-3-1,-5 1,-11-66,-34-256,30 313,-4 0,-19-46,27 88,2 0,4-1,-2-59,-19-124,9 133,4 0,5-5,8 88,-2 0,-1 0,-1 1,-1 0,-1 1,-2 0,-7-12,4 1,2 1,1-2,2 1,1-1,-2-35,1 7,-41-119,45 159,1 0,1 0,2 0,0 0,3-19,-2-44,-39-71,38 119,1 32,0 0,0 0,-1 0,0 0,-1 0,0 0,0 1,0-1,-2 0,-2-6,-15-53,20 61,0 0,-1 0,1 1,-1-1,-1 0,1 1,-1-1,0 1,-1 0,1 0,-1 0,-1 1,1-1,-119-100,110 95,-1 0,-1 1,0 0,0 1,-1 1,0 0,0 1,-6-1,-34-10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09:33.4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4121 758,'18'2,"12"1,12 0,6 2,7 0,3 1,3 0,1-1,-2 0,-4 0,-9 2,-13-2</inkml:trace>
  <inkml:trace contextRef="#ctx0" brushRef="#br1" timeOffset="37739.126">230 5518,'0'-4,"0"-13,-2 21,-12 96,4 0,4 40,2-45,-1 92,6-183,-1-1,1 1,0-1,0 1,0-1,0 0,0 1,1-1,0 0,-1 0,1 0,0 0,1 0,-1-1,0 1,1-1,-1 1,1-1,0 0,0 0,0 0,0 0,0-1,0 1,1-1,-1 0,0 0,1 0,-1 0,1-1,-1 1,1-1,-1 0,1 0,0 0,217 1,-190-1,1 2,-1 1,0 2,0 1,23 7,-22-5,0-1,0-2,1-2,0-1,27-1,141 23,-175-20,480 37,-290-5,-60-12,-124-17,1-1,-1-2,1-1,0-2,17-2,114 11,-101 0,1-2,0-3,0-3,52-5,-33-2,-1 3,70 8,251 0,-253-34,-144 28,-1 0,1-1,-1 0,1-1,-1 1,0-1,0 0,1 0,-1 0,-1-1,1 0,0 0,-1 0,1-1,-1 1,0-1,0 0,0 0,-1-1,1 1,-1-1,0 0,-1 1,1-1,-1-1,0 1,0 0,0-2,0-193,-3-244,2 439,-1 0,0-1,0 1,0 0,-1-1,1 1,-1 0,-1-1,1 1,-1 0,0 0,0 0,0 0,-1 0,1 1,-1-1,0 1,-1 0,1-1,-1 2,0-1,0 0,0 1,0 0,-1-1,1 2,-1-1,0 0,0 1,0 0,0 0,0 1,-5-2,-30-1,-1 2,1 1,-1 2,1 2,-5 2,-5 0,18-2,-43 4,1-2,-1-4,0-4,-17-4,-127-9,151 14,-1-4,1-2,-25-8,-35-16,-39 15,-49-18,13 13,153 16,0 2,0 2,-40 4,13-1,-162-9,-95-6,31 8,189 7,104-1,-1 0,0 0,1 1,-1 0,1 1,-1 1,1-1,0 1,0 1,-6 3,-48 40,57-42</inkml:trace>
  <inkml:trace contextRef="#ctx0" brushRef="#br1" timeOffset="42994.489">3692 6774,'0'342,"0"-339,0-1,0 1,0-1,-1 1,1-1,-1 1,1-1,-1 1,0-1,0 1,0-1,0 0,0 0,-1 0,1 1,-1-1,1 0,-1-1,0 1,1 0,-1 0,0-1,0 1,-1-1,1 0,0 1,0-1,-1 0,1 0,0-1,-1 1,1 0,-1-1,1 0,-1 1,-2-1,-42 6,0-2,-1-2,-43-3,19-1,-110 10,108-3,0-3,1-3,-2-4,-473-12,169 11,235 7,-203 32,38-8,167-15,-74 12,-106 17,121-20,93-34,91 10,13 4,0 1,0-1,1 0,-1 0,0 0,1 0,-1-1,1 1,0-1,-1 0,1 0,0 0,0-1,0 1,1-1,-1 0,0 1,1-1,0 0,0 0,0-1,0 1,-1-3,-4-94,-27-160,33 253,0 1,1 0,-1-1,2 1,-1-1,0 1,1 0,0-1,1 1,-1 0,1 0,1 0,-1 0,1 0,0 0,0 1,1-1,-1 1,1 0,0 0,1 0,-1 1,1 0,0-1,0 2,0-1,1 0,-1 1,1 0,0 1,1-1,150-4,94-5,67-13,383 25,-396 27,-37-28,-72 15,-74-15,0-4,9-7,116-6,30 13,46-22,-130 14,-191 13,0 0,0-1,0 1,0-1,0 1,0 0,0 0,1 0,-1 0,0 0,0 1,0-1,0 0,0 1,0 0,0 0,0-1,0 1,0 0,0 1,0-1,0 0,-1 0,1 1,0-1,-1 1,0-1,1 1,-1 0,0 0,0 0,1-1,-2 1,1 0,0 0,0 0,-1 0,1 1,-11 89,7-84,-8 38</inkml:trace>
  <inkml:trace contextRef="#ctx0" brushRef="#br1" timeOffset="48272.309">3546 10959,'-13'69,"1"21,4 1,4-1,5 1,9 73,-5-115,-2-24,-1 0,0 0,-2 0,-1 0,-1 0,-2 4,3-25,0 0,0 0,0 0,0-1,0 1,-1-1,0 1,0-1,0 1,0-1,0 0,-1 0,1 0,-1 0,0-1,0 1,0-1,0 0,0 0,-1 0,1 0,-1 0,1-1,-1 1,0-1,1 0,-1 0,0 0,0-1,0 1,1-1,-1 0,0 0,-2-1,-156-30,-225-49,280 57,-2 4,0 6,-1 4,-35 5,37 5,-189-8,113-7,-117 8,-289-20,264 37,73-22,136 11,113-2,-1 0,1 0,0-1,0 0,0 0,0 0,0 0,1 0,-1-1,1 0,0 0,0 0,1 0,-1 0,1 0,-1-1,2 1,-1-1,0 1,1-1,0 0,0 0,0 0,0 0,1 1,0-1,1-5,-3 1,-19-266,20 79,3 190,1 0,0 1,0-1,0 1,0 0,1 0,0 0,0 0,1 1,-1 0,1 0,0 0,0 0,0 1,0-1,5-1,2-3,-5 3,0 0,1 1,-1-1,1 1,0 1,0-1,1 2,-1-1,1 1,-1 0,1 1,0 0,-1 0,7 1,294-12,-258 13,0-3,1-2,22-6,-14 2,1 3,-1 3,48 4,-12 0,270-3,-279-4,124 2,12 26,-27-23,-67 13,-75-13,-17 0,0 1,0 1,0 2,19 6,-23-5,-1-1,0-1,1-2,-1-1,4-2,29 0,68-6,76 2,-129 7,94-15,-164 15,-8-1,0 1,1-1,-1 0,1 1,-1-1,0 0,1 0,-1 0,1-1,-1 1,0-1,1 1,-1-1,0 0,0 0,0 0,1 0,-1 0,0 0,0-1,0 1,-1-1,1 1,0-1,0 0,-1 0,1 1,-1-1,0 0,0 0,1-1,2-10</inkml:trace>
  <inkml:trace contextRef="#ctx0" brushRef="#br2" timeOffset="204184.778">26125 9635,'-5'13,"-1"15,0 8,1 8,5 5,3 3,2 0,2-2,0-10</inkml:trace>
  <inkml:trace contextRef="#ctx0" brushRef="#br2" timeOffset="205501.022">26619 9007,'25'2,"24"1,22 2,15 1,7 0,-5 1,-13 0,-21 0</inkml:trace>
  <inkml:trace contextRef="#ctx0" brushRef="#br2" timeOffset="204438.1">26512 9327,'16'14,"14"11,14 10,10 9,8 6,2 3,-1 2,-6-1,-8-4,-13-5,-12-11</inkml:trace>
  <inkml:trace contextRef="#ctx0" brushRef="#br2" timeOffset="204700.398">26967 9355,'-19'4,"-9"7,-6 5,-3 7,0 7,2 4,1 6,4 6,3 5,5 4,5 2,7-10</inkml:trace>
  <inkml:trace contextRef="#ctx0" brushRef="#br2" timeOffset="205045.206">27301 9849,'-1'4,"0"1,1 0,-1-1,1 1,0 0,0-1,1 1,-1-1,1 1,0-1,0 1,0-1,1 1,0-1,0 0,0 0,0 0,1 0,-1 0,1 0,0-1,0 1,0-1,1 0,-1 0,1 0,0 0,0-1,0 1,0-1,0 0,0 0,1-1,-1 1,0-1,3 0,1 1,-1 0,0-1,0 0,1-1,-1 1,1-1,-1-1,0 0,1 0,-1 0,0-1,0 0,0 0,0-1,0 1,0-2,-1 1,1-1,-1 0,0 0,0-1,-1 0,1 0,-1 0,0 0,-1-1,1 0,-1 0,0 0,0-1,-1 1,0-1,2-6,-2 5,0 1,0-1,0 1,-1-1,0 0,-1 0,0 0,0 0,-1 0,0 0,0 0,-1 0,0 0,0 0,-1 0,0 1,0-1,-1 0,0 1,0 0,-1 0,0 0,0 0,-1 0,0 1,0 0,0 0,-1 0,0 0,0 1,0 0,-1 1,0-1,-3-1,-12 0,0 1,1 2,-2 0,1 1,0 1,0 1,0 1,-1 1,1 0,-9 4,-31 4</inkml:trace>
  <inkml:trace contextRef="#ctx0" brushRef="#br0" timeOffset="934.271">5417 504,'0'287,"0"-278,-1 1,2-1,-1 0,1 0,0 1,1-1,0 0,1 0,0 0,0-1,1 1,0-1,0 0,1 0,0 0,1 0,-1-1,1 0,1 0,0-1,-1 0,2 0,-1 0,2 0,-1-2,1-1,0 0,-1 0,1-1,0 0,0 0,0-1,0-1,0 1,0-1,1-1,-1 0,0 0,0 0,0-2,-1 1,1-1,0 0,-1 0,7-5,17-9</inkml:trace>
  <inkml:trace contextRef="#ctx0" brushRef="#br0" timeOffset="1200.61">5270 812,'13'0,"15"0,13 0,8 0,6 0,2-3,-1-2,-4-3,-9-3,-11 1</inkml:trace>
  <inkml:trace contextRef="#ctx0" brushRef="#br0" timeOffset="1450.989">5363 397,'12'-2,"16"-3,19-3,16-1,13 0,10 1,5 2,-3 2,-16 1</inkml:trace>
  <inkml:trace contextRef="#ctx0" brushRef="#br0" timeOffset="1715.312">5885 678,'18'14,"13"8,6 9,3 4,2 4,0 2,-2 3,-1 1,-3 0,-3-2,-2-5,0-7,-5-8</inkml:trace>
  <inkml:trace contextRef="#ctx0" brushRef="#br0" timeOffset="1900.86">6326 678,'-21'2,"-15"6,-9 8,-5 8,0 9,3 10,7 7,7 7,8 4,8 2,6-11</inkml:trace>
  <inkml:trace contextRef="#ctx0" brushRef="#br0" timeOffset="2168.66">6473 999,'20'-2,"-1"-1,1 0,-1-1,0-1,0-1,0-1,-1 0,0-2,-1 0,1-1,-2 0,8-7,-18 14,0-1,0 0,-1 0,1-1,-1 0,0 0,0 0,0 0,-1-1,0 1,0-1,0-1,-1 1,0 0,0-1,-1 1,1-1,-1 0,-1 0,0 0,0 0,0 0,0 0,-1 0,-1 0,1 0,-1-1,-1-3,1 9,0-1,0 1,0 0,-1 0,1 0,-1 0,1 0,-1 1,0-1,0 0,1 1,-1-1,0 1,-1 0,1-1,0 1,0 0,0 0,-1 1,1-1,0 0,-1 1,1-1,0 1,-1 0,1 0,-1 0,1 0,-1 0,1 1,0-1,-1 1,1-1,0 1,-2 0,-3 2,1 0,-1 0,1 0,0 0,0 1,0 0,1 1,-1-1,1 1,0 0,-4 5,4-5,0 1,1 0,-1 0,1 0,0 0,1 1,0 0,0-1,0 1,1 0,-1 0,2 1,-1-1,1 0,0 1,1-1,0 1,0-1,0 1,1-1,0 0,1 1,0-1,0 0,0 0,1 0,0 0,0-1,1 1,0-1,0 0,2 3,4-1,0-1,0-1,1 1,0-2,0 0,0 0,0-1,1 0,0-1,-1 0,1-1,0 0,1-1,-1 0,1-1,32 0</inkml:trace>
  <inkml:trace contextRef="#ctx0" brushRef="#br0" timeOffset="2818.387">7035 771,'-2'2,"0"1,0-1,0 1,0-1,1 1,-1 0,1 0,-1-1,1 1,0 0,0 0,1 0,-1 0,1 1,-1-1,1 0,0 2,0-4,-1 7,1 0,0 1,1-1,0 0,0 0,0 0,1 0,1 0,-1 0,1 0,0 0,1-1,0 0,0 0,1 0,0 0,0 0,0-1,1 0,0 0,0-1,0 0,1 0,0 0,0-1,0 0,1 0,-1-1,1 0,0 0,1 0,-3-3,-1 0,0 0,0-1,0 0,1 0,-1 0,0 0,0-1,0 0,0 0,-1 0,1-1,-1 1,1-1,-1 0,0-1,0 1,0-1,0 1,-1-1,0 0,1-1,4-7,0 1,0-2,-1 1,-1-1,0 0,-1 0,2-8,-3 10,-1 0,0 1,0-1,-1 0,-1-1,0 1,0 0,-1 0,-1 0,0-1,0 11,0 1,0 0,1 0,-1 0,0 0,0 0,0 0,0 0,0 1,0-1,0 0,0 0,1 1,-1-1,0 1,0-1,0 1,1-1,-1 1,0-1,0 1,1-1,-1 1,0 0,1-1,-1 1,1 0,-1 0,1 0,0-1,-1 1,1 0,0 0,-1 0,1 0,0 0,0 0,0 0,0-1,0 2,-5 8,2 1,-1 0,1-1,1 1,0 0,1 0,0 0,0 0,1 1,1-1,0 0,0 0,1 0,0 0,2 1,-3-6,1 0,1 0,0 0,-1 0,2 0,-1-1,1 1,-1-1,2 0,-1 0,0 0,1-1,0 0,0 1,1-2,-1 1,1-1,-1 1,1-2,0 1,0-1,0 1,1-2,-1 1,1-1,1 0,-2 0,0-1,0 0,0-1,-1 1,1-1,0 0,0-1,0 1,-1-1,1 0,-1-1,1 1,-1-1,0 0,0-1,0 1,-1-1,1 0,-1 0,0 0,0 0,1-3,6-7,-1 0,0-1,-1 0,-1-1,0 0,5-16,-8 20,-1-1,0 1,0-1,-1 0,-1-1,0 1,-1 0,0-1,-1-2,0 16,0-1,0 1,0-1,0 1,0 0,1-1,-1 1,-1-1,1 1,0-1,0 1,0 0,0-1,0 1,0-1,0 1,0 0,-1-1,1 1,0-1,0 1,-1 0,1-1,0 1,-1 0,1 0,0-1,0 1,-1 0,1 0,-1-1,1 1,0 0,-1 0,1 0,-1-1,1 1,0 0,-1 0,1 0,-1 0,1 0,-1 0,1 0,0 0,-1 0,1 0,-1 0,1 0,0 1,-1-1,1 0,-1 0,1 0,0 1,-1-1,1 0,0 0,-1 1,1-1,0 0,-1 0,1 1,0-1,0 0,-1 1,1-1,0 1,0-1,-19 27,15-20,0 0,1 0,0 1,0 0,0 0,1 0,1 0,-1 0,1 0,1 0,-1 0,1 0,1 1,0-1,0 0,0 0,1 0,0 0,1 0,0-1,0 1,1-1,-1 0,2 1,-1-2,1 1,0 0,0-1,1 0,0 0,2 1,7 3,1-2,-1 0,1-1,0-1,1 0,0-1,0-1,0 0,0-1,0-1,1-1,-1 0,1-2,-1 0,1 0,-1-2,0 0,0-1,12-5,25-15,-10-1</inkml:trace>
  <inkml:trace contextRef="#ctx0" brushRef="#br0" timeOffset="3993.497">8184 665,'-4'2,"0"0,0 1,1-1,-1 1,1 0,-1 0,1 0,0 1,0-1,1 1,-1-1,1 1,-1 0,1 0,0 0,1 0,-1 0,1 1,0-1,0 0,0 1,0-1,1 3,-11 55,3 0,2 0,3 8,-2 22,4-82,-10 141,-6 0,-21 77,30-198,1-27,5-18,-2-256,-5-292,9 553,8-63,-7 72,0-1,-1 0,1 0,0 1,0-1,0 1,0-1,0 1,0-1,1 1,-1 0,0 0,1-1,-1 1,1 0,-1 0,1 0,0 1,-1-1,1 0,0 0,0 1,-1-1,1 1,0 0,0 0,0-1,0 1,-1 0,1 1,0-1,0 0,0 0,0 1,1 0,21 6,0 2,0 1,-1 1,-1 0,0 2,0 1,-1 0,8 9,-16-15,-1 1,-1 0,0 1,0 0,-1 1,0 0,-1 0,0 1,-1 0,0 1,0 2,-7-14,-1 1,1 0,0 0,-1 1,1-1,-1 0,0 0,1 0,-1 0,0 0,-1 0,1 1,0-1,0 0,-1 0,1 0,-1 0,0 0,0 0,0 0,0 0,0 0,0-1,0 1,0 0,-1-1,1 1,-1 0,1-1,-1 0,0 1,0-1,1 0,-1 0,0 0,0 0,0 0,0-1,0 1,-86 12,-2-34,88 20,0 0,0 0,0 0,1 0,-1-1,0 1,0-1,1 1,-1-1,1 1,-1-1,1 0,-1 0,1 1,0-1,0 0,0 0,0 0,1 0,-1-1,0 1,1 0,0 0,-1 0,1-1,0 1,0 0,0 0,0 0,1-1,-1 1,0 0,1 0,0 0,-1 0,1 0,0 0,0 0,1-2,6-7,-1-1,2 1,0 1,0-1,1 2,0-1,0 1,9-5,-4 2,58-47,127-115,-183 157,-2-1,0-1,-1 0,-1-1,0 0,-2-1,0-1,-2 0,7-21,-12 29,-1 1,-1 0,0-1,0 0,-2 0,1 1,-2-1,0-4,0 13,1 1,-1-1,0 1,0-1,-1 1,1-1,-1 1,0 0,0 0,0 0,0 0,-1 0,0 0,0 1,0-1,0 1,-1 0,1 0,-1 0,1 1,-1-1,0 1,0 0,-1 0,1 0,0 0,0 1,1 0,-1 0,0 0,1 1,-1-1,0 1,0 0,1 0,-1 0,0 1,0-1,1 1,-1 0,1 0,-1 0,1 1,-1-1,1 1,0 0,-1 0,1 0,0 0,0 0,1 1,-1 0,0-1,1 1,-1 0,1 0,0 1,-4 5,0 1,1 0,1 0,-1 0,2 1,-1-1,2 1,-1 0,0 8,2 22,2 0,2 0,1 0,2-1,2 0,2 0,1-1,3 0,0-1,8 9,22 75,15 58,-59-178,1-1,-1 1,1 0,-1-1,1 1,0 0,-1-1,1 1,0-1,0 1,0-1,0 1,1-1,-1 0,0 1,0-1,1 0,-1 0,1 0,-1 0,1 0,-1-1,1 1,0 0,-1-1,1 1,0-1,-1 1,1-1,0 0,0 0,-1 0,1 0,0 0,0 0,0 0,-1-1,1 1,0-1,-1 1,1-1,0 0,-1 1,1-1,-1 0,1 0,-1 0,1 0,-1-1,0 1,0 0,1-1,17-18,-1-1,-1 0,-2-2,0 1,-1-2,-1 0,-1 0,-1-2,0-4,28-111,-42 116,3 25,0 0,0-1,-1 1,1 0,0-1,0 1,-1 0,1 0,0-1,0 1,-1 0,1 0,0-1,-1 1,1 0,0 0,-1 0,1 0,0-1,-1 1,1 0,0 0,-1 0,1 0,0 0,-1 0,1 0,-1 0,1 0,0 0,-1 0,1 0,0 0,-1 1,1-1,0 0,-1 0,1 0,0 0,-1 1,1-1,0 0,-1 0,1 0,0 1,0-1,-1 0,1 1,0-1,0 0,0 1,-1-1,1 0,0 1,0-1,0 0,0 1,-5 6,1 1,0 0,1 0,0 0,0 0,1 0,-1 1,2-1,0 0,0 1,0 0,1-1,0 1,1 0,0-1,0 1,2 6,1-4,0-1,1 0,0-1,0 1,1-1,1 0,-1 0,1-1,1 0,-1 0,1 0,1-1,-1-1,1 1,1-1,-1-1,1 0,0 0,0-1,0 0,1-1,-1 0,1-1,1 0,-9-1,1-1,-1-1,1 1,-1 0,1-1,-1 0,0 0,1 0,-1 0,0 0,0-1,0 1,0-1,0 0,0 0,0 0,0 0,-1 0,1-1,-1 1,0-1,1 0,-1 0,-1 0,1 0,0 0,0 0,31-92,-8-42,-25 152,0 1,1-1,1 0,1 1,0-1,1 0,0-1,6 13,-4-20,0 1,0-1,1 0,0 0,0-1,0 0,1 0,0-1,0 0,1 0,-1-1,1 0,0-1,0 1,0-2,1 1,-1-2,1 1,-1-1,1 0,-1-1,1 0,-1-1,1 0,-1 0,1-1,-1 0,51-12</inkml:trace>
  <inkml:trace contextRef="#ctx0" brushRef="#br1" timeOffset="33576.128">5938 5598,'-7'-12,"-1"0,0 1,-1 0,0 0,0 1,-2 1,1 0,-1 0,0 1,-1 0,0 1,0 0,0 1,-1 0,0 1,-1 1,1 0,-2 0,-22-6,19 4,-1 0,0 2,0 0,0 2,-18-1,36 3,-22-1,1 1,-1 1,1 1,-1 2,1 0,0 1,-10 4,15-3,0 0,0 1,1 1,0 0,1 1,0 1,0 0,1 1,1 1,0 0,-10 13,13-14,1 0,1 1,-1 1,2-1,0 1,1 0,0 1,1 0,0 0,1 0,1 0,0 1,0 4,4 208,1-215,1 0,0 0,0 0,2 0,-1-1,2 1,-1-1,1-1,1 1,0-1,1 0,0-1,6 6,-9-8,0 0,1-1,0 1,0-1,0-1,1 1,0-1,0 0,1-1,0 1,84 55,-15-33,-62-23,0-1,0-1,0 0,0-1,0-1,0 0,5-1,16 0,-20-1,1-1,-1-1,0 0,-1-1,1-1,-1 0,0-1,-1-1,7-4,-9 2,1 0,-1-1,-1 0,0-1,0-1,-1 1,-1-1,0-1,-1 0,0 0,-1-1,1-5,0 4,92-169,-58 77,-37 90,-1 0,-1-1,0 1,-2-1,0 1,-1-1,-2-15,0-18,3 51,-1-1,0 1,0-1,0 1,0-1,0 1,0-1,-1 0,1 1,0-1,-1 1,1-1,-1 1,0 0,1-1,-1 1,0 0,0-1,0 1,0 0,0 0,0 0,0 0,0 0,0 0,-1-1,-6-1</inkml:trace>
  <inkml:trace contextRef="#ctx0" brushRef="#br1" timeOffset="39561.877">5845 6734,'-10'-11,"0"0,0 0,0 1,-2 0,1 1,-1 1,0-1,-1 2,0 0,0 0,-1 1,1 1,-11-2,-8-4,-2 2,1 1,-1 2,0 2,0 0,-17 3,32 0,0 0,0 2,0 1,0 0,0 1,1 1,0 1,-1 0,2 2,-10 4,16-2,0 0,1 1,1 0,-1 0,2 1,-1 1,2-1,-1 1,2 1,-1-1,2 1,0 0,-2 7,1 1,1 0,0 0,2 1,0-1,1 1,2 0,0-1,2 16,2-21,0 1,1-1,1 0,1-1,0 1,1-1,0-1,1 1,1-1,0-1,1 0,0-1,6 5,-2-5,0 0,1-1,0-1,1 0,0-2,1 0,0 0,0-2,0 0,1-1,0-1,0-1,0-1,15 1,50 10,-68-10,-1-1,1-1,0-1,0 0,0-1,0-1,-1 0,1-1,-1-1,1-1,-1 0,-1 0,1-2,-1 0,0 0,0-2,-1 1,3-5,-8 7,-2 0,1-1,-1 0,0 0,0-1,-1 0,0 0,0 0,-1 0,0-1,-1 0,0 0,0 0,-1 0,1-3,11-142,-14 129,-2-1,0 1,-2-1,-1 1,0 0,-2 1,-1-1,-5-9,11 30,1 1,-1-1,0 1,0-1,0 1,-1 0,1 0,-1 0,0 0,0 0,0 1,0-1,0 1,0 0,-1 0,1 0,-1 0,0 1,1-1,-1 1,0 0,0 0,0 0,-1 1,-22-3</inkml:trace>
  <inkml:trace contextRef="#ctx0" brushRef="#br1" timeOffset="44872.976">5711 10851,'-35'-8,"0"1,0 1,-1 2,0 2,0 1,-17 3,39 1,0 1,0 1,0 0,1 1,-1 1,2 0,-1 1,1 0,0 1,1 0,0 0,0 2,1-1,0 1,-7 12,14-20,-7 7,0 0,1 0,0 1,0 0,1 1,1 0,0 0,0 0,1 1,1 0,0 0,1 1,0-1,1 1,1 0,0 0,1 0,1 0,0 0,0 0,2 0,0 0,0 0,1 0,1 1,8 6,1 0,0-1,2 0,0-1,1-1,1 0,0-1,2-1,0-1,0-1,2 0,0-1,0-2,1 0,0-1,1-1,0-1,0-1,1-2,0 0,0-1,13-1,-23-1,0 0,0-2,-1 1,1-2,0 0,0-1,-1 0,1-1,-1 0,1-1,-1-1,-1 0,1-1,-1 0,0-1,0-1,0 1,-1-2,-1 0,1 0,-2 0,1-2,-1 1,-1-1,4-6,0-3,-2-1,0 0,-1 0,-1-1,-1-1,-1 1,-1-1,-1 0,-1 0,-1 0,-1-1,-1 1,-1 0,-1-1,-2-7,1 13,-1 0,0 1,-2-1,0 1,0 0,-2 0,0 1,-1 0,0 0,-2 1,0 1,0 0,-1 0,-1 1,0 0,-1 1,0 1,-1 0,-14-7,7 8,0 0,-1 1,-1 2,1 0,-1 1,0 2,-19-1,-64-4</inkml:trace>
  <inkml:trace contextRef="#ctx0" brushRef="#br1" timeOffset="50640.492">9360 1975,'9'32,"2"1,1-1,2-1,1-1,1 0,1 0,2-2,1 0,22 22,-33-39,1-1,0-1,1 0,0 0,0-1,1 0,0-1,0-1,-7-4,-1 1,1-2,0 1,0 0,0-1,0 0,0 0,0-1,0 1,0-1,0 0,0-1,0 1,0-1,0 0,0 0,0-1,0 1,0-1,-1 0,1 0,-1-1,2 0,8-9,-1-1,0 0,0-1,-2 0,0-1,0 0,-2-1,0 0,0-1,-2 0,0 0,-1 0,4-19,-1 6,-2-1,-1 0,-1-1,-2 0,-1-14,-1 471,0-396,4 764,-6-776,1 28,-2 1,-2-1,-2 0,-1-1,-3 0,-6 15,12-50,1-1,-2 1,1-1,-1 0,0 0,0 0,-1 0,0-1,-1 0,0 0,4-5,0 1,0-1,1 0,-1 0,-1-1,1 1,0-1,0 1,-1-1,1 0,0 0,-1-1,1 1,-1-1,1 1,-1-1,1 0,-1-1,0 1,1-1,-1 1,1-1,0 0,-1 0,1 0,0-1,0 1,-1-1,-10-9,0 0,1-1,0 0,0-1,2-1,0 0,0 0,1-1,1 0,0-1,-3-11,0 6,-42-79,5-2,4-1,-13-51,54 141,-19-86,22 95,1 0,0-1,0 1,0 0,1 0,0 0,-1 0,1 0,1 0,-1 0,0 0,1 0,0 1,0-1,0 0,0 1,1 0,-1-1,1 1,0 0,0 1,3-4,11-2,0 0,1 1,0 0,0 2,0 0,1 1,-1 1,1 1,0 0,0 1,11 2,-17-2,247 2,-189 2</inkml:trace>
  <inkml:trace contextRef="#ctx0" brushRef="#br1" timeOffset="51516.107">10403 3565,'8'-40,"1"0,2 0,2 1,1 0,2 1,16-24,-32 61,15-22,-15 23,0-1,0 1,0 0,0 0,0-1,0 1,0 0,0-1,1 1,-1 0,0-1,0 1,0 0,1 0,-1-1,0 1,0 0,1 0,-1 0,0-1,1 1,-1 0,0 0,1 0,-1 0,0 0,1 0,-1-1,0 1,1 0,-1 0,0 0,1 0,-1 0,0 0,1 0,-1 1,0-1,1 0,-1 0,0 0,0 0,1 0,-1 0,0 1,1-1,-1 0,0 0,0 0,1 1,-1-1,0 0,0 0,1 1,-1-1,0 0,0 0,0 1,0-1,1 0,-1 1,0-1,0 0,5 103,-32 270,26-346,3-8</inkml:trace>
  <inkml:trace contextRef="#ctx0" brushRef="#br1" timeOffset="51811.613">10845 3151,'4'0,"4"5,4 5,3 9,1 10,4 11,-1 10,-2 11,-5 8,-9 3,-14 4,-16 0,-18-1,-16-5,1-14</inkml:trace>
  <inkml:trace contextRef="#ctx0" brushRef="#br1" timeOffset="52214.294">10390 3164,'-18'5,"-11"8,-7 11,-4 13,0 13,2 13,6 11,7 8,14 5,17-1,21-5,22-8,17-11,-4-15</inkml:trace>
  <inkml:trace contextRef="#ctx0" brushRef="#br1" timeOffset="53301.913">10711 2189,'5'2,"5"3,9 3,7 3,7-1,6 0,5 1,5-2,4-2,-2-2,1 0,-5-1,-10-1</inkml:trace>
  <inkml:trace contextRef="#ctx0" brushRef="#br1" timeOffset="53481.632">10724 2496,'16'2,"14"1,14 0,10 0,8-2,2 0,0 0,-12-1</inkml:trace>
  <inkml:trace contextRef="#ctx0" brushRef="#br1" timeOffset="74694.44">16446 2028,'8'4,"1"1,-1 0,-1 0,1 1,-1-1,0 2,0-1,-1 1,0 0,0 0,0 1,-1-1,0 1,-1 1,0-1,0 1,0-1,-2 1,1 0,1 8,3 20,-2 0,-1 1,-2-1,-2 20,0-40,-1-16,1 0,0 0,-1 0,1 0,0 0,-1 1,1-1,0 0,0 0,0 0,0 0,0 1,0-1,1 0,-1 0,0 0,1 0,-1 0,0 0,1 1,0-1,-1 0,1 0,-1 0,1-1,0 1,0 0,0 0,-1 0,1 0,0-1,0 1,0 0,0-1,0 1,0-1,0 1,0-1,1 0,-1 1,0-1,0 0,0 0,0 0,1 0,-1 0,0 0,0 0,0 0,0 0,1 0,7-6,1 0,-1 0,0 0,0-1,-1-1,0 1,0-1,-1-1,0 1,0-1,-1 0,0-1,-1 0,2-4,4-8,0-2,-2 1,0-2,-2 1,4-23,-13 8,-21 61,16-7,1 0,1 0,1 0,0 1,0-1,2 1,0 0,1 0,0 0,3 15,-2-27,1 0,-1 1,1-1,0 0,1 1,-1-1,1 0,0 0,0 0,0 0,0-1,1 1,0-1,-1 1,1-1,1 0,-1 0,0 0,1 0,-1-1,1 0,0 1,0-1,0 0,0-1,0 1,0-1,0 0,1 0,-1 0,0 0,1-1,-1 0,1 0,-1 0,0 0,1-1,-1 0,0 0,1 0,-1 0,0-1,1 0,1-1,0 0,0-1,0 0,0 0,-1 0,1-1,-1 0,0 0,-1 0,1-1,-1 1,0-1,0 0,-1 0,0-1,0 1,0-1,-1 0,27-125,-22 13,-7 120,0-1,0 0,0 1,0-1,-1 0,1 1,0-1,0 0,0 0,0 1,-1-1,1 0,0 0,0 0,-1 1,1-1,0 0,0 0,-1 0,1 1,0-1,0 0,-1 0,1 0,0 0,-1 0,1 0,0 0,-1 0,1 0,0 0,-1 0,1 0,0 0,0 0,-1 0,1 0,0 0,-1 0,1 0,0-1,-1 1,1 0,0 0,0 0,-1 0,1-1,0 1,0 0,-1 0,-5 26,0 0,1 0,2 1,0-1,2 1,1 1,0-25,0 16,0 1,1 0,1 0,1 0,1-1,0 1,-2-13,0 0,1 0,0 0,0-1,0 1,0-1,1 0,0 0,1 0,-1-1,1 1,0-1,1 0,-1-1,1 1,0-1,5 3,18 6</inkml:trace>
  <inkml:trace contextRef="#ctx0" brushRef="#br1" timeOffset="75051.112">17328 2256,'25'-22,"-8"15,0 2,1 0,0 1,0 0,0 2,1 0,-1 1,0 1,6 1,-21-1,1 1,-1-1,0 1,1 0,-1 0,0 0,1 0,-1 1,0-1,0 1,0 0,0 0,0 0,-1 0,1 0,-1 1,1-1,-1 1,0-1,0 1,0 0,0 0,-1 0,1 0,-1 0,1 1,-1-1,0 0,-1 0,1 1,0-1,-1 1,0-1,0 1,0 1,0 19,-2 0,-1-1,0 0,-2 1,0-1,-3 1,-4 28,7-33,-1 3,0-1,2 1,0 0,1 0,2 1,0-1,1 0,1 1,1-1,6 21,12-8,-11-30</inkml:trace>
  <inkml:trace contextRef="#ctx0" brushRef="#br1" timeOffset="75219.595">17382 2509,'18'-2,"24"-1,26-2,26 0,17-4,9-3,-17 1</inkml:trace>
  <inkml:trace contextRef="#ctx0" brushRef="#br1" timeOffset="73701.85">15444 2256,'15'0,"16"0,10 2,12 1,9 0,7-1,4 0,-2-1,-7-1,-8 0,-13 0,-13 0</inkml:trace>
  <inkml:trace contextRef="#ctx0" brushRef="#br1" timeOffset="73951.031">15710 2028,'0'16,"0"15,0 10,0 10,3 6,0 4,2 1,1-4,0-4,3-5,4-8,-1-11</inkml:trace>
  <inkml:trace contextRef="#ctx0" brushRef="#br1" timeOffset="72715.258">14013 2028,'19'44,"-1"1,-2 0,-2 1,-2 1,-2 0,2 31,-11-67,13 35,7-58,-7-10,-1 1,-1-2,-1 0,-1 0,-1-1,0-1,2-6,46-122,-48 149,-10 25,1-18,-4 50,0 119,4-169,0-1,0 1,0 0,0-1,1 1,-1-1,1 1,-1-1,1 1,0-1,0 1,0-1,0 0,1 0,-1 1,1-1,-1 0,1 0,0 0,0-1,-1 1,1 0,1-1,-1 1,0-1,0 0,0 1,1-1,-1 0,1 0,-1-1,1 1,-1-1,1 1,-1-1,1 0,-1 1,1-1,0-1,-1 1,1 0,-1-1,1 1,-1-1,1 0,-1 0,2-1,6-6,0 0,-1-1,0 0,-1-1,0 0,0 0,-1-1,-1 0,0 0,0 0,-1-1,0 0,-1 0,-1 0,0-1,1-9,14-87,-18 109,-1 0,1 0,0 1,0-1,0 0,-1 0,1 0,0 0,0 0,-1 0,1 0,0 0,0 0,-1 0,1 0,0 0,0 0,0 0,-1 0,1 0,0 0,0 0,-1 0,1 0,0-1,0 1,0 0,-1 0,1 0,0 0,0 0,0 0,0-1,-1 1,1 0,0 0,0 0,0-1,0 1,0 0,0 0,-1 0,1-1,0 1,0 0,-12 24,4 2,1 1,1-1,1 1,1 0,2 1,0-1,2 0,1 1,0-18,-1-1,2 1,-1 0,1 0,1-1,-1 1,2-1,-1 0,1 1,1-2,0 1,0-1,0 1,1-1,2 1,11 9</inkml:trace>
  <inkml:trace contextRef="#ctx0" brushRef="#br1" timeOffset="73187.435">14721 2389,'12'-6,"1"1,0 0,-1 0,2 1,-1 1,0 0,1 1,-1 1,1 0,0 1,-1 0,1 1,5 1,-17-2,1 0,-1 0,0 1,1-1,-1 1,0-1,0 1,1 0,-1 0,0 0,0 0,0 0,0 1,0-1,0 0,-1 1,1 0,0-1,-1 1,1 0,-1 0,0 0,1 0,-1 0,0 0,0 0,0 0,-1 0,1 0,0 1,-1-1,0 0,1 1,-1-1,0 0,0 1,0-1,0 0,-1 1,1-1,-1 0,1 0,-1 1,0-1,0 0,0 0,0 0,0 0,-1 1,-5 6,-2 1,1-1,-1-1,0 1,0-2,-1 1,-8 3,-25 22,43-33,0 0,-1 0,1 0,-1 0,1 0,0 1,-1-1,1 0,0 0,-1 0,1 1,0-1,-1 0,1 0,0 1,-1-1,1 0,0 1,0-1,-1 0,1 1,0-1,0 0,0 1,0-1,-1 1,1-1,0 0,0 1,0-1,0 1,0-1,0 1,0-1,0 0,0 1,0-1,0 1,0-1,1 0,-1 1,0-1,0 1,0-1,1 0,-1 1,0-1,0 0,1 1,-1-1,0 0,0 0,1 1,-1-1,0 0,1 0,-1 1,1-1,-1 0,0 0,1 0,-1 0,0 0,1 1,-1-1,1 0,-1 0,34 2,-28-2,21 0,-16-1,1 0,0 1,0 0,0 0,-1 2,1-1,0 2,-1-1,0 2,1-1,-1 2,0-1,-1 2,1-1,-1 1,2 3,-10-7,1 1,-1 0,0-1,0 1,0 0,0 0,-1 1,1-1,-1 0,0 1,0-1,0 0,-1 1,1-1,-1 1,1-1,-1 1,0 0,-1-1,1 1,-1-1,1 1,-1-1,0 0,0 1,-1-1,1 0,-1 0,1 1,-1-1,0 0,0-1,0 1,-1 0,1-1,-1 1,1-1,-1 0,0 0,0 0,-1 1,-13 10,-1-1,0-1,0-1,-1-1,0 0,0-1,-1-1,0-1,-1-1,1 0,-19 0,3-13,33-1</inkml:trace>
  <inkml:trace contextRef="#ctx0" brushRef="#br1" timeOffset="54597.723">11794 2055,'14'31,"-1"2,-1 0,-1 0,-2 1,-2 1,-1-1,-2 1,-1 0,-1 0,-3 0,0 0,-3 6,5-27,8-40,19-73,44-122,-72 219,0 1,0 0,0 0,1 0,-1 0,0 0,0 0,1 0,-1 0,0 0,1 0,-1 0,1 0,-1 1,1-1,0 0,-1 0,1 0,0 1,0-1,-1 0,1 1,0-1,0 0,0 1,0-1,0 1,0-1,0 1,0 0,0 0,0-1,0 1,0 0,0 0,0 0,0 0,0 0,0 0,0 0,0 0,0 1,0-1,1 0,3 8,1 0,-1 0,0 0,-1 1,0 0,0 0,-1 0,0 0,0 0,-1 1,3 7,3 11,-1 1,-2 0,-1 0,-1 0,-1 27,-2-40,15-37,119-383,-126 386,-7 18,0 0,0 0,0 1,0-1,0 1,-1-1,1 0,0 1,0 0,0-1,-1 1,1-1,0 1,-1 0,1 0,0-1,-1 1,1 0,-1 0,1 0,-1 0,0-1,1 1,-1 0,0 0,0 0,1 0,-1 0,0 0,0 0,0 0,0 0,0 0,-1 0,1 0,0 0,0 0,-1 0,2 0,8 179,-10-137,2 1,2-1,8 35,-10-73,0 0,0-1,0 1,1-1,0 1,0-1,0 1,0-1,1 0,0 0,0 0,0 0,0-1,1 1,-1-1,1 0,0 0,0 0,0 0,0-1,0 0,1 0,-1 0,1 0,-1-1,1 1,1-1,9 1,1-1,0 0,-1-1,1-1,0-1,-1 0,1-1,-1 0,0-1,0-1,0-1,5-3,24-10</inkml:trace>
  <inkml:trace contextRef="#ctx0" brushRef="#br1" timeOffset="64001.898">12690 2496,'78'-11,"-59"10,-8 1,-1 0,0 0,1 1,-1 1,0-1,0 2,0-1,7 4,-14-5,-1 0,1 0,-1 0,0 1,1-1,-1 1,0-1,0 1,0 0,0-1,0 1,-1 0,1 1,0-1,-1 0,0 0,1 1,-1-1,0 0,0 1,-1-1,1 1,0 0,-1-1,1 1,-1-1,0 1,0 0,0-1,0 1,-1 0,1-1,-1 1,1-1,-1 1,-1 0,-5 13,-1 0,-1-1,-1-1,0 1,-1-2,-1 1,0-2,0 1,-1-2,-1 0,-10 7,14-10,-20 15,-45 46,75-68,0-1,-1 1,1 0,0 0,-1-1,1 1,0 0,0-1,0 1,0 0,-1 0,1-1,0 1,0 0,1 0,-1 0,0-1,0 1,0 0,0-1,1 1,-1 0,0 0,1-1,-1 1,0 0,1-1,-1 1,1-1,-1 1,1 0,-1-1,1 1,0-1,-1 0,1 1,-1-1,1 1,0-1,0 0,-1 0,1 1,0-1,-1 0,1 0,0 0,0 0,-1 0,2 0,44 8,-43-8,130 3,48 5,-141 9,-36-7</inkml:trace>
  <inkml:trace contextRef="#ctx0" brushRef="#br1" timeOffset="71632.323">13090 2243,'16'-3,"12"0,11 0,7 0,5 2,3 0,2 0,-3 1,-5 0,-11 0</inkml:trace>
  <inkml:trace contextRef="#ctx0" brushRef="#br1" timeOffset="71903.625">13317 2015,'-6'16,"-3"14,0 11,2 11,5 4,4 5,4-1,4-5,0-10</inkml:trace>
  <inkml:trace contextRef="#ctx0" brushRef="#br1" timeOffset="78464.741">18946 2282,'5'0,"5"0,11 0,11 0,13 0,13 0,10 0,5 2,-1 4,-3 0,-8-1,-10 1,-15 0</inkml:trace>
  <inkml:trace contextRef="#ctx0" brushRef="#br1" timeOffset="78718.673">19000 2550,'13'7,"21"2,21-3,18-4,13-6,4-1,-5 0,-12 3,-19 2</inkml:trace>
  <inkml:trace contextRef="#ctx0" brushRef="#br1" timeOffset="79821.911">18972 1640,'7'4,"0"0,-1 1,1-1,-1 1,0 0,-1 1,1 0,-1-1,0 2,-1-1,1 1,-1-1,-1 1,1 0,-1 0,0 1,0 2,19 131,-22-140,-1 0,1 0,-1 1,1-1,0 0,0 0,-1 0,1 0,0 0,0 1,0-1,0 0,1 0,-1 0,0 0,0 0,1 1,-1-1,0 0,1 0,-1 0,1 0,0 0,-1 0,1 0,0 0,-1-1,1 1,0 0,0 0,0 0,0-1,0 1,0-1,0 1,0 0,0-1,0 0,0 1,0-1,0 0,0 1,1-1,-1 0,0 0,0 0,0 0,0 0,1 0,-1 0,0-1,9-7,-1-1,0 0,-1 0,0-1,0-1,-1 1,-1-1,0 0,0 0,0-4,4-4,41-73,-50 120,-2-22,-8 97,9-100,0 1,1-1,0 1,0-1,0 1,0-1,0 0,1 1,0-1,-1 0,1 0,0 0,0 0,1 0,-1-1,1 1,-1-1,1 1,0-1,0 0,0 0,0 0,0-1,0 1,1-1,-1 0,2 1,1 0,1-1,-1 1,1-1,0-1,-1 1,1-1,0 0,-1-1,1 1,-1-1,1-1,0 1,-1-1,0 0,0-1,1 0,-1 1,-1-2,1 1,0-1,-1 0,0 0,0 0,0-1,0 0,-1 0,0 0,0 0,0-1,-1 0,2-2,-4-13,-13 30,11-7,0 0,0 0,0 0,1 0,-1 0,1 0,-1 0,1 0,0 0,0 0,-1 0,2 0,-1 1,0-1,0 0,1 0,-1 0,1 0,-1 0,1 0,0 0,0-1,0 1,0 0,0 0,0 0,1-1,-1 1,1-1,-1 1,1-1,-1 0,1 1,0-1,0 0,-1 0,1 0,0 0,2 0,1 1,0 0,0 0,0 0,0-1,1 0,-1 0,0 0,1-1,-1 0,1 0,-1 0,0 0,1-1,-1 0,2-1,-4 1,0 0,0-1,0 1,0-1,0 0,0 0,-1 0,1 0,-1 0,0-1,1 1,-1-1,0 1,0-1,-1 0,1 0,-1 0,1 0,-1 0,0 0,0 0,0 0,-1-1,1 1,-1 0,1 0,-1-1,0 1,-1 0,1-1,0 1,-1 0,0 0,-1-4,1 3,0 0,0 0,0 0,-1 0,0 0,0 1,0-1,0 0,-1 1,1 0,-1-1,0 1,0 0,0 0,0 1,-1-1,1 1,-1-1,1 1,-1 0,0 1,0-1,0 1,0-1,0 1,0 0,-3 0,3 1,0 0,0 0,0 0,0 1,0-1,0 1,0 0,0 0,1 0,-1 1,0-1,0 1,1 0,-1 0,1 0,0 1,0-1,0 1,0 0,0 0,0 0,1 0,-1 0,1 0,0 1,0-1,0 1,1-1,-1 1,1 0,0 0,0 0,0 0,0 0,1 0,0 0,-1 0,2 0,-1 0,0 0,1 0,0 0,-1 0,2 0,-1-1,1 2,13 14</inkml:trace>
  <inkml:trace contextRef="#ctx0" brushRef="#br1" timeOffset="80156.503">19869 1427,'2'-112,"6"126,-1 36,-1 1,-3-1,-2 1,-5 42,3-71,-2 24,6 128,-3-169,1-1,0 1,0-1,0 1,0-1,1 1,-1-1,1 0,1 0,-1 0,0 0,1 0,0 0,0-1,0 1,0-1,0 0,1 0,0 0,-1-1,1 1,0-1,0 0,0 0,1 0,-1 0,0-1,1 0,-1 0,5 1,0-1,0-1,0 0,0 0,0-1,0 0,0-1,0 1,0-2,0 1,3-3,18-8</inkml:trace>
  <inkml:trace contextRef="#ctx0" brushRef="#br1" timeOffset="80357.26">19748 1547,'5'-2,"14"-1,23 0,25 1,23 0,15 1,-11 1</inkml:trace>
  <inkml:trace contextRef="#ctx0" brushRef="#br1" timeOffset="81352.682">20911 959,'0'163,"-18"1058,-6-741,-28 1018,43-1274,-10-162,19-60,-1-1,0 1,1-1,-1 1,0-1,0 1,0-1,0 0,0 0,0 1,0-1,-1 0,1 0,0 0,-1 0,1 0,0 0,-1-1,1 1,-1 0,0-1,1 1,-1-1,1 0,-1 1,0-1,1 0,-1 0,0 0,1 0,-1 0,0-1,1 1,-1 0,-1-1,1 0,0-1,1 1,-1-1,0 1,1-1,-1 1,1-1,-1 0,1 0,0 0,-1 0,1 0,0 0,0 0,1 0,-1 0,0-1,1 1,-1 0,1 0,0-1,0 1,0 0,0-1,-1-20</inkml:trace>
  <inkml:trace contextRef="#ctx0" brushRef="#br1" timeOffset="87415.612">22930 1079,'31'390,"-8"918,-24-1066,-10 139,-21 30,26-320,-17 112,2-128,23-88,-5 2</inkml:trace>
  <inkml:trace contextRef="#ctx0" brushRef="#br1" timeOffset="85884.348">21674 3365,'15'153,"-8"-86,27 159,-34-225,-1 0,1 0,0 0,0 0,0 0,0 0,0 0,0 0,0 0,1 1,-1-1,0 0,0 0,1-1,-1 1,1 0,-1 0,1 0,-1 0,1 0,0 0,-1-1,1 1,0 0,-1 0,1-1,0 1,0 0,0-1,0 1,0-1,0 0,0 1,0-1,0 0,0 1,0-1,0 0,0 0,0 0,0 0,0 0,0 0,0 0,0 0,0 0,0 0,0-1,0 1,0 0,0-1,0 1,0-1,0 1,-1-1,1 0,0 1,0-1,0 0,-1 1,1-1,0 0,-1 0,1 0,11-16,0-1,-2 0,0-1,-1 0,-1-1,-1 0,-1 0,0 0,-2-1,-2 14,43-178,-39 172,-6 31,-3 14,0 1,1 0,1 0,2 0,1 1,2 3,18 18,-21-54,0 0,0 1,0-1,0 0,0 0,1 0,-1 0,0 0,0 0,1 0,-1 0,0-1,1 1,-1 0,1-1,-1 1,1-1,-1 0,1 1,0-1,-1 0,1 0,-1 0,1 0,-1 0,1-1,-1 1,1 0,0-1,-1 1,0-1,1 1,-1-1,1 0,-1 0,1 0,7-6,-1-1,1 0,-1-1,-1 0,0 0,0-1,-1 0,0 0,0 0,-2-1,1 0,-1 0,0-1,3-6,0 0,0-1,-2 0,0 0,-2 0,2-14,-6 34,1-1,0 0,0 0,0 1,-1-1,1 0,0 0,0 0,-1 0,1 0,0 1,0-1,-1 0,1 0,0 0,-1 0,1 0,0 0,0 0,-1 0,1 0,0 0,-1 0,1 0,0 0,-1 0,1 0,0 0,0 0,-1-1,1 1,0 0,0 0,-1 0,1 0,0-1,0 1,-1 0,1 0,0 0,0-1,0 1,0 0,-1 0,1-1,0 1,0 0,0 0,0-1,-9 20,1-1,1 1,1 1,0 0,2 0,0 0,1 0,2 0,0 1,0 2,0-13,-1 1,2-1,-1 1,1-1,1 1,0-1,1 1,0-1,0 0,1 0,0 0,1 0,0 0,0-1,1 1,1-1,0 0,6 7,8-2</inkml:trace>
  <inkml:trace contextRef="#ctx0" brushRef="#br1" timeOffset="86182.064">22301 3646,'4'-3,"-1"-1,1 1,0 0,0 0,1 0,-1 0,1 1,-1 0,1 0,0 0,-1 0,1 1,0 0,0 0,0 0,1 0,-1 1,0 0,0 0,1 1,-4 0,1 1,0 0,-1 0,1 0,-1 0,0 0,0 1,1-1,-2 1,1-1,0 1,0 0,-1-1,1 1,-1 0,0 0,0 0,0 0,-1 0,1 1,-1-1,1 0,-1 0,0 0,0 1,-1-1,1 0,0 0,-1 0,0 0,0 2,-34 165,24-132,2 1,2 0,1 1,2 4,3-38,1 0,-1 0,1 0,1 0,-1 0,1 0,0 0,1 0,-1 0,1 0,0-1,0 1,1-1,0 1,0-1,0 0,1 0,-1 0,17-4,-13-9</inkml:trace>
  <inkml:trace contextRef="#ctx0" brushRef="#br1" timeOffset="86452.435">22221 3900,'23'-2,"21"-4,16-2,15-5,8-2,-11 2</inkml:trace>
  <inkml:trace contextRef="#ctx0" brushRef="#br1" timeOffset="84391.327">21419 2402,'2'38,"1"0,2 0,2 0,1-1,2 0,1 0,16 32,12-1,-38-68,0 0,1 0,-1 0,0 0,0 0,1-1,-1 1,0 0,1-1,-1 1,0-1,0 1,0-1,1 1,-1-1,0 0,0 1,0-1,0 0,0 0,0 0,0 0,-1 0,1 0,0 0,0 0,-1 0,1-1,-1 1,1 0,-1 0,1-1,-1 1,0 0,0 0,0-1,1 1,-1 0,0-1,-1 1,1 0,0-1,0 1,0-2,42-223,-31 172,-7 117,-4-40,-1-14,0 0,1 0,0 0,0 0,1 0,1-1,-1 1,1 0,1-1,0 1,2 4,-4-11,0 0,0-1,0 1,1-1,-1 1,0-1,1 1,-1-1,1 0,-1 1,1-1,0 0,0 0,-1 0,1-1,0 1,0 0,0-1,0 1,0-1,0 0,0 1,0-1,0 0,0 0,0-1,0 1,0 0,0-1,0 1,0-1,0 1,0-1,0 0,3-1,0-1,0 0,0 1,-1-2,1 1,-1 0,0-1,0 0,0 0,0 0,-1-1,0 1,9-17,-2 0,0 0,-1-1,-2 0,0-1,-1 0,0-10,-5 31,-12 44,2 0,3 1,1 0,1 0,3 0,2 0,1 3,-1-41,0 0,0 0,0 0,0-1,1 1,0 0,0-1,0 1,1-1,-1 1,1-1,0 0,0 0,0-1,1 1,0-1,-1 1,2-1,14 8</inkml:trace>
  <inkml:trace contextRef="#ctx0" brushRef="#br1" timeOffset="84936.168">22007 2644,'188'-14,"-139"21,-48-7,0 0,0 1,0-1,0 1,0-1,0 1,0-1,0 1,-1-1,1 1,0 0,0-1,0 1,-1 0,1 0,0 0,-1-1,1 1,-1 0,1 0,-1 0,1 0,-1 0,0 0,1 0,-1 0,0 0,0 0,0 1,0-1,0 0,0 0,0 0,0 0,0 0,0 0,-1 0,1 0,0 0,-1 0,1 0,-1 0,-3 5,0 0,0 0,0-1,-1 1,0-1,0 0,0-1,-1 1,1-1,-1 0,0-1,-6 3,-30 24,42-30,0 1,0 0,0 0,0 0,0-1,0 1,0 0,0 0,0 0,1-1,-1 1,0 0,1 0,-1-1,0 1,1 0,-1-1,1 1,-1 0,1-1,-1 1,1-1,0 1,-1-1,1 1,-1-1,1 1,0-1,0 0,-1 1,1-1,0 0,0 1,-1-1,1 0,0 0,0 0,0 0,-1 0,1 0,0 0,0 0,0 0,-1 0,2-1,4 3,2 1,0 0,0 1,0 0,-1 0,1 1,-1 0,0 0,0 1,-1 0,3 3,-6-7,-1 1,0 0,0 0,0 0,0 0,-1 0,1 0,-1 0,1 1,-1-1,0 0,-1 1,1-1,-1 1,1-1,-1 1,0-1,0 1,-1-1,1 1,-1-1,1 1,-1-1,0 1,-1-1,1 0,-1 2,-6 6,0-1,0 0,-1 0,0 0,-1-1,0-1,0 0,-1 0,0-1,0 0,-1-1,0 0,0-1,0-1,-1 0,-5 1,15-4,0 0,1 1,-1-1,0 0,0 0,0-1,-1 1,1-1,0 1,0-1,0 0,0 0,0 0,0-1,0 1,-1-1,1 0,0 0,1 0,-4-1,6-11,5 8</inkml:trace>
  <inkml:trace contextRef="#ctx0" brushRef="#br1" timeOffset="82573.451">21299 1360,'4'1,"-1"-1,1 1,0 0,0 0,0 0,0 1,-1-1,1 1,-1 0,1 0,-1 0,0 1,0-1,0 1,0-1,0 1,0 0,-1 0,1 0,-1 1,0-1,0 1,0-1,-1 1,1-1,-1 1,0 0,0 0,0 1,7 22,-2 1,0 0,-2 0,-1 1,-1-1,-3 29,2-25,1-6,11-36,69-206,-73 198,-9 18,0 0,0 1,0-1,0 0,0 0,0 0,0 1,0-1,1 0,-1 0,0 0,0 0,0 0,0 1,0-1,0 0,0 0,1 0,-1 0,0 0,0 0,0 0,0 1,1-1,-1 0,0 0,0 0,0 0,0 0,1 0,-1 0,0 0,0 0,0 0,0 0,1 0,-1 0,0 0,0 0,0 0,1 0,-1 0,0 0,0 0,0 0,0-1,0 1,1 0,-1 0,0 0,-20 175,20-173,0 0,0 0,1 0,-1-1,0 1,1 0,0 0,-1-1,1 1,0-1,0 1,0-1,0 1,0-1,0 1,1-1,-1 0,0 0,1 1,-1-1,1 0,-1 0,1-1,-1 1,1 0,0 0,-1-1,1 1,0-1,0 1,-1-1,1 0,0 0,0 0,0 0,-1 0,1 0,0 0,0-1,-1 1,1-1,0 1,0-1,-1 0,1 1,-1-1,1 0,0 0,-1 0,0 0,1 0,-1-1,1 0,8-6,-1 0,0-1,0 0,-1-1,0 1,-1-2,0 1,-1-1,0 0,0 0,-1-1,-1 1,0-1,-1-1,0 1,-1 0,0-3,-1-8,-1 23,0 0,-1 1,1-1,0 0,0 0,0 0,-1 0,1 0,0 1,0-1,0 0,-1 0,1 0,0 0,0 0,-1 0,1 0,0 0,0 0,-1 0,1 0,0 0,0 0,-1 0,1 0,0 0,0 0,-1 0,1 0,0 0,0 0,0 0,-1-1,1 1,0 0,0 0,0 0,-1 0,1-1,0 1,0 0,0 0,0 0,-1 0,1-1,0 1,0 0,0 0,0-1,0 1,0 0,0 0,0-1,0 1,0 0,0 0,0-1,0 1,0 0,0 0,0-1,0 1,0 0,-5 10,1 0,1 0,-1 0,2 1,-1 0,1-1,1 1,0 0,1 0,0 6,0-11,-1 2,0 0,0 0,1 0,1-1,-1 1,1 0,1 0,-1-1,1 1,1 0,-1-1,1 0,0 0,1 0,0 0,0 0,0-1,1 1,0-1,0 0,1-1,0 1,4 2,18 7</inkml:trace>
  <inkml:trace contextRef="#ctx0" brushRef="#br1" timeOffset="83305.152">21968 1681,'9'-3,"1"0,0 1,0 1,0 0,0 0,0 1,0 0,0 1,0 0,0 0,0 1,0 1,0-1,-1 2,0-1,5 3,-12-4,0-1,0 1,-1-1,1 1,-1 0,1-1,-1 1,0 0,0 0,0 0,0 0,0 0,0 0,0 0,-1 1,1-1,-1 0,1 0,-1 0,0 1,0-1,0 0,0 0,0 1,-1-1,1 0,-1 0,1 0,-1 0,0 1,-1 1,-40 58,-69 48,110-109,1-1,-1 1,1-1,-1 1,0 0,1-1,-1 1,1 0,-1-1,1 1,0 0,-1 0,1-1,0 1,-1 0,1 0,0 0,0 0,0 0,0-1,0 1,0 0,0 0,0 0,0 0,0 0,0-1,0 1,1 0,-1 0,0 0,1-1,-1 1,1 0,-1 0,1-1,-1 1,1 0,-1-1,1 1,0 0,-1-1,1 1,0-1,-1 1,1-1,0 0,0 1,0-1,-1 0,1 1,0-1,49 8,237-19,-247 9</inkml:trace>
  <inkml:trace contextRef="#ctx0" brushRef="#br1" timeOffset="104782.901">15911 5825,'16'5,"8"12,3 15,3 16,0 13,2 13,3 6,1 2,5-2,1-6,1-8,2-11,-2-12,-4-15,-8-10</inkml:trace>
  <inkml:trace contextRef="#ctx0" brushRef="#br1" timeOffset="105058.921">16259 5905,'-7'9,"-6"12,-11 14,-10 17,-8 16,-7 11,-3 9,-1 3,8-5,10-8,12-17</inkml:trace>
  <inkml:trace contextRef="#ctx0" brushRef="#br1" timeOffset="105626.318">16660 6453,'-2'6,"-1"0,1 0,0 0,1 1,-1-1,1 0,0 1,1-1,0 0,0 1,0-1,1 0,0 1,0-1,0 0,1 1,0-1,0 0,1-1,-1 1,1 0,1-1,-1 1,1-1,0 0,0 0,0 0,1-1,0 0,4 4,1-3,0 0,0 0,0-1,0 0,1-1,0-1,0 1,0-2,0 1,0-1,0-1,0 0,0-1,0 0,0-1,0 0,-1 0,1-1,0-1,-1 0,0 0,0-1,0 0,6-5,-10 5,-1-1,0 1,0-1,-1 0,1 0,-2 0,1-1,0 1,-1-1,0 0,-1 0,0 0,0-1,0 1,-1 0,0-1,-1 1,1-1,-1 0,0 3,0 1,-1 0,1-1,-1 1,0-1,0 1,0 0,-1-1,1 1,-1 0,0 0,0 0,-1 0,1 1,-1-1,0 0,0 1,0 0,0 0,0 0,-1 0,1 0,-1 1,0 0,0-1,0 1,0 1,0-1,-1 1,1-1,0 1,-1 0,-7 1,0 0,0 0,0 1,0 0,0 1,0 1,0 0,1 0,-1 1,1 1,0 0,0 0,1 1,-6 4,-48 28</inkml:trace>
  <inkml:trace contextRef="#ctx0" brushRef="#br1" timeOffset="102338.041">13384 5945,'14'21,"11"13,8 8,8 5,3 5,4 2,0 1,-1-2,-1-3,-5-4,-7-4,-6-8,-7-9,-5-9</inkml:trace>
  <inkml:trace contextRef="#ctx0" brushRef="#br1" timeOffset="102591.65">13746 5905,'-18'16,"-13"16,-6 17,-3 14,0 9,3 9,3 4,2-1,8-15</inkml:trace>
  <inkml:trace contextRef="#ctx0" brushRef="#br1" timeOffset="103246.003">14107 6400,'12'0,"-8"-1,-1 0,1 0,-1 1,1 0,-1-1,1 1,-1 1,1-1,0 0,-1 1,1 0,-1-1,0 2,1-1,-1 0,0 1,1-1,-1 1,0 0,0 0,-1 0,1 0,0 1,-1-1,1 1,-1 0,0-1,0 1,0 0,0 0,0 0,0 1,-2 6,-1 0,0 0,0-1,-1 1,0 0,-1-1,0 1,0-1,-1 0,0 0,-1-1,0 1,0-1,-1 0,0 0,0-1,-1 0,0 0,-3 2,-100 104,110-112,-1 0,1 0,0 0,0 0,0 0,0 0,-1 0,1 0,0 0,1 0,-1 0,0 0,0 0,0 0,1 0,-1 0,0 0,1 0,-1-1,1 1,-1 0,1 0,-1 0,1 0,0-1,-1 1,1 0,0-1,0 1,-1-1,1 1,0 0,0-1,0 0,0 1,0-1,0 0,0 1,0-1,0 0,0 0,0 0,0 0,0 0,0 0,0 0,0 0,-1 0,1 0,0 0,0-1,0 1,1-1,188-3,-107-2,26 1,-67 4</inkml:trace>
  <inkml:trace contextRef="#ctx0" brushRef="#br1" timeOffset="103619.028">14682 5932,'6'16,"8"12,7 10,8 6,7 4,7 4,8 3,4 2,1 1,-1-1,-8-3,-7-7,-12-6,-6-8,-9-10</inkml:trace>
  <inkml:trace contextRef="#ctx0" brushRef="#br1" timeOffset="103866.804">15096 5986,'-2'20,"-8"16,-9 14,-12 11,-13 9,-10 7,-7 1,-2-4,4-4,11-11,13-12,13-15</inkml:trace>
  <inkml:trace contextRef="#ctx0" brushRef="#br1" timeOffset="104158.435">15444 6413,'0'2,"-3"6,-2 10,-1 11,-2 11,1 8,2 7,3 2,3-2,0-10</inkml:trace>
  <inkml:trace contextRef="#ctx0" brushRef="#br1" timeOffset="100571.481">10871 5958,'6'1,"0"-1,0 1,1 0,-1 1,0 0,-1 0,1 0,0 0,0 1,-1 0,0 0,0 1,1-1,-2 1,1 0,0 1,-1-1,0 1,0 0,1 2,5 7,0 1,-1 0,-1 1,-1 0,0 1,2 9,2 13,-2 1,-2-1,1 30,-2-18,7-131,-8 41,33-138,-38 176,0 0,0 0,0 0,0 0,0 0,0 0,0 0,0 0,1 0,-1 0,0 0,0 1,1-1,-1 0,1 0,-1 0,1 0,-1 1,1-1,-1 0,1 0,0 1,-1-1,1 1,0-1,-1 0,1 1,0 0,0-1,0 1,0-1,0 1,-1 0,1 0,0-1,0 1,0 0,0 0,0 0,0 0,0 0,0 0,0 0,0 0,0 1,-1-1,1 0,0 0,0 1,0-1,0 1,0-1,-1 1,1-1,0 1,0 0,44 129,9 32,-54-161,0 0,0 0,0 0,0 0,0 0,0 0,0-1,0 1,0 0,1 0,-1 0,0 0,0 0,1 0,-1-1,1 1,-1 0,1 0,-1-1,1 1,-1 0,1 0,0-1,-1 1,1-1,0 1,-1-1,1 1,0-1,0 1,0-1,0 0,-1 1,1-1,0 0,0 0,0 1,0-1,0 0,0 0,0 0,-1 0,1 0,0-1,0 1,0 0,0 0,0 0,0-1,0 1,-1-1,1 1,0 0,0-1,-1 0,1 1,0-1,-1 1,1-1,10-18,-2 0,0 0,-1-1,-1 0,-1 0,0-1,1-16,-5 26,38-172,-35 208,-6 48,-1-46,1 0,2 0,0 0,2 0,1-1,1 1,1-1,5 11,-8-30,0-1,0 0,1 0,-1 0,1 0,1 0,-1-1,1 0,0 0,0 0,1-1,1 2,13 6</inkml:trace>
  <inkml:trace contextRef="#ctx0" brushRef="#br1" timeOffset="100897.869">11727 6426,'0'-1,"0"0,0 0,0 0,0 0,0 0,0 0,0 0,0 0,0 0,1 0,-1 0,0 0,1 0,-1 0,1 0,-1 1,1-1,0 0,-1 0,1 0,0 1,-1-1,1 0,0 1,0-1,0 0,-1 1,1-1,0 1,0 0,0-1,0 1,0 0,0-1,0 1,0 0,0 0,0 0,0 0,0 0,0 0,0 0,0 0,0 1,0-1,0 0,0 0,0 1,0-1,0 1,0-1,0 1,0-1,-1 1,1 0,0-1,0 1,-1 0,1 0,0-1,-1 1,1 0,-1 0,1 0,4 9,0-1,-1 2,0-1,-1 0,0 1,-1-1,0 1,0 0,-1 0,-1 0,0 0,0-1,-1 1,0 0,-1 0,-1 0,1-1,-2 0,1 1,-1-1,-1 0,0-1,-5 8,-25 49,35-65,0 0,1 0,-1 0,0 0,1 0,0 0,-1 0,1 0,-1-1,1 1,0 0,0 0,0 0,-1-1,1 1,0-1,0 1,0 0,0-1,0 1,0-1,0 0,0 1,0-1,0 0,0 0,0 0,1 0,-1 0,0 0,0 0,0 0,0 0,0 0,0 0,0-1,0 1,0 0,0-1,0 1,0-1,0 1,132-25,-84 13</inkml:trace>
  <inkml:trace contextRef="#ctx0" brushRef="#br1" timeOffset="101361.686">12195 6119,'11'2,"13"1,14 2,14 3,10 0,5 0,3 2,-4 1,-11 1,-14 1,-15-2</inkml:trace>
  <inkml:trace contextRef="#ctx0" brushRef="#br1" timeOffset="101624.971">12289 6426,'13'3,"14"0,16 0,12-1,8 0,3-1,-2 0,-11-1</inkml:trace>
  <inkml:trace contextRef="#ctx0" brushRef="#br1" timeOffset="111450.088">11660 6520,'0'-2,"2"-1,1-2,5 0,5-2,5-2,6-1,4-2,-3 2</inkml:trace>
  <inkml:trace contextRef="#ctx0" brushRef="#br1" timeOffset="117077.915">9855 7724,'1'-1,"-1"0,0 0,1 0,-1 0,0 0,1 0,0 0,-1 0,1 0,-1 1,1-1,0 0,0 0,-1 1,1-1,0 1,0-1,0 0,0 1,0 0,-1-1,1 1,0-1,0 1,0 0,0 0,0 0,1-1,-1 1,0 0,0 0,0 0,0 1,0-1,0 0,1-1,12-3,1 0,-1 1,1 0,0 1,-1 0,1 2,0 0,0 0,0 1,0 1,-1 1,1 0,-1 0,0 2,1 0,-2 0,10 6,-19-8,0 0,-1 0,1 1,-1-1,0 1,0-1,-1 1,1 0,-1 0,1 0,-1 0,-1 1,1-1,-1 1,1-1,-1 1,0-1,-1 1,1 0,-1-1,0 1,0 0,-1-1,1 1,-1 0,0-1,0 1,0-1,-1 1,-1 2,-4 9,-1 0,0 0,-2-1,1 0,-2 0,0-1,-7 6,-136 127,123-111,31-35,-1-1,1 1,-1 0,1 0,-1 0,1-1,0 1,0 0,-1 0,1 0,0 0,0 0,0 0,0-1,0 1,0 0,0 0,0 0,0 0,0 0,0 0,1 0,-1-1,0 1,1 0,-1 0,1 0,-1-1,1 1,-1 0,1 0,-1-1,1 1,0 0,-1-1,1 1,0-1,-1 1,1-1,0 1,0-1,0 0,-1 1,1-1,0 0,0 0,0 1,16 2,-1 0,1-1,0 0,-1-2,1 0,15-2,5 1,254-13,-248 12</inkml:trace>
  <inkml:trace contextRef="#ctx0" brushRef="#br1" timeOffset="117769.084">10817 7883,'3'3,"4"0,7 2,7 1,7-2,6 0,3-2,3-1,1 0,0-1,-4 2,-4 3,-7 3,-9 0</inkml:trace>
  <inkml:trace contextRef="#ctx0" brushRef="#br1" timeOffset="117968.714">10924 8098,'23'4,"17"2,12 0,7-2,2 0,1-2,-5-1,-11-1</inkml:trace>
  <inkml:trace contextRef="#ctx0" brushRef="#br1" timeOffset="118468.749">11821 7857,'-8'6,"1"1,0-1,0 1,1 1,0-1,0 1,1 0,0 1,1-1,-1 1,2 0,-1 0,1 0,0 0,1 1,0-1,1 1,0-1,0 1,1 0,0-1,1 1,0 0,2 4,0-5,0 0,1 0,0-1,1 1,0-1,0 0,1 0,0-1,1 1,-1-2,1 1,1 0,5 3,-8-7,-1 0,1 0,0 0,0-1,0 1,0-1,0-1,0 1,1-1,-1 0,0 0,1 0,-1-1,1 0,-1 0,1 0,-1-1,1 1,-1-1,0-1,1 1,-1-1,0 0,4-2,-2 0,1-1,-1 0,0 0,0-1,-1 0,1 0,-1 0,-1-1,1 0,-1 0,0-1,-1 1,0-1,0 0,-1 0,0 0,0-1,-1 1,0-1,0 1,-1-1,0 0,0 1,-1-1,-1 0,1 0,-2 0,1 1,-1-1,0 1,-1-1,0 1,0 0,-1-1,-1-1,-1-1,0 1,-1 0,0 0,-1 1,0 0,0 1,-1 0,0 0,0 0,-1 1,0 1,-5-3,10 6,-1 0,1 0,-1 1,0 0,0 0,0 1,0 0,0 0,-1 0,1 0,0 1,0 0,-1 1,1-1,0 1,0 0,0 1,0 0,0-1,0 2,0-1,0 1,1 0,0 0,-1 1,0 0,-1 2,1 0,0 0,0 1,0-1,1 1,0 0,1 1,-1-1,2 1,-1 0,1 0,0 0,0 1,1-1,0 0,1 1,0 0,0-1,1 1,0 0,0-1,1 1,1 0,-1-1,1 1,0-1,1 0,0 0,1 0,0 2,16 23</inkml:trace>
  <inkml:trace contextRef="#ctx0" brushRef="#br1" timeOffset="118855.002">12302 8044,'-1'-24,"1"-1,2 0,0 1,2 0,0 0,2 0,0 0,10-21,-16 46,0-1,1 1,-1 0,0-1,0 1,0 0,1-1,-1 1,0-1,1 1,-1-1,0 1,1 0,-1-1,1 1,-1-1,1 0,-1 1,1-1,-1 1,1-1,0 0,-1 1,1-1,-1 0,1 0,0 0,-1 1,1-1,0 0,-1 0,1 0,0 0,-1 0,1 0,0 0,-1 0,1 0,0-1,-1 1,1 0,-1 0,1-1,0 1,-1 0,1-1,-1 1,1 0,-1-1,1 1,-1-1,1 1,-1-1,1 1,-1-1,0 1,1-1,-1 1,0-1,1 0,-1 1,0-1,0 0,0 1,1-1,-1 0,4 20,-1 0,0 1,-1-1,-1 1,-1 0,-1-1,-1 1,0 0,0 0,-4 124,6-141,1 0,-1 0,1 0,0-1,0 1,0 0,0 0,1 0,-1-1,0 1,1-1,0 1,0-1,0 0,0 1,0-1,0 0,1 0,-1-1,0 1,1 0,1 0,14 5</inkml:trace>
  <inkml:trace contextRef="#ctx0" brushRef="#br3" timeOffset="130636.527">11901 7656,'-5'-1,"0"0,0 1,-1-1,1 1,0 1,0-1,0 0,0 1,0 0,0 1,0-1,0 1,1-1,-1 2,0-1,1 0,0 1,-1 0,1 0,0 0,1 0,-1 1,-1 1,-6 8,0 0,0 1,1 0,1 1,1 0,-3 6,2 3,1 0,1 0,1 1,1 0,1 0,2 0,0 1,2-1,0 0,2 1,1-1,1 0,1 0,1-1,1 1,1-1,2-1,0 1,1-2,2 0,3 4,-10-16,0 0,1-1,0 0,1 0,0-1,0 0,1 0,5 2,-12-7,2-1,-1 0,0-1,0 1,1 0,-1-1,0 0,1 0,0 0,-1 0,1 0,0-1,-1 0,1 0,0 0,-1 0,1 0,0-1,-1 1,1-1,-1 0,1 0,-1-1,1 1,-1-1,0 1,1-1,-1-1,8-7,0-1,-1-1,0 0,-1 0,0-1,-1 0,-1 0,0-1,-1 0,0-1,-1 1,-1-1,0 0,-1 0,-1 0,0 0,-1-14,4-27,-4-1,-1 1,-3 0,-3-1,-2 1,-14-51,20 98,1 0,-1 0,0 0,-1 0,0 1,-1-1,0 1,0 0,0 0,-1 0,-1 0,1 1,-1 0,0 0,-1 1,1 0,-5-3,8 8,0 0,0 0,0 0,0 1,0 0,0-1,0 1,-1 0,1 0,0 1,0-1,0 1,0-1,0 1,0 0,0 0,0 1,0-1,1 0,-1 1,0 0,1 0,-1-1,1 2,0-1,-3 2,-51 66,41-46,1 1,0 1,2 0,1 0,2 1,0 1,2 0,1 0,1 0,1 1,2-1,0 1,3 0,0 1,0-14,2-1,-1 1,2-1,0 1,1-1,0-1,2 1,-1-1,2 0,0 0,0-1,1 0,1 0,0-1,1-1,0 0,1 0,0-1,1 0,0-1,0-1,6 3,-16-10,-1 0,1-1,0 1,0 0,0-1,0 0,0 1,0-1,0 0,0-1,0 1,-1 0,1-1,0 0,0 1,0-1,0 0,-1-1,1 1,0 0,-1-1,1 1,-1-1,0 0,0 0,1 0,-1 0,0 0,0-1,46-76,-36 50,-1 0,-1-1,-1-1,-2 1,-1-1,-2 0,-1-1,-1 1,-2-1,-1 1,-1-1,-2 1,-1 0,-1 0,-2 1,-1-1,-2 2,-8-18,12 34,0 0,-1 1,0 0,-1 0,0 1,-1 1,-7-7,14 14,1 1,-1-1,0 1,0-1,-1 1,1 0,0 0,-1 1,1-1,-1 1,0-1,1 1,-1 0,0 1,0-1,1 1,-1-1,0 1,0 0,0 1,0-1,1 1,-1-1,0 1,0 0,1 1,-1-1,1 0,-1 1,-2 2,-4 6,0 0,1 1,0 0,1 0,0 1,1 0,1 1,0-1,0 1,1 0,1 1,0-1,-2 14,-7 30,3 0,2 0,2 1,3 0,3 1,4 30,-3-69,1 1,1-1,1 0,0 0,2 0,0 0,-4-15,-1 0,2-1,-1 1,0-1,1 1,0-1,0 0,0 0,0 0,1 0,0-1,-1 0,1 1,1-1,-1 0,0-1,1 1,-1-1,1 0,0 0,0-1,-1 1,1-1,0 0,0 0,3 0,0-1,0-1,0 1,0-1,0-1,0 0,-1 0,1 0,0-1,-1 0,0 0,0-1,0 0,0 0,0-1,-1 0,0 0,0 0,3-4,2-3,0-1,0 0,-2 0,0-1,0 0,-1-1,-1 0,3-9,1-13,-2 0,-1-1,-2-1,-2 1,-2-1,-1 1,-2-1,-1 0,-8-33,6 37,-1 0,-2 1,-1 1,-2-1,-2 1,-10-21,21 51,0-1,0 1,0 0,-1 0,1 0,-1 0,0 0,0 1,0-1,0 0,-1 1,1-1,0 1,-1 0,0 0,0 0,1 0,-1 1,0-1,0 1,-1-1,1 1,0 0,0 0,-1 1,1-1,0 1,-1-1,1 1,0 0,-1 1,1-1,-1 0,1 1,0 0,0 0,-1 0,1 0,0 0,0 1,-8 7,0 1,1 0,0 1,0 0,2 1,-1 0,2 0,-1 1,2 0,0 0,0 1,1 1,-16 40,2 1,4 0,1 1,3 1,0 29,3-12</inkml:trace>
  <inkml:trace contextRef="#ctx0" brushRef="#br3" timeOffset="135754.65">15965 5571,'228'10,"203"6,-412-19,-42-3,-166-14,-1 9,-128 10,294 1,58 7,160 2,45-10,34-12,-240 8,-34 5,1 0,0 0,0-1,0 1,-1 0,1 0,0-1,0 1,0 0,0-1,-1 1,1 0,0 0,0-1,0 1,0 0,0-1,0 1,0 0,0 0,0-1,0 1,0 0,0-1,0 1,0 0,0-1,0 1,0 0,1 0,-1-1,0 1,0 0,0-1,0 1,1 0,-1 0,0 0,0-1,0 1,1 0,-1 0,0 0,0-1,1 1,-1 0,-156-24,102 19,4 0,-329-25,320 37,59-7,0 0,-1 1,1-1,0 0,-1 1,1-1,0 0,0 1,-1-1,1 1,0-1,0 0,0 1,-1-1,1 1,0-1,0 1,0-1,0 0,0 1,0-1,0 1,0-1,0 1,0-1,0 1,0-1,1 0,-1 1,0-1,0 1,0-1,1 0,-1 1,0-1,0 1,1-1,-1 0,0 1,1-1,-1 0,0 0,1 1,-1-1,0 0,1 0,-1 1,1-1,-1 0,0 0,1 0,-1 0,1 0,-1 0,1 1,-1-1,1 0,-1 0,1-1,13 7,0-1,1 0,0-2,0 0,0 0,0-1,4-1,-5 1,73 6,0-4,0-4,1-3,48-10,-42-9,-93 22,-1 0,1 0,-1 0,1 0,0-1,-1 1,1 0,0 0,-1 0,1 0,0-1,-1 1,1 0,-1-1,1 1,-1 0,1-1,-1 1,1-1,-1 1,1-1,-1 1,1-1,-1 1,0-1,1 1,-1-1,0 0,1 1,-1-1,0 1,0-1,0 0,0 1,0-1,0 0,0 1,0-1,0 0,0 1,0-1,0 0,0 1,0-1,-30-12,-22 7,1 1,-1 3,-18 3,17 0,2-1,-64-1,1 5,-51 11,111 0,53-15,1 1,0-1,-1 0,1 0,0 1,0-1,0 0,-1 0,1 1,0-1,0 0,0 1,-1-1,1 0,0 1,0-1,0 0,0 1,0-1,0 0,0 1,0-1,0 0,0 1,0-1,0 1,0-1,0 0,0 1,0-1,0 0,0 1,1-1,-1 0,0 1,0-1,0 0,1 0,-1 1,0-1,0 0,1 0,-1 1,0-1,0 0,1 0,-1 0,0 1,1-1,-1 0,0 0,1 0,-1 0,0 0,1 0,-1 0,1 0,-1 0,0 0,1 0,-1 0,0 0,1 0,-1 0,0 0,1 0,-1 0,25 4,-1-1,1 0,0-2,0-1,19-3,-8 2,166-9,141-27,-297 26,-51 7,-120-1,-479 6,556 4,57 3,156 10,-145-17,58 5,1-3,45-6,-77-8,-49 4,-5 4,0 0,0 0,0 1,-1 1,1-1,0 1,-1 0,1 1,-8 0,-3-1,-117-3,102 4</inkml:trace>
  <inkml:trace contextRef="#ctx0" brushRef="#br1" timeOffset="123121.068">13291 5598,'51'15,"4"-8,1-2,0-3,23-3,-19 1,203 4,-246-1,-48-1,-343-55,308 46,0 2,-53 5,101 3,18-3,0 0,0 1,0-1,0 0,0 0,0 0,0 0,0 0,0 0,1 1,-1-1,0 0,0 0,0 0,0 0,0 0,0 1,0-1,0 0,0 0,0 0,0 0,0 1,0-1,0 0,-1 0,1 0,0 0,0 0,0 1,0-1,0 0,0 0,0 0,0 0,0 0,0 0,-1 0,1 1,0-1,0 0,144 6,253-7,-383 1</inkml:trace>
  <inkml:trace contextRef="#ctx0" brushRef="#br3" timeOffset="133902.661">13452 5544,'48'8,"496"46,-524-51,-54-14,-130-17,-2 6,-101 3,246 19,56 11,55-2,1-3,0-5,-1-4,38-8,-106 10,-11 0,1 1,-1-1,0-1,0 0,0-1,0 0,0-1,5-2,-15 5,-1 1,0 0,0-1,1 1,-1-1,0 1,0-1,0 1,1-1,-1 1,0-1,0 0,0 1,0-1,0 1,0-1,0 1,0-1,0 1,-1-1,1 1,0-1,0 1,0-1,0 1,-1-1,1 1,0-1,-1 1,1 0,0-1,-1 1,1-1,0 1,-1 0,1-1,-1 1,1 0,-1 0,1-1,-1 1,1 0,-1 0,1 0,-1-1,1 1,-1 0,1 0,-1 0,1 0,-1 0,1 0,-1 0,1 0,-1 0,1 1,-1-1,-34-10,0 2,0 1,-1 2,0 1,-4 2,13 0,-120-8,-127 8,251 5,23-3,0 0,0 1,-1-1,1 1,0-1,0 1,0-1,0 1,0-1,1 1,-1-1,0 1,0-1,0 1,0-1,0 0,1 1,-1-1,0 1,0-1,1 0,-1 1,0-1,1 1,-1-1,0 0,1 0,-1 1,1-1,-1 0,0 0,1 1,-1-1,1 0,-1 0,1 0,-1 0,0 1,1-1,-1 0,1 0,-1 0,1 0,-1 0,1 0,-1-1,1 1,-1 0,1 0,46 11,0-2,0-2,1-2,0-3,2-1,-17 0,88 4,115-12,-211 4,-49-2,-442 3,202 19,221-2,48-7,91 9,-72-15,337 6,-152-7,-1013-28,778 27,21 3,17 1,57 12,0-4,1-2,32-2,-92-7,89 7,0-5,77-8,-120-7,-55 12,-1-1,1 1,-1 0,0-1,1 1,-1 0,0-1,0 1,1 0,-1-1,0 1,0-1,1 1,-1-1,0 1,0-1,0 1,0 0,0-1,0 1,0-1,0 1,0-1,0 1,0-1,0 1,0-1,0 1,0-1,0 1,-1-1,1 1,0 0,0-1,0 1,-1-1,1 1,0 0,-1-1,1 1,0 0,-1-1,1 1,0 0,-1-1,1 1,-1 0,1 0,-1 0,1-1,-1 1,1 0,0 0,-1 0,0 0,-27-14,-24 0,0 2,-1 1,0 4,0 1,-37 2,-44 4,125 6,24 0,167 9,7-6,-104-7</inkml:trace>
  <inkml:trace contextRef="#ctx0" brushRef="#br1" timeOffset="119305.697">12783 8031,'-2'10,"1"-1,1 1,0-1,0 1,1 0,0-1,1 1,0-1,0 1,1-1,0 0,0 0,1 0,1-1,-1 1,2-1,-1 0,1-1,0 1,0-1,1 0,0 0,0-1,1 0,0 0,0-1,0-1,0-1,0-1,0 1,1-2,-1 1,0-1,1 0,-1 0,1-1,-1 0,1-1,-1 0,1 0,-1-1,0 0,0-1,0 1,0-2,0 1,-1-1,1 0,-1-1,0 1,0-1,-1-1,1 1,-1-1,1-2,1 0,0 0,-1-1,0 0,0 0,-1-1,0 1,-1-2,0 1,-1 0,0-1,0 0,-1 0,-1 0,0 0,0-1,-1 1,0-1,-1 1,-1 0,-1-10,0 10,-1 1,0-1,-1 0,0 1,-1 0,0 0,-1 0,0 1,0 0,-1 0,0 0,-1 1,0 0,0 0,-1 1,1 0,-2 1,1 0,-1 0,0 1,0 0,0 1,-1 0,-8-2,14 6,-1-1,1 1,0 0,-1 0,1 0,-1 1,1 0,0 0,0 0,0 1,-1 0,1 0,1 0,-1 0,0 1,1 0,-1 0,1 0,0 0,0 1,0 0,0 0,-3 4,-3 5,0 1,1 1,0-1,2 1,-1 1,2 0,0 0,-18 55,5-4</inkml:trace>
  <inkml:trace contextRef="#ctx0" brushRef="#br3" timeOffset="132117.61">13051 7710,'-8'-1,"0"1,0 0,1 0,-1 1,0 0,1 1,-1 0,1 0,-1 0,1 1,0 0,0 0,0 1,1 0,-1 0,1 1,0 0,0 0,0 0,1 1,0-1,0 1,0 1,-3 5,-8 9,0 1,1 1,1 0,2 1,0 0,1 1,2 1,0-1,2 1,1 1,1-1,1 1,1 0,2 0,1 4,0-24,0 0,1 0,-1 0,2 1,-1-1,1-1,0 1,0 0,1 0,0-1,0 1,1-1,0 0,0 0,0 0,1-1,-1 1,1-1,1 0,-1-1,1 1,0-1,0 0,0-1,0 1,1-1,-1 0,8 1,-6-1,0 0,0-1,0 0,0 0,1-1,-1 0,1-1,-1 0,1 0,-1-1,0 0,1 0,-1-1,0 0,0-1,0 0,0 0,0 0,-1-1,1 0,-1-1,0 0,0 0,-1 0,0-1,0 0,0 0,0-1,-1 1,3-7,1-9,-1 0,-1-1,-1 0,-2 0,0-1,-1 0,-1 1,-2-1,0 0,-2-4,1-14,-1 1,-3 0,-1 0,-2 0,-2 1,-2 0,-6-13,-33-31,49 81,-1 1,1-1,-1 1,0 0,1 0,-1 0,0 0,0 1,0-1,-1 1,1-1,0 1,0 0,-1 1,1-1,-1 0,1 1,-1 0,1 0,-1 0,1 0,0 0,-1 1,1 0,-1 0,-2 1,-7 5,1 2,0-1,0 2,1 0,0 0,0 1,2 0,-1 0,1 1,1 1,0 0,1 0,0 0,1 1,1 0,0 0,0 5,-7 11,2 1,1 0,1 1,2-1,2 2,0-1,2 0,2 1,1-1,1 1,2-1,4 16,-6-39,-1 0,2-1,-1 0,1 1,1-1,-1 0,1 0,1-1,0 1,0-1,0 0,1 0,-1-1,2 0,-1 0,1 0,0-1,0 0,0 0,1 0,0-1,0-1,0 1,0-1,1-1,-1 1,1-1,-1-1,1 0,0 0,0-1,-1 0,1 0,0-1,0 0,2-1,-3-1,0-1,0 0,0 0,0-1,-1 0,1 0,-1-1,-1 1,1-2,-1 1,0-1,-1 0,1 0,-1 0,-1-1,1 0,-1 0,-1 0,2-6,3-9,-1 0,-1-1,-1 0,-1 0,-2 0,1-17,-2 7,-1 1,-2-1,-1 0,-1 1,-2 0,-2 0,-1 0,-1 1,-2 1,-3-5,14 33,0-1,0 1,0 0,0 0,-1 0,0 0,1 0,-1 0,0 0,-1 1,1-1,0 1,-1 0,1-1,-1 1,0 0,0 0,0 1,0-1,0 1,0-1,0 1,0 0,-1 0,1 0,0 1,-1-1,1 1,0 0,-1 0,1 0,-1 0,1 1,0-1,-1 1,0 0,-6 7,0 1,1 0,1 0,-1 1,1 0,1 0,0 1,0 0,1 0,1 1,0 0,0 0,1 0,-2 10,-10 28,3 0,2 0,2 1,2 0,0 39,7-75,0-1,1 1,0-1,1 1,1-1,1 1,0-1,0 0,3 4,-4-12,-1-1,1 0,0 1,1-1,-1 0,1-1,0 1,0-1,1 0,-1 0,1 0,0 0,0-1,0 0,0 0,1 0,-1 0,1-1,0 0,0-1,-1 1,1-1,4 0,-4 0,0-1,1 0,-1-1,0 0,1 0,-1 0,0-1,0 1,0-2,0 1,0-1,0 1,-1-2,1 1,-1-1,0 1,0-1,0-1,-1 1,1-1,-1 0,0 0,1-2,7-10,-1-1,0 0,-2-1,0 0,-1 0,3-13,2-11,-1 0,-3 0,-1-1,-2 0,-3-1,-1 1,-2-1,-3-10,2 42,-1-1,0 1,-1-1,0 1,-2 0,1 0,-5-6,8 15,-1 0,0 1,-1-1,1 1,-1-1,1 1,-1 0,0 0,0 0,-1 1,1-1,0 1,-1-1,1 1,-1 1,0-1,0 0,0 1,0 0,0-1,0 2,0-1,0 0,0 1,-1 0,-1 0,-6 3,0 0,-1 0,1 2,1-1,-1 2,1-1,0 2,0-1,0 1,1 1,1 0,-1 1,1-1,0 2,1-1,0 1,-3 6,-58 95,48-62</inkml:trace>
  <inkml:trace contextRef="#ctx0" brushRef="#br2" timeOffset="142422.882">8411 5865,'-2'16,"-1"12,5 8,8 7,10 3,8 1,11 1,8-1,2-1,1 0,-5 0,-5-2,-7-3,-9-7,-9-9</inkml:trace>
  <inkml:trace contextRef="#ctx0" brushRef="#br2" timeOffset="142670.045">8786 5945,'-16'21,"-10"13,-4 10,-3 4,0 4,2-1,1-2,3-5,2-5,3-7,5-9</inkml:trace>
  <inkml:trace contextRef="#ctx0" brushRef="#br2" timeOffset="142919.351">8224 6239,'9'5,"17"1,17-5,20-7,20-9,13-7,7-4,-3 0,-9 2,-14 3,-19 5</inkml:trace>
  <inkml:trace contextRef="#ctx0" brushRef="#br2" timeOffset="143307.887">8920 5692,'-25'-16,"0"1,-1 1,-1 2,0 0,0 2,-1 1,0 1,-1 2,0 0,0 2,0 2,0 0,0 2,0 1,-1 1,1 2,0 1,1 1,-1 1,1 2,1 1,0 1,0 1,1 1,1 2,0 0,-5 6,14-7,1 0,0 1,1 1,1 1,0 0,1 0,1 1,0 1,2 0,0 0,1 1,1 0,1 0,1 1,1 0,0 0,2 0,0 0,2 0,0 0,3 16,-1-12,2-1,0 0,1 0,2-1,0 1,2-1,0-1,2 0,0 0,2-1,0 0,1-1,1-1,1 0,1-2,0 1,1-2,17 12,-4-10,1 0,1-2,1-2,0-1,1-1,0-2,1-2,0-1,0-2,1-1,-1-2,1-1,0-3,-1 0,31-7,-46 6,-1 0,0-1,0-1,0 0,-1-2,0 0,0-2,-1 0,0-1,0 0,-1-2,-1 0,0-1,0 0,-2-1,1-1,-2-1,0 0,-1 0,-1-1,0-1,-1 0,3-9,-5 2,0 0,-2-1,-1 1,-2-1,0 0,-1 0,-2 0,-1 0,0 0,-2 0,-1 0,-2 1,0-1,-1 1,-2 1,0-1,-2 2,-1-1,0 2,-2-1,-1 2,0 0,-2 0,0 2,-1 0,-1 1,-1 1,0 1,-1 1,-1 0,0 2,-1 0,-1 2,1 1,-20-6,20 11,-1 1,1 0,-1 2,0 1,0 1,1 1,-1 1,0 1,1 1,0 1,0 1,0 1,1 1,0 1,0 1,1 1,0 1,1 0,-9 9,-63 60,18-1</inkml:trace>
  <inkml:trace contextRef="#ctx0" brushRef="#br2" timeOffset="144307.008">8439 9301,'6'16,"10"12,13 10,11 6,5 7,2 3,0 2,-4 3,-6-2,-8-2,-7-5,-6-11</inkml:trace>
  <inkml:trace contextRef="#ctx0" brushRef="#br2" timeOffset="144562.241">8840 9394,'-16'2,"-10"6,-7 8,-5 10,-1 10,0 8,2 6,2 3,6-1,5-4,4-8,5-11</inkml:trace>
  <inkml:trace contextRef="#ctx0" brushRef="#br2" timeOffset="144832.87">8171 9688,'13'3,"24"-3,22-4,25-10,18-6,10-4,3-1,-11 4,-15 6,-23 5</inkml:trace>
  <inkml:trace contextRef="#ctx0" brushRef="#br2" timeOffset="145180.775">9040 9274,'-29'-17,"-1"1,-1 2,0 1,-1 1,0 2,0 1,-1 2,-1 1,1 2,-1 1,1 1,-1 2,0 2,1 0,-1 3,1 1,0 1,-28 10,46-12,-1 1,1 0,0 1,0 1,1 0,0 1,0 1,1 0,0 1,1 0,0 1,1 0,0 1,1 0,1 0,0 2,1-1,0 1,1 0,1 0,0 1,1 0,0 4,-1 3,2 1,1-1,1 1,1-1,0 1,2-1,1 1,1-1,1 1,1-1,1-1,1 1,1-1,1 0,1 0,1-1,1-1,0 0,2-1,0 0,1-1,1 0,0-1,2-1,0-1,0-1,8 4,0-4,1-2,0 0,1-2,0-1,0-1,1-2,0-1,0-1,0-1,0-2,1-1,-1-1,1-2,-1 0,0-3,0 0,-1-1,0-2,0-1,-1-1,0-2,10-6,-18 5,0 0,0-1,-2 0,0-2,0 0,-2-1,0-1,-1 0,-1-1,-1 0,-1-1,0 0,-2-1,0 0,-2 0,3-16,-5 20,-1-1,-1 1,-1-1,-1 0,0 0,-2 0,0 0,-1 0,0 1,-2-1,0 1,-1-1,-1 1,-1 1,-1-1,0 1,-1 1,-1-1,0 1,-12-13,8 14,-1 1,0 0,-1 1,0 1,-1 0,0 2,-1 0,0 0,-1 2,0 0,0 1,0 1,-1 1,0 1,0 1,-1 0,1 1,0 2,-8 0,-1 2,0 0,0 2,0 1,0 1,1 2,0 1,1 1,0 1,1 1,0 2,0 1,2 0,-7 7,6-2,2 2,0 0,1 1,1 1,1 1,-10 19,-22 44</inkml:trace>
  <inkml:trace contextRef="#ctx0" brushRef="#br2" timeOffset="152385.378">16566 9461,'-2'18,"4"13,5 11,10 6,9 7,9 6,6 3,4 3,3-2,0 0,-1-4,-4-6,-5-8,-9-11</inkml:trace>
  <inkml:trace contextRef="#ctx0" brushRef="#br2" timeOffset="152632.725">16967 9501,'-13'7,"-12"9,-6 6,-7 9,-4 10,-3 10,-4 12,-2 9,3 5,5 4,7-3,10-14</inkml:trace>
  <inkml:trace contextRef="#ctx0" brushRef="#br2" timeOffset="153018.733">17195 10089,'-6'125,"7"-120,0 1,0-1,0 0,0 0,1 0,0 0,0 0,0 0,1-1,-1 1,1-1,0 1,1-1,-1 0,1 0,-1-1,1 1,0-1,1 1,-1-1,1-1,0 1,5 1,0-2,1 1,-1-1,1-1,0 0,-1-1,1 0,0 0,0-1,-1 0,1-1,-1-1,1 1,-1-1,0-1,0 0,0-1,-1 0,0 0,0-1,0 0,0 0,-1-1,0-1,0 1,-1-1,0 0,2-4,-5 7,-1 0,1 1,-1-2,0 1,0 0,-1-1,1 1,-1-1,-1 0,1 0,-1 0,0 0,0 0,0 0,-1 0,0 0,0 0,-1 0,0 0,0 0,0 0,-1 0,0 1,0-1,0 0,-1 1,1 0,-1-1,-1 1,0-1,-2-1,-1 0,1 0,-2 1,1-1,-1 2,0-1,0 1,0 0,-1 1,0 0,0 0,0 1,0 0,0 0,-1 1,1 1,-1 0,0 0,-1 0,-6 1,0 1,-1 0,1 1,0 0,0 2,1 0,-1 1,1 1,0 0,-7 4,-42 28,10 1</inkml:trace>
  <inkml:trace contextRef="#ctx0" brushRef="#br2" timeOffset="151372.128">15296 9475,'7'18,"9"13,8 12,10 9,8 6,6 5,3 0,3-1,-1-4,-5-5,-6-7,-9-10,-8-10</inkml:trace>
  <inkml:trace contextRef="#ctx0" brushRef="#br2" timeOffset="151625.419">15764 9461,'-16'16,"-10"14,-7 12,-7 11,-3 9,-2 7,0 4,6 0,6-5,10-10,9-15</inkml:trace>
  <inkml:trace contextRef="#ctx0" brushRef="#br2" timeOffset="151874.24">16019 9862,'0'18,"-3"13,0 11,0 6,0 8,2 2,0 1,2-1,2-9</inkml:trace>
  <inkml:trace contextRef="#ctx0" brushRef="#br2" timeOffset="150221.342">13986 9368,'3'4,"6"7,10 7,10 9,10 7,6 11,6 6,0 8,-1 3,-5 2,-6 0,-4-4,-6-9,-9-11</inkml:trace>
  <inkml:trace contextRef="#ctx0" brushRef="#br2" timeOffset="150484.638">14427 9301,'-11'16,"-9"16,-7 17,-6 14,-7 9,-8 4,-4 3,-1-1,2-6,8-12,11-13,10-15</inkml:trace>
  <inkml:trace contextRef="#ctx0" brushRef="#br2" timeOffset="150929.187">14601 9836,'5'-6,"1"1,0 0,0 0,1 0,0 1,-1 0,1 1,1-1,-1 1,0 0,1 1,-1 0,1 0,0 1,0 0,0 0,0 1,-1 0,1 0,0 1,0 0,0 0,0 1,-1 0,1 0,-1 1,1 0,5 3,-10-3,-1 0,1-1,0 1,-1 0,0 0,1 0,-1 1,-1-1,1 0,0 1,-1-1,0 1,0 0,0-1,0 1,0 0,-1-1,0 1,1 0,-1 0,-1 0,1 0,-1-1,1 1,-1 0,0-1,0 1,-1 0,1-1,-2 2,-3 9,-1-1,-1 0,0 0,-1 0,0-1,-1 0,-1 0,-198 174,206-183,2-3,0 0,0 1,0-1,0 1,0-1,0 1,0 0,0 0,0-1,0 1,0 0,0 0,0 0,0 0,1 0,-1 0,0 0,1 0,-1 0,1 0,-1 0,1 0,0 0,-1 1,1-1,0 0,0 0,0 1,0-1,0 0,0 0,0 0,0 1,0-1,0 0,1 0,-1 0,1 0,-1 1,1-1,-1 0,1 0,0 1,7 0,1 0,-1 0,0-1,1 0,-1-1,1 1,0-2,-1 1,0-1,1 0,0-1,9-1,205-29,-149 20</inkml:trace>
  <inkml:trace contextRef="#ctx0" brushRef="#br2" timeOffset="149366.254">12583 9635,'2'0,"8"0,8 0,12 0,10 0,11 0,5 0,3 0,0 2,-5 1,-10 3,-12-1</inkml:trace>
  <inkml:trace contextRef="#ctx0" brushRef="#br2" timeOffset="149617.29">12649 9782,'14'5,"15"1,15-1,11 0,10-2,5-1,-10-1</inkml:trace>
  <inkml:trace contextRef="#ctx0" brushRef="#br2" timeOffset="146456.998">10390 9407,'8'-1,"-1"0,1 0,0 1,0 0,0 1,0 0,0 0,-1 0,1 1,0 0,-1 0,1 1,-1 0,0 1,0-1,0 1,-1 1,1-1,-1 1,0 0,0 1,-1-1,0 1,0 0,0 1,0-1,-1 1,0 0,-1 0,0 0,0 0,0 1,1 6,1 11,-1 0,-2 0,0 0,-2 0,0 1,-2-1,-1 0,-1 0,-1-1,-4 14,-8 52,15-62,2-27,0-1,0 0,0 1,-1-1,1 1,0-1,0 0,0 1,0-1,0 1,0-1,0 0,0 1,0-1,0 0,0 1,0-1,1 1,-1-1,0 0,0 1,0-1,0 0,1 1,-1-1,0 0,0 1,1-1,-1 0,0 1,0-1,1 0,-1 0,0 0,1 1,-1-1,1 0,-1 0,0 0,1 0,-1 0,0 1,1-1,-1 0,1 0,-1 0,0 0,1 0,-1 0,1 0,-1 0,0-1,1 1,-1 0,0 0,1 0,-1 0,1 0,-1-1,0 1,5-5,-1 1,0-1,-1 0,1-1,-1 1,0 0,0-1,-1 0,1 0,-1 0,1-6,1 0,10-37,-2-1,-3 0,3-45,-6 50,-5 36,-1 5,0 1,0-1,1 0,-1 1,1-1,0 1,0-1,0 1,0-1,1 1,-1 0,1 0,0 0,0 0,0 0,2-2,-2 5,-1 0,1 1,0-1,-1 1,1-1,-1 1,1 0,0-1,-1 1,0 0,1 0,-1 0,1 0,-1 0,0 1,0-1,0 0,0 0,0 1,0-1,0 1,0-1,0 1,-1-1,1 1,0 0,-1-1,1 2,0-1,11 26,-1 0,-1 0,-2 1,5 26,20 66,-33-119,1 0,-1 0,0 0,1 0,-1 0,1-1,0 1,0 0,0 0,0-1,0 1,0 0,0-1,0 1,0-1,1 0,-1 1,1-1,-1 0,1 0,-1 0,1 0,0 0,0 0,-1 0,1-1,0 1,0-1,0 1,0-1,0 0,0 1,0-1,-1 0,1-1,0 1,0 0,0 0,1-1,5-6,-1 0,0 0,0-1,0 0,-1-1,0 1,-1-1,0 0,0-1,-1 1,2-9,-5 16,14-37,-2 0,-2 0,-2-2,-1 1,-1-10,-6 36,-3 18,-4 26,0-5,2 1,0 0,2 1,1-1,1 0,1 0,1 1,2-1,1 0,0-1,3 2,-6-20,2-1,-1 1,1 0,0-1,1 0,-1 0,1 0,0-1,1 1,-1-1,1-1,0 1,0-1,1 0,-1 0,1-1,0 0,0 0,0 0,0-1,1 0,-1-1,0 1,1-2,-1 1,1-1,-1 0,1 0,-1-1,1 0,-1 0,1-1,1-1,45-17,-6-6</inkml:trace>
  <inkml:trace contextRef="#ctx0" brushRef="#br2" timeOffset="148828.191">11499 9755,'0'0,"-1"0,1 0,-1-1,0 1,1 0,-1 0,1-1,-1 1,1 0,-1-1,1 1,-1 0,1-1,-1 1,1-1,-1 1,1-1,0 1,-1-1,1 1,0-1,-1 1,1-1,0 1,0-1,0 0,-1 1,1-1,0 0,0 1,0-1,0 1,0-1,0 0,0 1,0-1,0 0,1 1,-1-1,0 1,0-1,0 1,1-1,-1 0,0 1,1-1,-1 1,1-1,-1 1,0-1,1 1,-1 0,1-1,-1 1,1 0,-1-1,1 1,-1 0,1-1,0 1,-1 0,1 0,-1 0,1 0,0-1,0 1,46-12,-46 12,22-5,-1 2,1 0,0 2,0 0,0 2,0 0,0 2,12 3,-32-6,1 1,0-1,-1 1,1 1,-1-1,1 0,-1 1,0 0,1-1,-1 2,0-1,0 0,0 0,-1 1,1 0,0-1,-1 1,0 0,0 0,0 0,0 1,0-1,0 0,-1 1,0-1,0 1,0-1,0 1,0 0,-1-1,1 1,-1 0,0 0,0-1,-1 1,1 0,-1 0,0-1,0 1,0-1,-4 9,-1-1,-1 0,0-1,0 1,-1-2,0 1,-1-1,0 0,0-1,-1 0,0 0,0-1,-1 0,0-1,0 0,-1-1,1-1,-1 1,0-2,-2 1,28-5,-1 2,1 0,-1 0,0 1,1 1,-1 0,0 1,-1 0,1 1,-1 0,0 1,0 1,0 0,-1 0,0 1,6 7,-12-12,-1 1,1 0,-1 1,-1-1,1 1,0-1,-1 1,0 0,0 0,-1 1,1-1,-1 0,0 1,-1 0,1-1,-1 1,0 0,-1 0,1 0,-1-1,0 1,-1 0,0 0,1 0,-2 0,1-1,-1 1,0-1,0 1,0-1,-3 4,-1-2,0 0,0 0,-1-1,0 0,0 0,-1-1,1 0,-1 0,0-1,-1 0,1 0,-1-1,0 0,1-1,-1 0,0 0,-7 0,-4 0,-1-1,0 0,1-2,-1-1,1 0,-1-1,-7-3,-34-19,63 24,-1 0,0 0,1 0,0 0,-1-1,1 2,-1-1,1 0,0 0,0 0,0 0,0 0,-1 0,1 1,0-1,0 1,0-1,1 0,-1 1,0-1,0 1,0 0,0-1,0 1,0 0,1 0,-1 0,0 0,0 0,0 0,1 0,-1 0,1 0,25-5</inkml:trace>
  <inkml:trace contextRef="#ctx0" brushRef="#br2" timeOffset="154843.97">11233 11160,'9'-7,"0"1,0 0,1 1,0 0,0 1,0 0,0 0,1 1,-1 0,1 1,2 0,-6 1,5-2,1 0,0 2,-1-1,1 2,0 0,-1 0,1 1,11 2,-19-2,-1 0,1 1,0 0,-1-1,1 1,-1 1,1-1,-1 1,0-1,0 1,0 0,0 1,-1-1,1 1,-1 0,0-1,0 1,0 1,-1-1,1 0,-1 1,0-1,0 1,-1 0,1 3,-1 0,0 0,0 1,-1-1,0 0,-1 1,0-1,0 0,-1 0,0 0,0 0,-1 0,0 0,0 0,-1-1,0 0,0 0,-1 0,1 0,-2 0,1-1,-1 0,0 0,0-1,-1 0,1 0,-1 0,0-1,-1 0,1 0,-1-1,1 0,-1 0,0-1,0 0,-7 1,14-3,0 1,0-1,0 0,0 1,1-1,-1 0,0 0,0 1,0-1,0 0,0 0,0 0,0 0,0 0,0 0,0-1,1 1,-1 0,0 0,0-1,0 1,0 0,0-1,1 1,-1-1,0 1,0-1,1 0,-1 1,0-1,1 1,-1-1,1 0,-1 0,1 1,-1-1,1 0,-1 0,1 0,0 0,-1 0,1 1,0-1,4-1,0 0,0 1,1-1,-1 1,0 0,0 1,1-1,-1 1,1 0,-1 0,1 0,-1 1,0-1,1 1,-1 0,3 1,-4-1,16 2,-1 2,1 0,-1 1,0 0,-1 2,0 0,9 6,-20-11,-1 0,0 1,0-1,-1 1,1 0,-1 0,0 1,0-1,0 1,-1 0,1 0,-1 0,0 1,-1-1,1 1,-1-1,0 1,-1 0,1 0,-1-1,0 1,-1 0,1 0,-1 1,-1 3,-2 1,-1-1,0 0,-1 0,0 0,-1 0,0-1,0 0,-1 0,0 0,-1-1,0 0,0-1,-1 0,1 0,-2-1,1 0,-1 0,0-1,0 0,0-1,-1 0,1-1,-11 2,-67 6,85-11,0 0,0-1,0 1,0-1,0 0,0 0,1 0,-1-1,0 1,0 0,1-1,-1 0,1 0,0 0,-1 0,1 0,0 0,0 0,0-1,1 1,-1-1,1 1,-1-1,1 0,0 0,0 1,-1-3,2 3,0 0,0 0,0 1,0-1,0 0,1 0,-1 1,0-1,1 0,0 1,-1-1,1 0,0 1,0-1,0 1,0-1,0 1,0 0,0-1,0 1,1 0,-1 0,0 0,1 0,-1 0,1 0,-1 0,1 0,-1 1,1-1,0 1,-1-1,1 1,0 0,0-1,-1 1,1 0,0 0,0 0,-1 0,1 1,0-1,1 0,16 0</inkml:trace>
  <inkml:trace contextRef="#ctx0" brushRef="#br2" timeOffset="155306.9">12074 11332,'10'3,"9"0,8 0,7 0,6-2,8 0,5 0,3-1,-2 0,-5 0,-9 0,-12 0</inkml:trace>
  <inkml:trace contextRef="#ctx0" brushRef="#br2" timeOffset="155556.3">12154 11560,'14'9,"13"3,17 0,13-3,11-5,8-5,2-5,-12-1</inkml:trace>
  <inkml:trace contextRef="#ctx0" brushRef="#br2" timeOffset="156065.395">13104 11319,'-4'0,"1"-1,-1 1,0 0,0 0,0 1,1-1,-1 1,0 0,0-1,1 2,-1-1,1 0,-1 1,1 0,-1 0,1 0,0 0,0 0,0 0,0 1,0 0,1-1,-1 1,1 0,0 0,0 1,0-1,0 0,0 1,1-1,0 1,-1 0,-3 11,0 0,1 0,1 0,0 1,2-1,-1 1,2 5,-1-10,1 0,0 0,1 1,0-1,1 0,0-1,1 1,0 0,0-1,1 1,1-1,0 0,0 0,1-1,0 0,1 0,0 0,0-1,1 0,0 0,0-1,1 0,0 0,0-1,6 2,-6-3,1-1,0-1,0 0,0 0,1-1,-1 0,1-1,-1 0,1-1,-1 0,7-1,-12 0,0 0,0 0,0 0,0 0,0-1,0 0,0 0,-1 0,1-1,-1 0,1 1,-1-1,0-1,0 1,-1-1,1 1,-1-1,0 0,1-1,-2 1,1 0,-1-1,1 1,0-3,3-14,-2-1,1 1,-2-1,-1 0,-1 0,-1 0,-1 1,0-1,-2 0,-2-10,2 17,0 0,-1 0,0 0,-1 1,0-1,-2 1,1 1,-10-14,13 22,0 0,-1 1,0-1,0 0,-1 1,1 0,-1 0,0 1,0-1,0 1,0 0,0 0,-1 1,0-1,1 1,-1 0,0 1,0 0,0 0,0 0,0 0,0 1,-5 0,-2 2,0 1,1 0,-1 0,1 1,0 1,0 0,0 1,1 0,-1 1,1 0,1 0,0 1,0 1,0 0,-6 9,12-15,1 0,-1 1,1 0,0-1,1 1,-1 0,1 0,-1 1,1-1,0 0,1 1,-1 0,1-1,0 1,0 0,0-1,1 1,0 0,0 0,0-1,0 1,1 0,0 0,0-1,0 1,14 25</inkml:trace>
  <inkml:trace contextRef="#ctx0" brushRef="#br2" timeOffset="156625.947">13678 11520,'36'-63,"-2"-1,22-64,-45 103,-11 26,0-1,0 0,0 0,0 0,0 0,0 0,0 1,0-1,1 0,-1 0,0 0,0 0,0 0,0 0,0 0,1 0,-1 0,0 0,0 1,0-1,0 0,1 0,-1 0,0 0,0 0,0 0,1 0,-7 27,6-25,-19 76,0-1,3 2,3-1,4 1,2 26,8-78,3-10</inkml:trace>
  <inkml:trace contextRef="#ctx0" brushRef="#br2" timeOffset="157177.023">14280 11574,'30'-121,"28"-84,-49 186,-9 19,0 1,0-1,0 0,0 0,0 0,0 1,0-1,0 0,0 0,0 1,0-1,0 0,0 0,0 1,0-1,0 0,0 0,0 0,0 1,1-1,-1 0,0 0,0 0,0 1,0-1,0 0,1 0,-1 0,0 0,0 0,0 1,1-1,-1 0,0 0,0 0,1 0,-1 0,0 0,0 0,1 0,-1 0,0 0,0 0,0 0,1 0,-1 0,0 0,0 0,1 0,-1 0,0 0,0 0,1 0,-1 0,0 0,0-1,0 1,1 0,-1 0,0 0,0 0,0-1,1 1,1 162,-17 180,12-304,0-9</inkml:trace>
  <inkml:trace contextRef="#ctx0" brushRef="#br2" timeOffset="162181.137">13920 9074,'231'12,"-124"-10,0 5,0 4,25 10,-203-20,-433-7,424-7,110 5,419-4,-203-2,-360 12,-415-24,499 25,20 1,33 0,602 1,-1216-15,536 9,55 5,0-1,0 1,0 0,0 0,0 0,0 0,0 0,0-1,0 1,0 0,0 0,0 0,0 0,0 0,0-1,0 1,0 0,0 0,0 0,0 0,0 0,0-1,0 1,0 0,0 0,0 0,0 0,0 0,0 0,0-1,0 1,20-1,450 33,-268-24,-740-18,357 7,172 10,29 2,19-1,0-2,1-1,0-2,0-2,3-2,0 2,261-2,-254-6,-51 6,1 0,0-1,-1 1,0 0,1 1,-1-1,1 0,-1 0,0 0,0 0,1 0,-1 1,0-1,0 0,0 1,0-1,0 0,0 1,0 0,0-1,0 1,0-1,0 1,0 0,0 0,-1 0,1 0,0 0,0 0,0 0,0 0,0 0,-1 0,-61-8,0 2,-1 3,-28 3,40 0,-200 2,234 0,29 4,80-1,0-3,-1-5,5-4,-65 5,255-15,-472 22,185-5,-92 6,0-5,-85-9,248 4,-35 4</inkml:trace>
  <inkml:trace contextRef="#ctx0" brushRef="#br2" timeOffset="169152.903">11486 13205,'12'7,"12"2,14-1,11-1,10-2,0-2,-2 1,-8 4,-14 5,-11 1</inkml:trace>
  <inkml:trace contextRef="#ctx0" brushRef="#br2" timeOffset="169336.183">11566 13472,'16'4,"17"3,16-2,13 0,8-1,-8-2</inkml:trace>
  <inkml:trace contextRef="#ctx0" brushRef="#br2" timeOffset="174870.303">11032 15263,'16'10,"14"2,14-1,8-1,6-4,4-2,-4-2,-10-1</inkml:trace>
  <inkml:trace contextRef="#ctx0" brushRef="#br2" timeOffset="175051.849">10924 15584,'21'4,"20"3,17-2,14 0,9-4,4-2,-12 0</inkml:trace>
  <inkml:trace contextRef="#ctx0" brushRef="#br2" timeOffset="176074.597">12903 15371,'0'-16,"0"-15,0-10,0-6,0-1,2 2,1 8,3 14,-1 18,2 22,2 21,1 18,2 16,3 10,1 1,-2 0,-3-7,-4-14</inkml:trace>
  <inkml:trace contextRef="#ctx0" brushRef="#br2" timeOffset="174351.688">9815 14862,'28'12,"0"-1,0-2,1 0,1-2,0-2,-1 0,1-2,1-1,27-3,26 1,0-3,81-15,-140 14,-25 4,1 1,-1-1,1 0,-1 0,1 1,-1-1,1 0,-1 0,0 1,1-1,-1 0,0 1,1-1,-1 1,0-1,1 0,-1 1,0-1,0 1,0-1,1 1,-1-1,0 1,0-1,0 1,0-1,0 1,0-1,0 1,0-1,0 1,0-1,0 1,0-1,0 1,0-1,-1 1,1-1,0 0,0 1,0-1,-1 1,1-1,0 1,-1-1,1 0,0 1,-1-1,1 0,0 1,-1-1,1 0,-1 0,1 1,-1-1,1 0,-1 0,1 0,-1 1,1-1,-5 6,-10 30,2 0,1 1,2 1,1-1,2 2,2-1,1 0,3 1,0 0,4 17,-4 6,-9 282,8-308,-2-10</inkml:trace>
  <inkml:trace contextRef="#ctx0" brushRef="#br2" timeOffset="174622.963">10002 15371,'20'2,"26"1,22-5,21-4,13-1,7-2,-14 1</inkml:trace>
  <inkml:trace contextRef="#ctx0" brushRef="#br2" timeOffset="172699.161">15470 13231,'7'9,"9"13,6 10,9 13,10 9,7 6,8 3,2 0,1-2,-3-7,-6-10,-12-13</inkml:trace>
  <inkml:trace contextRef="#ctx0" brushRef="#br2" timeOffset="172930.737">15884 13191,'-13'0,"-12"4,-8 7,-6 10,0 11,-1 13,1 13,1 12,3 11,3 4,4 3,8-15</inkml:trace>
  <inkml:trace contextRef="#ctx0" brushRef="#br2" timeOffset="173272.015">16071 13712,'21'33,"1"-1,1 0,1-2,17 14,-31-35,0 1,1-1,0-1,1 0,0 0,0-2,1 1,0-1,0-1,0-1,1 1,0-2,0 0,1-1,-8-1,-1 0,0 0,0-1,1 0,-1-1,0 1,1-1,-1-1,0 1,0-1,0 0,0 0,0-1,-1 1,1-1,-1-1,1 1,-1-1,0 0,-1 0,1 0,-1-1,1 1,-2-1,1 0,0-1,-1 1,0-1,0 1,0-1,-1 0,0 0,0 0,-1 0,0 0,0 0,0-4,-1 0,0 0,-1-1,-1 1,1 0,-2 0,0 0,0 0,0 0,-1 1,-1-1,0 1,0 0,-1 1,0-1,0 1,-1 0,0 0,0 1,-1 0,0 1,0-1,-1 2,0-1,0 1,0 0,0 1,-1 0,0 1,0 0,0 0,0 1,-7-1,-3 2,1 0,-1 1,0 1,0 1,0 1,1 0,-4 2,-58 16</inkml:trace>
  <inkml:trace contextRef="#ctx0" brushRef="#br2" timeOffset="171567.577">14307 13218,'-5'16,"2"14,4 11,10 8,12 5,14 2,11 0,7-1,3-5,-3-5,-10-7,-11-8</inkml:trace>
  <inkml:trace contextRef="#ctx0" brushRef="#br2" timeOffset="171846.646">14641 13178,'-16'2,"-12"8,-6 11,-3 11,-3 14,-2 13,0 11,1 11,2 5,3-1,8-15</inkml:trace>
  <inkml:trace contextRef="#ctx0" brushRef="#br2" timeOffset="172044.216">14869 13538,'-12'21,"-5"18,-1 13,4 10,5 3,10 0,6-2,8-8,0-12</inkml:trace>
  <inkml:trace contextRef="#ctx0" brushRef="#br2" timeOffset="172308.516">15096 13579,'4'2,"7"3,3 1,-1-1</inkml:trace>
  <inkml:trace contextRef="#ctx0" brushRef="#br2" timeOffset="169765.615">12729 13137,'14'18,"13"18,12 11,10 10,8 6,4 4,0-1,-1-2,-4-3,-9-7,-10-11,-12-12</inkml:trace>
  <inkml:trace contextRef="#ctx0" brushRef="#br2" timeOffset="169950.093">13171 13151,'-16'7,"-10"9,-7 11,-5 12,-5 13,-4 11,-4 9,1 6,3 1,11-13</inkml:trace>
  <inkml:trace contextRef="#ctx0" brushRef="#br2" timeOffset="170805.661">13411 13632,'37'-10,"-25"6,1 0,0 0,0 1,0 1,0 0,1 1,-1 0,1 1,-1 1,13 2,-24-3,0 1,0-1,0 1,0-1,0 1,0 0,0 0,0 0,0 0,-1 1,1-1,0 0,-1 1,1-1,-1 1,0-1,1 1,-1 0,0 0,0 0,0-1,0 1,0 0,-1 0,1 0,0 0,-1 0,0 1,1-1,-1 0,0 0,0 0,0 0,0 0,-1 0,1 0,-1 2,-32 73,-52 42,-23 40,107-157,-1 0,1 0,-1 0,1 0,0 0,0 1,0-1,0 0,0 1,0-1,1 1,-1-1,1 1,0-1,-1 1,1-1,0 1,1-1,-1 1,0-1,1 1,-1-1,1 1,0-1,0 1,0-1,0 0,0 0,1 1,-1-1,2 1,5 1,0 0,0-1,1 0,-1-1,1 0,0 0,-1-1,1 0,0-1,0 0,0 0,0-1,6-1,-7 2,147-21,-81 6</inkml:trace>
  <inkml:trace contextRef="#ctx0" brushRef="#br2" timeOffset="171274.178">13852 13365,'-14'7,"-4"4,3 3,11-1,16-6,11-5,3-3</inkml:trace>
  <inkml:trace contextRef="#ctx0" brushRef="#br2" timeOffset="168303.592">9802 13057,'12'3,"1"0,-1 1,0 0,0 1,0 0,0 1,-1 0,0 1,-1 0,1 1,-1 0,-1 1,0 0,0 0,0 1,-1 0,1 2,6 7,-1 1,0 0,-2 0,0 2,-1-1,-2 1,0 1,-1 0,-1 0,1 12,5 8,3-60,10-49,-3-2,-3-1,-1-10,-12 51,-2 7,3 54,-7-13,1-1,1 1,0-1,2 0,0 0,1 0,1-1,1 0,0-1,1 1,4 3,-11-18,0-1,-1 1,1-1,0 1,1-1,-1 0,0 0,1 0,-1 0,1 0,0-1,-1 1,1-1,0 0,0 1,0-1,0 0,0-1,0 1,0-1,0 1,1-1,-1 0,0 0,0 0,0-1,0 1,0-1,0 1,1-1,-2 0,1 0,0-1,0 1,0-1,0 1,-1-1,1 0,-1 0,1 0,-1 0,0 0,0-1,0 1,0-1,6-14,-1 0,0 0,-1-1,-1 1,-1-1,-1 0,0 0,-1-1,-1 1,-1-1,-1-5,1 17,-1-59,-2 104,2 0,2 0,1-1,2 1,2 0,1-1,2 0,1-1,4 3,3-6,-1-10</inkml:trace>
  <inkml:trace contextRef="#ctx0" brushRef="#br2" timeOffset="168599.598">10724 13325,'4'-1,"0"-1,1 1,-1 0,0 1,0-1,0 1,1 0,-1 0,0 0,0 0,1 1,-1-1,0 1,0 0,0 1,0-1,0 1,0 0,0 0,0 0,-1 0,1 1,-1-1,0 1,0 0,0 0,0 0,0 0,0 1,-1-1,0 1,1-1,-1 2,5 15,-2 1,0 0,-1 1,-1-1,-1 1,0-1,-2 1,-1 0,-1 1,2-18,-11 337,12-328,0 1,1-1,0 0,1 0,1 0,0 0,1 0,0-1,1 0,5 7,2-3</inkml:trace>
  <inkml:trace contextRef="#ctx0" brushRef="#br2" timeOffset="168891.449">10630 13686,'16'-2,"17"-1,16-2,13-5,11-3,5-2,-10 2</inkml:trace>
  <inkml:trace contextRef="#ctx0" brushRef="#br2" timeOffset="166739.971">8318 12937,'-4'16,"-3"10,8 7,8 7,12 4,13 3,12 1,10-2,7-1,0-4,-5-4,-7-6,-10-7,-13-6</inkml:trace>
  <inkml:trace contextRef="#ctx0" brushRef="#br2" timeOffset="167004.228">8772 12950,'-20'3,"-14"6,-6 15,-2 11,3 11,6 10,7 6,7 2,7-1,4-4,0-11,0-10,1-12</inkml:trace>
  <inkml:trace contextRef="#ctx0" brushRef="#br2" timeOffset="167255.213">8130 13285,'12'4,"19"0,23-8,25-10,23-10,21-7,8-5,-1-2,-11 4,-27 8</inkml:trace>
  <inkml:trace contextRef="#ctx0" brushRef="#br2" timeOffset="167575.805">8960 12723,'-19'-8,"0"2,0 0,-1 1,0 0,0 2,0 1,-9-1,11 2,-25-3,-1 2,0 2,1 2,-1 2,1 1,0 3,0 1,1 2,-6 5,28-10,0 2,1 1,0 0,1 1,-1 1,2 1,0 0,0 2,1 0,1 0,0 2,2 0,-1 0,2 1,0 1,1 0,1 0,1 1,-7 18,10-14,1 0,0 0,2 0,1 1,1-1,1 1,0-1,2 1,1-1,1 0,1 0,1 0,1 0,1-1,1 0,0-1,2 0,1-1,0 0,2 0,0-1,1-1,1-1,0 0,1-1,1-1,1 0,0-2,1 0,0-1,1-1,0-1,8 2,-1-3,0-2,0-1,0-1,0-1,1-2,-1 0,1-3,0 0,-1-1,1-2,-1-1,0-2,0 0,-1-2,0-1,-1-1,1-1,-4 0,0 0,-1-1,0-1,-2-1,1-1,-2-1,0-1,-1 0,-1-2,-1 1,0-2,-2 0,0-1,-2-1,0 0,-2 0,0-1,-2-1,0-2,-3 9,-1-1,-1 1,-1-1,-1 0,0 0,-2 0,0 0,-1 1,-1-1,0 0,-2 1,0 0,-1 0,-1 0,0 1,-2 0,0 0,0 1,-2 0,0 1,-1 0,0 1,-1 0,-1 1,0 1,-1 0,0 1,0 0,-2 1,-2 1,0 2,0 0,-1 1,0 0,0 2,0 1,0 0,-1 1,1 1,-1 2,1 0,-1 0,1 2,-1 1,1 1,1 0,-1 1,1 1,0 1,0 1,1 1,0 0,1 1,0 1,1 1,0 0,1 1,1 1,-2 2,10-9,-1-1,1 1,1 1,0-1,0 1,0 0,1 0,1 1,-1-1,2 1,-1-1,1 1,1 0,0 0,0 0,1 0,0 0,1 0,0 0,0 0,1 0,1 0,2 6,25 49</inkml:trace>
  <inkml:trace contextRef="#ctx0" brushRef="#br2" timeOffset="175795.848">12516 15478,'19'-88,"-4"-1,-4 0,-1-42,-10 121,-1 16,1 19,-12 516,11-506</inkml:trace>
  <inkml:trace contextRef="#ctx0" brushRef="#br2" timeOffset="179750.252">12542 15143,'3'2,"-3"8,-4 11,-14 14,-4 0</inkml:trace>
  <inkml:trace contextRef="#ctx0" brushRef="#br2" timeOffset="175498.62">12141 15544,'-3'-49,"2"-1,2 0,3 0,2 1,1 0,9-23,-5 13,6-17,-31 172,4 0,5 1,3 10,3-78,0 1,2 0,1-1,7 27,0-18</inkml:trace>
  <inkml:trace contextRef="#ctx0" brushRef="#br2" timeOffset="179023.004">12182 15116,'0'-2,"0"1,-3 6,-4 8,-9 12,-8 8,-9 7,1-3</inkml:trace>
  <inkml:trace contextRef="#ctx0" brushRef="#br2" timeOffset="194258.457">14922 16212,'-19'27,"19"-28,7-7,29-36,2 2,2 2,38-29,-44 42,-1-2,-1-1,-2-1,2-6,87-125,-63 82,4 2,38-37,253-222,-216 181,-39 43,5 3,11-1,-28 34,-2-5,21-32,154-215,-124 166,273-320,-41 108,-181 185,114-156,17-20,61-51,74-151,-195 240,76-58,350-392,208-379,-445 619,-322 391,-6-6,51-92,50-81,61-50,-245 333,95-121,89-155,-92 103,136-216,-94 196,-34 48,-5-9,33-80,241-378,388-386,-739 983,-3-1,-2-3,-3-2,-2-1,-4-2,-2-2,6-26,-48 102,-2 4</inkml:trace>
  <inkml:trace contextRef="#ctx0" brushRef="#br2" timeOffset="196141.108">20978 10291,'7'27,"0"1,2-1,1 0,1-1,1 0,1-1,2 0,0-1,2-1,16 19,-28-35,0-1,0 0,1 0,-1 0,1 0,1-1,-1 0,1-1,0 1,0-1,0 0,0-1,1 0,0 0,-1-1,1 1,0-2,0 1,0-1,1-1,-1 1,0-1,0-1,0 1,0-1,0-1,0 0,0 0,5-2,0-6,-1-1,0 0,-1-1,0-1,-1 1,0-1,-1-1,0 0,-2 0,1-1,-2 0,0 0,0-1,-2 1,0-1,-1 0,0-7,3-26,-6 49,0 0,0-1,0 1,-1 0,1 0,0 0,0-1,-1 1,1 0,0 0,0 0,-1 0,1 0,0-1,-1 1,1 0,0 0,-1 0,1 0,0 0,-1 0,1 0,0 0,-1 0,1 0,0 0,0 1,-1-1,1 0,0 0,-1 0,1 0,0 0,0 0,-1 1,1-1,0 0,0 0,-1 1,1-1,0 0,0 0,0 1,-1-1,1 0,0 0,0 1,0-1,0 0,0 1,0-1,-1 0,1 0,0 1,0-1,0 0,0 1,0-1,0 0,0 1,0-1,1 0,-1 1,0-1,0 0,0 1,0-1,0 0,-8 28,0 0,2 0,1 0,1 1,1-1,2 1,1 0,1 0,2 3,30 316,-15-209,-7 0,-5 57,-5-182,0 0,-1-1,-1 1,0 0,-1 0,-1-1,0 1,0-1,-2 0,1 0,-2 0,0 0,0-1,-1 0,-1 0,0-1,-2 2,6-10,0 0,0 0,0 0,-1-1,1 1,-1-1,0 0,1-1,-1 1,0-1,0 0,0 0,0 0,0-1,0 0,0 0,-1 0,1 0,0-1,0 0,0 0,0-1,1 1,-1-1,0 0,0 0,1 0,0-1,-4-2,-7-5,1-1,0 0,1-2,0 1,0-1,2-1,-10-14,-6-9,2-2,2-1,2 0,1-2,2-1,2 0,-6-27,20 63,1 5,0 0,0-1,0 1,1 0,-1 0,1-1,-1 1,1-1,0 1,0 0,0-1,0 1,0-1,0 1,1-1,-1 1,1 0,0-1,-1 1,1 0,0 0,0 0,1 0,-1-1,0 2,1-1,-1 0,1 0,75-16,176 13,-161 5</inkml:trace>
  <inkml:trace contextRef="#ctx0" brushRef="#br2" timeOffset="197768.503">21940 11400,'-13'9,"-10"10,-3 11,-1 9,1 9,4 8,4 9,6 4,10 1,9-1,8-4,9-6,6-11,-1-13</inkml:trace>
  <inkml:trace contextRef="#ctx0" brushRef="#br2" timeOffset="198077.691">22127 11787,'1'-27,"1"0,1 0,2 0,0 0,2 0,8-18,2 13,-14 36,-13 83,-21 144,28-198</inkml:trace>
  <inkml:trace contextRef="#ctx0" brushRef="#br2" timeOffset="198321.092">22368 11480,'9'2,"10"8,6 9,6 10,2 12,-2 10,-7 10,-16 11,-25 6,-29 4,-5-12</inkml:trace>
  <inkml:trace contextRef="#ctx0" brushRef="#br2" timeOffset="199050.397">22275 10477,'16'7,"11"5,10-1,3-1,5-2,2-4,-1-1,-5-2,-10-1</inkml:trace>
  <inkml:trace contextRef="#ctx0" brushRef="#br2" timeOffset="199282.295">22315 10705,'16'2,"14"3,11 1,13-1,10-1,6-1,0-2,-5 0,-14-1</inkml:trace>
  <inkml:trace contextRef="#ctx0" brushRef="#br2" timeOffset="201332.822">23732 8593,'-3'19,"2"0,0 0,1 0,1 1,0-1,2 0,0 0,1-1,3 8,4 26,53 438,-45-319,16 229,-16 85,-15-292,9 0,8 4,5-21,-8 2,-6 49,-12-135,0 43,14 93,1-80,-5 111,-11-36,15-130,-14-106,0-3</inkml:trace>
  <inkml:trace contextRef="#ctx0" brushRef="#br2" timeOffset="202682.278">24253 9207,'12'18,"10"16,10 10,7 7,6 5,0 1,-1 0,-4-1,-6-2,-6-7,-9-8,-7-9,-5-10</inkml:trace>
  <inkml:trace contextRef="#ctx0" brushRef="#br2" timeOffset="202960.534">24520 9261,'-16'2,"-12"6,-8 7,-4 12,-1 9,5 8,6 7,6 5,7 4,7 1,4-3,4-12</inkml:trace>
  <inkml:trace contextRef="#ctx0" brushRef="#br2" timeOffset="203235.126">24734 9595,'2'-1,"-1"-1,0 1,1 0,-1 0,1 0,-1 0,1 0,-1 0,1 0,0 0,-1 0,1 1,0-1,0 1,0-1,-1 1,1 0,0-1,0 1,0 0,0 1,0-1,0 0,-1 0,1 1,0-1,0 1,0-1,-1 1,1 0,0 0,-1 0,1 0,-1 0,1 0,-1 0,1 0,-1 1,0-1,0 1,1-1,-1 1,0-1,0 1,-1 0,1-1,0 1,0 1,1 6,0 0,-1-1,0 1,0 0,-1 0,0 0,-1 0,0 0,0-1,-1 1,0 0,0-1,-1 1,0-1,-4 6,-3 7,-1-1,-1 0,-1-1,-1 0,-7 8,-18 20,38-46,1 0,0 0,-1 0,1 0,0 0,0 0,0 0,0 0,0 0,0 1,0-1,0 0,0 0,1 0,-1 0,0 0,1-1,-1 1,1 0,-1 0,1 0,-1 0,1 0,-1 0,1-1,0 1,0 0,-1-1,1 1,0 0,0-1,0 1,0-1,0 1,-1-1,1 0,0 1,0-1,0 0,0 1,0-1,0 0,0 0,0 0,0 0,1 0,-1 0,0-1,0 1,0 0,0 0,-1-1,1 1,0 0,1-1,166-21,-104 11</inkml:trace>
  <inkml:trace contextRef="#ctx0" brushRef="#br2" timeOffset="203704.647">25376 9327,'14'19,"8"12,11 10,8 5,8 4,6 0,-1 1,-1-2,-5-2,-6-5,-10-6,-7-8,-8-9</inkml:trace>
  <inkml:trace contextRef="#ctx0" brushRef="#br2" timeOffset="203950.775">25750 9301,'-4'12,"-7"12,-10 14,-10 11,-12 9,-7 9,-3 4,7-1,10-13</inkml:trace>
  <inkml:trace contextRef="#ctx0" brushRef="#br2" timeOffset="206349.392">24173 8873,'2'2,"8"1,11 3,13-1,15 0,17-2,16-1,12-1,3 2,-5 0,-19 0</inkml:trace>
  <inkml:trace contextRef="#ctx0" brushRef="#br2" timeOffset="207257.666">24280 11025,'7'14,"9"13,10 12,9 10,6 6,4 2,3 1,-2 0,-2-3,-6-5,-5-7,-8-12</inkml:trace>
  <inkml:trace contextRef="#ctx0" brushRef="#br2" timeOffset="207540.694">24708 11012,'-14'16,"-8"14,-6 16,-3 12,0 6,-1 5,-6 1,-2-2,1-3,5-8,8-14</inkml:trace>
  <inkml:trace contextRef="#ctx0" brushRef="#br2" timeOffset="207771.807">24842 11400,'18'-3,"-6"1,1-1,-1 2,0 0,0 0,1 2,-1-1,12 3,-22-3,0 1,-1-1,1 0,0 1,-1 0,1-1,-1 1,1 0,-1 0,1-1,-1 1,0 0,1 1,-1-1,0 0,0 0,0 0,0 1,0-1,0 1,0-1,0 1,-1-1,1 1,-1-1,1 1,-1 0,1-1,-1 1,0 0,0-1,0 1,0 0,0-1,0 1,0 0,0-1,-1 1,0 0,-29 63,-82 97,110-160,1 0,-1 0,0 1,1-1,-1 1,1 0,0-1,0 1,0 0,0 0,1-1,-1 1,1 0,-1 0,1 0,0 0,0 0,0 0,1 0,-1-1,1 1,-1 0,1 0,0 0,0-1,0 1,1 0,-1-1,1 1,-1-1,1 1,7 2,-1-1,0 0,1 0,0-1,0 0,0 0,0-1,0 0,1-1,-1 0,1-1,-1 0,9-1,-6 2,51-1</inkml:trace>
  <inkml:trace contextRef="#ctx0" brushRef="#br2" timeOffset="208084.55">25510 11066,'9'13,"10"14,10 10,13 6,12 6,8 4,3 1,-3 1,-7-2,-11-5,-13-12</inkml:trace>
  <inkml:trace contextRef="#ctx0" brushRef="#br2" timeOffset="208362.808">25924 11012,'-16'11,"-7"14,-5 10,-2 14,0 10,0 8,1 6,1 3,0-3,3-7,6-15</inkml:trace>
  <inkml:trace contextRef="#ctx0" brushRef="#br2" timeOffset="208637.142">26271 11319,'-6'21,"-6"15,-2 11,2 5,1 2,4-2,5-4,3-11</inkml:trace>
  <inkml:trace contextRef="#ctx0" brushRef="#br2" timeOffset="208901.7">26686 11038,'7'12,"6"12,9 12,7 11,9 8,6 7,5 2,0 1,-4-3,-4-6,-10-8,-10-9,-8-12</inkml:trace>
  <inkml:trace contextRef="#ctx0" brushRef="#br2" timeOffset="209192.565">26967 11066,'-12'13,"-7"14,-11 12,-8 7,-5 9,-3 5,3 2,9-10</inkml:trace>
  <inkml:trace contextRef="#ctx0" brushRef="#br2" timeOffset="209500.442">27301 11480,'0'24,"-1"-16,0 0,0 0,1 0,0 0,0 0,1 0,0 0,1 0,0 0,0 0,0 0,1-1,1 0,-1 1,1-1,0 0,0 0,1-1,0 0,2 2,-2-3,1-1,0 1,0-1,0 0,1-1,-1 0,1 0,0 0,0-1,0 0,0 0,0-1,1 0,-1 0,0 0,1-1,-1 0,0-1,1 0,-1 0,0 0,0-1,0 0,0 0,0-1,0 0,-1 0,1-1,-1 0,0 0,0 0,0-1,-1 0,1 0,-1 0,0-1,-1 1,0-1,1-1,-2 1,1 0,0-2,-2 1,1 0,-1 0,-1-1,1 1,-1 0,0-1,-1 1,0-1,0 1,-1-1,0 1,0-1,0 1,-1 0,-1 0,1 0,-1 0,0 0,0 0,-1 1,0 0,0-1,-1 1,1 1,-1-1,-1 1,1 0,-1 0,0 0,0 1,0 0,0 0,-1 0,0 1,1 0,-1 1,-6-2,2 2,-1 0,1 1,0 1,-1 0,1 1,0 0,-1 0,1 1,0 1,0 0,0 0,1 1,-5 3,-34 16</inkml:trace>
  <inkml:trace contextRef="#ctx0" brushRef="#br2" timeOffset="210430.735">24346 10651,'5'3,"13"0,21-1,24 1,25-2,18 2,6 3,-8 5,-23 0</inkml:trace>
  <inkml:trace contextRef="#ctx0" brushRef="#br2" timeOffset="211542.517">23986 12710,'13'13,"8"12,-1 9,-1 6,-3 9,-6 8,-5 6,-9 8,-9 6,-5 5,-4 2,2-3,2-3,8-3,10-9,9-9,3-16</inkml:trace>
  <inkml:trace contextRef="#ctx0" brushRef="#br2" timeOffset="212560.063">24547 12496,'0'16,"5"14,8 14,6 10,9 8,7 4,4 3,5 1,1-5,-2-7,-4-8,-6-13,-9-13</inkml:trace>
  <inkml:trace contextRef="#ctx0" brushRef="#br2" timeOffset="212814.018">24921 12576,'-18'5,"-11"12,-6 15,-6 16,-1 13,-3 10,-3 5,-1 0,5-6,6-8,11-14</inkml:trace>
  <inkml:trace contextRef="#ctx0" brushRef="#br2" timeOffset="213141.678">25069 13044,'3'-1,"0"0,-1 1,1-1,0 0,0 1,0 0,0 0,0 0,0 0,0 0,0 0,0 1,0-1,0 1,0 0,-1 0,1 0,0 0,-1 1,1-1,-1 1,1-1,-1 1,1 0,-1 0,0 0,0 0,0 1,0-1,-1 0,1 1,0 0,-1-1,0 1,0 0,0-1,0 1,0 0,0 0,-1 2,-1 7,0 0,-2 0,1 0,-2-1,1 1,-2-1,1 1,-2-1,1-1,-1 1,-1-1,0 0,-1 0,0-1,0 0,-1-1,-3 4,10-10,-104 110,107-112,-1 0,1 0,0 0,-1 0,1 0,-1 0,1 0,0 0,-1 0,1 0,-1 1,1-1,0 0,-1 0,1 1,-1-1,1 0,-1 1,1-1,-1 0,1 1,-1-1,1 1,-1-1,0 0,1 1,-1-1,0 1,1-1,-1 1,0 0,0-1,1 1,-1-1,0 1,0-1,0 1,0 0,0-1,0 1,0-1,0 1,0 0,0-1,0 1,0-1,0 1,-1 0,1-1,0 1,0-1,-1 1,1-1,0 1,-1-1,1 1,0-1,-1 1,1-1,-1 1,1-1,-1 0,1 1,-1-1,1 0,-1 0,1 1,-1-1,0 0,1 0,30 0,0-1,0-2,0-2,0 0,-1-2,23-3,34-6,-8 2</inkml:trace>
  <inkml:trace contextRef="#ctx0" brushRef="#br2" timeOffset="214170.982">25818 12669,'11'21,"11"15,8 14,11 6,7 4,6 3,5-1,-3-3,-3-6,-6-7,-9-9,-11-10</inkml:trace>
  <inkml:trace contextRef="#ctx0" brushRef="#br2" timeOffset="214390.435">26192 12723,'-16'9,"-10"10,-5 11,-2 9,1 7,0 8,2 3,4 1,3 0,6-3,6-12</inkml:trace>
  <inkml:trace contextRef="#ctx0" brushRef="#br2" timeOffset="214638.754">26552 13031,'0'16,"0"12,-2 10,-1 8,0 6,3 2,4-1,3-3,3-4,0-12</inkml:trace>
  <inkml:trace contextRef="#ctx0" brushRef="#br2" timeOffset="-214105.711">27074 12684,'16'13,"12"14,8 12,7 10,5 10,2 7,-2 3,-1 4,-5-1,-6-5,-8-6,-7-9,-6-13</inkml:trace>
  <inkml:trace contextRef="#ctx0" brushRef="#br2" timeOffset="-213840.244">27555 12669,'-16'7,"-10"9,-7 13,-4 14,-6 12,-2 11,-1 5,2 2,3-2,2-4,7-13</inkml:trace>
  <inkml:trace contextRef="#ctx0" brushRef="#br2" timeOffset="-213338.368">27795 13231,'-3'7,"-1"0,1 0,0 1,1-1,0 1,0-1,0 1,1 0,0-1,1 1,0 0,0 0,0 0,1-1,1 1,-1 0,1-1,0 1,1-1,0 1,0-1,0 0,1 0,0-1,1 1,-1-1,1 0,0 0,2 1,-1-3,1 0,0 0,1 0,-1-1,1 0,0 0,-1-1,1 0,0 0,0-1,0 0,0-1,1 0,-1 0,0 0,0-1,0 0,0-1,0 0,0 0,-1-1,1 0,-1 0,1-1,-1 1,0-2,-1 1,1-1,-1 0,1 0,-2-1,1 0,-1 0,0 0,0-1,0 0,-1 0,0 0,0 0,-1 0,0-1,-1 0,2-6,-2 7,-1 0,0 0,0 0,0 0,-1 0,0 0,-1 0,0 1,0-1,0 0,-1 0,0 0,0 1,-1-1,1 1,-1 0,-1 0,1 0,-1 0,0 0,-1 1,1-1,-1 1,0 1,-1-1,1 1,-1 0,0 0,1 0,-2 1,1 0,0 0,-2 0,-5-1,-1 0,1 1,0 0,-1 1,0 1,1 0,-1 1,0 1,1 0,-1 0,1 2,-1-1,1 2,0 0,0 0,0 1,1 1,0 0,-9 7,-19 11</inkml:trace>
  <inkml:trace contextRef="#ctx0" brushRef="#br2" timeOffset="-211712.889">28317 8552,'8'21,"-1"-1,-1 1,-1 0,-1 0,0 1,-2 0,-1-1,0 6,10 326,35 32,-18-172,-7 28,-15 49,-4-110,20 142,-2-172,11 79,0 210,-15-99,29 117,-41-426,13 167,-6 126,-13 263,3-587,-1 0,0 0,0 0,0 0,1 0,-1 0,0 0,0 0,0 0,1 0,-1 0,0 0,0 0,0 0,1 0,-1 0,0 0,0 1,0-1,0 0,1 0,-1 0,0 0,0 0,0 0,0 1,0-1,0 0,1 0,-1 0,0 0,0 1,0-1,3-11</inkml:trace>
  <inkml:trace contextRef="#ctx0" brushRef="#br2" timeOffset="-204788.812">1700 16052,'16'15,"1"0,0-1,0-1,1-1,1 0,0-1,1-1,0-1,1-1,-1-1,2 0,-1-2,0 0,17 0,126 11,71-5,75 6,41 36,-191-25,103 2,390-22,-408-11,250 2,142-50,18 75,68-50,-149 12,38-32,85 46,-562 4,166-1,-30-2,176 28,-160-6,13-11,-57-4,533 51,56-45,-74 0,-482-13,285 27,-227-8,309 19,-465-32,-165-12,-31-5,9 5,-20-9,16 9,1-1,0-1,0 1,1-2,0 0,0 0,1-1,-6-6,15 13,0 0,0-1,0 1,1 0,-1 0,1-1,-1 1,1 0,0-1,0 1,0 0,0-1,0 1,1 0,-1-1,1 1,-1 0,1 0,0-1,0 1,0 0,0 0,0 0,1 0,-1 0,0 0,1 1,0-1,-1 0,1 1,0-1,0 1,0-1,0 1,0 0,5-6,21-23,149-172,-129 134</inkml:trace>
  <inkml:trace contextRef="#ctx0" brushRef="#br2" timeOffset="-84993.259">10858 584,'0'16,"0"17,-2 16,-4 15,-2 14,-2 11,-5 4,-1 0,-1-6,3-12,4-14,3-17</inkml:trace>
  <inkml:trace contextRef="#ctx0" brushRef="#br2" timeOffset="-84430.011">10738 839,'-5'-94,"5"92,1 0,0 1,0-1,0 1,0-1,0 1,0 0,1-1,-1 1,0 0,1 0,-1 0,1 0,-1 0,1 0,-1 0,1 0,0 0,-1 1,1-1,0 1,0 0,-1-1,1 1,0 0,0 0,0 0,-1 0,1 0,0 0,0 1,0-1,-1 1,1-1,0 1,-1 0,1-1,0 1,-1 0,1 0,-1 0,1 0,-1 0,1 1,2 0,38 13,-1 1,-1 3,34 20,-72-38,0-1,-1 1,1 0,0 0,0-1,-1 1,1 0,0 1,-1-1,1 0,-1 0,0 1,1-1,-1 0,0 1,0-1,0 1,0 0,0-1,0 1,-1 0,1 0,0 0,-1-1,1 1,-1 0,0 0,0 0,0 0,0 0,0 0,0 0,0 0,0-1,-1 1,1 0,-1 0,1 0,-1-1,0 1,0 0,0 0,0-1,0 1,0-1,0 1,-1 0,-7 4,0-1,0 0,-1 0,1-1,-1 0,0-1,0 0,0 0,-1-1,1-1,-1 0,1 0,-1-1,1 0,-10-2,18 2,0 0,-1-1,1 1,0-1,0 0,0 0,0 0,0 0,0 0,0 0,1 0,-1-1,0 1,0 0,1-1,-1 0,1 1,0-1,-1 0,1 0,0 0,0 1,0-1,0-1,0 1,1 0,-1 0,1 0,-1 0,1 0,0-1,0 1,0 0,0 0,0 0,0-1,1 1,-1 0,1 0,-1 0,1 0,0 0,0 0,0 0,0 0,0 0,11-17,0 1,1 1,1 0,0 1,1 0,1 1,0 1,1 1,7-4,15-14,-16 13,0-1,-1-1,0 0,-2-2,-1 0,-1-1,0-1,-2-1,-1 0,-1-1,-1-1,-1 0,-2-1,3-13,-12 38,2-9,0 1,-1-1,0 0,-1 0,-1 0,0 0,0 0,-2-8,2 19,0 0,0 0,0 0,0 0,0 0,-1 0,1 0,0 0,-1 1,1-1,0 0,-1 0,1 0,-1 1,1-1,-1 0,1 0,-1 1,0-1,1 0,-1 1,0-1,1 1,-1-1,0 1,0-1,0 1,1 0,-1-1,0 1,0 0,0 0,0-1,0 1,0 0,0 0,0 0,1 0,-1 0,0 0,0 1,0-1,0 0,0 0,0 1,0-1,1 0,-1 1,-35 31,24-11,0 0,2 1,1 1,1-1,0 1,2 1,1-1,1 1,1 0,0 0,2 23,1-14,1 0,1 0,2 0,1-1,1 1,2-1,2-1,0 1,2-2,2 1,4 5,-13-27,1 0,-1-1,1 0,1 0,0-1,0 0,0 0,1-1,0 1,0-2,4 3,11 3</inkml:trace>
  <inkml:trace contextRef="#ctx0" brushRef="#br2" timeOffset="-84212.955">10938 384,'-16'-2,"-7"-1,9 2,18 4,27 1,26 3,24-1,17 2,-10-2</inkml:trace>
  <inkml:trace contextRef="#ctx0" brushRef="#br2" timeOffset="-83811.69">11446 945,'6'-2,"0"-1,1 1,-1-1,-1-1,1 1,0-1,-1 0,0 0,0-1,0 1,-1-1,1 0,-1-1,0 1,0-1,-1 1,0-1,0 0,0-1,-1 1,1-3,2-8,0-1,-1-1,-1 1,0-1,-2 1,0-1,-1-1,0 9,0 1,0-1,-1 1,-1-1,0 1,0 0,-1 0,0 0,-3-7,8 33,5-9,1-1,0 0,1 0,-1 0,1-1,0-1,0 0,0 0,1 0,0-1,-1-1,6 2,31 7,70 28,-112-36,0 0,-1 1,1-1,-1 1,0 0,0-1,0 1,-1 1,1-1,-1 0,0 1,0-1,-1 1,1-1,-1 1,0 0,0-1,-1 1,1 0,-1 0,0 0,-1 0,1-1,-1 1,0 0,0 0,0-1,-1 1,1 0,-1-1,0 0,-1 1,0 0,-12 70,15-73,0 0,1 0,-1 0,0 0,1-1,0 1,-1 0,1 0,0 0,0 0,0-1,0 1,0 0,0-1,0 1,1-1,-1 1,1-1,-1 0,1 1,-1-1,1 0,0 0,0 0,-1 0,1-1,0 1,0 0,0-1,0 1,64 5,-7-10,0-4</inkml:trace>
  <inkml:trace contextRef="#ctx0" brushRef="#br2" timeOffset="-83342.403">13224 584,'15'41,"-6"-12,1-1,1 1,1-2,2 1,1-2,1 0,1-1,1 0,3 1,-20-24,0 0,0 0,1-1,-1 1,0 0,1-1,-1 1,1-1,-1 0,1 1,-1-1,1 0,0 0,0 0,0 0,0 0,0 0,0-1,0 1,0-1,0 1,0-1,0 0,0 0,0 0,0 0,0 0,0 0,0 0,0-1,0 1,0-1,0 0,0 1,0-1,0 0,0 0,-1 0,1-1,0 1,-1 0,1 0,-1-1,1 1,-1-1,1 0,-1 1,0-1,6-14,0 0,-2 0,0 0,0 0,-2-1,0 0,-1 0,-1 0,0-13,18-103,-18 131,-1 0,1-1,-1 1,1 0,0 0,0 0,0 0,0 0,1 1,-1-1,0 0,1 0,-1 1,1-1,0 1,-1-1,1 1,0 0,0 0,0 0,0 0,0 0,0 0,0 0,0 1,0-1,1 1,-1-1,0 1,0 0,1 0,20 2</inkml:trace>
  <inkml:trace contextRef="#ctx0" brushRef="#br2" timeOffset="-82426.126">13959 719,'-11'-8,"0"0,-1 1,0 0,0 1,0 1,-1 0,-8-2,17 6,0 0,0 0,0 0,0 1,0-1,-1 1,1 0,0 0,0 1,0-1,0 1,0 0,0 0,0 1,0-1,1 1,-1-1,0 1,1 0,-1 1,1-1,0 1,0-1,0 1,0 0,-2 3,1-1,0 0,0 1,1 0,0 0,0 0,0 0,1 0,0 0,0 1,1-1,0 1,0-1,0 1,1-1,0 1,0 0,0-1,1 1,0-1,1 3,-1-7,0-1,0 1,0-1,0 1,0-1,0 0,1 1,-1-1,0 0,1 0,-1 0,1 0,-1 0,1 0,0 0,-1 0,1-1,0 1,0-1,-1 1,1-1,0 0,0 0,0 0,-1 0,1 0,0 0,0 0,0 0,-1-1,1 1,0-1,0 1,55-26,-39 13,0-1,-2-1,1 0,-2-2,0 1,4-9,-30 75,9-46,1 0,-1-1,1 1,0 0,0 0,0-1,1 1,-1 0,1 0,0 0,0 0,1 0,-1 0,1 0,0 0,0-1,0 1,0 0,1 0,-1-1,1 1,0-1,0 0,0 1,1-1,-1 0,1 0,0-1,0 1,0 0,0-1,0 0,0 0,1 0,0 1,8-2,0 1,0-2,0 0,0 0,0-1,-1 0,1-1,0-1,0 0,-1 0,0-1,1-1,-2 1,1-2,0 0,-1 0,0-1,-1 0,9-8,-3 3,0-2,-1 1,0-2,-1 0,-1-1,0 0,-1-1,-1 0,0-1,-2 0,0 0,-1-1,0 0,-2 0,0 0,-2-1,0 0,-1 0,-1 0,0 0,-2 0,0 0,-2 0,0 1,-6-19,6 28,0 0,-1 0,-1 0,0 1,0-1,-1 1,0 1,-5-6,9 11,0 1,0-1,-1 1,1-1,0 1,-1 0,0 0,0 0,1 1,-1-1,0 1,0-1,0 1,-1 0,1 0,0 1,0-1,-1 0,1 1,0 0,0 0,-1 0,1 0,0 1,-1-1,1 1,0 0,0 0,-2 0,0 3,-1 1,0 0,1 0,0 1,0-1,1 1,0 0,0 0,0 0,0 1,1-1,0 1,1 0,-1 0,1 0,1 0,-1 1,1-1,1 0,-1 1,1-1,0 0,1 2,2 18,1-1,1 0,1-1,2 1,0-1,2-1,0 1,2-2,1 1,1-2,0 0,2-1,0 0,2-1,0-1,1-1,5 3,-16-12,2 0,0 0,0-1,0 0,1-1,0 0,0-1,1 0,0-1,0 0,0-1,1 0,-1-1,1 0,0-1,0-1,7 0,-14-2,0-1,0 0,-1 0,1-1,-1 0,0 0,0 0,0-1,0 1,-1-1,1 0,-1-1,0 1,0-1,-1 1,1-1,-1 0,0-1,0 1,-1-1,1 1,-1-1,0-3,29 61,-25-47,-1 0,1 0,1-1,-1 0,0-1,1 1,0-1,0 0,0-1,0 0,0 0,1 0,-1-1,0 0,1-1,-1 1,1-2,-1 1,1-1,-1 0,0 0,1-1,-1 0,0 0,0-1,0 0,0 0,-1-1,1 1,-1-1,0-1,0 1,0-1,-1 0,0-1,0 1,0-1,1-3,-3 3,0-1,0 1,-1-1,0 0,0 0,0 0,-1 0,0 0,-1 0,1 0,-2 0,1-1,-1 1,0 0,0 0,-1 0,1 0,-2 0,1 1,-1-1,0 1,-1-1,1 1,-1 0,0 0,-1 1,1-1,-1 1,0 0,-1 0,1 1,-1-1,0 1,0 0,0 1,-1 0,1 0,-1 0,0 1,0 0,1 0,-1 0,-1 1,1 0,0 1,0 0,0 0,-4 0,6 1,0 1,0-1,0 1,0 0,0 0,0 0,1 1,-1 0,1 0,-1 0,1 0,0 1,1-1,-1 1,0 0,1 0,0 1,0-1,0 1,1-1,0 1,-1 0,2 0,-1 0,0 0,1 0,0 0,0 1,1-1,0 0,-1 0,2 1,-1-1,1 0,-1 0,2 2,10 30</inkml:trace>
  <inkml:trace contextRef="#ctx0" brushRef="#br2" timeOffset="-81581.204">15429 758,'-2'-9,"-1"0,-1 0,0 0,0 1,-1-1,0 1,0 0,-1 0,0 1,-1 0,1 0,-1 0,-6-3,9 7,0 0,-1 0,1 0,-1 1,0 0,0 0,0 0,0 0,0 1,0 0,0 0,0 0,-1 1,1 0,0 0,0 0,-1 1,1-1,0 1,0 0,0 1,0-1,0 1,0 0,-2 1,4-1,-1 0,0 0,1 0,-1 0,1 0,0 1,-1-1,1 1,1 0,-1 0,0 0,1 0,-1 1,1-1,0 1,0-1,0 1,1 0,-1 0,1 0,0-1,0 1,0 1,1-1,-1 0,1 0,0 0,0 0,1 0,-1 0,1 0,0 0,0 0,0 0,0 0,1 0,0-1,0 1,0 0,0-1,0 0,1 1,-1-1,1 0,0 0,1 1,5 1,0 1,-1-1,2-1,-1 0,0 0,1-1,0 0,0-1,0 0,0 0,0-1,0-1,0 1,1-2,-1 1,0-1,0-1,0 0,0 0,0-1,-1-1,1 1,-1-1,0-1,0 0,0 0,-1-1,0 0,0 0,0-1,-1 0,0 0,0-1,-1 0,0 0,4-7,-12 21,0 0,0 0,0 0,1 0,0 0,1 1,-1-1,1 0,0 1,1-1,-1 0,2 3,-2-6,1 0,-1 0,1 0,0 0,0 0,0 0,0-1,1 1,-1 0,1-1,-1 1,1-1,0 0,0 1,0-1,0 0,1 0,-1 0,0-1,1 1,-1-1,1 1,0-1,0 0,-1 0,1 0,0 0,0 0,0-1,0 1,1-1,0 0,-1 0,1 0,0-1,-1 1,1-1,0 0,-1 0,1-1,-1 1,0-1,1 1,-1-1,0 0,0 0,0-1,0 1,-1 0,1-1,0 0,-1 0,0 1,0-2,0 1,0 0,36-84,11-111,-49 197,0-1,0 0,0 1,1-1,-1 1,0-1,1 1,-1-1,1 1,-1-1,1 1,0-1,0 1,-1-1,1 1,0 0,0 0,0-1,1 1,-1 0,0 0,0 0,1 0,-1 0,0 1,1-1,-1 0,1 1,-1-1,1 1,-1-1,1 1,-1 0,1-1,0 1,-1 0,1 0,-1 0,1 0,1 1,5 5,0 1,0 0,0 0,-1 1,0 0,0 0,-1 1,0 0,-1 0,1 3,5 5,90 188,-99-200,1-1,-1 1,1-1,0 1,0-1,0 0,1 0,0 0,-1-1,1 1,1-1,-1 0,0 0,1-1,-1 1,1-1,0 0,0 0,0 0,0-1,0 0,0 0,0 0,1-1,-1 1,0-1,0-1,3 1,10-5,-1 0,0-1,0 0,0-1,-1-2,0 1,-1-2,0 0,0 0,-1-2,-1 0,0 0,0-1,-2-1,1 0,5-10,-13 18,0 2,0-1,0 1,-1-1,0 0,0 0,0 0,-1 0,0-1,0 1,0 0,0-1,-1 0,0 1,0-2,-1 6,-1 0,1 0,0 0,0 0,-1 0,1 0,-1 0,1 0,-1 0,1 1,-1-1,0 0,1 0,-1 0,0 1,0-1,1 0,-1 1,0-1,0 0,0 1,0-1,0 1,0 0,0-1,0 1,0 0,0-1,0 1,0 0,0 0,0 0,0 0,0 0,0 0,0 0,0 1,0-1,0 0,0 0,0 1,0-1,0 1,-46 17,39-12,-1 0,1 0,1 0,-1 1,1 1,1-1,-1 1,1 0,0 0,1 1,0 0,1 0,-1 0,0 5,3-9,0 0,1 1,0-1,0 1,0-1,1 1,0 0,0-1,0 1,1-1,-1 1,1 0,1-1,-1 0,1 1,0-1,0 0,0 0,1 0,0 0,0 0,0-1,1 1,-1-1,1 0,3 2,7 4,0 0,1-2,0 0,0 0,1-2,0 0,0 0,0-2,1 0,-1-1,1-1,0 0,0-1,17-1,36-2</inkml:trace>
  <inkml:trace contextRef="#ctx0" brushRef="#br2" timeOffset="-81219.793">17021 691,'-12'-8,"0"0,-1 0,0 1,0 1,0 0,-1 1,0 1,0 0,0 0,-1 2,1-1,-1 2,0 0,1 1,-1 0,1 2,-1-1,0 2,-3 1,14-3,0 1,1 0,-1 0,0 0,0 0,1 0,0 1,-1 0,1 0,0 0,0 0,1 0,-1 1,0-1,1 1,0-1,0 1,0 0,1 0,-1 0,1 0,0 0,0 1,0-1,1 0,-1 0,1 1,0-1,0 0,1 0,-1 1,1-1,0 0,0 0,0 0,1 0,0 0,-1 0,1 0,0 0,1-1,-1 1,1-1,2 3,1 0,-1-1,2 0,-1 0,0 0,1-1,0 0,0 0,0-1,0 0,1 0,-1 0,1-1,0 0,0-1,-1 0,1 0,0-1,0 0,0 0,0 0,0-1,0-1,0 1,-1-1,1-1,-1 1,1-1,-1-1,0 1,0-1,0 0,-1-1,1 0,-1 0,0 0,-1-1,1 1,-1-2,0 1,0 0,-1-1,0 0,0 0,-1 0,0 0,0-1,-1 1,1-4,-2 10,-1 0,1 0,-1 1,1-1,-1 0,1 0,-1 0,0 0,1 0,-1-1,0 1,0 0,0 0,0 0,0 0,0 0,0 0,0 0,-1 0,1 0,0 0,-1 0,1 0,0 0,-1 0,1 0,-1 0,0 0,1 0,-1 1,0-1,1 0,-1 0,0 1,0-1,0 0,0 1,1-1,-1 1,0-1,0 1,0 0,0-1,0 1,0 0,-1 0,1-1,0 1,0 0,0 0,0 0,0 0,0 1,0-1,0 0,0 0,0 0,0 1,0-1,0 1,0-1,0 1,0-1,0 1,0 0,0 0,-1 1,0 0,0 1,0-1,0 1,1 0,-1-1,1 1,0 0,-1 0,1 0,1 0,-1 0,0 0,1 0,-1 0,1 1,0-1,0 0,0 0,1 0,-1 0,1 0,0 0,-1 0,2 0,-1 0,0 0,0 0,1 0,-1-1,1 1,0-1,0 1,0-1,0 0,1 1,-1-1,0 0,1 0,2 1,38 19,6-3</inkml:trace>
  <inkml:trace contextRef="#ctx0" brushRef="#br2" timeOffset="-80505.759">18985 531,'-7'-6,"-1"1,0 0,0 1,0 0,0 0,-1 1,0 0,0 1,0-1,0 2,0-1,0 1,0 1,0 0,-1 0,1 1,0 0,0 0,0 1,0 0,0 1,0 0,1 0,-1 1,1 0,0 1,0-1,1 2,-1-1,1 1,0 0,0 0,1 1,-5 7,8-10,0 0,0 1,1-1,0 1,0-1,0 1,0 0,1 0,0 0,0 0,0 0,1 0,-1 0,1 0,0 0,1 0,-1 0,1 0,0 0,0 0,1 0,0 0,0 0,0-1,0 1,0-1,1 1,0-1,0 0,0 0,1 0,-1-1,1 1,3 1,-1-1,1 0,0-1,0 0,0-1,1 1,-1-2,1 1,-1-1,1 0,0 0,-1-1,1 0,0 0,0-1,-1 0,1 0,-1-1,1 0,-1-1,0 1,6-4,-2 1,1-1,-1-1,0 0,-1 0,1-1,-1 0,-1-1,0 0,0-1,-1 0,0 0,5-9,0-10,-1 0,-1-1,-1-1,-2 0,-1 0,-1-1,-2 0,-1 0,-2 0,-2-28,1 49,1-6,-1 0,-1-1,0 1,-1 0,-1 0,0 0,-6-15,9 31,-1 0,1 0,0 0,0 0,-1 0,1 0,0 0,-1 0,1 0,-1 0,0 0,1 0,-1 1,1-1,-1 0,0 0,0 1,1-1,-1 1,0-1,0 0,0 1,0-1,0 1,0 0,0-1,0 1,0 0,0 0,0-1,0 1,0 0,0 0,0 0,0 0,0 0,0 1,0-1,0 0,0 0,0 1,0-1,0 0,0 1,0-1,1 1,-1-1,0 1,0 0,0-1,1 1,-1 0,0 0,-34 48,25-30,2 0,1 1,0-1,1 2,2-1,0 0,1 1,0 0,2 0,1 0,0 0,2-1,0 1,2 0,0-1,1 1,1-1,1-1,0 1,2-1,0 0,1-1,1 0,1-1,3 3,-11-15,0-1,0 0,0 0,0-1,0 1,1-1,-1 0,1 0,0 0,0-1,0 1,0-1,0-1,1 1,-1-1,1 0,-1 0,1 0,-1-1,1 0,0 0,-1 0,1-1,-1 0,1 0,-1 0,0-1,1 1,-1-1,0-1,0 1,0-1,0 0,-1 0,1 0,1-2,5-7,-1-1,-1 0,0-1,-1 1,0-2,-1 1,-1-1,0 0,-1 0,-1-1,0 1,-1-1,-1 0,0-3,-7-14,4 33,1-1,-1 1,1-1,-1 1,1 0,-1-1,1 1,-1 0,0 0,1 0,-1-1,0 1,1 0,-1 0,1 0,-1 0,0 0,1 0,-1 0,0 0,1 0,-1 1,0-1,1 0,-1 0,1 0,-1 1,0-1,1 0,-1 1,1-1,-1 0,1 1,-1-1,1 1,-1-1,1 1,0-1,-1 1,1-1,0 1,-1 0,1-1,0 1,0-1,-1 2,-4 4,1 0,0 0,0 1,0 0,1 0,-1 0,2 0,-1 1,1-1,0 1,1-1,0 1,0 0,0 0,1-1,0 1,1 0,0 0,0-1,1 1,0-1,0 1,0-1,1 0,0 1,1-2,0 1,0 0,0-1,2 2,3 1,0 0,1 0,0-1,1 0,-1 0,2-1,7 3,29 12</inkml:trace>
  <inkml:trace contextRef="#ctx0" brushRef="#br2" timeOffset="-79952.657">21071 504,'7'-16,"4"-9,3-8,4-5,0-1,-2 2,-2 6,-3 11,-6 17,-3 15,-3 13,-3 11,-1 9,1 5,-2 4,-2 1,-2-2,1-9</inkml:trace>
  <inkml:trace contextRef="#ctx0" brushRef="#br2" timeOffset="-79678.89">21084 812,'19'-9,"12"-6,5 1,5 1,-2 2,-6 3</inkml:trace>
  <inkml:trace contextRef="#ctx0" brushRef="#br2" timeOffset="-79484.468">20790 9,'0'3,"3"4,4 7,9 2,8 2,0-3</inkml:trace>
  <inkml:trace contextRef="#ctx0" brushRef="#br2" timeOffset="-79259.03">21419 9,'-5'-6,"-1"3,1 11,2 14,10 13,10 11,11 6,0-7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5:08.1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809 142,'-7'-9,"0"0,-1 1,-1 0,1 0,-1 1,0 0,-1 1,0 0,0 0,0 1,0 0,-1 1,0 1,0-1,0 2,-10-2,-9 0,1 1,-1 1,0 2,0 1,-28 5,37-5,1 1,0 1,0 1,0 0,0 2,1 0,-1 1,2 1,-1 1,1 1,1 0,-1 1,2 1,0 1,0 0,1 1,1 1,0 0,1 1,1 0,1 1,-5 9,9-10,1 0,0 0,2 0,-1 1,2-1,1 1,0 0,1 0,0 0,2 0,0 0,0-1,2 1,0 0,1-1,1 1,1-1,0 0,0-1,2 0,0 0,1 0,0-1,1-1,1 1,3 1,11 8,1-1,2-1,0-1,0-2,2-1,0-2,1 0,1-2,0-2,1 0,0-3,0 0,1-3,0 0,0-2,0-2,0-1,8-2,-21 2,0-1,0-1,0-1,0-1,-1 0,1-2,-1 0,-1-1,1-1,-1-1,0-1,-1 0,0-2,-1 0,0 0,-1-2,-1 0,0-1,-1-1,0 0,-1 0,-1-2,9-17,-13 15,-1 0,-1 0,-1 0,0-1,-2 0,0 0,-2 0,0 0,-1 0,-2 0,0 0,-1 0,-1 0,-1 1,0-1,-2 1,0 0,-2 1,0 0,-1 0,-1 1,0 0,-1 1,-2 1,1 0,-2 0,0 1,-1 1,0 1,-1 0,0 1,-1 1,-1 1,0 0,0 2,-14-5,10 7,0 1,0 0,-1 2,0 1,0 1,0 1,0 1,1 1,-1 1,0 1,1 1,0 1,0 1,1 1,0 1,0 1,1 1,0 1,1 1,0 0,1 2,1 0,0 1,-1 3,-54 60</inkml:trace>
  <inkml:trace contextRef="#ctx0" brushRef="#br0" timeOffset="689.896">996 1144,'-25'-13,"0"1,-1 2,0 0,0 1,-1 2,-1 1,1 1,-1 1,0 1,0 2,1 1,-22 2,28 2,0 0,0 1,1 1,-1 1,2 1,-1 1,1 0,0 1,1 1,0 1,1 1,0 1,1 0,1 0,0 2,1 0,1 1,0 0,1 1,1 0,1 1,1 0,0 1,1 0,0 5,4-8,0 1,2 0,0-1,1 1,0 0,2 0,0 0,1-1,1 1,0 0,1-1,1 0,1 0,1 0,0-1,1 0,0 0,2-1,0 0,0-1,1 0,1-1,1 0,-1 0,2-2,0 0,0 0,6 2,6 0,1-2,0-1,1-1,0-1,1-1,-1-2,1-1,0-1,0-1,1-2,-1-1,0-1,0-1,0-2,-1-1,0-1,0-2,0 0,-1-2,0-1,-1-1,0-2,-12 9,-1-1,1 0,-1-1,-1 0,1-1,-1 0,-1-1,0-1,0 0,-1 0,-1-1,0 0,0 0,-1-1,-1-1,0 1,-1-1,0 0,-1 0,-1-1,0 0,-1 0,0-5,-3 4,-2 0,0 1,-1-1,-1 0,0 1,-1 0,0 0,-2 1,1-1,-2 1,0 1,-1-1,-7-8,-3-2,-2 0,0 2,-1 0,-1 2,-1 0,-17-9,23 17,0 0,-1 0,-1 2,0 1,-1 0,1 2,-1 0,-1 1,1 1,-1 1,0 1,0 1,0 1,0 1,-1 1,1 1,0 1,-8 2,-2 5,0 1,2 2,-1 0,2 2,-25 17,-38 28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5:07.2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4934 263,'-1'-4,"-1"1,1-1,-1 0,0 1,1 0,-2-1,1 1,0 0,-1 0,1 0,-1 1,0-1,0 1,0-1,0 1,-1 0,1 0,0 0,-1 1,1-1,-1 1,0 0,0 0,1 0,-1 0,0 1,-3 0,-12-6,-132-54,-79 5,196 44,0 2,0 1,-1 2,0 1,-1 2,-14 1,1 2,20 1,0-2,0-1,0-1,-17-4,7 0,-1 2,1 2,-1 2,0 1,0 3,-12 2,-58 2,-69-21,-126 6,131 11,-115 3,181-7,-180 2,61 42,215-41,1 1,0 0,0 1,0 1,1 0,-1 0,1 1,0 0,1 1,-1 0,-1 3,-53 35,53-39,0 0,1 1,0 1,0-1,1 2,0-1,0 1,1 1,0-1,1 1,-3 6,5-6,1 0,0 1,0 0,1-1,1 1,0 1,0-1,1 0,0 0,1 1,1-1,0 0,0 0,1 0,0 0,1 0,0 0,1 0,0-1,1 1,0-1,1-1,0 1,0-1,3 3,37 38,2-2,46 36,40-1,-124-75,1-1,0 0,0-1,1 0,-1-1,1 0,1-1,-1-1,7 2,69 10,107 10,-184-25,12 0,0 0,1 1,-1 2,0 0,21 7,-21-6,-1 0,2-1,-1-2,0 0,0-2,7-1,27 1,173-9,76 7,-193 16,418-13,-326-8,140-2,-159 1,-146 4,0-1,0-2,-1-2,0-1,25-13,-58 23,0-1,0 1,-1-2,1 1,-1 0,0-1,0 0,0 0,0-1,0 0,-1 1,1-2,-1 1,0 0,0-1,-1 0,1 1,-1-1,0-1,-1 1,1 0,-1-1,0 0,5-26,-1 0,-1-1,-3 0,0 1,-2-1,-1 0,-2-3,2 25,1 0,-2 0,0 0,0 0,0 0,-2 0,1 1,-1-1,-1 1,0 0,0 0,-1 1,-1-1,1 1,-1 1,-1-1,1 1,-2 1,1-1,-1 2,0-1,0 1,-1 0,1 1,-2 0,1 0,0 2,-1-1,0 1,1 0,-1 1,0 1,-1-1,-8 4,5 1</inkml:trace>
  <inkml:trace contextRef="#ctx0" brushRef="#br0" timeOffset="3938.484">5067 1292,'-3'21,"-2"0,0 0,-2 0,0-1,-1 0,-1 0,-1-1,-1 0,-1-1,0 0,-1-1,-1 0,-1-1,0-1,-1 0,0-1,-18 11,-9 1,-1-2,0-2,-2-2,0-2,-2-2,-47 10,-24 8,53-13,-2-3,1-3,-2-3,-56 2,38-10,0 5,-52 13,-160 18,-101 18,39 11,269-57,1-3,-1-5,-61-5,99 1,-18-3,1-3,-62-12,118 15,0-1,0 0,0-1,0 0,1-1,0-1,0 0,0-1,1-1,0 0,1 0,0-2,1 1,-9-11,-115-164,129 177,0 1,0-1,1-1,1 1,0-1,0 0,0 0,1 0,0 0,1 0,0-1,1 1,0-1,0 1,1-1,0 0,0 1,1-1,1 0,0 1,2-7,0 10,1 0,0 1,0 0,0 0,1 0,0 1,-1 0,1 0,1 1,-1-1,1 1,-1 0,4 0,12-7,91-49,-61 30,2 1,1 3,1 3,1 2,6 1,335-67,128 0,-412 71,4-4,0 6,1 5,0 6,0 4,13 7,354 44,-398-47,-60-6,0 2,-1 1,1 1,-1 1,23 8,30 26,-65-34,79 37,2 19,-79-49,-25-9,-3-8,0 0</inkml:trace>
  <inkml:trace contextRef="#ctx0" brushRef="#br0" timeOffset="8056.717">1 209,'8'-8,"0"-1,1 1,1 1,-1-1,1 2,0-1,1 2,-1-1,1 1,0 1,1 0,-1 0,9 0,-17 3,-1 1,1 0,0-1,-1 1,1 1,0-1,-1 0,1 0,0 1,-1 0,1 0,-1-1,1 1,-1 1,1-1,-1 0,0 0,1 1,-1 0,0-1,0 1,0 0,0 0,-1 0,1 0,-1 0,1 1,-1-1,1 0,-1 1,1 2,0 0,-1 1,0 0,0 0,0 0,0-1,-1 1,0 0,0 0,-1 0,1 0,-1 0,0 0,-1-1,0 3,-7 12,-1 0,0-1,-2 0,0-1,-1 0,0-1,-12 11,-44 61,68-88,1 0,-1-1,0 1,0 0,1-1,-1 1,0 0,1 0,-1-1,0 1,1 0,-1 0,1 0,0 0,-1 0,1 0,0 0,-1 0,1 0,0 0,0 0,0 0,0 0,0 0,0 0,0 0,0 0,1 0,-1 0,0 0,1 0,-1-1,0 1,1 0,-1 0,1 0,-1 0,1 0,0-1,-1 1,1 0,0 0,0-1,-1 1,1-1,0 1,0-1,0 1,0-1,0 1,0-1,-1 0,2 1,9 0,-1-1,0 0,1 0,-1-1,0-1,1 1,-1-2,9-2,2-1,272-47,-293 53,1 0,0 1,-1-1,1 0,0 0,-1 0,1 0,0 0,-1 0,1 0,0 0,-1 0,1 0,0-1,0 1,-1 0,1 0,-1 0,1-1,0 1,-1-1,1 1,-1 0,1-1,-1 1,1-1,-1 1,1-1,-1 1,1-1,-1 0,0 1,1-1,-1 1,0-1,1 0,-1 1,0-1,0 0,0 1,0-1,0 0,0 1,0-1,0 0,0 0,0 1,0-1,0 0,0 1,0-1,-1 0,1 1,0-1,-1 0,-4-5</inkml:trace>
  <inkml:trace contextRef="#ctx0" brushRef="#br0" timeOffset="21787.569">121 1358,'30'-16,"-11"9,-4 0,0 1,1 0,0 2,0-1,0 2,1 0,7 1,-23 2,1 0,0 0,0 0,0 0,-1 1,1-1,0 1,0-1,-1 1,1-1,0 1,-1 0,1 0,-1 0,1 0,-1 0,1 0,-1 1,0-1,0 0,1 1,-1-1,0 1,0-1,0 1,-1-1,1 1,0 0,-1-1,1 1,-1 0,1 0,-1 0,0-1,0 1,0 0,0 0,0 0,0-1,0 1,-1 0,-20 75,11-60,0 0,-1 0,-1-1,-1 0,0-1,-11 9,22-22,2-2,-1 0,1 0,-1 0,0 0,1 0,-1 0,1 0,-1 0,1 1,-1-1,1 0,-1 0,1 1,-1-1,1 0,-1 1,1-1,-1 0,1 1,-1-1,1 1,0-1,-1 0,1 1,0-1,-1 1,1-1,0 1,0-1,0 1,-1 0,1-1,0 1,0-1,0 1,0-1,0 1,0 0,0-1,0 1,0-1,0 1,0-1,1 1,-1-1,0 1,0 0,0-1,1 1,-1-1,0 1,1-1,-1 0,0 1,1-1,-1 1,1-1,-1 0,1 1,-1-1,0 0,1 1,0-1,-1 0,54-4,44 3,-94 2,-1-1,1 1,0 0,0 1,0-1,0 1,-1 0,1-1,-1 2,1-1,-1 0,0 1,0-1,0 1,0 0,-1 0,1 0,-1 0,1 1,-1-1,0 1,0 1,-1-2,1 1,-1-1,-1 1,1-1,0 1,-1 0,0-1,0 1,0 0,0-1,0 1,-1 0,0-1,0 1,0-1,0 1,0-1,-1 1,1-1,-1 0,0 0,0 0,0 0,-1 0,1 0,-1 0,1-1,-2 1,-87 60,63-50,0-1,0-2,-1-1,0-1,-11 1,14-10,32-18,13 1,2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5:37.9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792 248,'1'-3,"-1"0,0 0,-1-1,1 1,-1 0,1 0,-1 0,0-1,0 1,0 0,-1 0,1 0,-1 1,1-1,-1 0,0 0,0 1,0-1,-1 1,1 0,0 0,-1 0,0 0,1 0,-1 0,0 1,0-1,0 1,-1 0,-38-15,-1 2,0 2,-1 3,-31-4,49 9,6-1,0 1,-1 2,1 0,-1 1,1 0,0 2,-1 1,1 0,0 2,0 0,0 1,0 1,1 1,0 1,-14 8,23-11,2 1,-1 0,1 1,0-1,0 2,1-1,0 1,0 0,0 0,1 1,1 0,0 0,0 1,0-1,1 1,1 0,0 0,-1 4,-1 7,1 1,1-1,1 1,1 0,1 0,0 0,4 14,-2-24,1-1,1 1,0-1,0 0,1-1,0 1,1-1,0 0,1 0,0 0,0-1,1 0,1-1,-1 0,1 0,3 1,21 15,1-1,1-2,1-1,3-1,-24-10,0-1,0 0,1-1,0 0,0-2,0 0,1 0,-1-2,1 0,0-1,0 0,0-2,1 0,-1-1,0 0,0-2,8-1,-3-6,0 0,-1-2,0 0,-1-1,0-1,-1-1,-1-1,0-1,-1 0,-1-1,-1-1,0 0,10-20,-15 23,-2 0,1-1,-2 0,-1-1,0 0,-1 0,-1 0,0 0,-2-1,0 1,-1-1,-1 1,0-1,-2 0,0 1,-1-1,-1 1,-1 0,0 0,-1 1,-1-1,-1 1,-1 1,0 0,-1 0,0 0,-2 1,1 1,-9-7,10 13,0 1,0 0,-1 0,0 1,0 1,-1 0,1 1,-1 0,0 0,0 1,-1 1,1 0,0 1,-1 0,1 1,-1 1,1-1,-5 3,-71 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7:22.2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89,'0'1,"0"0,-1 1,1-1,0 0,0 0,0 1,0-1,0 0,0 1,0-1,0 0,1 0,-1 1,0-1,1 0,-1 0,1 0,-1 0,1 1,0-1,-1 0,1 0,0 0,0 0,0 0,0-1,0 1,0 0,0 0,0-1,0 1,0 0,0-1,0 1,0-1,1 1,-1-1,0 0,0 0,1 1,-1-1,0 0,1 0,-1 0,0 0,0 0,1-1,-1 1,1 0,210 4,-44-3,-119 2,1-1,0-3,-1-2,15-3,125-28,-59 9,108-5,336 19,-438 2,82-6,206 12,358 12,-29 39,-232-31,230-7,175-5,-156 35,2-32,469-2,-317-20,744 15,-774 37,-376-9,-104-9,477 14,1961-35,-147 1,-1311-39,-694 13,-533 20,408-3,-339 22,-225-15,-13-1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6:05.5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18529 1338,'-11'-6,"-1"1,0 1,0 0,0 0,-1 1,1 1,-1 0,1 1,-1 0,0 1,1 1,-1 0,-2 1,11 0,0 0,0 0,0 1,0-1,0 1,1 0,0 0,-1 0,1 1,0-1,1 1,-1-1,1 1,-1 0,1 0,0 0,1 1,-1-1,1 0,0 1,0-1,0 1,0-1,1 1,0-1,0 1,0-1,1 1,-1-1,1 1,0-1,0 1,1-1,-1 0,1 1,0-1,0 0,0 0,1 0,-1-1,1 1,3 2,5 5,1-1,1 0,-1-1,1 0,1-1,0-1,0 0,0-1,1 0,0-1,0-1,0 0,0-1,1-1,0 0,-1-1,13-2,-13 3,0-1,1-1,-1 0,1-1,-1-1,0 0,0-1,0-1,0-1,0 0,-1 0,0-2,0 1,0-2,-1 0,4-4,-14 10,0-1,-1 1,1-1,-1 0,0 0,0 0,0 0,0 0,0 0,-1-1,1 1,-1-1,0 1,0-1,0 1,0-1,-1 0,0 1,1-1,-1 0,-1 1,1-1,-1-1,1 5,0-1,-1 0,1 1,-1-1,1 0,-1 1,1-1,-1 0,0 1,1-1,-1 1,0-1,1 1,-1 0,0-1,0 1,0 0,1-1,-1 1,0 0,0 0,0 0,1 0,-1 0,0 0,0 0,0 0,0 0,1 0,-1 0,0 0,0 0,0 1,1-1,-1 0,0 1,0-1,1 1,-1-1,0 1,1-1,-1 1,0-1,1 1,-1 0,1-1,-1 1,1 0,-1-1,1 1,0 0,-1 0,1-1,0 1,0 0,-1 0,1 0,-1 3,0-1,-1 1,2-1,-1 1,0 0,1-1,-1 1,1 0,0-1,0 1,1 0,-1 0,1-1,0 1,0 0,0-1,0 1,1-1,-1 0,1 1,0-1,0 0,0 0,0 0,1 0,-1 0,1-1,0 1,0-1,0 0,0 0,0 0,0 0,1 0,-1 0,0-1,1 0,-1 0,1 0,0 0,-1 0,2-1,3 2,1-1,0 0,0 0,0-1,0 0,0 0,-1-1,1-1,0 1,0-1,-1-1,4-1,-8 3,0-1,0 0,-1 0,1 0,0 0,-1 0,0-1,0 1,1-1,-2 0,1 0,0 0,0 0,-1-1,0 1,0-1,0 1,0-1,0 0,-1 0,0 1,0-1,0 0,0 0,0-1,-1 1,0-3,0 3,0 0,-1 0,1 0,-1 0,0 0,-1 0,1 1,-1-1,1 0,-1 1,0-1,0 1,-1 0,1-1,-1 1,0 0,0 1,0-1,0 0,0 1,0 0,-1-1,1 1,-1 1,-1-2,-5-1,-1-1,1 2,-1 0,0 0,0 1,0 0,0 0,-8 1,10 1,-1-1,1 1,-1 1,1-1,0 2,0-1,-1 1,1 1,0 0,1 0,-1 1,0 0,1 0,0 1,0 0,0 0,1 1,0 0,0 0,0 1,-4 5,10-9,-1-1,1 1,-1-1,1 1,0-1,0 1,0 0,0 0,1-1,-1 1,1 0,-1 0,1 0,0 0,0-1,0 1,1 0,-1 0,1 0,-1 0,1-1,0 1,0 0,0-1,1 1,-1-1,1 1,-1-1,1 0,0 1,0-1,0 0,0 0,0 0,0-1,0 1,3 1,5 3,0 1,1-2,0 1,0-2,0 1,1-1,-1-1,6 1,25 3</inkml:trace>
  <inkml:trace contextRef="#ctx0" brushRef="#br0" timeOffset="292.789">19117 1004,'-16'-11,"-7"-4,0 3,1 7,5 11,6 12,4 3</inkml:trace>
  <inkml:trace contextRef="#ctx0" brushRef="#br0" timeOffset="293.789">19051 1498,'13'16,"12"8,8-1,8-4,5-5,3-7,-8-5</inkml:trace>
  <inkml:trace contextRef="#ctx0" brushRef="#br0" timeOffset="-3881.701">15254 1498,'-10'-6,"1"1,-2 0,1 1,-1 0,1 0,-1 1,0 0,0 1,0 0,0 1,-11 0,17 1,-1 1,0-1,1 1,-1 0,1 0,-1 0,1 1,-1 0,1 0,0 1,0-1,0 1,0 0,1 0,-1 1,1-1,0 1,0 0,0 0,0 1,1-1,0 1,0 0,-1 1,3-4,-1 1,1 0,0 0,0-1,0 1,1 0,-1 0,1 0,-1 0,1 0,0 0,0 0,0 0,1-1,-1 1,1 0,0 0,-1 0,1 0,0-1,1 1,-1 0,0-1,1 1,0-1,-1 1,1-1,0 0,0 0,0 0,1 0,-1 0,0 0,1-1,-1 1,1-1,-1 1,1-1,0 0,0 0,0 0,-1-1,1 1,0-1,1 1,8-1,-1 0,1 0,-1-1,0-1,0 0,1 0,-2-1,1-1,0 0,0 0,-1-1,0 0,0-1,-1 0,1 0,-1-1,-1-1,1 1,-1-1,0-1,-1 1,0-1,-1-1,0 1,0-1,-1 0,0-1,-1 1,0-1,1-4,-8 21,1 0,0 0,0 0,1 0,-1 0,1 1,1-1,-1 0,1 1,0-1,0 0,1 1,0-1,0 0,1 0,-1 0,1 0,1 0,-1 0,1 0,0 0,0-1,1 0,-1 0,1 0,0 0,1 0,-1-1,5 3,-2-3,1-1,0-1,-1 1,1-1,0-1,1 1,-1-1,0-1,0 0,0 0,1 0,-1-1,0 0,0-1,0 0,0 0,0-1,-1 0,7-3,2-2,-1 0,0-1,0-1,0-1,-1 0,-1 0,0-2,8-9,4-14,-1-2,-2 0,-2-1,-1-1,-3-1,-1-1,-1 0,-3-1,-2 0,-1-1,-3 1,-1-5,4-81,-8 126,0 1,0-1,0 1,0-1,-1 1,1-1,-1 1,1 0,-1-1,0 1,0 0,0 0,0-1,0 1,-1 0,1 0,-1 0,1 0,-1 1,0-1,1 0,-1 1,0-1,0 1,0 0,0-1,-1 1,1 0,0 0,0 0,-1 1,1-1,0 1,-1-1,1 1,-1 0,1 0,-1 0,1 0,-1 0,-1 1,-6 3,-1 2,2-1,-1 1,1 1,-1 0,2 0,-1 1,1 0,0 0,1 1,0 0,0 0,1 1,1 0,-1 0,1 0,1 1,0 0,-2 10,-4 2,2 0,0 1,2 1,1-1,0 1,2 0,1-1,1 1,1 1,1-1,2-1,0 1,1 0,2-1,0 1,2-2,1 1,0-1,2 0,1-1,0-1,2 1,0-2,1 0,2-1,12 11,-21-22,1 0,0-1,0 0,1-1,0 0,0 0,0-1,1 0,0-1,0-1,0 0,0 0,0-1,1 0,-1-1,1 0,-1-1,1 0,-1-1,1 0,-1-1,1 0,-1-1,0 0,0-1,0 0,-1-1,0 0,1-1,-2 0,5-4,-8 6,0-2,-1 1,0-1,0 1,0-1,-1-1,0 1,0-1,0 1,-1-1,0 0,0 0,-1-1,0 1,0 0,-1-1,0 0,0 1,-1-1,0 1,0-1,-1 0,0 1,0-1,-1 1,-1-5,1 9,0 0,-1 1,1-1,-1 0,1 1,-1 0,0-1,0 1,0 0,0 1,0-1,-1 0,1 1,0 0,-1 0,1 0,-1 0,1 0,-1 1,0-1,1 1,-22-6,-5-6,24 8</inkml:trace>
  <inkml:trace contextRef="#ctx0" brushRef="#br0" timeOffset="-2452.934">16190 1458,'-173'-74,"166"71,-45-13,51 16,0-1,-1 1,1 0,0 0,-1 0,1 0,0 0,0 1,-1-1,1 0,0 1,0-1,-1 0,1 1,0-1,0 1,0 0,0-1,0 1,0 0,0 0,0 0,0 0,0 0,0 0,0 0,1 0,-1 0,0 0,1 0,-1 0,1 1,-1-1,1 0,0 0,-1 1,1-1,-1 7,0 0,1 0,-1 0,2 0,-1 1,1-1,0 0,1 0,0-1,0 1,1 0,0-1,0 1,1-1,-1 0,3 2,-4-5,1 0,-1-1,1 1,0-1,0 0,0 1,0-2,1 1,0 0,-1 0,1-1,0 0,0 0,0 0,0 0,0-1,1 0,-1 1,0-2,1 1,-1 0,1-1,-1 0,1 0,-1 0,1-1,-1 1,0-1,5-1,3-3,0 0,0-1,-1-1,0 0,0 0,0-1,-1 0,0-1,-1 0,0-1,0 0,-1 0,0 0,-1-1,5-11,-11 22,0-1,0 0,0 0,0 0,-1 0,1 1,0-1,0 0,-1 0,1-1,-1 1,1 0,-1 0,1 0,-1 0,0 0,1 0,-1-1,0 1,0 0,0 0,0 0,0-1,0 1,0 0,0 0,-1 0,1-1,0 1,-1 0,1 0,-1 0,1 0,-1 0,1 0,-1 0,0 0,0 0,0 0,1 0,-1 0,0 0,0 1,0-1,0 0,0 1,0-1,0 1,-1-1,1 1,0-1,0 1,0 0,0 0,-1 0,1-1,0 1,0 0,-1 0,-3 1,1 0,0 0,-1 0,1 1,0-1,0 1,0 0,0 0,1 0,-1 0,0 1,1 0,-1 0,1 0,0 0,0 0,0 0,1 1,-1 0,1-1,0 1,0 0,0 0,0 1,-21 107,22-12,4 0,6 22,-2-57,-2 1,-4-1,-2 1,-3-1,-3 1,-7 21,13-78,-1 0,0 0,-1-1,0 1,0-1,-1 1,0-1,0 0,-1-1,0 1,-1-1,1 0,-8 6,12-12,-1 1,0-1,0 0,0-1,0 1,0 0,0-1,0 1,0-1,0 1,0-1,0 0,0 0,0 0,0 0,0 0,0 0,0-1,0 1,0-1,0 1,0-1,0 0,0 0,0 0,0 0,1 0,-1 0,0 0,1-1,-1 1,1-1,-2-1,-44-58,46 61,-27-44,2 0,1-1,3-2,2 0,1-1,3-1,2 0,3-2,1 1,9 43,-1 1,1-1,1 1,-1-1,1 1,0-1,1 0,0 1,0-1,0 1,1-1,0 1,0 0,0 0,1-1,0 2,0-1,0 0,1 1,0-1,0 1,1 0,-1 0,1 1,0 0,0-1,1 2,-1-1,1 1,2-2,17-3,1 0,0 2,0 1,0 1,1 1,17 0,-13 1,63-5,-9 1</inkml:trace>
  <inkml:trace contextRef="#ctx0" brushRef="#br0" timeOffset="-1845.226">16390 1511,'0'1,"0"0,0 0,1 0,-1 0,0 0,1 0,-1 0,1 0,-1 0,1 0,-1-1,1 1,0 0,-1 0,1-1,0 1,-1 0,1-1,0 1,0-1,0 1,0-1,0 1,0-1,-1 0,1 1,0-1,0 0,0 0,0 1,0-1,0 0,0 0,0 0,0 0,0-1,0 1,0 0,0 0,0-1,0 1,0 0,15-2,0 0,0-1,0-1,-1 0,0-1,1-1,-2 0,1-1,-1 0,0-1,-1-1,1 0,-2-1,3-3,20-38,-34 50,-1 0,1-1,-1 1,0 0,1 0,-1-1,0 1,0 0,0-1,0 1,0 0,0-1,-1 1,1 0,0-1,-1 1,1 0,-1 0,1 0,-1-1,1 1,-1 0,0 0,0 0,0 0,0 0,0 0,1 0,-2 0,1 1,0-1,0 0,0 0,0 1,0-1,-1 1,1-1,0 1,0 0,-1-1,1 1,0 0,-1 0,1 0,-8-1,1 0,0 1,-1 0,1 0,-1 1,1 0,0 0,-1 1,1 0,0 1,0 0,1 0,-1 1,1 0,-1 0,1 0,0 1,1 0,-1 1,1 0,0 0,0 0,1 0,0 1,-3 5,3-6,1-1,1 1,-1 0,1 0,0 0,0 1,1-1,0 1,0-1,0 1,1 0,0-1,0 1,1 0,0 0,0 0,1 0,0-1,0 1,0 0,1 0,0-1,0 1,1-1,0 0,0 0,0 0,1 0,0 0,0-1,3 4,3 0,1-1,0-1,0 0,1 0,0-1,0 0,0-1,1-1,-1 0,1 0,0-2,0 1,1-2,-1 0,0 0,7-1,34-2</inkml:trace>
  <inkml:trace contextRef="#ctx0" brushRef="#br0" timeOffset="-1395.9">17045 977,'-1'-117,"1"117,0 0,0 0,-1 0,1 0,0 0,0 0,0 0,-1 0,1 0,0-1,0 1,0 0,-1 0,1 0,0 0,0 0,0 0,-1 0,1-1,0 1,0 0,0 0,0 0,0 0,-1-1,-4 29,-5 95,5 114,-1 23,3-229,2-22,0-14,4-17,-1 9,1 1,0 0,1 0,0 0,1 1,1 0,-1 0,2 0,0 0,0 1,1 0,0 1,5-5,-12 12,0 1,0 0,0 0,0-1,0 1,0 0,0 0,1 0,-1 0,0 1,0-1,1 0,-1 0,1 1,-1-1,1 1,-1-1,1 1,-1 0,1 0,-1-1,1 1,-1 0,1 0,-1 1,1-1,0 0,-1 0,1 1,-1-1,1 1,-1-1,0 1,1 0,-1-1,0 1,1 0,-1 0,0 0,0 0,0 0,0 0,0 1,0-1,0 0,0 0,0 1,0-1,-1 0,1 1,-1-1,1 2,2 10,-1-1,-1 1,0 0,0-1,-2 1,1 0,-2 0,0-1,0 1,-1-1,-1 0,0 1,0-2,-1 1,-1 0,-4 5,8-12,-1 0,-1-1,1 1,-1-1,1 0,-1 0,-1 0,1 0,0-1,-1 0,0 0,0 0,0 0,0-1,0 0,0 0,0 0,-1-1,1 0,-1 0,1 0,-1 0,0-1,1 0,-1 0,1-1,-2 0,-22-16,20 4</inkml:trace>
  <inkml:trace contextRef="#ctx0" brushRef="#br0" timeOffset="-776.696">17246 1605,'15'-38,"-2"0,-1-1,-2-1,-2 0,0-13,-7 38,1 8,-1 0,-1-1,1 1,-1 0,0 0,-1 0,0 0,0 0,0 0,-1 0,-2-5,-2 6,12 13,8 3,1-1,1-1,-1-1,1 0,1-1,-1-1,1 0,0-1,0-1,6 0,23 6,-33-7,-10-2,0 0,0 0,0 0,0 0,-1 1,1-1,0 1,0-1,0 1,0 0,-1 0,1 1,-1-1,1 0,-1 1,1 0,-1-1,0 1,1 0,-1 0,0 0,0 0,-1 1,1-1,0 1,-1-1,1 1,-1-1,0 1,0 0,0-1,0 1,-1 0,1 0,-1 0,-10 46,-1 27,11-74,0 1,1 0,0-1,-1 1,1-1,0 1,0 0,1-1,-1 0,0 1,1-1,-1 0,1 0,0 0,0 0,0 0,0 0,0 0,0-1,0 1,1-1,-1 1,0-1,1 0,0 0,1 0,3 2,0-2,1 1,-1-1,0 0,0-1,1 1,-1-2,0 1,1-1,-1 0,0 0,0-1,0 0,0 0,0-1,0 0,0 0,-1-1,0 1,1-1,-1-1,-1 1,1-1,-1 0,0 0,0-1,0 0,-1 1,0-2,0 1,0 0,-1-1,0 0,0 1,-1-1,0 0,1-5,-8-1,-6 36,9-16,0 0,0 0,0 0,1 0,0 0,1 0,0 1,0-1,0 0,1 0,0 0,0 0,1 0,0 0,0 0,1 0,0-1,0 1,0-1,1 0,0 0,0 0,1-1,-1 1,1-1,0 0,1 0,-1-1,1 1,0-1,0-1,1 1,1 0,12 1</inkml:trace>
  <inkml:trace contextRef="#ctx0" brushRef="#br0" timeOffset="-529.027">18021 1124,'-14'-9,"-6"-3,6 5,13 6,16 8,5 2</inkml:trace>
  <inkml:trace contextRef="#ctx0" brushRef="#br0" timeOffset="7294.501">15495 2554,'-18'-10,"0"1,0 1,-1 0,1 1,-2 1,1 1,-1 1,1 0,-1 2,-15-1,32 3,-1 0,0 0,0 1,1-1,-1 1,0 0,1 0,-1 0,1 0,-1 0,1 1,-1 0,1 0,0 0,0 0,0 0,0 1,0-1,0 1,1 0,-1-1,1 1,0 0,0 1,0-1,0 0,1 1,-1-1,1 1,0-1,0 1,0 0,0-1,1 1,0 0,-1-1,1 1,1 0,-1 0,0-1,1 1,0 0,4 3,-1-1,2-1,-1 1,1-1,-1 0,1 0,1 0,-1-1,1 0,0-1,-1 1,2-1,-1 0,0-1,0 0,1 0,0-1,-1 0,1 0,0 0,-1-1,6-1,-2 2,1-2,-1 0,1 0,-1-1,1 0,-1-1,0 0,0-1,0 0,-1 0,1-2,-1 1,0-1,-1-1,0 1,0-2,0 1,-1-1,0-1,0 1,-1-1,0-1,-1 1,0-1,0 0,-1-1,0 1,2-12,-1 1,-2-1,0 0,-2 1,0-1,-2-1,0 1,-2 0,0 0,-1 1,-2-1,0 1,-1-1,-1 1,-1 1,-4-8,11 25,1 1,-1 0,1 0,-1 0,0 0,0 0,0 0,0 1,0-1,0 0,0 0,-1 1,1-1,-1 1,1-1,-1 1,1 0,-1-1,0 1,0 0,0 0,0 0,0 0,1 1,-2-1,1 0,0 1,0 0,0-1,0 1,0 0,0 0,0 0,0 0,0 0,-1 1,1-1,0 1,0-1,-3 6,1 0,-1 1,1-1,0 1,0 0,1 0,0 0,0 0,1 1,0-1,0 1,1-1,0 1,0 0,1 5,-1-4,-4 25,1 0,3 1,0-1,2 1,2-1,1 0,1 0,2 0,2-1,1 0,1 0,2-1,4 5,-15-31,1-1,0 1,0-1,0 0,1 0,-1 0,1 0,1 0,-1-1,1 0,-1 0,1 0,0 0,1-1,-1 0,0 0,1 0,0-1,0 0,0 0,0 0,0-1,0 0,0 0,0-1,0 1,5-2,3-4,0-1,0-1,0 0,-1-1,0-1,-1 0,0 0,-1-1,0-1,0 0,-1 0,0-1,-1-1,-1 1,0-2,1-1,32-68,-45 73,-9 26,11-13,0 0,0 1,1-1,-1 1,1-1,0 1,0 0,0 0,1-1,0 1,-1 0,1 0,0 0,1-1,-1 1,1 0,0 0,-1-1,2 1,-1 0,0-1,1 1,0-1,-1 0,1 1,1-1,-1 0,0 0,1 0,-1-1,1 1,0-1,0 1,0-1,0 0,1 0,-1 0,0 0,1-1,-1 0,3 1,3 2,0-1,0 0,0 0,1-1,-1 0,1 0,0-1,-1-1,1 0,0 0,-1-1,1 0,0 0,-1-1,1 0,-1-1,0 0,0-1,0 0,0 0,-1-1,0 0,0-1,0 1,0-1,-1-1,0 0,0 0,-1 0,32-66,-36 61,-8 16,-7 18,11-19,1 1,0-1,0 1,0-1,0 1,0 0,1 0,0-1,-1 1,2 0,-1 0,0 0,1-1,-1 1,1 0,0 0,1-1,-1 1,0-1,1 1,0-1,0 0,0 0,0 0,0 0,1 0,0 0,-1 0,1-1,0 1,0-1,0 0,1 0,-1 0,1 0,10 2,-1 0,1-1,-1-1,1 0,0-1,-1-1,1 0,0 0,0-2,-1 0,1 0,-1-1,1-1,-1 0,0-1,0 0,-1-1,0-1,0 0,10-7,-8 4,-1 0,1-1,-2-1,0 0,0 0,-1-1,0-1,-1 0,-1 0,-1-1,0 0,0 0,-2-1,0 0,0 0,-2-2,-3 5,-8 18,-1 10,1-1,1 1,0 0,1 1,1 0,-2 14,3-19,-6 33,2 0,2 0,2 1,2-1,2 1,1 0,3-1,6 23,72 296,-80-288,-3-74,0-1,0 1,0-1,0 0,0 1,0-1,0 1,0-1,0 1,0-1,0 1,0-1,0 0,0 1,0-1,0 1,0-1,-1 0,1 1,0-1,0 1,-1-1,1 0,0 1,0-1,-1 0,1 1,0-1,-1 0,1 0,0 1,-1-1,1 0,-1 0,1 0,0 1,-1-1,1 0,-1 0,1 0,0 0,-1 0,1 0,-1 0,1 0,-1 0,1 0,-1 0,1 0,0 0,-1 0,1 0,-1-1,-13-20,5-9,2-1,1 1,2-1,1 0,0-20,1 11,-12-258,14-43,11 262,-10 78,1 0,-1 0,1 0,-1 0,0 0,1 1,0-1,-1 1,1-1,-1 1,1-1,0 1,-1 0,1 0,0 0,-1 0,1 0,0 0,-1 0,1 0,0 1,-1-1,1 1,-1-1,1 1,0 0,-1-1,0 1,1 0,-1 0,1 0,-1 0,0 0,0 0,0 1,0-1,0 0,0 1,0-1,0 1,0-1,2 2,46 39,-3 1,-1 3,-3 1,1 6,-41-52,-1 0,1 0,-1 1,1-1,-1 1,0-1,0 1,1 0,-1-1,0 1,-1 0,1 0,0-1,0 1,-1 0,1 0,-1 0,0 0,1 0,-1 0,0 0,0 0,0 0,0 0,-1 0,1 0,-1 0,1 0,-1 0,1 0,-1 0,0-1,0 1,0 0,0 0,0-1,-1 2,-4-1,0 0,0 0,-1 0,1-1,0 0,-1 0,1 0,-1-1,1 0,-1 0,1-1,0 0,-1 0,1 0,0-1,-1 0,1 0,0 0,1-1,-1 0,0 0,1-1,-3-1,5 3,1 1,-1 0,1-1,0 0,-1 1,1-1,0 0,0 0,1 0,-1 0,0 0,1-1,-1 1,1 0,0-1,-1 1,1-1,0 0,1 1,-1-1,0 0,1 1,0-1,-1 0,1 0,0 0,1 1,-1-1,0 0,1 0,-1 1,1-1,0 0,0 1,0-1,0 1,1-1,-1 1,0 0,1-1,0 1,0 0,0 0,0 0,0 0,0 1,0-1,11-4,0 2,0-1,0 2,1 0,-1 0,1 1,0 1,-1 0,1 1,0 1,0 0,6 2,-9-2,-1 1,0 0,0 1,0 0,0 0,0 1,-1 0,1 1,-1 0,0 1,-1 0,1 0,-1 1,3 3,-5-5,-1 0,1-1,0 0,1 0,-1 0,1-1,-1 0,1 0,0-1,0 1,0-2,1 1,-1-1,0 0,0-1,1 1,-1-1,1-1,3 0,1 0,-1 0,1 0,0-2,-1 1,0-1,1-1,-1 0,9-5,-17 7,0 1,0-1,0 1,0-1,-1 0,1-1,0 1,-1 0,0-1,1 1,-1-1,0 0,0 1,-1-1,1 0,-1 0,1 0,-1-1,0 1,0 0,0 0,-1-1,1 1,-1 0,1-1,-1 1,-1-1,1 1,0 0,-1-1,1 1,-2-2,0-1,0 1,0-1,-1 1,0-1,0 1,-1 0,1 0,-1 1,0-1,0 1,-1-1,0 2,1-1,-1 0,0 1,-1 0,1 0,0 0,-1 1,0 0,1 0,-1 0,0 1,0 0,0 0,0 0,0 1,0 0,0 0,-1 0,1 1,0 0,0 0,1 1,-1-1,0 2,0-1,1 0,-1 1,1 0,0 0,0 1,0-1,0 2,0 0,1-1,0 2,-1-1,2 0,-1 1,1 0,0 0,0 0,0 0,1 0,0 1,0-1,1 0,0 1,0 0,0-1,1 1,0 0,0-1,1 1,0-1,0 1,1 0,-1-1,1 0,1 1,-1-1,1 0,0 0,0-1,1 1,0-1,0 1,0-1,1 0,-1-1,1 1,0-1,1 0,-1 0,78 30,-43-26</inkml:trace>
  <inkml:trace contextRef="#ctx0" brushRef="#br0" timeOffset="7557.314">17486 2073,'-13'-7,"-14"-2,-7 3,-5 4,3 8,7 9,8 7,10 6,8-2</inkml:trace>
  <inkml:trace contextRef="#ctx0" brushRef="#br0" timeOffset="7805.361">17566 2689,'16'9,"12"3,13-6,13-5,13-10,-5-3</inkml:trace>
  <inkml:trace contextRef="#ctx0" brushRef="#br0" timeOffset="8155.428">18984 2047,'-2'8,"1"0,-1 0,1 0,1 0,0 0,0 0,0 0,1 0,1 0,-1 0,1-1,0 1,1 0,0-1,0 1,1-1,-1 0,2 0,-1-1,1 1,0-1,0 0,1 0,0 0,0-1,0 0,0 0,1-1,0 0,0 0,0 0,1-1,-1 0,1 0,1-1,3-1,-1 0,1-1,0 0,-1-1,1 0,0-1,-1 0,0-1,1 0,-1-1,0 0,-1-1,1 0,-1-1,0 0,0-1,-1 0,0 0,1-1,1-2,1-1,-1 0,-1-1,0 0,-1-1,0 0,-1 0,0-1,-1 0,-1-1,0 1,-1-1,3-15,-7 28,0 0,0-1,0 1,0-1,-1 1,1-1,-1 1,0-1,0 1,0-1,0 0,0 1,0-1,-1 1,1-1,-1 1,0-1,0 1,0 0,0-1,0 1,0 0,-1 0,1 0,-1 0,1 0,-1 0,0 0,0 0,-1 0,1 2,-1 1,1 0,-1 0,1 0,0 0,-1 0,1 0,0 0,0 1,-1-1,1 1,0 0,1 0,-1 0,0 0,0 0,1 0,0 0,-1 0,1 0,0 1,0-1,-11 21,1 1,1-1,2 2,0-1,2 1,0 0,-1 24,-11 95,6 1,7 132,-8 130,11-390,2-5,-1 0,0-1,-1 1,0-1,-1 1,-1-1,1 0,-5 8,8-18,-1-1,1 1,0-1,0 1,-1-1,1 1,0 0,-1-1,1 1,0-1,-1 1,1-1,-1 0,1 1,-1-1,1 1,-1-1,1 0,-1 1,1-1,-1 0,0 0,1 0,-1 1,1-1,-1 0,0 0,1 0,-1 0,0 0,1 0,-1 0,0 0,1 0,-1 0,1 0,-1-1,0 1,1 0,-1 0,1-1,-1 1,1 0,-1-1,1 1,-1 0,0-1,-10-11</inkml:trace>
  <inkml:trace contextRef="#ctx0" brushRef="#br0" timeOffset="8566.417">18970 2501,'36'-8,"1"2,0 1,0 2,26 2,-25 0,231 1,-266-1,0 1,1 0,-1 0,0 1,1-1,-1 1,0 0,1 0,-1 0,0 0,0 0,0 1,0 0,0-1,0 1,0 0,-1 0,1 1,-1-1,0 0,1 1,-1-1,0 1,0 0,-1 0,1 0,0 0,-1 0,0 0,0 0,0 1,1 1,0 29,-2-30,-1 1,1 0,0 0,1 0,-1 0,1-1,0 1,0 0,0 0,1-1,0 1,0-1,0 0,0 1,0-1,1 0,0 0,0 0,0-1,1 1,-1-1,1 0,-1 0,1 0,1 0,2 1,0-1,1 0,0 0,-1-1,1 0,0-1,0 1,0-1,1-1,-1 0,0 0,0 0,0-1,0-1,0 1,0-1,0 0,-1-1,1 0,-1 0,1-1,-1 0,0 0,0 0,-1-1,0 0,1-1,-2 1,1-1,-1 0,1-1,-2 1,1-1,-1 0,0 0,0 0,-1-1,0-1,-1 3,0 0,0 0,-1-1,0 1,-1 0,1-1,-1 1,0-1,-1 1,1-1,-1 1,-1 0,1 0,-1-1,0 1,-1 0,1 0,-1 1,0-1,-1 1,1-1,-1 1,0 0,0 0,-1 1,1-1,-1 1,0 0,-1 0,1 1,-1-1,1 1,-1 0,0 1,0 0,0-1,0 2,0-1,-1 1,1 0,-1 0,1 1,0 0,-1 0,-2 1,5 0,-1 0,0 0,1 0,-1 1,1 0,-1 0,1 0,0 0,0 1,0 0,0 0,0 0,1 0,-1 0,1 1,0 0,0 0,0-1,0 2,1-1,0 0,0 0,0 1,0-1,1 1,-1 0,1-1,1 1,-1 0,0 0,1 0,0-1,0 1,1 0,-1 0,1 0,0-1,1 1,0 3,2-2,0 0,0-1,0 1,1-1,0 0,0 0,0 0,1 0,0-1,-1 0,2-1,0 1,36 19</inkml:trace>
  <inkml:trace contextRef="#ctx0" brushRef="#br0" timeOffset="9856.262">20040 2648,'-24'-278,"12"199,12 78,-1 0,1 0,0-1,-1 1,1 0,0-1,0 1,0 0,0-1,0 1,0 0,1-1,-1 1,0 0,1-1,-1 1,1 0,-1 0,1-1,0 1,-1 0,1 0,0 0,0 0,0 0,0 0,0 0,0 0,0 0,0 1,0-1,0 0,0 1,1-1,-1 0,0 1,0 0,1-1,-1 1,0 0,1 0,-1-1,0 1,1 0,-1 0,0 0,1 1,0-1,137 28,-91-15,-35-10,0-1,0 1,0 1,-1 0,0 0,1 1,-1 1,-1 0,1 0,-1 1,1 2,-9-5,-1-1,0 1,0-1,-1 1,1 0,-1 0,0 0,0 0,0 0,0 0,-1 0,0 0,1 0,-1 0,-1 0,1 0,-1 0,0 0,0 0,0 0,0 0,0 0,-1 0,0-1,-1 3,-5 23,6-26,1 1,0 0,0-1,0 1,0 0,1 0,0 0,0 0,0-1,0 1,0 0,1 0,0 0,-1-1,2 1,-1 0,0-1,1 1,-1-1,1 1,0-1,0 0,0 0,1 0,-1 0,1 0,0 0,0-1,0 1,0-1,0 0,0 0,0 0,1 0,-1-1,3 1,3 1,1 0,-1-1,1 0,-1 0,1-1,0-1,-1 0,1 0,0-1,0 0,-1 0,1-1,-1-1,0 1,1-2,-1 1,0-1,-1 0,1-1,-1 0,0-1,0 0,0 0,-1 0,0-1,0 0,-1 0,0-1,0 0,-1 0,2-3,20-64,-26 69,-5 14,-5 16,7-19,1-1,-1 1,1 0,-1 0,1-1,1 1,-1 0,1 0,0 0,0 0,0 0,0 0,1 0,0 0,0-1,1 1,-1 0,1-1,0 1,0-1,0 1,1-1,0 0,0 0,0 0,0 0,4 3,-2-4,1 1,0-1,0 0,0 0,1 0,-1-1,1 0,-1-1,1 1,0-1,-1 0,1-1,0 0,0 0,0 0,-1-1,1 0,0 0,0-1,-1 0,1 0,-1 0,0-1,0 0,0 0,0-1,0 0,-1 0,1 0,-1 0,0-1,-1 0,1 0,-1 0,0-1,0 1,1-3,-1-4,1 0,-2 0,0-1,0 1,-2-1,1 0,-1 1,-1-1,0 0,-1 1,-1-3,2 70,0-47,1 0,1 0,-1 0,1 0,1 0,0 0,0 0,0-1,1 0,0 1,0-1,1-1,0 1,0-1,1 1,-1-2,2 1,-1 0,0-1,1-1,0 1,0-1,0 0,1 0,-1-1,1 0,0-1,0 0,0 0,0 0,5-1,-6 0,0-1,0 0,0 0,0-1,0 0,0-1,0 1,0-1,0 0,-1-1,1 0,-1 0,1 0,-1-1,0 0,-1 0,1 0,-1-1,1 0,-1 0,-1 0,1-1,-1 0,0 0,0 0,-1 0,0 0,0-1,0 1,-1-1,1-3,17-92,-14 112,1 0,0 0,0-1,1 0,1 0,-1-1,1 0,1 0,-1-1,1-1,1 1,-1-2,1 1,5 1,7 4,1-1,0-1,0-2,1 0,0-1,0-1,0-2,1 0,22-2,-44 0,1-1,-1 0,1 0,-1-1,1 1,-1-1,1 0,-1 0,0 0,1-1,-1 0,0 1,0-1,0-1,0 1,0-1,-1 1,1-1,-1 0,0 0,0-1,0 1,0-1,0 1,-1-1,1 0,-1 0,0 0,0-2,-1-1,0 0,0 0,-1 0,0 1,0-1,-1 0,1 0,-2 0,1 1,-1-1,0 1,0-1,-1 1,0 0,0 0,0 0,-1 0,0 0,0 1,0 0,-1 0,-3-3,4 4,0 0,0 1,0-1,0 1,-1 0,1 0,-1 1,0-1,0 1,0 0,0 0,0 1,0-1,0 1,-1 1,1-1,0 1,-1-1,1 2,-1-1,1 0,0 1,-1 0,1 1,0-1,0 1,0 0,-5 2,5 0,0-1,0 1,0 1,0-1,0 1,1 0,0 0,0 0,0 0,1 1,0-1,0 1,0 0,1 0,-1 0,2 0,-1 1,1-1,0 1,0-1,0 0,1 1,0-1,1 1,-1-1,1 1,0-1,1 1,0-1,0 0,0 0,0 0,1 0,0 0,1-1,-1 1,1-1,0 0,0 0,1 0,-1-1,1 1,0-1,1 0,0 0,-1-1,0 0,1 0,0-1,0 0,0 0,0 0,0-1,0 0,0 0,0 0,0-1,1 0,-1 0,0-1,0 1,0-1,0-1,1 1,-2-1,1 0,0 0,0-1,-1 0,1 0,-1 0,0-1,0 0,0 1,0-2,-1 1,0-1,0 1,0-1,3-5,22-102,-29 122,0 0,1 0,0 0,0 0,1-1,1 1,0-1,0 1,1-1,0 0,0 0,1 0,0-1,1 0,0 0,0 0,1-1,-1 0,2 0,-1-1,1 1,0-2,7 5,7 2,1-1,-1-1,2-1,-1-1,2-1,-1-1,14 1,22 3</inkml:trace>
  <inkml:trace contextRef="#ctx0" brushRef="#br0" timeOffset="-9273.654">10588 1110,'-8'21,"1"0,1 1,1 0,1 0,0 0,2 0,1 0,0 7,1-23,-1 10,-1 16,0 1,3 0,1 0,5 31,-5-58,0 0,0 0,1 0,0 0,0-1,0 1,1-1,-1 0,2 0,-1 0,0 0,1-1,0 1,0-1,0 0,0-1,1 1,-1-1,1 0,0-1,0 1,0-1,0-1,1 1,-1-1,0 0,1 0,-1-1,1 1,-1-1,0-1,1 0,-1 1,1-2,1 0,83-25,-54 9</inkml:trace>
  <inkml:trace contextRef="#ctx0" brushRef="#br0" timeOffset="-9010.558">10428 1378,'16'0,"16"0,17-2,16-3,8-1,3-4,-4-2,-11-2,-15 2</inkml:trace>
  <inkml:trace contextRef="#ctx0" brushRef="#br0" timeOffset="-8753.665">10548 923,'18'-2,"20"-3,19-1,14 1,8-1,2 0,-12 2</inkml:trace>
  <inkml:trace contextRef="#ctx0" brushRef="#br0" timeOffset="-8568.579">11029 1271,'9'14,"8"8,5 9,6 4,5 4,4 2,4 1,2-2,-1-4,-4-3,-5-2,-9-5,-9-7</inkml:trace>
  <inkml:trace contextRef="#ctx0" brushRef="#br0" timeOffset="-8371.866">11310 1284,'-20'5,"-17"10,-12 14,-8 14,0 13,2 8,4 5,10-9</inkml:trace>
  <inkml:trace contextRef="#ctx0" brushRef="#br0" timeOffset="-7990.663">11711 1391,'0'23,"0"19,-2 18,-1 12,-2 10,-1 8,-1 1,-1-3,-3-6,-3-9,-1-13,1-16</inkml:trace>
  <inkml:trace contextRef="#ctx0" brushRef="#br0" timeOffset="-7701.881">11604 1619,'-1'-73,"-1"26,3 1,1-1,2 1,3-1,-7 45,0 0,1 0,-1 0,0 0,1 0,0 0,-1 0,1 0,0 0,0 0,0 1,0-1,0 0,0 1,1-1,-1 1,1-1,-1 1,1 0,-1 0,1 0,0-1,-1 1,1 1,0-1,0 0,0 0,0 1,0-1,0 1,0 0,0-1,0 1,0 0,0 0,0 0,0 0,0 1,0-1,0 1,0-1,-1 1,1-1,0 1,0 0,0 0,-1 0,3 1,15 9,0 1,-1 0,0 2,-1 0,0 0,-1 2,-1 0,0 1,6 11,14 34,-34-60,-1 0,0 0,1 0,-1 0,0 0,0 0,0 0,0 0,0 0,-1 0,1 0,0 0,-1 0,0 0,1-1,-1 1,0 0,0 0,0-1,0 1,0 0,-1-1,1 1,0-1,-1 0,1 1,-1-1,1 0,-1 0,0 0,1 0,-1 0,0 0,-1 0,-9 3,-1 0,1-1,-1 0,0-1,0 0,0-1,0-1,-6 0,-6 0</inkml:trace>
  <inkml:trace contextRef="#ctx0" brushRef="#br0" timeOffset="-7094.27">11965 1699,'19'-139,"-5"-1,-6-28,-8 162,-1 5,1 0,0 0,0 0,-1 1,1-1,0 0,0 0,0 0,0 0,0 0,0 0,0 1,0-1,0 0,0 0,0 0,1 0,-1 0,0 1,1-1,-1 0,0 0,1 0,-1 1,1-1,-1 0,1 1,0-1,-1 0,1 1,0-1,-1 1,1-1,0 1,-1-1,1 1,0 0,0-1,0 1,0 0,-1 0,1 0,0-1,1 1,131 46,24 5,-154-50,-1 0,0 0,1 0,-1 0,0 0,0 1,0-1,0 1,-1 0,1-1,0 1,-1 0,1 0,-1 0,1 0,-1 1,0-1,0 0,0 0,0 1,-1-1,1 0,0 1,-1-1,0 1,0-1,1 1,-1-1,-1 1,1-1,0 1,-1-1,1 1,-1-1,0 0,0 1,0-1,-20 50,-9 41,30-91,0 1,0-1,0 1,1-1,-1 1,1-1,0 1,-1-1,1 0,0 1,1-1,-1 0,0 0,1 0,-1 0,1 0,-1 0,1 0,0 0,0-1,0 1,0-1,0 1,0-1,0 0,0 0,1 0,-1 0,2 0,73 13,-61-13,1-1,-1-1,0-1,0 0,0-1,-1-1,1 0,-1-1,1-1,4-3,-13 6,-1 0,0 0,0 0,-1-1,1 0,-1 0,0 0,0-1,0 0,-1 0,0 0,0-1,0 1,0-1,-1 0,0 0,0 0,-1 0,1-1,-1 1,-1-1,1 1,-1-1,-1 0,1-6,-1 11,0-1,0 1,0 0,0-1,0 1,-1-1,1 1,-1 0,0-1,0 1,1 0,-1 0,-1 0,1 0,0 0,-1 0,1 0,-1 0,1 0,-1 0,0 1,0-1,0 1,1 0,-2-1,1 1,0 0,0 0,0 0,0 0,-1 1,1-1,0 1,-1-1,1 1,-1 0,1 0,0 0,-1 0,1 0,-1 0,1 1,0-1,-1 1,1 0,0-1,0 1,-1 0,1 1,0-1,0 0,0 1,0-1,1 1,-1-1,0 1,-1 1,-2 3,0 0,1 0,-1 0,1 1,0 0,1 0,0 0,0 0,0 0,1 1,0-1,0 1,1-1,0 1,0 0,1-1,0 1,0 0,1 0,0-1,1 1,-1 0,1-1,1 0,-1 1,1-1,1 0,-1 0,1-1,1 1,-1-1,1 0,0 0,1 1,72 34,-38-30</inkml:trace>
  <inkml:trace contextRef="#ctx0" brushRef="#br0" timeOffset="-6575.956">13115 1324,'-153'-8,"151"8,0 0,0 0,0 0,0 0,0 0,0 1,1-1,-1 1,0 0,0-1,1 1,-1 0,0 0,1 0,-1 0,0 0,1 0,0 1,-1-1,1 0,0 1,-1-1,1 1,0 0,0-1,1 1,-1 0,0-1,0 1,1 0,-1 0,1 0,-1 0,1 0,0-1,0 1,0 0,0 0,0 1,4 5,0-1,1-1,0 1,0-1,0 0,1 0,0 0,0-1,0 0,1 0,-1 0,1-1,2 1,1 2,8 5,-7-7,-1 1,0 0,0 1,-1 1,0-1,0 1,-1 1,0-1,0 2,-1-1,0 1,-1 0,0 0,0 1,1 3,-7-10,0-1,0 1,-1-1,1 0,-1 1,1-1,-1 0,0 0,0 0,-1 1,1-1,-1 0,1 0,-1-1,0 1,0 0,0-1,-1 1,1-1,0 1,-1-1,0 0,1 0,-1 0,0-1,0 1,0-1,0 0,0 1,-1-1,1 0,0-1,-1 1,1-1,0 1,-1-1,1 0,0 0,-1-1,1 1,0-1,-1 1,1-1,1 0,0 0,0 0,1 1,-1-1,1 0,-1 0,0-1,1 1,0 0,-1 0,1-1,0 1,0-1,0 1,0-1,0 0,0 1,0-1,0 0,1 1,-1-1,1 0,-1 0,1 0,0 0,-1 1,1-1,0 0,0 0,1 0,-1 0,0 0,1-1,24-59,-15 47,1 2,0 0,1 0,1 1,0 0,1 1,0 1,0 0,1 1,1 1,-1 0,1 1,0 0,16-3,-30 9,1 0,0 0,0 1,-1-1,1 0,0 1,0 0,0 0,0 0,0 0,-1 0,1 0,0 1,0-1,0 1,-1 0,1 0,0 0,-1 0,1 0,0 1,-1-1,0 1,1-1,-1 1,0 0,0 0,0 0,0 0,0 1,-1-1,1 0,-1 1,1-1,-1 1,0 0,0-1,0 1,0 0,0 1,4 117,-7-56,2-64,0 0,0 0,0 1,0-1,0 0,0 0,0 0,1 0,-1 0,0 0,1 1,-1-1,1 0,-1 0,1 0,-1 0,1 0,0-1,0 1,-1 0,1 0,0 0,0-1,0 1,0 0,0-1,0 1,0-1,0 1,0-1,0 1,0-1,0 0,1 0,-1 1,0-1,0 0,0 0,0 0,0 0,1 0,-1-1,0 1,0 0,0 0,0-1,0 1,0-1,0 1,0-1,0 1,0-1,0 0,0 1,0-2,16-7</inkml:trace>
  <inkml:trace contextRef="#ctx0" brushRef="#br0" timeOffset="-6333.504">13422 964,'-18'-9,"-11"-3,-2 0,4 7,6 9,9 11,14 11,15 11,17 8,2-4</inkml:trace>
  <inkml:trace contextRef="#ctx0" brushRef="#br0" timeOffset="-6096.14">13609 1632,'11'-5,"1"0,-1-1,0 0,-1 0,0-1,0 0,0-1,-1-1,0 1,-1-1,1-1,-2 1,0-1,0-1,0 1,-2-1,1 0,-1-1,-1 1,0-1,-1 0,0 0,0 0,-2 0,1-11,-1 19,-1 0,0 1,1-1,-2 0,1 0,0 1,-1-1,0 0,1 1,-1-1,-1 1,1-1,-1 1,1-1,-1 1,0 0,0 0,0 0,-1 0,1 0,-1 1,1-1,-1 0,0 1,0 0,0 0,0 0,-1 0,1 1,0-1,-1 1,1-1,-1 1,0 1,1-1,-1 0,-4 4,0-1,-1 1,1 0,1 1,-1 0,0 0,1 1,0 0,0 0,1 1,-1 0,1 0,0 0,1 1,0 0,0 0,0 0,1 1,0-1,0 1,1 0,0 0,-1 5,2-8,0 1,0 0,1 0,-1-1,1 1,1 0,-1 0,1 0,0 0,0 0,1 0,0 0,0 0,0 0,1 0,0-1,0 1,0 0,1-1,-1 0,1 1,1-1,-1-1,1 1,0 0,0-1,0 0,1 0,-1 0,1 0,0-1,0 0,0 0,1 0,2 1,9 3,1-1,0-1,1-1,-1 0,1-1,0-1,0-1,7-1,30 0</inkml:trace>
  <inkml:trace contextRef="#ctx0" brushRef="#br0" timeOffset="2523.833">10494 2702,'-2'7,"0"0,0 0,1 0,0 1,0-1,1 1,-1-1,2 0,-1 1,1-1,0 0,1 1,-1-1,1 0,1 0,-1 0,1 0,1-1,-1 1,1-1,0 0,1 0,1 2,0-3,0-1,0 1,0-1,1-1,0 1,-1-1,1 0,1-1,-1 0,0 0,0 0,1-1,-1 0,1 0,-1-1,1 0,-1-1,1 1,-1-1,0-1,1 1,-1-1,0-1,0 1,0-1,0 0,0-1,-1 0,0 0,0 0,0-1,0 0,0 0,-1 0,0-1,0 0,-1 1,0-2,0 1,0-1,0 1,-1-1,-1 0,1 0,-1 0,0-1,0 1,-1 0,0-1,0-4,-2 4,-1 1,1 0,-1-1,0 1,-1 0,0 0,0 0,0 1,-1-1,0 1,0-1,-1 1,1 1,-1-1,-1 1,1-1,-1 2,0-1,0 1,0 0,-1 0,1 0,-1 1,0 0,0 0,0 1,-1 0,1 0,0 1,-1 0,1 0,-1 1,1 0,-1 0,-6 1,9 1,1-1,0 1,0 0,1 0,-1 0,0 0,1 1,-1-1,1 1,0 0,-1 0,1 0,1 0,-1 1,1-1,-1 1,1 0,0 0,0 0,0 0,1 0,0 0,-1 0,1 0,1 1,-1-1,1 2,-1 2,1 1,0 0,0-1,1 1,0 0,1-1,-1 1,2-1,-1 0,1 1,1-1,-1-1,2 2,18 26</inkml:trace>
  <inkml:trace contextRef="#ctx0" brushRef="#br0" timeOffset="3449.125">10975 2314,'-2'0,"-1"0,1 0,-1 0,1 0,-1 1,1 0,-1-1,1 1,0 0,-1 0,1 0,0 0,-1 0,1 1,0-1,0 1,0 0,0-1,1 1,-1 0,0 0,1 0,-1 0,1 0,0 0,-1 1,1-1,0 0,1 1,-1-1,0 1,1-1,-1 1,1-1,0 1,0-1,0 3,-5 32,1-1,2 1,2-1,1 1,2 0,5 19,-3-5,11 142,-5-173,6-45,-12 10,1 0,0 1,1 0,0 1,2-1,-1 1,2 1,-1 0,2 0,0 1,0 0,1 1,0 0,1 1,0 0,14-6,-25 14,0 0,1 1,-1-1,0 1,1-1,-1 1,1 0,-1 0,0 0,1 0,-1 1,1-1,-1 1,0-1,1 1,-1 0,0 0,0 0,1 0,-1 0,0 0,0 1,0-1,0 1,-1 0,1-1,0 1,-1 0,1 0,-1 0,0 0,1 0,-1 0,0 0,0 1,0-1,2 6,0 1,-1-1,0 1,0 0,-1-1,0 1,0 0,-1 0,0 4,0-6,0 0,-1 0,0 0,0 0,-1-1,0 1,0 0,0-1,-1 1,0-1,0 0,-1 0,0 0,0-1,0 1,-1-1,1 0,-1 0,0 0,-1-1,1 0,-1 0,0 0,0-1,0 1,-3-1,7-2,0-1,0 1,0-1,-1 0,1 0,0 0,0 0,0-1,0 1,0-1,0 1,0-1,0 0,0 1,0-1,0 0,0 0,0 0,0-1,1 1,-1 0,0-1,1 1,0-1,-1 0,1 1,0-1,-1 0,1 0,0 0,1 0,-1 0,0 0,0 0,1 0,-1 0,1 0,0 0,0 0,-1 0,1 0,1 0,-1-1,0 1,0 0,1 0,-1 0,1 0,0 0,0 0,0 0,0 0,0 0,6-9,0 1,1-1,1 1,0 1,0 0,1 0,0 1,9-6,0-2,2 2,-1-1,-1-2,-1 0,0 0,-1-2,-1 0,-1-1,0-1,-2 0,-1-1,0 0,3-10,-7-2,0 0,-2 0,-2-1,-1 1,-2-1,-1 0,-2-7,2 36,0 2,0 1,0 0,0-1,0 1,0 0,-1-1,1 1,-1 0,0 0,0-1,0 1,-1 0,1 0,-1 0,1 0,-1 1,0-1,0 0,-1 0,2 3,0 0,0 0,0 0,0 0,0 0,0 1,0-1,0 0,0 1,0-1,0 0,0 1,1-1,-1 1,0-1,0 1,0 0,1-1,-1 1,0 0,1 0,-1-1,0 1,1 0,-1 0,1 0,0 0,-1 0,1 0,0-1,-1 2,-5 16,1 1,1-1,1 1,0 0,1 0,1 0,1 0,1 0,0 0,2 0,0 0,1 0,1 0,7 43,3-1,2-1,4 0,1-1,7 6,16 4,-44-67,1 0,0 0,0 0,0-1,0 1,0-1,0 0,0 1,0-1,1 0,-1 0,1 0,-1-1,0 1,1-1,-1 1,1-1,-1 0,1 0,0 0,-1 0,1 0,-1 0,1-1,-1 1,1-1,-1 0,0 0,1 0,0-1,8-5,-1-1,0 0,0 0,-1-1,0-1,0 1,-1-1,0-1,-1 0,-1 0,6-11,-12 22,0 1,0-1,0 1,0-1,0 1,0-1,0 1,0-1,0 0,0 1,0-1,0 1,0-1,1 1,-1-1,0 0,0 1,1-1,-1 1,0-1,0 0,1 1,-1-1,0 0,1 0,-1 1,0-1,1 0,-1 0,1 1,-1-1,0 0,1 0,-1 0,1 0,-1 0,1 0,-1 0,1 0,-1 0,0 0,1 0,-1 0,1 0,-1 0,1 0,-1 0,1 0,-1 0,0-1,1 1,-1 0,1 0,-1 0,0-1,1 1,-1 0,0-1,1 1,-1 0,0-1,1 1,2 8,1 1,1 0,0-1,0 0,1 0,0 0,1-1,0 0,0 0,0 0,1-1,0 0,0-1,1 0,-1 0,1-1,0 0,0 0,7 1,14 5</inkml:trace>
  <inkml:trace contextRef="#ctx0" brushRef="#br0" timeOffset="3726.031">11925 2528,'-13'-5,"-8"-3,1-1</inkml:trace>
  <inkml:trace contextRef="#ctx0" brushRef="#br0" timeOffset="4706.666">11377 2314,'93'-15,"1"3,1 5,33 4,-83 1,-1 2,1 1,-1 3,1 1,-1 2,-1 3,36 11,-70-17,1 0,-1 0,1 1,-1 0,-1 0,1 1,-1 0,0 1,0 0,-1 0,0 0,0 1,-1 0,0 1,0-1,-1 1,0 0,-1 1,0-1,0 1,-1-1,2 8,-2 8,-1 1,0-1,-2 1,-1 0,-1-1,-4 15,-3 79,9-116,-1 0,1 0,0-1,0 1,0 0,0 0,0 0,1 0,-1-1,1 1,0 0,0 0,0-1,0 1,0 0,0-1,1 1,0-1,-1 0,1 0,0 1,0-1,0 0,0 0,0-1,1 1,-1 0,0-1,1 1,0-1,-1 0,1 0,0 0,-1 0,1-1,0 1,0-1,1 1,5-4,0 0,0 0,0-1,-1 0,0-1,1 0,-2 0,1-1,-1 0,1 0,-2 0,1-1,-1 0,0-1,0 1,-1-1,0 0,-1-1,1 1,-2-1,1 0,3-5,-1-1,0 1,-1-1,-1 0,0-1,-1 1,0-1,-2 1,0-1,0 0,-2-5,-8 8,-1 35,8-15,0 0,1 0,0 0,0 0,0 0,1 0,0 0,1 0,-1 0,1 0,1 0,-1 0,1 0,1-1,-1 1,1 0,0-1,0 0,1 0,0 0,0 0,1-1,-1 1,1-1,0 0,0-1,1 1,0-1,-1 0,2 0,-1-1,0 0,5 2,-3-3,1 0,-1 0,1-1,-1 0,1 0,0-1,-1 0,1-1,-1 0,1 0,-1-1,1 0,-1-1,0 0,0 0,0 0,0-1,-1 0,1-1,-1 0,0 0,-1 0,1-1,-1 0,0 0,-1-1,1 0,-1 0,0 0,-1 0,2-5,24-55,-37 152,8-81,-1-1,1 1,0 0,0 0,0 0,1-1,-1 1,1-1,0 1,0-1,0 0,1 1,-1-1,1 0,0-1,-1 1,1 0,0-1,1 1,-1-1,0 0,1 0,-1-1,1 1,0-1,-1 1,1-1,0 0,0-1,0 1,0-1,-1 1,1-1,0 0,0-1,0 1,3-1,5-1,0 0,0-1,-1 0,1-1,-1 0,0-1,0 0,0-1,-1 0,0-1,0 0,0-1,-5 4,1 0,-1 0,0-1,0 0,0 0,-1 0,0-1,0 1,0-1,-1 0,0 0,0-1,0 1,-1 0,0-1,0 0,0 1,0-6,-3 22,2 0,0 0,0 1,1-1,0-1,0 1,1 0,1 0,0-1,0 0,1 0,0 0,0 0,1-1,0 0,1 0,-1-1,2 1,-1-2,1 1,0-1,0 0,1 0,-1-1,1-1,1 1,-1-1,0-1,1 0,10 2,-14-4,0 0,0-1,0 1,0-1,0-1,0 1,0-1,0 0,0-1,0 1,0-1,0 0,-1-1,1 1,-1-1,0 0,1 0,-1-1,-1 0,1 0,-1 0,1 0,-1-1,0 1,-1-1,1-1,6-8,-2-1,0 0,0-1,-2 0,0 0,0 0,-2 0,3-17,5-63,-4-1,-4 0,-7-57,3 154,-1-25,2 3,-2 0,0 1,-1-1,-2 1,0-1,-3-4,8 25,-1 1,0-1,0 0,0 1,0-1,0 1,0-1,-1 0,1 1,0-1,0 1,0-1,0 1,-1-1,1 0,0 1,-1-1,1 1,0-1,-1 1,1-1,-1 1,1 0,0-1,-1 1,1 0,-1-1,1 1,-1 0,0-1,1 1,-1 0,1 0,-1 0,1-1,-1 1,0 0,1 0,-1 0,1 0,-1 0,0 0,1 0,-1 0,1 1,-1-1,0 0,1 0,-1 0,1 1,-1-1,1 0,-1 0,1 1,-1-1,-19 33,4 13,2 0,2 1,2 1,2 0,3 0,1 1,3 27,-1-50,2-1,0 1,1-1,2 0,1 0,0 0,2 0,1 0,1-1,1-1,1 1,2-1,0-1,11 16,-18-32,0-1,1 1,-1-1,1 0,0-1,0 1,1-1,-1-1,1 1,0-1,0 0,0-1,0 1,1-1,6 0,13 0</inkml:trace>
  <inkml:trace contextRef="#ctx0" brushRef="#br0" timeOffset="4975.008">13329 2247,'-16'2,"-10"6,0 5,6 4,14 2,21 2,24-4,26-5,20-4,14-3,1-3,-16-2</inkml:trace>
  <inkml:trace contextRef="#ctx0" brushRef="#br0" timeOffset="5263.293">13890 2769,'0'4,"1"0,-1 0,1 1,0-1,1 0,-1 0,1 0,-1 0,1 0,1 0,-1-1,0 1,1-1,0 1,-1-1,2 0,-1 0,0 0,0-1,1 1,-1-1,1 0,0 0,0 0,0 0,0 0,0-1,0 0,0 0,1 0,-1-1,0 1,1-1,-1 0,0 0,0 0,1-1,-1 0,0 1,0-2,1 1,-1 0,0-1,1 0,2 0,0 0,-1-1,1 0,-1 0,0 0,0-1,0 0,0 0,0-1,-1 1,0-1,0 0,0-1,-1 1,1-1,-1 0,-1 0,1 0,-1 0,0-1,-1 1,1-1,-1 0,0 0,-1 0,0 0,0 0,-1 0,1 0,-2 0,1 0,-1 0,0-1,0 4,0 0,-1 0,1 0,-1 0,0 0,0 0,-1 0,1 1,-1-1,0 1,1-1,-2 1,1 0,0 1,0-1,-1 0,0 1,1 0,-1 0,0 0,0 0,0 1,-1-1,1 1,0 0,0 0,-1 1,-4-1,1 0,-1 0,0 1,1 1,-1 0,0 0,1 0,-1 1,1 0,0 1,0 0,-1 0,-1 2,1 0,1 1,-1 0,1 0,0 1,1-1,-1 2,1-1,1 1,0 0,-5 8,9-13,-1 1,1-1,1 0,-1 1,0 0,1-1,0 1,0 0,0-1,0 1,1 0,-1 0,1 0,0 0,0 0,1 0,-1-1,1 1,0 0,-1 0,2 0,-1-1,0 1,1-1,0 1,0-1,0 1,0-1,2 2,2 0,0 0,0-1,1 0,-1 0,1-1,0 1,0-1,0-1,0 1,1-1,-1-1,1 1,-1-1,1-1,-1 1,2-1,38 2</inkml:trace>
  <inkml:trace contextRef="#ctx0" brushRef="#br0" timeOffset="5542.554">14171 2167,'-13'-3,"0"0,-1 0,1 2,0-1,-1 2,1 0,-1 0,1 1,-7 2,14-2,1 0,-1 0,1 1,0 0,0 0,0 0,0 0,0 1,0 0,1 0,-1 0,1 0,0 1,0 0,0 0,0 0,1 0,0 1,-1-1,2 1,-1 0,0 0,1 0,-1 2,2 0,-1 0,1 0,1 0,-1 0,1 0,0 0,1 0,0 1,0-1,0 0,1 0,0-1,1 1,-1 0,1-1,3 5,66 98,-65-101,162 217,-166-219,1 1,-1-1,1 0,1-1,-1 1,1-1,0 0,0 0,1 0,-1-1,1 1,0-2,0 1,1-1,-1 1,1-2,-1 1,1-1,0 0,4 1,3-4,0 0,1-1,-1 0,-1-1,1-1,0 0,-1-1,10-5,26-10</inkml:trace>
  <inkml:trace contextRef="#ctx0" brushRef="#br0" timeOffset="11201.146">11136 3745,'1'-1,"0"0,-1 0,1-1,-1 1,1 0,-1 0,1 0,-1 0,0-1,0 1,1 0,-1 0,0-1,0 1,0 0,0 0,0-1,-1 1,1 0,0 0,-1 0,1-1,0 1,-1 0,0 0,1 0,-1 0,0 0,1 0,-1 0,0 0,0 0,0 0,0 0,0 1,0-1,0 0,0 0,0 1,0-1,0 1,0-1,-1 1,1 0,-1-1,-58-12,48 13,-1 0,1 1,0 1,-1 0,1 0,0 1,0 1,0 0,1 1,-1 0,1 1,0 0,1 1,0 0,0 1,0 0,1 0,0 1,0 0,1 0,1 1,-1 0,2 1,-1 0,2 0,-5 11,9-19,0 1,0-1,1 1,-1 0,1 0,0-1,0 1,0 0,1 0,-1-1,1 1,0 0,0-1,0 1,0-1,1 1,0-1,0 1,-1-1,2 0,-1 0,0 0,1 0,-1-1,1 1,0-1,0 1,0-1,0 0,0 0,0 0,1 0,10 4,-1 0,1 0,0-2,0 0,0 0,1-1,10 0,25 1,1-2,-1-3,1-2,-1-2,0-2,0-2,-1-3,0-1,-1-3,-1-2,15-8,-52 22,1-1,-1 0,0 0,-1-1,1 0,-1-1,0 0,-1 0,1-1,-2 0,1-1,2-3,-9 10,0 1,0 0,0 0,0-1,-1 1,1-1,0 1,-1-1,1 1,-1-1,1 1,-1-1,0 1,1-1,-1 1,0-1,0 0,0 1,-1-1,1 1,0-1,-1 1,1-1,0 1,-1-1,0 1,1-1,-1 1,0-1,0 1,0 0,0 0,0-1,0 1,0 0,0 0,0 0,-1 0,1 0,0 0,-1 1,1-1,-1 0,0 0,-13-3,1 1,-1 1,0 0,0 0,0 2,-1 0,1 1,0 0,0 1,0 1,1 0,-1 1,0 1,1 0,-73 38,85-41,-1 0,0 0,0 0,1 0,-1 1,1-1,-1 1,1-1,0 1,0 0,0 0,1 0,-1 0,1 0,0 1,0-1,0 0,0 1,0-1,1 0,-1 1,1-1,0 1,0-1,0 1,1 0,2 2,1-1,0 1,0-1,1 0,-1 0,1 0,0 0,0-1,1 0,-1 0,1-1,0 0,0 0,0 0,1 0,-1-1,1 0,-1 0,1-1,-1 0,1 0,0-1,1 0,10 3,0 0,0-2,0 0,0-1,0-1,0-1,0 0,0-2,13-3,-24 5,-1 0,0-1,0 1,0-1,0 0,0-1,-1 1,1-1,-1 0,0-1,0 1,0-1,-1 0,0 0,0-1,0 1,-1-1,1 0,-1 0,-1 0,1 0,-1 0,0-1,-1 1,1-1,-1 1,0-6,0 8,-1 0,0 0,1 1,-2-1,1 0,0 0,-1 0,1 1,-1-1,0 0,0 1,-1-1,1 1,-1-1,0-1,1 5,0 0,0 0,0 0,0 1,0-1,0 0,0 0,0 0,0 1,0-1,0 0,0 1,0-1,0 1,0-1,1 1,-1 0,0-1,0 1,1 0,-1-1,0 1,1 0,-1 0,1 0,-1 0,1-1,-1 1,1 0,0 0,-1 0,1 0,0 0,0 0,0 0,-1 0,1 0,0 0,1 1,-5 8,1 0,0 0,1 0,0 0,1 1,0-1,1 1,0-1,1 1,0-1,0 1,1-1,0 0,1 1,0-1,1-1,0 1,5 8,45 17,-25-27</inkml:trace>
  <inkml:trace contextRef="#ctx0" brushRef="#br0" timeOffset="11590.103">12031 3704,'-6'8,"0"0,1 0,0 0,0 1,0 0,1 0,1 0,-1 0,1 1,1-1,0 1,0-1,1 1,0 0,1 0,0 0,1 0,0-1,0 1,1 0,0-1,1 1,0-1,0 0,1 0,1 0,-1 0,1-1,1 1,-1-1,1-1,1 1,0-1,0 0,0 0,1-1,-1 0,2-1,-1 1,0-2,1 1,7 2,-10-6,-1 0,0 0,1 0,-1-1,1 0,-1 0,1 0,-1-1,0 0,1 0,-1 0,0 0,0-1,0 0,0 0,0 0,0-1,0 0,-1 0,1 0,-1 0,0-1,0 0,0 0,-1 0,1 0,-1 0,0-1,0 1,0-1,0-3,3-3,-1-1,0 0,0 0,-2 0,1-1,-2 0,1 1,-2-1,0 0,0 0,-2 0,0-11,-11-10,12 33,0 1,0-1,0 0,0 1,-1-1,1 0,0 1,-1-1,1 1,-1-1,1 1,0-1,-1 1,1-1,-1 1,1-1,-1 1,1 0,-1-1,0 1,1 0,-1 0,1-1,-1 1,0 0,1 0,-1 0,0 0,1-1,-1 1,0 0,1 0,-1 1,0-1,1 0,-1 0,0 0,1 0,-1 0,0 1,1-1,-1 0,1 1,-1-1,1 0,-1 1,0-1,1 1,-2 2,0 0,0 1,0 0,1-1,0 1,0 0,0 0,0 0,0-1,1 1,-1 0,1 0,0 0,0 0,1 0,-1 0,1 0,0 0,0 0,0-1,1 1,-1 0,1-1,1 4,2 0,0 1,1 0,-1-1,1 0,1-1,-1 1,1-1,0-1,1 1,-1-1,1 0,0-1,1 0,-1 0,1-1,-1 0,1 0,1-1,34 9</inkml:trace>
  <inkml:trace contextRef="#ctx0" brushRef="#br0" timeOffset="11899.083">12741 3851,'-54'53,"53"-52,0 1,0-1,0 1,0 0,0-1,0 1,1 0,-1 0,1 0,-1 0,1-1,0 1,-1 0,1 0,0 0,0 0,0 0,1 0,-1 0,0 0,1 0,-1-1,1 1,0 0,0 0,0 0,-1-1,1 1,1-1,-1 1,0-1,0 1,1-1,-1 1,1-1,-1 0,1 0,8 5,1-1,-1-1,1 0,0 0,0-1,0-1,0 0,1 0,-1-1,1 0,-1-1,1-1,9-1,-8 1,0-1,0 0,0-1,0 0,-1-1,0 0,7-4,-16 7,0 0,0-1,0 1,0-1,0 0,0 0,-1 0,1 0,-1 0,1-1,-1 1,0-1,0 0,0 0,0 1,0-1,-1 0,1 0,-1-1,0 1,0 0,0 0,0-1,-1 1,1 0,-1-1,0 1,0 0,0-1,-1 1,1-1,-1 0,-1 0,1 0,-1 0,0 1,0-1,0 0,-1 1,1 0,-1-1,0 1,0 0,0 0,0 0,-1 1,1-1,-1 1,1 0,-1 0,0 0,0 0,0 1,-2-1,-92-19,87 20,-1 1,1-1,0 2,0 0,0 0,0 1,0 0,0 1,0 0,-5 3,15-6,0 0,0 0,0 0,0 0,0 0,0 0,0 0,1 1,-1-1,0 1,0-1,0 0,0 1,0-1,0 1,1 0,-1-1,0 1,0 0,1-1,-1 1,1 0,-1 0,0 0,1-1,0 1,-1 0,1 0,-1 0,1 0,0 0,0 0,-1 0,1 0,0 0,0 0,0 0,0 0,0 0,1 0,-1 0,0 0,0 0,0 0,1 0,-1 0,1-1,-1 1,1 0,-1 0,1 0,-1 0,1-1,0 1,-1 0,1-1,0 1,0 0,-1-1,2 1,25 9,5-2</inkml:trace>
  <inkml:trace contextRef="#ctx0" brushRef="#br0" timeOffset="12473.804">13155 3784,'1'-1,"-1"1,0-1,1 0,-1 1,1-1,-1 0,1 1,-1-1,1 0,-1 1,1-1,0 1,-1-1,1 1,0 0,0-1,-1 1,1 0,0-1,0 1,-1 0,1 0,0 0,0 0,0-1,0 1,-1 0,1 0,0 1,0-1,0 0,-1 0,1 0,0 1,0-1,-1 0,1 0,0 1,0-1,-1 1,1-1,0 1,-1-1,1 1,-1-1,1 1,0 0,-1-1,0 1,1 0,-1-1,1 1,-1 0,0 0,1-1,-1 1,0 0,0 0,0 0,0-1,0 1,0 0,0 0,0 0,0 0,0-1,0 1,0 1,5 25,-5-19,0 1,1-1,0 1,1-1,-1 0,2 0,-1 0,1 0,0 0,1 0,0-1,0 0,1 0,0 0,0 0,0-1,1 1,0-1,0-1,1 1,0-1,0 0,5 2,-3-4,0 0,1 0,-1-1,1 0,0-1,0 0,-1 0,1-1,0-1,0 0,0 0,-1-1,1 0,-1 0,1-1,-1 0,0-1,0 0,0-1,-1 0,0 0,0 0,0-1,0-1,-1 1,0-1,0 0,-1-1,0 0,0 0,-1 0,0 0,0-1,-1 0,0 0,-1 0,0-1,1-7,-4-18,-1 35,-1 0,1 1,0-1,0 0,0 1,0-1,0 1,0-1,0 1,0 0,0-1,0 1,0 0,0 0,1-1,-1 1,0 0,0 0,1 0,-1 0,1 0,-1 0,1 0,-1 0,1 1,0-1,-1 0,1 1,-2 2,0-1,0 1,0 0,0 0,1 0,0 0,0 1,0-1,0 0,1 0,0 1,0-1,0 0,0 0,0 1,1-1,0 0,0 0,0 0,1 1,-1-1,1-1,0 1,0 0,0 0,0-1,1 1,0-1,-1 0,1 0,1 0,-1 0,0 0,1-1,-1 1,1-1,0 0,-1 0,4 1,5 0,1-1,-1 0,0-1,1 0,-1-1,1 0,-1-1,0 0,1-1,-1-1,0 0,0 0,0-2,-1 1,2-2,-6 3,-1 0,1 0,-1-1,0 0,0 0,0 0,-1-1,0 0,0 0,0 0,0-1,-1 0,0 0,0 0,0 0,-1 0,0-1,0 0,-1 1,1-1,-2 0,1 0,-1 0,0-1,0 1,-1-2,-12-20,12 29,-1-1,1 1,-1 0,1 0,-1 0,0-1,1 1,-1 0,1 0,-1 0,0 0,1 0,-1 0,1 0,-1 0,0 0,1 1,-1-1,1 0,-1 0,0 0,1 1,-1-1,1 0,-1 1,1-1,-1 0,1 1,-1-1,1 1,0-1,-1 1,1-1,0 1,-1-1,1 1,0-1,-1 1,1-1,0 1,0-1,0 1,-1 0,1-1,0 1,0-1,0 1,0 0,-2 7,-1 0,1 0,1 1,-1-1,2 1,-1-1,1 1,0-1,1 1,0-1,0 1,1-1,0 0,0 1,1-1,0 0,1-1,0 1,0-1,0 1,1-1,0 0,1-1,-1 1,1-1,1 0,-1-1,1 1,0-1,0-1,0 1,1-1,-1-1,1 1,0-1,0-1,0 1,1-1,1 0,21 0</inkml:trace>
  <inkml:trace contextRef="#ctx0" brushRef="#br0" timeOffset="12719.988">13997 3437,'-14'2,"-6"6,0 5,3 8,9 9,15 7,16 1,4-6</inkml:trace>
  <inkml:trace contextRef="#ctx0" brushRef="#br0" timeOffset="13202.92">14626 3798,'-16'-9,"0"1,0 0,-1 1,0 1,0 1,-1 0,-7-1,21 5,-1 1,1-1,-1 1,0 0,1 0,-1 0,1 0,-1 1,1 0,-1 0,1 0,-1 1,1-1,0 1,0 0,0 0,0 1,0-1,0 1,1 0,-1 0,1 0,0 0,-1 0,2 1,-1 0,0-1,1 1,0 0,0 0,-1 2,2-2,-1-1,1 1,0 0,0 0,0 0,1-1,-1 1,1 0,0 0,0 0,0 0,1 0,-1 0,1 0,0 0,0 0,1-1,-1 1,1 0,-1-1,1 1,0-1,1 0,-1 0,0 0,1 0,0 0,0 0,0-1,0 1,0-1,3 2,6 4,0-1,0 0,1-1,0 0,0-1,1 0,0-1,8 1,-4-1,0-1,0-1,0-1,0 0,1-1,-1-1,0-1,0 0,0-2,0 0,-1 0,1-2,-1 0,0-2,-1 1,0-2,0 0,12-10,17-39,-44 56,0 0,0 1,0-1,0 0,0 0,-1 0,1 0,-1 0,0 0,1 0,-1 0,0-1,0 1,0 0,0 0,-1 0,1 0,-1 0,1 0,-1 0,0 0,1 0,-1 0,0 1,0-1,-1 0,1 0,0 1,0-1,-1 1,1-1,-1 1,0-1,0 1,1 0,-1 0,0 0,0 0,0 1,0-1,0 0,0 1,0 0,0-1,0 1,0 0,0 0,0 0,0 0,0 0,0 1,0-1,0 0,0 1,0 0,0-1,1 1,-1 0,0 0,0 0,0 0,1 1,-1-1,1 0,-1 1,1-1,0 1,-1 0,-34 61,36-59,-1 0,1 1,0-1,0 0,0 0,1 0,-1 1,1-1,0 0,0 0,1 0,-1 0,1-1,-1 1,1 0,1 0,-1-1,0 0,1 1,0-1,0 0,0 0,0 0,0-1,0 1,1-1,-1 0,1 0,0 0,0 0,0-1,0 1,0-1,0 0,0 0,0 0,0-1,0 0,0 0,3 0,0 1,1 0,0-1,0 0,0-1,0 0,-1 0,1-1,0 1,-1-2,1 1,-1-1,0 0,0-1,0 0,0 0,-1 0,1-1,-1 0,0 0,-1 0,1-1,-1 0,0 0,-1 0,1-1,-1 0,-1 1,1-1,-1-1,0 1,-1 0,1-1,-2 0,1 1,-1-1,0 0,-1 0,1-2,-3 4,0 0,0 0,0 1,-1-1,1 1,-1 0,-1-1,1 1,-1 1,1-1,-2 0,1 1,0 0,-1 0,0 0,0 1,0-1,0 1,0 0,-1 1,1-1,-1 1,0 0,0 1,0 0,1-1,-2 2,1-1,0 1,0 0,0 0,0 0,0 1,0 0,0 0,0 1,1 0,-1 0,0 0,1 0,-1 1,1 0,-1 1,0 1,-1 0,1 0,-1 1,1 0,1 0,-1 1,1-1,1 1,-1 0,1 1,0-1,1 1,-2 4,4-9,0 0,0 0,0-1,0 1,1 0,-1 0,1 0,0 0,0 0,0 0,0 0,1 0,-1 0,1 0,0 0,0 0,0-1,0 1,0 0,1-1,-1 1,1 0,-1-1,1 0,0 1,0-1,0 0,0 0,1 0,-1 0,1-1,-1 1,1-1,-1 1,1-1,0 0,0 0,-1 0,2 0,34 8,0-4</inkml:trace>
  <inkml:trace contextRef="#ctx0" brushRef="#br0" timeOffset="13466.864">15066 3303,'-16'0,"-9"5,-6 8,1 6,5 7,7 6,13 4,15 6,14 1,3-6</inkml:trace>
  <inkml:trace contextRef="#ctx0" brushRef="#br0" timeOffset="13653.455">15214 3851,'16'14,"14"4,13-5,14-10,-4-5</inkml:trace>
  <inkml:trace contextRef="#ctx0" brushRef="#br0" timeOffset="14387.732">17005 3544,'16'112,"31"109,-29-149,-2 1,-3 0,-4 1,-3 1,-3 49,-3-123,0 11,-1 0,0-1,0 1,-1-1,-1 1,0-1,0 0,-1 0,0 0,-4 4,8-14,0-1,0 1,0 0,0 0,-1-1,1 1,0 0,-1-1,1 1,-1 0,1-1,-1 1,1-1,-1 1,1 0,-1-1,1 1,-1-1,0 0,1 1,-1-1,0 0,0 1,1-1,-1 0,0 0,0 1,1-1,-1 0,0 0,0 0,1 0,-1 0,0 0,0 0,1 0,-1 0,0-1,0 1,1 0,-1 0,0-1,0 1,1-1,-1 1,1 0,-1-1,0 1,1-1,-1 1,1-1,-1 0,1 1,-1-1,-17-42,8-23,3-1,2 1,5-48,-1 72,0-64,3 0,6-1,4 1,7-11,-19 116,21-65,-20 64,0 0,0 0,0 0,0 0,1 0,-1 1,0-1,1 1,-1-1,1 1,0-1,-1 1,1 0,0 0,0 0,0 0,-1 0,1 0,0 0,0 1,1-1,-1 1,0-1,0 1,0 0,0 0,0 0,0 0,2 0,9 4,-1 1,1 1,-1-1,0 2,-1 0,1 0,-1 1,-1 0,1 1,-2 0,2 2,0-2,0 1,-1 0,0 1,0 0,-1 1,-1 0,0 0,0 1,-1 0,-1 0,0 1,-1 0,-1 0,1 1,-5-12,0 0,1 0,-1 0,0 0,0 0,-1 0,1 0,-1 0,1 0,-1 0,0-1,0 1,0 0,-1 0,1-1,-1 1,1 0,-1-1,0 0,0 1,0-1,0 0,0 0,-1 0,1 0,-1-1,1 1,-1 0,0-1,1 0,-1 0,-1 1,-6 1,-1 0,1-1,-1 0,0-1,1 0,-1 0,0-1,-5-1,7 1,1 0,-1 0,0-1,1-1,0 0,-1 0,1 0,0-1,0 0,0-1,0 1,1-2,-1 1,1-1,0 0,1-1,-1 1,1-1,-3-4,8 9,0-1,1 1,-1 0,1 0,-1-1,1 1,-1 0,1-1,0 1,-1 0,1-1,0 1,0-1,0 1,0 0,0-1,1 1,-1 0,0-1,1 1,-1 0,1-1,-1 1,1 0,-1 0,1-1,0 1,0 0,0 0,0 0,-1 0,1 0,1 0,-1 0,0 0,0 1,0-1,0 0,1 1,-1-1,0 1,0-1,1 1,-1-1,0 1,1 0,69-14,-71 14,186-6,-141 8,0-2,0-3,-1-1,1-2,29-9,-14-18,-59 32,1 0,-1-1,0 1,0-1,1 1,-1-1,0 1,0-1,-1 1,1-1,0 0,0 0,-1 1,1-1,-1 0,1 0,-1 0,0 1,0-1,0 0,0 0,0 0,0 0,-1 0,1 1,-1-1,1 0,-1 0,1 0,-1 1,0-1,0 0,0 1,-1-2,-4-2,0-1,-1 1,0 0,0 1,0 0,-1 0,1 0,-1 1,0 0,0 1,0 0,0 0,0 0,0 1,-1 1,1-1,0 1,-1 1,1-1,-8 3,8-2,1 1,-1 0,0 1,1 0,0 0,-1 0,1 1,1 0,-1 0,1 1,-1 0,1 0,0 1,-4 5,7-8,0 0,1 1,-1 0,1-1,-1 1,1 0,1 0,-1 0,0 0,1 1,0-1,0 0,0 1,1-1,-1 0,1 1,0-1,0 1,1-1,-1 0,1 1,0-1,0 0,1 1,-1-1,1 0,0 1,3 3,0-1,0 0,1-1,0 1,0-1,0 0,1-1,0 1,0-1,0-1,1 1,-1-1,1-1,0 1,2-1,130 33,-42-22,-6-6</inkml:trace>
  <inkml:trace contextRef="#ctx0" brushRef="#br0" timeOffset="15103.323">18757 3157,'-5'18,"-1"17,0 17,3 10,5 7,5 2,0-4,-1-13</inkml:trace>
  <inkml:trace contextRef="#ctx0" brushRef="#br0" timeOffset="15847.693">19411 3571,'42'-49,"-2"-1,-3-2,24-44,-56 89,-7 17,-1 2,-7 59,4 1,3-1,3 13,-1 19,-14-10,7-78</inkml:trace>
  <inkml:trace contextRef="#ctx0" brushRef="#br0" timeOffset="16105.002">19478 3851,'-9'0,"-1"0,11 0,13 0,17 0,16 0,12 0,7 0,1 0,-3 0,-9 0,-13 0</inkml:trace>
  <inkml:trace contextRef="#ctx0" brushRef="#br0" timeOffset="16367.843">19826 2969,'4'4,"2"9,0 11,-2 13,-5 14,-7 13,-3-3</inkml:trace>
  <inkml:trace contextRef="#ctx0" brushRef="#br1" timeOffset="-82849.208">1404 2488,'2'-12,"6"-1,7 9,9 11,7 14,5 15,3 12,2 12,-6 7,-9 3,-16 4,-21-2,-27-1,-6-14</inkml:trace>
  <inkml:trace contextRef="#ctx0" brushRef="#br1" timeOffset="-81949.99">1899 1953,'18'0,"15"2,11 1,7 0,5-1,-2 2,0 0,-4 0,-10 0,-10 1</inkml:trace>
  <inkml:trace contextRef="#ctx0" brushRef="#br1" timeOffset="-81675.372">1992 2221,'25'9,"22"5,19 1,14-3,-7-3</inkml:trace>
  <inkml:trace contextRef="#ctx0" brushRef="#br1" timeOffset="-78199.38">5174 1298,'0'16,"0"16,2 15,3 10,6 7,0 2,-1-11</inkml:trace>
  <inkml:trace contextRef="#ctx0" brushRef="#br1" timeOffset="-77532.89">5762 870,'2'2,"8"8,9 13,10 15,9 16,8 13,5 11,0 8,-1 0,-3-2,-7-9,-7-13,-11-17</inkml:trace>
  <inkml:trace contextRef="#ctx0" brushRef="#br1" timeOffset="-77269.986">6243 937,'-18'3,"-13"4,-10 11,-7 11,-5 15,-5 13,-1 12,2 12,7 4,11-2,13-16</inkml:trace>
  <inkml:trace contextRef="#ctx0" brushRef="#br1" timeOffset="-76958.626">6337 1432,'1'9,"0"0,1 1,0-1,1 0,0 0,0-1,1 1,0 0,1-1,-1 0,1 0,1-1,0 1,0-1,0 0,1-1,0 1,0-1,1-1,0 1,0-2,0 1,0-1,1 0,0 0,0-1,0-1,0 1,0-1,0-1,1 0,-1 0,0-1,1 0,-1 0,7-2,-9 0,-1 0,0 0,0-1,0 0,-1 0,1 0,-1-1,1 0,-1 0,0 0,-1-1,1 1,-1-1,0 0,0 0,0-1,-1 1,0-1,0 0,0 0,-1 0,1 0,-2 0,1 0,-1-1,0 1,0-1,0 1,-1-1,0 1,-1-6,1 6,0-1,0 1,-1 0,1 0,-2-1,1 1,0 0,-1 0,0 0,-1 0,1 1,-1-1,0 1,-1-1,1 1,-1 0,0 0,0 1,-1-1,1 1,-1 0,0 0,0 0,-1 1,1 0,-1 0,1 0,-1 1,0 0,0 0,0 0,-5 0,-1 2,0 0,1 1,-1 1,1 0,-1 0,1 1,0 0,0 1,-9 5,-44 20</inkml:trace>
  <inkml:trace contextRef="#ctx0" brushRef="#br1" timeOffset="-78891.214">4385 897,'16'11,"14"11,12 13,7 10,7 8,5 4,1 2,-2 0,-6-1,-4-6,-9-7,-9-12,-10-11</inkml:trace>
  <inkml:trace contextRef="#ctx0" brushRef="#br1" timeOffset="-78644.986">4853 830,'2'0,"-1"7,-8 13,-12 20,-13 19,-14 14,-7 12,-4 5,3-2,10-16</inkml:trace>
  <inkml:trace contextRef="#ctx0" brushRef="#br1" timeOffset="-80009.512">3329 857,'7'16,"4"12,8 10,4 10,6 6,4 6,4 3,0 1,-2-2,-2-5,-5-7,-6-12</inkml:trace>
  <inkml:trace contextRef="#ctx0" brushRef="#br1" timeOffset="-79759.182">3676 884,'-15'9,"-13"10,-6 13,-4 12,0 13,0 7,-1 7,2 3,3-2,6-14</inkml:trace>
  <inkml:trace contextRef="#ctx0" brushRef="#br1" timeOffset="-79398.416">3837 1338,'6'-4,"1"0,0 1,0 0,0 0,0 0,0 1,0 0,1 1,-1-1,1 2,-1-1,1 1,-1 0,1 0,-1 1,1 0,-1 1,4 0,-8 1,0 0,-1 0,0 0,1 0,-1 0,0 1,-1-1,1 0,0 1,-1 0,0-1,0 1,0 0,0 0,-1-1,0 1,1 0,-1 0,-1 0,1-1,0 1,-1 0,0 0,0 0,0-1,0 1,-1-1,1 1,-1-1,0 1,0-1,-2 2,-10 19,-1 0,-1-1,-1-1,0 0,-9 6,-26 32,51-59,0-1,0 1,-1 0,1 0,0-1,0 1,0 0,0 0,0 0,1 0,-1 0,0 0,0 1,1-1,-1 0,1 0,-1 0,1 1,-1-1,1 0,0 0,0 1,-1-1,1 0,0 1,0-1,0 0,0 1,1-1,-1 0,0 1,1-1,-1 0,0 0,1 1,0-1,-1 0,1 0,0 0,-1 0,1 0,0 0,0 0,0 0,0 0,0 0,0 0,0 0,1 0,87 0,-87-2,161-32,-78 11</inkml:trace>
  <inkml:trace contextRef="#ctx0" brushRef="#br1" timeOffset="-85535.093">468 2741,'0'0</inkml:trace>
  <inkml:trace contextRef="#ctx0" brushRef="#br1" timeOffset="-84483.519">0 1458,'26'30,"1"-1,2-2,0-1,2-1,1-1,25 13,-44-28,1-2,0 0,0-1,1 0,-1-1,1-1,1 0,-1-1,0-1,1 0,-1-1,1-1,0 0,-1-1,1-1,-1 0,0-1,6-2,-13 2,-1 1,1-1,-1 0,0-1,0 0,0 0,0 0,-1-1,0 0,0 0,0 0,0-1,-1 0,0 0,0-1,-1 1,0-1,0 0,0 0,-1-1,0 1,-1-1,1 1,-1-1,-1 0,0 0,0 0,0-5,-1 12,0 0,1 0,-1-1,0 1,0 0,0 0,-1 0,1-1,0 1,0 0,0 0,-1 0,1-1,-1 1,1 0,-1 0,1 0,-1 0,0 0,0 0,1 0,-1 0,0 1,0-1,0 0,0 0,0 1,0-1,0 0,0 1,0-1,0 1,0-1,-1 1,1 0,0-1,0 1,0 0,-1 0,1 0,0 0,0 0,0 0,-1 0,1 1,0-1,0 0,0 0,-1 1,-2 4,0 0,0 0,0 0,1 0,0 1,0 0,0-1,1 1,0 0,0 0,0 0,1 1,0-1,0 1,0-2,-13 82,3 0,5 0,3 1,5 9,-2-32,0 13,0 43,-13 96,9-178,-3 0,-1-1,-2 0,-1 0,-2-1,-2-1,-11 21,21-47,0-1,0 0,0 0,-1 0,-1 0,1-1,-1 0,-1-1,0 1,0-2,0 1,-2 0,8-6,1 0,-1 0,0-1,0 1,1-1,-1 1,0-1,0 0,0 1,0-1,0 0,1 0,-1 0,0-1,0 1,0 0,0-1,1 1,-1-1,0 0,0 1,1-1,-1 0,0 0,1 0,-1 0,1 0,0-1,-1 1,1 0,-1-2,-31-52,18 10,3 0,1-1,3 0,1 0,3-1,1-19,0 34,1 6,0 0,2 0,0 0,2 0,1 0,2-7,-3 29,-1 0,0 0,1 0,0 1,0-1,0 1,0-1,1 1,0 0,-1 0,1 0,0 0,0 0,0 1,1-1,-1 1,1 0,-1 0,1 0,0 1,0-1,3 0,95-13,-76 13,150-15,-92 6</inkml:trace>
  <inkml:trace contextRef="#ctx0" brushRef="#br1" timeOffset="-83489.015">936 2434,'-14'7,"-8"7,-6 5,-3 6,3 7,3 5,3 10,6 6,6 7,4 4,8 3,8-1,7-3,5-5,-1-13</inkml:trace>
  <inkml:trace contextRef="#ctx0" brushRef="#br1" timeOffset="-83135.636">1110 2835,'-1'-43,"0"24,0 0,1 0,1 0,1 0,1 0,1 0,0 1,3-6,-7 23,0 1,-1-1,1 0,0 1,0-1,0 1,0-1,0 0,1 1,-1-1,0 0,0 1,0-1,0 0,1 1,-1-1,0 1,1-1,-1 1,0-1,1 1,-1-1,1 1,-1-1,1 1,-1-1,1 1,-1 0,1-1,-1 1,1 0,0-1,-1 1,1 0,-1 0,1 0,0 0,-1-1,1 1,0 0,-1 0,1 0,-1 0,1 1,0-1,-1 0,1 0,0 0,-1 0,1 1,-1-1,1 0,0 0,-1 1,1-1,-1 0,1 1,-1-1,1 1,-1-1,1 1,-1 0,3 7,-1 0,0 1,-1-1,0 1,0-1,-1 1,0 0,0-1,-1 1,0 2,-24 212,24-199</inkml:trace>
  <inkml:trace contextRef="#ctx0" brushRef="#br1" timeOffset="-69960.721">5709 5188,'0'-2,"0"3,0 12,0 14,0 16,0 15,0 11,4 5,4 1,1-12</inkml:trace>
  <inkml:trace contextRef="#ctx0" brushRef="#br1" timeOffset="-69402.112">6110 4681,'9'18,"10"17,8 15,9 11,7 10,6 7,4 2,-1-2,-3-6,-4-10,-10-16</inkml:trace>
  <inkml:trace contextRef="#ctx0" brushRef="#br1" timeOffset="-69142.845">6644 4720,'-13'2,"-14"8,-14 9,-11 13,-8 11,-3 11,0 12,4 8,7 5,11 3,12-3,11-9,8-16</inkml:trace>
  <inkml:trace contextRef="#ctx0" brushRef="#br1" timeOffset="-68850.551">6818 5322,'1'4,"0"0,0 0,1 0,-1-1,1 1,0-1,0 1,0-1,1 1,-1-1,1 0,0 0,0 0,0-1,0 1,0-1,0 0,1 1,-1-2,1 1,-1 0,4 0,88 20,-85-20,0-1,0 0,0-1,1 0,-1 0,0-1,0-1,1 1,-1-2,-1 1,1-1,0-1,-1 0,1 0,-1-1,0 0,-1-1,1 0,-1 0,-1-1,1 0,-6 4,0 0,0 0,0-1,-1 1,1-1,-1 1,0-1,0 1,0-1,-1 0,1 1,-1-1,0 0,0 0,0 1,-1-1,1 0,-1 1,0-1,0 0,0 1,0-1,-1 1,1-1,-1 1,0 0,-1-2,-2-3,-1 1,0-1,0 1,-1 1,1-1,-2 1,1 0,-1 1,1-1,-6-1,2 1,0 1,-1 0,1 1,-1 0,0 1,0 0,0 1,-1 0,1 1,0 0,-1 1,1 1,-1 0,1 0,0 1,0 1,0 0,0 1,0 0,1 1,-1 0,1 0,0 2,1-1,0 1,-4 4,-15 17</inkml:trace>
  <inkml:trace contextRef="#ctx0" brushRef="#br1" timeOffset="-70433.928">4973 4694,'2'20,"8"16,11 14,16 9,13 6,11 3,7 2,-1-2,-5-6,-12-7,-13-10,-13-13</inkml:trace>
  <inkml:trace contextRef="#ctx0" brushRef="#br1" timeOffset="-70177.584">5455 4720,'-18'18,"-16"15,-10 16,-7 11,-7 9,-2 6,0 2,6-1,12-14</inkml:trace>
  <inkml:trace contextRef="#ctx0" brushRef="#br1" timeOffset="-71585.638">3275 4587,'18'18,"14"17,9 17,5 15,4 10,0 5,-2 1,-4-5,-5-9,-7-12,-9-15</inkml:trace>
  <inkml:trace contextRef="#ctx0" brushRef="#br1" timeOffset="-71303.211">3730 4640,'-14'16,"-13"21,-11 20,-11 17,-6 13,-3 8,2 2,6-7,9-9,11-19</inkml:trace>
  <inkml:trace contextRef="#ctx0" brushRef="#br1" timeOffset="-70961.073">3944 5162,'0'-1,"-1"1,0-1,1 1,-1-1,1 1,-1-1,0 1,1-1,0 0,-1 1,1-1,-1 0,1 1,0-1,-1 0,1 0,0 1,0-1,0 0,0 0,-1 1,1-1,0 0,0 0,0 1,1-1,-1 0,0 0,0 0,0 1,0-1,1 0,-1 1,0-1,1 0,-1 1,1-1,-1 0,1 1,-1-1,1 1,-1-1,1 0,-1 1,1 0,0-1,-1 1,39-16,-31 13,0 0,0 0,1 1,-1 0,1 1,0 0,-1 0,1 1,0 0,0 0,-1 1,1 0,0 1,-1 0,1 0,-1 1,0 0,0 1,0-1,6 5,-12-5,1-1,-2 1,1-1,0 1,-1 0,1 0,-1-1,0 1,0 0,0 0,0 0,0 1,-1-1,1 0,-1 0,0 0,0 0,0 0,0 1,-1-1,1 0,-1 0,0 0,0 0,0 1,-42 71,14-40,-3-2,0-2,-2 0,-2-3,-2 0,-10 10,-2 12,50-49,0 0,0 0,0 0,0 0,0 0,0 0,0 0,0 0,0 0,0-1,0 1,1 0,-1 0,0 0,1 0,-1 0,0 0,1 0,-1-1,1 1,0 0,-1 0,1-1,0 1,-1 0,1-1,0 1,-1-1,1 1,0-1,0 1,0-1,0 0,0 1,0-1,-1 0,1 0,0 1,0-1,0 0,0 0,0 0,0 0,1 0,21 3,0 0,0-1,0-1,0-1,0-2,20-3,-23 3,198-23,-113 12</inkml:trace>
  <inkml:trace contextRef="#ctx0" brushRef="#br1" timeOffset="-80692.445">2888 696,'15'52,"-3"0,-2 2,2 37,-5 430,-8-442,-18 445,-1 127,25-357,-3 236,-3-465,-3 0,-3 0,-3 0,-2-1,-3 0,-3-2,-14 29,22-73,10-18,0 0,-1 0,1 0,-1 0,1 0,-1 0,1 0,-1 0,1 0,0 0,-1-1,1 1,-1 0,1 0,0 0,-1-1,1 1,0 0,-1 0,1-1,0 1,-1 0,1-1,0 1,0 0,-1-1,1 1,0-1,0 1,0 0,-1-1,1 1,0-1,0 1,0-1,0 1,0-1,0 1,0 0,0-1,0 1,0-1,0 1,0-1,0 1,1 0,-1-1,0 1,0-1,0 1,1 0,-3-31,2-4</inkml:trace>
  <inkml:trace contextRef="#ctx0" brushRef="#br1" timeOffset="-72121.498">2821 4132,'0'14,"0"15,0 17,0 19,0 18,0 21,0 19,-2 19,-6 10,-5 4,-2-4,1-11,2-20,3-20,4-27</inkml:trace>
  <inkml:trace contextRef="#ctx0" brushRef="#br1" timeOffset="-73386.876">6030 2809,'9'14,"10"13,6 11,8 9,5 7,5 6,5 2,1-1,-4-3,-5-8,-6-9,-7-11,-9-9</inkml:trace>
  <inkml:trace contextRef="#ctx0" brushRef="#br1" timeOffset="-73129.96">6457 2848,'-16'3,"-14"4,-11 12,-6 10,-4 10,1 10,3 7,6 6,7 4,10 0,8-12</inkml:trace>
  <inkml:trace contextRef="#ctx0" brushRef="#br1" timeOffset="-72866.663">6644 3277,'0'5,"0"0,0 1,1-1,-1 0,1 1,0-1,0 0,1 0,0 0,0 0,0 0,0-1,1 1,0 0,0-1,0 0,0 0,1 0,0 0,-1 0,1-1,1 0,-1 1,0-2,1 1,0 0,-1-1,1 0,0 0,0 0,0-1,1 0,4 1,-1-1,0-1,0 0,0 0,0-1,0 0,0 0,-1-1,1 0,0-1,-1 0,1 0,-1-1,0 0,0 0,-1-1,1 0,-1 0,0-1,5-5,-7 6,-1 1,1-1,-1 0,0 0,-1 0,1 0,-1-1,0 1,0-1,-1 0,1 0,-1 0,-1 0,1 0,-1 0,0 0,-1-1,1 1,-1 0,0-1,-1 1,0 0,0-1,0 1,-1 0,1 0,-2 0,0-2,0 2,0 1,-1-1,0 1,0 0,0 0,-1 0,1 0,-1 1,0 0,-1 0,1 0,-1 0,1 1,-1 0,0 0,0 1,-1 0,1 0,0 0,-1 1,1 0,-1 0,0 0,1 1,-1 0,1 0,-3 1,-18 2,-1 0,1 2,0 1,1 1,-21 9,-37 15</inkml:trace>
  <inkml:trace contextRef="#ctx0" brushRef="#br1" timeOffset="-75168.876">4799 2795,'14'11,"13"14,12 13,10 11,10 10,7 3,4 0,-4-3,-6-8,-9-9,-10-13,-13-11</inkml:trace>
  <inkml:trace contextRef="#ctx0" brushRef="#br1" timeOffset="-74916.004">5294 2715,'-18'23,"-18"21,-15 16,-14 12,-7 8,-2 3,11-12</inkml:trace>
  <inkml:trace contextRef="#ctx0" brushRef="#br1" timeOffset="-73721.598">5601 3129,'-2'9,"-5"13,-5 10,1 13,2 9,2 6,5 6,5-3,2-11</inkml:trace>
  <inkml:trace contextRef="#ctx0" brushRef="#br1" timeOffset="-67174.322">7713 576,'9'46,"15"172,-5 200,-17 686,26-398,-28-696,-17 798,-58-44,22-213,40-358,9 120,4-295,-7 102,3-87,2 0,1 0,2-1,1 1,1 2,-2-33,-2-1,1-1,0 1,0 0,0 0,-1 0,1 0,0 0,0 0,1 0,-1 0,0 0,0 0,0 0,1 0,-1-1,0 1,1 0,-1 0,1 0,-1 0,1-1,-1 1,1 0,-1-1,1 1,0 0,0-1,-1 1,1 0,0-1,0 0,-1 1,1-1,0 1,0-1,0 0,0 1,0-1,0 0,0 0,0 0,0 0,0 0,-1 0,1 0,0 0,0 0,1-1,3-3,1-1,-1 0,-1 0,1-1,-1 1,0-1,0 0,-1 0,1 0,-1-1,-1 1,1-1,0-2,-3 8,16-43</inkml:trace>
  <inkml:trace contextRef="#ctx0" brushRef="#br2" timeOffset="-45414.979">3356 536,'111'11,"-54"-5,0 2,-1 4,50 15,-221-64,64 24,-1 2,0 3,-1 2,-44 1,80 5,46 10,296-2,-241-9,-74 0,-31 1,-336 0,575 0,-270-11,-3 0,0 3,0 1,-1 4,-29 2,60 6,42 1,361-2,-207-5,-604 13,405-11,22 2,19 0,281 6,-78-9,-206-1,-22-1,-106-7,-107 5,147 5,-7-1,115 0,101 1,0-5,16-8,-121 7,-25 5,-1-1,0 1,0 0,0-1,1 1,-1 0,0-1,0 1,0 0,0-1,0 1,0 0,0-1,0 1,0-1,0 1,0 0,0-1,0 1,0 0,0-1,0 1,-1 0,1-1,0 1,0 0,0-1,-1 1,1 0,0-1,0 1,0 0,-1 0,1-1,0 1,-1 0,1 0,0 0,-1-1,1 1,0 0,-1 0,1 0,0 0,-1 0,1 0,0 0,-1 0,1-1,-1 1,1 1,0-1,-1 0,1 0,0 0,-1 0,1 0,0 0,-1 0,1 0,0 1,-1-1,1 0,0 0,-1 0,1 1,0-1,0 0,-1 0,1 1,-65-8,-1 3,1 3,-62 8,124-7,-94 7,127-5,248-10,-234-2,-60 3,-303 4,237 6,70 0,17 2,23 1,138 9,143-5,-296-12,-35-2,-54-2,-1 3,1 4,-47 7,77 0,63-1,254-3,-110-13,-137 7,-39-6,-74 1,-1 4,0 4,-17 6,79-6,-75 7,95-2,25-3,251 0,-176-9,-107-4,-32 3,-1 3,0 1,-38 4,29 0,-43 5,134 1,206-6,-191-6,-81-2,-87 5,131 3</inkml:trace>
  <inkml:trace contextRef="#ctx0" brushRef="#br2" timeOffset="-38643.57">5803 509,'26'-2,"-25"2,90 22,1-4,1-4,1-5,61-2,-339-23,-212-23,389 39,26 1,170 11,106-10,-214-2,-70 0,-26 0,-600-1,922-22,-100 4,-190 15,-29-2,-262 4,51 11,210-5,20 1,153 4,-114-9,241 0,-277 0,-15-2,-21-1,21 2,-106-11,0 5,-23 5,121 4,24 1,262 23,-219-23,14 1</inkml:trace>
  <inkml:trace contextRef="#ctx0" brushRef="#br1" timeOffset="-76163.077">3356 2769,'5'13,"7"14,12 14,11 11,8 8,6 5,1 1,0-1,-3-9,-4-7,-10-14</inkml:trace>
  <inkml:trace contextRef="#ctx0" brushRef="#br1" timeOffset="-75968.56">3717 2728,'-16'11,"-12"16,-10 14,-6 14,0 11,3 6,5 2,7-3,9-13</inkml:trace>
  <inkml:trace contextRef="#ctx0" brushRef="#br1" timeOffset="-75620.676">3984 3129,'0'0,"1"-1,-1 1,1 0,-1-1,1 1,-1 0,1-1,0 1,-1 0,1 0,-1-1,1 1,0 0,-1 0,1 0,0 0,-1 0,1 0,0 0,-1 0,1 0,0 0,-1 0,1 1,0-1,-1 0,1 0,-1 1,1-1,0 0,-1 1,1-1,-1 0,1 1,-1-1,1 1,-1-1,0 1,1-1,-1 1,1 0,-1-1,0 1,0-1,1 1,-1 0,0-1,0 1,0 0,0-1,1 1,-1 0,9 36,-9-19,-1 0,0-1,-2 1,0-1,-1 0,0 0,-2 0,0 0,-1-1,-1 3,-32 99,40-116,-1 0,1-1,-1 1,1 0,0 0,-1 0,1 0,0 0,0 0,0 0,1 0,-1 0,0 0,1-1,-1 1,1 0,0 0,-1 0,1-1,0 1,0 0,0-1,1 1,-1-1,0 1,0-1,1 1,-1-1,1 0,-1 0,1 0,0 0,-1 0,1 0,0 0,0-1,-1 1,1 0,0-1,0 0,0 1,0-1,0 0,0 0,0 0,0 0,1-1,22 1,0-2,0-1,-1 0,1-2,10-4,-9 3,49-12</inkml:trace>
  <inkml:trace contextRef="#ctx0" brushRef="#br1" timeOffset="-74434.822">4064 3157,'-13'0,"-17"2,-12 5,-9 7,-7 4,8 0</inkml:trace>
  <inkml:trace contextRef="#ctx0" brushRef="#br2" timeOffset="-31090.749">3316 2474,'36'11,"120"11,74-2,-31-3,-171-14,-37-3,4 0,-257-22,-92 11,926 12,-834-14,23 12,802-12,-536 15,-22 1,-19-1,-116 10,1-6,-1-6,-88-12,414 21,42-9,-22-11,-205 8,-16 0,-21 0,-511 1,452 7,106 0,256-11,-221 3,219-12,-322 10,-666-18,674 26,58 4,52-3,0-4,1-2,20-6,-31 4,135-16,-187 17,-14 1,-18 1,-357 12,326-3,55-5,109 2,266-5,-362 1,-22 2,-23 2,-357 0,381-3,21 2,71 7,1-3,0-4,38-5,-310-12,109 11,92 2</inkml:trace>
  <inkml:trace contextRef="#ctx0" brushRef="#br3" timeOffset="190294.495">6444 174,'-53'-24,"-61"-7,-21 16,71 13,-83-27,13 19,-207-25,85 7,-616 29,561 35,97-18,-127 27,63-24,100 21,-95 62,249-92,1 0,0 2,1 0,1 2,0 0,-11 13,9-3,1 1,1 1,2 1,1 0,1 2,1 0,2 0,1 2,2 0,1 0,-10 21,4-11,2 0,2 1,1 1,3 0,1 0,3 1,1 0,3 0,2 9,2-2,3 0,2-1,2 0,5 8,-12-48,2 0,-1 0,2 0,-1-1,2 0,-1 0,1-1,1 0,0 0,1-1,0 0,0 0,0-2,3 2,151 138,-153-141,0 0,0 0,1-1,0 0,0-1,1-1,-1 0,1 0,0-1,-1-1,1 0,0-1,0 0,0-1,7-2,64 4,124 21,463-21,-625-1,-17-2,0 2,1 1,-1 2,0 0,0 2,7 4,2 1,1-2,0-1,0-1,0-3,11-1,419 52,-266-21,-120-15,1-4,0-3,1-4,21 2,391 22,-20-11,-97-3,-342-17,87 0,1-5,7-7,4-8,-1-6,-1-6,-1-6,8-10,-95 31,-1-2,0-2,-1-3,-2-1,-1-2,0-2,-3-1,0-2,-2-2,-2-2,3-5,-11 9,-1 0,-2-1,-1-1,-2-2,-1 0,-2-1,-2-1,3-11,-16 35,-1 0,0 0,-1 0,-1 0,0-1,-1 1,0 0,-1 0,-1 0,0 0,-5-13,-66-145,61 142,-2 1,-1 1,-1 0,-2 1,0 0,-2 2,-1 0,-1 2,-1 1,-1 0,-1 2,0 1,-27-14,-19 2,-1 2,-1 4,-2 3,-9 1,46 11,-303-96,84 34,205 61,0 3,-1 2,0 3,-38 2,27 1,-1-3,-60-11,-23-19,71 29,41 3</inkml:trace>
  <inkml:trace contextRef="#ctx0" brushRef="#br3" timeOffset="191666">8102 1926,'14'30,"-1"2,-1-1,-2 2,-1-1,3 27,-9-48,24 143,-16-126,-10-27,-1-1,1 0,-1 0,0 1,1-1,-1 0,1 0,-1 0,1 0,-1 0,1 1,-1-1,0 0,1 0,-1 0,1 0,-1 0,1 0,-1-1,1 1,-1 0,1 0,-1 0,1 0,-1 0,0-1,1 1,-1 0,1 0,-1-1,0 1,1 0,-1-1,0 1,1 0,-1-1,0 1,0-1,1 1,-1 0,0-1,0 1,0-1,1 1,-1-1,0 1,0-1,0 1,0 0,0-1,0 1,0-1,0 1,0-1,0 1,0-1,0 1,5-21,0 0,-1-1,-1 1,-1-1,-1 1,-1-19,2-24,-1 36,12-65,-12 93,-1 0,1-1,-1 1,1 0,-1 0,1 0,0 0,-1 0,1 1,-1-1,1 0,0 0,-1 0,1 0,-1 1,1-1,-1 0,1 1,-1-1,1 0,-1 1,1-1,-1 0,1 1,-1-1,0 1,1-1,-1 1,0-1,1 1,-1-1,0 1,0-1,0 1,1-1,-1 1,0 0,0-1,0 1,0-1,0 1,0 0,0-1,0 1,0-1,0 1,0 0,0-1,-1 1,1-1,0 1,0-1,11 88,-7-56,0 1,2-1,2 0,5 13,-14-44,1 0,0 0,0 0,0 0,0 0,1 1,-1-1,0 0,0 0,1 0,-1 0,1 0,-1 0,1 0,-1 0,1 0,-1 0,1 0,0 0,0 0,-1 0,1 0,0-1,0 1,0 0,0-1,0 1,0-1,0 1,0-1,0 1,0-1,0 0,1 1,-1-1,0 0,0 0,0 0,0 0,0 0,1 0,-1 0,0 0,0-1,0 1,0 0,0-1,0 1,0-1,0 1,0-1,0 1,0-1,0 0,0 1,0-1,0 0,0 0,-1 0,2-1,2-7,1-1,-2-1,1 1,-1-1,-1 1,0-1,-1 0,1-9,3-18,3-6,-3 7,2 0,2 0,1 1,8-16,-18 52,0-1,0 1,0-1,0 1,0-1,0 1,0-1,0 1,0-1,0 1,0-1,0 1,0-1,0 1,1-1,-1 1,0-1,0 1,1-1,-1 1,0-1,1 1,-1 0,0-1,1 1,-1 0,1-1,-1 1,0 0,1-1,-1 1,1 0,-1 0,1 0,-1 0,1-1,-1 1,1 0,-1 0,1 0,-1 0,1 0,-1 0,1 0,-1 0,1 0,-1 0,1 1,-1-1,1 0,-1 0,1 0,-1 1,1-1,-1 0,1 0,-1 1,0-1,1 0,-1 1,1-1,-1 1,0-1,1 0,10 34,6 213,-15-185,-2-56,0-1,0 1,0 0,1-1,0 1,0-1,0 1,1-1,-1 1,1-1,1 0,-1 0,1 0,0 0,0-1,0 1,1-1,3 4,4-1</inkml:trace>
  <inkml:trace contextRef="#ctx0" brushRef="#br3" timeOffset="192090.417">8730 2033,'22'-7,"-1"2,1 0,1 1,-1 2,0 0,1 1,0 2,36 6,-57-6,-1-1,0 1,1 0,-1-1,0 1,0 0,0 0,1 0,-1 0,0 0,0 0,-1 0,1 0,0 0,0 1,0-1,-1 0,1 0,-1 1,1-1,-1 1,1-1,-1 0,0 1,0-1,0 1,0-1,0 0,0 1,0-1,0 1,0-1,-1 1,1-1,0 0,-1 1,1-1,-1 0,0 1,-7 15,-1-1,-1 0,0-1,-1 0,0-1,-2 0,-12 12,-12 14,26-27,2-4,0 0,0 1,1 1,0-1,1 1,1 0,-1 1,2 0,0 0,0 0,-1 9,5-19,1 1,0-1,0 0,1 1,-1-1,0 0,1 0,-1 1,1-1,0 0,0 0,0 0,0 1,0-1,0 0,1 0,-1-1,1 1,-1 0,1 0,0-1,-1 1,1-1,0 0,0 1,0-1,0 0,0 0,1 0,-1 0,0-1,1 1,76 14,-28-13,0-1,1-3,-1-3,49-9,-93 13</inkml:trace>
  <inkml:trace contextRef="#ctx0" brushRef="#br2" timeOffset="-203529.662">7647 2741,'-219'-83,"40"-29,138 97,-2 1,0 2,0 2,-1 2,0 2,-9 1,-173-34,144 21,0 3,0 4,-52 0,45 4,-210-27,240 31,1-3,0-3,1-1,0-4,1-2,-3-3,7-2,-147-48,84 45,58 14,1-3,0-2,-22-11,38 9,-1 3,0 1,-1 2,0 1,-1 3,-1 1,-416-22,-21 27,405 3,0 2,0 4,0 3,-26 10,-136 48,216-63,0 1,1 1,0 1,0 1,1 1,0 0,1 1,0 2,-1 1,-267 216,279-224,0 1,0 0,1 0,0 1,0 0,1 0,0 1,1-1,0 1,0 0,1 1,1-1,-2 6,-127 329,129-331,0 0,0 0,1 1,1-1,1 1,0-1,1 1,0-1,1 0,1 1,0-1,1 0,5 13,83 302,-88-317,0 0,0 0,1 0,1-1,0 1,1-1,-1-1,2 1,0-1,0-1,1 1,0-2,0 1,1-1,1 0,3 1,127 48,9 6,29 45,52-33,-74-29,-126-34,1-1,0-2,1-2,0-1,34 2,7-6,16 0,-1 4,29 8,-23-3,1-4,0-4,29-6,-4 1,397-6,-343 2,212-17,-302 13,0 4,1 3,54 7,91 22,391-26,-553-4,0-3,-1-3,31-9,-72 13,48-13,-2-4,0-3,-2-3,12-10,-69 33,20-11,-1-2,0-2,-2 0,-1-2,0-2,-2 0,-1-2,-1-1,5-9,-20 24,-1 0,0-1,-1 0,0 0,-2-1,1 0,-2 0,0-1,-1 0,0 0,-2 0,0-1,23-276,-25 282,0 1,0-1,-1 1,0-1,-1 0,0 1,-1-1,0 1,0 0,-1-1,-1 1,0 0,0 1,-1-1,-2-3,-31-39,-3 3,-2 0,-7-2,34 34,0 0,-1 2,0 0,-1 1,-1 1,-1 1,1 0,-5 0,-38 6,49 10</inkml:trace>
  <inkml:trace contextRef="#ctx0" brushRef="#br2" timeOffset="-202340.146">8329 3129,'0'412,"5"-377,-5-35,0 1,0-1,0 1,0-1,0 1,0-1,0 1,0-1,0 1,1-1,-1 1,0-1,0 1,1-1,-1 1,0-1,0 1,1-1,-1 1,1-1,-1 0,0 1,1-1,-1 0,1 1,-1-1,1 0,-1 0,1 0,-1 1,1-1,-1 0,1 0,-1 0,1 0,-1 0,1 0,-1 0,1 0,-1 0,1 0,0 0,-1 0,1 0,-1 0,1-1,-1 1,1 0,-1 0,1 0,-1-1,0 1,1 0,-1-1,1 1,-1-1,6-6,0-1,-1 1,0-1,0 0,-1-1,0 1,-1-1,0 0,0 0,1-5,1-4,54-215,-54 221,-2 19,-1 22,-2-27,-1 75,6 94,15-126,-20-44,1 0,0 0,-1 0,1-1,0 1,0 0,0-1,0 1,0-1,0 1,0-1,0 1,0-1,0 0,0 1,0-1,0 0,0 0,0 0,0 0,0 0,0 0,0 0,0 0,0 0,1 0,-1-1,0 1,0 0,0-1,0 1,0-1,-1 1,1-1,0 0,0 1,0-1,0 0,-1 1,1-1,0 0,0 0,-1 0,9-12,0 0,-1 0,-1 0,0-1,-1 0,-1 0,0-1,-1 0,1-9,-1 11,35-164,-38 253,-1 198,15-216,-6-48</inkml:trace>
  <inkml:trace contextRef="#ctx0" brushRef="#br2" timeOffset="-201834.728">8797 3464,'204'21,"-197"-20,-1-1,0 1,0 0,0 0,0 1,0-1,0 1,0 1,0-1,-1 1,1 0,-1 0,0 1,5 3,-10-6,1 1,0-1,0 0,0 1,-1-1,1 1,-1-1,1 1,-1-1,0 1,0-1,1 1,-1 0,0-1,0 1,0-1,-1 1,1-1,0 1,-1-1,1 1,-1-1,1 1,-1-1,0 1,1-1,-1 0,0 1,0-1,0 0,0 0,0 1,0-1,-1 0,-43 36,-106 46,149-82,2-1,-1 0,0 0,0 0,0 0,0 0,0 1,0-1,0 0,1 0,-1 1,0-1,0 1,0-1,1 0,-1 1,0-1,0 1,1 0,-1-1,1 1,-1 0,0-1,1 1,-1 0,1 0,0-1,-1 1,1 0,-1 0,1 0,0 0,0-1,0 1,-1 0,1 0,0 0,0 0,0 0,0 0,0 0,1-1,-1 1,0 0,0 0,1 0,-1 0,0 0,1-1,-1 1,1 0,0 0,115 34,-107-32,-1 0,0 1,0 0,0 1,-1 0,0 0,0 1,0-1,2 4,-7-7,0 0,0 1,0-1,0 1,0-1,0 1,-1 0,1 0,-1 0,0 0,0 0,0 0,0 0,0 0,-1 1,0-1,1 0,-1 0,0 1,-1-1,1 0,0 0,-1 0,0 0,0 1,-1 2,-5 4,0 0,-1-1,0 0,-1 0,0 0,0-1,-1-1,0 1,-1-2,1 1,-1-1,0-1,-1 0,1-1,-1 0,0-1,0 0,0 0,-5-1,7 0,6 0,0-1,-1 0,1 0,-1 0,1 0,-1-1,1 1,-1-1,0-1,1 1,-1 0,1-1,-1 0,1 0,-1-1,0 1,1-7,3-1</inkml:trace>
  <inkml:trace contextRef="#ctx0" brushRef="#br1" timeOffset="-167307.306">8181 4694,'-56'-36,"-2"3,-1 2,-7 1,0 8,-2 2,0 3,-1 3,-1 3,0 3,-62 2,-14-5,-499-55,230 32,225 22,-157-31,72 4,-147 2,384 34,-517-20,499 23,-211 2,-39 15,171-6,1 5,1 7,1 5,1 6,1 6,-26 17,108-38,0 3,2 1,0 3,2 2,1 1,1 2,2 3,-25 26,19-12,1 2,4 2,1 1,3 3,2 1,1 5,13-16,3 0,2 1,2 1,2 1,2 0,2 0,3 1,1 13,3-54,0 0,1 0,0 0,0 0,1 0,0-1,1 1,0 0,0-1,1 1,0-1,1 0,-1 0,1 0,1 0,0-1,0 1,0-1,1-1,0 1,1-1,-1 0,7 5,7-2,1 0,0-2,0 0,1-1,-1-1,1-1,0-1,9-1,1 3,53 6,0 3,-2 5,34 13,-73-17,76 26,117 23,-58-38,0-9,2-7,167-13,-179 1,852 0,-821-4,-55 0,-1 6,37 9,-110-2,222 13,165-23,-302 8,0-7,43-10,180 1,-181 10,-141-3,0-3,-1-2,0-3,-1-1,-1-4,0-2,41-20,-65 24,0-2,-1-1,0-1,-2-1,0-2,-2 0,23-26,-32 30,0 0,-1 0,-1-1,-1-1,-1-1,0 1,-2-2,0 0,-2 0,0 0,-2-1,0 0,-1-1,-2 1,0-1,-2 0,0 1,-2-7,-5-13,-2 0,-2 1,-2 0,-1 1,-3 0,-1 1,-2 0,-1 2,-2 0,-2 2,-1 1,-2 0,-16-13,29 29,-2 0,0 2,-1 0,0 1,-2 0,0 2,0 0,-1 1,-1 1,0 1,-1 1,0 1,0 0,-1 2,0 1,-14-2,2 9,8 3</inkml:trace>
  <inkml:trace contextRef="#ctx0" brushRef="#br1" timeOffset="-166170.46">8837 4894,'18'47,"-2"0,-3 2,-1 0,-3 0,-2 1,-2 0,-2 49,3-59,-4-41,-1 1,0-1,1 0,-1 1,0-1,0 0,0 0,0 0,0 0,0 0,0 0,0 0,0 0,0 0,-1 0,1-1,0 1,-1 0,1 0,-1-1,1 1,-1 0,0-1,0 1,1-1,-1 0,19-62,-3-1,-2-1,-1-16,-10 163,9 26,-11-102,0 0,0-1,1 1,0 0,0-1,0 1,0-1,1 0,-1 0,1 0,0 0,1 0,-1-1,1 1,-1-1,1 0,0 0,0 0,0-1,3 2,-5-3,0-1,0 1,0-1,0 1,0-1,0 0,0 0,0 1,0-1,0-1,0 1,0 0,0 0,0-1,0 1,0-1,0 0,0 0,0 1,-1-1,1 0,0-1,0 1,-1 0,1 0,-1-1,1 1,-1-1,0 1,1-1,-1 0,0 1,0-1,0 0,0 0,-1 0,1 0,22-76,-23 78,24-249,-16 345,-5-60,1 0,1 0,2-1,2 1,1-2,6 12,-7-29</inkml:trace>
  <inkml:trace contextRef="#ctx0" brushRef="#br1" timeOffset="-165857.991">9425 5121,'15'-7,"0"0,1 0,-1 2,1 0,0 1,0 0,1 1,14 0,-28 3,0 0,0 0,0 0,0 1,0-1,0 1,-1 0,1-1,0 1,0 0,0 1,-1-1,1 1,-1-1,1 1,-1 0,0-1,0 1,1 0,-1 1,-1-1,1 0,0 1,0-1,-1 1,0-1,1 1,-1 0,0-1,0 1,0 0,-1 0,1 0,-1 0,0 0,3 21,-2 0,-1 0,-1 0,-1-1,-1 1,-5 18,-2 29,8-58,0 0,1 1,1-1,0 0,1 0,0 1,1-1,1 0,0 0,0 0,2-1,-1 1,2-1,5 10,0-4</inkml:trace>
  <inkml:trace contextRef="#ctx0" brushRef="#br1" timeOffset="-165659.505">9465 5402,'18'-2,"18"-3,18-4,16-1,12-2,6-1,-6-1,-14 0,-18 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17:28.310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361 68,'14'15,"9"13,5 8,4 8,5 4,-1 2,1 0,-1 0,-5-3,-3-6,-6-6,-7-9</inkml:trace>
  <inkml:trace contextRef="#ctx0" brushRef="#br0" timeOffset="250.112">683 27,'-7'7,"-7"9,-5 11,-4 9,-6 11,-3 11,-5 9,1 4,1 2,5-7,7-15</inkml:trace>
  <inkml:trace contextRef="#ctx0" brushRef="#br0" timeOffset="622.675">843 268,'10'-5,"0"1,0 0,0 0,0 1,0 0,1 1,0 1,-1-1,1 2,0-1,-1 1,1 1,0 0,-1 1,1 0,-1 0,8 4,-15-5,0 0,0 1,-1-1,1 1,0 0,-1-1,1 1,-1 0,0 1,0-1,0 0,0 1,0-1,0 1,-1 0,1-1,-1 1,0 0,0 0,0 0,0 0,0 0,-1 0,1 0,-1 0,0 0,0 0,0 1,0-1,0 0,-1 0,0 0,1 0,-1 0,0 0,0 0,-1 0,1-1,-1 1,1 0,-1-1,-1 2,-13 19,0-2,-1 0,-1-1,-1-1,-1 0,-1-2,-11 8,-62 57,93-82,-1 0,1 1,0 0,0-1,-1 1,1 0,0-1,0 1,0 0,0 0,0 0,0 0,0 0,0 0,1 0,-1 0,0 1,1-1,-1 0,0 0,1 1,0-1,-1 0,1 1,0-1,0 0,-1 1,1-1,0 0,0 1,1-1,-1 0,0 1,0-1,1 0,-1 1,0-1,1 0,0 0,-1 1,1-1,0 0,-1 0,1 0,0 0,0 0,0 0,0 0,0 0,0 0,0 0,0-1,1 1,-1 0,0-1,0 1,1-1,-1 1,18 3,1 0,-1-2,1 0,-1-1,1-1,-1-1,14-2,-7 2,56-5</inkml:trace>
  <inkml:trace contextRef="#ctx0" brushRef="#br0" timeOffset="3910.823">522 963,'-14'331,"1"-61,13 134,-14-191,-7 30,8 27,-2-79,6 282,2-326,7 0,18 146,-15-247,15 442,0-313,17 262,4-56,-36-292,-4 1,-4-1,-8 31,2 204,5-59,-15-66,-5 127,26-246,2 10,-5 0,-3 0,-16 79,-22 148,32-196,-22 88,22-133,3 1,4 0,2 0,5 20,-1-46,-4-10,-1 1,-1-1,-3 0,-12 38,8-30,4-8,3 0,1 1,2 0,4 34,-6 84,-18 181,23 267,-56-196,2-18,46-93,-6-62,7-123,6-115,0 0,0 0,0 0,0 0,0 0,0 0,0 0,-1 0,1 0,0 0,-1 0,1-1,0 1,-1 0,1 0,-1 0,1 0,-1 0,0-1,1 1,-1 0,0 0,0-1,1 1,-1 0,0-1,0 1,0-1,0 1,0-1,0 0,0 1,0-1,-10-1</inkml:trace>
  <inkml:trace contextRef="#ctx0" brushRef="#br0" timeOffset="6983.653">562 1912,'-1'-1,"0"-1,-1 1,1 0,0-1,-1 1,0 0,1 0,-1 0,0 1,1-1,-1 0,0 1,0-1,0 1,0-1,1 1,-1 0,0 0,0 0,0 0,0 0,0 0,0 1,0-1,1 0,-1 1,0 0,0-1,1 1,-1 0,0 0,1 0,-1 0,1 0,-1 0,1 1,-1-1,1 0,0 1,0-1,-1 1,1-1,0 1,1 0,-1-1,0 1,0 2,-1-2,1 1,0 0,0 0,0 0,0 0,1 0,-1 0,1 0,0 0,-1 0,2 0,-1 0,0 0,0 1,1-1,0 0,0 0,0 0,0-1,0 1,0 0,1 0,-1-1,1 1,0 0,0-1,0 0,0 1,0-1,0 0,1 0,-1 0,1-1,-1 1,1-1,0 1,0-1,0 0,0 0,-1 0,1 0,1 0,-1-1,0 0,0 1,0-1,3 0,-3-1,0 1,0-1,0 1,0-1,-1 0,1 0,0-1,0 1,0 0,-1-1,1 0,-1 1,1-1,-1 0,0-1,0 1,0 0,0 0,0-1,0 1,-1-1,1 0,-1 1,0-1,0 0,0 0,0 0,0 0,0 0,-1 0,1 0,-1 0,0 0,0-2,0 0,0-1,0 1,-1-1,1 1,-1-1,-1 1,1 0,-1-1,0 1,0 0,0 0,-1 0,1 0,-1 1,0-1,-1 1,1-1,-1 1,-1-1,2 3,0 0,0 0,0 0,0 0,0 0,0 1,-1 0,1-1,-1 1,1 0,-1 1,1-1,-1 1,1-1,-1 1,0 0,1 0,-1 1,0-1,1 1,-1 0,1-1,-1 2,1-1,0 0,-1 1,1 0,0-1,0 1,0 0,0 1,0-1,1 0,-1 1,1 0,-1 0,1-1,0 1,0 0,0 1,1-1,-1 0,1 1,-1-1,1 0,0 3,0-4,1 0,-1 1,1-1,-1 0,1 0,0 0,0 1,0-1,0 0,1 0,-1 1,1-1,-1 0,1 0,0 0,-1 0,1 0,0 0,1 0,-1 0,0 0,0 0,1-1,-1 1,1 0,0-1,-1 1,1-1,0 0,0 0,0 1,0-1,0-1,0 1,0 0,0 0,1 0,4 1,0 0,0-1,0 1,0-2,0 1,0-1,0 1,0-2,0 1,0-1,4-1,-7 1,0 0,0 0,0 0,-1 0,1-1,-1 1,1-1,-1 0,0 0,1 0,-1 0,0-1,0 1,-1-1,1 0,0 0,-1 0,0 0,0 0,0-1,0 1,0-1,-1 1,1-1,-1 0,0 1,0-1,0 0,-1 0,0 0,1 1,-1-1,0 0,-1 0,1 0,-1 0,0 0,0 1,0-1,0 0,0 1,-1-1,0 1,0-1,0 1,-1-1,1 1,0 1,-1-1,1 1,-1 0,0-1,1 1,-1 0,0 1,-1-1,1 1,0-1,0 1,-1 0,1 0,0 0,-1 1,1-1,-1 1,1 0,-1 0,1 0,-3 0,16 7,212 36,-169-36,27 5,1-3,0-4,1-3,16-5,-35-8,-62 11,0 1,0 0,-1-1,1 1,-1 0,1 0,0-1,-1 1,1 0,-1 0,0 0,1 0,-1 0,0 0,0 0,1-1,-1 1,0 0,0 0,0 0,0 0,0 0,0 0,0 0,-1 0,1 0,0 0,0 0,-1 0,1 0,-1-1,1 1,-1 1,1-1,-49 192,40-144,3 0,2 0,2 1,3-1,5 38,-1-78,-1-27,-1 1</inkml:trace>
  <inkml:trace contextRef="#ctx0" brushRef="#br0" timeOffset="7356.013">936 2407,'-2'-2,"1"-1,4 0,9 1,13 0,13 1,16 1,15-1,9-1,5-1,-2 0,-9 1,-14 0,-14 1,-15 3,-15 1,-14 0,-7-1</inkml:trace>
  <inkml:trace contextRef="#ctx0" brushRef="#br0" timeOffset="7817.576">936 2340,'0'0,"-1"-1,1 1,-1-1,1 0,-1 1,0-1,1 1,-1-1,0 1,1 0,-1-1,0 1,1 0,-1-1,0 1,0 0,0 0,1 0,-1 0,0-1,0 1,0 0,1 0,-1 1,0-1,0 0,0 0,1 0,-1 1,0-1,0 0,1 0,-1 1,0-1,1 1,-1-1,0 1,1-1,-1 1,1-1,-1 1,1 0,-1-1,1 1,-1 0,1-1,-1 1,1 0,0-1,0 1,-1 0,1 0,0 0,0-1,0 1,0 0,0 0,0 0,0-1,0 1,0 0,0 0,0 0,0-1,1 1,-1 1,2 6,0 1,1 0,0-1,0 1,1-1,0 0,0 0,1-1,4 6,1 4,31 48,-3 2,-2 1,-4 1,18 59,-43-101,23 46,-29-72,1-1,-1 1,1-1,-1 1,0-1,1 0,-1 1,1-1,-1 0,1 0,-1 0,1 0,-1 0,1 0,-1 0,0-1,1 1,-1-1,1 1,-1-1,0 1,1-1,-1 0,0 1,1-1,-1 0,0 0,0 0,0 0,0 0,0 0,0 0,0-1,0 1,-1 0,1-1,0 1,-1 0,1-1,-1 1,1-1,0 0,31-48,-2-1,-3-2,-2-1,17-52,-32 81,65-182,-68 181</inkml:trace>
  <inkml:trace contextRef="#ctx0" brushRef="#br0" timeOffset="8608.894">1071 3075,'-4'5,"1"-1,0 1,0 0,0 1,1-1,0 0,0 1,0-1,1 1,0-1,0 1,0 0,0 0,1-1,0 1,1 0,-1 0,1-1,0 1,0 0,1-1,0 1,0-1,0 1,0-1,1 0,0 0,0 0,1-1,-1 1,1-1,0 1,0-1,0 0,2 0,4 2,0 0,0-1,1-1,-1 0,1 0,0-1,0 0,0-1,0 0,1-1,-1-1,0 1,1-2,-1 0,0 0,1-1,-1 0,0-1,0 0,-1-1,1 0,-1 0,3-3,-6 0,0-1,-1 0,0 0,0 0,-1-1,0 0,-1 0,0 0,0-1,-1 1,0-1,-1 0,0 0,0 0,-1 0,0 0,-1 0,0 0,-1 0,0-1,-1 1,0 1,0-1,-1 0,0 0,-4-6,6 12,-1-1,0 1,0-1,0 1,-1 0,1 0,-1 0,0 0,0 1,-1-1,1 1,-1-1,1 1,-1 0,0 1,0-1,0 1,-1-1,1 1,-1 1,1-1,-1 1,0-1,1 1,-1 1,0-1,0 1,1-1,-1 1,0 1,0-1,0 1,0 0,1 0,-1 0,1 0,-3 2,-4 3,0 0,0 0,1 2,0-1,0 1,0 1,1-1,1 2,0-1,0 1,0 0,1 1,1 0,0 0,-2 7,-12 25</inkml:trace>
  <inkml:trace contextRef="#ctx0" brushRef="#br0" timeOffset="12263.972">1258 3330,'10'40,"27"175,-22-113,-5 1,-3 27,-5-36,-4-1,-5 13,13 295,-54-131,38-141,-21 146,18-200,4 1,3 0,3 33,2-55,-3 0,-3-1,-6 24,-14 261,-1-41,12-68,8-154,3-1,4 1,4 5,-2 26,-3-46,-3-1,-3 0,-2-1,-3 4,6-20,2 1,2-1,2 39,-11 108,2-135,2 0,2 0,2 19,-11 133,4-129,3 0,2 66,6 166,-13-125,-1 66,14 64,-13-104,13 61,-13-157,14-35,1-50,-2 0,-1 0,-1 0,-1 0,-4 11,1-14,2 0,0 0,2 0,1 1,1 1,-27 218,14-65,6-55,0 7,8-84,-9 84,2 27,17-120,-1-46,-7-3</inkml:trace>
  <inkml:trace contextRef="#ctx0" brushRef="#br0" timeOffset="16337.012">2099 1,'10'4,"9"9,8 11,9 13,5 11,3 9,0 6,-1 4,-2 0,-4-3,-4-8,-5-10,-5-14,-7-12</inkml:trace>
  <inkml:trace contextRef="#ctx0" brushRef="#br0" timeOffset="16604.749">2460 27,'-13'-2,"-12"4,-6 7,-5 13,-2 13,-2 15,-1 14,-1 10,1 9,0 1,7-14</inkml:trace>
  <inkml:trace contextRef="#ctx0" brushRef="#br0" timeOffset="16949.56">2782 536,'89'-314,"-69"252,-16 53,-5 21,-32 176,-3 126,33-243</inkml:trace>
  <inkml:trace contextRef="#ctx0" brushRef="#br0" timeOffset="20464.673">2434 963,'0'0,"0"0,0 0,0 1,1-1,-1 0,0 0,0 0,0 0,0 0,0 1,1-1,-1 0,0 0,0 0,0 0,1 0,-1 0,0 0,0 0,0 0,0 0,1 0,-1 0,0 0,0 0,0 0,1 0,-1 0,0 0,0 0,0 0,1 0,-1 0,0 0,0-1,0 1,0 0,1 0,-1 0,0 0,0 0,0 0,0-1,0 1,0 0,0 24,0-21,-3 79,4-1,9 57,-2-25,-6 1,-8 73,4-158,-25 214,17-195,1 0,3 0,-1 48,9 140,25-53,-27 319,8-281,-3 205,9-190,-1 108,-14 317,10-365,-19 317,11-404,-1 495,14-490,-12-147,-4 0,-2 1,-3-1,-6 14,1-11,3 1,3 0,3 61,1-102,0-1,-3 0,0 0,-6 18,-12 70,5 150,4-150,0 118,7 8,0 137,9-231,-16 239,11-345,-1 0,-2-1,-2 0,-7 17,-14 86,13 58,5-79,-5 0,-15 50,18-107,-8 228,5-124,-9-7,25-32,0-143</inkml:trace>
  <inkml:trace contextRef="#ctx0" brushRef="#br0" timeOffset="25116.963">3704 68,'16'15,"12"16,8 10,7 10,5 8,4 2,0 4,-1-2,-1-4,-2-5,-6-8,-7-8,-9-12</inkml:trace>
  <inkml:trace contextRef="#ctx0" brushRef="#br0" timeOffset="25367.367">4091 68,'-20'27,"-17"25,-12 20,-10 15,-4 12,0 4,11-15</inkml:trace>
  <inkml:trace contextRef="#ctx0" brushRef="#br0" timeOffset="26784.833">4426 562,'-2'8,"1"1,0 0,1-1,0 1,1 0,-1-1,2 1,-1-1,1 1,0-1,1 0,0 0,0 0,1 0,0 0,0-1,1 1,0-1,0 0,1-1,0 0,0 1,0-2,1 1,0-1,0 0,1-2,0-1,0-1,0 0,0 0,1 0,-1-1,0 0,0-1,0 1,0-2,0 1,0-1,0 0,0-1,0 0,-1 0,1-1,-1 0,0 0,0 0,-1-1,1 0,-1-1,0 1,-1-1,1 0,-1-1,0 1,-1-1,1 0,-1 0,-1-1,1 1,-1-1,-1 1,0-1,0 0,0 0,-1 0,0 0,0-8,-1 7,0 0,0 0,-1 0,0 0,0 1,-1-1,-1 0,1 1,-1-1,-1 1,1 0,-2 0,1 0,-1 0,-1 0,4 4,-1 1,-1-1,1 1,0-1,-1 1,0 0,0 0,0 1,0-1,0 1,0 0,-1 0,1 0,-1 1,1-1,-1 1,0 0,1 1,-1-1,0 1,0 0,0 0,1 0,-1 1,0 0,1 0,-1 0,-4 2,-81 52,49-20</inkml:trace>
  <inkml:trace contextRef="#ctx0" brushRef="#br0" timeOffset="30633.11">3971 976,'0'575,"-27"-250,20 109,0-76,9-221,-2 750,-15-650,7 93,3 38,5-112,-41 108,41-248,2-58,-3 0,-3 0,-2 5,-3 15,3 1,5 60,0-8,-27 196,-11 41,12-74,20 1,2-120,6-114,-3 1,-10 58,3-41,3 0,4 0,4 24,-1 5,-1 842,-26-689,17 139,-4-150,-10-7,8 51,-7-89,-13 71,16-131,7 47,12 167,-14-257,14-102,0-5</inkml:trace>
  <inkml:trace contextRef="#ctx0" brushRef="#br0" timeOffset="41328.566">3945 1819,'-5'3,"0"0,0 0,1 1,0 0,-1 0,1 0,1 0,-1 0,1 1,-1 0,1 0,1 0,-1 0,1 0,0 0,0 1,0-1,1 1,0-1,0 1,0 1,1-5,1 1,-1 0,1 0,0 0,0-1,0 1,1 0,-1-1,0 1,1-1,0 0,-1 1,1-1,0 0,0 0,0 0,1 0,-1 0,0-1,1 1,-1-1,1 1,0-1,-1 0,1 0,0 0,0-1,-1 1,1 0,0-1,0 0,0 0,0 0,2 0,-3 0,0 1,0-1,0 0,0 0,0 0,0 0,0-1,0 1,0 0,0-1,0 0,0 1,0-1,0 0,0 0,0 0,0 0,-1 0,1-1,0 1,-1 0,1-1,-1 1,1-1,-1 0,0 1,0-1,0 0,0 0,0 0,0 0,0 1,-1-1,1 0,-1-1,1 1,-1 0,0 0,0 0,0 0,0 0,0 0,0 0,-1 0,1 0,-1 0,1 0,-1-1,-1-3,0 0,-1 1,1-1,-1 0,0 1,-1-1,1 1,-1 0,0 0,0 1,-1-1,1 1,-1 0,0 0,0 1,0-1,-1 1,1 0,-1 0,-2 0,5 4,0-1,0 0,0 1,0 0,1 0,-1 0,0 0,0 0,1 1,-1-1,0 1,1 0,0 0,-1 0,1 0,0 0,0 0,0 0,0 1,0-1,1 1,-1-1,1 1,0 0,0 0,0 0,0-1,0 1,0 0,1 0,-1 0,1 0,0 0,0 0,0 0,1 0,-1 0,0 0,1 0,0 0,0 0,0 0,1 1,2 2,0 0,1 0,0-1,0 0,0 0,1 0,-1-1,1 1,0-2,1 1,-1 0,1-1,-1 0,1-1,0 0,0 0,0 0,0-1,0 0,1 0,-1-1,0 0,0 0,1 0,-1-1,0 0,6-2,-10 2,0 0,-1-1,1 1,0 0,0-1,-1 1,1-1,0 0,-1 0,0 0,0 0,1-1,-1 1,0 0,-1-1,1 1,0-1,-1 0,0 0,1 0,-1 1,0-1,0 0,-1 0,1-1,-1 1,1 0,-1 0,0 0,0 0,0 0,-1 0,1 0,-1-2,0 0,0 0,0 0,-1 0,0 0,1 0,-1 0,-1 0,1 1,-1-1,0 1,0 0,0 0,0 0,-1 0,0 1,0-1,0 1,0 0,0 0,-5-2,6 3,0 1,0 0,0 0,0 0,-1 0,1 0,0 1,-1-1,1 1,-1 0,1 0,-1 0,1 1,0-1,-1 1,1 0,0 0,0 0,-1 0,1 1,0-1,0 1,0-1,-2 3,5-3,0 0,0 1,0-1,0 0,0 0,0 1,0-1,0 0,0 0,0 0,1 1,-1-1,0 0,1 0,-1 0,1 0,-1 1,1-1,0 0,0 0,-1 0,1 0,0 0,0-1,0 1,0 0,0 0,0-1,0 1,0 0,0-1,0 1,1-1,-1 1,0-1,0 0,0 0,1 1,-1-1,0 0,0 0,1 0,-1 0,0 0,0-1,1 1,229 14,-25 36,-152-33,0-3,1-2,6-2,205 0,-262-10,-2-1,0 1,1-1,-1 1,0-1,0 1,0 0,0 0,0 0,1 0,-1 0,0 1,0-1,0 1,0-1,0 1,0 0,0 0,0-1,0 2,0-1,0 0,-1 0,1 0,0 1,-1-1,1 1,-1 0,1-1,-1 1,0 0,0 0,0 0,0 0,0-1,0 1,0 1,-1-1,1 0,-6 147,0-102,-29 289,36-317,1-28</inkml:trace>
  <inkml:trace contextRef="#ctx0" brushRef="#br0" timeOffset="41759.538">4452 2500,'5'0,"8"0,11 0,15 0,14 0,13 0,8 0,2 2,1 2,-7-1,-8 1,-12 1,-13 1,-10 0,-12-1,-8-2</inkml:trace>
  <inkml:trace contextRef="#ctx0" brushRef="#br0" timeOffset="42254.619">4372 2394,'-1'0,"-1"1,1 0,0-1,-1 1,1 0,0 0,0 0,-1 0,1 0,0 0,0 0,0 0,0 0,0 0,1 1,-1-1,0 0,1 0,-1 1,0-1,1 1,0-1,-1 1,1-1,0 1,0-1,-1 1,1-1,1 1,-1-1,0 1,0-1,0 1,1-1,-1 0,1 1,-1-1,1 1,0-1,-1 0,1 1,0-1,0 0,0 0,0 0,0 0,1 1,11 24,1-1,2-1,0 0,14 14,2 5,199 316,-222-343,1-1,1 1,1-2,0 0,0 0,2-1,-1-1,16 11,-26-21,-1-1,0 0,1 0,-1 0,1 0,-1 0,1-1,0 1,-1-1,1 0,0 0,-1 0,1 0,0 0,-1 0,1-1,-1 1,1-1,0 0,-1 1,1-1,-1-1,0 1,1 0,-1 0,0-1,0 0,0 1,0-1,0 0,0 0,0 0,-1 0,1 0,0-2,44-85,-46 89,86-274,7-17,-48 204,-27 62</inkml:trace>
  <inkml:trace contextRef="#ctx0" brushRef="#br0" timeOffset="43294.079">4707 3223,'0'0,"-3"8,1 0,0 1,1 0,-1-1,2 1,-1 0,1-1,1 1,0 0,0-1,0 1,1-1,1 1,-1-1,1 0,1 0,-1 0,1 0,1-1,0 1,0-1,0 0,1-1,1 3,5-3,0 0,0-1,1 0,-1-1,1-1,0 0,0 0,0-2,1 1,-1-2,0 1,0-2,1 0,-1-1,0 0,0-1,0 0,-1-1,1 0,11-6,-13 5,0-1,0 1,0-2,-1 0,0 0,0 0,0-1,-1-1,-1 0,1 0,2-5,-7 9,-1 0,0 0,0 0,-1 0,1 0,-1-1,0 1,-1-1,1 1,-1-1,0 0,-1 1,1-1,-1 0,0 0,0 1,-1-1,0 0,0 0,0 1,-1-1,0 1,0-1,0 1,-1-2,-1 1,1 0,-1 0,0 0,-1 0,1 1,-1-1,0 1,-1 1,1-1,-1 1,0 0,0 0,0 0,0 1,-1 0,1 0,-1 1,0 0,0 0,0 0,0 1,0 0,0 1,0-1,-1 1,-3 1,0 0,0 0,0 1,1 0,-1 1,1 0,-1 0,1 2,0-1,0 1,1 0,0 1,-1 0,2 1,-1 0,0 1,-46 69,39-41</inkml:trace>
  <inkml:trace contextRef="#ctx0" brushRef="#br0" timeOffset="46308.06">4907 3543,'11'31,"16"266,-39 132,11-60,-51-79,23 7,-25 106,42-320,4 1,3 47,-35 312,41-282,1-65,-4 0,-8 42,-6-8,6 1,6 23,4-90,-3-1,-2 1,-11 44,0 5,5 2,5-1,8 100,0-66,-2 175,-15-121,8 214,0-12,9-247,-1-113,0-28,0-1,0 1,-2-1,0 0,0 1,-2-1,0 0,-1 0,0 0,-1 0,0-1,-4 6,2-8,0 1,1-1,0 2,1-1,0 1,2-1,-1 1,2 0,0 1,0-1,1 0,1 0,1 1,0-1,3 14,0-2,-2 1,0-1,-1 1,-2-1,-3 20,-5 187,2-23,0 37,9-155,-11 27,-10 65,11-25,-5-65,8-59,2-33,0-4</inkml:trace>
  <inkml:trace contextRef="#ctx0" brushRef="#br1" timeOffset="61744.462">7554 4038,'-11'109,"-6"467,-47 16,62-159,2-433</inkml:trace>
  <inkml:trace contextRef="#ctx0" brushRef="#br1" timeOffset="63713.902">7581 4038,'112'-26,"132"27,-226 1,1 2,0 0,-1 0,0 2,0 0,0 1,-1 1,0 1,-1 0,1 1,10 10,4 2,0-1,1-1,1-2,1-1,-17-12,-1 0,-1 2,1 0,-1 0,0 2,-1 0,1 1,-2 0,0 1,0 0,-1 1,0 1,-1 0,-1 0,0 1,-1 0,0 1,-1 0,2 7,-3 10,-2 0,-1 1,-2 0,-1 0,-2 0,-3 21,0 28,4-50,1-4,-2 0,-1 0,-1 0,-1 0,-2 0,-3 9,-15 23,-4-1,-1-1,-4-2,-19 25,26-40,9-16,-1-1,-2-1,0-1,-2-1,0 0,-1-2,-1-1,-1-1,-1-1,-17 8,18-12,-1-1,0-1,-1-2,0 0,-3-1,-12 3,13-2,-1-2,0 0,0-2,-1-2,-12 0,24-2,0 1,0 1,0 1,0 0,1 1,0 2,-7 2,23-8,0 1,1 0,-1-1,1 1,-1 0,1 0,-1 0,1 0,0 0,-1 0,1 0,0 0,0 1,0-1,0 0,0 1,0-1,0 1,1-1,-1 1,0-1,0 2,-1 6</inkml:trace>
  <inkml:trace contextRef="#ctx0" brushRef="#br1" timeOffset="70423.704">8570 4907,'57'21,"-48"-20,81 11,1-3,48-5,-91-2,425 3,-171-6,-1 14,184 34,-313-15,-171-31,0-1,0 0,0 1,0-1,0 0,0 0,0 0,0 0,0 0,0 0,0 0,0 0,0-1,0 1,0 0,0 0,0-1,0 1,0-1,0 1,0-1,0 1,-1-1,1 0,0 1,0-1,-1 0,1 0,0 1,0-2,1-9</inkml:trace>
  <inkml:trace contextRef="#ctx0" brushRef="#br1" timeOffset="73484.853">6284 4279,'15'5,"19"10,1-2,0-2,1-1,0-2,9 0,91 2,1-7,89-11,-50 1,12 7,-172 3</inkml:trace>
  <inkml:trace contextRef="#ctx0" brushRef="#br1" timeOffset="74155.053">6257 4840,'233'29,"2"-11,0-10,103-15,-183-5,-148 14,-14 1</inkml:trace>
  <inkml:trace contextRef="#ctx0" brushRef="#br1" timeOffset="74668.478">6177 5268,'1089'0,"-1041"0</inkml:trace>
  <inkml:trace contextRef="#ctx0" brushRef="#br1" timeOffset="88322.264">9185 4038,'4'1,"1"0,-1 1,0-1,0 1,0-1,-1 1,1 1,0-1,-1 0,1 1,-1 0,0 0,0 0,0 0,0 0,-1 1,1-1,-1 1,0-1,0 1,0 0,-1 0,1 0,-1 0,19 104,-20 64,24-272,-20 80,1 1,1-1,0 1,2 1,0-1,1 2,0-1,2 1,3-4,-14 20,1 0,-1 0,0 0,1 0,-1 0,1 1,0-1,-1 0,1 0,0 0,0 0,-1 1,1-1,0 0,0 1,0-1,0 0,0 1,0-1,0 1,0 0,0-1,0 1,0 0,0 0,0-1,0 1,0 0,0 0,0 0,0 0,1 1,-1-1,0 0,0 0,0 1,0-1,0 0,0 1,0-1,0 1,0-1,0 1,-1 0,1-1,0 1,0 0,0 0,-1-1,1 1,0 0,-1 0,4 11,-1 0,-1 1,0-1,0 1,-1-1,-1 1,0-1,-1 8,0 4,2 79,-1-102,0-1,0 1,0-1,0 1,0-1,0 1,0-1,0 1,0-1,0 1,0 0,0-1,0 1,1-1,-1 1,0-1,0 0,1 1,-1-1,0 1,0-1,1 1,-1-1,1 0,-1 1,0-1,1 0,-1 1,1-1,-1 0,1 0,-1 1,1-1,-1 0,1 0,-1 0,1 0,-1 0,1 1,-1-1,1 0,-1 0,1 0,-1-1,1 1,-1 0,1 0,-1 0,1 0,-1 0,1-1,-1 1,1 0,-1 0,1-1,-1 1,1 0,-1-1,0 1,1 0,-1-1,0 1,1 0,-1-1,0 1,1-1,19-31,46-176,-53 157,-3 22,-10 30,0-1,0 0,0 1,0-1,0 0,0 1,0-1,0 0,0 1,0-1,1 0,-1 1,0-1,0 0,0 1,1-1,-1 0,0 0,0 1,1-1,-1 0,0 0,0 1,1-1,-1 0,0 0,1 0,-1 0,0 0,1 0,-1 1,0-1,1 0,-1 0,0 0,1 0,-1 0,0 0,1 0,-1 0,1 0,-1-1,0 1,1 0,-1 0,0 0,0 0,1 0,-1-1,0 1,1 0,-1 0,0 0,0-1,1 1,-1 0,0 0,0-1,1 1,-1 0,0-1,0 1,0 0,0-1,0 1,1-1,3 18,-1-1,0 1,-2 0,1-1,-2 1,0 0,-2 1,2 17,2 149,-2-180,1 0,-1 0,1 0,-1 0,1 0,0-1,1 1,-1 0,1-1,0 1,-1-1,1 1,1-1,-1 0,0 0,1 0,0 0,0-1,0 1,0-1,0 1,0-1,0 0,1 0,-1-1,1 1,0-1,-1 1,1-1,0 0,0-1,0 1,0-1,38-2,0-7</inkml:trace>
  <inkml:trace contextRef="#ctx0" brushRef="#br1" timeOffset="89470.15">9947 4292,'61'-16,"-45"11,-1 1,1 0,-1 1,1 1,0 1,10 0,-24 1,1 0,-1 0,1 0,0 1,-1-1,0 1,1 0,-1 0,1 0,-1 0,0 0,0 0,0 1,1-1,-1 1,0-1,-1 1,1 0,0 0,0 0,-1 0,0 0,1 0,-1 0,0 0,0 1,0-1,0 0,0 1,0-1,-1 1,1-1,-1 1,0-1,0 1,0-1,0 1,0-1,-1 1,1-1,-1 1,1-1,-1 1,0-1,-1 3,-5 12,-1-1,-1 0,-1 0,0-1,-1 0,-1-1,0 0,0-1,-15 11,-28 35,54-59,1 0,-1 0,0 0,1 1,-1-1,1 0,-1 1,1-1,-1 0,0 1,1-1,0 1,-1-1,1 1,-1-1,1 1,0-1,-1 1,1 0,0-1,-1 1,1-1,0 1,0 0,0-1,0 1,-1 0,1-1,0 1,0 0,0-1,1 1,-1 0,0-1,0 1,0 0,0-1,0 1,1-1,-1 1,0 0,1-1,-1 1,0-1,1 1,-1-1,1 1,-1-1,1 1,-1-1,1 0,-1 1,1-1,-1 0,1 1,-1-1,1 0,0 1,-1-1,1 0,0 0,-1 0,1 0,0 0,-1 0,1 0,0 0,-1 0,1 0,0 0,152-14,80-9,-170 19</inkml:trace>
  <inkml:trace contextRef="#ctx0" brushRef="#br1" timeOffset="67272.781">7540 8891,'-10'22,"4"231,-19 66,10-174,7 0,7 68,52 135,-50-300,-4-34</inkml:trace>
  <inkml:trace contextRef="#ctx0" brushRef="#br1" timeOffset="68901.638">7527 8917,'57'-8,"-1"3,1 3,56 4,-49 5,0 3,-1 2,-1 4,0 2,-2 3,0 2,3 5,59 20,-83-34,3 1,0 1,-1 3,30 18,-60-30,0 0,-1 0,0 1,-1 0,0 1,0 0,-1 0,0 1,0 0,-1 0,-1 1,0 0,0 0,-1 0,3 11,-1 8,-1 1,-2-1,-1 1,-2 0,-1 9,6 82,2-63,1 2,-3 0,-2 56,-4-98,-2 0,0 0,-1 0,-1 0,-1 0,0-1,-2 0,0 0,-1 0,0-1,-5 5,-120 155,121-159,-1 0,-1-1,-1-1,0-1,-1 0,-1 0,0-2,-1 0,0-2,-1 1,0-2,-1-1,0 0,-1-2,-17 5,-7-2,0-2,0-2,0-2,-1-2,-13-2,-450-1,434 13,72-18,5 1</inkml:trace>
  <inkml:trace contextRef="#ctx0" brushRef="#br1" timeOffset="69098.768">7501 10361,'-7'18,"0"16,4 12,2 9,1-6</inkml:trace>
  <inkml:trace contextRef="#ctx0" brushRef="#br1" timeOffset="72253.209">8918 9880,'-1'0,"0"0,1 0,-1 1,0-1,1 0,-1 0,1 0,-1 1,0-1,1 0,-1 1,1-1,-1 1,1-1,-1 1,1-1,-1 0,1 1,0 0,-1-1,1 1,0-1,-1 1,1-1,0 1,0 0,0-1,-1 1,1 0,0-1,0 1,0-1,0 1,0 0,0-1,0 1,0 0,1-1,-1 1,0 0,0-1,0 1,1-1,-1 1,0 0,1-1,-1 1,0-1,1 1,-1-1,1 1,-1-1,1 0,-1 1,1-1,-1 1,37 17,181 14,-151-26,205 23,201 19,8-20,-422-27,-18-1</inkml:trace>
  <inkml:trace contextRef="#ctx0" brushRef="#br1" timeOffset="77462.051">6377 9279,'5'-4,"-1"0,1 1,0 0,0 0,0 0,1 1,-1-1,1 1,-1 0,1 1,0 0,-1-1,1 2,0-1,0 1,0 0,0 0,0 1,0-1,-1 1,1 1,0-1,0 1,-1 0,2 1,26 3,198 15,1-11,76-11,-261 1,14-3,-54 0,-8 0</inkml:trace>
  <inkml:trace contextRef="#ctx0" brushRef="#br1" timeOffset="77834.411">6338 9893,'18'0,"15"0,16-2,13-1,9-2,9 0,7 0,2 2,-3 1,-4 1,-8 0,-9 3,-13 3,-16 2</inkml:trace>
  <inkml:trace contextRef="#ctx0" brushRef="#br1" timeOffset="78239.795">6310 10241,'21'2,"17"1,17 0,15-1,13 0,13-1,13-1,11 1,8-1,0-1,-6 1,-14 0,-26 0</inkml:trace>
  <inkml:trace contextRef="#ctx0" brushRef="#br1" timeOffset="93167.341">9185 9131,'2'-1,"1"0,-1 1,0-1,0 0,0 1,1 0,-1-1,0 1,0 0,1 0,-1 0,0 0,1 1,-1-1,0 1,0-1,0 1,1 0,-1 0,0 0,0 0,0 0,0 0,-1 0,1 1,1 1,5 5,0 2,-1-1,0 1,-1 0,0 0,0 1,-1 0,-1 0,0 0,0 0,-1 1,-1 0,0-1,0 1,-1 0,-1 0,0 1,3 68,16-102,57-181,-50 122,-12 50,-4 43,-5 12,-1 1,-1-1,-1 1,-1 0,-3 20,2 36,0-81,0 0,-1 0,1 0,0 0,0 0,0 0,0 0,0 0,0 0,0 0,0 0,0 0,1-1,-1 1,0 0,1 0,-1 0,0 0,1 0,-1 0,1 0,-1-1,1 1,0 0,-1 0,1-1,0 1,0 0,-1-1,1 1,0-1,0 1,0-1,0 0,0 1,0-1,-1 0,1 1,0-1,0 0,0 0,0 0,0 0,0 0,0 0,0 0,0 0,0 0,0 0,0-1,0 1,0 0,0-1,0 1,-1-1,1 1,0-1,0 1,0-1,-1 0,1 1,0-1,-1 0,1 1,0-1,-1 0,16-18,-1-1,-2 0,0-1,-1-1,-1 0,-1 0,-1-1,0 0,-2-1,-1 0,-1 0,-2 0,1-12,-3 134,-2-50,-1-25,2 0,0 0,1 0,1 0,2 0,2 7,-5-24,1-1,0 0,0 0,1-1,-1 1,1 0,0-1,0 1,0-1,1 0,0 0,0 0,0-1,0 0,0 1,1-1,-1-1,1 1,0-1,0 1,4 0,16 4</inkml:trace>
  <inkml:trace contextRef="#ctx0" brushRef="#br1" timeOffset="93543.35">9866 9265,'16'-3,"-8"1,1 0,-1 0,0 1,1 0,-1 1,1 0,-1 0,1 1,-1 0,0 0,1 1,-1 0,7 3,-11 0,0 0,0 1,0-1,-1 1,0 0,0-1,0 2,-1-1,0 0,0 0,0 1,-1-1,0 1,0-1,-1 1,0-1,0 1,-1 0,1-1,-1 1,-1-1,1 0,-2 3,-20 107,15-84,2-1,0 1,2 0,2 0,0 1,4 18,11-4,-4-33</inkml:trace>
  <inkml:trace contextRef="#ctx0" brushRef="#br1" timeOffset="93829.097">9813 9519,'20'0,"26"-4,22-7,23-5,16-5,11-4,-15 3</inkml:trace>
  <inkml:trace contextRef="#ctx0" brushRef="#br1" timeOffset="64724.719">7473 6418,'51'322,"-49"-190,-15 128,4-130,5 1,6 7,3-94,2 1,2-2,2 1,9 22,-19-65,4 12,0 1,-1 0,-1 0,0 0,0 0,-2 1,1-1,-2 0,0 1,-1-1,0 1,-3 5,4-18,-1 0,1-1,-1 1,0 0,1-1,-1 1,0-1,0 1,0-1,-1 1,1-1,0 0,0 1,-1-1,1 0,-1 0,1 0,-1 0,1 0,-1 0,0-1,1 1,-2 0,-6-1</inkml:trace>
  <inkml:trace contextRef="#ctx0" brushRef="#br1" timeOffset="66244.795">7527 6337,'174'37,"-14"-8,-72-15,0 4,-2 4,13 8,-70-18,-1 2,0 1,-1 1,0 2,-2 0,0 2,-1 1,-1 0,-1 2,9 13,-15-16,0 0,-2 2,0 0,-1 1,-2 0,0 0,-2 1,0 1,-2 0,0 0,-2 0,-1 1,-1-1,-1 1,-1 2,0 33,-2 1,-3 0,-3-1,-8 32,8-62,-1-1,-2 0,-1 0,-1-1,-1-1,-2 0,0 0,-2-2,-16 20,-39 34,-3-3,-10 3,68-64,3-4,-1 0,0-1,0 0,-1-2,-1 0,1 0,-1-2,-1 0,0-1,-14 3,-9 2,-1-3,0-2,0-1,0-2,-25-2,-148-2,190 11,22-7</inkml:trace>
  <inkml:trace contextRef="#ctx0" brushRef="#br1" timeOffset="66522.678">7488 7781,'-3'21,"0"15,0 11,1-2</inkml:trace>
  <inkml:trace contextRef="#ctx0" brushRef="#br1" timeOffset="71353.288">8677 7247,'81'13,"88"3,0-7,9-8,-68 0,-51 0,344 4,366 54,-550-20,-205-36</inkml:trace>
  <inkml:trace contextRef="#ctx0" brushRef="#br1" timeOffset="75507.404">6404 6792,'36'-6,"-1"1,1 2,-1 2,27 2,-13-1,779 1,-752 6,-61-1</inkml:trace>
  <inkml:trace contextRef="#ctx0" brushRef="#br1" timeOffset="75912.567">6391 7219,'21'0,"15"0,13 0,12 0,12 0,9 0,6 0,5 0,0 3,-3 0,-7 2,-9 3,-9 2,-17-1</inkml:trace>
  <inkml:trace contextRef="#ctx0" brushRef="#br1" timeOffset="76452.925">6351 7888,'4'0,"7"0,10 0,10 0,17 0,17 0,19 0,20 0,17-2,13-6,7-3,-3-2,-25 1</inkml:trace>
  <inkml:trace contextRef="#ctx0" brushRef="#br1" timeOffset="90798.363">8904 6431,'22'57,"-2"2,-3 0,3 30,-9-41,-11-48,-1 1,1 0,0-1,0 1,-1 0,1 0,0 0,0-1,0 1,0 0,0 0,0-1,0 1,0 0,1 0,-1 0,0-1,0 1,1 0,-1-1,0 1,1 0,-1 0,1-1,-1 1,1-1,-1 1,1 0,-1-1,1 1,0-1,-1 0,1 1,0-1,-1 1,1-1,0 0,-1 0,1 1,0-1,0 0,-1 0,1 0,0 0,0 0,0 0,-1 0,1 0,0 0,0 0,0 0,-1 0,1-1,0 1,-1 0,1-1,0 1,0 0,-1-1,33-99,-26 66,29-88,-36 122,0-1,0 1,0-1,0 1,0 0,0-1,0 1,0-1,0 1,0 0,0-1,0 1,0-1,0 1,1 0,-1-1,0 1,0-1,0 1,1 0,-1-1,0 1,0 0,1 0,-1-1,0 1,1 0,-1 0,0-1,1 1,-1 0,0 0,1 0,-1-1,1 1,-1 0,0 0,1 0,-1 0,1 0,-1 0,0 0,1 0,-1 0,1 0,-1 0,1 0,-1 0,0 0,1 0,-1 1,0-1,1 0,-1 0,1 0,-1 1,0-1,1 0,5 27,-4-2,0 13,1-1,3 0,1 0,3 5,-11-41,1 1,0-1,1 0,-1 1,0-1,0 1,1-1,-1 0,1 1,-1-1,1 0,-1 1,1-1,0 0,0 0,-1 1,1-1,0 0,0 0,0 0,0 0,1 0,-1-1,0 1,0 0,0 0,1-1,-1 1,0-1,1 1,-1-1,0 0,1 1,-1-1,1 0,-1 0,1 0,-1 0,0 0,1 0,-1 0,1-1,-1 1,0-1,1 1,-1-1,2 0,3-8,-1 0,1-1,-2 0,1 0,-1 0,-1 0,0-1,0 0,-1 1,0-1,-1-5,1 6,20-120,-9 110,-2 37,1 241,-11-255,-1 0,1 0,0-1,0 1,0 0,0 0,0 0,1-1,-1 1,1-1,0 1,0-1,-1 0,2 0,-1 0,0 0,0 0,1 0,-1 0,1-1,-1 1,1-1,0 0,-1 0,1 0,0 0,0 0,0 0,0-1,0 0,0 1,1-1,22-1</inkml:trace>
  <inkml:trace contextRef="#ctx0" brushRef="#br1" timeOffset="91752.696">9559 6672,'162'2,"-160"-2,0 0,0 0,0 0,0 1,0-1,0 0,0 1,0-1,0 1,0 0,0 0,0-1,0 1,-1 0,1 1,0-1,-1 0,1 0,-1 1,1-1,-1 1,0-1,1 1,-1 0,0-1,0 1,0 0,-1 0,1 0,0 0,-1 0,1 0,-1 0,1 0,-1 0,0 0,0 0,0 0,0 1,-4 3,1 0,-1 0,-1 0,1 0,-1 0,0-1,0 0,-1 0,1-1,-1 1,0-1,-5 2,-34 31,44-37,1 0,-1 1,1-1,-1 0,1 1,-1-1,1 0,0 1,-1-1,1 0,0 1,-1-1,1 1,0-1,-1 1,1-1,0 1,0-1,0 1,-1-1,1 1,0-1,0 1,0-1,0 1,0-1,0 1,0 0,0-1,0 1,0-1,0 1,1-1,-1 1,0-1,0 1,0-1,1 1,-1-1,0 1,1-1,-1 0,0 1,1-1,-1 1,0-1,1 0,-1 1,1-1,-1 0,1 0,-1 1,1-1,-1 0,1 0,-1 0,1 1,35 3,-29-4,9 1,-7-1,0-1,-1 2,1-1,0 1,0 0,0 1,-1 0,1 1,0-1,-1 2,0-1,0 1,0 0,0 1,-1 0,0 0,3 3,-9-7,0 1,0-1,0 0,-1 1,1-1,-1 0,1 1,-1-1,1 1,-1-1,0 1,0-1,0 1,0-1,0 1,0-1,0 1,0-1,0 1,-1-1,1 1,-1-1,1 1,-1-1,0 0,1 1,-1-1,0 0,0 0,0 1,0-1,0 0,0 0,0 0,0 0,-1 0,1-1,0 1,-1 0,0 0,-57 28,41-23,-1 0,0-1,0-1,0-1,0-1,-18 0,28-3,7-3</inkml:trace>
  <inkml:trace contextRef="#ctx0" brushRef="#br2" timeOffset="118329.289">6364 4279,'-76'-18,"-35"-13,-50 21,142 7,1 1,-1 1,1 0,-1 2,0 0,1 1,-13 3,-59 0,-34 7,-52 20,27-14,19-7,-38-5,104-7,-111 6,12 4,64-9,-113 26,-93-26,146-25,-12 4,51 0,-92 14,40-7,-86-5,-105 19,219-13,-347 13,373 13,-17 1,-14-4,-89-6,239-4,1 0,-1 0,0 0,0 0,0 0,1 0,-1 0,0 0,0 1,0-1,0 0,0 1,0-1,0 1,0 0,0-1,0 1,0 0,0-1,0 1,0 0,0 0,-1 0,1 0,0 0,0 0,-1 0,1 0,-1 0,1 0,-1 0,0 0,1 0,-1 0,0 1,0-1,0 0,0 0,0 0,0 0,0 1,0-1,0 0,0 0,-1 0,1 0,-1 0,1 1,0-1,-1 0,0 0,1 0,-1 0,0 0,1 0,-1-1,0 1,0 0,0 0,0-1,0 1,0 0,0-1,0 1,0-1,0 1,0-1,7-1,-1 0,1-1,-1 0,1 0,-1-1,1 0,-1 0,0 0,-1 0,1-1,0 1,-1-1,0-1,0 1,0 0,0-1,-1 0,0 0,0 0,0 0,-1 0,1-1,-1 1,0-1,0-4,-1 6,0 1,-1-1,1 0,-1 0,0 1,0-1,0 0,0 0,-1 1,1-1,-1 0,0 0,0 1,-1-1,1 1,-1-1,0 1,0 0,0 0,0 0,0 0,-1 0,1 0,-1 0,0 1,0-1,0 1,0 0,0 0,0 0,-1 0,1 1,-1-1,1 1,-1 0,1 0,-1 0,0 1,0-1,1 1,-1 0,-2 0,-3 0,1 1,-1 0,1 1,-1 0,1 0,-1 1,1 0,0 1,0-1,1 1,-1 1,1 0,0 0,0 0,0 1,1 0,0 0,0 1,0-1,1 1,0 1,1-1,-1 1,1-1,1 1,0 0,0 1,0-1,1 1,0-1,0 7,2-11,0 0,0 0,0 1,1-1,-1 0,1 0,0 0,1 0,-1 0,1 0,-1 0,1 0,0-1,0 1,1-1,-1 1,1-1,0 0,0 0,0 0,0 0,0-1,1 1,-1-1,1 0,-1 0,1 0,0 0,10 4,0 0,0-1,0-1,0 0,1-1,0 0,5-1,-14-1,0 0,0 0,0-1,0 0,0 0,0-1,0 1,0-1,0-1,0 1,0-1,-1 0,1 0,0-1,-1 0,0 0,0 0,0 0,0-1,0 0,-1 0,1 0,-1 0,0-1,0 0,-1 0,0 0,0 0,3-6,-2-3,1-1,-2 0,0-1,-1 1,-1 0,0-1,-1 1,0-1,-1 1,-1-1,-1 1,0 0,-1 0,-4-9,7 18,-1 0,0 0,0 0,-1 1,1-1,-1 1,-1 0,1 0,-1 0,1 0,-1 0,-1 1,1-1,-1 1,0 0,0 1,0-1,0 1,0 0,-1 1,0-1,1 1,-1 0,0 0,0 1,0-1,0 1,0 1,0-1,-1 1,1 0,0 1,0-1,0 1,0 1,0-1,0 1,0 0,-3 3,1 0,-1 0,1 1,1 1,-1-1,1 1,0 0,1 1,-1 0,2 0,-1 0,1 1,0-1,1 1,0 0,0 1,1-1,0 1,1-1,0 1,1 0,0 0,0 0,1 0,0 0,2 5,-2-5,0 0,1 0,1 0,0 0,0-1,1 1,0-1,1 1,0-1,0 0,1 0,0-1,0 0,1 0,0 0,1 0,0-1,0 0,0-1,1 1,0-1,0-1,1 0,0 0,-1 0,7 1,-10-4,0-1,0 0,0 0,0 0,0 0,0-1,0 0,1 0,-1 0,0-1,0 1,0-1,0 0,0-1,0 1,0-1,-1 0,1-1,0 1,-1-1,0 1,0-1,0-1,0 1,0-1,0 1,-1-1,0 0,1 0,-2 0,2-3,5-9,-1 0,0 0,-2-1,0 0,0-1,-2 1,0-1,-1 0,-1 0,-1 0,0-1,-2 1,0 0,-1-5,2 18,-1 0,1 0,-1 1,0-1,-1 0,1 1,-1-1,0 1,0-1,0 1,-1 0,1 0,-1 0,0 0,0 0,0 1,-1-1,1 1,-1 0,0 0,0 0,0 0,0 1,-1 0,1 0,-1 0,1 0,-1 1,1 0,-1 0,0 0,0 0,0 1,0-1,1 1,-1 1,0-1,-1 1,-2 2,-1 1,1 0,0 0,0 0,1 1,-1 1,1-1,0 1,0 0,1 1,0 0,0 0,1 0,0 0,0 1,0 0,1 0,0 0,1 1,0-1,0 1,1 0,0 0,1 0,0 0,0 0,0 0,2 0,-1 0,1 0,0 0,1 0,0 0,0-1,1 1,0 0,4 7,0-8,0-1,0 1,0-1,1 0,0-1,0 0,0 0,1-1,0 0,0 0,0-1,1-1,0 1,-1-1,1-1,0 0,0 0,1-1,-1 0,0-1,0 0,0-1,0 0,1-1,-1 0,0 0,-1-1,1 0,0-1,4-2,-9 2,0 1,0-1,0 0,0 0,-1 0,1 0,-1-1,-1 0,1 0,0 0,-1 0,0-1,-1 1,1-1,-1 0,0 1,0-1,-1 0,0 0,0-1,0 1,-1 0,1 0,-2 0,1 0,-1 0,0-1,0 1,0 0,-1 0,0 1,-3-6,3 4,0 1,-1 0,0 0,-1 0,1 0,-1 0,0 1,-1 0,1 0,-1 0,0 0,0 1,0 0,-1 0,0 0,0 0,0 1,0 0,0 1,0-1,-1 1,1 0,-1 1,0 0,1 0,-1 0,0 1,0-1,-6 2,6 1,-1 0,0 0,1 1,0-1,-1 2,1-1,0 1,1 0,-1 1,1-1,0 1,0 1,0-1,0 1,1 0,0 0,1 1,-3 4,-2 3,1 1,0 0,1 1,1 0,0 0,1 0,1 1,0 3,3-16,0 0,-1 0,2 0,-1 1,0-1,1 0,0 1,0-1,0 0,0 1,1-1,0 0,0 1,0-1,0 0,1 0,0 0,-1 0,1 0,1 0,-1 0,1-1,-1 1,1-1,0 0,0 0,0 0,1 0,-1 0,1-1,0 0,-1 0,1 0,0 0,2 0,5-1,1-1,-1 0,1-1,-1-1,0 0,1 0,-1-1,0-1,-1 0,1 0,-1-1,1 0,-1-1,-1 0,1 0,-1-1,0-1,-1 0,0 0,0 0,-1-1,0 0,0 0,3-7,-6 11,0-1,-1 0,1 1,-1-1,-1 0,1-1,-1 1,0-1,0 1,-1-1,0 1,0-1,0 0,-1 1,0-1,0 0,-1 0,0 1,0-1,-1 1,1-1,-2 1,1-1,-1 1,1 0,-2 0,1 0,-1 1,0-1,0 1,0 0,-1 0,1 0,-1 1,-1-1,1 1,-1 0,1 1,-1-1,-1 1,-3 0,-1 1,1 0,-1 1,1 0,-1 1,0 0,1 0,-1 1,1 1,-1 0,1 0,-1 1,1 0,0 1,0 0,1 0,-1 1,1 1,0-1,1 2,-1-1,1 1,0 0,1 1,0 0,0 0,0 0,1 1,1 0,-1 0,1 1,1 0,-2 4,5-11,0 1,0 0,0-1,0 1,0 0,1 0,-1 0,1 0,0 0,0 0,1 0,-1-1,1 1,0 0,0 0,0-1,1 1,-1 0,1-1,0 1,0-1,0 0,0 1,1-1,-1 0,1-1,0 1,-1 0,1-1,1 1,-1-1,0 0,1 0,-1-1,1 1,-1 0,3-1,4 3,1 0,-1-1,1 0,0-1,0-1,0 0,0 0,0-1,0 0,0-1,0 0,0-1,0 0,0-1,-1 0,1 0,-1-2,5-1,-10 1,-1 1,1-1,-1 0,0 0,0 0,0 0,-1-1,0 0,0 0,0 0,-1 0,0 0,0 0,0 0,-1-1,0 1,0-1,-1 1,0-1,0 1,0-1,-1 1,0-1,0 1,-1 0,0-1,0 1,0 0,-1 0,0 0,0 1,0-1,-1 1,0-1,0 1,0 0,0 1,-1-1,0 1,0 0,0 0,-1 0,1 1,-1 0,0 0,0 0,0 1,-1 0,0 0,-1 2,0-1,1 1,-1 0,0 0,0 1,1 0,-1 1,1 0,-1 0,1 0,0 1,-1 0,1 0,1 1,-1 0,0 0,1 1,0 0,0 0,1 0,-1 1,1-1,0 1,1 1,-1-1,1 1,0-1,1 1,0 0,0 1,0-1,1 0,0 1,-1 6,3-10,0 0,1 0,-1 1,1-1,-1 0,1 0,0 0,1 0,-1 0,1-1,-1 1,1 0,0-1,1 1,-1-1,1 0,-1 1,1-1,0-1,0 1,0 0,1-1,-1 1,0-1,1 0,0 0,-1 0,1-1,0 0,0 1,0-1,0 0,0-1,0 1,0-1,1 0,-1 0,0 0,0 0,0-1,0 0,0 0,3-1,6 1,-1-1,1-1,-1 0,0-1,0 0,0-1,-1 0,1-1,-1 0,7-6,-13 8,0 0,0 0,0 0,0 0,-1-1,0 0,0 0,0 0,-1 0,1-1,-1 0,0 1,-1-1,0 0,0 0,0 0,0-1,-1 1,0 0,-1-1,1-5,-2 7,0 0,0 0,0 1,-1-1,0 0,1 1,-2-1,1 1,-1 0,1 0,-1 0,0 0,0 0,-1 1,1-1,-1 1,0 0,0 0,0 0,0 1,0-1,-1 1,1 0,-1 0,1 1,-1-1,0 1,0 0,1 1,-1-1,0 1,0-1,0 2,0-1,0 0,0 1,1 0,-1 0,0 1,1-1,-1 1,0 0,1 0,0 0,0 1,-4 2,-34 35,41-39,0 0,0 0,0 0,1 0,-1 0,0 0,1 0,-1 0,1 1,-1-1,1 0,0 0,0 1,-1-1,1 0,0 1,0-1,0 0,0 1,1-1,-1 0,0 1,0-1,1 0,-1 0,1 0,-1 1,1-1,0 0,-1 0,1 0,0 0,0 0,-1 0,1 0,0 0,0 0,0 0,0-1,1 1,-1 0,0-1,53 15,-46-12</inkml:trace>
  <inkml:trace contextRef="#ctx0" brushRef="#br2" timeOffset="125254.889">6458 4854,'-148'26,"131"-22,-1-1,0 0,1-1,-1-1,0 0,-15-2,-79 7,72-1,-1-1,1-2,-1-1,-8-3,-25 0,-165 3,82 12,-70 0,-587-14,623-12,-41 5,73 2,126 8,0-3,-1 0,1-2,0-2,-1-1,-3 0,-1 1,0 2,0 1,0 2,-7 2,-30 0,-68-16,-274 15,312 12,23 0,80-13,0 0,0 0,0 0,0 0,0 1,0-1,0 1,0-1,0 1,0 0,0-1,0 1,1 0,-1 0,0 0,0 1,1-1,-1 0,1 1,-1-1,1 1,0-1,-1 1,1 0,0-1,0 1,0 0,0 0,1 0,-1 0,0 0,1 0,-1 0,1 0,0 0,0 0,0 0,0 1,2-1,0 0,0 0,0 0,0-1,0 1,0-1,1 0,-1 1,1-1,-1 0,1-1,0 1,-1 0,1-1,0 1,-1-1,1 0,0 0,-1 0,1 0,0 0,0-1,-1 1,1-1,1 0,-1 0,1 0,-1 0,1 0,-1 0,0 0,1-1,-1 0,0 0,0 0,0 0,-1 0,1 0,0-1,-1 1,1-1,-1 0,0 0,0 0,0 0,0 0,-1 0,1 0,-1-1,0 1,0-1,0 1,0-1,-1 1,1-1,-1 1,0-1,0 0,0 1,-1-1,1 1,-1-1,0 1,0-1,0 1,0 0,-1-2,-2-3,-1 0,1 1,-1-1,0 1,-1 0,0 0,0 1,0 0,-1 0,0 0,0 1,-3-2,6 5,1 0,-1 0,0 0,1 0,-1 1,0 0,0-1,0 2,0-1,-1 0,1 1,0 0,0-1,0 2,0-1,-1 0,1 1,0 0,0 0,0 0,0 1,0-1,1 1,-1 0,0 0,1 0,-1 0,-8 9,0 1,1-1,1 2,0-1,0 2,1-1,1 1,0 0,1 1,1 0,0 0,1 1,-1 7,5-20,-1-1,1 1,0 0,0 0,0-1,1 1,-1 0,1 0,-1 0,1 0,0 0,0 0,0 0,1 0,-1 0,1-1,0 1,-1 0,1 0,1 0,-1-1,0 1,0-1,1 1,0-1,-1 1,1-1,0 0,0 0,0 0,1 0,-1 0,0 0,1-1,-1 1,1-1,-1 1,1-1,0 0,10 2,-1-1,1-1,-1 0,1 0,-1-1,1-1,-1 0,1 0,-1-2,0 1,1-2,-1 1,-1-2,1 0,-1 0,1-1,-1 0,6-5,-12 6,0 0,0-1,0 1,-1-1,1 0,-1 0,-1 0,1-1,-1 1,0-1,0 0,-1 0,0 0,-1 0,1 0,-1 0,0 0,-1-1,0 1,0 0,-1-7,-1-1,0 1,-1 0,0 0,-1 1,-1-1,0 1,-1-1,0 2,-1-1,-7-8,12 17,0 1,0 0,-1 0,1 0,-1 0,0 0,0 1,0-1,0 1,0 0,-1-1,1 2,-1-1,0 0,1 1,-1 0,0-1,0 2,1-1,-1 0,0 1,0 0,0-1,0 2,0-1,0 0,0 1,0 0,0 0,0 0,1 0,-1 0,0 1,1 0,-1 0,1 0,0 0,0 0,-1 1,2-1,-3 3,-4 4,0 1,0 0,1 0,0 1,1 0,1 1,0-1,0 1,1 1,0-1,1 1,1-1,0 1,0 0,2 0,-1 1,2-1,0 0,0 0,1 0,2 6,-1-13,0 1,0 0,1-1,0 0,0 0,0 0,1 0,0 0,0-1,0 1,1-1,0 0,0 0,0-1,1 0,-1 0,1 0,0-1,0 1,1-1,5 2,-1-1,-1-1,1 0,0 0,1-1,-1 0,0-1,0 0,1-1,-1-1,0 1,1-2,-1 1,2-2,-7 1,-1 0,1 0,-1-1,1 0,-1 0,0 0,0 0,0-1,0 0,-1 0,1 0,-1 0,0-1,-1 0,1 0,-1 0,0 0,0 0,0-1,-1 0,0 1,0-1,0 0,-1 0,0 0,0 0,0 0,-1 0,0 0,0 0,-1 0,0 0,0 0,0 0,0 0,-3-5,2 2,-1 0,0 1,0-1,-1 1,0 0,-1 0,0 0,0 1,0 0,-1 0,0 0,-1 0,1 1,-1 0,0 1,-1 0,1 0,-1 0,0 1,0 0,-1 0,1 1,-1 0,0 1,1 0,-1 0,0 1,0 0,-5 1,9 1,-1 0,1 1,0 0,0 1,0-1,1 1,-1 0,0 0,1 0,0 1,0-1,0 1,0 0,1 0,-1 0,1 1,0 0,0-1,1 1,-1 0,0 2,-1 4,0 0,1 0,-1 0,2 0,0 0,0 0,1 1,1-1,0 10,1-12,0-1,0 0,1 1,0-1,1 0,0 0,0 0,1-1,0 1,0-1,0 0,1 0,0 0,1 0,0-1,0 0,0 0,0-1,1 0,0 0,0 0,0-1,1 0,0-1,0 1,-1-2,2 1,-1-1,0 0,0 0,1-1,-1-1,1 1,-1-1,1-1,7 0,-9 0,-1-1,1 1,-1-1,0 0,0 0,0-1,0 0,0 0,0 0,-1-1,0 0,0 0,0 0,0-1,0 1,-1-1,0 0,0-1,0 1,-1-1,0 1,0-1,0 0,0 0,-1-1,0 1,-1 0,0-1,1-5,0-1,-1 0,0 0,-1-1,0 1,-1 0,0 0,-2 0,1 1,-1-1,-1 0,0 1,-1 0,-1 0,-4-8,8 16,0 0,1 0,-2 1,1-1,0 1,-1-1,1 1,-1 0,0 0,0 0,0 0,-1 1,1-1,-1 1,1 0,-1 0,0 0,1 0,-1 1,0 0,0 0,0 0,-1 0,1 0,0 1,0 0,0 0,0 0,-1 0,1 1,0-1,0 1,0 0,0 0,0 1,0-1,0 1,1 0,-4 2,-4 7,0 1,1-1,1 2,0-1,1 1,0 1,1-1,0 1,1 1,1-1,0 1,1 0,1 0,0 0,0 11,0 78,3-100,1 0,0 0,0 0,0 0,0 0,1 0,-1 0,1-1,0 1,0 0,1-1,-1 0,1 1,0-1,0 0,0 0,0-1,0 1,0-1,1 1,-1-1,1 0,3 1,4-1,0 0,0-1,0 0,0 0,0-1,1-1,-1 0,0-1,0 0,-1 0,1-1,0-1,-1 0,0 0,0-1,0 0,0-1,-1 0,0 0,0-1,3-4,-5 6,0 0,-1-1,0 1,0-1,0 0,-1-1,0 0,0 1,0-1,-1-1,0 1,-1-1,0 0,0 1,0-1,-1-1,0 1,-1 0,0 0,0-1,-1 1,0 0,0-1,-1 1,0 0,0-1,-1 1,0 0,-1 0,0 0,0 1,-1-1,0 1,-3-6,2 7,1 1,-1 0,-1 0,1 0,-1 0,1 1,-1 0,-1 0,1 1,0-1,-1 2,0-1,0 1,1 0,-1 0,-1 0,1 1,0 0,0 1,0 0,0 0,-1 0,1 1,0 0,0 1,-4 1,-2 0,1 1,1 1,-1 0,1 0,0 1,0 1,0 0,1 0,0 1,0 0,1 1,0 0,1 0,-7 10,9-10,0 1,1-1,0 1,0 0,1 1,0-1,1 1,0-1,0 4,2-11,1 1,-1 0,1-1,0 1,0 0,0 0,1-1,-1 1,1 0,0-1,0 1,0-1,0 1,1-1,-1 0,1 1,0-1,0 0,0 0,0 0,1 0,-1-1,1 1,0-1,0 1,0-1,0 0,2 1,1 0,0 0,-1-1,1 0,0 0,0-1,0 1,0-1,1-1,-1 1,0-1,0 0,0 0,1-1,-1 0,0 0,0-1,0 1,0-1,0 0,-1-1,1 0,0 0,-1 0,0 0,0-1,0 0,0 0,0-1,3-2,-1 0,0-1,0 0,-1 0,0 0,0-1,-1 0,0 0,-1 0,0-1,0 0,-1 1,0-1,-1 0,0 0,0-9,-2 10,0 0,-1 0,0 1,-1-1,0 0,0 1,-1-1,0 1,-1 0,0 0,0 0,0 0,-1 1,-4-5,6 8,0 1,1 0,-1 0,-1 0,1 0,0 0,-1 1,1-1,-1 1,0 0,0 0,0 0,0 1,0 0,0-1,0 1,0 1,-1-1,1 0,0 1,-1 0,1 0,0 1,0-1,-1 1,1 0,0 0,0 0,0 0,-4 3,-1 1,1 2,0-1,0 1,0 1,1-1,0 1,0 0,1 1,0 0,1 0,0 0,0 0,1 1,0 0,0 0,1 0,1 0,0 1,0-1,1 0,0 6,0-11,0 0,0 1,1-1,-1 1,1-1,1 1,-1-1,1 1,0-1,0 1,0-1,1 0,0 0,0 0,0 0,0 0,1 0,0 0,0-1,0 1,1-1,0 0,0 0,0 0,0-1,0 1,4 1,0-1,1-1,0 0,1 0,-1-1,0-1,1 1,-1-1,1-1,-1 0,1 0,-1-1,1 0,-1 0,0-1,0-1,1 1,-1-2,-1 1,1-1,0 0,-1-1,0 0,4-4,-6 5,1 0,-1-1,-1 0,1 0,-1-1,0 1,0-1,0 0,-1 0,0-1,0 0,-1 1,0-1,0 0,-1-1,1 1,-2 0,1-1,-1 1,0-1,0 1,-1-1,0 0,-1 1,1-1,-1 1,-1-1,0 1,-1-4,1 6,1 0,-1 1,0 0,0-1,-1 1,1 0,-1 0,0 1,0-1,-1 1,1-1,-1 1,1 0,-1 0,0 0,0 1,0-1,-1 1,1 0,-1 0,1 1,-1-1,1 1,-1 0,0 1,0-1,1 1,-1-1,0 1,0 1,1-1,-1 1,0 0,0 0,1 0,-1 1,1-1,-1 1,0 1,-3 2,-1 0,1 0,0 1,1 0,-1 1,1 0,1 0,-1 0,1 1,1 0,-1 0,1 1,1-1,-1 1,1 0,0 3,4-11,-1 1,0 0,1 0,-1-1,1 1,-1 0,1 0,0 0,0 0,0 0,0 0,0-1,1 1,-1 0,0 0,1 0,0 0,-1-1,1 1,0 0,0 0,0-1,0 1,0-1,0 1,0-1,1 1,-1-1,0 0,1 0,-1 0,1 1,-1-1,1-1,0 1,0 0,-1 0,1-1,0 1,0-1,0 1,-1-1,1 0,0 0,0 1,0-2,0 1,0 0,0 0,33-15,-23 3</inkml:trace>
  <inkml:trace contextRef="#ctx0" brushRef="#br2" timeOffset="131333.527">6217 5241,'-8'0,"-80"-1,0 5,-64 11,-75 8,-147-24,187 29,-40-29,223 1,0 0,-1 0,1 0,0 0,-1 1,1 0,0 0,0 0,-1 0,1 1,0-1,1 1,-1 0,0 0,0 1,1-1,-1 1,1 0,0-1,0 2,0-1,0 0,0 0,1 1,0 0,0-1,0 1,0 0,0 0,0 1,1-2,0-1,0 1,0 0,0-1,0 1,1 0,-1 0,1-1,0 1,0 0,0 0,0 0,0 0,0-1,1 1,0 0,-1 0,1-1,0 1,0-1,0 1,1 0,-1-1,1 0,-1 1,1-1,0 0,0 0,0 0,0 0,0 0,0-1,1 1,-1 0,1-1,-1 0,1 0,-1 0,1 0,1 1,1-2,0 0,0 0,0-1,0 1,0-1,0 0,0 0,0 0,0-1,-1 0,1 0,-1 0,1-1,-1 1,0-1,1 0,-2 0,1-1,0 1,-1-1,1 0,-1 0,0 0,0 0,-1 0,1-1,-1 1,0-1,0 1,0-3,-1 2,-1 1,1 0,-1 0,0-1,0 1,-1 0,1-1,-1 1,0 0,0 0,0 0,-1 0,0 0,1 0,-1 0,-1 0,1 1,0-1,-1 1,0-1,0 1,0 0,0 0,0 0,-1 1,1-1,-1 1,0 0,1 0,-1 0,0 0,0 1,0 0,-1 0,1 0,0 0,0 0,-1 1,1 0,0 0,-1 0,1 0,-2 1,-2 1,1 0,0 0,0 1,0 0,0 0,1 1,-1 0,1 0,0 0,0 1,1 0,-1 0,1 0,0 1,0 0,1 0,0 0,0 0,0 1,1-1,0 1,0 0,0 0,1 0,0 2,4-3,-1 0,1-1,1 0,-1 1,1-1,0 0,0 0,0 0,1-1,0 1,0-1,0 0,0 0,1 0,-1-1,1 1,0-1,0 0,0-1,1 1,-1-1,0 0,1 0,0-1,3 1,1 1,0 0,0-1,1-1,-1 0,1 0,-1 0,0-2,9 0,-16 1,0-1,1 0,-1 0,1 0,-1 0,0 0,0-1,0 1,0-1,0 0,0 0,0 0,0 0,-1 0,1-1,-1 1,0-1,1 0,-1 0,-1 1,1-1,0-1,-1 1,1 0,-1 0,0 0,0-3,2-4,0 0,-1-1,-1 0,1 1,-2-1,0 0,0 0,-1 0,0 1,-1-1,0 1,-1-1,0 1,0 0,-1 0,-1 0,1 0,-2 1,1-1,-1 2,-5-7,8 13,1 0,-1 0,1 0,-1 0,0 0,0 1,0 0,0-1,0 1,0 0,0 0,-1 0,1 1,0-1,0 1,-1 0,1 0,0 0,0 0,-1 1,1-1,0 1,0 0,0 0,-1 0,1 0,0 0,0 1,1-1,-1 1,0 0,0 0,1 0,-1 1,-4 3,1 0,-1 0,1 1,1 0,-1 1,1-1,1 1,-1 0,1 0,0 1,-1 6,3-9,0-1,1 1,-1 0,2 0,-1 0,0-1,1 1,0 0,1 0,-1 0,1 0,0 0,1-1,-1 1,1 0,0-1,1 1,-1-1,1 0,0 0,0 0,1 0,-1 0,1-1,0 0,1 0,-1 0,1 0,-1 0,1-1,0 0,0 0,1 0,2 0,0 0,0-1,0 0,1 0,-1-1,0 0,0 0,1-1,-1 0,0-1,1 0,-1 0,0 0,0-1,0-1,5-1,-9 3,-1-1,1 0,0 0,-1 0,1 0,-1 0,0 0,0-1,0 0,0 1,0-1,-1 0,1-1,-1 1,0 0,0-1,0 1,0-1,0 0,-1 1,0-1,0 0,0 0,0 0,-1 0,1 0,-1 0,0 0,0 0,0 0,-1 0,0-3,-2-2,1 1,-2-1,1 1,-1 0,0 0,-1 0,0 1,0 0,-1-1,0 2,0-1,0 1,-1 0,0 0,0 1,-1 0,1 0,-1 1,-1-1,5 3,0 1,1 0,-1 0,0 0,0 0,0 1,0-1,1 1,-1 0,0 0,0 0,0 1,0 0,0-1,1 1,-1 0,0 1,1-1,-1 1,1 0,-1-1,1 1,0 1,0-1,0 0,0 1,0 0,0 0,1 0,-2 2,-4 4,1 1,1 0,0 1,0-1,1 1,1 0,0 0,0 0,-1 8,-1 79,6-94,1-1,-1 1,1 0,0-1,0 1,1-1,-1 1,1-1,0 0,-1 0,1 0,1 0,-1 0,0 0,1 0,0-1,-1 1,1-1,0 1,0-1,0 0,1-1,-1 1,0 0,1-1,3 1,1-1,-1 0,1 0,-1 0,1-1,-1 0,1-1,-1 0,1 0,-1-1,0 1,1-2,-1 1,0-1,0 0,-1 0,1-1,-1 0,1 0,-1-1,0 1,-1-1,1-1,-1 1,0-1,-1 0,1 0,-1 0,0-1,0 1,-1-1,0 0,-1 0,1 0,-1 0,0-1,-1 1,0 0,0-1,-1 1,1-1,-2 0,1 1,-2-7,1 8,0-1,0 1,0 0,-1 0,0 1,0-1,0 0,-1 1,0-1,0 1,0 0,-1 0,0 0,0 0,0 1,-1-1,1 1,-1 0,0 0,0 1,0 0,-1 0,1 0,-1 0,0 1,1 0,-1 0,0 1,0-1,0 1,-1 1,1-1,0 1,0 0,0 0,0 1,0 0,-1 0,1 0,0 1,1 0,-6 2,5 0,-1 1,0-1,1 1,0 1,0-1,1 1,-1 0,1 0,0 1,1-1,0 1,0 0,0 1,2-5,1 0,0 1,-1-1,1 0,1 1,-1-1,0 1,1-1,0 1,0-1,0 1,0-1,0 1,1-1,0 1,0-1,0 1,0-1,0 0,0 0,1 1,0-1,-1 0,1 0,1-1,-1 1,0 0,0-1,1 1,2 1,1 1,1 0,0-1,0 0,1 0,0 0,-1-1,1 0,0 0,0-1,1 0,-1-1,3 1,-7-1,0-1,0 0,0 0,0 0,0 0,0-1,-1 1,1-1,0 0,0 0,0 0,-1-1,1 0,-1 1,1-1,-1 0,0 0,0-1,0 1,0-1,0 0,0 1,-1-1,1-1,-1 1,0 0,1-1,-1-2,1 0,-1 0,0 0,-1 0,1-1,-1 1,0 0,-1-1,1 1,-1-1,-1 1,1 0,-1-1,0 1,-1 0,1-1,-1 1,-1 0,1 0,-1 1,0-1,0 0,0 1,-1 0,0 0,0 0,-1 0,1 0,-1 1,0 0,0 0,0 0,-1 1,1 0,-1 0,0 0,-3 0,4 1,-1 1,0 0,1 0,-1 0,0 1,0 0,1 0,-1 1,0 0,0 0,1 0,-1 0,1 1,-1 0,1 0,0 1,-1-1,1 1,0 0,1 1,-1-1,1 1,-1 0,1 0,0 0,1 1,-1-1,1 1,0 0,0 0,0 0,1 0,-1 1,1-1,1 1,-1-1,1 1,0-1,0 1,1 0,-1 0,2 5,-1-7,1-1,0 1,1 0,-1-1,0 1,1-1,0 0,0 0,0 0,0 1,1-2,-1 1,1 0,-1 0,1-1,0 0,0 1,0-1,1 0,-1-1,0 1,1-1,-1 1,1-1,0 0,-1 0,4 0,4 1,-1 0,1-1,0 0,0 0,0-2,0 1,-1-1,1-1,2 0,-8 1,1 0,-1 0,1-1,-1 1,0-1,0-1,1 1,-2-1,1 1,0-1,0-1,-1 1,0-1,0 1,0-1,0-1,0 1,-1 0,0-1,0 0,0 0,-1 0,1 0,-1 0,0 0,-1 0,1-1,-1 1,0-1,-1 1,1-1,-1 1,0-1,0 0,-1 1,0-2,0 3,0 1,-1 0,0 0,1-1,-1 1,0 0,-1 0,1 1,0-1,-1 0,0 1,1 0,-1-1,0 1,0 0,0 1,-1-1,1 0,0 1,-1 0,1 0,-1 0,1 0,-1 0,1 1,-1-1,0 1,1 0,-1 0,0 1,1-1,-1 1,1 0,-1 0,1 0,-1 0,1 0,0 1,-1 0,1-1,0 1,0 0,-1 2,-3 0,1 1,-1 1,1-1,0 1,0 0,1 1,0-1,0 1,1 0,-1 1,1-1,1 0,0 1,0 0,0 0,1 0,0 0,0 6,2-12,0 0,0 0,0 0,0 0,1 0,-1 0,0 0,1 0,0 0,-1 0,1 0,0 0,0 0,0 0,0 0,1 0,-1-1,0 1,1-1,-1 1,1-1,0 1,-1-1,1 0,0 0,0 0,0 0,0 0,0 0,0-1,0 1,0 0,2-1,1 2,1-1,0-1,0 1,0-1,0 0,-1 0,1-1,0 0,0 0,0 0,5-3,-6 2,0 0,1 0,-1-1,0 0,-1 0,1 0,-1-1,1 0,-1 0,0 0,0 0,-1 0,1-1,-1 0,0 0,0 0,0 0,-1 0,0 0,0-1,0 1,-1-1,0 1,0-1,0 0,-1 1,0-1,0 0,0 0,-1 1,1-1,-1 0,-1 1,1-1,-1 0,1 4,-1-1,1 1,0-1,-1 1,1 0,-1 0,0 0,0 0,0 0,0 0,0 0,0 1,0-1,-1 1,1-1,-1 1,1 0,-1 0,1 0,-1 0,1 1,-1-1,0 1,0-1,1 1,-1 0,0 0,0 0,1 0,-1 1,0-1,1 1,-1 0,0 0,1 0,-3 1,-4 2,0 0,0 1,0 1,0-1,1 1,0 1,0-1,1 1,-3 3,6-6,0 1,-1-1,2 1,-1 0,0 0,1 0,0 1,0-1,1 1,-1-1,1 1,0 0,1 0,0 0,-1 1,4-5,0 1,-1 0,1-1,0 0,0 1,0-1,0 0,1 0,-1 0,1 0,-1 0,1-1,-1 1,1-1,0 1,0-1,0 0,0 0,0-1,0 1,0 0,0-1,0 0,0 0,0 0,0 0,0 0,1-1,-1 1,0-1,1 0,2 0,0 1,-1-1,1 0,0-1,0 1,-1-1,1-1,-1 1,1-1,-1 1,0-2,0 1,0 0,-1-1,1 0,-1 0,0 0,0-1,0 1,-1-1,1 0,-1 0,-1 0,1-1,0 1,-1-1,0 1,-1-1,1 0,-1 0,0 1,-1-1,1-4,-1 8,-1 1,1-1,-1 1,1-1,-1 1,0-1,1 1,-1 0,0-1,0 1,0 0,0 0,0-1,0 1,0 0,0 0,-1 0,1 0,0 1,-1-1,1 0,-1 0,1 1,0-1,-1 1,1-1,-1 1,0 0,1 0,-1 0,1 0,-1 0,1 0,-1 0,0 0,-55 14,53-12,-1 1,1 0,0 0,-1 0,1 0,1 1,-1 0,0-1,1 1,0 1,0-1,0 0,0 1,1-1,0 1,0 0,0 0,0 0,1 0,0 0,0 0,0 1,3-3,0 0,0 0,0 0,0-1,0 1,1-1,-1 1,1-1,0 0,0 0,-1 0,1-1,0 1,1 0,-1-1,0 0,0 0,1 0,-1 0,0-1,1 1,-1-1,1 0,-1 0,1 0,-1 0,1 0,-1-1,0 0,4-1,-1 1,0 0,-1 0,1-1,0 0,-1 0,1-1,-1 0,0 0,0 0,0 0,0-1,0 0,2-2,-5 4,-1 1,1-1,-1 0,1 0,-1 0,0 1,0-1,0 0,0-1,0 1,0 0,-1 0,1 0,-1 0,1-1,-1 1,0 0,0 0,0-1,0 1,0 0,-1 0,1 0,-1-1,1 1,-1 0,0 0,0 0,0 0,0 0,0 0,0 0,0 0,-1 0,1 1,-3-3,1 1,0 0,-1 1,0-1,1 1,-1-1,0 1,-1 0,1 1,0-1,0 1,-1-1,1 1,-1 1,1-1,-1 1,1-1,-1 1,1 1,-1-1,1 1,-1-1,1 1,-1 1,1-1,0 1,0-1,-1 1,1 0,0 1,1-1,-1 1,0-1,1 1,-1 0,1 1,0-1,0 0,0 1,1 0,-1 0,1-1,0 1,0 1,0-1,1 0,-1 0,1 1,0-1,0 2,1-5,0 1,1-1,-1 1,0-1,0 1,1-1,-1 0,1 1,0-1,-1 1,1-1,0 0,0 0,-1 1,1-1,0 0,0 0,0 0,1 0,-1 0,0 0,0 0,0-1,1 1,-1 0,1-1,-1 1,0-1,1 1,-1-1,1 0,-1 1,1-1,-1 0,1 0,-1 0,1 0,-1 0,59-8,-56 6,0-1,-1 1,1 0,-1-1,0 0,0 0,0 0,0 0,0-1,-1 1,0-1,1 0,-1 1,0-1,-1 0,1 0,-1 0,0 0,0-1,0 1,0 0,-1 0,0-1,0 1,0 0,0 0,-1-1,1 1,-1 0,0 0,0 0,-1 0,0 0,1 0,-1 0,0 0,-1 1,1-1,-1 1,-1-3,1 6,1 0,-1 0,1 0,-1 0,1 0,-1 0,1 1,-1-1,1 1,0 0,-1-1,1 1,0 1,-1-1,1 0,0 0,0 1,0-1,0 1,0 0,1-1,-1 1,0 0,1 0,-1 0,1 0,0 0,0 1,-1-1,-5 7,-20 20</inkml:trace>
  <inkml:trace contextRef="#ctx0" brushRef="#br3" timeOffset="150719.86">6445 6818,'0'0,"1"-1,-1 1,1 0,-1-1,0 1,1-1,-1 1,0-1,1 1,-1-1,0 1,0-1,1 1,-1-1,0 1,0-1,0 0,0 1,0-1,0 1,0-1,0 1,0-1,0 0,0 1,0-1,0 1,0-1,-1 1,1-1,0 1,0-1,-1 1,1-1,0 1,-1-1,1 1,0-1,-1 1,1-1,-1 1,1 0,-1-1,1 1,-1 0,1-1,-1 1,1 0,-1 0,1 0,-1-1,1 1,-1 0,0 0,1 0,-1 0,1 0,-1 0,1 0,-1 0,0 0,1 0,-1 1,-39-5,-110-3,16-17,1 13,47 8,-128-13,-138 10,217 7,-70-9,-219 3,220-10,-123 16,155-15,-793 15,679-25,-107 16,122 1,68 5,67-11,-385 13,444 15,76-15,0 1,0 0,0-1,0 1,0 0,1-1,-1 1,0 0,0 0,1 0,-1 0,0 0,1 0,-1 0,1 0,-1 0,1 0,-1 0,1 0,0 0,0 0,-1 1,1-1,0 0,0 0,0 0,0 0,0 0,1 1,-1-1,0 0,0 0,1 0,-1 0,1 0,-1 0,1 0,-1 0,1 0,0 0,-1 0,1 0,1 0,40 32,-39-32,1 0,0-1,0 1,0-1,0 0,0 0,0 0,0-1,0 1,0-1,0 0,0 0,0-1,0 1,-1-1,1 1,-1-1,1-1,-1 1,0 0,0-1,0 1,0-1,2-2,56-81,-56 76,0 0,-1-1,0 1,0-1,-1 0,-1 0,0 0,0-8,-1 16,-1 0,0 1,0-1,0 0,-1 0,1 1,0-1,-1 0,0 0,0 1,0-1,0 1,0-1,0 1,-1-1,1 1,-1 0,0 0,1 0,-1 0,0 0,0 0,-1 0,1 1,0-1,0 1,-1-1,1 1,-1 0,1 0,-1 0,0 0,1 0,-1 1,0-1,0 1,0 0,-8 0,1 1,0 0,0 1,0 0,1 0,-1 1,0 1,1-1,0 1,0 1,0 0,0 0,1 1,0 0,0 0,0 1,1 0,0 1,0-1,1 1,-4 7,6-11,1 0,0 0,0 0,0 0,0 1,1-1,-1 1,1 0,1 0,-1 0,0 0,1 0,0 0,1 0,-1 0,1 0,0 0,0 1,0-1,1 0,0 0,0 0,0 0,0 0,1 0,0 0,0 0,0-1,1 1,0-1,0 1,0-1,0 0,0 0,1-1,0 1,0-1,0 1,0-1,0-1,1 1,3-1,-1 0,1-1,0 0,0 0,0-1,0 0,0-1,0 1,0-2,0 1,0-1,-1 0,1-1,0 1,-1-1,0-1,0 0,0 0,0 0,-1-1,1 0,-1 0,-1 0,1-1,-1 0,0 0,0-1,0 1,-1-1,0 0,-1 0,1-1,-1 1,-1 0,1-1,0-6,-2 10,0 0,-1 0,1 0,-1-1,0 1,0 0,0 0,-1 0,1 0,-1 0,0 0,0 0,-1 0,1 0,-1 0,0 1,0-1,0 0,0 1,-1 0,1 0,-1-1,0 1,0 1,0-1,0 0,0 1,-1 0,1-1,-1 1,0 1,0-1,-3-1,0 1,0-1,0 1,0 1,0-1,0 1,-1 1,1-1,0 1,-1 0,1 1,0 0,-1 0,1 0,0 1,0 0,0 1,0-1,0 1,1 1,0 0,0 1,0 1,0-1,1 1,0 0,0 0,1 0,0 1,0-1,0 1,1 0,0 0,0 1,1-1,0 1,0-1,1 1,0-1,0 1,1 0,0 0,0-1,1 1,0 0,0-1,1 1,0-1,0 1,0-1,1 0,1 0,-1 0,1 0,0-1,1 1,-1-1,1 0,0 0,4 2,-2-3,0 0,0-1,1 0,-1 0,1-1,0 0,0 0,0-1,0 0,0 0,0-1,1 0,-1 0,0-1,1 0,-1-1,8-1,-11 1,0 0,-1 0,1 0,0 0,-1-1,1 0,-1 0,0 0,1 0,-1-1,0 0,0 0,-1 0,1 0,-1 0,1-1,-1 0,0 1,0-1,-1-1,1 1,-1 0,0 0,0-1,0 1,-1-1,1 0,-1 1,-1-1,1 0,0-1,-2-1,1 0,-1 0,0 0,-1 0,0 0,0 0,-1 0,1 0,-1 1,-1-1,1 1,-1 0,0 0,-1 1,1-1,-1 1,0 0,0 0,-1 0,0 1,0 0,0 0,0 0,0 1,-1 0,1 0,-1 1,0 0,0 0,0 0,0 1,-5 0,8 0,0 1,0 1,-1-1,1 1,0 0,0 0,0 0,-1 0,1 1,0-1,1 1,-1 0,0 0,1 1,-1-1,1 1,-1 0,1 0,0 0,0 0,1 0,-1 1,1-1,0 1,-1 0,1-1,0 4,-4 5,1 0,1 0,0 1,0 0,1 0,1 0,0 0,1 5,0-14,0 0,0 0,1 0,-1 0,1 0,0 0,1-1,-1 1,1 0,-1 0,1 0,0 0,1-1,-1 1,0 0,1-1,0 1,0-1,0 0,1 1,-1-1,1 0,-1 0,1-1,0 1,0-1,0 1,0-1,1 0,-1 0,1 0,-1-1,1 1,0-1,-1 0,1 0,0 0,0 0,0-1,0 0,0 0,0 0,1 0,4-3,1-1,-1 0,-1 0,1-1,0 0,-1 0,0-1,-1 0,1-1,-1 0,0 0,-1 0,0-1,0 0,0 0,-1 0,0-1,-1 0,0 0,0 0,0-6,-2 12,0-1,0 1,-1-1,0 1,1-1,-1 0,-1 0,1 0,-1 0,1 1,-1-1,0 0,-1 0,1 0,-1 0,1 0,-1 0,0 1,0-1,-1 0,1 1,-1-1,0 1,0-1,0 1,0 0,-1 0,1 0,-1 0,0 0,0 1,0-1,0 1,-3-2,1 3,0 0,0 0,0 0,1 1,-1 0,0 0,0 0,0 0,0 1,0 0,0 0,1 0,-1 1,0 0,1 0,-1 0,1 0,0 1,0-1,-1 1,2 0,-1 0,0 1,-5 5,0-1,1 1,0 0,1 0,0 1,0 0,1 1,0-1,1 2,2-9,1 0,0 1,0-1,0 0,1 1,-1 0,1-1,0 1,0 0,0-1,1 1,-1 0,1 0,0 0,0 0,0 0,1 0,-1-1,1 1,0 0,0 0,0-1,1 1,-1 0,1-1,0 0,0 1,0-1,0 0,0 0,1 0,0 0,-1 0,1-1,5 0,1 0,-1-1,0 0,0 0,1-1,-1 0,0-1,1 0,-1 0,0 0,0-1,0-1,0 1,0-1,-1-1,1 1,-1-1,0-1,0 1,5-5,-4 4,-2 0,1 0,-1-1,0 0,0 0,0 0,-1-1,0 0,0 0,1-4,-5 9,0-1,0 1,1-1,-2 0,1 0,0 1,-1-1,1 0,-1 0,0 0,0 0,0 0,0 0,0 1,-1-1,1 0,-1 0,0 0,0 1,0-1,0 0,-1 1,1-1,0 1,-1-1,0 1,0 0,0 0,0 0,0 0,-1-1,-3-2,1 1,-1 1,0-1,0 1,0 0,-1 0,1 1,-1 0,1 0,-1 0,0 1,0 0,0 0,1 1,-1 0,0 0,0 1,-4 0,6 0,1-1,0 1,-1 1,1-1,0 0,0 1,0 0,0 0,0 0,0 1,1-1,-1 1,1 0,0 0,0 0,0 0,0 0,0 1,1 0,-1-1,1 1,0 0,0 0,1 0,-1 0,1 0,0 1,0-1,0 2,0-3,1 0,0 0,0 0,0 0,0 0,0 0,0 0,1-1,0 1,-1 0,1 0,0 0,1-1,-1 1,0-1,1 1,-1-1,1 1,0-1,0 0,0 0,0 1,0-2,0 1,1 0,-1 0,0-1,1 1,0-1,-1 0,1 0,0 0,2 1,3 0,-1 0,1-1,-1 0,1 0,-1-1,1 0,0 0,-1-1,1 0,-1 0,1-1,5-1,-8 1,0 0,1-1,-1 0,0 0,0 0,-1 0,1-1,-1 0,1 1,-1-2,0 1,-1 0,2-3,-3 5,-1 0,0 0,1-1,-1 1,0 0,0-1,0 1,-1 0,1-1,-1 1,1-1,-1 1,0-1,0 1,0-1,0 1,0-1,0 1,-1-1,0 1,1-1,-1 1,0-1,0 1,0 0,0 0,-1-1,1 1,0 0,-1 0,0 0,-1-1,0 0,0 0,-1 1,1 0,0 0,-1 0,1 0,-1 0,0 1,1-1,-1 1,0 0,0 0,0 0,0 1,0 0,0-1,0 2,0-1,0 0,0 1,0-1,0 1,0 0,0 1,0-1,-2 2,-8 6</inkml:trace>
  <inkml:trace contextRef="#ctx0" brushRef="#br3" timeOffset="154724.701">6458 7193,'-3'-1,"1"0,-1 0,0 0,1 0,-1 1,0-1,0 1,0 0,0 0,1 0,-1 0,0 0,0 0,0 1,1-1,-4 2,-11 0,-132 27,116-23,1-1,-1-2,0-1,0-1,-7-3,-84 5,-275 31,63-21,-32 2,-90-8,223-1,-79-15,167 5,-101 11,162-3,0-3,-67-8,131 4,-1 2,1 0,-1 2,0 0,1 1,-1 2,-14 4,-111 2,49 3,-70-27,151 14,13-1,-1 0,1 1,0 0,0 1,0-1,0 1,0 0,0 0,0 0,0 1,0-1,0 1,1 1,-1-1,-1 1,1 1,0 0,0 0,1 0,-1 1,1 0,0-1,0 1,0 1,1-1,0 1,0-1,0 1,1 0,0 0,0 0,-1 5,1-1,1-9,0 0,1-1,-1 1,0 0,1 0,-1 0,1 0,-1 0,1 0,0 0,-1 0,1 0,0 0,0 0,-1 0,1 0,0 0,0 0,0 0,0 0,0 0,1 0,-1 0,0 0,0 0,1 0,-1 0,0 0,1 0,-1-1,1 1,0 0,-1 0,1 0,-1 0,1-1,0 1,0 0,0-1,-1 1,1-1,0 1,0-1,0 1,0-1,0 1,0-1,0 0,0 1,0-1,0 0,0 0,0 0,0 0,0 0,0 0,0 0,0 0,0-1,6-1,0-1,0 0,0-1,-1 0,1 0,-1-1,0 1,0-1,0 0,-1-1,0 0,0 1,-1-1,1-1,-1 1,0-1,-1 0,0 0,0 0,0 0,0-5,-1 8,-1 1,0 0,0-1,0 1,-1 0,1-1,-1 1,0-1,0 1,0-1,0 1,0-1,-1 1,0-1,0 1,0 0,0-1,0 1,-1 0,1 0,-1 0,0 0,0 0,0 0,0 1,0-1,-1 1,1-1,-1 1,0 0,0 0,1 0,-1 0,-1 0,1 1,-1-1,0 0,0 1,-1-1,1 1,0 0,-1 0,1 1,-1-1,1 1,-1 0,1 0,-1 1,1-1,-1 1,1 0,0 0,-1 1,1-1,0 1,0 0,0 0,0 0,0 1,1-1,-1 1,1 0,-1 0,1 0,0 0,0 1,1-1,-1 1,1 0,-1 0,1 0,0 0,0 2,-1 0,1 1,0 0,1-1,-1 1,1 0,1 0,-1 0,1 0,0 0,1 0,-1-1,1 1,1 0,-1 0,1-1,1 1,-1-1,1 1,0-1,0 0,1 0,0 0,0-1,0 0,1 1,0-1,0-1,0 1,0-1,1 0,0 0,-1 0,2-1,-1 0,0 0,1-1,2 1,0 0,0-1,1-1,-1 0,1 0,-1-1,1 0,0-1,-1 0,1 0,-1-1,0 0,0-1,1 0,-2-1,1 1,0-2,-1 1,0-1,0 0,0-1,4-4,-6 5,0 1,-1-1,0-1,0 1,0-1,-1 0,0 0,0 0,0 0,-1-1,0 1,0-1,-1 0,0 0,0 0,0 0,-1-1,0 1,-1 0,0-1,0 1,0 0,-1-1,0 1,0 0,-1 0,0 0,-1-3,-2-1,1 1,-2-1,0 1,0 0,0 0,-2 1,1 0,-1 0,0 1,-1 0,0 0,0 1,-1 0,1 1,-2 0,1 1,0 0,-1 0,0 1,0 0,-1 1,1 1,-1-1,7 3,0 1,-1-1,1 1,0-1,0 2,0-1,0 0,1 1,-1 0,0 0,1 1,-1-1,1 1,0 0,-1 0,2 0,-1 1,0-1,1 1,-1 0,1 0,0 0,0 0,-1 4,-3 6,0-1,1 1,1 1,0-1,1 1,0 0,0 11,1-7,1-1,1 1,1-1,0 1,2-1,1 7,-3-19,1-1,0 1,1 0,-1-1,1 1,0-1,1 0,-1 0,1 1,0-2,0 1,1 0,0-1,-1 1,1-1,1 0,-1 0,0-1,1 1,0-1,0 0,1 0,2-2,0 0,1 0,-1-1,0-1,0 1,0-1,0 0,0-1,0 0,0 0,0-1,-1 0,1-1,-1 1,0-1,0 0,0-1,0 0,-1 0,0-1,0 1,0-1,-1 0,0-1,2-2,0 2,-1 0,1 0,-1-1,0 1,-1-1,0-1,0 1,-1-1,0 1,0-1,-1 0,-1-1,1 1,-1 0,-1-1,0 0,0 1,-1-1,0 1,-1-1,0 0,0 1,-1-1,0 1,-1 0,0 0,0 0,-1 0,0 0,-5-7,4 11,0-1,0 1,0 0,-1 0,0 0,0 1,0 0,0 0,-1 1,0-1,0 1,1 1,-2 0,1-1,0 2,0-1,-1 1,1 1,0-1,-1 1,1 0,-1 1,1 0,0 0,-1 0,1 1,0 0,0 1,0 0,0 0,1 0,-1 1,1 0,0 0,0 0,0 1,0 0,-2 4,1 0,-1 0,2 1,-1 0,1 0,1 1,0-1,0 1,1 0,0 1,1-1,1 0,0 1,0 0,1 5,0-10,0 1,1-1,0 1,1-1,0 0,0 1,1-1,-1 0,2 1,-1-1,1 0,0-1,0 1,1 0,0-1,0 0,1 0,-1 0,1 0,1-1,-1 0,1 0,-1 0,7 2,-6-3,1-1,0-1,0 1,0-1,0 0,0-1,1 0,-1 0,0 0,1-1,-1 0,0 0,1-1,-1 0,0-1,0 1,1-1,-1-1,-1 1,1-1,0 0,-1-1,1 0,-1 0,0 0,0 0,-1-1,1 0,-1-1,0 1,1-3,0 2,-1 0,0 0,0-1,-1 0,0 1,0-1,0-1,-1 1,0-1,0 1,-1-1,0 0,-1 0,1 0,-2 0,1 0,-1 0,0 0,-1 0,1 0,-2 0,1 0,-1 0,0 1,-1-1,0 0,0 1,-4-6,5 9,0 0,-1 1,0-1,0 0,0 1,0-1,-1 1,1 0,-1 0,0 0,0 1,0-1,0 1,0 0,0 0,-1 1,1-1,0 1,-1 0,0 0,1 0,-1 1,0 0,1 0,-1 0,0 0,1 1,-1-1,1 1,-1 0,1 1,-1-1,1 1,0 0,-1 0,1 0,0 1,0-1,1 1,-1 0,1 0,-3 3,-1 5,1 0,0 1,1 0,0-1,1 2,0-1,1 0,0 1,1-1,1 1,0 0,0 0,1-1,1 1,0 0,1 0,3 9,-4-18,0 1,0 0,1-1,-1 1,1-1,0 0,1 0,-1 1,1-1,-1-1,1 1,1 0,-1-1,0 0,1 1,0-1,-1-1,1 1,0 0,1-1,-1 0,0 0,1 0,-1-1,1 1,-1-1,1 0,0 0,-1-1,1 0,0 0,0 0,-1 0,1 0,0-1,0 0,-1 0,1 0,1-2,1 0,0-1,0-1,0 1,0-1,-1-1,0 1,0-1,-1 0,1 0,-1-1,-1 1,1-1,-1 0,0 0,-1-1,0 1,0-1,0 0,-1 0,0 0,-1 0,0 0,0 0,-1 0,0-5,1 4,-1-1,-1 1,0 0,0 0,-1 0,0 0,0 0,-1 0,0 1,-1-1,0 1,0 0,-1 0,0 0,0 1,-1 0,0 0,0 0,-1 1,0-1,0 2,-6-5,9 8,-1 0,1 0,-1 1,1 0,-1-1,0 2,1-1,-1 0,0 1,1 0,-1 0,0 1,0-1,1 1,-1 0,1 0,-1 1,1-1,-1 1,1 0,0 0,-1 0,1 1,1-1,-1 1,0 0,1 0,-1 1,1-1,0 1,0 0,0-1,1 1,-1 0,1 1,0-1,-29 51,6 1</inkml:trace>
  <inkml:trace contextRef="#ctx0" brushRef="#br3" timeOffset="159879.472">6445 7915,'-310'14,"158"-2,1-8,-15-6,13 1,-398 1,318-15,-766 16,919 12,79-13,-1 0,1 1,-1-1,1 1,-1 0,1-1,0 1,0 0,-1 0,1-1,0 1,0 0,0 0,0 0,0 1,0-1,0 0,0 0,0 1,0-1,1 0,-1 1,1-1,-1 0,1 1,-1-1,1 1,0-1,0 1,0-1,0 1,0-1,0 1,0-1,0 1,0-1,1 1,-1-1,1 1,-1-1,1 0,-1 1,1-1,0 0,0 1,0-1,0 0,0 0,0 0,0 0,0 0,0 0,0 0,1 0,-1 0,0-1,0 1,1 0,-1-1,1 1,-1-1,1 0,1 1,0-1,0 0,0 0,0 0,0 0,0 0,-1-1,1 1,0-1,0 0,0 0,0 0,-1 0,1 0,0-1,-1 1,1-1,-1 0,0 1,0-1,1 0,-1-1,0 1,-1 0,1 0,0-1,-1 1,1-1,-1 0,0 1,0-1,0 0,0 0,0 0,-1 0,1 1,-1-1,0 0,0 0,0 0,0 0,0 0,-1 0,1 0,-1 0,0 0,0 1,0-2,-1 1,0 0,0 0,-1 1,1-1,0 1,-1-1,0 1,1 0,-1 0,0 0,0 0,0 1,-1-1,1 1,0 0,-1 0,1 0,0 0,-1 0,1 1,-1 0,1-1,-1 1,1 1,-1-1,1 0,-1 1,1 0,-1 0,1 0,0 0,0 0,-1 1,1-1,0 1,0 0,0 0,1 0,-1 0,-1 2,-1 3,-1 0,1 0,0 1,0 0,1 0,0 0,0 1,1-1,0 1,1 0,0 0,0 0,1 0,0 0,0 0,2 7,-1-13,1 0,0-1,0 1,0 0,1 0,-1-1,1 1,-1-1,1 0,0 1,0-1,0 0,0 0,1 0,-1 0,0 0,1-1,-1 1,1-1,0 1,-1-1,1 0,0 0,0-1,0 1,-1 0,1-1,2 1,3 0,0 0,1-1,-1 1,0-2,0 1,0-1,1 0,-1-1,7-2,-9 2,-1-1,0 0,-1 0,1-1,0 1,-1-1,0 0,0 0,0-1,0 1,-1-1,0 1,0-1,0 0,0-1,-1 1,0 0,0-1,0 1,-1-1,0 0,0 1,0-1,-1 0,0 0,0 1,0-1,-1 0,1 0,-2 1,1-1,0 1,-1-1,0 1,-1-1,1 1,-1 0,0 0,0 0,-1 1,1-1,-1 1,0 0,-3-3,3 2,-1 0,0 1,0-1,0 1,0 0,0 1,-1-1,0 1,0 0,0 1,0-1,0 1,0 0,-1 1,1-1,-1 1,0 1,2 3,1 0,0 0,-1 0,2 1,-1 0,0 0,1 0,0 0,-1 0,2 1,-1-1,1 1,-1 0,1 0,0 0,1 0,-1 0,1 0,0 1,1-1,-1 0,1 4,-1-6,0 7,-1-1,1 1,0 0,1 0,1 0,-1 0,1 0,1 0,0-1,1 4,-2-9,1-1,-1 1,1-1,-1 0,1 1,0-1,0 0,0 0,1 0,-1-1,1 1,-1 0,1-1,0 0,0 1,0-1,0-1,1 1,-1 0,0-1,1 1,-1-1,1 0,0 0,-1-1,1 1,0-1,-1 0,1 1,1-2,0 1,0 0,0-1,0 0,-1 0,1-1,0 1,0-1,-1 0,1 0,-1-1,0 1,0-1,0 0,0 0,0-1,-1 1,1-1,-1 1,0-1,0 0,0 0,-1-1,1 1,-1 0,0-1,0-1,3-4,-2-1,1 0,-1 0,-1 0,0 0,-1 0,0 0,0 0,-1-1,-1 1,-1-8,-33-68,33 84,0 0,0 0,0 0,0 0,-1 0,1 1,-1-1,0 1,0 0,0-1,0 2,0-1,0 0,-1 0,1 1,-1 0,1 0,-1 0,1 0,-1 0,0 1,1-1,-1 1,0 0,-3 3,1 0,0 1,0 0,0 0,1 0,-1 1,1 0,0 0,0 0,1 0,0 1,0 0,0 0,0 0,1 0,0 0,0 1,1 0,0-1,0 1,1 0,0 0,0 1,-4 7,2 0,0 0,1 1,1-1,0 0,1 15,0-26,0 0,1 0,0 0,-1 0,1 0,0 0,1-1,-1 1,1 0,0-1,0 1,0-1,0 1,0-1,1 0,-1 0,1 0,0-1,0 1,0 0,1-1,-1 0,0 0,1 0,-1 0,1-1,0 1,3 0,2-1,-1 0,1 0,-1-1,1 0,-1-1,1 0,-1 0,0-1,1 0,-1 0,0-1,0 0,-1-1,1 0,-1 0,1 0,-1-1,-1 0,1 0,-1-1,0 0,0 0,0 0,-1-1,0 0,0 0,-1 0,0-1,0 1,-1-1,0 0,0 0,-1 0,0-1,0 1,-1 0,0-1,0 1,-1-2,-1 5,0 1,-1-1,1 0,-1 1,0 0,0-1,0 1,0 0,-1 0,0 0,0 0,0 1,0-1,0 1,-1 0,0 0,0 0,1 0,-2 1,1-1,0 1,0 0,-1 0,1 1,-1-1,1 1,-1 0,0 1,0-1,1 1,-1-1,0 2,0-1,1 0,-1 1,0 0,1 0,-1 0,0 1,1-1,0 1,-1 0,1 1,-3 1,1 1,1 0,-1 1,1 0,0 0,0 0,1 0,0 1,0 0,1 0,0 0,0 0,0 1,1-1,0 1,1-1,-1 1,1 0,1-1,0 1,0 0,0 0,1-1,0 2,0-6,0 1,1 0,-1 0,1-1,-1 1,1 0,0-1,0 0,1 0,-1 1,1-1,0-1,-1 1,1 0,0-1,1 1,-1-1,0 0,1 0,-1 0,1-1,0 1,-1-1,1 0,0 0,0 0,2 0,2 0,0 0,1 0,-1-1,0 0,1-1,-1 0,0 0,0-1,0 0,0 0,0-1,5-2,-4 0,0 0,-1 0,0-1,0 0,0 0,-1-1,0 0,0 0,-1-1,0 0,-1 0,1-1,-1 1,3-10,-6 14,0-1,0 0,0 1,-1-1,0 0,0 0,0 0,-1 0,0 0,0 0,0 0,0 0,-1 1,0-1,0 0,0 0,-1 0,1 1,-1-1,0 0,0 1,-1 0,0 0,1-1,-1 1,-1 1,1-1,0 0,-1 1,-1-1,-1 0,0 0,0 0,0 1,0 0,-1 1,0-1,1 1,-1 0,0 1,0 0,0 0,0 0,0 1,0 0,0 0,1 1,-1 0,0 0,0 1,0 0,1 0,-1 0,0 1,1 0,0 0,0 1,0-1,0 1,1 1,-1-1,1 1,0 0,1 0,-1 0,1 1,0 0,0 0,1 0,0 0,-2 4,0 0,1 0,-1 0,2 1,-1-1,1 1,1 0,0 0,1 0,0 6,1-13,0 0,0 0,0-1,1 1,-1 0,1-1,0 1,0-1,1 1,-1-1,1 0,-1 1,1-1,0 0,1 0,-1 0,0 0,1-1,-1 1,1 0,0-1,0 0,0 0,0 0,0 0,1 0,-1-1,0 1,1-1,1 0,3 1,1 0,0-1,1 0,-1-1,0 0,0 0,0-1,0 0,0 0,0-1,0-1,0 1,-1-2,1 1,-1-1,0 0,0-1,0 1,-1-2,1 1,-1-1,0 0,-1-1,0 1,0-1,0-1,-1 1,0-1,0 0,-1 0,0 0,-1 0,2-6,-4 11,0 0,-1 0,1 0,-1 0,0 0,0 0,0 0,0 0,-1 0,1 0,-1 0,1 1,-1-1,0 0,0 0,-1 0,1 1,0-1,-1 0,0 1,0 0,1-1,-1 1,-1 0,1 0,0 0,0 0,-1 0,1 1,-1-1,0 1,1-1,-1 1,-1-1,-2 0,0 0,0 1,0-1,0 1,0 0,0 1,-1 0,1 0,0 0,0 0,0 1,0 0,0 0,0 1,0 0,-4 1,3 1,0 0,0 0,1 0,0 1,-1 0,2 1,-1-1,1 1,-1 0,2 0,-1 0,1 1,0 0,0 0,0 0,1 0,1 1,-1-1,1 1,0-1,1 1,0 0,0 2,1-8,0 1,0 0,0 0,1-1,-1 1,1 0,-1-1,1 1,0-1,0 1,1-1,-1 1,0-1,1 0,-1 1,1-1,0 0,0 0,0 0,0-1,0 1,0 0,0-1,1 1,-1-1,1 0,-1 0,1 0,-1 0,1 0,0 0,-1-1,1 1,0-1,1 0,5 1,-1 0,1-1,0 0,0-1,-1 0,1 0,-1 0,1-1,-1-1,7-2,-9 3,0-1,0 1,-1-1,1 0,-1 0,1-1,-1 0,-1 1,1-2,0 1,-1-1,0 1,0-1,0 0,-1-1,0 1,0 0,0-1,-1 0,1 0,-1 0,-1 0,1 0,-1 0,0 0,0 0,-1-1,0 1,0 0,-1 0,1-1,-1 1,-1 0,1 0,-1 0,0 0,0 0,-1 0,0 1,0-1,-2 0,0 0,-1 1,0 0,0 0,0 0,0 0,-1 1,0 0,0 1,-7-3,12 4,0 2,0-1,0 0,-1 0,1 1,0-1,-1 1,1-1,0 1,-1 0,1 0,0 0,-1 1,1-1,0 0,-1 1,1 0,0-1,0 1,0 0,-1 0,1 0,0 0,0 1,0-1,1 0,-1 1,0 0,1-1,-1 1,0 0,1 0,0 0,-1 0,1 0,0 0,0 1,-13 95,14-61</inkml:trace>
  <inkml:trace contextRef="#ctx0" brushRef="#br0" timeOffset="189430.172">6511 9225,'-412'1,"239"12,-48-13,77 13,-188-6,-90 0,263-8,-203 0,96-12,-358 13,184-13,-337 13,458-13,69 13,67-14,-162 14,198-14,1 1,-28 0,35 6,6 0,84 9,-42 0,91-1,-1 0,0-1,1 1,-1 0,1-1,-1 1,1 0,-1 0,1 0,0-1,-1 1,1 0,0 0,0 0,-1 0,1 0,0 0,0 0,0-1,0 1,0 0,0 0,1 0,-1 0,0 0,0 0,1-1,-1 1,0 0,1 0,-1 0,1-1,-1 1,1 0,-1 0,1-1,0 1,-1 0,1-1,0 1,0-1,-1 1,1-1,0 1,0-1,0 0,-1 1,1-1,0 0,0 0,0 0,0 1,0-1,0 0,0 0,-1 0,1 0,0-1,0 1,0 0,0 0,0-1,4 0,1-1,-1 0,0 0,-1-1,1 1,0-1,-1 0,1 0,-1-1,0 1,0-1,-1 0,1 0,-1 0,1-1,-1 1,-1-1,1 0,-1 0,0 0,0 0,1-4,1 1,-1-1,1 1,-2-1,0 0,0 0,0 0,-1 0,0 0,-1 0,0-5,0 11,-1-1,1 1,-1 0,0 0,1-1,-1 1,-1 0,1 0,0 0,-1 0,0 0,1 0,-1 1,0-1,-1 1,1-1,0 1,-1 0,1-1,-1 1,0 1,0-1,1 0,-1 1,0-1,-1 1,1 0,0 0,-3 0,1 0,0 0,0 1,0 0,0 0,0 0,1 1,-1 0,0 0,0 0,0 0,1 1,-1 0,1 0,-1 0,1 0,0 1,0 0,0-1,0 2,0-1,1 0,-1 1,1-1,0 1,0 1,-5 6,0-1,1 2,0-1,1 1,0 0,1 1,0-1,-2 11,6-19,-1 1,1-1,0 0,0 1,0-1,1 1,-1 0,1-1,0 1,1-1,-1 1,1-1,0 1,0-1,0 1,1-1,-1 0,1 0,0 1,0-1,1 0,-1-1,1 1,0 0,0-1,0 0,0 1,1-1,-1-1,1 1,0 0,-1-1,1 0,1 0,1 1,-1-1,-1-1,1 0,-1 0,1-1,0 0,-1 1,1-1,0-1,-1 1,1-1,0 1,-1-2,1 1,-1 0,0-1,1 0,-1 0,0 0,0 0,0-1,0 1,0-1,-1 0,0 0,1-1,-1 1,0-1,0 1,-1-1,1 0,-1 0,0 0,0-1,0 1,0-2,1 0,-1 0,0-1,0 0,-1 1,0-1,0 0,-1 0,1 1,-1-1,-1 0,1 0,-1 1,-1-1,1 0,-1 1,0-1,0 1,-1-1,0 1,0 0,-1 0,1 1,-1-1,-1 1,1 0,-1 0,0 0,0 0,0 1,0 0,-1 0,0 0,0 1,0 0,0 0,0 1,-1-1,1 1,-1 1,-5-2,6 3,0 0,0 0,1 0,-1 1,0 0,0 0,1 0,-1 1,1 0,-1 0,1 0,0 1,-1-1,1 1,1 1,-1-1,0 1,1 0,0 0,0 0,0 0,0 1,1-1,0 1,0 0,0 0,0 1,-4 6,1 1,1-1,0 1,1 1,0-1,1 0,1 1,0 0,0-1,1 1,1 0,0-7,1-1,-1 1,1-1,0 1,1-1,-1 0,1 0,0 0,1 0,0 0,0 0,0 0,0-1,1 0,0 1,0-1,1-1,-1 1,1-1,0 1,0-2,0 1,1 0,-1-1,1 0,0 0,0-1,0 0,3 1,0 0,1-1,-1-1,0 0,1 0,-1 0,1-1,-1-1,1 0,-1 0,0-1,1 0,-1 0,0-1,0 0,-1-1,1 0,-1-1,1 1,-2-1,1-1,0 0,-1 0,0 0,0-1,-1 0,0 0,0-1,-1 0,0 0,0 0,-1 0,0-1,0 0,-1 0,0 0,-1 0,0 0,0 0,-1-1,0 1,-1-1,0 1,0-1,-1 1,0 0,-1-1,-2-6,1 7,-1 0,0 0,0 1,-1-1,0 1,-1 0,1 1,-1-1,-1 1,0 0,0 1,0 0,-1 0,1 0,-2 1,1 0,0 1,-1 0,0 0,0 1,0 0,0 0,-8 0,12 3,0 0,0 1,1 0,-1 0,0 0,1 0,-1 1,1 0,-1 0,1 0,0 0,-1 1,2-1,-1 1,0 0,0 1,1-1,0 1,-1-1,1 1,1 0,-3 3,-2 5,0 0,1 0,0 1,1 0,1 0,0 0,-1 6,3-12,0 0,0 0,1 0,0 0,0 0,0 0,1 0,0 0,1 0,0 0,0 0,0 0,1-1,0 1,0 0,1-1,-1 1,2-1,-1 0,1 0,-1 0,2 0,-1-1,1 1,0-1,0-1,0 1,0 0,1-1,0 0,0-1,0 1,7 1,-5-3,1-1,0 0,0-1,0 0,0-1,-1 1,1-2,0 1,0-1,-1-1,1 1,-1-1,0-1,0 0,0 0,0 0,-1-1,0 0,0-1,0 0,-1 0,1 0,-1 0,-1-1,1 0,-1-1,-1 1,1-1,-1 0,-1 0,1 0,-1 0,-1-1,0 0,0 1,0-1,-1 0,0 0,-1 1,0-1,-1 0,0 0,0 0,0 0,-1 1,-1-1,1 1,-4-7,3 10,0 0,0-1,-1 1,1 0,-1 1,0-1,-1 1,1 0,-1 0,0 0,0 0,0 1,0 0,0 0,-1 0,0 1,1 0,-1 0,0 0,0 1,0 0,0 0,0 0,0 1,0 0,0 0,-1 1,1-1,0 1,0 1,0-1,1 1,-1 0,0 0,-3 3,0 1,0 1,1 0,0 0,0 1,1 0,0 0,0 1,1 0,0 0,1 0,0 1,0 0,1 0,0 0,1 1,0-1,1 1,0 0,1-1,0 1,0 0,1 5,0-13,0 0,1 1,-1-1,1 1,0-1,0 1,0-1,0 0,0 0,1 1,-1-1,1 0,0 0,0-1,0 1,1 0,-1-1,0 1,1-1,0 0,0 1,-1-1,1-1,0 1,1 0,-1-1,0 0,0 1,1-1,-1 0,0-1,1 1,-1-1,1 1,7-1,0-1,0 1,-1-2,1 0,0 0,-1 0,1-2,-1 1,0-1,0-1,0 0,-1 0,0-1,0 0,0 0,-1-1,0 0,0-1,0 0,-1 0,-1-1,1 1,-1-2,-1 1,0 0,2-5,-5 10,0-1,-1 1,1-1,-1 1,0-1,0 0,-1 1,1-1,-1 0,0 0,0 1,-1-1,1 0,-1 1,0-1,0 0,-1 1,1-1,-1 1,0 0,0-1,-1 1,1 0,-1 0,0 1,0-1,0 1,-1-1,1 1,-1 0,0 0,1 0,-1 1,-1-1,1 1,0 0,0 0,-1 1,-2-1,0 1,0 0,0 1,0 0,-1 0,1 1,0-1,0 2,0-1,0 1,1 0,-1 1,0-1,1 1,-1 1,1-1,0 1,0 0,1 0,-1 1,1 0,0 0,0 0,0 0,1 1,0 0,0 0,1 0,-1 0,1 1,0-1,1 1,0 0,0 0,0 0,1 0,0 0,1 0,-1 0,1-3,0-1,-1 1,2 0,-1-1,0 1,1-1,-1 1,1-1,0 1,0-1,1 1,-1-1,1 0,-1 0,1 0,0 0,0 0,1 0,-1 0,0-1,1 1,0-1,0 0,-1 1,1-1,0-1,1 1,-1 0,0-1,0 0,1 1,-1-1,1 0,-1-1,1 1,-1-1,1 0,0 1,0-2,4 1,0 0,0-1,0 0,0-1,0 0,0 0,-1 0,1-1,-1-1,1 1,-1-1,0 0,0-1,-1 0,0 0,1 0,-1-1,-1 1,1-1,-1-1,0 1,-1-1,0 0,0 0,0 0,-1-1,-2 5,0-1,0 1,0-1,-1 1,0 0,0-1,0 1,0-1,0 1,-1-1,1 1,-1-1,0 1,0 0,0 0,-1-1,1 1,-1 0,1 0,-1 0,0 1,0-1,-1 0,1 1,0-1,-1 1,0 0,1 0,-1 0,0 0,0 0,0 0,0 1,-1 0,1 0,0 0,-1 0,1 0,0 0,-1 1,1 0,-1 0,1 0,-1 0,1 0,0 1,-1-1,1 1,-3 0,2 1,-1 0,1 0,0 0,-1 1,1-1,0 1,0 0,0 0,1 0,-1 1,1-1,0 1,0 0,0 0,0 0,-1 5,2-7,1 0,0 0,0 0,0 0,0 1,0-1,0 1,1-1,-1 0,1 1,0-1,0 1,0-1,0 1,0-1,0 1,0-1,1 0,0 1,-1-1,1 1,0-1,0 0,0 0,0 0,1 1,-1-1,0 0,1-1,0 1,-1 0,1 0,1 0,14 9</inkml:trace>
  <inkml:trace contextRef="#ctx0" brushRef="#br0" timeOffset="195946.007">6351 9880,'-1'0,"1"0,0 0,0 0,-1 0,1 0,0 1,0-1,-1 0,1 0,0 0,0 0,-1 0,1 0,0 1,0-1,0 0,-1 0,1 0,0 1,0-1,0 0,0 0,-1 1,1-1,0 0,0 0,0 1,0-1,0 0,0 1,0-1,0 0,0 0,0 1,0-1,0 0,0 0,0 1,0-1,0 0,0 1,0-1,0 0,0 0,1 1,-1-1,0 0,0 0,0 1,0-1,1 0,-1 0,0 0,0 1,0-1,1 0,-105-12,-18-2,-207 25,-102 5,230-15,-89 16,229-11,1 2,-1-3,0-3,-56-5,16-2,-1 3,-44 8,92-4,-698 2,330-32,211 3,157 16,-144 2,120 9,24-5,56 2,0 0,-1-1,1 1,0 0,-1-1,1 1,-1-1,1 0,-1 1,0-1,1 0,-1 0,0 0,0 0,0 0,-1 0,1 0,0 0,-1 0,0-1,1 1,-1 0,0 0,0 0,0-1,0 1,-1 0,1 0,0 0,-1 0,0-1,1 1,-1 0,0 0,0 0,0 1,-1-1,1 0,0 0,-1 0,1 1,-1-1,1 1,-1-1,0 1,0 0,-1-1,-4 0,0 1,0 0,-1 0,1 1,0 0,-1 0,1 0,0 1,-1 1,1-1,0 1,0 0,0 0,0 1,-6 3,9-4,0 1,-1-1,1 0,0 1,0 0,1 0,-1 0,1 0,-1 1,1-1,0 1,0 0,1 0,-1 0,1 0,0 1,0-1,0 0,1 1,-1 0,1-1,0 1,1 0,-1 4,1-5,1 0,1 0,-1-1,0 1,1 0,0-1,0 1,0-1,0 1,0-1,1 0,0 0,-1 0,1 0,0-1,0 1,1-1,-1 0,0 1,1-2,0 1,-1 0,1-1,0 1,0-1,0 0,0-1,0 1,0-1,0 1,0-1,0 0,0-1,0 1,0-1,-1 1,1-1,0-1,0 1,0 0,-1-1,1 0,0 0,-1 0,3-2,0 0,0-2,-1 1,1 0,-1-1,0 0,0-1,-1 1,0-1,0 1,0-1,-1-1,0 1,0 0,-1-1,1-6,-2 10,0 0,0 1,0-1,-1 0,0 0,0 0,0 0,0 1,-1-1,1 0,-1 0,0 1,0-1,0 0,-1 1,1-1,-1 1,0-1,0 1,0 0,0 0,-1 0,1 0,-1 0,0 1,0-1,0 1,0 0,0 0,0 0,-1 0,1 0,-1 1,-1-1,0 0,0 1,0 0,0 0,-1 1,1-1,0 1,-1 0,1 0,0 1,0 0,0 0,-1 0,1 0,0 1,0 0,1 0,-1 0,0 1,1 0,-1 0,1 0,0 0,0 0,0 1,0 0,-5 5,1 0,0 0,1 1,0 0,0 0,1 1,0 0,1 0,1 0,-4 10,6-17,0 0,1 0,-1 1,1-1,0 0,0 1,0-1,0 1,1-1,0 1,0-1,0 1,0-1,1 0,0 1,0-1,0 1,0-1,1 0,-1 0,1 0,0 0,1 0,-1 0,1 0,-1-1,1 1,0-1,0 0,1 0,-1 0,1 0,-1 0,2-1,5 1,-1-2,1 1,0-1,0-1,0 0,0 0,0-1,-1 0,1-1,0 0,-1-1,1 1,-1-2,0 0,0 0,0 0,0-1,-1 0,0-1,0 0,0 0,-1-1,0 0,0 0,-1-1,0 0,0 0,-1 0,0 0,0-1,-1 0,0 0,0-3,-3 8,1-1,-1 1,-1 0,1-1,-1 1,0-1,0 1,0-1,0 1,-1 0,0-1,0 1,0 0,0-1,-1 1,1 0,-1 0,0 0,-1 0,1 1,0-1,-1 0,0 1,0 0,0 0,0 0,-1 0,1 0,-1 1,0-1,0 1,0 0,0 0,0 0,0 1,-2-1,-2 0,0 0,0 1,0 0,0 1,0 0,0 0,0 0,0 1,0 0,0 1,1 0,-1 0,0 0,1 1,-1 1,1-1,0 1,0 0,0 1,1-1,0 1,-1 1,2-1,-1 1,1 0,0 0,0 1,0-1,1 1,0 0,1 0,-1 1,1-1,1 1,0 0,0-1,0 1,0 5,2-9,0 0,0 1,0-1,0 0,1 0,0 0,0 0,0 0,0 0,1 0,-1 0,1 0,0 0,0-1,1 1,-1-1,1 0,-1 1,1-1,0 0,0 0,1-1,-1 1,0-1,1 0,0 0,-1 0,1 0,0 0,0-1,0 0,0 0,0 0,1 0,-1-1,0 1,0-1,0 0,1-1,-1 1,0-1,0 1,5-1,0 0,0 0,0-1,0 0,0-1,0 0,-1 0,0-1,1 0,-1-1,-1 1,1-1,-1-1,0 0,0 0,0 0,-1-1,0 1,0-2,-1 1,0-1,0 1,-1-1,0-1,0 1,-1 0,0-1,0 0,0-4,-3 9,-1 0,1 0,0 0,-1-1,0 1,0 0,0 0,-1 1,1-1,-1 0,0 0,0 1,0-1,-1 1,1 0,-1-1,0 1,0 0,0 1,0-1,0 0,-1 1,1 0,-1 0,1 0,-1 0,0 1,0-1,0 1,0 0,0 0,0 0,0 1,0-1,0 1,-1 0,1 0,0 1,0-1,0 1,0 0,0 0,0 0,0 1,0-1,0 1,1 0,-1 0,-1 1,-3 3,1 0,-1 1,1-1,0 2,1-1,0 1,0-1,1 2,0-1,0 1,0-1,2 1,-1 1,1-1,0 0,1 1,0-1,0 1,1 0,0 4,1-11,0-1,0 0,0 1,1-1,-1 0,0 0,1 1,0-1,-1 0,1 0,0 0,0 1,0-1,0 0,1 0,-1-1,0 1,1 0,-1 0,1-1,0 1,0-1,0 1,-1-1,1 0,0 0,1 0,-1 0,0 0,0 0,0 0,0-1,1 1,-1-1,0 0,1 1,-1-1,0 0,1-1,-1 1,1 0,5-1,1 0,-1-1,1 0,-1 0,0-1,1 0,-1 0,-1-1,1 0,4-4,-2 2,0-1,-1-1,-1 0,1 0,-1-1,-1 0,1 0,-2-1,1 0,-1 0,-1-1,0 1,3-10,-7 18,-1 1,1 0,0-1,-1 1,1-1,-1 1,0 0,0-1,1 1,-1-1,0 1,0-1,0 1,-1-1,1 1,0-1,0 1,-1-1,1 1,-1 0,1-1,-1 1,0 0,1-1,-1 1,0 0,0 0,0 0,0 0,0 0,0 0,0 0,0 0,-1 0,1 0,0 0,-1 1,1-1,0 1,-1-1,1 1,-1-1,1 1,0 0,-1 0,-9 1,0 0,1 1,-1 1,1 0,0 0,0 1,0 0,0 1,1 0,-1 1,2 0,-1 0,0 1,1 0,-7 8,-12 12,55-33,33-17,-44 18</inkml:trace>
  <inkml:trace contextRef="#ctx0" brushRef="#br0" timeOffset="200454.345">6377 10200,'12'0,"-21"0,-20 0,-301 9,-2 7,-209 59,379-47,-60 23,-102 22,293-63,0-1,-1-2,0 0,0-3,-1 0,-19-2,-295-2,334 1,0 1,0 0,0 1,0 0,1 1,0 1,-1 0,-8 6,-56 18,13-4,64-25,1 0,-1 0,0 0,1 0,-1 0,0 0,1 0,-1 0,0 0,1 0,-1 0,0 0,1 0,-1 0,0 0,0 1,1-1,-1 0,0 0,1 0,-1 0,0 1,0-1,1 0,-1 0,0 0,0 1,0-1,0 0,1 1,-1-1,0 0,0 0,0 1,0-1,0 0,0 1,1-1,-1 0,0 1,0-1,0 0,0 0,0 1,0-1,0 0,-1 1,1-1,0 0,0 1,0-1,0 0,0 1,0-1,-1 0,1 0,0 1,0-1,0 0,-1 0,1 1,0-1,0 0,0 0,-1 0,1 1,0-1,27 1,-20-3,-1 0,1 0,-1 0,1-1,-1 0,0 0,0-1,0 0,0 0,-1 0,5-5,-8 8,0-1,-1 1,1-1,-1 0,1 1,-1-1,0 0,0 0,1 0,-2 0,1 0,0 0,0 0,0 0,-1-1,0 1,1 0,-1 0,0 0,0-1,0 1,0 0,0 0,-1-1,1 1,-1 0,1 0,-1 0,0 0,0 0,0 0,0 0,0 0,0 0,0 0,-1 1,1-1,-1 0,-1-2,-1 0,1 0,-1 0,0 1,0 0,0 0,0 0,-1 0,1 0,-1 1,0 0,0 0,0 0,0 1,0-1,0 1,0 0,0 1,0-1,-1 1,1 0,0 0,0 1,0 0,-1 0,1 0,0 0,0 1,0 0,1 0,-1 0,0 1,-1 0,-1 2,1 0,0 1,0 0,1 0,0 0,0 0,0 1,1 0,-1 0,2 0,-1 0,1 1,0-1,1 1,0 0,0 0,0 0,1 0,0 7,1-12,1-1,0 1,-1 0,1-1,0 1,0-1,0 1,1-1,-1 1,1-1,-1 0,1 1,0-1,0 0,0 0,0-1,0 1,0 0,0-1,1 1,-1-1,0 1,1-1,-1 0,1 0,0-1,-1 1,1 0,0-1,1 1,2-1,1 1,-1-1,1 0,-1 0,0-1,1 1,-1-1,0-1,0 0,0 1,0-2,5-1,-3 0,-2-1,1 1,0-1,-1 0,0-1,0 1,0-1,-1 0,0-1,0 1,-1-1,1 0,-2 0,1-1,-1 1,0-2,-1 5,-1-1,1 1,-1-1,-1 0,1 0,-1 0,0 1,0-1,0 0,0 0,-1 0,0 1,0-1,0 0,-1 1,0-1,1 1,-2-1,1 1,0 0,-1 0,0 0,0 0,0 0,0 1,-1-1,-1 0,0 0,0 0,0 0,-1 1,1-1,-1 1,1 1,-1-1,0 1,0 0,-1 0,1 1,0 0,0 0,-1 0,1 1,-1 0,1 0,0 1,-1-1,1 2,0-1,0 0,0 1,0 1,0-1,0 1,0 0,1 0,-1 0,1 1,0 0,0 0,-1 1,1-1,0 1,0-1,0 1,1 0,0 0,0 1,0-1,1 1,0 0,0 0,0 0,1 0,0 0,0 1,0-1,1 1,0-1,0 1,1-1,0 1,0 0,0-1,1 1,0 0,0-1,1 0,0 1,0-1,0 0,1 0,0 0,0 0,0 0,1-1,0 1,0-1,1 0,-1 0,5 3,-1-3,1 1,0-2,1 1,-1-1,1 0,0-1,0 0,0-1,0 0,0 0,1-1,-1 0,0-1,1-1,-1 1,0-2,0 1,1-1,-1-1,0 0,-1 0,1-1,0 0,-1-1,0 0,0 0,-1-1,1 0,-1-1,-1 0,1 0,-1-1,0 1,-1-1,0-1,3-4,-7 8,0 0,-1 0,1 0,-1-1,-1 1,1 0,0 0,-1 0,0-1,-1 1,1 0,-1 0,0-1,0 1,0 0,-1 0,0 0,0 1,0-1,-1 0,1 1,-1-1,0 1,-1 0,1 0,-1-1,-4-3,0 0,0 1,-1 0,0 0,0 0,-1 2,1-1,-1 1,-1 0,1 1,-11-3,14 6,1-1,0 2,-1-1,1 1,0 0,-1 0,1 1,0 0,-1 0,1 0,0 1,0 0,0 0,0 0,0 1,1 0,-1 0,1 0,0 1,0 0,0 0,0 0,1 1,-1 0,1-1,0 2,1-1,-1 0,1 1,-1 2,-1 0,1 0,0 1,0-1,1 1,0 0,1 0,0 0,0 1,1-1,0 0,0 1,1-1,1 1,0-1,0 0,0 1,1-1,1 0,0 0,2 4,-3-8,1 0,1 0,-1-1,1 1,-1-1,1 0,0 0,1 0,-1-1,1 1,0-1,0 0,0-1,0 1,0-1,0 0,1 0,-1-1,1 1,-1-1,1 0,0-1,-1 1,1-1,0-1,-1 1,1-1,0 0,-1 0,3-1,3 0,-1-1,0 0,0 0,-1-1,1 0,-1-1,0 0,0 0,0-1,-1 0,0-1,0 0,0 0,-1-1,0 0,1-3,-4 6,-1 1,0-1,0 0,-1 0,1-1,-1 1,0 0,-1-1,1 1,-1-1,0 0,0 1,-1-1,0 0,0 0,0 1,-1-1,0 0,0 1,0-1,-1 1,1-1,-2 1,1-1,0 1,-1 0,0 0,0 1,0-1,-1 0,0 1,0 0,0 0,0 0,-1 1,1-1,-1 1,0 0,0 0,0 1,-5-3,3 4,0 0,0 1,0 0,1 0,-1 1,0-1,0 1,1 1,-1-1,1 1,-1 1,1-1,0 1,-1 0,1 0,1 1,-1 0,1 0,-1 0,1 1,0-1,1 1,-1 0,1 1,0-1,0 1,1 0,-1 0,1 0,1 0,-1 1,1-1,0 1,1-1,-1 1,1 0,1-1,-1 1,1 0,0 0,1 0,0-1,0 1,1 5,0-8,-1 0,1-1,0 1,0 0,0-1,0 1,1-1,-1 0,1 0,0 0,0 0,0 0,0-1,0 1,1-1,-1 0,1 0,0 0,0-1,-1 1,1-1,0 0,0 0,0 0,0 0,0-1,1 0,-1 0,0 0,0 0,3-1,2 0,0 0,-1 0,1-1,-1 0,1-1,-1 0,0 0,0-1,0 0,-1 0,1-1,-1 0,0 0,4-4,-8 6,0 0,1 1,-1-1,-1-1,1 1,0 0,-1-1,0 1,0-1,0 0,0 0,0 0,-1 0,0 0,0 0,0 0,0 0,0 0,-1-1,0 1,0 0,0 0,-1-1,1 1,-1 0,0 0,0 0,0 0,-1 0,1 0,-1 0,0 0,0 1,-1-1,1 1,-1-1,1 1,-1 0,0 0,-1 0,1 0,0 1,-1-1,1 1,-1 0,0 0,0 0,-2 1,1 0,-1 0,1 1,-1-1,0 1,1 1,-1-1,1 1,-1 0,1 0,-1 1,1-1,0 1,-1 0,1 1,0-1,0 1,1 0,-1 0,1 1,-1-1,1 1,0 0,0 0,1 1,-1-1,1 1,0-1,0 1,1 0,-1 0,1 0,0 1,0 2,1-6,0 0,1-1,-1 1,1 0,-1-1,1 1,0 0,0 0,-1-1,1 1,1 0,-1 0,0 0,0-1,1 1,-1 0,1-1,-1 1,1 0,0-1,-1 1,1-1,0 1,0-1,0 1,0-1,1 1,-1-1,0 0,0 0,1 0,-1 0,1 0,-1 0,1 0,-1 0,1-1,0 1,-1 0,1-1,0 0,0 1,-1-1,1 0,0 0,0 0,-1 0,1 0,0 0,0 0,-1-1,1 1,1-1,12-5,-6-2</inkml:trace>
  <inkml:trace contextRef="#ctx0" brushRef="#br0" timeOffset="211182.31">10776 5094,'0'0,"0"0,-1-1,1 1,0 0,0-1,-1 1,1 0,0 0,-1-1,1 1,0 0,-1 0,1 0,0 0,-1-1,1 1,0 0,-1 0,1 0,0 0,-1 0,1 0,0 0,-1 0,1 0,-1 0,1 0,0 0,-1 0,1 0,0 0,-1 1,1-1,0 0,-1 0,1 0,0 0,-1 1,1-1,0 0,0 0,-1 1,1-1,0 0,0 1,-1-1,1 0,0 0,0 1,0-1,0 0,-1 1,1-1,0 1,0-1,0 0,0 1,0-1,0 1,-3 8,0 0,1 0,0 0,0 1,1-1,0 1,1-1,0 1,0 0,1 1,0 13,-14 213,11-222,-17 127,0 113,5 28,14-247,9 110,-3 10,-6-154,0 0,0 1,0-1,1 0,-1 0,0 0,1 0,-1 1,1-1,0 0,0 0,0 0,0 0,0 0,0-1,0 1,1 0,-1 0,1-1,-1 1,1-1,0 1,-1-1,1 0,0 0,0 0,0 0,0 0,0 0,0 0,0-1,0 1,1-1,-1 1,0-1,0 0,2 0,211-14,-139 12,0 3,0 4,0 2,24 9,17 5,0-5,0-6,60-3,-134-9,-29 1,0 0,-1 1,1 1,0 0,0 1,0 0,-1 1,11 4,-14-2</inkml:trace>
  <inkml:trace contextRef="#ctx0" brushRef="#br0" timeOffset="212204.622">10749 7393,'252'22,"-130"-7,-92-12,169 17,51 19,102 36,-348-73,-13-2,9 0,-11 0</inkml:trace>
  <inkml:trace contextRef="#ctx0" brushRef="#br0" timeOffset="213929.96">10562 10041,'380'13,"-377"-13,1 1,-1-1,1 1,-1-1,1 0,-1-1,1 1,-1 0,1-1,-1 0,1 0,-1 0,0 0,0-1,1 1,-1-1,0 0,0 0,0 0,-1 0,1 0,0-1,-1 1,0-1,1 1,-1-1,0 0,0 0,-1 0,1 0,-1-1,1 1,-1-2,6-26,-1-1,-2 0,-1 0,-1 0,-3-23,1 24,-42-827,39 816,-6-54,-4 0,-5 1,-16-49,22 98,1-1,3 0,2-1,1 0,3-22,6-21,-4 90,1-1,0 1,0 0,1-1,-1 1,0 0,0 0,1 0,-1 0,0 0,1 0,-1 0,1 0,-1 1,1-1,0 1,-1-1,1 1,0-1,-1 1,1 0,0 0,-1 0,1 0,0 0,-1 0,1 0,0 1,-1-1,1 1,0-1,-1 1,1 0,-1-1,1 1,-1 0,1 0,0 1,8 1,74 14,2-3,-1-4,1-4,1-4,38-5,-38 3,71-1,0 7,49 13,55 9,-230-32,-52-4,-26 14,32-4</inkml:trace>
  <inkml:trace contextRef="#ctx0" brushRef="#br0" timeOffset="214695.52">11819 7487,'11'9,"11"3,11 0,8-3,7 0,6-2,6 0,3 0,1-1,-4 1,-5-1,-10 1,-11-3,-12-3,-11-2</inkml:trace>
  <inkml:trace contextRef="#ctx0" brushRef="#br0" timeOffset="-214021.133">12006 6644,'16'0,"9"0,8 0,5 0,1 3,-3 0,-1 0,-6 2,-5-1,-4 0,-4-1,-1-1,-4-1</inkml:trace>
  <inkml:trace contextRef="#ctx0" brushRef="#br0" timeOffset="-213400.438">12220 5936,'-3'1,"1"1,0-1,-1 1,1-1,0 1,0 0,0 0,0 0,0 0,0 1,1-1,-1 0,1 1,-1-1,1 1,0-1,0 1,0 0,0 0,1-1,-1 1,1 0,0 0,-1 0,1-1,1 1,-1 0,0 0,1 0,-1-1,1 1,0 0,0 0,0-1,0 1,0-1,1 1,0 0,8 11,1-1,0 0,1 0,1-1,0-1,0 0,1-1,11 6,9 9,4 3,-2 2,-1 1,-1 2,-2 1,-2 2,-1 1,-1 1,-3 2,-1 0,-2 2,4 13,8 39,-5 0,-4 2,-4 1,-4 0,-4 2,-5-1,-4 22,-2-14,-3 1,-6-1,-4 0,-5-1,-14 43,14-85,-3-1,-2-1,-3-1,-3-1,-2-2,-2 0,-3-3,-2 0,-25 25,41-55,-2-1,0-1,-1-1,-1-1,-1-1,-1-1,-14 7,1-12,34-16</inkml:trace>
  <inkml:trace contextRef="#ctx0" brushRef="#br0" timeOffset="-212361.878">12206 5976,'11'8,"0"0,0-2,1 1,0-1,1-1,-1 0,1-1,0-1,12 3,-22-5,407 91,144 41,-377-73,-2 8,-3 7,-4 7,-3 8,-5 7,25 27,540 388,-550-380,-147-102,-28-30,1 1,-1 0,1-1,-1 1,0-1,0 1,1 0,-1-1,0 1,0-1,0 1,1 0,-1-1,0 1,0 0,0-1,0 1,0 0,0 0,-1-1,1 1,0-1,0 1,0 0,-1-1,1 1,0 0,-1-1,1 1,0-1,-1 1,1-1,-1 1,1-1,-1 1,1-1,-1 1,1-1,-1 0,1 1,-1-1,0 0,1 0,-1 1,1-1,-1 0,0 0,1 0,-1 0,0 0,1 0,-1 0,0 0,-45 2,29-3</inkml:trace>
  <inkml:trace contextRef="#ctx0" brushRef="#br0" timeOffset="-210115.133">12220 8944,'45'-3,"0"-2,0-2,0-2,-1-2,12-6,83-18,320-47,-195 26,-4-11,135-57,-324 95,-1-2,-1-4,-2-2,-2-3,14-15,25-21,33-24,64-31,-200 130,28-15,-1 0,-1-2,-1-1,0-1,-2-1,0-1,-1-2,1-4,18-24,3 2,38-31,7 15,-81 59,-1 0,2 1,-1 0,1 1,0 0,0 0,0 1,0 0,1 1,0 0,0 1,-1 0,1 1,1 0,-1 1,7 0,603 41,657-8,-943-11,352 15,836-35,-1426-8,-119-10,18 15,-17-8</inkml:trace>
  <inkml:trace contextRef="#ctx0" brushRef="#br0" timeOffset="-209020.048">16431 6485,'12'3,"-1"1,1 1,-1 0,0 1,0 0,-1 1,0 0,0 0,0 1,-1 0,0 1,-1 0,0 0,0 1,-1 0,3 6,3 7,0 1,-2 0,0 0,-2 1,-1 0,-1 1,0 4,13 73,-20-102,0-1,0 1,0-1,0 1,0-1,0 1,0-1,0 1,0-1,1 0,-1 1,0-1,0 1,0-1,0 1,1-1,-1 0,0 1,0-1,1 0,-1 1,0-1,1 0,-1 1,0-1,1 0,-1 1,1-1,-1 0,0 0,1 0,-1 1,1-1,-1 0,1 0,-1 0,0 0,1 0,-1 0,1 0,-1 0,1 0,-1 0,1 0,-1 0,1 0,-1 0,0-1,1 1,-1 0,1 0,-1 0,0-1,1 1,-1 0,1 0,-1-1,0 1,1 0,-1-1,0 1,0 0,1-1,-1 1,0-1,19-31,-17 27,15-28,-2-2,-1 0,-2-1,-1 0,-2 0,-2-1,-1 0,-1-8,-5 45,-1 0,1 0,0 0,0 0,0 0,0 0,0 0,-1 0,1 0,0 0,0 0,0 0,0 0,0 0,-1 0,1 0,0 0,0 0,0 0,0-1,0 1,-5 21,3-1,0-1,2 0,0 1,2-1,0 0,0 0,5 15,-5-27,0 1,1 0,0-1,0 1,0-1,1 0,0 0,1 0,-1 0,1-1,1 0,-1 0,1 0,0-1,0 0,1 0,-1 0,1-1,6 3,-10-5,0-1,-1 0,1-1,0 1,0 0,-1-1,1 1,0-1,0 0,0 0,0 0,0-1,-1 1,1-1,0 1,0-1,0 0,-1 0,1 0,-1 0,1-1,-1 1,1-1,-1 1,0-1,1 0,-1 0,0 0,0 0,-1 0,2-2,40-82,-35 56,-2 0,0 0,-2 0,-2-1,0 1,-2-14,-3 20,3 25,0-1,0 0,0 0,0 1,0-1,0 0,0 0,0 1,0-1,0 0,0 0,-1 0,1 1,0-1,0 0,0 0,0 0,-1 1,1-1,0 0,0 0,0 0,-1 0,1 0,0 1,0-1,0 0,-1 0,1 0,0 0,0 0,-1 0,1 0,0 0,0 0,-1 0,1 0,0 0,0 0,-1 0,1 0,0 0,0 0,-1-1,1 1,0 0,0 0,-1 0,1 0,-5 25,0 0,2 1,1 0,1-1,1 1,1 0,4 23,-3-33,0 1,2 0,-1 0,2-1,0 0,1 0,1 0,0-1,1 0,1 0,2 1,11 9</inkml:trace>
  <inkml:trace contextRef="#ctx0" brushRef="#br0" timeOffset="-203611.432">17339 6859,'27'-5,"1"1,-1 2,1 1,-1 1,1 1,17 4,-42-5,1 1,-1-1,0 1,0 0,0 0,1 0,-1 0,0 0,0 1,-1 0,1-1,0 1,0 0,-1 0,1 0,-1 1,0-1,0 1,0-1,0 1,0 0,0 0,-1 0,1 0,-1 0,0 0,0 0,0 0,0 0,0 0,-1 1,0-1,1 0,-1 1,-1-1,1 1,-4 9,-1 0,0 0,-1-1,0 0,-1 0,0-1,-1 0,0 0,-1-1,0 0,-1 0,0-1,-2 2,-31 32,42-41,-29 39,30-40,0 0,-1 0,1 0,0 0,-1 0,1 0,0 0,0 0,0 0,0 0,0 0,0 0,0 0,0 0,0 0,1 0,-1 0,0 0,1 0,-1 0,1 0,-1 0,1-1,-1 1,1 0,-1 0,1 0,0-1,0 1,-1 0,1-1,0 1,0 0,0-1,0 1,-1-1,1 0,0 1,0-1,0 0,0 1,0-1,0 0,0 0,1 0,127 8,-94-8,79-4,-63 0</inkml:trace>
  <inkml:trace contextRef="#ctx0" brushRef="#br0" timeOffset="-202997.159">17927 6631,'5'0,"10"0,12 0,13 0,13 0,9 0,5 0,-2 0,-5 0,-12 0</inkml:trace>
  <inkml:trace contextRef="#ctx0" brushRef="#br0" timeOffset="-202744.627">18129 6418,'9'18,"5"13,3 10,-2 10,-1 7,-3 5,-3 4,-1 1,-1-1,-3-13</inkml:trace>
  <inkml:trace contextRef="#ctx0" brushRef="#br0" timeOffset="-202029.119">18676 6551,'-1'3,"0"-1,0 0,0 0,1 1,-1-1,0 0,1 1,0-1,0 1,-1-1,1 0,1 1,-1-1,0 1,0-1,1 0,0 1,0 0,0 5,12 60,2 0,4-1,14 31,-33-97,22 43,-21-43,0 0,-1-1,1 1,0 0,0 0,0-1,0 1,0-1,0 1,0-1,0 1,0-1,0 0,0 1,0-1,0 0,0 0,0 0,0 0,0 0,1 0,-1 0,0 0,0 0,0-1,0 1,0 0,0-1,0 1,0-1,0 1,0-1,0 1,0-1,-1 0,1 1,0-1,0 0,0 0,-1 1,1-1,0-1,9-12,0-1,-1 0,-1 0,0-1,-1 0,0 0,-2-1,0 1,-1-1,-1 0,0-1,0-14,0 14,13-128,-20 199,-1-11,3 1,1 0,2 0,3 17,24 6,-27-64,0 0,0-1,0 0,0 1,0-1,1 0,-1 1,0-1,1 0,0 0,-1 0,1 0,-1-1,1 1,0 0,0-1,-1 1,1-1,0 1,0-1,0 0,-1 0,1 0,0 0,0 0,0 0,-1-1,1 1,0 0,0-1,0 0,-1 1,1-1,0 0,-1 0,1 0,0-1,5-4,0-2,-1 1,0-1,-1 0,0 0,0 0,-1-1,0 0,0 0,-1 0,0 0,0 0,0-8,6-25,-1 1,-2-1,-3 0,0-1,-4-11,0 39,-3 20,-3 25,2-7,2-1,0 1,1 0,2 0,0 1,1-1,2 0,0-1,1 1,1 0,2-1,0 0,1-1,9 17,1-14,-1-8</inkml:trace>
  <inkml:trace contextRef="#ctx0" brushRef="#br0" timeOffset="-201595.885">19332 6766,'9'-4,"0"1,0 0,0 0,1 1,-1 0,1 1,-1 0,1 1,-1 0,1 0,0 1,-1 0,1 1,-1 0,7 2,-14-3,0 0,0 0,0 0,0 0,-1 1,1-1,0 0,-1 1,1-1,-1 1,1 0,-1-1,0 1,1 0,-1 0,0 0,0 0,-1 0,1 0,0 0,-1 0,1 0,-1 0,1 0,-1 1,0-1,0 0,0 0,0 0,-1 0,1 1,0-1,-1 0,0 0,1 0,-1 0,0 0,0 0,0 0,0 0,-1-1,1 1,-61 70,56-54,29-12,-17-5,105 27,-106-27,0 1,0 0,0 1,-1-1,1 1,-1 0,1 0,-1 0,0 1,0-1,0 1,-1 0,0 0,1 0,-1 1,-1-1,1 1,-1 0,1-1,-1 4,-1-5,-1 1,1 0,-1 0,0 0,0-1,-1 1,1 0,-1 0,0-1,0 1,0 0,0-1,-1 1,1-1,-1 1,0-1,0 0,0 0,-1 0,1 0,-1 0,1 0,-1 0,0-1,-2 2,-85 50,30-34,39-17</inkml:trace>
  <inkml:trace contextRef="#ctx0" brushRef="#br0" timeOffset="-201261.689">19826 6631,'5'-2,"8"-1,8 0,13 1,9 0,7 1,3 1,0-1,-2-1,-8-1,-11 1</inkml:trace>
  <inkml:trace contextRef="#ctx0" brushRef="#br0" timeOffset="-200986.521">20120 6418,'-13'-5,"-8"4,-1 6,2 8,5 10,4 10,5 8,8 4,6 4,3 2,3-1,-2-1,-2-10</inkml:trace>
  <inkml:trace contextRef="#ctx0" brushRef="#br0" timeOffset="-200151.936">20615 6457,'9'12,"-1"0,0 0,-1 0,0 1,-1 0,-1 0,0 0,-1 1,0 0,-1 0,1 14,-3-24,26 256,-26-250,-1-7,0 1,0-1,0 0,0 0,1 0,0 1,-1-1,1 0,0 0,0 0,1 0,-1 0,1-1,-1 1,3 2,-3-5,1 0,0 0,-1-1,1 1,0 0,0-1,-1 1,1-1,-1 0,1 1,0-1,-1 0,0 0,1 0,-1 0,1 0,-1-1,0 1,0 0,0-1,0 1,0 0,0-1,0 1,0-1,0 0,0 0,-1 2,13-25,-1-1,-1-1,-1 0,-1 0,-1-1,-2 0,-1 0,0-8,7-70,-16 119,2 0,-1 1,2-1,0 1,0-1,1 1,1-1,0 1,1-1,1 0,0 1,0-1,1-1,1 1,0 0,1-1,6 9,-10-18,-1-1,1 0,0 1,0-1,0 0,0 0,0 0,1 0,-1-1,1 1,-1-1,1 1,-1-1,1 0,0 0,0 0,-1 0,1 0,0-1,0 0,0 1,0-1,0 0,0 0,0 0,0-1,0 1,-1-1,1 0,0 0,0 1,0-2,-1 1,1 0,-1-1,1 1,-1-1,1 0,-1 1,1-3,5-9,0 0,-1 0,-1-1,0 0,-1-1,-1 1,0-1,-1 0,0 0,-1 0,-1 0,0-7,3-126,-16 240,3-28,4 0,2 1,5 58,1-100</inkml:trace>
  <inkml:trace contextRef="#ctx0" brushRef="#br0" timeOffset="-199826.508">21297 6725,'7'-4,"0"-1,1 2,-1-1,1 1,0 0,0 0,1 1,-1 1,0-1,1 1,-1 0,1 1,-1 0,1 1,-1-1,0 2,1-1,-1 1,0 0,0 1,0 0,7 3,-10 1,0 0,-1 0,0 0,0 0,0 0,-1 1,0 0,-1-1,0 1,0 0,-1 0,0 0,0 1,-1-1,0 0,0 0,-1 0,0 0,0 0,-1 0,-1 4,-18 104,11-71,2 0,2 1,2 0,2 0,2 0,2 5,3-22,1-7</inkml:trace>
  <inkml:trace contextRef="#ctx0" brushRef="#br0" timeOffset="-199549.214">21310 7112,'11'0,"18"3,22 0,20 0,13-3,4-6,-12-2</inkml:trace>
  <inkml:trace contextRef="#ctx0" brushRef="#br0" timeOffset="-198023.423">21912 6471,'7'0,"8"0,8 0,5 0,6 0,1 0,-1 0,-4 0,-7 0</inkml:trace>
  <inkml:trace contextRef="#ctx0" brushRef="#br0" timeOffset="-197749.158">21938 6698,'16'7,"12"2,11 0,7-2,5-2,1-2,-9-2</inkml:trace>
  <inkml:trace contextRef="#ctx0" brushRef="#br0" timeOffset="-197038.828">22567 6070,'4'16,"1"0,0-1,2 0,-1 0,2-1,0 1,1-2,0 1,1-1,0-1,1 0,1 0,0-1,0-1,1 0,1 0,-1-2,1 1,1-2,0 0,0-1,0 0,1-1,-1-1,-9-2,1-1,-1 0,0 0,0-1,1 0,-1 0,0 0,0-1,0 0,1 0,-1-1,0 1,0-1,-1-1,1 1,0-1,-1 0,1 0,-1-1,0 1,0-1,0 0,-1-1,0 1,1-1,-2 0,1 0,0 0,-1 0,2-4,0 0,-1-1,0 1,-1-1,1 0,-2 0,1 0,-2 0,1 0,-1-1,-1 1,0 0,-1-7,1 16,0 1,0-1,0 1,0-1,0 0,0 1,-1-1,1 1,0-1,0 1,-1-1,1 1,0-1,-1 1,1-1,0 1,-1-1,1 1,-1-1,1 1,-1 0,1-1,-1 1,1 0,-1-1,1 1,-1 0,1 0,-1 0,1-1,-1 1,0 0,1 0,-1 0,1 0,-1 0,0 0,1 0,-1 0,1 0,-1 1,0-1,1 0,-1 0,1 0,-1 1,1-1,-1 0,1 1,-1-1,1 0,-1 1,1-1,-1 1,-26 25,18-9,0 1,2 1,0-1,1 1,1 0,0 1,2-1,0 1,1 0,1 0,1 0,2 16,4 32,3-2,3 1,3-1,14 38,32 154,-55-229,-1 0,-1 0,-2 0,-1 1,-1-1,-1 0,-2 1,-1-1,-2 0,-4 14,9-40,0 1,0 0,-1 0,0 0,0-1,0 1,0-1,0 1,-1-1,1 0,-1 0,0 0,0 0,0-1,0 1,0-1,-1 0,1 0,-1 0,0 0,1 0,-1-1,0 0,0 0,0 0,0 0,0 0,0-1,0 0,0 0,0 0,0 0,0-1,0 0,0 1,0-1,0-1,-1 1,-10-10,0 0,0-1,1-1,1 0,0-1,1 0,0-1,2 0,-1-1,2 0,-7-15,7 14,0 1,1-1,1-1,0 0,2 0,0 0,1 0,1-1,0 0,2 0,0-10,1 24,1 0,0 1,0-1,0 0,0 1,1-1,0 1,0-1,0 1,1 0,-1 0,1 0,0 0,0 1,0-1,1 1,-1-1,1 1,0 0,0 1,0-1,0 1,0 0,1 0,-1 0,1 0,4 0,12-4,1 2,0 0,-1 2,1 0,12 2,-21 0,75-7,-52 3</inkml:trace>
  <inkml:trace contextRef="#ctx0" brushRef="#br0" timeOffset="-192365.443">12847 843,'-16'-1,"0"0,-1 2,1 0,0 1,0 0,0 2,0 0,0 0,1 2,0 0,0 0,0 2,1-1,0 2,0 0,1 1,0 0,1 1,0 0,1 1,-6 8,15-17,0 0,0 0,0 0,0 1,1-1,-1 1,1-1,0 1,0-1,0 1,0 0,1-1,0 1,0 0,0 0,0-1,0 1,1 0,-1-1,1 1,0 0,0-1,0 1,1-1,-1 0,1 1,0-1,0 0,0 0,0 0,1 0,-1 0,1-1,0 1,11 6,0-1,1 0,0-1,0 0,1-2,0 0,0 0,0-2,5 1,3 1,14 4,-24-8,-1 1,0 1,0 0,0 1,-1 0,1 1,-1 0,0 1,0 1,-1 0,0 0,0 1,0 1,-9-6,1 0,-1 0,0 1,0-1,0 1,-1-1,1 1,-1 0,0 0,0 0,0-1,0 1,-1 0,1 0,-1 0,0 0,0 0,-1 0,1 0,-1 0,0 0,0 0,0 0,-1-1,1 1,-1 0,0-1,0 1,0-1,-1 0,1 0,-1 0,0 1,-2 2,1-1,-1-1,0 1,0 0,0-1,-1 0,1-1,-1 1,0-1,0 0,-1 0,1-1,0 0,-1 0,1 0,-1-1,0 0,0-1,-4 1,-131-40,127 41,19 0</inkml:trace>
  <inkml:trace contextRef="#ctx0" brushRef="#br0" timeOffset="-191465.835">13289 1217,'-8'-1,"0"1,0 0,0 1,0 0,0 0,0 1,0 0,0 0,0 1,1 0,-1 0,1 1,0 0,0 0,0 1,1-1,0 2,0-1,0 1,0 0,1 0,0 0,0 1,1-1,-1 1,2 1,-1-1,1 0,0 1,0 0,1-1,-1 7,3-10,0 0,1-1,-1 1,1-1,-1 1,1-1,0 1,1-1,-1 1,1-1,-1 0,1 0,0 0,0 0,0 0,0 0,1 0,-1-1,1 1,0-1,0 0,0 0,0 0,0 0,0 0,0-1,1 1,1 0,5 1,0 0,0-1,0 0,0 0,1-1,-1 0,0-1,1 0,5-1,7-3,0-2,0 0,0-1,-1-2,-1 0,1-1,-1-1,-1-1,0-1,-1-1,0 0,-1-2,-1 0,0 0,-1-2,-1 0,9-16,-7 6,-2 0,-1-2,-1 0,-1 0,-2-1,-1-1,-2 1,-1-1,-1-1,-2 1,-1-1,-1 1,-2-1,-4-22,4 43,0 1,0-1,-1 1,-1 0,0-1,0 1,-1 0,-1 1,0-1,0 1,-1 0,0 0,-1 1,0 0,0 0,-9-8,13 16,0-1,1 0,-1 1,0-1,0 1,0 0,0 0,0 0,0 0,0 1,0-1,0 1,0 0,0 0,-1 0,1 0,0 1,0-1,0 1,0 0,0-1,0 1,0 1,0-1,0 0,1 1,-1 0,0-1,1 1,-1 0,1 0,0 1,0-1,0 0,0 1,0-1,0 1,1 0,-1-1,0 2,-3 8,-1-1,2 1,0 0,0 0,1 0,0 1,1-1,1 1,0-1,1 1,0 0,0-1,2 2,34 163,-24-133,16 58,-3 1,9 97,-34-198,8 38,-8-39,0-1,0 1,0 0,1-1,-1 1,0-1,1 1,-1 0,1-1,-1 1,1-1,-1 1,1-1,-1 1,1-1,-1 1,1-1,-1 0,1 1,0-1,-1 0,1 0,0 1,-1-1,1 0,0 0,-1 0,1 0,0 0,-1 0,1 0,0 0,-1 0,1 0,0 0,0 0,-1 0,1-1,-1 1,1 0,0-1,-1 1,1 0,0-1,-1 1,1-1,-1 1,1 0,-1-1,1 0,-1 1,0-1,72-90,-52 61,1-4,41-46,-61 80,0 0,1 0,-1-1,0 1,0 0,1 1,-1-1,0 0,0 0,1 0,-1 1,0-1,0 1,0-1,0 1,1-1,-1 1,0 0,0-1,0 1,0 0,0 0,-1 0,1 0,0 0,0 0,-1 0,1 0,0 0,-1 0,1 0,-1 0,1 1,-1-1,0 0,1 0,-1 0,0 1,0-1,0 0,0 0,0 1,0-1,0 0,-1 0,1 1,-1 0,3 6,0 0,-1 0,2 1,-1-1,1 0,1 0,-1 0,1-1,1 1,-1-1,1 0,0 0,1-1,0 1,0-1,0 0,1-1,0 0,0 0,0 0,0-1,1 0,0 0,0-1,0 0,1 0,0-1,0-1,0 1,1-2,-1 1,0-1,1-1,-1 0,0 0,0 0,1-2,-1 1,-1-1,1 0,0-1,-1 0,1 0,-1-1,0 0,-1 0,1-1,-1 0,0 0,-1-1,0 0,0 0,0 0,-1-1,0 0,0 0,-1 0,0-1,0 1,-1-1,0 0,-1 0,0 0,0 0,-1 0,0-1,-1 1,0 0,0-3,0 11,0 0,0 0,0-1,0 1,0 0,0 0,0-1,0 1,0 0,-1 0,1 0,0 0,-1-1,1 1,-1 0,0 0,1 0,-1 0,0 0,1 0,-1 0,0 0,0 1,0-1,0 0,0 0,0 1,0-1,0 0,0 1,0-1,0 1,0-1,-1 1,1 0,0 0,0-1,0 1,-1 0,1 0,0 0,0 0,0 0,-1 1,1-1,0 0,0 0,0 1,-4 4,0 0,0 0,1 0,0 0,0 1,0 0,1 0,0 0,0 0,1 1,0-1,0 1,0-1,1 1,-1 0,2-1,-1 1,1 0,0 0,1 4,0-4,1 1,0-1,0 0,1 0,0 0,0 0,1-1,-1 1,1-1,1 0,-1 0,1 0,0-1,1 1,-1-1,1-1,0 1,0-1,0 0,1 0,0-1,-1 0,1 0,0 0,4 0,27 9</inkml:trace>
  <inkml:trace contextRef="#ctx0" brushRef="#br0" timeOffset="-190867.843">14586 1204,'-1'17,"2"0,0 0,1 1,1-1,0 0,2 0,3 8,-7-20,1 0,1 0,-1-1,1 1,0-1,0 1,0-1,0 0,1 0,-1 0,1-1,0 1,1-1,-1 0,0 0,1-1,0 1,0-1,-1 0,1 0,0 0,1-1,-1 0,0 0,0 0,3-1,-1 0,1-2,-1 1,0-1,0 0,0 0,0-1,-1 0,1 0,-1 0,0-1,0 0,0-1,0 1,-1-1,1 0,-1 0,-1-1,1 1,-1-1,0 0,0 0,0-1,-1 1,0-1,-1 0,1 0,-1 0,-1 0,1 0,-1 0,0 0,-1-1,0-1,0 9,0 1,-1-1,1 0,0 0,-1 0,1 0,0 0,-1 0,1 0,-1 0,1 0,0 0,-1 0,1 0,-1 0,1 0,0 0,-1 0,1 0,0 0,-1-1,1 1,0 0,-1 0,1 0,0-1,-1 1,1 0,0 0,0-1,-1 7,0-1,1 0,0 1,0-1,1 1,-1-1,1 0,0 1,1-1,-1 0,1 0,0 0,0 0,1 0,0-1,-1 1,1 0,1-1,-1 0,1 0,0 0,0 0,0-1,0 0,0 0,1 0,-1 0,1 0,0-1,0 0,0 0,0 0,1-1,-1 0,0 0,4 0,-3 1,1-1,-1-1,0 1,1-1,-1 0,1 0,-1-1,0 0,1 0,-1-1,0 0,0 0,0 0,0 0,0-1,-1 0,1 0,-1-1,0 0,0 0,0 0,0 0,-1-1,0 0,0 0,0 0,0 0,-1-1,0 1,0-1,0 0,-1 0,2-4,-3 7,0 0,0 0,0-1,0 1,0-1,-1 1,1 0,-1-1,0 1,0-1,0 1,-1-1,1 1,-1-1,0 1,0 0,-1-2,2 5,-1 0,0 0,0 1,0-1,0 0,1 1,-1-1,0 1,0-1,0 1,1-1,-1 1,0-1,1 1,-1 0,1-1,-1 1,1 0,-1-1,1 1,-1 0,1 0,0 0,-1 0,1-1,0 1,0 0,-1 0,1 0,0 0,0 0,0 0,-1 3,0 1,1-1,-1 0,1 0,0 1,0-1,1 0,-1 0,1 1,0-1,0 0,0 0,1 0,-1 0,1 0,0 0,0-1,0 1,1 0,-1-1,1 0,0 1,0-1,0 0,0-1,1 1,-1-1,1 1,-1-1,1 0,0 0,0-1,0 1,0-1,0 0,0 0,2 1,39 9,-1-3</inkml:trace>
  <inkml:trace contextRef="#ctx0" brushRef="#br0" timeOffset="-190491.058">15736 1351,'-9'-10,"-1"0,1 1,-2 1,1-1,-1 1,0 1,-12-6,19 11,-1-1,1 1,-1 0,0 0,0 1,0 0,0-1,0 2,0-1,0 1,-1-1,1 1,0 1,0-1,0 1,0 0,0 0,0 0,0 1,0 0,-4 1,7-1,-1-1,1 1,-1-1,1 1,-1 0,1 0,0 0,0 0,0 1,0-1,0 0,1 1,-1 0,1-1,0 1,-1 0,1-1,0 1,1 0,-1 0,0 0,1 0,0 0,-1 0,1 0,1 0,-1 0,0 0,1 0,-1 0,1 0,0 0,0 0,0-1,0 1,1 0,-1-1,1 1,-1-1,1 1,0-1,0 0,0 0,0 1,1-2,-1 1,0 0,3 1,3 1,0-1,0 1,0-2,0 1,0-1,1 0,-1-1,1 0,-1 0,1-1,-1 0,1-1,-1 0,1 0,-1-1,0 0,1 0,-1-1,0 0,-1 0,1-1,0 0,-1 0,0-1,0 0,0 0,-1-1,0 0,0 0,0 0,-1-1,0 0,0 0,2-4,-7 11,0 1,0-1,1 0,-1 0,0 0,0 1,0-1,1 0,-1 0,0 0,0 0,1 0,-1 0,0 0,1 0,-1 0,0 1,0-1,1 0,-1 0,0 0,1 0,-1-1,0 1,0 0,1 0,-1 0,0 0,-1 17,2-13,1 0,-1 0,1 0,-1 0,2 0,-1-1,0 1,0 0,1-1,0 0,0 1,0-1,0-1,0 1,1 0,-1-1,1 1,0-1,0 0,0 0,0-1,0 1,0-1,0 0,0 0,0 0,1-1,-1 1,0-1,33 7</inkml:trace>
  <inkml:trace contextRef="#ctx0" brushRef="#br0" timeOffset="-189847.633">17233 1204,'19'-7,"0"0,-1 0,0-2,0 0,-1-1,0-1,-1-1,0 0,-1-1,0 0,-1-2,-1 1,11-17,-15 17,-2 0,0 0,0-1,-2 0,0 0,0 0,-1 0,-1-1,-1 0,0 0,-1 0,-1 1,0-1,-1 0,-1 0,-1 0,0 1,-1-1,0 1,-1 0,-1 0,0 0,-2 1,1 0,-4-3,9 12,0 1,0 0,0 0,-1 0,1 1,-1-1,0 0,0 1,-1 0,1 0,-1 0,1 0,-1 0,0 1,0-1,0 1,-1 0,1 1,0-1,-1 1,1 0,-1 0,1 0,-1 0,1 1,-1 0,0 0,1 0,-1 0,1 1,-1 0,0 0,1 0,0 1,-1-1,1 1,0 0,0 0,0 1,0-1,-4 4,-1 8,-1 1,2 1,0 0,1 0,0 1,1-1,1 1,1 1,1-1,0 1,1-1,1 1,0 0,2-1,0 1,2 9,-1-4,1 0,0-1,2 1,1-1,1 0,0 0,2-1,1 0,0 0,1-1,4 3,-7-11,0-2,1 1,0-1,0-1,1 1,0-2,1 1,0-2,0 1,0-1,1-1,0 0,1-1,-1 0,1-1,0 0,0-1,0-1,11 1,42-11,-43-3</inkml:trace>
  <inkml:trace contextRef="#ctx0" brushRef="#br0" timeOffset="-189607.308">17687 1150,'3'9,"-1"-1,2 0,-1 0,2 0,-1 0,1 0,0-1,0 0,1 0,0 0,0-1,0 0,1 0,0 0,0-1,1 0,-1-1,1 0,0 0,1 0,-1-1,0 0,1-1,0 0,0 0,-1-1,1 0,8 0,-12-1,0-1,-1 1,1-1,0 0,-1 0,1 0,-1-1,1 0,-1 0,0 0,0 0,0 0,0-1,0 0,0 0,-1 0,1 0,-1 0,0-1,0 0,0 1,-1-1,1 0,-1-1,0 1,0 0,0 0,-1-1,1 1,-1-1,0 0,-1 1,1-1,-1 0,0 1,0-1,0 0,-1 1,1-1,-1 0,-1 1,1-1,0 1,-2-4,0 4,1 0,-1 0,0 0,0 0,0 0,-1 1,1-1,-1 1,0 0,0 0,0 1,0-1,0 1,0 0,-1 0,1 0,-1 0,0 1,0 0,1 0,-1 0,0 1,0-1,0 1,0 0,1 1,-1-1,-4 2,2-1,-1 0,1 1,-1 0,1 1,0-1,0 1,0 1,0-1,0 1,1 1,-1-1,1 1,0 0,1 0,-1 1,1 0,-4 5,-5 18,7-2</inkml:trace>
  <inkml:trace contextRef="#ctx0" brushRef="#br0" timeOffset="-188772.528">18382 1150,'-5'-1,"-10"-2,1 1,-1 0,0 0,0 2,1 0,-1 0,0 1,0 1,1 1,-1 0,1 1,0 0,0 1,0 1,1 0,-2 2,13-7,0 0,1 0,-1 1,0-1,0 1,1-1,-1 1,1 0,-1 0,1 0,0 0,0-1,0 2,0-1,0 0,0 0,0 0,1 0,-1 0,1 1,0-1,0 0,0 1,0-1,0 0,0 0,0 1,1-1,-1 0,1 0,-1 0,1 1,0-1,0 0,0 0,0 0,1 0,-1-1,0 1,1 0,1 1,7 2,0 1,1-2,-1 0,1 0,0-1,1 0,-1-1,0 0,1-1,-1 0,1-1,-1 0,1-1,-1-1,1 1,9-4,-13 4,0 0,0 0,0-1,0 0,0-1,0 1,0-2,-1 1,0-1,1 0,-1 0,-1-1,1 0,-1-1,0 1,0-1,0 0,-1 0,0-1,0 0,-1 0,0 0,3-6,-7 12,1 0,-1 0,1 0,-1 0,1 0,-1 0,0 0,0 0,0 0,0 0,1-1,-1 1,-1 0,1 0,0 0,0 0,0 0,-1 0,1 0,0-1,-1 1,1 0,-1 0,1 0,-1 1,0-1,1 0,-1 0,0 0,0 0,0 0,1 1,-1-1,0 0,0 1,0-1,0 1,0-1,0 1,0 0,0-1,-1 1,1 0,0-1,0 1,0 0,0 0,0 0,0 0,-1 0,1 1,0-1,0 0,0 0,0 1,0-1,0 1,0-1,0 1,0-1,0 1,0-1,0 1,0 0,0 0,1-1,-1 1,0 0,-1 1,1 0,-1 1,1-1,0 0,0 0,0 1,0-1,0 0,0 1,1-1,-1 1,1-1,0 1,-1-1,1 1,0-1,1 1,-1 0,0-1,1 1,-1-1,1 0,0 1,0-1,0 1,0-1,0 0,1 0,-1 0,0 0,2 1,62 49,-50-43,-6 0,-1-1,-1 1,1 0,-2 1,1 0,-1 0,-1 0,0 1,0 0,-1 0,-1 0,0 0,0 1,-1-1,0 1,-1 0,-1-1,0 1,0 3,1-2,3 16,-1 0,-2 0,-1 1,-1-1,-1 0,-2 0,-1 0,-1-1,-3 7,7-31,0 1,0-1,0 0,-1 0,0 0,1-1,-1 1,-1-1,1 1,0-1,-1 0,1-1,-1 1,0 0,0-1,0 0,-1 0,1 0,0-1,-1 1,1-1,-1 0,1 0,-1-1,0 1,1-1,-1 0,0 0,1-1,-4 0,-6-1,1 0,0-1,-1-1,2 0,-1-1,0 0,1-1,0 0,0-1,0-2,1 2,1-1,0-1,1 0,0 0,0-1,1 0,0 0,1-1,0 0,1 0,0-1,1 0,0 0,-3-11,6 14,0 1,1-1,0 1,0-1,0 0,1 1,1-1,-1 0,2 1,-1-1,1 1,0-1,1 1,0 0,0 0,1 0,0 0,0 0,1 1,0 0,0 0,4-3,13-11,0 2,2 1,0 1,1 0,1 2,7-2,45-29,130-112,-175 131,-20 16,-17 33,0-16,1 1,0 0,0 0,1 0,0 0,0 0,1 1,0-1,0 1,1-1,0 0,0 1,1-1,-1 1,2-1,-1 0,1 1,0-1,1 0,0 0,0 0,0-1,1 1,0-1,0 0,0 0,1 0,0 0,0-1,1 0,3 3,7 0</inkml:trace>
  <inkml:trace contextRef="#ctx0" brushRef="#br0" timeOffset="-188522.07">18797 856,'9'18,"3"6</inkml:trace>
  <inkml:trace contextRef="#ctx0" brushRef="#br0" timeOffset="-188025.249">19358 1177,'-24'-12,"-95"-39,113 49,0 0,-1 1,1-1,0 2,-1-1,1 1,-1 0,1 0,-1 0,1 1,0 0,-1 1,1-1,0 1,0 1,0-1,0 1,0 0,2-1,1 0,-1 0,1 1,0-1,0 1,0 0,0-1,1 1,-1 1,1-1,0 0,0 1,0-1,0 1,0-1,1 1,0 0,0 0,0 0,0 0,0 0,1 0,0 0,0 0,0 0,0 0,0 0,1 0,0-1,0 1,0 0,0 0,1 0,-1-1,1 1,0 0,0-1,0 0,1 0,1 3,9 4,0-1,0-1,1 0,0 0,0-1,1-1,0 0,0-2,1 1,-1-2,1 0,0-1,0 0,9-1,5 2,0-1,0-1,0-1,0-2,0-1,0-2,-1 0,1-2,-1-2,6-3,-32 11,0 0,1 0,0-1,0 1,0-1,-1 0,1 0,-1 0,0-1,1 1,-1-1,0 1,-1-1,1 0,0-1,-1 1,2-3,-4 5,0 1,-1 0,1 0,0-1,-1 1,1 0,0 0,-1 0,1 0,0 0,-1-1,1 1,-1 0,1 0,0 0,-1 0,1 0,-1 0,1 0,0 0,-1 1,1-1,-1 0,1 0,0 0,-1 0,1 0,0 1,-1-1,1 0,0 0,-1 1,1-1,0 0,-1 0,1 1,0-1,0 0,-1 1,1-1,0 0,0 1,0-1,0 1,-1-1,1 0,0 1,0-1,0 0,0 1,0-1,0 1,0-1,0 1,0-1,0 0,0 1,0-1,0 0,1 1,-1-1,0 1,0-1,0 0,2 4,0-1,0 0,0 0,0 0,1 0,-1-1,1 1,0 0,0-1,0 0,0 0,0 0,0 0,1 0,-1-1,0 1,1-1,-1 0,1 0,0 0,-1-1,4 1,2 2,1 0,0-1,0 0,-1-1,2 0,-1-1,0 0,0 0,0-1,0 0,0-1,-1 0,1-1,0 0,-1 0,0-1,1 0,-2-1,1 0,0 0,0-2,-7 4,0 0,1-1,-2 1,1-1,0 0,-1 1,1-1,-1 0,0 0,0 0,-1 0,1 0,-1 0,0 0,0 0,0 0,-1 0,0 0,1 0,-1 0,0 0,-1 0,1 0,-1 0,0 1,0-1,0 1,0-1,0 1,-1 0,0 0,1 0,-1 0,0 0,-1 1,1-1,0 1,-1 0,1 0,-1 0,0 1,0-1,1 1,-1 0,0 0,0 0,-3 0,-6-1,0 0,0 0,1 1,-1 1,0 0,0 1,0 1,0 0,0 0,0 1,1 1,0 0,-1 1,2 0,-1 1,1 0,-1 1,2 0,-1 1,0 1,8-8,1 1,0-1,-1 1,1-1,0 1,0 0,0 0,0 0,0 0,0 0,1 0,-1 1,1-1,-1 1,1-1,0 1,0-1,0 1,0 0,1-1,-1 1,1 0,-1 0,1 0,0-1,0 1,0 0,1 0,-1 0,1-1,-1 1,1 0,0-1,0 1,0 0,0-1,1 0,-1 1,1-1,-1 0,1 1,0-1,2 1,29 15,5-5</inkml:trace>
  <inkml:trace contextRef="#ctx0" brushRef="#br0" timeOffset="-187756.803">20026 695,'-15'-6,"-16"-3,-8 0,-4 4,0 10,3 9,8 10,10 9,11 7,14 7,6-6</inkml:trace>
  <inkml:trace contextRef="#ctx0" brushRef="#br0" timeOffset="-187498.568">20080 1351,'14'14,"11"6,8 3,10-4,9-3,7-6,0-4,-5-8,-12-3</inkml:trace>
  <inkml:trace contextRef="#ctx0" brushRef="#br0" timeOffset="-186669.774">12741 2326,'-5'-1,"-1"0,1 0,-1 1,1 0,-1 0,0 0,1 1,-1-1,1 1,-1 1,1-1,0 1,-1 0,1 0,0 0,0 1,0 0,1 0,-1 0,1 1,0-1,-1 1,2 0,-1 0,0 0,1 1,0 0,0-1,0 1,0 0,1 0,0 0,0 1,0-1,1 0,0 1,0-1,0 3,1-3,1 0,-1 0,1 0,0-1,0 1,1 0,-1-1,1 1,0-1,0 0,1 1,-1-1,1 0,0 0,0-1,1 1,-1-1,1 1,-1-1,1 0,0-1,0 1,0 0,1-1,2 1,4 2,-1-1,1 0,0 0,0-1,0-1,0 0,1 0,-1-1,1-1,5 0,-11 0,0-1,0 0,0-1,0 1,0-1,0 0,0-1,-1 0,1 1,-1-2,1 1,-1-1,0 1,-1-1,1-1,-1 1,1-1,-1 0,-1 0,1 0,-1 0,0 0,0-1,0 0,-1 1,0-1,0 0,0 0,-1 0,0 0,0-1,-1 1,1 0,-1 0,-1-1,1 1,-1 0,0 0,-1 0,1 0,-2-3,1 3,0 0,-1 0,1-1,-1 2,-1-1,1 0,-1 0,0 1,0 0,-1 0,1 0,-1 1,0-1,0 1,-1 0,1 1,-1-1,0 1,0 0,0 0,0 1,-1 0,1 0,-1 1,1-1,-1 1,1 1,-1-1,0 1,1 0,-1 1,0 0,1 0,-1 0,1 1,-1 0,1 0,0 0,0 1,-6 3,8-3,-1-1,1 1,0 0,0 1,0-1,0 1,1-1,-1 1,1 0,0 1,0-1,0 0,1 1,0 0,0-1,0 1,0 0,1 0,-1 0,2 0,-1 1,0-1,1 0,0 0,0 0,0 1,1-1,10 21</inkml:trace>
  <inkml:trace contextRef="#ctx0" brushRef="#br0" timeOffset="-185722.178">13089 1993,'-27'-48,"26"48,0 0,0 0,0 0,0 0,0 1,0-1,0 0,0 1,0-1,0 1,0-1,0 1,0-1,0 1,0 0,0 0,0-1,1 1,-1 0,0 0,1 0,-1 0,1 0,-1 0,1 0,-1 0,1 0,-1 0,1 0,0 0,0 0,0 0,-1 0,1 0,0 0,0 0,0 0,1 1,-1-1,0 0,0 0,1 0,-1 0,-6 252,7-174,-1-54,12 96,-12-120,0 0,0 0,1 0,-1 0,0 0,0 0,1 0,-1 0,1 0,-1 0,1-1,-1 1,1 0,0 0,-1 0,1 0,0-1,0 1,-1 0,1-1,0 1,0-1,0 1,0-1,0 1,0-1,0 0,0 1,0-1,0 0,0 0,0 1,0-1,0 0,0 0,0 0,0-1,0 1,0 0,0 0,0 0,0-1,0 1,0-1,0 1,0 0,0-1,0 0,0 1,0-2,41-40,-36 34,-4 4,1 0,-1 0,1 0,0 0,0 0,1 0,-1 1,1 0,-1 0,1 0,0 0,0 0,1 1,-1 0,1 0,-1 0,1 0,-1 1,1-1,0 1,0 1,-1-1,1 1,0-1,0 1,0 1,0-1,0 1,-1 0,1 0,0 0,2 1,0 4,0-1,-1 1,0 0,0 0,-1 0,1 1,-1 0,-1 0,1 1,-1-1,-1 1,1 0,-2 0,1 0,-1 0,0 0,0 3,-2-9,1 0,-1 0,0 0,0 0,-1 0,1 0,0-1,-1 1,1 0,-1 0,0 0,1 0,-1-1,0 1,0 0,0-1,0 1,-1-1,1 1,0-1,-1 1,1-1,0 0,-1 0,0 0,1 0,-1 0,0 0,1 0,-1 0,0-1,0 1,0-1,-65 10,66-10,-4 1,0-1,0 1,0-1,0 0,0-1,-1 1,1-1,1 0,-1 0,0-1,0 1,0-1,1 0,-1-1,1 1,-2-2,6 3,-1 0,1-1,0 1,0 0,0-1,0 1,0-1,0 1,0 0,1-1,-1 1,0 0,1-1,-1 1,1 0,0 0,-1-1,1 1,0 0,0 0,0 0,-1 0,1 0,0 0,0 0,1 0,-1 1,0-1,0 0,0 0,0 1,1-1,-1 1,0-1,1 1,0-1,82-49,-62 39,-1 0,-1-2,0 0,-1-1,-1-1,0-1,7-8,-12 6,0 0,-1-1,-1 0,-1-1,0 0,-2-1,0 0,-1 0,3-22,23-202,-28 186,-2 30,-4 20,-3 19,-14 61,4 0,2 1,4 0,1 67,5-122,1 1,0-1,2 0,0 0,1 1,0-1,1 0,1-1,1 1,1-1,0 0,1 0,0 0,2-1,-1 0,2-1,0 0,1 0,2 1,-10-12,0 0,1 0,-1 0,0-1,1 0,-1 1,1-1,0 0,0-1,-1 1,1-1,0 1,1-1,-1-1,0 1,0 0,0-1,0 0,1 0,-1 0,0-1,0 1,0-1,1 0,-1 0,0-1,0 1,-1-1,1 0,0 0,0 0,-1 0,1 0,-1-1,0 0,0 0,0 0,0-1,50-133,-53 137,1-1,0 1,0-1,-1 1,1 0,0 0,0-1,-1 1,1 0,0 0,0 0,-1 0,1 0,0 0,0 0,0 0,-1 0,1 1,0-1,0 0,-1 0,1 1,0-1,0 0,-1 1,1-1,0 1,-1-1,1 1,-1-1,1 1,-1-1,1 1,-1 0,1-1,-1 1,1 0,-1-1,0 1,1 0,-1-1,0 1,0 0,1 0,-1-1,0 1,0 0,0 0,0 0,0-1,0 1,0 0,-1 0,1 0,0-1,0 1,0 0,-1 0,1-1,-1 1,1-1,6 29,-6-22,0 0,1 0,0-1,0 1,1 0,0-1,0 1,0-1,1 0,0 0,0 0,0 0,1 0,0-1,0 0,1 1,-1-1,1-1,0 1,0-1,1 0,3 2,13 1,-1-3</inkml:trace>
  <inkml:trace contextRef="#ctx0" brushRef="#br0" timeOffset="-185435.768">13997 2220,'0'0</inkml:trace>
  <inkml:trace contextRef="#ctx0" brushRef="#br0" timeOffset="-185174.431">13476 1993,'7'-3,"13"0,20-2,19-1,17 0,12-1,4 2,-13 2</inkml:trace>
  <inkml:trace contextRef="#ctx0" brushRef="#br0" timeOffset="-184252.253">14212 2287,'74'204,"-74"-202,0 0,0 1,0-1,1 0,-1 0,1 0,-1 0,1 0,0-1,0 1,0 0,0 0,0 0,0-1,0 1,0 0,1-1,-1 1,1-1,-1 0,1 1,0-1,-1 0,1 0,0 0,0 0,0 0,-1-1,1 1,0 0,0-1,0 0,0 1,1-1,-1 0,0 0,0 0,0 0,0 0,8-5,-1-1,0 0,0 0,-1 0,1-1,-2-1,1 1,-1-1,0 0,-1-1,1 0,2-7,9-9,2 8,-8 35,-12-12,0 0,1 1,-1-1,1 0,1 0,-1 1,1-1,0 0,0-1,1 1,-1 0,1-1,1 1,-1-1,1 0,0 0,0 0,0-1,1 1,0-1,1 1,-1-2,0-1,0 1,1-1,-1 0,1 0,-1-1,1 0,0 0,0 0,-1-1,1 1,0-1,0-1,0 1,-1-1,1 0,0 0,-1-1,1 0,-1 0,1 0,-1 0,0-1,0 0,0 0,0-1,0 1,-1-1,0 0,0 0,0 0,0-1,-1 1,1-1,-1 0,0 0,1-4,26-76,-21 163,-7-73,0 0,1-1,-1 1,1-1,0 1,0-1,1 0,-1 0,1-1,0 1,0-1,0 1,0-1,1-1,0 1,-1-1,1 1,0-1,0-1,4 2,105 11,-109-14,-1 0,1 0,-1 0,1-1,-1 0,1 1,-1-2,1 1,-1 0,0-1,1 0,-1 0,0 0,0 0,-1-1,1 0,0 0,-1 0,0 0,1 0,-1-1,-1 1,1-1,0 0,-1 0,0 0,0 0,0 0,0 0,-1-1,1-2,2-18,-1 0,-1-1,-1 1,-2 0,-1-9,1-1,-3 12,-2 31,4-1,1 0,-1 0,1 0,1 0,0 0,0 0,0 1,1-1,0 0,0 0,1 0,-1 0,2 0,-1 0,1-1,0 1,0-1,1 0,0 1,3 2,6 4,2 0,0-2,0 1,1-2,0 0,1-1,0 0,1-1,-1-2,1 1,1-2,-1 0,2-1,-14-3,0 0,-1 0,1-1,-1 1,1-1,0 0,-1 0,1-1,0 0,-1 0,1 0,-1-1,1 0,-1 0,0 0,0-1,0 1,0-1,0 0,-1-1,1 1,-1-1,0 0,0 0,0 0,1-2,6-15,0 1,-2-2,0 1,-1-1,-1 0,-1-1,-1 0,-2 0,0 0,0-18,-2 31,58-603,-58 577,-1 37,0-1,0 1,0-1,0 1,0-1,0 1,-1-1,1 0,0 1,0-1,0 1,-1-1,1 1,0-1,0 0,-1 1,1-1,0 0,-1 1,1-1,0 0,-1 0,1 1,-1-1,1 0,0 0,-1 0,1 1,-1-1,1 0,-1 0,1 0,-1 0,1 0,-1 0,1 0,0 0,-1 0,1 0,-1 0,1 0,-1 0,1 0,-1-1,1 1,0 0,-1 0,1 0,-1-1,1 1,0 0,-1-1,1 1,0 0,-1-1,1 1,0 0,-1-1,1 1,0 0,0-1,-1 1,-16 34,1 1,2 1,1 1,2 0,1 0,-3 32,2-14,2 0,3 0,2 0,3 1,3 21,-1-51,2-1,1 0,1 1,1-2,1 1,2-1,0 0,1 0,1-1,2-1,0 0,13 16,-19-29,0 0,0-1,1 0,0 0,0-1,1 0,0-1,0 1,1-2,0 1,-1-1,2-1,-1 0,11 3,1-6</inkml:trace>
  <inkml:trace contextRef="#ctx0" brushRef="#br0" timeOffset="-184069.912">15214 1979,'16'9,"23"5,26 3,27 1,20-1,11-3,-14-4</inkml:trace>
  <inkml:trace contextRef="#ctx0" brushRef="#br0" timeOffset="-183745.048">15909 2527,'6'8,"0"-1,1-1,0 1,0-1,0 0,1-1,0 1,0-1,0-1,0 0,1 0,0-1,-1 0,1 0,8 1,-11-3,0 0,-1 0,1-1,0 1,0-1,-1-1,1 1,0-1,0 0,-1 0,1 0,0-1,-1 0,0 0,1-1,-1 1,0-1,0 0,0-1,-1 1,1-1,-1 0,0 0,0 0,2-4,-3 5,0-1,-1 0,0 0,0-1,0 1,-1 0,1-1,-1 1,0-1,0 1,-1-1,1 1,-1-1,0 0,0 1,-1-1,1 1,-1-1,0 1,0-1,-1 1,1-1,-1 1,0 0,0 0,0 0,-1 0,0 0,1 0,-1 1,-3-3,1 1,0 0,1 1,-2-1,1 1,0 0,-1 1,0-1,0 1,0 1,0-1,0 1,0 0,-1 0,1 1,-1-1,0 2,1-1,-1 1,1 0,-1 0,0 0,0 2,1-1,0 1,0 0,0 1,1-1,-1 1,1 1,0-1,0 1,0-1,0 1,1 1,-1-1,1 1,0 0,1 0,-1 0,1 0,0 0,-2 6,3-8,1 1,-1-1,1 1,0 0,0 0,0-1,1 1,0 0,-1 0,1 0,0 0,1 0,-1-1,1 1,-1 0,1 0,0 0,1-1,-1 1,1-1,-1 1,1-1,0 0,1 1,-1-1,0 0,1 0,0 0,-1-1,1 1,0-1,1 1,65 23,-30-20</inkml:trace>
  <inkml:trace contextRef="#ctx0" brushRef="#br0" timeOffset="-183475.538">16270 2019,'-13'-4,"-15"-2,-8 2,-5 5,-1 6,6 9,5 8,9 8,10 4,12 6,12 4,5-5</inkml:trace>
  <inkml:trace contextRef="#ctx0" brushRef="#br0" timeOffset="-183191.255">16217 2487,'11'16,"9"7,2 3,6-4,1-5,4-6,2-5,0-5,-4-10,-7-3</inkml:trace>
  <inkml:trace contextRef="#ctx0" brushRef="#br0" timeOffset="-181137.397">17527 2420,'-16'-5,"0"1,-1 0,0 1,0 1,0 1,1 0,-1 1,0 1,0 1,0 0,0 1,1 1,-1 0,1 1,0 1,0 1,-11 6,24-12,0 1,1-1,-1 1,0-1,1 1,0 0,-1 0,1 0,0 0,0 0,0 0,0 1,0-1,1 1,-1-1,1 1,0 0,-1 0,1-1,0 1,1 0,-1 0,0 0,1 0,0 0,0 0,0 0,0 0,0 0,0 0,1 0,0 0,-1 0,1 0,0 0,0 0,1-1,0 2,2 1,1-1,0-1,0 1,0-1,0 0,0 0,1 0,0-1,-1 0,1 0,0 0,0-1,0 0,0 0,0 0,0-1,0 0,5 0,107-23,-102 16,-1 0,-1-1,1 0,-1-1,-1-1,0 0,0 0,-1-2,0 1,-1-2,0 0,-1 0,-1 0,0-1,-1-1,0 0,-1 0,-1 0,0-1,-1 0,-1 0,0 0,-2 0,0-1,0-11,0 1,-2 1,-1-1,-1 1,-1 0,-2-1,0 1,-7-15,11 39,1 0,0-1,0 1,0 0,0 0,-1 0,1 0,-1 0,0 0,0 0,1 0,-1 0,0 1,-1-1,1 0,0 0,0 1,-1-1,1 1,-1-1,1 1,-1 0,0 0,1-1,-1 1,0 0,0 0,0 1,0-1,0 0,0 1,0-1,0 1,0 0,-1-1,0 4,0 0,0 0,0 0,0 1,0-1,1 0,0 1,-1 0,1 0,0 0,1 0,-1 0,0 4,-8 21,2 1,1 1,1-1,1 1,2 0,2 0,0 0,2 0,2 0,0 0,2 0,2-1,1 1,5 10,-8-26,0-1,1-1,1 1,1-1,0 0,0-1,1 0,1 1,-7-10,0 0,0 0,0 0,0 0,0 0,0-1,1 0,-1 1,1-1,0 0,0-1,0 1,0-1,0 0,0 1,0-2,0 1,0 0,0-1,1 0,-1 0,0 0,0-1,0 1,1-1,-1 0,0 0,0-1,0 1,1-2,9-5,-1-2,-1 0,0 0,0-1,-1 0,-1-1,0 0,0-1,-1 0,-1-1,0 0,-1 0,-1 0,0-1,0-3,-3 12,-1 0,1 0,-1 0,-1 0,0 0,1 0,-2 0,1-1,-1 1,0 0,0-1,-2-5,2 11,-1 1,1-1,-1 0,1 0,-1 0,0 1,1-1,-1 0,0 1,0-1,0 1,1-1,-1 1,0-1,0 1,0 0,0-1,0 1,0 0,0-1,0 1,0 0,0 0,0 0,0 0,0 0,0 0,0 1,0-1,0 0,1 0,-1 1,0-1,0 0,0 1,0-1,0 1,0-1,1 1,-1 0,0-1,0 1,1 0,-1-1,0 1,1 0,-1 0,1 0,-1-1,1 1,-1 0,1 0,0 0,0 0,-1 0,1 0,0 0,0 0,0 0,-3 3,1 0,0 0,0 0,1 0,-1 0,1 0,0 1,0-1,0 0,0 1,1-1,0 0,0 1,0-1,0 1,1-1,0 0,-1 1,2-1,-1 0,0 0,1 1,0-1,0-1,0 1,1 0,-1 0,1-1,0 1,0-1,0 0,0 0,0 0,1 0,3 1,-1 1,1-1,0 0,0-1,1 1,-1-1,1-1,0 1,0-1,0-1,0 1,0-1,0-1,0 1,0-1,0-1,0 0,0 0,0 0,0-1,0 0,0-1,-1 0,1 0,-1-1,0 1,0-2,0 1,-1-1,1 0,-1 0,0-1,-1 1,1-1,-1-1,0 1,-1-1,1 0,2-7,6-54,-7 83,-1 0,2 0,0-1,0-1,1 1,1-1,1 0,-1-1,2 0,0-1,0 0,1-1,12 9,-16-14,1 1,0-2,0 1,1-1,-1-1,1 1,0-2,0 1,0-1,0-1,0 0,1 0,-1-1,0-1,0 1,1-2,-1 1,0-1,0-1,0 0,-1 0,1-1,-1 0,0-1,0 0,0 0,-1-1,0 0,0-1,0 0,-1 0,0 0,1-2,9-16,-1-1,-1-1,-2 0,0 0,-2-2,3-12,-12 34,2 5,-8 26,3-18,-11 123,5-1,6 1,6 0,5-1,7 9,-13-104,-1-14,0-1,-2 1,0 0,-2-1,0 1,-2 8,4-26,-1 0,0 0,0 0,0 0,1 0,-1 0,0 1,0-1,0 0,-1 0,1 0,0 0,0 0,-1 0,1 0,0 0,-1 0,1 0,-1-1,1 1,-1 0,0 0,1 0,-1 0,0-1,1 1,-1 0,0-1,0 1,0-1,0 1,0-1,0 1,0-1,1 1,-1-1,0 0,-1 0,1 1,0-1,0 0,0 0,0 0,0 0,0 0,0 0,0 0,0-1,0 1,0 0,0-1,0 1,0 0,0-1,0 0,-4-7,0 0,0-1,1 1,1-1,-1 0,1-1,1 1,0 0,0-1,1 1,0-7,-2-1,-13-138,3-106,7 103,-4-38,10 194,-1 1,1-1,0 0,-1 1,1-1,0 0,0 0,0 1,0-1,1 0,-1 1,0-1,1 0,-1 1,1-1,0 0,-1 1,1-1,0 1,0-1,0 1,0-1,0 1,0 0,0 0,1-1,-1 1,0 0,1 0,-1 0,1 0,-1 1,1-1,-1 0,1 1,0-1,-1 1,1-1,75 32,-56-19,193 101,-214-113,1 0,0 0,0 0,0 0,1 0,-1 1,0-1,0 0,0 1,0-1,0 1,0-1,0 1,0 0,0-1,0 1,0 0,0 0,-1-1,1 1,0 0,0 0,-1 0,1 0,-1 0,1 0,-1 0,1 0,-1 0,0 1,1-1,-1 0,0 0,0 0,0 0,0 0,0 1,0-1,0 0,0 0,0 0,-1 0,1 0,0 1,-1-1,1 0,-1 0,1 0,-1 0,0 0,-8 3,0-1,0-1,0 0,0 0,0-1,-1 0,1 0,0-1,-3-1,-6 2,10-1,-5 1,1 0,0-1,-1 0,1-1,0 0,0-1,-1 0,1-1,1-1,-1 0,-7-3,19 7,-1-1,0 1,1 0,-1 0,0-1,1 1,-1 0,0-1,1 1,-1-1,0 1,1-1,-1 1,1-1,-1 1,1-1,-1 0,1 1,0-1,-1 0,1 1,0-1,-1 0,1 1,0-1,0 0,0 0,0 1,0-1,0 0,0 0,0 1,0-1,0 0,0 0,0 1,0-1,0 0,1 0,-1 1,0-1,1 0,-1 1,0-1,1 1,-1-1,1 0,-1 1,1-1,-1 1,1-1,0 1,-1-1,1 1,0 0,-1-1,1 1,0-1,45-16,-23 13,0 0,1 1,0 1,0 2,-1 0,1 1,0 2,-1 0,1 2,2 1,-16-2,0 1,0 0,0 0,-1 1,1 1,-1-1,-1 1,0 1,4 3,12 11,-21-19,0-1,0 0,0 0,1 0,-1 0,0-1,1 0,0 1,-1-1,1 0,0-1,-1 1,1-1,0 1,0-1,-1 0,1-1,0 1,0-1,-1 1,1-1,0 0,-1 0,1-1,-1 1,1-1,-1 0,0 0,2-1,2-1,-1-1,0 0,1 0,-2 0,1-1,-1 1,0-1,0-1,0 1,-1-1,0 0,0 0,1-6,-3 9,0 0,0 0,-1-1,0 1,0 0,0-1,0 1,-1-1,0 1,0-1,0 1,0 0,-1-1,1 1,-1-1,0 1,-1 0,1 0,-1-1,0 1,0 0,0 0,0 1,-1-1,0 0,1 1,-1 0,-1 0,1-1,0 2,-1-1,1 0,-1 1,0 0,0-1,0 2,0-1,0 0,-1 1,1 0,0 0,-1 0,-1 0,-3 2,1 1,0 0,-1 1,1-1,0 1,1 1,-1 0,0 0,1 0,0 1,0 0,1 1,-1-1,1 1,0 0,1 1,-1 0,1 0,1 0,-1 0,1 1,0-1,1 1,-1 3,2-7,1 0,-1 0,1 0,0 0,0 0,0 0,1 0,-1 0,1 0,0 0,0 0,1 0,-1 0,1 0,0 0,0 0,0 0,1 0,-1 0,1 0,0-1,0 1,0-1,1 1,-1-1,1 0,-1 0,1 0,0 0,1-1,-1 1,0-1,1 0,-1 0,1 0,0 0,2 1,30 6,-1-5</inkml:trace>
  <inkml:trace contextRef="#ctx0" brushRef="#br0" timeOffset="-180875.938">19345 2086,'-20'0,"-10"4,-3 5,3 4,7 5,14 4,16 3,13 4,3-3</inkml:trace>
  <inkml:trace contextRef="#ctx0" brushRef="#br0" timeOffset="-180625.8">19558 2594,'14'7,"14"2,10 0,11-7,6-7,1-9,-10-1</inkml:trace>
  <inkml:trace contextRef="#ctx0" brushRef="#br0" timeOffset="-180254.516">20601 1886,'-1'2,"-1"0,0 1,1-1,0 1,0-1,-1 1,2 0,-1 0,0-1,0 1,1 0,0 0,-1 0,1 0,0-1,0 1,1 0,-1 0,1 0,-1 0,1-1,0 1,0 0,0-1,0 1,1-1,-1 1,1-1,-1 1,1-1,0 0,0 0,0 0,0 0,0 0,1 0,-1-1,0 1,1-1,0 1,-1-1,17 4,0-1,0 0,0-2,0 0,0-1,0-1,1-1,-1 0,0-2,0 0,6-2,-13 3,0 1,0-2,0 1,0-2,0 0,-1 0,1-1,-1 0,0-1,-1-1,1 1,-1-2,-1 1,1-1,-1-1,-1 0,1 0,-2 0,1-1,1-4,-8 12,1-1,-1 1,0-1,0 0,0 1,0-1,-1 0,1 1,-1-1,1 0,-1 0,0 0,0 0,0 1,-1-1,1 0,-1 0,1 1,-1-1,0 0,0 1,0-1,-1 0,1 1,0 0,-1-1,0 1,1 0,-1 0,0 0,0 0,0 0,-1 0,1 0,0 1,-1-1,1 1,-1 0,1 0,-1 0,0 0,1 0,-1 0,0 1,0-1,1 1,-1 0,-2 0,0 2,-1-1,1 1,0 1,0-1,1 1,-1 0,0 0,1 0,0 1,0-1,0 1,0 0,0 0,1 1,0-1,0 1,0 0,-1 3,-39 98,29-30,3 0,3 0,3 1,4 0,3 0,4 0,2-1,11 31,10 160,-27-252,0 0,-1 1,0-1,-1 0,-1 0,-1 0,0 0,-1 0,0 0,-2-1,1 1,-2-1,0 0,-6 10,-8-3</inkml:trace>
  <inkml:trace contextRef="#ctx0" brushRef="#br0" timeOffset="-179841.244">20562 2367,'69'2,"0"3,0 3,-1 4,0 2,19 9,3 11,-86-32,-1 0,1 0,-1 1,0-1,0 1,0-1,0 1,-1 0,1 0,-1 1,0-1,0 0,0 1,0-1,0 1,-1 0,1-1,-1 1,0 0,-1 0,1 0,0 3,-1-6,-1 0,1-1,0 1,0 0,0 0,0 0,0-1,1 1,-1 0,0 0,0-1,0 1,1 0,-1 0,0-1,1 1,-1 0,0-1,1 1,-1 0,1-1,-1 1,1-1,0 1,-1-1,1 1,-1-1,1 1,0-1,0 1,-1-1,1 0,0 0,-1 1,1-1,0 0,0 0,0 0,-1 0,1 0,0 0,0 0,0 0,-1 0,1 0,0 0,0 0,-1-1,1 1,0 0,0-1,-1 1,1 0,0-1,-1 1,1-1,-1 1,1-1,40-30,-34 24,1-1,-1 0,-1-1,0 0,0 0,-1 0,0 0,0-1,-1 0,0 0,-1 0,0-1,-1 1,0-1,-1 1,0-1,0 1,-1-1,-1-7,0 15,-1-1,1 1,-1 0,1 0,-1 0,0 0,0 1,0-1,0 0,-1 1,1 0,-1-1,1 1,-1 0,0 0,0 1,0-1,0 0,0 1,0 0,0 0,-1 0,1 0,0 0,-1 1,1-1,0 1,-1 0,1 0,-1 0,1 1,0-1,-1 1,1 0,0 0,-1 0,1 0,0 0,0 1,0-1,0 1,0 0,1 0,-1 0,0 0,1 1,-1-1,0 3,-33 52,26-28</inkml:trace>
  <inkml:trace contextRef="#ctx0" brushRef="#br0" timeOffset="-178866.945">21431 2554,'8'-30,"-2"-1,-1 1,-1-1,-2 0,-1 0,-3-27,2 54,0-1,0 1,0 0,-1 0,0 0,0 0,0 0,0 0,0 0,-1 0,0 0,0 0,0 1,0-1,0 1,-1 0,0-1,0 1,0 0,0 0,0 1,0-1,-1 1,1 0,-1 0,1 0,-1 0,0 0,-1 1,26 8,249 47,-270-54,3-1,0 1,1 0,-1 0,0 0,0 0,0 1,1-1,-1 1,0 0,0 0,0 0,0 0,0 1,0-1,0 1,-1-1,1 1,0 0,-1 0,0 1,1-1,-1 0,0 1,0-1,0 1,0 0,-1-1,1 1,-1 0,0 0,0 0,0 0,0 1,0-1,-1 0,1 0,-1 2,-14 42,-7 46,21-89,0 0,0-1,1 1,0 0,-1-1,1 1,0-1,1 1,-1-1,1 0,-1 1,1-1,0 0,0 0,1 0,-1 0,0-1,1 1,0 0,0-1,0 0,0 0,0 0,2 1,0 0,1 0,-1 0,0-1,1 1,-1-1,1-1,0 1,0-1,0 0,0-1,0 1,0-1,0 0,0 0,-1-1,1 0,0 0,0 0,0-1,-1 0,1 0,-1 0,1-1,-1 0,0 0,0 0,0-1,0 0,-1 1,0-2,1 1,-1 0,-1-1,1 0,-1 0,0 0,0 0,0 0,1-5,1-5,-1-1,-1 1,0-1,-1 0,-1 0,0 1,-1-1,-1-4,0 68,24 63,-22-107,0-1,0 0,0 0,1 0,0 0,-1 0,1 0,0 0,0-1,1 1,-1-1,0 1,1-1,0 0,-1 0,1 0,0 0,0 0,0-1,0 0,1 1,-1-1,0 0,0-1,1 1,-1 0,0-1,1 0,-1 0,1 0,-1 0,0 0,7-4,-1 0,-1 0,1-1,-1 0,1 0,-1-1,-1 0,1-1,-1 1,0-2,-1 1,0-1,0 1,0-2,-1 1,-1-1,1 1,-1-1,-1-1,0 1,2-6,-4 11,1 1,-1 0,0 0,1 1,-1-1,-1 0,1 0,0 0,-1 0,1 0,-1 0,0 0,0 0,0 0,-1 0,1 0,-1 0,0-2,0 6,0-1,0 0,0 1,0-1,0 0,-1 1,1-1,0 1,0 0,1-1,-1 1,0 0,0 0,0-1,0 1,0 0,1 0,-1 0,0 0,1 0,-1 0,1 0,-1 0,1 0,0 0,-1 0,1 1,0-1,0 0,0 1,-2 3,0 0,1 1,-1-1,2 1,-1-1,0 1,1-1,0 1,1-1,-1 1,1-1,0 1,0-1,1 1,-1-1,1 0,0 0,1 0,-1 0,1 0,0 0,0-1,1 1,-1-1,1 0,0 0,0-1,1 1,-1-1,1 0,-1 0,1 0,0 0,-1-1,0 1,0 0,0-1,0 0,1 0,-1-1,1 1,-1-1,1 0,0 0,-1 0,1-1,0 1,-1-1,1 0,0-1,0 1,-1-1,1 0,-1 0,1-1,0 1,-1-1,0 0,0 0,1 0,-1-1,0 1,-1-1,1 0,0 0,-1-1,0 1,0-1,2-2,-1-7,-1 0,0 0,0 0,-2-1,0 1,0-1,-1 1,-2-13,8 105,-3-70,0 0,1-1,0 1,0-1,1 0,0 0,0-1,1 1,0-1,1 0,-1-1,1 0,1 0,-1 0,1-1,0 0,0 0,0-1,1 0,0-1,3 2,31 8</inkml:trace>
  <inkml:trace contextRef="#ctx0" brushRef="#br0" timeOffset="-178494.051">22968 2568,'3'-6,"-1"-1,0 1,0-1,0 1,-1-1,0 0,0 0,-1 1,0-1,0 0,-1 0,1 0,-2 1,1-1,-1 1,0-1,0 1,0-1,-1 1,0 0,0 0,-1 0,0 1,0-1,0 1,-1 0,1 0,-2 0,3 2,0 1,0-1,-1 1,1 0,0 1,-1-1,1 0,-1 1,1 0,-1 0,0 0,0 0,1 1,-1-1,0 1,0 0,0 0,0 1,1-1,-1 1,0-1,0 1,1 1,-1-1,0 0,1 1,0 0,-1-1,1 1,0 1,0-1,0 0,0 1,0 0,1-1,-1 1,1 0,-1 0,1 1,0-1,1 0,-1 1,0 3,1 0,-1-1,2 1,-1 0,1 0,0 0,0-1,1 1,0 0,0 0,1-1,-1 1,2-1,-1 1,1-1,0 0,0 0,0 0,1 0,0 0,0-1,1 0,-1 0,1 0,0 0,1-1,-1 0,1 0,-1 0,1-1,1 0,-1 0,0-1,1 1,-1-1,1-1,-1 1,1-1,0 0,0-1,0 1,1-1,-2-3,-1 1,0-1,1 0,-1 0,0 0,-1 0,1-1,-1 0,1 0,-1-1,0 1,-1-1,1 1,-1-1,0 0,0-1,0 1,-1 0,0-1,0 0,0 1,-1-1,0 0,0 0,0 0,-1-5,1 23,1 1,0-1,1 0,0 0,1 0,0 0,1-1,0 1,1-1,0 0,1-1,0 0,1 0,0 0,0-1,1 0,1-1,-1 0,1 0,0-1,1 0,4 1,28 20</inkml:trace>
  <inkml:trace contextRef="#ctx0" brushRef="#br0" timeOffset="-176841.442">13035 3396,'-9'-4,"-1"1,0 0,0 0,0 1,0 0,0 0,0 1,-1 1,1 0,0 0,-1 1,1 0,0 1,0 0,0 1,0 0,0 0,1 1,-1 0,1 1,0 0,0 0,1 1,-3 2,4-2,0 0,1 0,0 1,0 0,0 0,0 0,1 1,1-1,-1 1,1 1,1-1,-1 0,1 1,1 0,0 0,0-1,0 6,2-11,0 0,1 0,-1 0,1 0,0 0,0 0,0 0,0 0,1 0,-1 0,1 0,-1-1,1 1,0-1,0 1,0-1,0 0,1 0,-1 0,1 0,-1 0,1 0,0-1,0 1,0 0,81 20,-26-19,0-4,-1-1,1-4,-1-2,0-2,30-11,-52 14,5-1,-1-1,0-2,-1-1,18-10,-55 22,0 0,1 0,-1 0,0-1,0 1,0 0,0 0,0-1,0 1,0-1,0 1,0-1,0 1,0-1,0 1,0-1,0 0,-1 0,1 1,0-1,0 0,-1 0,1 0,-1 0,1 0,0 0,-1 0,0 0,1 0,-1 0,0 0,1 0,-1 0,0 0,0 0,0 0,0-1,0 1,0 0,0 0,-1 0,1 0,0 0,0 0,-1 0,1 0,-1 0,1 0,-1 0,0 0,-9-4,-1 0,0 1,0 1,0 0,0 1,-1 0,1 0,-1 1,1 1,-7 0,10-1,0 0,0 1,0 0,0 1,0 0,0 0,1 0,-1 1,0 0,1 1,-1 0,1 0,0 0,0 1,0 0,0 0,1 1,0 0,0 0,0 1,0-1,1 1,0 0,0 1,1-1,0 1,0 0,0 0,1 0,-2 5,5-8,-1 0,1 0,0-1,0 1,0 0,1 0,-1-1,1 1,0 0,0 0,0-1,0 1,1-1,-1 1,1-1,0 0,0 0,0 0,1 0,-1 0,1 0,-1 0,1-1,0 1,0-1,0 0,1 0,-1 0,0 0,1-1,-1 1,2-1,5 3,1 0,0-1,0 0,0-1,0 0,0-1,0 0,0-1,0 0,7-1,-8 0,0-1,0 0,0 0,0-1,0 0,-1-1,0 0,1 0,-1-1,-1 0,1-1,-1 0,0 0,0-1,-1 0,0 0,0-1,-1 0,1 0,-2 0,1-1,-1 0,-1 0,0 0,0-1,-1 1,0-1,0 0,-1 0,0 0,-1 0,0-7,-12-9,11 26,0-1,-1 1,1 0,-1 0,1-1,0 1,-1 0,1 0,-1 0,1 0,-1 0,1-1,-1 1,1 0,0 0,-1 0,1 0,-1 0,1 1,-1-1,1 0,-1 0,1 0,-1 0,1 0,0 1,-1-1,1 0,-1 0,1 1,0-1,-1 0,1 0,0 1,-1-1,1 0,0 1,-1-1,1 1,0-1,0 0,0 1,-1-1,1 1,0-1,0 1,0-1,0 1,0-1,0 1,0-1,0 0,0 1,0 0,-3 7,1 0,0 0,0 0,1 1,0-1,0 1,1-1,1 0,-1 1,1-1,0 1,1-1,0 0,0 0,1 0,0 0,1 0,-1-1,2 1,-1-1,1 0,0 0,0-1,1 1,-1-1,2-1,-1 1,1-1,-1 0,1 0,1-1,-1 0,1 0,-1-1,1 0,0 0,0-1,1 0,-1 0,0-1,6 1,-7-3,-1 0,1 0,0 0,-1-1,1 0,-1 0,0-1,1 0,-1 0,0 0,-1-1,1 0,-1 0,1 0,-1 0,-1-1,1 0,-1 0,1-1,-1 1,-1-1,1-1,4-6,-1-1,0 1,-1-1,-1 0,0-1,-1 1,-1-1,0 0,-1-7,-3-10,-8 43,6-5,0 1,1-1,0 0,0 1,0-1,1 1,0 0,0 0,1-1,0 1,0 0,1 0,-1-1,1 1,1 0,-1-1,1 1,1-1,-1 0,1 1,0-1,0 0,1-1,0 1,0-1,0 1,0-1,1 0,0-1,0 1,1-1,-1 0,1 0,0-1,0 0,0 0,1 0,0-1,0 0,1-1,-1 1,0-2,1 1,-1-1,0 0,1 0,-1-1,0 0,0 0,1-1,-1 1,0-2,0 1,-1-1,1 0,0-1,-1 1,0-1,0-1,0 1,0-1,-1 0,0 0,0 0,0-1,-1 0,0 0,0 0,0-1,-1 1,0-1,0 0,0 1,-1-2,0 1,-1 0,1 0,-1 0,-1-1,0 1,0-1,-9-15,9 23,0 0,-1 0,1 0,0 0,-1-1,1 1,0 0,-1 0,1 0,-1 0,1 0,0 0,-1 0,1 0,0 0,-1 0,1 0,0 0,-1 0,1 0,0 0,-1 1,1-1,0 0,-1 0,1 0,0 0,-1 1,1-1,0 0,0 0,-1 1,1-1,0 0,0 0,-1 1,1-1,0 0,0 1,0-1,0 0,-1 1,1-1,0 0,0 1,0-1,0 1,0-1,0 0,0 1,0-1,0 0,0 1,0-1,0 0,0 1,1-1,-1 0,0 1,0-1,0 1,0 3,-1 0,1 1,0-1,1 1,-1-1,1 0,0 1,0-1,0 0,0 0,1 0,0 0,0 0,0 0,0 0,0 0,1-1,0 1,0-1,0 0,0 0,0 0,0 0,1 0,0-1,-1 0,3 2,8 4,0-1,1 0,-1-1,1 0,0-2,16 4,14 0</inkml:trace>
  <inkml:trace contextRef="#ctx0" brushRef="#br0" timeOffset="-176515.513">14746 3557,'-68'38,"67"-37,-1 1,1-1,-1 1,1-1,0 1,0 0,0 0,-1 0,2-1,-1 1,0 0,0 0,1 0,-1 0,1 1,-1-1,1 0,0 0,0 0,0 0,0 0,0 0,0 0,1 1,-1-1,1 0,0 0,-1 0,1 0,0-1,0 1,0 0,0 0,2 1,4 3,0 0,0 0,1-1,0 0,0-1,0 0,0 0,1 0,0-1,0-1,-1 1,2-2,-1 1,0-1,0 0,0-1,0 0,1-1,-1 0,8-1,-14 1,0 1,-1 0,1-1,0 0,0 0,-1 0,1 0,-1 0,1 0,-1 0,1-1,-1 0,0 1,1-1,-1 0,0 0,0 0,-1 0,1 0,0-1,-1 1,1 0,-1-1,0 1,0-1,0 0,0 1,0-1,0 0,-1 0,1 1,-1-1,0 0,0 0,0 0,0 0,-1 1,1-1,-1 0,1 0,-1 1,-1-2,-4-6,0 1,-1 0,-1 0,1 0,-1 1,-1 1,1-1,-1 1,-1 1,1 0,-1 0,0 1,-1 0,1 0,-1 1,0 1,0 0,0 0,0 1,0 1,-1 0,-9 0,14 1,3-1,1 0,-1 1,1-1,-1 1,0 0,1 0,-1 1,1-1,-1 1,0-1,1 1,-1 0,1 1,0-1,-3 2,6-3,0 1,0-1,0 1,0-1,0 1,0-1,0 1,0-1,0 1,0-1,0 1,0-1,1 1,-1-1,0 0,0 1,1-1,-1 1,0-1,1 0,-1 1,0-1,1 0,-1 1,0-1,1 0,-1 1,1-1,-1 0,0 0,1 0,-1 1,1-1,-1 0,1 0,-1 0,1 0,-1 0,1 0,-1 0,1 0,-1 0,1 0,-1 0,1 0,25 5,5-2</inkml:trace>
  <inkml:trace contextRef="#ctx0" brushRef="#br0" timeOffset="-175915.972">15081 3476,'9'4,"-1"-1,1 2,0-1,-1 1,0 0,-1 1,1 0,-1 0,0 1,0-1,-1 2,0-1,0 1,-1 0,0 0,0 0,-1 1,0-1,3 9,20 33,-25-47,0 0,0 0,0 0,1 0,-1-1,1 1,0 0,-1-1,1 0,0 0,1 0,-1 0,0 0,0-1,1 1,-1-1,1 0,0 0,-1 0,1-1,0 1,-1-1,1 0,0 0,-1 0,1 0,0-1,-1 1,1-1,0 0,-1 0,6-2,-1-1,1 0,-1 0,0 0,-1-1,1 0,-1 0,0-1,0 0,0 0,-1-1,2-2,52-86,-60 94,1 1,-1 0,1-1,-1 1,1 0,-1 0,1-1,0 1,-1 0,1 0,-1 0,1 0,-1 0,1 0,0 0,-1 0,1 0,-1 0,1 0,-1 0,1 0,-1 0,1 0,0 1,-1-1,1 0,-1 0,1 1,-1-1,1 0,-1 1,0-1,1 0,-1 1,1-1,-1 1,0-1,1 1,-1-1,0 1,0-1,1 1,-1-1,0 1,0-1,0 1,0-1,1 1,-1-1,0 1,0 0,0-1,0 1,0-1,0 1,-1-1,1 1,0 0,0-1,0 1,3 8,2-1,1 0,0-1,0 1,0-1,1-1,0 1,0-1,1 0,0 0,0-1,0 0,1-1,-1 0,1 0,0-1,0 0,1 0,-1-1,1-1,-1 1,1-2,-1 1,1-1,-1 0,1-1,-1 0,1-1,-1 0,9-3,-12 3,0 1,0-1,0-1,0 1,0-1,0 0,-1 0,0-1,1 1,-1-1,-1 0,1-1,-1 1,1-1,-1 0,-1 0,1 0,-1-1,1 1,-2-1,1 1,-1-1,1 0,-2 0,1-1,0-4,-3 19,0 1,0-1,1 0,0 1,0-1,1 1,0-1,1 0,0 1,0-1,1 0,0 0,0 0,1-1,0 1,0-1,1 0,0 0,0-1,0 1,1-1,0 0,1 0,-1-1,1 0,2 1,13 2</inkml:trace>
  <inkml:trace contextRef="#ctx0" brushRef="#br0" timeOffset="-175641.87">15963 3223,'-5'18,"4"11,6 6,2-1</inkml:trace>
  <inkml:trace contextRef="#ctx0" brushRef="#br0" timeOffset="-175176.845">16484 3557,'-6'-4,"-2"0,1 0,0 1,-1 0,1 0,-1 1,0-1,0 2,0-1,0 1,0 1,0-1,0 2,-1-1,1 1,0 0,0 0,0 1,0 0,1 1,-1 0,1 0,-1 0,1 1,0 0,0 1,1-1,-1 1,1 1,-5 4,9-7,0 0,0 0,1 0,-1 0,1 0,-1 0,1 0,0 0,0 1,1-1,-1 0,1 1,-1-1,1 0,0 1,0-1,1 0,-1 1,1-1,-1 0,1 1,0-1,1 0,-1 0,0 0,1 0,0 0,-1 0,1 0,1 0,-1-1,0 1,0-1,1 0,0 0,-1 1,1-2,0 1,0 0,2 0,11 6,0-2,1 0,0-1,0-1,0 0,0-1,1-1,-1-1,1 0,-1-1,1-1,-1-1,1-1,-1 0,0-1,0-1,0 0,15-8,-21 9,0-1,0 0,0-1,-1 0,0 0,0-1,0-1,-1 0,0 0,0 0,-1-2,-10 14,0 0,0 0,0 0,1 0,0 0,0 0,0 0,0 0,0 0,1 0,0 1,0-1,0 0,0 0,1 0,0 0,0 1,0-1,0 0,0 0,1 0,0-1,0 1,0 0,0-1,1 1,1 1,1-2,0 1,1-1,0 0,0-1,0 0,0 0,0 0,0 0,1-1,-1 0,0-1,1 1,-1-1,1 0,-1-1,1 0,-1 0,0 0,0-1,1 1,-1-1,0-1,0 0,-1 1,1-2,-1 1,1-1,-1 1,0-1,0-1,-1 1,1-1,-1 0,0 0,0 0,-1 0,0-1,2-2,-2 3,0 0,-1 0,1 0,-1-1,0 1,0-1,-1 0,1 1,-1-1,0 0,-1 0,0 0,0 1,0-1,0 0,-1 0,0 0,0 1,-1-1,0 0,0 1,0 0,0-1,-1 1,0 0,0 0,0 0,-1 1,0-1,0 1,0 0,0 0,-1 0,1 0,-1 1,0 0,0 0,0 0,-4-1,0 3,1 0,0 0,-1 0,1 1,-1 1,1-1,0 1,-1 1,1 0,0 0,0 0,0 1,0 0,0 1,1 0,0 0,0 0,0 1,0 0,0 1,1-1,0 1,0 0,1 1,0 0,-5 7,9-12,-1 0,0 0,1 1,0-1,-1 1,1-1,0 1,0 0,1 0,-1-1,0 1,1 0,0 0,0-1,0 1,0 0,0 0,0 0,1 0,-1-1,1 1,0 0,0-1,0 1,0 0,0-1,0 1,1-1,0 0,-1 1,1-1,0 0,0 0,0 0,0 0,0 0,1-1,-1 1,0-1,3 2,30 9,1-4</inkml:trace>
  <inkml:trace contextRef="#ctx0" brushRef="#br0" timeOffset="-174925.008">16939 3129,'-14'-3,"-11"0,-6 5,0 6,6 7,6 5,12 4,13 4,13 5,9 3,8 3,-3-6</inkml:trace>
  <inkml:trace contextRef="#ctx0" brushRef="#br0" timeOffset="-174738.51">17086 3610,'18'13,"15"6,12-7,10-6,9-9,-8-5</inkml:trace>
  <inkml:trace contextRef="#ctx0" brushRef="#br0" timeOffset="-174442.808">18783 3517,'5'22,"1"22,2 21,2 18,4 13,2 10,-2 6,-4 0,-3-8,-7-13,-8-17,-6-21,-4-20,0-15</inkml:trace>
  <inkml:trace contextRef="#ctx0" brushRef="#br0" timeOffset="-173960.913">18717 3944,'-1'-62,"-1"22,3-1,1 1,6-30,-8 66,1 0,0 0,0 0,0 0,0 1,0-1,1 0,0 1,0-1,0 1,0 0,0-1,1 1,-1 0,1 0,0 1,0-1,0 1,0-1,0 1,0 0,1 0,-1 0,1 1,0-1,-1 1,1 0,0 0,0 0,0 0,0 1,0 0,2 0,12 1,0 1,-1 1,1 1,-1 1,1 0,-1 1,-1 1,1 0,-1 1,-1 1,1 1,-2 0,9 7,-22-16,1 0,-1-1,1 1,0 0,-1 0,1 0,-1 0,0 0,1 0,-1 0,0 1,0-1,0 0,0 1,0-1,0 1,0-1,0 1,0 0,-1-1,1 1,-1 0,1-1,-1 1,0 0,0 0,0-1,0 1,0 0,0 0,0-1,0 1,-1 0,1 0,-1-1,1 1,-1 0,0-1,1 1,-1-1,0 1,0-1,0 1,0-1,0 0,-1 1,1-1,-1 0,-12 6,0 0,-1-2,0 0,-1 0,1-1,-1-1,1-1,-1 0,0-1,0-1,0 0,-9-2,9-4,34-3,188-20,-162 26,0-1,-1-3,1-1,33-13,-27-3,-49 23,0 0,0 1,0-1,1 0,-1 0,0 0,0 0,0 0,0 0,-1 0,1 0,0 0,0-1,-1 1,1 0,0 0,-1-1,1 1,-1 0,0-1,1 1,-1-1,0 1,0 0,0-1,0 1,0-1,0 1,-1 0,1-1,0 1,-1-1,1 1,-1 0,1-1,-5-1,0-1,0 0,0 1,0 0,0 0,-1 1,1-1,-1 1,0 0,1 1,-1 0,0-1,0 2,0-1,0 1,0 0,0 0,-3 1,2-1,0 1,0-1,0 2,0-1,0 1,0 0,0 0,0 1,1 0,0 0,-1 1,-2 2,7-5,0 0,0 1,0-1,1 1,-1 0,0-1,1 1,-1 0,1 0,-1 0,1 0,0 0,0 1,0-1,0 0,0 0,1 1,-1-1,1 0,-1 1,1-1,0 1,0-1,0 1,0-1,1 0,-1 1,1-1,-1 1,1-1,0 0,0 0,0 1,0-1,0 0,0 0,2 2,9 7,0 0,0-1,1 0,1-1,0 0,0-1,0-1,1 0,0-1,0-1,1 0,0-1,-1-1,1 0,7-1,55 12</inkml:trace>
  <inkml:trace contextRef="#ctx0" brushRef="#br0" timeOffset="-173447.027">20348 3690,'7'-19,"2"0,0 1,2 0,0 0,0 1,2 0,0 1,11-9,-24 25,0 1,0 0,0-1,0 1,0 0,0-1,0 1,0 0,0-1,1 1,-1 0,0-1,0 1,1-1,-1 1,0-1,1 1,-1-1,1 1,-1-1,1 1,-1-1,1 1,-1-1,1 0,-1 1,1-1,0 0,-1 1,1-1,0 0,-1 0,1 0,0 1,-1-1,1 0,0 0,-1 0,1 0,0 0,-1 0,1-1,-1 1,1 0,0 0,-1 0,1-1,0 1,-1 0,1 0,-1-1,1 1,-1-1,1 1,-1-1,1 1,-1 0,1-1,-1 0,1 1,-1-1,0 1,1-1,-1 1,0-1,-9 175,33 50,-22-198,-2-7</inkml:trace>
  <inkml:trace contextRef="#ctx0" brushRef="#br0" timeOffset="-173264.452">20414 3931,'16'-7,"15"-2,10-2,8 1,2 2,0 3,-7 2,-11 1</inkml:trace>
  <inkml:trace contextRef="#ctx0" brushRef="#br0" timeOffset="-173030.244">20080 3156,'2'2,"4"8,2 9,7 7,6 8,7 1,0-5</inkml:trace>
  <inkml:trace contextRef="#ctx0" brushRef="#br0" timeOffset="-172511.268">20575 3156,'2'13,"8"15,13 10,15 9,7 2,-4-6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45.6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342 507,'-9'-7,"0"1,0 0,-1 0,1 1,-1 1,0 0,-1 0,1 1,-1 0,0 0,1 2,-1-1,0 1,0 1,0 0,0 0,0 1,0 1,0 0,1 0,-1 1,1 0,-1 1,1 0,0 1,1 0,-1 0,-4 5,10-7,1 0,-1 0,1 1,0 0,0-1,1 1,-1 0,1 0,0 0,0 1,0-1,1 0,-1 1,1-1,0 1,0-1,1 1,-1 0,1-1,0 1,1 0,-1-1,1 1,0 0,0-1,0 1,0-1,1 1,0-1,0 0,0 0,0 0,1 0,0 0,-1 0,1-1,1 1,-1-1,0 0,1 0,0 0,0-1,0 1,0-1,0 0,0 0,2 1,1-1,1 0,-1-1,1 0,-1 0,1-1,-1 1,1-2,0 1,-1-1,1 0,-1-1,0 1,1-2,-1 1,0-1,0 0,0 0,-1-1,1 0,-1 0,0-1,0 1,0-1,-1-1,1 0,8-8,-1-1,0-1,-1 0,-1-1,-1 0,0 0,-2-1,1 0,-1-4,3-16,-1 0,-2-1,-2 0,-1 0,-2 0,-2-1,-1 1,-3-1,-2-10,-12-9,17 58,-1 1,0 0,0 0,0 0,0 0,0-1,0 1,0 1,0-1,0 0,0 0,0 0,0 0,1 1,-1-1,0 0,0 1,0-1,0 1,0-1,1 1,-1-1,0 1,1 0,-1-1,0 1,1 0,-1-1,1 1,-1 0,1 0,-1 0,1 0,-1-1,1 1,0 0,0 0,-1 0,1 0,0 0,-11 25,2 1,0 0,2 1,1 0,1 0,1 0,1 17,-2-1,2 0,2 0,2 0,2 0,2-1,2 7,-6-42,0-1,1 0,0 0,0 0,0 0,1 0,0 0,0-1,1 1,-1-1,2 0,-1 0,1 0,-1-1,1 0,1 0,-1 0,1 0,0-1,0 0,0 0,1 0,-1-1,1 0,0-1,0 1,0-1,0-1,0 1,1-1,-1 0,6-1,-4-1,0-1,-1 0,1 0,0-1,-1 0,1-1,-1 1,0-2,0 1,-1-1,1 0,-1-1,0 0,-1 0,1 0,-1-1,0 0,-1 0,0-1,0 0,2-4,0 0,-1-1,0 1,-1-1,0-1,-1 1,-1-1,0 0,0 0,-2 0,0 0,0 0,-1 0,-2-8,-13-26,15 47,-1 0,1 1,-1-1,1 0,0 0,-1 0,1 1,-1-1,0 0,1 1,-1-1,0 0,1 1,-1-1,0 1,0-1,1 1,-1-1,0 1,0 0,0-1,0 1,1 0,-1 0,0 0,0 0,0 0,0-1,0 2,0-1,0 0,0 0,1 0,-1 0,0 0,0 1,0-1,0 0,0 1,1-1,-1 1,0-1,0 1,1-1,-1 1,0 0,1-1,-1 1,0 0,1 0,-5 5,1 1,0-1,0 1,1 1,0-1,0 0,1 1,0-1,0 1,1 0,0 0,0 0,1 5,-1-7,0 1,1 0,0 0,0 0,1-1,-1 1,2 0,-1 0,1-1,0 1,0-1,1 1,-1-1,1 0,1 0,-1 0,1-1,0 1,1-1,-1 0,1 0,0 0,0-1,1 0,-1 0,1 0,0-1,0 1,0-1,10 2,0 1,1-2,-1 0,1-1,0-1,0 0,9-1,50-1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46.0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121 576,'131'-251,"-101"207,-29 44,0 0,-1 0,1 0,-1 1,1-1,0 0,-1 0,1 1,-1-1,1 0,-1 1,1-1,-1 0,1 1,-1-1,1 1,-1-1,0 1,1-1,-1 1,0-1,1 1,-1-1,0 1,0-1,1 1,-1 0,0-1,0 1,0 0,0-1,0 1,0-1,0 1,0 0,0-1,0 1,0-1,0 1,0 0,-1-1,1 1,0-1,-1 1,-28 159,16-111,-7 38,5 0,-1 38,12-84,0-9</inkml:trace>
  <inkml:trace contextRef="#ctx0" brushRef="#br0" timeOffset="250.018">108 843,'2'3,"3"2,6 1,5-1,6-1,9-2,11-2,7-5,4-3,0-3,-6-1,-12 1</inkml:trace>
  <inkml:trace contextRef="#ctx0" brushRef="#br0" timeOffset="579.151">1 1,'0'13,"4"12,7 8,7 6,9 0,3-1,-3-8</inkml:trace>
  <inkml:trace contextRef="#ctx0" brushRef="#br0" timeOffset="836.464">535 14,'-6'-5,"-4"4,4 10,4 16,10 16,12 14,13 6,6-1,-3-10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42.3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0 378,'9'61,"2"-1,2-1,14 36,-19-68,0 0,2 0,0-1,2 0,1-1,1 0,8 9,13-4,-34-30,0 1,0-1,0 0,0 0,0 1,0-1,0 0,0 0,0 0,0 0,0 0,0 0,0-1,0 1,0 0,0 0,0-1,0 1,0-1,0 1,0-1,0 1,-1-1,1 1,0-1,0 0,0 0,-1 1,1-1,0 0,-1 0,1 0,-1 1,1-1,-1 0,1 0,-1 0,0 0,0 0,1-1,4-15,-1-1,0 0,-1-1,-1 1,-1 0,-1-1,-1-8,2 2,1-133,-2 155,0 0,0 0,0 0,0 0,1 0,-1 1,1-1,0 0,0 0,0 0,0 1,0-1,0 0,1 1,0-1,-1 1,1 0,0-1,0 1,0 0,0 0,1 0,-1 1,0-1,1 0,-1 1,1 0,0-1,0 1,0 0,3 1,-1 0,1 1,0-1,0 1,-1 1,1-1,0 1,-1 0,0 0,1 0,3 3,30 16</inkml:trace>
  <inkml:trace contextRef="#ctx0" brushRef="#br0" timeOffset="944.959">669 752,'0'-3,"-2"-5,1 0,-1 0,0 1,-1-1,0 0,0 1,-1 0,0 0,0 0,0 0,-1 1,0-1,-1 1,1 0,-1 1,0-1,0 1,-4-2,6 7,0 0,-1 0,1 0,0 1,-1 0,1-1,0 2,0-1,0 0,-1 1,1-1,1 1,-1 0,0 1,0-1,1 1,0-1,-1 1,1 0,0 0,0 1,1-1,-1 0,1 1,-1 0,1 0,0-1,1 1,-1 1,-4 3,1 1,1 0,-1 0,2 1,-1-1,1 1,0-1,1 1,0 0,1 0,0 0,1 0,0 0,1 8,-1-15,1-1,0 1,0 0,0 0,0-1,1 1,-1-1,1 1,-1-1,1 0,0 1,0-1,0 0,0 0,0-1,1 1,-1 0,0-1,1 1,0-1,-1 0,1 0,0 0,-1 0,1 0,0 0,0-1,0 1,0-1,-1 0,1 0,0 0,3-1,3 1,-1-1,1-1,0 0,0 0,-1 0,1-1,-1 0,0-1,0 0,4-3,-3 1,0 0,-1-1,0 0,-1 0,1-1,-2 1,1-2,-1 1,0-1,0 0,-1 0,-1-1,1 1,-2-1,1 0,0-6,-4-3,0 19,-1 1,1-1,0 0,0 0,0 0,0 1,0-1,0 0,0 0,0 0,0 1,-1-1,1 0,0 0,0 0,0 0,0 0,-1 1,1-1,0 0,0 0,0 0,0 0,-1 0,1 0,0 0,0 0,0 0,-1 0,1 0,0 0,0 0,-1 0,1 0,0 0,0 0,0 0,-1 0,1 0,0 0,0 0,0 0,-1 0,1 0,0 0,0-1,0 1,0 0,-1 0,1 0,0 0,0 0,0-1,0 1,0 0,0 0,-1 0,1-1,0 1,0 0,-3 8,0-1,1 1,-1 0,2 0,-1 0,1 0,0 0,1 0,0 0,0 0,1 1,0-1,0 0,1 0,0 0,0-1,4 9,-4-12,1 1,0-1,0 0,0 0,0 0,0 0,1 0,0 0,0-1,0 0,0 0,0 0,1-1,-1 1,1-1,0 0,-1 0,1 0,0-1,0 0,0 0,0 0,0-1,1 1,-1-1,0 0,1-1,3 0,0 0,0-1,-1 0,1 0,-1-1,1 0,-1-1,0 1,0-2,0 1,-1-1,0 0,0-1,0 1,3-4,1-5,0 0,-1 0,0-1,-1 0,-1 0,-1-1,0 0,-1-1,0 0,-1 1,0-10,20-194,-22 155,-2 0,-3 0,-4-1,-4-11,9 69,0-1,-1 1,0-1,-1 1,0 0,0 0,-1 0,0 1,0-1,-1 0,4 7,-1 0,0 0,0 0,1 1,-1-1,0 0,0 1,0-1,0 1,0 0,0-1,0 1,0 0,0 0,0 0,0 1,0-1,0 0,0 1,0-1,0 1,0 0,1-1,-1 1,0 0,0 0,1 0,-1 1,0-1,1 0,-1 1,1-1,0 1,-1-1,1 1,0-1,0 1,0 0,0 0,0 0,1-1,-1 1,0 0,1 0,0 0,-1 2,-12 26,2 1,1 1,1-1,1 2,2-1,2 1,1 0,1 30,0-22,1 1,3-1,2 0,1 0,2-1,2 1,1-2,2 1,15 29,-24-60,0-1,1 0,1 1,-1-2,1 1,1 0,-1-1,1 0,0-1,1 1,0-1,0 0,0-1,0 0,1 0,0 0,0-1,1 0,-1-1,1 0,-1 0,1-1,0 0,0 0,0-1,0 0,0-1,1 0,-1-1,6 0,-8 0,-1-1,0 1,0-1,1 0,-2-1,1 1,0-1,0 0,-1-1,1 1,-1-1,0 0,-1 0,1-1,-1 1,1-1,-1 0,-1-1,1 1,1-4,-12 34,7-22,0 1,0 0,0 0,1 0,0 0,0 0,0 0,0 0,0-1,1 1,0 0,0-1,0 1,0-1,0 0,1 0,0 0,-1 0,1 0,0 0,0-1,0 0,1 1,-1-1,1 0,-1-1,1 1,0-1,-1 1,3-1,-1 1,-1 0,1-1,1 1,-1-1,0-1,0 1,0-1,0 0,1 0,-1 0,0-1,0 1,0-1,0-1,0 1,0-1,0 0,0 0,0 0,-1-1,1 1,-1-1,2-1,0-5,-1 1,1-1,-2 0,1 0,-1-1,0 1,-1-1,0 0,-1 0,0 0,-1 0,0 0,0 0,-1 0,0-1,-1 1,0 0,-1 0,0 0,0 0,-4-9,2 7,-1 0,1 0,-2 1,0 0,0 0,-1 1,0-1,-1 2,-3-5,9 12,-1-1,1 0,-1 1,1 0,-1-1,0 1,0 0,0 0,0 1,0-1,0 1,-1-1,1 1,0 0,-1 0,1 1,-1-1,1 1,-1 0,0-1,1 2,-1-1,1 0,-1 1,1-1,-1 1,1 0,0 0,-1 1,1-1,0 1,0-1,0 1,-3 2,-2 3,0 1,0 0,1 0,0 1,0 0,1 0,0 1,1-1,0 1,1 0,-1 1,2-1,0 1,0 0,1 0,0 0,1 0,0 0,1 0,0 0,1 0,1 6,-1-12,1 1,-1-1,1 1,1-1,-1 1,1-1,0 0,0 0,0 0,1-1,-1 1,1-1,0 0,1 0,-1 0,31 21</inkml:trace>
  <inkml:trace contextRef="#ctx0" brushRef="#br0" timeOffset="1840.101">1926 806,'-4'-116,"4"114,0 0,-1 0,1 0,-1 0,0 0,0 0,0 0,0 0,0 0,0 0,0 0,0 1,-1-1,1 1,-1-1,1 1,-1-1,0 1,0 0,1 0,-1 0,0 0,0 0,0 0,0 0,0 0,0 1,0 0,-1-1,1 1,0 0,0 0,0 0,-1 0,-3 0,0 1,0 0,0 1,0-1,1 1,-1 0,0 1,1-1,-1 1,1 0,-3 3,-4 2,1 2,0-1,0 2,1-1,1 1,-1 1,2 0,0 0,0 1,1-1,1 2,0-1,1 1,0 0,1 0,3-10,0 0,0-1,1 1,-1 0,1-1,0 1,0 0,0 0,1-1,-1 1,1 0,0 0,0-1,0 1,1-1,-1 1,1-1,-1 0,1 1,1-1,-1 0,0 0,1 0,-1-1,1 1,0-1,0 1,0-1,0 0,0 0,0 0,1 0,-1-1,3 1,5 1,-1-1,1 0,-1-1,1 0,-1-1,1 0,0 0,-1-1,1-1,0 0,-1 0,0-1,0-1,0 0,0 0,0 0,-1-1,0-1,0 0,0 0,-1-1,1 0,-2 0,1-1,-1 0,0 0,-1 0,0-1,0 0,-1-1,0 1,-1-1,0 0,1-6,-2-29,-4 45,1-1,0 1,-1 0,1-1,-1 1,1-1,0 1,-1 0,1-1,-1 1,1 0,-1-1,0 1,1 0,-1 0,1 0,-1-1,1 1,-1 0,0 0,1 0,-1 0,0 0,1 0,-1 0,1 0,-1 0,0 1,1-1,-1 0,1 0,-1 0,1 1,-1-1,1 0,-1 1,1-1,-1 0,1 1,-1-1,1 1,-1-1,1 0,0 1,-1-1,1 1,0 0,-1-1,1 1,0-1,0 1,0-1,-1 1,1 0,0-1,0 1,0-1,0 1,0 0,0-1,0 1,-2 3,-1 0,1 1,0-1,0 1,1-1,-1 1,1 0,0-1,0 1,1 0,-1 0,1 0,0 0,0 0,1-1,0 1,0 0,0 0,0-1,0 1,1 0,0-1,0 0,0 1,1-1,0 0,-1 0,1 0,1-1,-1 1,0-1,1 1,0-1,0 0,0-1,0 1,0-1,0 1,1-1,-1-1,1 1,0-1,0 1,-1-2,0 0,0 0,1 0,-1 0,0-1,0 0,0 0,0 0,0 0,0-1,0 1,0-1,0 0,-1 0,1-1,-1 1,1-1,-1 0,0 0,0 0,0 0,-1 0,1 0,-1-1,1 0,-1 1,0-1,-1 0,2-4,4-10,0 0,-2 0,0-1,-1 0,1-17,-3 9,-2 19,1 1,-1-1,1 1,0-1,1 1,0 0,0-1,1 1,0 0,3-6,-2 11,0-1,0 1,1 0,-1 0,0 0,1 0,0 1,-1 0,1 0,0 0,0 0,-1 1,1 0,0 0,0 0,0 0,-1 1,1 0,0 0,0 0,0 1,2-1,0 0,0 0,0 0,0 1,0 0,-1 1,1-1,-1 1,1 1,-1-1,0 1,0 0,0 0,-1 1,0 0,0 0,0 0,0 0,-1 1,0 0,0 0,0 0,-1 0,2 5,6 78,-12-82,1 1,0-1,0 1,0-1,1 1,0-1,1 0,0 1,0-1,0 0,1 0,0 0,0 0,1-1,0 0,0 1,0-1,1 0,0-1,0 1,2 0,2-1,1 0,-1 0,1-1,0 0,0-1,0 0,0-1,1 0,-1 0,1-1,-1-1,1 0,0 0,-1-1,1 0,-1-1,0 0,1-1,-1 0,0 0,0-1,4-3,-6 4,0-1,-1 0,1 0,-1 0,0-1,0-1,0 1,0-1,-1 0,0 0,-1-1,1 0,-1 0,0 0,-1-1,0 1,0-1,-1 0,0 0,0-1,-1 1,0 0,0-1,-1 0,0 1,-1-1,1-2,-1 8,0 1,0-1,0 0,-1 1,1-1,0 0,-1 1,0-1,1 1,-1-1,0 1,0 0,-1-1,1 1,0 0,-1 0,0-1,1 1,-1 0,0 1,0-1,0 0,0 1,0-1,0 1,-1-1,1 1,0 0,-1 0,1 0,-1 0,1 1,-1-1,0 1,1-1,-1 1,1 0,-1 0,0 0,0 0,-2 3,-1-1,1 1,0 0,-1 0,1 0,1 1,-1 0,0 0,1 0,0 0,0 1,0 0,1 0,-1 0,1 0,1 0,-1 1,1-1,-1 1,1-1,1 1,-1 0,1 0,0 0,1 0,0 0,-1 0,2 0,-1 0,1 0,0 0,0 0,0 0,1 0,0-1,0 1,1-1,0 2,6 0,1 0,0 0,0-1,1 0,-1-1,1 0,0 0,0-1,1-1,-1 0,1-1,0 0,0-1,0 0,0-1,8 0,-10 1,57 2</inkml:trace>
  <inkml:trace contextRef="#ctx0" brushRef="#br0" timeOffset="2182.455">3423 913,'-1'-9,"-1"0,0 0,0 0,-1 1,0-1,-1 1,0-1,0 1,-1 0,0 1,0-1,0 1,-1 0,-1 0,1 1,-1 0,0 0,0 1,-1-1,1 1,-1 1,-2-1,6 5,0 0,0 0,0 0,0 0,0 0,0 1,0 0,0 0,0 0,1 0,-1 1,0 0,0-1,1 1,0 0,-1 1,1-1,0 1,0-1,0 1,0 0,0 0,1 0,-1 2,-46 87,47-89,0 0,1 1,-1-1,1 1,0-1,0 1,1-1,-1 1,1-1,-1 1,1 0,0-1,1 1,-1-1,0 1,1 0,0-1,0 1,0-1,0 1,1-1,0 0,-1 0,1 0,0 0,0 0,1 0,-1 0,0 0,1-1,0 1,0-1,0 0,0 0,0 0,0 0,0-1,3 2,4-3,1 0,-1-1,0 0,0-1,0 0,0 0,0-1,-1-1,1 1,-1-2,0 1,0-1,0 0,0-1,-1 0,0-1,-1 0,1 0,-1 0,-1-1,1 0,-1 0,2-4,51-100,-54 161,-4-43,1 0,0 0,0 0,0 0,1-1,0 1,0-1,0 1,1-1,0 0,0-1,0 1,0-1,1 1,-1-1,1 0,0-1,1 0,4 3,7 3,1-1,-1-1,1 0,1-2,17 4,46 5,-3-4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40.7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166 117,'-5'11,"-1"20,1 23,0 20,-1 18,-1 12,0 1,-1-5,1-13,2-19,1-21</inkml:trace>
  <inkml:trace contextRef="#ctx0" brushRef="#br0" timeOffset="285.232">18 157,'-17'-105,"16"103,1 0,0 0,0 1,0-1,0 0,0 0,1 0,-1 0,0 0,1 0,-1 0,1 1,0-1,0 0,0 1,0-1,0 0,0 1,0-1,0 1,0-1,1 1,-1 0,1 0,-1-1,1 1,-1 0,1 0,0 0,-1 1,1-1,0 0,0 1,0-1,0 1,-1 0,1-1,0 1,0 0,0 0,0 0,0 0,0 1,0-1,0 0,-1 1,1-1,0 1,1 0,16 6,0 0,-1 1,0 1,0 0,-1 1,-1 1,1 1,-2 0,0 2,0-1,-1 2,6 9,42 64,-60-84,0 0,0 0,-1 0,1 0,-1 0,0 0,0 0,-1 1,1-1,-1 0,0 1,0-1,0 0,-1 0,0 1,0-1,0 0,0 0,0 0,-1 0,0 0,0 0,-1 2,-5 3,-1-1,0 0,-1 0,1-1,-1 0,-1-1,1 0,-1 0,0-1,-1-1,1 0,-1 0,0-1,0-1,-4 1,-7 0,8-4</inkml:trace>
  <inkml:trace contextRef="#ctx0" brushRef="#br0" timeOffset="554.523">593 50,'-7'9,"-1"15,-1 18,2 16,0 15,-2 10,0 7,0 2,2-3,2-9,2-9,4-14,6-13,7-13,3-11,0-11,-1-8</inkml:trace>
  <inkml:trace contextRef="#ctx0" brushRef="#br0" timeOffset="833.797">232 544,'23'-4,"23"-2,25-2,20 0,11 2,-12 2</inkml:trace>
  <inkml:trace contextRef="#ctx0" brushRef="#br0" timeOffset="1149.733">901 932,'-11'-150,"7"-133,5 244,-1 29,2 19,2 12,1-15,0 1,0-1,1 0,-1 0,2 0,-1-1,1 0,-1 0,1-1,1 0,-1 0,0-1,1 1,0-2,0 1,0-1,0 0,0-1,0 0,3 0,22 7,-28-8,-1 1,1 0,-1 0,0 1,1-1,-1 1,0 0,0 0,0 1,0-1,-1 1,1 0,-1 0,1 0,-1 0,0 1,0-1,0 1,-1 0,1-1,-1 1,0 1,0-1,0 0,-1 0,0 1,0-1,0 1,1 2,-3 9,0-1,-1 0,0 0,-1 0,-1 0,0-1,-1 1,-1-1,0 0,-1-1,0 1,-5 3,-36 89,48-105,-1 0,1 0,-1 0,1 0,0 0,-1 1,1-1,0 0,0 0,0 0,0 0,0 0,0 0,0 0,0 1,1-1,-1 0,0 0,1 0,-1 0,1 0,-1 0,1 0,-1 0,1 0,0 0,-1 0,1-1,0 1,0 0,0 0,0-1,-1 1,1 0,0-1,0 1,0-1,0 1,0-1,1 0,-1 1,0-1,0 0,0 0,0 0,1 0,57-4,75-35,-63 13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55.6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 0,'-1'8,"-4"57,5-63,0 0,0 0,1 0,-1 0,0 1,1-1,-1 0,1 0,0 0,0 0,-1-1,1 1,1 0,-1 0,0 0,0-1,1 1,-1-1,1 1,-1-1,1 1,0-1,-1 0,1 0,0 0,0 0,1 1,-1-3,1 1,-1 0,1-1,-1 1,0-1,1 0,-1 0,0 0,0 0,0 0,0 0,0-1,0 1,0-1,0 1,0-1,-1 0,1 0,-1 1,1-1,-1 0,0-1,1 1,-1 0,0 0,-1 0,1-1,0 1,-1 0,1-1,-1 1,0-1,1 1,-1 0,0-1,-1 1,1-1,0 1,-1 0,0-1,0 0,-1 0,0 0,0 0,0 0,0 1,0-1,-1 0,1 1,-1 0,0 0,1 0,-1 0,0 0,0 0,-1 1,1 0,0-1,0 1,-1 0,1 1,-1-1,1 0,0 1,-1 0,1 0,-1 0,1 0,-1 1,1-1,-1 1,1 0,0 0,-1 0,1 0,0 1,0-1,0 1,0 0,0 0,0 1,-19 13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55.9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1 147,'91'19,"-87"-19,-1 0,0 0,0 0,1 0,-1-1,0 0,0 1,0-1,0 0,0-1,0 1,0 0,0-1,0 0,0 0,-1 0,1 0,-1 0,0 0,1 0,-1-1,0 1,0-1,-1 0,1 0,0 0,-1 0,1-1,-1 1,-1 0,1-1,0 1,-1-1,1 1,-1-1,0 1,-1 0,1-1,0 1,-1-1,0 1,0-1,0 1,0 0,0 0,-1 0,1 0,-1 0,0 0,0 0,0 0,0 0,-1 1,1-1,-1 1,1 0,-1 0,-2-2,1 1,0 1,0-1,0 1,-1-1,1 1,-1 0,1 1,-1-1,0 1,0 0,1 0,-1 0,0 1,0 0,0 0,0 0,0 0,1 1,-1 0,0 0,-3 1,6-1,0 0,1 0,-1 0,1 0,-1 0,1 0,-1 0,1 1,0-1,-1 0,1 1,0-1,0 1,0-1,0 1,0 0,1-1,-1 1,0 0,1 0,-1-1,1 1,0 0,0 0,-1 0,1 0,1 0,-1-1,0 1,0 0,0 0,1 0,-1-1,1 1,0 0,-1 0,1-1,0 1,0 0,0-1,0 1,0-1,1 0,-1 1,0-1,1 0,-1 0,1 0,-1 1,1-2,-1 1,1 0,1 0,35 19,4-4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54.0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189 135,'-15'28,"2"1,1 1,1 1,2-1,1 1,1 1,2 0,1-1,0 27,2-40,1 1,0-1,2 0,0 0,1 1,1-1,0 0,1 0,1-1,1 0,8 17,-13-31,0-1,0 0,0 1,1-1,-1 0,1 1,-1-1,1 0,0 0,0-1,0 1,0 0,0 0,0-1,1 0,-1 1,0-1,1 0,-1 0,1 0,-1 0,1-1,0 1,-1-1,1 1,-1-1,1 0,0 0,-1 0,1 0,0-1,-1 1,1-1,0 0,-1 1,1-1,-1 0,0-1,1 1,-1 0,1-1,11-12,-1-1,-1 0,0-1,-1 0,0-1,-2 0,0-1,-1 0,0 0,-2-1,0 1,-1-1,1-12,3-8,-1 0,-1 0,-3-1,-1 1,-2-1,-2 0,-4-28,-17 3,21 64,0-1,0 1,0 0,0-1,0 1,0 0,0 0,0 0,0-1,-1 1,1 1,0-1,-1 0,1 0,-1 0,1 1,-1-1,1 1,-1-1,0 1,1 0,-1-1,0 1,1 0,-1 0,0 0,1 0,-1 1,1-1,-1 0,0 1,1-1,-1 1,1-1,-1 1,1 0,-1 0,1-1,0 1,-10 8,1 0,1 0,0 1,0 0,1 0,0 1,1 0,0 1,1-1,0 1,1 0,-1 3,5-12,-15 33,1 1,1 1,3 0,1 0,2 1,1 0,2 1,2-1,2 34,6-16</inkml:trace>
  <inkml:trace contextRef="#ctx0" brushRef="#br0" timeOffset="517.672">549 81,'-10'-80,"14"238,-38 313,36-445,-2-26,0 0,1-1,-1 1,0 0,0 0,0-1,0 1,1 0,-1 0,0 0,0-1,0 1,1 0,-1 0,0 0,0 0,1 0,-1-1,0 1,1 0,-1 0,0 0,0 0,1 0,-1 0,0 0,1 0,-1 0,0 0,0 0,1 0,-1 0,0 0,1 0,-1 0,0 1,0-1,1 0,-1 0,0 0,0 0,1 0,-1 1,0-1,0 0,0 0,1 0,-1 1,0-1,0 0,0 0,0 1,1-1,-1 0,0 1,0-1,0 0,0 0,0 1,0-1,0 0,0 1,0-1,0 0,0 0,0 1,0-1,45-91,-45 89,5-10,0 0,0 0,1 1,1 0,0 0,0 0,1 1,0 0,1 0,0 1,1 0,0 1,0 0,1 1,1-1,-10 7,0 1,0-1,0 1,1-1,-1 1,0 0,0 0,0 0,1 0,-1 0,0 0,0 0,0 1,1 0,-1-1,0 1,0 0,0 0,0 0,0 0,0 0,-1 0,1 1,0-1,0 1,-1-1,1 1,-1-1,0 1,1 0,-1 0,0 0,0 0,28 71,-25-56,0 1,-1 0,-1 0,0 1,-1-1,-2 0,1 1,-2-1,-1 0,0 0,2-15,0 0,0 0,-1 0,1 0,-1-1,0 1,0 0,0-1,0 0,0 1,0-1,-1 0,1 0,-1 0,1 0,-1-1,0 1,0-1,0 1,0-1,0 0,0 0,0-1,0 1,0-1,0 1,0-1,-1 0,-92-10,84 8,11 2,-16-4,18 0,11 3</inkml:trace>
  <inkml:trace contextRef="#ctx0" brushRef="#br0" timeOffset="896.53">1311 321,'-19'1,"-1"0,0 2,1 0,-1 1,1 1,0 1,0 0,1 1,0 1,0 1,0 1,2 0,-1 2,-11 10,25-21,0 1,0 0,0 0,0 0,1 0,-1 1,1-1,0 1,0-1,0 1,0 0,0 0,0 0,1 0,0 0,-1 0,1 0,0 1,0-1,1 0,-1 1,1-1,0 0,0 1,0-1,0 1,0-1,1 0,0 1,4 2,0-1,1 1,-1-1,1-1,0 1,1-1,-1 0,1-1,0 1,0-1,0-1,0 1,1-1,-1 0,1-1,-1 0,3 2,78 15,-65-14,0 0,-1 1,1 1,-1 1,0 1,-1 1,0 1,7 5,-25-13,0-1,0 1,-1 0,1 0,0 0,-1 0,1 1,-1-1,0 1,0-1,0 1,0 0,-1 0,1 0,-1 0,1 0,-1 0,0 0,0 0,-1 1,1-1,-1 0,1 0,-1 1,0-1,0 0,0 1,-1-1,1 0,-1 1,0-1,0 0,0 0,0 0,-1 0,1 0,-1 0,0 0,-1 2,-9 6,1-1,-1 0,0 0,-1-2,-1 1,1-2,-1 0,0 0,-1-1,1-1,-1 0,-9 0,-38 12,-1-3,0-2,-17-2,23-5</inkml:trace>
  <inkml:trace contextRef="#ctx0" brushRef="#br0" timeOffset="1234.572">1 1030,'16'0,"19"0,21 0,27 0,24 0,19 2,12 1,7 3,0-1,-3 2,-13-1,-14-1,-20-1,-22-2,-20-1,-18 0,-17-1,-11-1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3:41.2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0 241,'19'0,"16"0,17 3,13 0,9 2,3 1,-2 0,-7 1,-15-2</inkml:trace>
  <inkml:trace contextRef="#ctx0" brushRef="#br0" timeOffset="261.224">402 1,'18'16,"17"12,15 8,10 5,3 2,-4-2,-10 0,-13-2,-19 1,-20-1,-23-1,-21-2,-18 1,-16 1,-10-2,10-6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2:57.7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1298 1235,'10'-35,"1"4,-1-1,-2 0,-1 0,-1 0,-2-1,-1 0,-2 0,-1 0,-2 0,-4-21,6 54,0-4,-1 0,1 0,-1 1,0-1,-1 0,1 1,-1-1,1 1,-1-1,0 1,0 0,0 0,-1 0,1 0,-1 0,0 1,-2-2,5 4,-1 0,1 0,-1 0,0 0,1 0,-1 0,1 0,-1 0,0 0,1 0,-1 1,1-1,-1 0,1 0,-1 1,1-1,-1 0,1 1,-1-1,1 1,0-1,-1 0,1 1,-1-1,1 1,0-1,-1 1,1-1,0 1,0 0,0-1,-1 1,1-1,0 1,0-1,0 1,0 0,0-1,0 1,0-1,0 1,0 0,0-1,0 1,1-1,-1 1,0-1,0 1,1 0,-1-1,0 1,3 2,0 0,-1 0,1 0,0-1,0 1,1-1,-1 0,0 1,1-2,-1 1,1 0,0-1,0 1,-1-1,1 0,0-1,1 1,2 1,210 33,-214-35,1 0,-1 0,1 0,0 1,-1 0,1-1,-1 1,1 0,-1 1,0-1,1 1,-1-1,0 1,0 0,0 0,0 0,-1 1,1-1,0 1,-1 0,0-1,0 1,1 0,-2 0,1 0,0 1,-1-1,1 0,-1 1,0-1,0 1,0 2,-6 67,0 17,6-86,-1-1,1 1,0 0,0-1,1 0,-1 1,0-1,1 0,0 0,0 0,0 0,0 0,1 0,-1 0,1-1,-1 1,1-1,0 0,0 0,0 0,0 0,3 1,3 0,0 0,0-1,0 0,1 0,-1-1,0 0,1-1,-1 0,0 0,1-1,-1 0,0-1,1 0,-1-1,0 0,-1 0,1-1,0 0,-1 0,0-1,3-2,18-12</inkml:trace>
  <inkml:trace contextRef="#ctx0" brushRef="#br0" timeOffset="-1247.18">174 553,'-12'89,"3"0,4 1,5 25,0-62,7 113,-1-146,-1-20,-3-8,0 0,-1-1,0 1,-1 0,1 0,-1 0,-1-1,0 1,-1-8,0-3,-19-130,-21-72,22 125,-29-135,49 231,-1-2,0 1,1-1,-1 0,1 0,-1 0,1 1,-1-1,1 0,0 0,0 0,0 0,0 0,0 0,1 0,-1 1,1-1,-1 0,1 0,-1 0,1 1,0-1,0 0,0 1,0-1,0 0,0 1,1 0,-1-1,0 1,1 0,-1-1,1 1,-1 0,1 0,0 0,0 0,12-2,1 1,0 0,0 1,0 1,0 0,12 2,11-1,298 9,-212 12,-86-8</inkml:trace>
  <inkml:trace contextRef="#ctx0" brushRef="#br0" timeOffset="-984.825">1 834,'13'7,"19"2,17-1,19-1,13-4,12-6,3-1,-6 0,-17 0</inkml:trace>
  <inkml:trace contextRef="#ctx0" brushRef="#br0" timeOffset="-733.149">549 1114,'9'10,"0"-1,0 0,1 0,0-1,0 0,1-1,-1 0,2-1,-1 0,1-1,0 0,0 0,1-2,-1 0,1 0,0-1,-1 0,1-1,0-1,0 0,0-1,0 0,9-2,-17 3,-1-1,1 1,0-1,0 0,0 0,-1 0,1-1,-1 1,1-1,-1 0,1 0,-1-1,0 0,0 1,0-1,-1-1,1 1,-1 0,1-1,-1 0,0 0,0 0,-1 0,1 0,-1 0,0-1,0 1,-1-1,1 1,-1-1,0 0,0 0,-1 0,1 0,-2-1,-1 0,0-1,0 1,0 0,0 1,-1-1,0 0,0 1,-1-1,1 1,-1 0,0 0,-1 1,1-1,-1 1,0 0,0 0,0 1,-1-1,-1 0,-4-2,-1-1,-1 2,1 0,-1 0,0 1,0 1,0 0,0 1,-2 0,8 1,0 0,0 0,1 1,-1 0,0 0,0 1,0-1,1 2,-1-1,1 1,-1 0,1 0,-1 1,1 0,0 0,0 0,1 1,-1 0,1 0,-1 0,1 1,0-1,1 1,-2 2,5-4,0-1,1 0,-1 0,1 1,-1-1,1 0,0 1,0-1,0 0,0 1,0-1,1 0,-1 1,1-1,-1 0,1 0,0 1,0-1,0 0,0 0,0 0,0 0,1 0,-1 0,2 1,20 24</inkml:trace>
  <inkml:trace contextRef="#ctx0" brushRef="#br0" timeOffset="1218.848">2007 901,'-1'15,"2"1,0 0,1-1,1 1,0-1,1 0,1 0,0 0,1-1,0 1,1-2,1 1,0-1,1 0,1 0,1 0,-8-10,0 1,1-1,-1 0,1 0,0-1,-1 1,1-1,1 0,-1 0,0 0,0-1,1 1,-1-1,1 0,-1 0,1-1,-1 1,1-1,-1 0,1 0,0-1,-1 1,1-1,-1 0,1-1,-1 1,0 0,1-1,-1 0,0 0,0-1,0 1,-1-1,1 0,-1 0,1 0,-1 0,0 0,3-4,1-6,0 0,-1 0,-1 0,0-1,-1 1,0-1,-1 0,-1-1,0 1,-1 0,0-1,-2 1,0-7,-6-6,7 28,0-1,0 0,1 1,-1-1,0 0,0 1,0-1,0 0,0 1,0-1,-1 0,1 1,0-1,0 0,0 1,0-1,0 0,0 1,-1-1,1 0,0 1,0-1,0 0,-1 0,1 1,0-1,0 0,-1 0,1 0,0 1,0-1,-1 0,1 0,0 0,-1 0,1 0,0 0,-1 1,1-1,0 0,-1 0,1 0,0 0,-1 0,1 0,0 0,-1 0,1-1,0 1,-1 0,1 0,0 0,-1 0,1 0,0 0,0-1,-1 1,1 0,0 0,-1 0,1-1,0 1,0 0,0-1,-1 1,1 0,0-1,-2 9,0-1,1 0,0 1,0-1,1 0,0 1,0-1,1 1,0-1,0 0,1 1,0-1,0 0,1 0,-1 0,2 0,-1-1,1 1,0-1,0 0,1 0,-1 0,1-1,1 0,0 2,-1-3,-1 0,1 0,0 0,0-1,0 1,1-1,-1 0,1-1,0 1,0-1,0 0,0-1,0 1,0-1,0-1,0 1,1-1,-1 0,0 0,0-1,0 0,1 0,-1 0,0-1,0 0,-1 0,1 0,0-1,-1 0,3-1,-1-2,0 0,0-1,-1 0,1 0,-2-1,1 1,-1-1,0 0,0-1,-1 1,-1-1,1 0,-1 0,-1 0,0 0,0-1,0 1,-1-1,-1 1,0-1,-5-17,5 27,0 0,0 1,0-1,0 0,0 1,0-1,0 0,0 1,-1-1,1 0,0 0,0 1,0-1,-1 0,1 0,0 1,0-1,0 0,-1 0,1 1,0-1,0 0,-1 0,1 0,0 0,-1 0,1 1,0-1,-1 0,1 0,0 0,-1 0,1 0,0 0,-1 0,1 0,0 0,-1 0,1 0,0 0,-1 0,1 0,0-1,0 1,-1 0,1 0,0 0,-1 0,1-1,0 1,0 0,-1 0,1 0,0-1,0 1,0 0,-1 0,1-1,0 1,0 0,0-1,0 1,0 0,-1-1,1 1,-1 7,-1 0,1 1,0-1,0 0,1 1,0-1,0 1,1-1,0 0,1 1,-1-1,1 0,0 0,1 0,0 0,0 0,1-1,-1 1,1-1,1 0,-1 0,1-1,0 1,0-1,1 0,0 0,0-1,0 0,0 0,1 0,5 2,3 1,1-1,0 0,0-1,1-1,0-1,-1 0,1-1,0-1,0 0,0-1,0-1,0-1,0-1,-1 0,1-1,1-1,-11 3,0 0,0 0,0-1,-1 0,1 0,-1-1,0 0,0 0,0 0,0-1,-1 0,0 0,0-1,0 1,0-1,-1 0,0 0,-1 0,1-1,-1 1,0-1,-1 0,1 0,-1 0,-1 0,1 0,-1-1,-1 1,1 0,-1 0,-1-1,1 1,-1 0,0-1,-1 1,0 0,0 0,0 0,-1 0,2 5,1 1,0-1,-1 1,1-1,-1 1,1-1,-1 1,0 0,0-1,0 1,1 0,-1 0,0-1,-1 1,1 0,0 0,0 0,0 0,-1 0,1 0,0 1,-1-1,1 0,-1 1,1-1,-1 1,1-1,-1 1,1 0,-1 0,1 0,-1 0,1 0,-1 0,0 0,1 0,-1 0,1 1,-1-1,1 1,-1-1,1 1,0 0,-1-1,1 1,0 0,-1 0,1 0,0 0,0 0,0 0,0 0,0 0,-1 8,0-1,1 0,0 1,0-1,1 1,0-1,1 0,0 1,0-1,1 0,0 1,0-1,1 0,0-1,1 1,-1 0,2-1,-1 0,1 0,0 0,0 0,1-1,-1 0,7 4,0 1,1-2,0 0,0 0,1-1,0-1,1 0,-1-1,1-1,1 0,-1-1,1-1,-1 0,1-1,0-1,0 0,0-1,0-1,-1-1,1 0,0-1,-1 0,1-1,-1-1,0-1,-1 0,1-1,-1 0,0-1,-1-1,0 0,0-1,5-6,-1-5,-1-2,-2 0,0 0,-1-2,-2 1,0-2,-2 1,-1-1,-1-1,-1 0,-1 1,-1-2,-2 1,-1 0,0 0,-4-20,3 22,-1-1,-1 1,-1 0,-1-1,-1 1,-2 1,0-1,-6-10,12 31,0 0,-1 1,1-1,-1 1,1-1,-1 1,0-1,-1 1,1 0,0 0,-1 0,0 0,0 1,0-1,0 1,0 0,0-1,-1 1,1 1,-1-1,1 0,-1 1,1 0,-1 0,0 0,0 0,0 1,0-1,0 1,1 0,-1 0,0 1,0-1,-4 5,0 0,1 0,0 1,0 0,1 1,-1-1,1 1,1 0,-1 1,1-1,1 1,-1 0,1 1,1-1,0 1,0-1,0 1,1 2,-9 20,3 1,0 1,2-1,2 1,0 0,3 0,0 0,3 0,0 0,2 0,2 0,1-1,1 0,12 29,-14-46,0 0,2-1,0 1,0-1,2-1,-1 0,2 0,0-1,0 0,1 0,0-2,1 0,0 0,1-1,0-1,1 0,-1-1,1 0,1-1,-1-1,1 0,0-2,0 0,0 0,1-2,-1 0,0 0,1-2,-1 0,0-1,4-1,-10 0,-1-1,1 0,-1 0,0-1,0 0,0-1,-1 0,0 0,0 0,0-1,-1-1,0 1,0-1,-1 0,0-1,-1 0,0 0,0 0,-1 0,0-1,0 1,-1-1,-1 0,1 0,-2 0,1 0,-2-1,1 1,-1 0,-1 0,0-1,0 1,-2-6,2 13,0 0,0 0,0 0,0 0,0 0,-1 0,1 0,-1 0,0 1,1-1,-1 1,-1-1,1 1,0 0,-1 0,1 0,-1 0,1 0,-1 1,0-1,0 1,0-1,0 1,0 0,0 0,0 1,0-1,0 1,0-1,-1 1,1 0,0 0,0 0,0 1,0-1,-1 1,1 0,0 0,-2 1,0 1,1 0,-1 1,1 0,0 0,0 0,0 0,0 1,1 0,0 0,0 0,0 0,0 0,1 0,0 1,0-1,0 1,1-1,0 1,0 0,1 0,-1-1,1 1,0 0,1 0,-1-1,1 1,0 0,1 0,-1-1,1 1,0-1,1 0,-1 0,1 1,0-2,1 1,1 2,10 12,2-1,1-1,0 0,1-2,0 0,1-1,1-1,0 0,1-2,0-1,1-1,0 0,1-2,-1-1,22 3,34 8</inkml:trace>
  <inkml:trace contextRef="#ctx0" brushRef="#br0" timeOffset="8971.073">108 1783,'-1'-26,"1"26,0 0,0 1,0-1,0 0,1 0,-1 1,0-1,0 0,0 0,1 0,-1 1,0-1,0 0,0 0,1 0,-1 0,0 0,1 0,-1 1,0-1,0 0,1 0,-1 0,0 0,0 0,1 0,-1 0,0 0,1 0,-1 0,0 0,0 0,1 0,-1-1,0 1,0 0,1 0,-1 0,0 0,0 0,1-1,-1 1,0 0,0 0,1 0,-1-1,0 1,0 0,0 0,0 0,0-1,1 1,-1 0,0 0,0-1,0 1,50 123,-36-80,-4-15,-6-11,1 0,1-1,0 0,1 0,1-1,0 0,1 0,1-1,0 0,1-1,8 8,-16-19,0 0,0 0,0 0,0-1,0 1,0-1,1 0,-1 0,0 0,1 0,-1 0,1-1,-1 0,1 1,-1-1,1-1,-1 1,1 0,-1-1,1 0,-1 0,0 0,1 0,-1 0,0-1,0 1,0-1,0 0,0 0,0 0,0 0,-1-1,1 1,-1-1,1 1,-1-1,0 0,0 0,-1 0,1 0,1-3,5-11,0 0,-1 0,-1-1,0 0,-1 0,-1 0,-1-1,-1 0,0 1,-2-1,-1-18,-7-3,7 40,0 0,1 0,-1 0,0 0,0 0,0 0,0 0,1 0,-1 0,0 0,0 1,0-1,1 0,-1 1,0-1,0 1,1-1,-1 1,0-1,1 1,-1-1,1 1,-1-1,1 1,-1 0,1-1,-1 1,1 0,-1 0,1-1,0 1,-1 0,1 0,0-1,0 1,0 0,0 0,0 0,0 0,0-1,0 1,0 0,0 0,-3 10,0 0,1 0,1 0,0 0,0 1,1-1,1 0,0 0,0 0,1 0,2 9,-2-16,-1 1,1-1,-1 0,1 1,0-1,1 0,-1 0,1-1,0 1,0 0,0-1,0 0,0 1,1-1,0-1,-1 1,1 0,0-1,1 0,-1 0,0 0,0 0,1-1,-1 0,1 0,-1 0,1 0,0-1,1 0,3 0,-1 0,1-1,-1-1,0 1,1-1,-1 0,0-1,0 0,0-1,0 1,-1-1,0-1,1 0,-2 0,1 0,0 0,-1-1,0 0,-1-1,1 0,-1 1,0-1,-1-1,0 1,0-1,-1 0,1 0,-2 0,1 0,-1 0,0 0,-1-1,0 1,0-1,-1 1,0-1,-1 0,0 1,0-3,1 11,0-1,0 0,1 0,-1 1,0-1,0 0,0 0,0 1,0-1,0 0,0 0,0 0,0 1,0-1,-1 0,1 0,0 1,0-1,-1 0,1 0,-1 1,1-1,0 0,-1 1,1-1,-1 1,0-1,1 0,-1 1,1-1,-1 1,0 0,1-1,-1 1,0 0,0-1,1 1,-1 0,0 0,0-1,1 1,-1 0,0 0,0 0,0 0,1 0,-1 0,0 0,0 0,0 1,1-1,-1 0,0 0,0 1,1-1,-1 0,0 1,1-1,-1 1,0-1,1 1,-1-1,0 1,-1 7,1-1,0 1,0 0,1 0,0-1,0 1,1 0,0-1,0 1,1 0,0-1,0 0,1 1,0-1,0 0,1 0,0-1,0 1,0-1,1 0,0 0,0 0,1 0,-1-1,1 0,0-1,1 1,-1-1,1 0,0 0,0-1,1 0,6 4,0-2,0 0,0 0,1-1,-1-1,1-1,0 0,0-1,0 0,0-1,0-1,0 0,0-1,0-1,-1 0,1-1,-1-1,0 0,10-6,-15 5,-1-1,0 0,0 0,-1-1,0 0,0 0,-1-1,0 0,0 0,-1 0,0-1,-1 1,0-1,-1 0,0 0,0-1,-1 1,-1-1,1-5,-2 16,1 0,-1-1,1 1,-1 0,0-1,0 1,1-1,-1 1,0-1,1 1,-1-1,0 1,0-1,0 1,0-1,0 1,0-1,1 1,-1-1,0 1,0-1,-1 1,1-1,0 1,0-1,0 1,0-1,0 1,0-1,-1 1,1-1,0 1,0 0,-1-1,1 1,0-1,-1 1,1 0,0-1,-1 1,1 0,-1-1,1 1,0 0,-1 0,1-1,-1 1,1 0,-1 0,1 0,-1 0,1-1,-1 1,1 0,-1 0,1 0,-1 0,0 0,-2 10,-1-1,1 0,1 1,0 0,0 0,1-1,1 1,-1 0,1 0,1 0,0 0,1 0,0 3,-1-8,0 0,1 1,-1-1,1-1,0 1,1 0,-1 0,1-1,0 1,0-1,0 0,1 0,-1 0,1 0,0-1,0 0,1 1,17 9</inkml:trace>
  <inkml:trace contextRef="#ctx0" brushRef="#br0" timeOffset="9233.446">1071 1462,'16'13,"16"8,15 1,-2-2</inkml:trace>
  <inkml:trace contextRef="#ctx0" brushRef="#br0" timeOffset="9654.2">1472 1676,'74'278,"-72"-272,1 1,1-1,-1 1,1-1,1 0,-1 0,1-1,0 0,0 1,0-1,3 1,-6-4,1-1,-1 1,0-1,0 0,0 0,1 0,-1 0,0 0,1 0,-1-1,1 1,-1-1,1 0,-1 0,1 0,-1 0,1 0,-1 0,1-1,-1 1,1-1,-1 0,1 0,-1 0,0 0,0 0,1 0,-1 0,0-1,0 1,0-1,0 0,-1 1,2-2,5-7,-1 0,0 0,0-1,-1 0,0-1,-1 0,0 1,-1-1,0-1,1-6,21-56,-26 75,1-1,-1 1,1 0,-1 0,1 0,-1 0,1-1,-1 1,1 0,-1 0,1 0,-1 0,1 0,-1 0,1 0,-1 0,1 0,-1 0,1 1,-1-1,1 0,-1 0,1 0,-1 1,1-1,-1 0,1 0,-1 1,0-1,1 0,-1 1,0-1,1 1,-1-1,0 0,1 1,-1-1,0 1,0-1,1 1,-1-1,0 1,0-1,0 1,0-1,0 1,0-1,0 1,0-1,0 1,0-1,0 1,0-1,0 1,0-1,0 1,0-1,-1 1,1-1,0 1,0-1,-1 1,1-1,0 2,2 6,31 98,-31-102,0 1,1-1,0 0,0 1,0-1,0-1,0 1,1 0,0-1,0 0,0 0,0 0,0 0,0 0,1-1,-1 0,1 0,0 0,0-1,3 1,-1-1,1 0,-1-1,1 0,-1 0,1 0,-1-1,0 0,1-1,-1 0,0 0,0 0,0-1,0 0,0-1,-1 1,1-1,-1-1,0 1,0-1,-1 0,1 0,0-2,8-8,-2 0,1-1,-2-1,0 0,-1 0,-1-1,5-14,5-11,-19 43,0 0,0 1,0-1,0 0,0 0,0 0,0 0,0 0,0 1,1-1,-1 0,0 0,0 0,0 0,0 0,0 0,0 1,0-1,1 0,-1 0,0 0,0 0,0 0,0 0,0 0,1 0,-1 0,0 0,0 0,0 0,0 0,1 0,-1 0,0 0,0 0,0 0,0 0,1 0,-1 0,0 0,-3 20,-1 0,1-11,0 1,0 0,1 0,1 1,0-1,0 0,1 1,0-1,1 0,0 1,1-1,0 0,0 0,1 0,1 0,1 2,-3-9,0-1,1 1,-1-1,0 0,1 0,0 0,-1 0,1 0,0-1,0 1,0-1,0 0,0 0,0 0,1 0,-1-1,0 1,0-1,1 0,-1 0,0 0,1 0,-1 0,23-4</inkml:trace>
  <inkml:trace contextRef="#ctx0" brushRef="#br0" timeOffset="9908.433">2114 1395,'11'18,"15"11,4 0</inkml:trace>
  <inkml:trace contextRef="#ctx0" brushRef="#br0" timeOffset="10366.051">2567 1729,'3'10,"2"15,2-1,0 1,2-1,1 0,0-1,2 0,1-1,0-1,2 0,0 0,7 5,-20-24,-1 1,1-1,0 0,0 0,1 0,-1 0,0 0,1-1,-1 1,1-1,-1 1,1-1,0 0,0 0,0 0,-1 0,1-1,0 1,0-1,0 1,0-1,0 0,0-1,0 1,0 0,0-1,0 1,0-1,-1 0,1 0,0 0,0-1,-1 1,1 0,-1-1,1 0,-1 0,1 0,7-11,-1 1,0-2,-1 1,-1-1,0 0,-1-1,0 1,-1-1,-1 0,-1-1,0 1,0-1,-1-13,-4 55,1-13,0 1,1-1,0 1,1-1,0 0,1 1,3 8,-4-19,0-1,0 0,0 0,0 1,0-1,0 0,0 0,1 0,-1 0,1 0,0-1,0 1,-1 0,1-1,0 1,0-1,0 0,1 1,-1-1,0 0,0-1,1 1,-1 0,0 0,1-1,-1 0,1 1,-1-1,1 0,-1 0,0 0,1-1,-1 1,1-1,-1 1,1-1,-1 0,1 0,6-2,0-1,0 0,0 0,-1-1,1 0,-1-1,-1 0,1 0,1-2,-2 1,0 0,0-1,-1 0,0 0,-1 0,1-1,-2 0,1 1,-1-2,-1 1,1 0,-2-1,1 0,-1 0,-1 1,0-1,0 0,-1-2,-3 0,0 17,-4 20,6-17,-1 0,1 0,1 0,0 0,0 0,0 0,1 1,0-1,1 0,0 0,0 0,0-1,1 1,1 0,-1-1,1 0,0 0,1 0,-1 0,2-1,-1 0,1 0,-1 0,2-1,-1 1,0-2,1 1,99 34,-51-29</inkml:trace>
  <inkml:trace contextRef="#ctx0" brushRef="#br0" timeOffset="10973.804">3878 1944,'-12'-14,"-1"1,0 0,-1 1,-1 0,1 1,-2 1,0 1,0 0,0 1,-1 0,0 2,-1 0,0 1,1 1,-19-3,33 6,-1 1,0-1,0 0,1 1,-1 0,0 0,0 0,0 0,1 1,-1 0,0-1,1 1,-1 1,0-1,1 0,-1 1,1 0,0 0,0 0,0 0,0 0,0 1,0-1,0 1,1 0,-1 0,1 0,0 0,0 0,0 0,0 1,0-1,1 0,0 1,0 0,0-1,0 1,0 0,0 2,1-1,0 1,0-1,0 1,1 0,0-1,0 1,0-1,1 0,-1 1,1-1,0 0,1 0,0 0,-1 0,1 0,1-1,-1 0,1 1,0-1,0 0,0-1,0 1,1-1,-1 0,1 0,0 0,0 0,0-1,0 0,2 0,1 1,0 0,1-1,0 0,-1-1,1 0,0 0,0-1,0 0,-1 0,1-1,0-1,0 1,-1-1,1-1,-1 1,0-1,1-1,-1 0,-1 0,0 0,0 0,-1 0,1-1,-1 0,0 0,-1 0,0-1,1 0,-2 0,1 0,-1 0,0-1,0 0,0 0,-1 0,-1 0,1-1,-1 1,0-1,-1 1,1-1,-2 0,1 1,-1-3,0 11,1-1,-1 0,0 1,0-1,0 1,0-1,0 1,0 0,0-1,0 1,0-1,0 1,0-1,0 1,0-1,0 1,0-1,0 1,-1-1,1 1,0-1,0 0,-1 1,1-1,0 1,-1-1,1 1,0-1,-1 0,1 1,0-1,-1 0,1 0,-1 1,1-1,-1 0,1 0,-1 1,1-1,-1 0,1 0,-1 0,1 0,-1 0,1 0,-1 0,1 0,-1 0,1 0,-1 0,1 0,-1 0,1 0,-1-1,1 1,-1 0,1 0,-1 0,1-1,0 1,-1 0,1-1,-1 1,1 0,0-1,-1 1,1-1,0 1,-1-1,-2 10,0 0,0 0,0 0,1 0,1 0,0 1,0-1,0 0,1 1,1-1,0 0,0 1,1-1,0 0,0 0,1 0,0 0,1 0,0-1,0 0,1 0,0 0,0 0,1-1,0 1,1-2,-1 1,1-1,0 0,1 0,0-1,-1 0,9 4,-7-6,0 0,0 0,0-1,0 0,1 0,-1-1,1-1,-1 0,0 0,1 0,-1-1,1-1,-1 0,0 0,0-1,0 0,0 0,-1-1,1 0,-1-1,0 0,0 0,0 0,-1-1,0 0,0-1,-1 0,3-2,11-18,0 0,-1-2,-2 0,-1-1,-2 0,-1-1,-1-1,-1 0,-2-1,-2 0,0 0,-2-10,-1 29,-2-1,0 1,0 0,-1-1,-1 0,-1 1,0-1,-1 1,0 0,-1-1,-1 1,-3-9,5 20,1 1,-1-1,1 0,-1 1,0-1,0 1,0-1,0 1,0 0,-1 0,1 0,-1 0,1 0,-1 1,0-1,1 1,-1 0,0-1,0 1,0 1,0-1,0 0,0 1,-1-1,1 1,0 0,0 0,0 1,-3-1,-2 2,1 0,-1 0,1 1,0 0,0 0,0 1,0 0,1 0,-1 1,1-1,-4 5,-3 3,0-1,2 2,-1 0,2 0,-1 1,2 0,0 0,1 1,0 1,1-1,1 1,1 0,0 1,1-1,0 1,2 0,0 0,1 0,0 0,2 0,0 0,1 0,0 0,2 0,0 0,0-1,2 0,0 0,1 0,0-1,4 4,0-5,2 0,-1 0,2-1,0-1,0 0,1-1,0-1,1 0,1-1,-1-1,1 0,0-1,9 1,11 3,1-2,0-1,1-2,0-2,33-1,2-3</inkml:trace>
  <inkml:trace contextRef="#ctx0" brushRef="#br0" timeOffset="13144.268">4600 2131,'15'-9,"0"1,0-2,-1 0,0 0,0-2,-1 1,-1-2,0 0,-1 0,0-1,-1 0,0-1,-2 0,0-1,0 0,2-10,-9 24,0-1,0 1,0-1,-1 1,1-1,-1 1,0-1,0 0,0 1,0-1,0 1,-1-1,1 1,-1-1,1 1,-1-1,0 1,0 0,0-1,0 1,-1 0,1 0,-1 0,1 0,-1 0,0 0,0 0,1 0,-1 1,0-1,-1 1,1-1,0 1,-2-1,-4 0,1-1,-1 2,0-1,1 1,-1 1,0-1,0 1,0 1,1-1,-1 1,0 1,1 0,-1 0,1 0,-1 1,1 0,0 0,0 0,0 1,1 1,-1 0,4-3,1 1,0 0,0 0,0 0,1 0,-1 0,1 0,-1 0,1 0,0 1,0-1,1 1,-1-1,1 1,-1-1,1 1,0-1,0 1,1-1,-1 1,1-1,0 0,0 1,0-1,0 0,0 1,1-1,0 0,-1 0,3 2,3 6,0 1,2-1,-1-1,1 1,1-2,0 1,3 1,15 9,2-1,0-1,0-1,2-2,0-2,0 0,1-2,1-2,27 4,-8-3</inkml:trace>
  <inkml:trace contextRef="#ctx0" brushRef="#br0" timeOffset="4295.897">8383 472,'-7'0,"0"3,6 2,10 1,3-1</inkml:trace>
  <inkml:trace contextRef="#ctx0" brushRef="#br0" timeOffset="5781.059">10856 673,'6'1,"0"0,0 0,0 0,0 0,0 1,0 0,0 1,-1-1,1 1,-1 0,0 0,0 1,0 0,0-1,0 2,-1-1,0 0,0 1,0 0,2 4,55 111,-46-70,21 42,-35-90,0-1,1 1,-1-1,0 0,1 1,-1-1,1 0,0 0,-1 0,1 0,0 0,0 0,-1 0,1 0,0-1,0 1,0-1,0 0,0 1,0-1,0 0,0 0,0 0,0 0,0-1,0 1,-1 0,1-1,0 0,0 1,0-1,0 0,-1 0,1 0,0 0,-1 0,1 0,-1 0,62-54,-59 50,10-9,-1-1,0-1,-2 0,0 0,0-1,-2-1,0 1,-1-2,-1 1,0-1,0-5,-6 12,-5 15,-5 21,9-18,-1 0,1-1,0 1,1 0,-1 0,1-1,0 1,1 0,-1-1,1 1,0-1,0 0,1 0,0 0,0 0,0 0,0 0,1-1,-1 1,1-1,1 0,-1 0,0-1,1 1,0-1,0 0,3 1,6 4,0-1,1 0,0-1,0-1,1 0,0-1,0-1,0-1,6 1,-13-3,0 1,-1-1,1-1,-1 0,1 0,0 0,-1-1,0-1,0 1,1-1,-1-1,-1 1,1-1,-1-1,1 1,-1-1,0-1,-1 1,0-1,0 0,0-1,0 1,-1-1,0 0,-1-1,1 1,-1-1,-1 0,1 0,-2 0,1 0,0-6,-5 3,-4 30,6-12,0 0,1 0,0 0,1 0,0 0,0 0,0 0,1-1,0 1,0-1,1 1,0-1,0 0,0-1,1 1,-1-1,1 0,1 0,-1 0,1-1,0 0,0 0,0 0,0-1,1 0,-1 0,1-1,0 1,0-1,0-1,0 0,0 0,0 0,0-1,0 0,0 0,1 0,-1-1,0 0,0-1,0 0,-1 0,1 0,0-1,-1 0,1 0,-1-1,0 0,0 0,0 0,2-3,-2 0,0 0,-1 0,0 0,0 0,0-1,-1 1,-1-1,1 0,-1-1,0 1,-1 0,0-1,-1 0,1 1,-2-1,1 0,-1 0,0 1,-2-5,3 12,-1 0,0 0,0 0,0 0,0 0,0 0,0 0,0 0,0 0,-1 0,1 0,0 0,0 0,-1 0,1 0,-1 0,1 0,-1 0,1 1,-1-1,0 0,1 0,-1 0,0 1,1-1,-1 0,0 1,0-1,0 1,0-1,0 1,1 0,-1-1,0 1,0 0,0-1,0 1,0 0,0 0,0 0,0 0,0 0,0 0,0 0,0 0,0 1,0-1,0 0,0 0,0 1,0-1,0 1,0-1,0 1,0-1,1 1,-1 0,0-1,0 1,1 0,-1-1,0 1,1 0,-1 0,1 0,-1 0,1 0,-1-1,1 1,0 1,-2 3,1 0,0 0,0 0,0 0,1 1,0-1,0 0,0 0,1 0,-1 0,1 0,0 0,1 0,-1 0,1 0,0 0,1-1,-1 1,1-1,-1 1,1-1,1 0,-1 0,1 0,6 7,1-1,0 0,0 0,1-1,0-1,1 0,12 5,107 33,-70-34</inkml:trace>
  <inkml:trace contextRef="#ctx0" brushRef="#br0" timeOffset="6592.157">13851 1008,'2'-33,"2"0,1 0,2 1,8-26,-10 39,-2 9,-1-1,0 1,1 0,0-1,0 1,1 0,1 1,0-1,0 1,1 0,0 0,0 0,7-6,-11 14,0 0,0 0,0 0,0 0,1 0,-1 0,0 0,1 1,-1-1,0 1,1 0,-1 0,1 0,-1 0,0 0,1 0,-1 0,1 1,-1-1,0 1,1 0,-1 0,0 0,0 0,0 0,0 0,0 1,0-1,0 1,0-1,0 1,0 1,53 61,-40-42,-1 2,0-1,-2 2,0 0,-2 0,-1 1,2 10,-11-34,1-1,-1 0,1 1,-1-1,0 1,0-1,0 1,0-1,0 1,0-1,0 0,0 1,0-1,-1 1,1-1,0 1,-1-1,0 0,1 1,-1-1,0 0,1 0,-1 0,0 1,0-1,0 0,0 0,0 0,0 0,-1 0,1-1,0 1,0 0,-1 0,1-1,0 1,-1-1,1 1,0-1,-1 0,1 1,-1-1,1 0,-1 0,1 0,0 0,-1 0,1-1,-1 1,1 0,-1-1,1 1,-1-1,-3-1,-1 0,1 0,0-1,0 0,0 0,0 0,0 0,0-1,1 0,0 0,0 0,0-1,0 1,1-1,-1 0,1 0,1 0,-1-1,1 1,0 0,0-1,0 0,1 1,0-1,0 0,0 0,1 0,0 0,0 0,0 1,1-1,0 0,0 0,0 1,1-1,0 0,0 1,0-1,1 1,0 0,0 0,0 0,1 0,1-1,5-3,2 1,-1-1,1 2,0-1,1 2,0 0,0 0,0 1,1 1,-1 0,1 1,0 0,0 1,0 1,0 0,1 1,6 1,-19-1,1 0,-1 0,0 0,0 0,0 0,1 0,-1 0,0 1,0-1,0 1,0 0,0 0,0 0,0 0,0 0,0 0,0 0,0 0,0 1,-1-1,1 1,-1-1,1 1,-1 0,0 0,1-1,-1 1,0 0,0 0,0 0,-1 0,1 0,0 1,0 1,-14 55,10-52,0 0,1 1,1-1,-1 1,1-1,0 1,1 0,0-1,0 1,1 5,1-7,-1-1,1 1,1-1,-1 1,1-1,0 0,0 0,0 0,1 0,0-1,0 1,0-1,0 0,1 0,0-1,-1 1,1-1,1 0,-1 0,0-1,1 0,-1 0,1 0,0 0,-1-1,1 0,0 0,0-1,0 1,0-1,0-1,0 1,0-1,0 0,-1 0,3-1,-5 0,1-1,-1 1,1-1,-1 0,0 0,0 0,0 0,-1 0,1-1,-1 1,1-1,-1 1,0-1,-1 0,1 0,-1 0,0 0,1 0,-2 0,1-1,0 1,3-93,-4 85,-1-1,0-3,7 28,4 22,2-2,1 0,1 0,4 3,-1-7</inkml:trace>
  <inkml:trace contextRef="#ctx0" brushRef="#br0" timeOffset="7282.595">14853 700,'1'14,"0"0,1-1,1 1,0 0,1-1,0 1,1-1,0 0,1-1,1 1,0-1,0 0,1-1,1 0,0 0,1-1,1 2,-8-10,-1 0,0 0,1 1,0-1,-1-1,1 1,0 0,0-1,0 1,0-1,0 0,0 0,1 0,-1 0,0-1,0 1,1-1,-1 0,0 0,1 0,-1 0,0-1,0 0,1 1,-1-1,0 0,0 0,0-1,0 1,0-1,0 1,0-1,0 0,-1 0,1 0,-1 0,0-1,1 1,0-2,5-8,0 0,-1-1,-1 0,0 0,-1 0,0 0,-1-1,0 0,-1 0,-1 0,0-9,-1 22,-1 1,0-1,1 0,-1 1,0-1,0 0,1 1,-1-1,0 0,0 1,0-1,0 0,0 1,0-1,0 0,0 1,0-1,0 0,0 1,-1-1,1 0,0 1,0-1,-1 0,1 1,0-1,-1 1,1-1,0 1,-1-1,1 1,-1-1,1 1,-1-1,0 1,1-1,-1 1,1 0,-1-1,0 1,-1 6,-1 0,1 0,0 1,1-1,-1 1,1-1,0 1,1-1,0 1,0-1,0 1,1-1,0 1,0-1,1 1,-1-1,1 0,2 3,1-1,1-1,1 1,-1-1,1-1,1 1,-1-1,1-1,0 1,0-1,0-1,1 1,0-2,0 1,0-1,0 0,0-1,1 0,-1-1,1 1,0-2,-1 0,1 0,-1 0,1-1,-1-1,8-1,-8 0,0 1,1-1,-1-1,0 0,0 0,-1-1,0 0,1 0,-1-1,-1 0,0-1,1 1,-2-1,1-1,-1 1,0-1,-1 0,0-1,0 1,2-8,9-19,-2-1,-2-1,-1 0,3-24,22-126,8-135,-40 240,-3 82,-1-1,0 1,0-1,0 1,0 0,0-1,0 1,0-1,0 1,0-1,-1 1,1-1,0 1,0 0,0-1,0 1,-1-1,1 1,0 0,0-1,-1 1,1 0,0-1,-1 1,1 0,0-1,-1 1,1 0,-1 0,1-1,0 1,-1 0,1 0,-1 0,1 0,0-1,-1 1,1 0,-1 0,1 0,-1 0,1 0,-1 0,1 0,-1 0,1 1,0-1,-1 0,1 0,-1 0,1 0,-1 1,1-1,0 0,-1 0,1 1,0-1,-1 0,1 0,0 1,-1-1,1 0,0 1,0-1,-1 1,1-1,0 0,0 1,0 0,-8 9,0 0,1 1,1 0,0 1,0 0,2 0,-1 0,1 0,-2 13,-2 7,1 0,2 0,1 0,2 1,1 0,1-1,2 1,2-1,0 1,2-1,2 0,1-1,1 0,2 0,1-1,1-1,9 13,-9-16,1-1,1-1,2-1,0 0,1-1,21 18,-39-39,0 0,0-1,-1 1,1 0,0 0,0 0,0-1,-1 1,1 0,0-1,0 1,0-1,0 1,0-1,0 1,0-1,0 0,0 0,1 1,-1-1,0 0,0 0,0 0,0 0,0 0,0 0,0-1,0 1,1 0,3-9</inkml:trace>
  <inkml:trace contextRef="#ctx0" brushRef="#br0" timeOffset="7551.527">15455 500,'-18'-14,"-13"-6,-4-3,10 3,17 5,24 5,27 4,27 3,22 2,16 1,8 1,-17 0</inkml:trace>
  <inkml:trace contextRef="#ctx0" brushRef="#br0" timeOffset="2722.519">5790 767,'-15'-5,"1"0,-1 1,0 1,-1 0,1 1,0 1,-1 0,1 1,-1 1,-6 1,15-1,0 0,0 1,0 0,0 0,0 0,1 1,-1 0,1 0,0 1,-1 0,2 0,-1 0,0 1,1-1,0 2,0-1,0 0,1 1,0 0,0 0,0 0,1 0,-1 2,2-4,1 1,-1-1,1 0,0 0,0 1,0-1,1 1,0-1,-1 1,2-1,-1 1,0-1,1 1,0-1,0 0,0 1,1-1,-1 0,1 0,0 0,0 0,0 0,1 0,0 0,-1-1,1 1,1-1,-1 0,0 0,1 0,-1-1,4 3,12 4,1 0,0 0,1-2,-1-1,2 0,-1-2,0 0,1-2,0 0,-1-1,1-2,0 0,-1-1,3-1,1 1,-1-1,0-1,0-1,0-1,-1-1,0-1,0-1,-1-1,0-1,-1-1,0-1,14-12,-31 23,-1-1,0 1,0-1,0 0,0 0,-1-1,1 1,-1 0,0-1,0 1,0-1,0 0,-1 0,0 0,1 0,-2 0,1 0,0 0,-1 0,1 0,-1-3,-2 4,-1 1,1 0,0 0,-1 0,1 0,-1 1,0-1,1 1,-1-1,0 1,0 0,0 0,0 0,0 0,0 1,0-1,0 1,0 0,0 0,-2 0,4 0,-10-1,0 1,0 1,1 0,-1 0,0 1,1 0,-1 1,1 0,0 1,0 0,-5 3,10-5,1 0,-1 1,0 0,1 0,-1 0,1 0,0 1,0-1,1 1,-1 0,1 0,0 1,0-1,0 1,0 0,1-1,0 1,0 0,0 0,1 1,-1-1,1 0,0 5,1-6,1-1,-1 0,1 1,-1-1,1 1,0-1,1 0,-1 0,1 1,-1-1,1 0,0 0,0-1,0 1,0 0,1-1,-1 1,1-1,-1 0,1 1,0-2,0 1,0 0,0 0,0-1,1 1,90 21,-88-23,1 0,-1 0,1-1,0 0,-1 0,1-1,-1 1,1-1,-1-1,0 1,0-1,0 0,0-1,-1 1,1-1,-1 0,0-1,0 1,-1-1,1 0,-1 0,0 0,0-1,-1 0,1 1,-1-1,-1 0,1-1,-1 1,0 0,0-1,-1 1,0-1,0 1,0-3,0 0,-1 1,1-1,-1 0,-1 0,0 0,0 1,0-1,-1 0,-1 1,1-1,-1 1,-1-1,4 9,0 1,0-1,1 1,-1-1,0 1,0-1,0 1,0-1,0 1,0-1,0 1,0 0,0-1,0 1,0-1,0 1,0-1,0 1,0-1,0 1,-1-1,1 1,0-1,0 1,-1-1,1 1,0-1,-1 1,1-1,0 0,-1 1,1-1,-1 1,1-1,-1 0,1 0,-1 1,1-1,-1 0,1 0,-1 0,1 1,-1-1,1 0,-1 0,1 0,-1 0,1 0,-1 0,1 0,-1 0,0 0,1 0,-1 0,1-1,-1 1,1 0,-1 0,1-1,-1 1,1 0,-1 0,1-1,0 1,-1 0,1-1,-1 1,1-1,-1 1,1 9,0 1,1 0,0 0,0-1,1 1,0-1,1 1,0-1,0 0,1 0,0 0,1 0,0-1,0 0,1 0,0 0,0-1,1 1,0-2,0 1,0-1,1 0,0 0,1-1,-1 0,1-1,0 0,0 0,6 1,16 3</inkml:trace>
  <inkml:trace contextRef="#ctx0" brushRef="#br0" timeOffset="3124.795">6552 727,'-2'1,"0"0,0 0,0 0,1 0,-1 0,0 0,1 1,-1-1,1 1,-1-1,1 1,-1-1,1 1,0 0,0 0,0 0,0 0,0 0,1 0,-1 0,1 0,-1 0,1 0,-1 0,1 0,0 0,0 0,0 0,0 10,-1-1,2 0,-1 0,2 0,-1 1,1-1,1 0,0-1,1 1,0 0,1-1,0 0,0 0,1-1,0 1,1-1,4 5,-8-12,-1 1,1-1,0 0,0 0,0 0,0 0,0 0,0-1,0 1,1-1,-1 0,0 0,1 0,-1-1,1 1,-1-1,1 0,-1 0,1 0,-1 0,1-1,-1 1,1-1,-1 0,1 0,-1 0,0 0,1-1,-1 1,0-1,0 0,0 0,0 0,-1 0,1-1,-1 1,1-1,-1 1,0-1,0 0,1-2,6-9,-1 1,0-2,-2 1,1-1,-2 0,0 0,-1-1,0 0,0-13,-2 6,-2 23,0 0,0 1,0-1,0 0,-1 0,1 0,0 0,0 1,0-1,0 0,-1 0,1 0,0 0,0 0,0 0,0 0,-1 1,1-1,0 0,0 0,-1 0,1 0,0 0,0 0,0 0,-1 0,1 0,0 0,0 0,0 0,-1 0,1 0,0 0,0 0,-1-1,1 1,0 0,0 0,0 0,0 0,-1 0,1 0,-2 5,-1 1,1 0,0 1,1-1,0 0,0 0,0 1,0-1,1 0,0 1,1-1,-1 1,1-1,1 0,-1 0,1 1,0-1,0 0,1-1,0 1,0 0,0-1,1 1,-1-1,1 0,1 0,-1-1,1 1,-1-1,1 0,1 0,-1-1,0 1,1-1,1 0,87 15,-46-15</inkml:trace>
  <inkml:trace contextRef="#ctx0" brushRef="#br0" timeOffset="3419.998">7220 847,'-3'2,"1"-1,-1 1,0 0,1 0,0 0,-1 0,1 0,0 1,0-1,0 1,1-1,-1 1,1 0,-1 0,1 0,0-1,0 1,0 0,0 1,1-1,-1 0,1 0,0 0,0 0,0 0,0 0,0 0,1 1,-1-1,1 0,0 0,1 2,4 1,0 1,1-1,0 0,0-1,1 0,-1 0,1 0,0-1,0 0,1-1,-1 1,1-2,0 1,0-1,0-1,0 1,0-2,0 1,0-1,0-1,3 0,-7 1,-1 0,1-1,0 0,-1 0,1 0,-1 0,0-1,1 0,-1 1,0-2,0 1,0 0,0-1,0 0,-1 0,1 0,-1 0,0-1,0 1,0-1,0 0,-1 1,0-1,1-1,-1 1,-1 0,1 0,-1-1,1 1,-1-1,-1 1,1-1,-1 0,1 1,-1-1,0 0,-1 1,1-1,-1 1,0-1,0 1,-1-1,1 1,-2-4,-2 2,1 0,-1-1,0 2,0-1,-1 0,0 1,0 0,0 0,0 1,-1 0,0 0,0 1,0-1,0 1,-1 1,1 0,-1 0,1 0,-1 1,0 0,1 0,-1 1,0 0,0 0,0 1,1 0,-1 1,0-1,1 1,-1 1,1 0,0 0,0 0,0 1,4-3,1 0,0 1,0-1,0 1,0-1,0 1,0 0,0 0,1-1,-1 1,1 1,-1-1,1 0,0 0,0 0,0 1,0-1,0 1,0-1,1 0,-1 1,1 0,0-1,0 1,0-1,0 1,0-1,0 1,1-1,-1 1,1 1,10 18</inkml:trace>
  <inkml:trace contextRef="#ctx0" brushRef="#br0" timeOffset="4047.315">7675 807,'-1'-23,"1"16,1 21,1-3,1-1,0 0,0 0,1 0,0 0,1 0,0-1,0 0,1 0,0 0,1 0,0-1,0-1,1 1,0-1,0 0,0-1,1 0,0 0,1-1,-1 0,1-1,0 0,10 3,-12-7,1 0,-1 0,0-1,1-1,-1 1,0-1,0 0,0-1,-1 0,1 0,-1-1,1 0,-1 0,0-1,0 0,-1 0,0 0,0-1,0 0,0 0,-1-1,0 1,-1-1,1 0,-1-1,-1 1,1-1,-1 1,0-1,-1 0,0 0,0 0,-1-1,0-1,-3-10,-5 28,6-2,1-1,-1 1,1 0,0-1,0 1,1-1,-1 1,1 0,0-1,1 0,0 1,-1-1,2 0,-1 0,1 0,-1 0,1 0,1 0,-1-1,1 0,-1 1,1-1,1-1,-1 1,0-1,1 1,0-1,-1 0,6 1,1 2,0-1,1 0,0-1,0 0,0-1,0-1,0 1,1-2,-1 0,0 0,1-1,-1-1,4-1,-8 1,0-1,1 0,-1 0,0-1,0-1,0 1,-1-1,1 0,-1-1,0 0,0 0,0 0,-1-1,0 0,0 0,0-1,-1 0,0 0,-1 0,1 0,-1-1,-1 0,1 1,-1-1,-1-1,1-2,2-4,5 29,-5 1,0 0,0 0,1-1,1 0,1 0,0 0,0-1,2 0,-1-1,2 0,-1-1,2 0,8 7,29-2,-27-15</inkml:trace>
  <inkml:trace contextRef="#ctx0" brushRef="#br0" timeOffset="4782.097">9038 794,'-2'-6,"-1"0,0 0,0 0,-1 0,1 1,-1 0,0 0,0 0,-1 0,0 1,1-1,-2 1,1 0,0 1,-1-1,0 1,1 0,-1 1,0-1,-1 1,1 0,0 1,-1-1,1 1,-1 1,1-1,-1 1,1 0,-1 1,1-1,0 1,-1 1,1-1,0 1,-1 0,1 1,0-1,0 1,1 0,-1 1,1-1,-1 1,1 0,0 0,1 1,-3 2,3-3,-1 0,1 1,0 0,1 0,-1 0,1 0,0 1,0-1,0 1,1 0,0-1,0 1,0 0,1 0,0 1,0-1,1 0,0 0,0 0,0 1,1-1,-1 0,2 0,-1 0,1 0,-1 0,2 0,-1 0,1-1,0 1,0-1,0 0,1 0,0 0,0 1,14 7,0-1,1-1,0-1,0 0,1-1,0-1,1-1,0-1,0-1,0-1,1 0,-1-2,1-1,0 0,6-2,-9 3,0-2,-1 0,1-1,0 0,-1-2,1 0,-1-2,0 1,0-2,0-1,-1 0,0-1,-1-1,1 0,-2-1,1-2,-11 9,-1-1,0 1,-1-1,1 0,-1-1,1 1,-1 0,-1-1,1 0,0 0,-1 1,0-1,0-1,-1 1,0 0,1 0,-2-1,1 1,-1 0,1-1,-1 1,-1-1,1 1,-1 0,0-1,0 1,-1 0,0 0,1 0,-2 0,1 0,-1 0,1 0,-1 1,0-1,-1 1,1 0,-1 0,0 0,0 1,-1-1,-1 1,0 0,-1 1,1 0,0 1,-1 0,1-1,-1 2,1-1,-1 1,1 0,-1 1,0-1,1 1,-1 1,-1 0,4-2,1 1,-1 1,0-1,1 0,0 1,-1 0,1 0,0 0,0 0,0 0,0 0,0 1,0 0,1-1,-1 1,1 0,0 0,0 1,0-1,0 0,1 1,-1-1,1 1,0-1,0 1,0 0,0 1,1 0,0-1,1 1,-1-1,1 1,0-1,0 0,0 1,0-1,1 0,0 0,0 0,0 0,1 0,-1 0,1 0,0-1,0 0,0 1,0-1,2 1,78 52,56-6,-71-34</inkml:trace>
  <inkml:trace contextRef="#ctx0" brushRef="#br0" timeOffset="32032.777">5910 1997,'9'11,"44"12,1-3,0-1,2-3,0-3,0-2,1-3,31 1,-63-7,94-1,-105-6,-7-2</inkml:trace>
  <inkml:trace contextRef="#ctx0" brushRef="#br0" timeOffset="32431.703">6485 1756,'0'0,"0"0,1 1,-1-1,0 1,0-1,0 0,0 1,0-1,0 1,0-1,-1 0,1 1,0-1,0 0,0 1,0-1,0 1,0-1,-1 0,1 1,0-1,0 0,-1 0,1 1,0-1,0 0,-1 0,1 1,0-1,-1 0,1 0,0 1,-1-1,1 0,-1 0,1 0,0 0,-1 0,1 0,0 0,-1 0,1 0,-1 0,1 0,0 0,-1 0,1 0,-1 0,1 0,0 0,-1 0,1 0,0-1,-1 1,1 0,0 0,-1 0,1-1,0 1,-1 0,1-1,0 1,0 0,-1 0,1-1,0 1,0 0,0-1,-1 1,86 35,-67-28,7 0,-1 2,0 0,0 2,-1 0,-1 2,0 0,-1 1,0 2,-1 0,-1 1,0 1,12 16,-27-29,-1 1,1 0,-1 0,-1 0,1 1,-1-1,0 1,0-1,-1 1,0 0,0 0,-1-1,1 1,-2 0,1 0,-1 0,0 0,0-1,-1 1,0-1,0 1,0-1,-1 1,0-1,0 0,-1 0,1-1,-1 1,-1-1,-1 2,-16 13,-2-1,0-1,0-2,-2 0,0-1,-1-2,-1-1,-25 8,42-15,-77 29</inkml:trace>
  <inkml:trace contextRef="#ctx0" brushRef="#br0" timeOffset="35757.219">7675 1622,'-38'459,"37"-450,0 1,0-1,1 1,0-1,0 1,1-1,1 1,0-1,0 0,1 0,0 0,0 0,1 0,0 0,0-1,1 0,1 0,-1 0,1-1,0 1,1-2,0 1,0-1,0 0,3 1,0-2,0-2,1 1,0-2,-1 1,1-1,0-1,0 0,0 0,0-1,1-1,-1 0,0 0,-1-1,1-1,0 0,-1 0,1-1,-1 0,0-1,6-3,17-12</inkml:trace>
  <inkml:trace contextRef="#ctx0" brushRef="#br0" timeOffset="36003.638">7381 1863,'25'-5,"24"-3,22-3,14 0,10 1,-3 1,-17 2</inkml:trace>
  <inkml:trace contextRef="#ctx0" brushRef="#br0" timeOffset="36701.159">7995 2345,'-13'-54,"3"-1,2 0,2-16,6 70,-1-1,0-1,1 1,-1-1,1 1,-1-1,1 1,0-1,0 1,0-1,0 0,1 1,-1-1,1 1,-1-1,1 1,0-1,0 1,0 0,0-1,1 1,-1 0,0 0,1 0,0 0,-1 0,1 0,0 1,0-1,0 0,0 1,0 0,1-1,-1 1,22-4,-1 2,1 0,0 2,0 0,5 2,8-1,-28 0,78 7,-84-6,-1 0,1 0,0 0,-1 0,1 0,-1 1,1-1,-1 1,0 0,0-1,0 1,0 0,0 0,0 0,0 1,0-1,-1 0,1 1,-1-1,0 1,0-1,0 1,0 0,0-1,-1 1,1 0,-1 0,1 2,-18 150,18-152,-1-1,1 1,0 0,0 0,0-1,0 1,0-1,1 1,-1-1,1 0,0 1,0-1,0 0,0 0,0 0,0 0,0 0,0-1,1 1,-1-1,1 0,-1 1,1-1,0 0,-1-1,1 1,0 0,0-1,0 1,2-1,86-8,-78 4,0-1,-1 0,1 0,-1-1,0-1,-1 0,0 0,0-1,-1-1,0 0,0 0,-1-1,0 0,-1 0,0-1,0-1,-1 1,-1-1,0 0,-1 0,0-1,-1 0,0 0,-1 0,0-2,-3 13,0 1,1-1,-1 0,0 1,0-1,0 0,0 1,0-1,-1 0,1 1,0-1,-1 1,1-1,-1 0,0 1,0-1,1 1,-1-1,0 1,0 0,0-1,0 1,-1 0,1 0,0 0,0 0,-1 0,1 0,-1 0,1 0,-1 1,1-1,-1 0,1 1,-1-1,0 1,1 0,-1-1,0 1,1 0,-1 0,0 0,1 0,-1 0,0 1,1-1,-1 1,1-1,-1 1,0-1,1 1,-1 0,1-1,-1 1,1 0,0 0,-1 0,1 1,0-1,-3 3,0 0,0 0,1 0,-1 0,1 1,0 0,1-1,-1 1,1 0,0 1,0-1,1 0,-1 0,1 1,0-1,1 1,-1-1,1 1,0-1,0 1,1-1,0 1,0-1,0 0,0 1,1-1,0 0,0 0,1 0,-1 0,1 0,0-1,0 1,1-1,-1 0,1 0,0 0,0 0,2 0,6 5,1-2,0 1,0-2,1 0,0 0,0-1,0-1,1-1,0 0,-1 0,1-2,0 0,9 0,26-1</inkml:trace>
  <inkml:trace contextRef="#ctx0" brushRef="#br0" timeOffset="37731.219">9091 1663,'-56'-128,"56"127,0 1,0 0,0-1,0 1,0 0,0-1,0 1,-1 0,1-1,0 1,0 0,0-1,0 1,0 0,0-1,-1 1,1 0,0 0,0-1,0 1,-1 0,1 0,0-1,-1 1,1 0,0 0,0 0,-1-1,1 1,0 0,-1 0,1 0,0 0,-1 0,1 0,0 0,-1 0,1 0,0 0,-1 0,1 0,0 0,-1 0,1 0,0 0,-1 0,1 0,0 0,-1 0,1 1,0-1,-1 0,1 0,0 0,0 1,-1-1,1 0,0 0,0 1,-1-1,1 0,0 0,0 1,0-1,0 0,-1 1,1-1,0 0,-4 28,7 308,-8-104,11-189,-4-43,-1 1,1-1,-1 0,0-1,1 1,-1 0,1 0,-1 0,0-1,1 1,-1-1,0 1,1-1,-1 0,0 1,0-1,0 0,0 0,1 0,-1 0,0 0,-1 0,1 0,0 0,0 0,0-1,-1 1,1 0,0 0,-1-1,1 1,-1-1,32-59,-27 50,0-1,0 1,1 0,1 1,0-1,0 1,1 1,0-1,9-6,-15 15,-1 0,1-1,-1 1,1 1,-1-1,1 0,0 0,0 1,-1-1,1 1,0-1,0 1,0 0,0-1,-1 1,1 0,0 0,0 1,0-1,0 0,0 1,-1-1,1 1,0-1,0 1,-1 0,1 0,0 0,-1 0,1 0,-1 0,0 0,1 0,-1 1,1 0,36 57,-31-44,0 1,-1 0,0 0,-1 0,-1 1,-1 0,0 0,-2 0,1 0,-2 9,0-25,0 1,0-1,-1 1,1-1,0 0,-1 1,1-1,-1 0,1 1,-1-1,1 0,-1 1,0-1,0 0,0 0,0 0,0 0,0 0,0 0,0 0,0 0,0 0,0-1,-1 1,1 0,0-1,-1 1,1-1,0 1,-1-1,1 0,0 0,-1 1,1-1,-1 0,1 0,-1 0,1 0,0-1,-1 1,1 0,-1-1,1 1,0-1,-1 1,1-1,0 0,0 1,0-1,-1 0,1 0,0 0,-1-1,-6-4,1-1,-1 0,1-1,0 0,1 0,0 0,0-1,1 1,0-2,1 1,0 0,0-1,-1-6,5 14,-1 0,1 0,0 0,0-1,0 1,0 0,0 0,0 0,1-1,-1 1,1 0,0 0,-1 0,1 0,0 0,0 0,0 0,0 0,1 0,-1 1,1-1,-1 0,1 1,-1-1,1 1,0 0,0-1,-1 1,1 0,0 0,1 0,68-21,-9 12,0 3,53 1,-112 5,0 0,-1 1,1-1,0 1,0 0,-1-1,1 1,0 1,0-1,0 0,-1 1,1-1,0 1,-1 0,1 0,0 0,-1 0,1 0,-1 0,1 1,-1-1,0 1,0 0,0 0,0 0,0 0,0 0,0 0,-1 0,1 1,-1-1,1 1,-1-1,0 1,0-1,0 1,0 1,-5 29,3-30,0 0,0 1,0-1,0 0,1 0,-1 1,1-1,0 0,0 1,0-1,1 0,-1 1,1-1,0 0,0 0,0 0,0 1,0-1,1 0,-1 0,1-1,0 1,0 0,0-1,0 1,1-1,0 2,5-1,0 1,1-1,-1-1,1 1,0-2,0 1,-1-1,1 0,0-1,0 0,0-1,0 1,0-2,0 1,-1-1,1-1,-1 1,1-2,-1 1,0-1,0 0,0-1,-1 1,0-2,0 1,0-1,0 0,1-3,5-6,0-1,-1-1,-1 0,-1-1,8-18,-11 23,-7 14,0-1,0 0,0 0,0 0,0 0,1 0,-1 1,0-1,0 0,0 0,0 0,0 0,0 0,0 0,1 1,-1-1,0 0,0 0,0 0,0 0,1 0,-1 0,0 0,0 0,0 0,0 0,1 0,-1 0,0 0,0 0,0 0,0 0,1 0,-1 0,0 0,0 0,0 0,0 0,1 0,-1 0,0 0,0 0,0-1,0 1,0 0,1 0,-1 0,0 0,0 0,0 0,0-1,0 1,0 0,0 0,0 0,1 0,-1-1,2 24,-2-14,1-2,0-1,0 0,1 1,-1-1,2 0,-1 0,0 0,1 0,0 0,1 0,-1-1,1 0,0 1,0-2,1 1,-1 0,1-1,0 0,0 0,1 0,-1-1,1 1,0-2,0 1,0 0,0-1,0 0,1-1,-1 1,0-1,1 0,-1-1,1 0,-1 0,1 0,-1-1,1 0,1 0,6-6,0 1,0-2,-1 0,0 0,0-2,-1 1,-1-2,0 1,0-1,-1-1,0 0,-1-1,0 1,-1-2,-1 1,5-13,-23 111,10-81,1 0,-1 1,1-1,0 0,0 0,0 1,1-1,-1 0,1 0,0 1,0-1,1 0,-1 0,1 0,0-1,0 1,0 0,0-1,1 1,0-1,-1 0,1 1,1-2,-1 1,0 0,1 0,-1-1,1 0,-1 0,1 0,0 0,0-1,4 2,18 2</inkml:trace>
  <inkml:trace contextRef="#ctx0" brushRef="#br0" timeOffset="37987.892">10388 1650,'-14'-3,"-4"5,1 5,10 7,13 8,6-1</inkml:trace>
  <inkml:trace contextRef="#ctx0" brushRef="#br0" timeOffset="38241.202">10643 2131,'18'-12,"-1"0,0-1,-1-1,0 0,-1-1,0-1,-2-1,0 0,7-11,-16 21,0 0,0-1,0 1,-1-1,0 0,-1 1,0-1,0 0,0-1,-1-3,-1 9,0 1,0-1,0 0,0 0,0 0,-1 0,0 1,1-1,-1 0,0 1,0-1,-1 0,1 1,0-1,-1 1,0 0,1 0,-1-1,0 1,0 0,0 0,0 1,-1-1,1 0,0 1,-1-1,1 1,-1 0,0 0,1 0,-3 0,2 0,-1 0,0 0,-1 0,1 1,0 0,0 0,0 0,0 0,0 1,0-1,0 1,0 0,0 0,0 1,0-1,1 1,-1 0,1 0,-1 0,1 0,-1 1,1-1,0 1,0 0,0 0,1 0,-1 0,1 0,0 1,0-1,0 1,0 0,-3 4,1 0,0 1,1-1,0 1,0 0,1 0,0 0,0 0,1 0,0 0,1 1,0-1,2 9,-1-12,0 0,1 0,0 0,1-1,-1 1,1-1,0 0,1 1,-1-2,1 1,0 0,0-1,0 1,1-1,-1 0,1-1,0 1,0-1,1 0,-1 0,1-1,-1 1,7 0,10 5,1-2,1-1,-1-1,1-1,10-1,26 2</inkml:trace>
  <inkml:trace contextRef="#ctx0" brushRef="#br0" timeOffset="38952.794">12661 2238,'-2'-23,"2"1,1 0,1-1,0 1,2 0,1 0,0 0,4-6,-1-3,2 0,0 1,3 0,0 0,7-8,-20 38,1-1,0 0,0 0,0 0,0 1,0-1,0 1,0-1,0 0,0 1,0 0,0-1,0 1,0 0,0-1,1 1,-1 0,0 0,0 0,0 0,0 0,1 0,-1 0,0 1,0-1,0 0,0 1,0-1,0 1,0-1,0 1,0-1,0 1,0 0,0-1,0 1,0 0,0 0,-1 0,1 0,0 0,0 0,-1 0,1 0,-1 0,1 0,-1 0,0 0,1 0,-1 0,0 0,0 0,1 1,-1-1,0 0,0 0,2 4,117 173,-91-124,-27-53,-1 1,1-1,-1 0,1 0,-1 0,1 1,-1-1,0 0,0 0,1 1,-1-1,0 0,0 1,0-1,0 0,-1 1,1-1,0 0,0 0,-1 1,1-1,-1 0,1 0,-1 0,0 1,1-1,-1 0,0 0,0 0,1 0,-1 0,0 0,0-1,0 1,0 0,-1 0,1-1,0 1,0-1,0 1,-1-1,0 1,0-1,0 1,1-1,-1 0,0 0,0 0,0 0,0 0,0-1,1 1,-1 0,0-1,0 0,0 1,1-1,-1 0,0 0,1 0,-1 0,1 0,-1 0,1 0,0-1,-1 1,1 0,0-1,0 1,0-1,0 0,0 1,0-1,0 0,1 1,-1-1,1 0,-1 0,1 0,-2-3,1 0,0 0,1 0,-1 0,1 0,0 0,0 0,1 0,-1 0,1 0,0 0,0 0,2-2,5-6,0 1,2 1,-1-1,1 1,1 1,0 0,0 1,1 0,0 0,1 2,0-1,0 2,1-1,-1 2,1 0,0 1,1 0,-1 1,7 0,-19 2,-1 0,1 0,0 0,-1 0,1 1,0-1,0 1,-1-1,1 1,0 0,0 0,0-1,0 1,0 1,0-1,-1 0,1 0,0 1,0-1,0 1,-1-1,1 1,0 0,0 0,-1 0,1 0,-1 0,1 0,-1 0,1 0,-1 1,0-1,0 0,0 1,1 0,-1-1,-1 1,1-1,0 1,0 0,-1 0,1-1,0 1,-1 0,0 0,1 1,-2 44,0-42,0 1,0 0,0 0,1-1,0 1,0 0,0 0,1-1,-1 1,2 0,-1-1,0 1,1-1,0 1,1-1,-1 0,1 0,0 0,0 0,0 0,1-1,0 1,0-1,0 0,0 0,1 0,2 1,17 4,0-3</inkml:trace>
  <inkml:trace contextRef="#ctx0" brushRef="#br0" timeOffset="40497.57">13129 1622,'163'57,"-129"-48,0 2,-1 1,-1 1,0 2,0 1,-2 2,4 3,-26-15,0 1,-1 0,0 1,0-1,0 2,-1-1,0 0,-1 1,0 0,0 1,-1-1,-1 1,1 0,-1-1,-1 2,0-1,0 0,-1 0,0 1,-1-2,16 75,-15-82,0 0,0 0,0 0,0 0,1 0,-1 0,1 0,-1 0,1 0,0-1,-1 1,1-1,0 1,0-1,0 0,0 0,0 0,1 0,-1 0,0 0,0 0,1-1,-1 1,0-1,1 0,-1 0,0 0,1 0,-1 0,1 0,-1 0,0-1,2 0,7-3,-1-1,0-1,0 0,0 0,0-1,-1 0,0 0,-1-1,0-1,0 1,-1-1,0 0,0-1,-1 0,0 0,-1 0,0-1,-1 1,0-1,0 0,-1-1,12-43,-19 49,-5 24,5-6,1-1,0 1,0 0,1 0,0 0,1 0,1 0,0 0,1 0,0 5,0-12,0 0,0-1,0 1,0 0,1-1,-1 0,1 1,0-1,1 0,-1 0,1 0,0 0,0 0,0-1,0 1,0-1,1 0,0 0,0 0,0-1,0 1,0-1,0 0,0 0,1 0,-1-1,5 1,-3 0,1-1,0-1,0 1,0-1,0 0,0-1,-1 0,1 0,0 0,0-1,-1 0,1 0,-1-1,1 1,-1-1,0-1,0 1,-1-1,1 0,-1-1,0 1,0-1,0 0,-1 0,3-4,1-2,0 0,0-1,-1 0,-1 0,0-1,-1 1,0-1,-1-1,0 1,-1 0,-1-1,0-4,-1 2,-18 37,15-15,-1 1,1-1,0 1,1-1,0 1,0 0,0 0,1-1,-1 1,2 0,-1 0,1 0,0-1,1 1,-1 0,1-1,0 0,1 1,0-1,0 0,0 0,1 0,0-1,0 1,0-1,1 0,-1 0,1 0,0-1,1 0,-1 0,1 0,0 0,0-1,10 2,0 0,1-1,-1 0,1-2,0 0,-1-1,1 0,0-2,0 0,0-1,0 0,-1-1,1-1,-1-1,0 0,-1-1,1-1,-1-1,0 0,-1 0,0-2,0 0,-1 0,0-1,-1-1,0 0,-1-1,8-12,-15 21,-1 0,0-1,0 0,0 1,-1-1,0 0,0 0,0-1,0 1,-1 0,0-1,0 1,0-4,-1 8,0 1,0-1,0 1,0-1,0 1,0-1,0 1,0-1,0 0,0 1,0-1,-1 1,1-1,0 1,0-1,0 1,-1 0,1-1,0 1,-1-1,1 1,0-1,-1 1,1 0,0-1,-1 1,1 0,-1-1,1 1,-1 0,1 0,-1-1,1 1,-1 0,1 0,-1 0,1 0,-1 0,1 0,-1 0,1 0,-1 0,1 0,-1 0,1 0,-1 0,1 0,-1 0,1 0,-1 1,1-1,-1 0,1 0,-1 1,1-1,-1 0,1 1,0-1,-1 0,1 1,-1-1,1 1,0-1,-1 1,-25 27,13-1,2 0,1 1,1 0,1 1,1-1,2 1,1 1,2-1,0 27,2 326,5-153,-5-222,1 13,-1-1,-1 1,-1 0,0-1,-2 0,0 1,-4 7,8-28,-1 1,1-1,0 0,0 0,-1 1,1-1,-1 0,1 1,-1-1,1 1,-1-1,1 0,-1 1,1-1,-1 1,0 0,1-1,-1 1,0-1,1 1,-1 0,0 0,0-1,1 1,-1 0,0 0,0 0,1 0,-1 0,0 0,0 0,1 0,-1 0,0 0,0 0,1 0,-1 1,0-1,0 0,1 1,-1-1,0 0,1 1,-1-1,0 1,1-1,-1 1,1-1,-1 1,1-1,-1 1,1 0,-1-1,1 1,0 0,-1-1,1 1,0 0,0 0,-1 0,-5-24,2-1,0 1,1-1,1 0,2-15,-1 10,-4-248,18-117,-11 369,-1-1,1-1,2 1,0 0,2 0,5-16,-11 41,0-1,0 1,0 0,1 0,-1 0,0 0,1 0,-1 0,0 0,1 0,-1 0,1 0,0 0,-1 0,1 0,0 0,-1 0,1 0,0 0,0 1,0-1,0 0,0 1,0-1,0 1,0-1,0 1,0-1,0 1,0 0,0-1,1 1,-1 0,0 0,0 0,0 0,0 0,0 0,1 0,-1 0,0 1,0-1,0 0,0 1,0-1,0 1,0-1,0 1,0-1,0 1,0 0,0-1,0 1,0 0,-1 0,1 0,0 1,21 21,-1 2,-1 0,-1 1,-2 1,0 1,7 19,16 50,-40-96,1 0,-1-1,0 1,0 0,0 0,1 0,-1 0,0 0,0 0,0 0,0 0,-1 0,1 0,0 0,0 0,0-1,-1 1,1 0,-1 0,1 0,0 0,-1 0,1-1,-1 1,0 0,1-1,-1 1,0 0,1-1,-1 1,0 0,0-1,0 0,1 1,-1-1,0 1,0-1,0 0,0 1,0-1,0 0,0 0,0 0,1 0,-1 0,0 0,0 0,0 0,0 0,0 0,-1-1,-44-17,42 17,1-1,0 1,0-1,0 0,0 0,1-1,-1 1,0 0,1-1,0 0,-1 1,1-1,0 0,1 0,-1 0,0-1,1 1,0 0,-1-1,2 1,-1 0,0-1,0 1,1-1,0 1,0-1,0 0,0 1,1-1,-1 1,1-1,0 1,0 0,0-1,0 1,1 0,0-3,9-6,0 1,1 0,0 0,0 1,1 1,0 0,1 1,2-1,28-18,-26 15,-1 0,0-1,-1-1,-1-1,0 0,-1 0,0-2,-2 0,0 0,0-1,-2-1,0 1,-2-2,0 1,-1-1,-1-1,0-2,-2 9,-1 0,0 0,-1 0,-1-1,-1 1,0 0,0-1,-2 1,1 0,-2 0,0 0,-2-4,4 16,0 0,0 0,-1 1,1-1,-1 1,1-1,-1 1,1-1,-1 1,0 0,0 0,1 0,-1 0,0 0,0 0,0 0,0 1,0-1,0 1,-1 0,1-1,0 1,0 0,0 0,0 0,0 0,0 1,0-1,0 1,0-1,0 1,0 0,0-1,0 1,0 0,0 0,0 1,0-1,1 0,-1 1,1-1,-1 1,1-1,-1 1,1-1,0 1,0 0,0 0,0 0,0 0,0 0,1 0,-1 0,-9 16,2 0,0 0,0 1,2 0,1 0,0 0,1 1,1 0,1-1,1 1,1 0,0 0,1 0,2 0,1 6,0-2,1 0,1-1,1 0,1 0,1 0,1-1,1-1,0 0,2 0,1-1,0-1,2 0,0-1,1-1,6 5,-21-20,0 0,0 1,1-1,-1 0,0-1,1 1,0 0,-1-1,1 1,0-1,0 0,0 0,0 0,0 0,0-1,0 1,0-1,0 0,0 0,0 0,0 0,1 0,-1-1,0 0,0 1,0-1,0 0,-1 0,1-1,0 1,0-1,10-9,-1-2,0 1,0-2,-1 0,-1 0,3-6,-4 6,-23 106,14-88,0 1,1-1,-1 1,1-1,0 1,0-1,0 0,0 1,1-1,0 0,0 0,0 0,0 0,1 0,7 8</inkml:trace>
  <inkml:trace contextRef="#ctx0" brushRef="#br0" timeOffset="40760.132">15308 1622,'0'0</inkml:trace>
  <inkml:trace contextRef="#ctx0" brushRef="#br0" timeOffset="41010.284">15521 1676,'248'-240,"-235"225,-1 0,0-1,-1 0,0-1,-1 0,-2 0,1-1,1-10,-9 27,0 0,0-1,0 1,-1-1,1 1,-1-1,1 1,-1-1,0 0,1 1,-1-1,0 1,0-1,0 0,0 1,-1-1,1 1,0-1,-1 0,1 1,-1-1,1 1,-1-1,0 1,0-1,1 1,-1 0,0 0,0-1,0 1,-1 0,1 0,0 0,0 0,-1 0,1 0,0 0,-1 0,1 1,-1-1,1 1,-1-1,1 1,-1-1,0 1,1 0,-1 0,1 0,-2 0,-4 3,0 0,1 1,0 0,0 1,0-1,0 1,1 0,0 0,0 1,0 0,0 0,1 0,0 0,1 1,-1-1,1 1,0 0,1 0,0 0,0 0,0 1,1 0,-14 60,3-1,3 2,4-1,2 1,3 0,3 3,22 514,-24-574,-1 0,0 1,-1-1,-1 0,0 0,0 0,-1 0,-1 0,0 0,0-1,-1 0,-1 0,0 0,-2 2,-9 3</inkml:trace>
  <inkml:trace contextRef="#ctx0" brushRef="#br0" timeOffset="41316.586">15629 2077,'3'-7,"0"-1,1 1,0 0,0 1,0-1,1 1,0 0,1 0,-1 0,1 1,0 0,0 0,1 0,0 1,0 0,0 0,0 1,0 0,8-2,8-6,1 2,1 1,0 0,0 2,0 1,5 1,-28 3,0 0,0 1,0-1,0 1,0-1,0 1,0 0,0 0,0 0,0 0,0 1,0-1,0 0,0 1,0-1,-1 1,1 0,0-1,0 1,0 0,-1 0,1 0,0 1,-1-1,1 0,-1 1,0-1,1 1,-1-1,0 1,0-1,0 1,0 0,0 0,0 0,5 28,-6-25,0 0,1 0,0 0,-1-1,2 1,-1 0,0 0,1-1,0 1,0-1,0 0,1 0,0 1,-1-1,1-1,1 1,-1 0,0-1,1 0,0 0,0 0,0 0,0 0,1-1,9 4</inkml:trace>
  <inkml:trace contextRef="#ctx0" brushRef="#br0" timeOffset="41486.944">16083 1676,'-11'-7,"0"0,10 6,4 3</inkml:trace>
  <inkml:trace contextRef="#ctx0" brushRef="#br0" timeOffset="41735.278">16551 1929,'-13'-13,"-12"-5,-9 1,-6 3,-5 9,0 9,4 9,10 9,12 8,16 5,18 4,20-1,17-4,17-5,11-9,-7-6</inkml:trace>
  <inkml:trace contextRef="#ctx0" brushRef="#br0" timeOffset="42504.566">17073 2010,'-11'-7,"1"0,-1 0,0 1,0 1,-1 0,0 0,0 1,0 1,0 0,-1 1,1 0,-1 1,1 0,-1 1,0 0,1 1,-1 0,-6 3,15-3,1 0,0 0,0 0,-1 1,1-1,0 1,0 0,1 0,-1 0,0 0,1 0,-1 1,1-1,0 1,-1 0,1-1,1 1,-1 0,0 0,1 0,-1 1,1-1,0 0,0 0,0 1,1-1,-1 1,1-1,0 1,0-1,0 0,0 1,1-1,-1 1,1-1,0 0,0 1,0-1,0 0,1 0,-1 0,1 0,0 0,0 0,1 1,4 2,-1 0,1 0,0-1,0 0,1-1,0 1,0-2,0 1,0-1,0 0,1-1,-1 0,1 0,0-1,-1 0,1 0,0-1,0 0,0-1,-1 0,1 0,0-1,-1 0,1 0,-1-1,0 0,0-1,0 0,0 0,-1-1,7-4,-8 4,0 1,-1-1,0 0,0 0,-1-1,1 1,-1-1,-1 0,1 0,-1-1,0 1,0-1,0 1,0-5,-7 8,-2 17,5-10,0 0,1 0,-1 0,1 0,0 0,1 0,-1 0,1 0,-1 0,1 0,0-1,1 1,-1 0,1 0,-1-1,1 1,0-1,1 1,-1-1,0 0,1 0,0 0,0 0,0-1,0 1,3 2,2 0,1 1,0-1,0-1,0 0,0 0,1 0,-1-1,1-1,0 0,4 0,-3 0,-1-2,1 1,0-1,-1-1,1 0,0-1,-1 0,1 0,-1-1,0 0,0-1,0 0,0-1,-1 0,0-1,0 0,0 0,-1 0,0-1,0-1,0 0,-1 0,0 0,-1 0,0-1,0 0,-1-1,0 1,0-4,16-42,-4-1,-1-1,-4 0,-1 0,0-41,4-17,-6-1,-5-73,-5 181,2 1,-1 0,0 0,-1 0,0 0,0 1,0-1,-1 0,0 1,0-1,-1 1,0-1,2 6,0 0,0 1,0-1,1 1,-1-1,0 1,0 0,0-1,0 1,0 0,0 0,0 0,0 0,0-1,0 1,0 1,0-1,0 0,0 0,0 0,0 0,0 1,0-1,0 0,0 1,0-1,0 1,0-1,1 1,-1-1,0 1,0 0,1 0,-1-1,0 1,1 0,-1 0,0 0,1-1,-1 1,1 0,0 0,-1 0,1 0,0 0,-1 1,-12 24,1 0,0 1,2 0,2 1,0 0,2 0,1 1,1-1,1 13,-4 18,4 0,2 0,2 1,4-1,1-1,4 1,2-1,5 12,-12-54,0 0,1 0,1-1,0 0,1 0,1-1,6 8,-13-19,1 1,-1-1,1 0,0 0,0-1,0 1,0-1,1 1,-1-1,1 0,-1 0,1-1,0 1,0-1,-1 1,1-1,0 0,0-1,0 1,0-1,0 0,1 0,-1 0,0 0,0-1,0 0,0 1,0-2,-1 1,1 0,0-1,0 1,0-2,10-7,0-1,-1 0,0-1,-1 0,-1-1,0 0,0-1,-2 0,0-1,0 0,-1 0,-1-1,-1 0,0 0,-1 0,-1-2,4-29,-15 47,1 8,1-1,1 1,-1 0,1 0,1 0,0 1,0-1,0 1,1 0,0 0,1 0,0 0,1 0,0 0,-1-2,1 0,0 0,0 0,1 0,0 0,0-1,1 1,0 0,0-1,0 1,1-1,0 0,0 0,1 0,0 0,0 0,0-1,0 0,1 0,0 0,0 0,1-1,-1 0,1 0,0 0,0-1,0 0,0 0,1 0,-1-1,1 0,0 0,6 0,21 2</inkml:trace>
  <inkml:trace contextRef="#ctx0" brushRef="#br0" timeOffset="42793.986">17474 1622,'-16'-6,"-1"-3,14 0,26 2,32 0,33-1,27-2,15-1,-16 1</inkml:trace>
  <inkml:trace contextRef="#ctx0" brushRef="#br0" timeOffset="44801.924">348 3360,'18'3,"20"2,20 1,15-1,11-1,8-2,1 2,-3 0,-11-1,-11 0,-18-2</inkml:trace>
  <inkml:trace contextRef="#ctx0" brushRef="#br0" timeOffset="45071.317">790 3093,'2'4,"1"1,0 0,1-1,-1 0,1 1,-1-2,1 1,0 0,1-1,-1 1,0-1,1 0,0-1,1 1,-6-3,42 23,1-3,1-2,33 9,56 24,-48 1,-82-50,-1 1,1-1,-1 1,0-1,0 1,0 0,0 0,-1-1,1 2,-1-1,0 0,1 0,-1 0,-1 0,1 1,0-1,-1 0,0 1,0-1,0 0,0 1,0-1,-1 1,1-1,-1 0,0 0,-1 3,-6 8,0-1,0 0,-2-1,1 0,-2 0,0-1,0 0,-1-1,0 0,0-1,-13 7,-167 100,147-93</inkml:trace>
  <inkml:trace contextRef="#ctx0" brushRef="#br0" timeOffset="46500.857">1926 3641,'31'-80,"-3"-2,-4-1,-2-8,-20 81,-2 9,-1-1,1 1,0-1,0 1,0-1,0 1,0-1,0 1,0-1,0 1,1-1,-1 1,1 0,-1-1,1 1,-1-1,1 1,0 0,0 0,-1-1,1 1,0 0,0 0,0 0,1 0,-1 0,0 0,0 0,0 0,1 1,-1-1,0 0,1 1,-1-1,1 1,-1-1,1 1,-1 0,1 0,-1 0,0-1,1 2,-1-1,1 0,0 0,7 7,1 0,-1 1,0 0,0 1,-1-1,0 2,-1-1,2 4,8 9,-5-9,-1 2,0-1,0 1,-2 1,0 0,-1 0,0 1,-2 0,2 4,-8-19,1-1,-1 1,0-1,1 1,-1-1,0 1,0 0,0-1,0 1,0-1,0 1,0-1,-1 1,1-1,-1 1,1-1,-1 1,1-1,-1 1,0-1,0 0,1 1,-1-1,0 0,0 0,0 0,-1 0,1 0,0 0,0 0,-1 0,1 0,0 0,-1-1,1 1,-1 0,1-1,-1 1,1-1,-1 0,1 0,-1 1,1-1,-1 0,1 0,-1 0,0-1,1 1,-1 0,1-1,-1 1,1 0,-2-1,-1-2,0 1,0 0,0-1,1 0,-1 0,0 0,1 0,0-1,0 1,0-1,0 0,1 0,-1 0,1 0,0 0,0 0,1-1,-1 1,1-1,0 1,0-1,0 1,1-1,0 0,0-3,0 6,1-1,1 1,-1 0,0 0,0 0,1 1,-1-1,1 0,0 0,-1 1,1-1,0 1,0 0,0-1,0 1,0 0,0 0,0 0,1 0,-1 1,0-1,0 1,1-1,-1 1,0 0,1 0,-1 0,0 0,1 0,-1 0,2 1,-1-1,123 0,63-6,-185 6,-1-1,1 1,0-1,0 0,-1 0,1 0,0 0,-1-1,1 0,-1 1,0-1,1 0,-1-1,0 1,0-1,-1 1,1-1,0 0,-1 0,0 0,1 0,-1 0,0-1,-1 1,1 0,-1-1,1 0,-1 1,0-1,-1 0,1 0,-1 1,1-1,-1 0,0 0,0 0,-1 0,1 2,0 0,0 0,-1-1,1 1,-1 0,1 0,-1-1,0 1,0 0,0 0,0 0,0 0,0 0,-1 0,1 1,-1-1,1 0,-1 1,0-1,1 1,-1-1,0 1,0 0,0 0,0 0,0 0,0 0,-1 0,1 1,0-1,0 1,-1 0,1-1,0 1,0 0,-1 0,1 0,-2 1,-4 0,0 0,0 0,0 1,0 0,0 0,0 1,1 0,-1 1,1-1,-3 3,3-1,1 0,-1 0,1 0,0 1,1 0,-1 0,1 0,1 1,-1-1,1 1,0 1,-2 5,4-10,1 1,0-1,1 0,-1 0,0 1,1-1,0 0,-1 1,1-1,1 0,-1 1,0-1,1 0,0 0,0 1,0-1,0 0,0 0,0 0,1 0,0 0,0 0,-1 0,2-1,-1 1,0-1,0 1,1-1,-1 0,1 0,0 0,0 0,18 7,-1 0,1-2,0 0,1-1,0-2,0 0,0-1,0-1,1-1,-1-1,0-1,11-3,58-1</inkml:trace>
  <inkml:trace contextRef="#ctx0" brushRef="#br0" timeOffset="47562.117">4092 3374,'-12'1,"0"0,0 2,-1-1,2 2,-1 0,0 0,1 1,0 0,0 1,0 0,1 1,0 0,0 1,0 0,1 0,1 1,-1 0,-1 3,9-10,-1 0,1-1,0 1,0 0,0 0,0-1,0 1,0 0,1 0,-1 0,1 0,-1 0,1 0,0 0,-1 0,1 1,0-1,0 0,1 0,-1 0,0 0,1 0,-1 0,1 0,0 0,0 0,-1 0,1-1,1 1,-1 0,0 0,0-1,1 1,-1-1,0 1,1-1,1 1,9 4,0-1,0-1,0 0,1 0,0-2,-1 1,1-2,0 1,0-2,0 0,0 0,0-2,0 1,0-1,5-3,27-1,0-3,0-2,-1-2,-1-2,40-19,-45 12,-48 45,9-20,0 1,1-1,-1 1,1-1,-1 1,1-1,0 1,0-1,1 1,-1-1,1 1,0-1,0 0,0 1,0-1,0 0,1 0,0 0,-1 0,1 0,0 0,0 0,1 0,-1-1,1 1,-1-1,1 0,0 0,0 0,0 0,0 0,0 0,0-1,0 0,1 0,-1 0,0 0,1 0,-1 0,3-1,3 2,-1 0,0-1,1 0,-1 0,0-1,1 0,-1 0,1-1,-1 0,5-2,-11 2,1 1,0-1,-1 0,1 0,-1 0,1-1,-1 1,1 0,-1-1,0 0,0 1,0-1,0 0,0 0,0 0,0-1,-1 1,1 0,-1-1,0 1,1-1,-1 1,0-1,-1 1,1-1,0 0,-1 1,1-1,-1 0,0 0,0 0,0 1,-1-3,-1-3,-1 0,0 1,0-1,-1 0,0 1,0 0,-1 0,0 0,0 1,0-1,-1 1,0 0,-1 1,1 0,-1 0,0 0,0 1,0 0,-1 0,-3-1,-87-30,93 30,28 6,-16-1,367-4,-361 4,86 5,-96-4,0 0,0 0,0 0,0 0,0 0,0 1,-1-1,1 1,0 0,-1 0,1 0,-1 0,0 0,0 1,0-1,0 0,0 1,0 0,-1 0,1-1,-1 1,0 0,1 0,-2 0,1 0,0 0,0 0,-1 1,0-1,-2 88,2-90,0 0,0 0,1 0,-1 0,0 0,0-1,1 1,-1 0,0 0,1 0,-1 0,1 0,-1 0,1 0,-1-1,1 1,0 0,0 0,-1-1,1 1,0 0,0-1,0 1,-1-1,1 1,0-1,0 0,0 1,0-1,0 0,0 1,0-1,0 0,0 0,0 0,0 0,0 0,0 0,0 0,0-1,0 1,0 0,0 0,0-1,0 1,1-1,42-23,-28 8,0 1,-1-2,-1 0,-1-1,0 0,-1-1,17-25,-29 44,0-1,0 1,0-1,0 0,0 1,0-1,0 1,0-1,0 1,1-1,-1 0,0 1,0-1,0 1,1-1,-1 1,0-1,1 1,-1-1,1 1,-1 0,0-1,1 1,-1-1,1 1,-1 0,1-1,-1 1,1 0,-1 0,1 0,-1-1,1 1,0 0,-1 0,1 0,-1 0,1 0,0 0,-1 0,1 0,-1 0,1 0,-1 0,1 0,0 1,-1-1,1 0,-1 0,1 0,-1 1,1-1,-1 0,1 1,-1-1,1 0,-1 1,0-1,1 1,-1-1,0 1,1-1,-1 1,0-1,1 1,-1-1,0 1,-1 72,-1-67,1 0,0 0,0 0,0 1,1-1,0 0,0 0,0 0,1 0,0 0,0 0,1 0,-1 0,1 0,1 0,-1-1,1 1,0-1,0 0,1 1,-1-1,1-1,0 1,1-1,1 2,71 21,-36-22</inkml:trace>
  <inkml:trace contextRef="#ctx0" brushRef="#br0" timeOffset="48152.774">5750 3227,'-36'0,"17"-2,1 2,0 1,-1 0,1 1,0 1,-1 1,-10 3,27-6,0-1,0 1,0-1,0 1,0 0,0 0,0 0,0 0,0 0,0 0,1 0,-1 1,0-1,1 1,-1-1,1 1,0 0,-1-1,1 1,0 0,0 0,0 0,0 0,0 0,1 0,-1 0,1 0,-1 0,1 1,0-1,0 0,0 0,0 0,0 0,0 0,0 1,1-1,-1 0,1 0,0 1,6 6,1 0,0 0,0 0,0-1,1 0,1-1,-1 0,1 0,1-1,-1-1,2 1,8 6,16 8,-17-10,-1 0,0 1,-1 1,0 1,-1 0,0 1,5 8,-20-22,0 1,0 0,-1-1,1 1,0 0,-1 0,1 0,-1-1,1 1,-1 0,1 0,-1 0,0 0,1 0,-1 0,0 0,0 0,1 0,-1 0,0 0,0 0,0 0,-1 0,1 0,0 0,0 0,0 0,-1 0,1-1,0 1,-1 0,1 0,-1 0,1 0,-1 0,0-1,1 1,-1 0,0 0,1-1,-1 1,0 0,0-1,0 1,1-1,-1 1,-1-1,-45 7,44-7,1-1,-1 1,1-1,-1 1,1-1,-1 0,1 0,-1 0,1-1,0 1,0 0,0-1,-1 1,1-1,1 0,-1 0,0 0,0 0,1 0,-1 0,1 0,-1-1,1 1,0 0,0-1,0 1,1-1,-1 1,0-1,1 1,0-1,-1 0,1 1,0-1,1-1,-1-6,2 0,-1 1,2-1,-1 1,1-1,0 1,1 0,0 0,1 0,77-130,-53 93,-2 0,-2-2,17-45,-31 62,-2 0,-1 0,-2 0,-1-1,-1 0,-2 0,-1 0,-3-22,-11-6,13 60,0 0,-1-1,1 1,0 0,-1-1,1 1,0 0,-1 0,1-1,0 1,-1 0,1 0,0 0,-1 0,1-1,-1 1,1 0,-1 0,1 0,0 0,-1 0,1 0,-1 0,1 0,-1 0,1 0,0 0,-1 0,1 0,-1 1,1-1,0 0,-1 0,1 0,-1 1,1-1,0 0,-1 0,1 1,0-1,-1 0,1 1,0-1,0 0,-1 1,1-1,0 0,0 1,0-1,0 1,-1-1,1 0,0 1,0-1,0 1,0-1,0 1,0-1,0 0,0 1,0-1,0 1,0-1,0 0,0 1,1-1,-1 1,0-1,0 1,-5 27,1 1,2 0,0 0,2 0,1 0,2-1,1 6,7 47,4-1,3 0,23 59,14-11,-51-122,-1 0,1 0,1 0,-1 0,1-1,0 0,0 0,0 0,1-1,-1 0,1 0,0 0,1 0,-1-1,1 0,-1-1,1 1,0-1,18 0</inkml:trace>
  <inkml:trace contextRef="#ctx0" brushRef="#br0" timeOffset="48412.078">5829 2972,'-18'-2,"-10"-1,5 3,20 3,22 1,30 3,26-1,21-1,10 2,-13-2</inkml:trace>
  <inkml:trace contextRef="#ctx0" brushRef="#br0" timeOffset="49315.034">6338 3494,'8'-15,"0"0,-1-1,-1 0,0 0,-1 0,-1-1,0 0,-2 1,0-1,0 0,-2-1,-1-10,2 16,0-4,0 6,0 0,-1 0,0-1,-1 1,0 0,0 0,-1 0,0 0,-4-8,7 18,-1 1,0-1,1 0,-1 1,0-1,0 1,1-1,-1 0,0 1,0-1,0 1,0-1,0 0,1 1,-1-1,0 1,0-1,0 1,0-1,0 1,0-1,0 1,-1-1,1 0,0 1,0-1,0 1,0-1,0 0,-1 1,1-1,0 1,0-1,-1 0,1 1,0-1,-1 0,1 1,0-1,-1 0,1 0,-1 1,1-1,0 0,-1 0,1 0,-1 1,1-1,0 0,-1 0,1 0,-1 0,1 0,-1 0,1 0,-1 0,1 0,0 0,-1 0,1 0,-1 0,1-1,-1 1,1 0,0 0,-1 0,1-1,-1 1,1 0,3 3,0 0,1 0,-1 0,1 0,0-1,-1 1,1-1,0 0,1 0,-1 0,0-1,0 0,1 1,-1-1,1-1,-1 1,1-1,-1 0,5 0,-6 0,37 4,84 16,-119-19,0 1,-1 0,1 0,-1 0,0 0,1 1,-1 0,0 0,-1 0,1 0,0 0,-1 1,0 0,0 0,0 0,0 0,-1 0,1 0,-1 1,0-1,-1 1,1-1,0 3,7 118,-7-123,1 1,-1-1,0 0,1 0,-1 0,1-1,-1 1,1-1,0 1,0-1,0 0,0 0,0 0,0 0,0-1,0 1,0-1,0 0,0 0,0 0,0 0,0 0,0-1,0 1,0-1,0 0,0 0,0 0,0 0,0-1,-1 1,1-1,0 1,-1-1,3-2,9-4,-1 0,1-1,-2 0,1-1,-1-1,-1 0,0 0,-1-1,0-1,0 0,-1 0,-1 0,2-7,-9 19,-1 1,1 0,-1-1,1 1,-1-1,1 0,-1 1,1-1,-1 1,0-1,1 0,-1 1,0-1,0 1,1-1,-1 0,0 1,0-1,0 0,0 0,0 1,0-1,0 0,0 1,0-1,0 0,0 1,0-1,-1 0,1 1,0-1,-1 0,1 1,0-1,-1 0,1 1,0-1,-1 1,1-1,-1 1,1-1,-1 1,0 0,1-1,-4 6,1 0,0 0,0 1,0-1,1 1,-1 0,2-1,-1 1,1 0,-1 0,2 0,-1 1,1-1,0 0,0 0,1 4,-1-6,1 0,0 0,1-1,-1 1,1 0,-1-1,1 1,0-1,0 0,0 1,1-1,-1 0,1 0,0-1,0 1,0-1,0 1,0-1,0 0,1 0,-1 0,1-1,0 1,90 20,-88-21,1 0,-1-1,0 0,1 0,-1 0,0-1,1 0,-1 0,0 0,0-1,0 0,0-1,0 1,0-1,0 0,-1 0,0-1,1 0,-1 0,-1 0,1 0,-1-1,1 1,-1-1,-1-1,1 1,-1 0,3-6,9-95,-12 101,0 14,2 25,-4-25,-1 0,1-1,-1 0,2 1,-1-1,1 0,0 0,1 0,0 0,0-1,0 1,1-1,0 1,1-1,0-1,0 1,0-1,1 1,0-2,0 1,1-1,-1 0,1 0,0 0,6 2,-5-5,1 0,-1-1,1 0,-1 0,1-1,-1 0,1 0,-1-1,1 0,-1 0,0-1,1-1,-1 1,0-1,0 0,-1-1,1 0,-1 0,0-1,0 0,0 0,3-3,1-2,0-1,0 0,-1 0,-1-1,0 0,0-1,-1 0,-1 0,0-1,-1 0,0 0,-1-2,-1-4,-4 20,0 0,0 0,0 0,0 0,0 0,0 0,-1 0,1 0,0 0,0 0,0 0,0 0,0 0,-1 0,1 0,0 0,0 0,0 0,0 0,0 0,-1 0,1 0,0 0,0 0,0 0,0 0,0 0,0 0,-1-1,1 1,0 0,0 0,0 0,-7 17,4-9,1 1,0-1,0 1,1-1,0 1,0-1,1 1,0 0,0-1,1 1,0-1,1 1,0-1,0 1,1-1,0 0,3 6,29 3,-16-15</inkml:trace>
  <inkml:trace contextRef="#ctx0" brushRef="#br0" timeOffset="49575.21">7715 2772,'-16'-2,"-5"1,1 8,3 7,13 11,10 7,5-1</inkml:trace>
  <inkml:trace contextRef="#ctx0" brushRef="#br0" timeOffset="49824.301">7902 3401,'15'-6,"0"-1,0 0,-1-1,0-1,0 0,-1-1,0 0,-1-1,0-1,-1 0,-1 0,1-1,-2 0,0-1,0 0,-2-1,0 1,1-4,-7 16,-1 1,1-1,-1 1,1 0,-1-1,1 1,-1-1,0 0,0 1,0-1,0 1,0-1,0 1,0-1,-1 1,1-1,-1 1,1-1,-1 1,1 0,-1-1,0 1,1-1,-1 1,0 0,0 0,0 0,0-1,0 1,0 0,-1 0,1 1,0-1,0 0,-1 0,1 0,-1 1,1-1,0 1,-1-1,1 1,-1 0,1-1,-1 1,1 0,-1 0,0 0,1 0,-1 0,1 1,-1-1,1 0,-1 1,1-1,0 1,-1-1,0 1,-7 3,1 1,-1 0,0 0,1 0,0 1,1 0,-1 1,1 0,0 0,1 1,0-1,0 1,0 1,1-1,0 1,1 0,0 0,1 0,-1 1,2-1,-1 1,2 0,-1-1,1 9,1-12,0 0,0-1,1 1,-1 0,2 0,-1-1,1 1,-1-1,2 1,-1-1,0 0,1 0,0 0,1 0,-1 0,1 0,-1-1,1 0,1 0,-1 0,0 0,1-1,0 0,0 0,0 0,0 0,1-1,-1 0,4 1,10 3,0-1,0 0,1-2,-1 0,1-2,0 0,-1-1,3-1,39-3</inkml:trace>
  <inkml:trace contextRef="#ctx0" brushRef="#br0" timeOffset="50310.411">8690 3066,'-28'-4,"-1"0,0 2,0 1,0 1,0 2,0 1,0 1,1 1,0 2,-13 4,37-10,0 0,0 0,0 0,0 1,0-1,1 1,-1 0,0 0,1 0,0 0,-1 1,1-1,0 1,0 0,0 0,1 0,-1 0,1 0,0 1,-1-1,2 1,-1 0,0-1,1 1,-1 0,1 0,0 0,1 0,-1 0,1 0,-1 0,1 0,1 0,-1 0,0 1,1-1,0 0,0 0,0-1,0 1,2 3,5 1,1 0,0 0,0-1,0 0,1-1,0 0,0-1,1 0,-1 0,1-1,0-1,1 1,-1-2,10 2,63 22,-82-26,0 1,0-1,0 1,-1 0,1-1,0 1,-1 0,1 0,-1 0,1 0,-1 0,1 0,-1 1,0-1,0 0,1 1,-1-1,0 1,0-1,0 1,-1-1,1 1,0 0,-1-1,1 1,-1 0,1 0,-1 0,0-1,0 1,1 0,-1 0,-1 0,1 0,0-1,0 1,-1 0,1 0,-1 0,0-1,1 1,-1 0,0-1,0 1,-1 1,-7 5,-1 1,0-1,0-1,-1 0,0 0,0-1,-1 0,0-1,0-1,0 0,-8 2,-94 29,100-25,32-3,5-2,0-1,0 0,0 1,0 2,-1 0,0 1,0 2,-1 0,0 1,0 1,-2 1,1 1,-2 0,2 4,-17-16,0 0,0 1,0 0,-1-1,1 1,-1 0,0 0,0 1,0-1,0 0,-1 1,1-1,-1 1,0-1,0 1,0-1,-1 1,1 0,-1 0,0-1,0 1,0 0,0 0,-1-1,1 1,-1 0,0-1,0 1,-1-1,1 1,-1-1,1 0,-1 1,0-1,0 0,-1 0,1 0,-1 0,1-1,-1 1,-1 0,-2 0,0-1,1 0,-1 0,0 0,-1-1,1 1,0-2,0 1,0-1,-1 0,1 0,0 0,0-1,0 0,0 0,0-1,0 0,0 0,0 0,0-1,1 0,-1 0,0-1,5 3,-1-1,0 0,1-1,0 1,-1 0,1 0,0-1,0 1,0 0,1-1,-1 1,1-1,-1 1,1-1,0 1,0-1,0 1,0-1,0 0,1-1,5-27</inkml:trace>
  <inkml:trace contextRef="#ctx0" brushRef="#br0" timeOffset="50751.589">8945 2879,'-2'-35,"-1"0,-1 0,-2 0,-2 1,-1 0,-2 0,-3-6,-19-19,32 59,0 0,0 0,0 0,1 0,-1 0,0 0,0 0,0 0,1 0,-1 0,0 0,0 0,1 1,-1-1,0 0,0 0,1 1,-1-1,0 1,1-1,-1 1,1-1,-1 1,0-1,1 1,-1-1,1 1,-1 0,1-1,0 1,-1 0,1 0,0-1,-1 1,1 0,0 0,0-1,0 1,0 0,-1 0,1-1,0 1,0 0,1 0,-1 0,0-1,0 1,-10 154,10-129,-1 34,3 1,2-1,3 0,3 0,2-1,3 0,6 12,-17-60,0 0,0 0,1 0,0-1,1 1,0-2,1 1,0-1,1 0,-1 0,2-1,-1 0,1 0,1-1,-1 0,1-1,0 0,6 3,-12-9,0 1,0-1,0 1,0-1,0 0,0-1,0 1,0-1,0 1,0-1,-1-1,1 1,0 0,-1-1,1 0,-1 0,1 0,-1 0,0 0,0-1,0 1,0-1,0 0,0 0,-1 0,1 0,48-93,-51 95,4-7,-1 0,-1-1,1 0,-1 0,-1 0,0 0,0 0,0 0,-1 0,-1 9,1-1,0 1,0 0,-1 0,1 0,0-1,0 1,-1 0,1 0,0 0,0 0,-1 0,1-1,0 1,-1 0,1 0,0 0,-1 0,1 0,0 0,-1 0,1 0,0 0,0 0,-1 0,1 0,0 0,-1 1,1-1,0 0,-1 0,1 0,0 0,0 0,-1 1,1-1,0 0,0 0,-1 0,1 1,0-1,0 0,0 0,0 1,-1-1,1 0,0 1,0-1,0 0,0 1,0-1,0 0,0 0,0 1,0-1,0 0,0 1,0-1,0 0,0 1,0-1,0 0,0 1,0-1,0 0,-4 10,0 1,0-1,1 1,1-1,0 1,0 0,1 0,0 0,1 0,1 0,-1 0,2 0,-1-1,2 4,-1-8,-1 0,1 1,1-1,-1 0,1-1,0 1,1 0,-1-1,1 0,0 0,0 0,1 0,-1-1,1 1,0-1,0 0,1-1,-1 1,1-1,-1 0,1-1,0 1,0-1,6 1,61-2,-42-9</inkml:trace>
  <inkml:trace contextRef="#ctx0" brushRef="#br0" timeOffset="51015.738">8690 2972,'-18'-4,"-10"-4,1-1,12 2,23 1,25 2,26 0,21 0,19 1,16 0,-11 2</inkml:trace>
  <inkml:trace contextRef="#ctx0" brushRef="#br0" timeOffset="51698.186">10402 3508,'34'-91,"-4"-1,-3-7,-24 85,-2 10,14-35,-15 38,1 0,-1 1,1-1,-1 0,1 1,-1-1,1 1,-1-1,1 1,0-1,-1 1,1-1,0 1,-1-1,1 1,0 0,0-1,-1 1,1 0,0 0,0 0,-1-1,1 1,0 0,0 0,0 0,0 0,-1 1,1-1,0 0,0 0,-1 0,1 1,0-1,0 0,-1 1,1-1,0 0,0 1,-1-1,1 1,-1-1,1 1,0 0,-1-1,10 10,-1 1,0 0,-1 0,0 1,-1 0,0 0,1 6,0-3,-1-4,-2 0,0 0,0 1,-1 0,0 0,-1 0,0 0,1 12,-5-22,1 0,0 1,-1-1,1 0,-1 0,1 0,-1 0,0 0,0 0,0 0,0 0,-1 0,1 0,0 0,-1-1,1 1,-1 0,0-1,1 0,-1 1,0-1,0 0,0 0,0 0,0 0,0 0,0 0,0-1,0 1,-1-1,1 1,0-1,0 0,-1 0,1 0,0 0,0 0,-1-1,1 1,-13-2</inkml:trace>
  <inkml:trace contextRef="#ctx0" brushRef="#br0" timeOffset="52571.337">11030 3187,'-19'-3,"0"2,-1 0,1 1,0 1,0 1,-13 3,25-3,-1-1,1 2,0-1,-1 1,1 0,1 0,-1 1,0 0,1 0,0 1,0-1,0 1,0 1,1-1,0 1,0 0,-3 6,6-9,0-1,0 1,1 0,0-1,-1 1,1 0,0 0,0 0,0 0,1 0,-1 0,1 0,0 0,0 0,0 1,0-1,0 0,1 0,-1 0,1 0,0 0,0 0,0 0,0 0,1-1,-1 1,1 0,-1-1,1 1,0-1,0 1,0-1,0 0,1 0,-1 0,1 0,-1 0,1-1,1 2,9 2,1-1,0 0,0 0,0-2,0 1,1-2,-1 0,0-1,1 0,-1-1,0-1,1 0,-1-1,0 0,-1-1,1-1,-1 0,1-1,-2-1,1 0,9-7,-4 1,-1 0,-1-1,0-1,-1-1,-1 0,0-1,-1 0,-1-1,-1 0,0-1,-1-1,-2 0,1-3,10-30,-2-1,-3-1,-2 0,1-26,-6 37,-2 0,-1 0,-3 0,-1 0,-5-30,5 71,0 0,0 0,0 1,0-1,0 0,-1 1,1-1,-1 0,0 1,1-1,-1 1,-1-1,1 1,0-1,0 1,-1 0,1 0,-1-1,0 1,0 0,0 1,0-1,0 0,0 0,0 1,-1 0,1-1,0 1,-1 0,1 0,-1 0,0 0,1 1,-1-1,0 1,1-1,-1 1,0 0,1 0,-1 0,0 0,1 1,-1-1,0 1,1 0,-1 0,-1 0,-4 6,0 0,0 0,0 1,1 0,0 0,1 0,0 1,0 0,1 1,0-1,0 1,1 0,1 0,0 0,0 1,1-1,0 1,1-1,0 1,-3 20,1 0,2 1,2-1,0 0,2 0,2 0,0 0,2-1,2 1,0-2,2 1,2-2,0 1,16 22,120 181,-139-218,-4-26,-7-2,1 1,1-1,0 1,0-1,2 1,-1 0,2-1,0 1,0 1,1-1,1 1,0 0,5-7,-11 18,1-1,-1 1,1 0,0 0,-1 0,1 0,0 0,0 0,0 0,-1 0,1 0,0 0,0 0,0 0,0 1,1-1,-1 0,0 1,0-1,0 1,1-1,-1 1,0-1,0 1,1 0,-1 0,0 0,1 0,-1 0,0 0,0 0,1 0,-1 0,0 1,1-1,-1 0,0 1,0-1,0 1,1 0,-1-1,0 1,0 0,0 0,0-1,0 1,0 0,0 0,-1 0,1 0,0 0,0 1,-1-1,1 0,-1 0,1 0,-1 1,1 0,17 56,-16-50,0 1,0-1,0 1,1-1,1 0,-1 0,1 0,1-1,0 1,0-1,0 0,0-1,1 1,2 0,1-1,1 0,0-1,0-1,0 0,0 0,1-1,-1 0,1-1,0 0,0-1,0 0,0 0,0-1,0-1,0 0,0 0,0-1,-1-1,1 0,6-3,-10 3,1-1,-1 1,0-2,0 1,-1-1,1 0,-1-1,0 1,-1-1,1 0,-1-1,0 1,-1-1,0 0,0 0,0-1,-1 1,0-1,0 0,-1 0,0 0,0 0,-1 0,0 0,-1 0,0 0,0 0,0-1,-1 1,-1-2,2 8,0 0,0 0,-1 0,1 0,-1 0,0 0,1 0,-1 0,0 0,0 0,0 0,0 1,-1-1,1 0,0 1,-1-1,1 1,-1-1,0 1,1 0,-1 0,0 0,0-1,0 2,0-1,0 0,0 0,0 1,0-1,0 1,0-1,0 1,0 0,0 0,0 0,0 0,-1 0,1 1,0-1,0 1,0-1,0 1,0 0,0-1,0 1,1 0,-1 1,0-1,0 0,-1 5,0-1,0 1,0 0,1 0,0 0,0 0,1 1,0-1,0 0,0 1,1-1,0 0,0 1,0-1,1 1,0-1,1 0,-1 0,1 1,0-1,0 0,1-1,0 1,0 0,1-1,-1 1,1-1,0 0,0-1,1 1,0-1,1 2,7 3,0 0,0 0,1-2,1 1,-1-2,1 0,0-1,0 0,1-1,0-1,-1 0,15-1,19 3</inkml:trace>
  <inkml:trace contextRef="#ctx0" brushRef="#br0" timeOffset="53477.286">12327 3133,'-3'6,"0"1,0 0,1-1,0 1,0 0,1 0,-1 0,2 0,-1 0,1 0,0 0,0 1,1-1,0 0,0 0,1 0,0 0,0-1,1 1,-1 0,1-1,1 0,-1 1,1-1,0-1,1 1,0-1,-1 1,1-1,1-1,-1 1,1-1,0 0,0 0,0-1,1 1,-1-1,1-1,-1 1,1-1,0 0,0-1,0 0,0 0,0 0,1-1,-1 0,0-1,0 1,0-1,1-1,0-1,-1 0,0 0,0-1,0 0,0 0,-1-1,0 1,0-1,0-1,0 1,-1-1,0 0,0-1,-1 1,1-1,-1 0,-1 0,1 0,-1 0,-1-1,1 1,-1-1,-1 0,1 1,-1-1,-1 0,1 0,-1 0,-1 0,1 0,-1 0,-2-7,3 13,0 1,0-1,0 1,0-1,0 1,0-1,0 1,-1-1,1 0,0 1,-1-1,1 1,-1 0,0-1,1 1,-1-1,0 1,0 0,0 0,0-1,0 1,0 0,0 0,0 0,-1 0,1 0,0 0,-1 1,1-1,0 0,-1 1,1-1,-1 1,1-1,-1 1,0 0,1-1,-1 1,1 0,-1 0,-1 4,1 1,0-1,0 0,0 1,0-1,1 1,0 0,0 0,0-1,1 1,-1 0,1 0,0 0,1-1,-1 1,1 0,0 0,0-1,1 2,0 3,1 0,0-1,0 1,1-1,0 0,0 0,1-1,0 1,1-1,-1 0,1-1,1 1,-1-1,1 0,0-1,0 0,3 2,-5-4,-1 0,1-1,0 0,0 1,0-1,0-1,0 1,1-1,-1 0,0 0,1-1,-1 1,0-1,1 0,-1-1,1 1,-1-1,0 0,1-1,-1 1,0-1,0 0,0 0,0 0,-1-1,1 0,-1 0,1 0,0-1,3-4,0 0,-1-1,0 0,0 0,0-1,-2 0,1 0,-1 0,0-1,-1 1,-1-1,1 0,-2 0,0-1,0 1,0-10,-2 21,-1 0,1 1,-1-1,1 0,-1 0,1 0,-1 0,1 1,-1-1,1 0,-1 0,1 0,-1 0,1 0,-1 0,1 0,-1-1,1 1,0 0,-1 0,1 0,-1 0,1-1,-1 1,1 0,-1 0,1-1,0 1,-1 0,1-1,0 1,-1 0,1-1,0 1,-1 0,1-1,0 1,0-1,0 1,-1-1,1 1,0-1,0 1,0-1,0 1,0-1,0 1,0 0,0-1,0 1,0-1,0 1,0-1,0 1,0-1,0 1,1-1,-1 1,0-1,0 1,0 0,1-1,-23 35,21-29,-1-1,1 1,0 0,1-1,-1 1,1 0,0 0,0-1,0 1,1 0,0-1,0 1,0 0,0-1,1 1,0-1,0 0,0 1,0-1,1 0,-1 0,1 0,0-1,0 1,1-1,-1 0,1 0,-1 0,1 0,3 1,9 7,0-2,1 0,0-1,0-1,1 0,0-1,5 0,19 4,0-2,0-2,1-1,0-3,0-1,0-2,22-5,-55 5,1-1,-1 0,0-1,-1 0,1 0,0-1,-1 0,0-1,1 0,-8 3,0 1,0-1,0 1,1-1,-1 0,-1 0,1 0,0 0,0 0,-1 0,1-1,-1 1,0-1,0 1,0-1,0 1,0-1,0 1,-1-1,1 0,-1 1,0-1,0 0,0 1,0-1,0 0,0 0,-1 1,0-1,1 1,-1-1,0 0,0 1,0 0,-1-1,1 0,-6-7,0 1,-1 0,0 0,0 1,-1 0,0 0,0 1,-1 0,0 1,0 0,-1 1,1 0,-1 0,0 1,-1 0,1 1,-1 1,1 0,-1 0,0 1,-5 0,14 1,0 0,0-1,1 1,-1 0,0 0,0 0,0 1,1-1,-1 1,0-1,0 1,1 0,-1 0,1 0,-1 1,1-1,-1 0,1 1,0 0,-1 0,1-1,0 1,0 0,1 1,-1-1,0 0,1 0,-1 1,1-1,0 1,0-1,0 1,0 0,0-1,0 1,1 0,-1 0,1 0,0-1,0 1,0 0,0 0,0 0,1-1,-1 1,1 0,0 0,0 0,4 6,1-1,0 0,0 0,1 0,0-1,0 0,0 0,1-1,0 0,0 0,1-1,0 0,0-1,0 0,0 0,1-1,-1 0,1-1,0 0,0 0,0-1,0 0,8-1,-13 1,1-1,-1 0,0 0,1 0,-1 0,0-1,1 0,-1 0,0-1,0 1,0-1,0 0,0-1,0 1,-1-1,1 0,-1 0,1 0,-1-1,0 1,-1-1,1 0,-1 0,1 0,-1-1,0 1,-1-1,1 0,-1 0,0 0,0 0,-1 0,1-2,-2-51,-1 58,1 1,0-1,0 0,0 0,0 1,0-1,-1 0,1 0,0 1,0-1,0 0,-1 0,1 0,0 1,0-1,-1 0,1 0,0 0,0 0,-1 0,1 1,0-1,-1 0,1 0,0 0,0 0,-1 0,1 0,0 0,-1 0,1 0,0 0,-1 0,1 0,0 0,0-1,-1 1,1 0,0 0,-1 0,1 0,0 0,0-1,-1 1,1 0,0 0,0 0,0-1,-1 1,1 0,0 0,0-1,0 1,0 0,0 0,-1-1,1 1,0 0,0-1,0 1,0 0,0 0,0-1,0 1,0 0,0-1,0 1,0 0,-9 23,9-18,0 0,0 0,0 0,1 0,0 0,0 0,0-1,1 1,-1 0,1 0,0-1,0 1,1-1,0 0,-1 1,1-1,1-1,-1 1,1 0,-1-1,1 0,0 1,0-1,0-1,1 1,-1-1,1 0,-1 0,1 0,0 0,0-1,4 1,38 14</inkml:trace>
  <inkml:trace contextRef="#ctx0" brushRef="#br0" timeOffset="54294.164">15174 3173,'18'-20,"0"0,-2-2,0 0,-2-1,0-1,-2 0,0 0,-2-1,0-1,-2 0,-1 0,-1-1,-2 1,0-1,-2 0,0 0,-3-9,1 28,-1 0,-1 0,0 0,0 0,0 0,-1 1,0-1,0 1,-1 0,0 0,-5-6,7 11,0-1,0 1,-1-1,1 1,-1 0,1 0,-1 0,0 0,0 0,0 1,0-1,0 1,0 0,0 0,-1 0,1 0,0 0,-1 1,1 0,0-1,-1 1,1 1,0-1,-1 0,1 1,0 0,-1-1,1 1,0 1,-4 1,0 0,1 0,0 1,0-1,0 2,1-1,-1 1,1 0,0 0,0 0,0 0,1 1,0 0,0 0,1 0,0 1,0-1,0 1,0 0,-2 7,1 0,0 1,1 0,0-1,1 1,1 0,0 0,2 11,2-5,1 0,1-1,1 0,1 0,1 0,0-1,2 0,0-1,1 0,0 0,2-2,0 1,1-1,1-1,0-1,1 0,0-1,1 0,1-2,0 0,0-1,1 0,0-2,1 0,0-2,0 0,10 1,-24-5,1 0,-1 0,0-1,1 0,-1 0,1-1,-1 1,1-1,-1-1,1 1,-1-1,0-1,1 1,-1-1,0 0,0 0,0-1,0 0,0 0,-1 0,1-1,-1 1,0-1,0-1,0 1,-1-1,1 0,-1 0,0 0,1-4,-2 2,0-1,-1 0,-1 0,1 0,-1 0,0 0,-1 0,0 0,0 0,-1 0,0-2,-3 7,3 14,2-4,1-1,-1 0,1 0,1 1,-1-1,1-1,0 1,1 0,-1-1,1 1,0-1,1 0,-1-1,1 1,0-1,0 0,0 0,1 0,-1-1,1 0,0 0,0 0,0-1,0 0,0 0,1 0,-1-1,1 0,-1 0,1-1,2 1,-6-2,1 1,-1-1,0 0,0 0,1 0,-1-1,0 1,0 0,0-1,0 0,-1 0,1 0,0 0,-1 0,1-1,-1 1,0-1,0 0,0 1,0-1,0 0,-1 0,1 0,-1 0,0-1,0 1,0 0,0 0,0-1,-1 1,0-1,1 1,-1 0,-1-1,1 1,0 0,-1-1,0 1,1 0,-1-1,-1 1,1 0,0 0,-1 0,0 0,1 0,-1 0,0 1,-1-1,-1-2,0 1,-1 0,0 1,0-1,0 1,0 0,0 0,-1 1,1 0,-1-1,0 2,1-1,-1 1,0 0,0 0,0 1,0-1,0 1,0 1,0-1,0 1,0 0,0 0,1 1,-1 0,0 0,1 0,-1 1,1-1,0 1,0 1,-1 0,5-3,-1 1,1 0,0 0,0-1,0 1,0 0,0 0,1 0,-1 0,0 0,1 0,-1 0,1 0,0 0,0 0,0 0,0 1,0-1,0 0,1 0,-1 0,1 0,-1 0,1 0,0 0,0 0,0 0,0-1,0 1,0 0,0 0,1-1,-1 1,1-1,-1 1,1-1,0 0,22 21</inkml:trace>
  <inkml:trace contextRef="#ctx0" brushRef="#br0" timeOffset="54892.604">16337 3173,'-2'-8,"0"-1,-1 1,0-1,-1 1,1 0,-2 0,1 0,-1 1,0-1,0 1,-1 0,0 1,-1-1,1 1,-1 1,0-1,-1 1,1 0,-1 1,0 0,0 0,0 0,-1 1,1 1,-1-1,0 2,1-1,-1 1,0 0,0 1,0 0,0 0,-5 1,12-1,0 0,0 0,0 0,0 0,0 0,0 0,0 0,0 1,0-1,-1 1,2 0,-1-1,0 1,0 0,0 0,0 0,0 0,1 1,-1-1,0 0,1 1,-1-1,1 1,0-1,-1 1,1 0,0 0,0-1,0 1,0 0,1 0,-1 0,0 0,1 0,-1 0,1 0,0 0,0 0,0 1,0-1,0 0,0 0,1 1,4 4,0 0,1 0,0 0,1-1,-1 0,1 0,0-1,1 0,-1 0,1-1,0 0,0 0,1-1,-1 0,1 0,7 1,8 2,-1 0,1-2,-1-1,1-1,0 0,0-2,0-1,3-1,-18 0,-6 2,-1-1,0 1,0-1,0 1,0 0,1-1,-1 1,0 0,0 1,0-1,1 0,-1 1,0-1,0 1,0 0,0-1,0 1,0 0,0 0,0 0,0 1,-1-1,1 0,0 1,30 78,-27-60,16 61,-2 2,-1 29,-16-108,-1 1,1 0,-1-1,0 1,-1-1,0 1,1 0,-1 0,-1-1,1 1,-1 0,1-1,-1 1,-1 0,1-1,-1 0,0 1,0-1,0 0,0 0,-1 0,1 0,-1 0,0 0,-1-1,1 0,0 0,-1 1,0-2,0 1,0 0,0-1,0 0,-3 1,4-2,0-1,0 0,-1 0,1 0,0 0,-1 0,1-1,0 1,0-1,-1 0,1 0,0 0,0-1,0 1,0-1,1 1,-1-1,0 0,0 0,1 0,0-1,-1 1,1-1,0 1,0-1,0 1,0-1,1 0,-1 0,1 0,-1-3,-2-3,1 0,0-1,1 0,0 0,0 1,1-1,0 0,1 0,0 0,1-2,6-21,2 1,1 1,1 0,2 0,1 1,2 1,0 0,2 2,2 0,0 0,9-7,-21 24,81-84,-89 93,1 1,-1-1,1 1,-1-1,1 1,-1-1,1 1,-1 0,1-1,0 1,-1 0,1-1,-1 1,1 0,0 0,-1-1,1 1,0 0,-1 0,1 0,0 0,-1 0,1 0,0 0,-1 0,1 0,0 1,-1-1,1 0,0 0,-1 0,1 1,-1-1,1 0,0 1,-1-1,1 1,-1-1,1 0,-1 1,1-1,-1 1,0-1,1 1,-1 0,1-1,-1 1,0-1,0 1,1 0,-1-1,0 1,5 41,-5-31,-1 1,1-1,1 1,0 0,1-1,0 1,0-1,1 0,1 0,0 0,0 0,1 0,0-1,1 0,0 0,1-1,0 1,1-1,0-1,0 0,0 0,1 0,5 2,7-3,-4-5</inkml:trace>
  <inkml:trace contextRef="#ctx0" brushRef="#br0" timeOffset="55141.448">16819 2826,'2'7,"8"6,11 6,2 0</inkml:trace>
  <inkml:trace contextRef="#ctx0" brushRef="#br0" timeOffset="55623.364">17313 3093,'-23'-8,"0"1,0 2,-1 0,1 1,-1 2,-19 0,40 2,-1 0,1 0,0 0,-1 1,1-1,0 1,-1 0,1 0,0 0,0 0,0 1,0-1,0 1,0 0,0 0,1 0,-1 0,1 1,-1-1,1 0,0 1,0 0,0 0,0-1,1 1,-1 0,1 0,-1 1,1-1,0 0,0 0,1 0,-1 1,1-1,0 1,-1-1,1 0,1 1,-1-1,0 0,1 1,0-1,0 1,1 3,1 0,0 1,1-1,-1-1,1 1,0-1,1 1,0-1,0 0,0-1,1 0,-1 1,1-2,0 1,1-1,-1 0,1 0,4 2,9 3,-1-1,1-1,1-1,-1 0,1-2,4 1,-8-2,0-1,-1-1,1 0,0-1,0-1,0-1,-1 0,1-1,-1-1,0 0,1-1,-2-1,1-1,-1 0,0-1,0 0,-1-1,-1-1,8-6,7-8,-14 57,-12-30,-1 0,1 0,0 0,0 0,0-1,1 1,-1-1,1 1,-1-1,1 0,0 0,-1 0,1 0,0-1,1 1,-1-1,0 0,0 0,0 0,1 0,-1-1,1 1,-1-1,0 0,1 0,-1 0,1 0,-1 0,0-1,1 0,-1 0,0 0,1 0,-1 0,0-1,0 1,1-2,-1 3,0-2,0 1,0 0,0-1,-1 1,1-1,0 0,-1 0,1 0,-1 0,0 0,0 0,0-1,0 1,0-1,0 0,0 1,-1-1,0 0,1 0,-1 0,0 0,0 0,-1 0,1 0,-1 0,0 0,1-1,-1 1,0 0,-1 0,1 0,-1 0,1-1,-1 1,0 0,0 0,0 0,-1 1,0-3,-5-3,-1 0,0 1,0 0,-1 0,1 1,-2 0,1 0,0 1,-1 0,0 1,0 0,-1 1,1 0,-1 0,1 1,-1 1,0 0,0 0,1 1,-1 0,-1 1,8-1,-1-1,1 1,0 0,0 0,-1 0,1 1,0-1,-1 1,1 0,0 1,0-1,0 1,0-1,0 1,0 0,1 1,-1-1,1 1,-1-1,1 1,0 0,0 0,0 0,1 1,-1-1,1 1,-1 0,1-1,0 1,1 0,-1 0,1 0,0 1,0-1,-1 4,3-2,0 0,1 0,0 1,0-1,0 0,1-1,0 1,0 0,0-1,1 0,0 0,0 0,0 0,0 0,1-1,0 0,0 0,0 0,0-1,1 1,-1-1,1-1,3 2,30 13</inkml:trace>
  <inkml:trace contextRef="#ctx0" brushRef="#br0" timeOffset="55900.315">17848 2826,'-14'-12,"-11"-5,-6-1,-4 4,1 8,4 12,8 12,11 12,15 9,7 0</inkml:trace>
  <inkml:trace contextRef="#ctx0" brushRef="#br0" timeOffset="56181.657">17901 3334,'14'9,"13"3,14-1,11-2,6-7,-7-3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12.1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1,'0'14,"4"15,9 15,9 13,11 9,11 4,5-1,5-3,-1-8,-7-9,-9-11,-11-12</inkml:trace>
  <inkml:trace contextRef="#ctx0" brushRef="#br0" timeOffset="172.581">361 55,'-20'4,"-14"9,-8 13,-3 14,-2 11,6 9,5 5,8 3,10-3,7-13</inkml:trace>
  <inkml:trace contextRef="#ctx0" brushRef="#br0" timeOffset="498.494">615 415,'7'-3,"1"1,-1-1,1 2,0-1,0 1,-1 0,1 0,0 1,0 0,0 0,0 1,0 0,-1 1,1 0,0 0,-1 0,1 1,-1 0,0 1,0-1,-3-1,0 1,0-1,-1 1,1 0,-1-1,1 2,-1-1,0 0,0 1,0-1,-1 1,1 0,-1 0,0 0,0 0,0 0,-1 0,1 1,-1-1,0 0,-1 1,1-1,-1 1,1-1,-1 1,-1-1,1 1,-1 0,1-1,-1 0,-1 1,1-1,-1 0,1 1,-1-1,0 0,-1 0,1-1,-1 1,0 0,-54 64,46-57,1 0,0 0,1 1,0 0,1 0,0 1,1 0,6-11,1-1,-1 0,0 0,1 0,0 1,-1-1,1 0,0 1,-1-1,1 0,0 1,0-1,0 0,0 1,0-1,1 0,-1 1,0-1,1 0,-1 1,0-1,1 0,0 0,-1 0,1 1,0-1,0 0,-1 0,1 0,0 0,0 0,0 0,0 0,0-1,0 1,1 0,-1-1,0 1,0 0,1-1,57 12,-58-12,122 0,-60-6</inkml:trace>
  <inkml:trace contextRef="#ctx0" brushRef="#br0" timeOffset="762.808">1190 121,'-2'-6,"3"3,12 13,11 15,17 13,11 11,12 6,5 3,3-1,-2-6,-6-10,-9-11,-14-11</inkml:trace>
  <inkml:trace contextRef="#ctx0" brushRef="#br0" timeOffset="1022.601">1565 55,'-21'18,"-10"17,-6 15,2 12,6 6,7 7,6-2,7-6,4-14</inkml:trace>
  <inkml:trace contextRef="#ctx0" brushRef="#br0" timeOffset="1314.311">1952 443,'-11'20,"-4"16,0 9,4 4,5-1,8-3,9-7,2-10</inkml:trace>
  <inkml:trace contextRef="#ctx0" brushRef="#br0" timeOffset="1574.278">2220 41,'2'16,"8"15,9 10,10 6,11 1,11 0,8-5,5-4,1-6,-4-10,-7-8,-14-7</inkml:trace>
  <inkml:trace contextRef="#ctx0" brushRef="#br0" timeOffset="1850.601">2607 68,'-14'-7,"-8"3,-6 10,-5 14,-1 13,1 13,1 12,4 6,5 4,3 2,5-2,8-6,10-10,4-16</inkml:trace>
  <inkml:trace contextRef="#ctx0" brushRef="#br0" timeOffset="2084.757">2928 496,'-3'4,"0"1,-1-1,2 1,-1 0,0 0,1 0,0 0,0 0,1 0,0 0,-1 1,2-1,-1 0,0 1,1-1,0 1,1-1,-1 1,1-1,0 0,0 1,1-1,0 0,0 0,0 0,0 0,1 0,-1 0,1-1,3 4,3-2,1 0,-1-1,1 0,0 0,0-1,0-1,1 0,-1 0,1-1,0 0,0-1,0 0,0-1,-1 0,1-1,0 0,11-3,-18 4,1 0,0-1,-1 0,1 0,0 0,-1-1,1 0,-1 1,0-1,1-1,-1 1,0-1,0 0,-1 0,1 0,-1 0,1 0,-1-1,0 0,0 0,-1 1,1-2,-1 1,0 0,0 0,0-1,0 1,-1-1,0 1,0-1,0 0,0 0,-1 1,0-1,0 0,0 0,-1 0,-1-3,-1 0,-1 0,1 1,-1-1,0 1,-1 0,0 0,0 1,0-1,-1 1,0 0,0 0,0 1,-1 0,0 0,0 1,0-1,-1 2,0-1,1 1,-1 0,0 1,0-1,-1 2,1-1,0 1,0 1,-1-1,1 1,-1 1,1-1,0 1,-1 1,1 0,-4 1,-136 43,77-17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10.8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0,'16'23,"12"21,12 14,12 11,7 7,5 1,2-3,-3-6,-6-10,-11-13,-11-14,-12-13</inkml:trace>
  <inkml:trace contextRef="#ctx0" brushRef="#br0" timeOffset="252.436">348 120,'-16'5,"-12"8,-11 11,-7 12,-3 13,2 10,5 7,10 4,9-4,10-12</inkml:trace>
  <inkml:trace contextRef="#ctx0" brushRef="#br0" timeOffset="507.743">722 574,'-2'4,"0"-1,0 1,1-1,0 1,-1 0,1-1,1 1,-1 0,1 0,-1 0,1 0,0 0,0 0,1 0,-1-1,1 1,0 0,0 0,0 0,1-1,-1 1,1-1,0 1,0-1,0 1,0-1,1 0,-1 0,1 0,0-1,0 1,0 0,4 1,0 0,0 0,1-1,-1 0,1 0,0 0,0-1,0-1,0 1,0-1,0-1,0 1,1-1,7-1,-12 0,0 1,0 0,0-1,0 0,1 0,-1 0,-1 0,1-1,0 1,0-1,-1 0,1 0,-1-1,1 1,-1-1,0 0,0 1,0-1,0-1,-1 1,1 0,-1-1,0 1,0-1,0 0,0 1,-1-1,1 0,-1 0,0-1,-1 0,0 0,-1 0,0 0,0 0,0 0,0 0,-1 0,1 0,-1 0,-1 0,1 1,-1-1,1 1,-1 0,-1 0,1 0,-1 0,1 0,-1 1,0-1,0 1,0 0,-1 0,1 1,-1-1,0 1,1 0,-1 1,0-1,0 1,0 0,0 0,-1 0,1 1,0-1,0 1,0 1,-1-1,1 1,0 0,0 0,0 0,0 1,0 0,1 0,-1 0,0 0,1 1,-1 0,-2 2,-4 13,5 0</inkml:trace>
  <inkml:trace contextRef="#ctx0" brushRef="#br0" timeOffset="681.01">1136 294,'18'2,"15"4,12 2,8 2,8 2,6-1,4-2,0-1,-1-2,-10-1,-12-2,-14-2</inkml:trace>
  <inkml:trace contextRef="#ctx0" brushRef="#br0" timeOffset="882.007">1470 147,'-13'7,"-10"11,-3 14,4 15,4 11,6 7,8 2,8-2,8-5,3-13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09.3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68,'5'23,"7"16,12 11,13 6,11 3,9 0,4-4,1-5,-1-8,-7-10,-12-11</inkml:trace>
  <inkml:trace contextRef="#ctx0" brushRef="#br0" timeOffset="208.629">401 41,'-16'0,"-12"7,-8 11,-2 14,0 16,2 12,8 10,6 5,6-2,7-6,4-14</inkml:trace>
  <inkml:trace contextRef="#ctx0" brushRef="#br0" timeOffset="438.269">629 348,'29'0,"-19"-1,0 0,0 1,1 0,-1 1,0 0,0 1,0 0,8 3,-16-4,-1 0,0-1,1 1,-1 0,0 0,1 0,-1 0,0 0,0 0,0 0,0 0,0 1,0-1,0 0,-1 1,1-1,0 0,-1 1,1-1,-1 1,1-1,-1 1,0-1,1 1,-1-1,0 1,0 0,0-1,0 1,-1-1,1 1,0-1,-1 1,1-1,-1 2,-27 51,-35 23,-24 40,86-116,0 1,0-1,0 0,0 1,0-1,0 1,1-1,-1 1,0-1,1 1,-1 0,1-1,0 1,-1 0,1-1,0 1,0 0,0-1,0 1,1 0,-1-1,0 1,1 0,-1-1,1 1,-1-1,1 1,0-1,0 1,0-1,0 1,0-1,0 0,0 0,0 1,0-1,1 0,-1 0,0 0,1 0,-1 0,1-1,-1 1,1 0,-1-1,1 1,17 2,1-1,-1 0,1-2,-1 0,1-1,-1-1,0-1,1 0,-1-2,17-6,-29 9,59-16</inkml:trace>
  <inkml:trace contextRef="#ctx0" brushRef="#br0" timeOffset="715.064">1110 54,'4'9,"9"13,11 8,13 9,11 5,7 3,3 1,-2-1,-5-3,-7-8,-7-8,-9-8</inkml:trace>
  <inkml:trace contextRef="#ctx0" brushRef="#br0" timeOffset="968.353">1498 1,'-21'11,"-10"14,-6 13,-3 14,2 9,3 9,7 3,7-2,8-6,6-14</inkml:trace>
  <inkml:trace contextRef="#ctx0" brushRef="#br0" timeOffset="1242.649">1859 348,'-10'18,"-4"14,0 7,1 4,7 2,5-1,4-4,1-10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08.8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1 161,'18'5,"18"1,18-1,16 0,10-2,4-1,1-1,-9 0,-17-1</inkml:trace>
  <inkml:trace contextRef="#ctx0" brushRef="#br0" timeOffset="249.296">362 0,'-5'14,"-1"15,1 15,0 11,2 8,3 4,6 0,7-7,1-14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06.0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0 121,'7'13,"9"15,8 8,10 7,8 6,8 2,5-2,2-2,-4-5,-7-7,-11-9</inkml:trace>
  <inkml:trace contextRef="#ctx0" brushRef="#br0" timeOffset="289.25">361 1,'-13'22,"-12"20,-6 15,-5 13,0 7,-1 2,3-1,5-7,8-15</inkml:trace>
  <inkml:trace contextRef="#ctx0" brushRef="#br0" timeOffset="548.564">602 428,'14'-5,"0"0,0 2,1-1,-1 2,1 0,0 0,0 2,10 0,-23-1,1 1,-1-1,1 1,-1 0,1 0,0 0,-1 0,1 0,-1 0,1 1,-1-1,1 1,-1 0,1 0,-1 0,1 0,-1 0,0 0,0 1,1-1,-1 1,0-1,0 1,-1 0,1 0,0 0,-1 0,1 0,-1 0,1 1,-1-1,0 0,0 1,0-1,0 1,-1-1,1 1,-1-1,1 1,-1-1,0 1,0 0,-3 10,-1-1,0 1,-1 0,0-1,-1 0,0 0,-1-1,0 0,-1 0,0 0,-1-1,-3 2,-39 57,50-68,0 0,0 1,0-1,0 0,0 0,0 0,1 0,-1 1,0-1,1 0,-1 1,1-1,-1 1,1-1,0 0,-1 1,1-1,0 1,0-1,0 1,0-1,1 1,-1-1,0 1,0-1,1 0,-1 1,1-1,0 0,-1 1,1-1,0 0,0 0,-1 1,1-1,0 0,0 0,0 0,1 0,-1 0,0 0,0-1,0 1,1 0,-1-1,0 1,1-1,13 3,0-1,0 0,0-1,0-1,0 0,0-2,0 1,0-2,0 0,0-1,9-4,30-7</inkml:trace>
  <inkml:trace contextRef="#ctx0" brushRef="#br0" timeOffset="813.055">1123 121,'-4'0,"7"6,14 10,17 11,13 12,8 9,3 2,-3 3,-7-1,-6-3,-9-6,-10-6,-8-11</inkml:trace>
  <inkml:trace contextRef="#ctx0" brushRef="#br0" timeOffset="1080.586">1484 94,'-18'6,"-11"13,-5 13,-1 13,4 12,1 11,4 4,5 2,3-3,5-13</inkml:trace>
  <inkml:trace contextRef="#ctx0" brushRef="#br0" timeOffset="1254.12">1805 454,'-11'18,"-7"16,1 8,2 4,5 1,7-3,10-6,3-11</inkml:trace>
  <inkml:trace contextRef="#ctx0" brushRef="#br0" timeOffset="1507.687">2099 27,'14'18,"9"15,7 12,7 8,8 6,4 3,3 2,2 0,-3-4,-7-6,-8-7,-8-12,-8-11</inkml:trace>
  <inkml:trace contextRef="#ctx0" brushRef="#br0" timeOffset="1809.476">2433 121,'-16'16,"-10"16,-4 15,-5 10,-5 9,-3 7,-3 3,7-12</inkml:trace>
  <inkml:trace contextRef="#ctx0" brushRef="#br0" timeOffset="2065.784">2808 561,'-3'5,"1"-1,0 1,0-1,1 1,-1 0,1 0,0 0,0 0,0 0,1-1,0 1,0 0,0 0,1 0,0 0,0 0,0 0,0 0,1 0,-1-1,1 1,1-1,-1 1,1-1,-1 0,1 0,0 0,1 0,-1 0,1-1,-1 0,1 1,0-2,4 4,1-3,-1 0,1-1,-1 0,1 0,0-1,-1 0,1 0,0-1,0 0,0-1,0 0,-1 0,1-1,0 0,-1 0,1-1,-1 0,0-1,-3 2,0 0,0-1,-1 1,1-1,-1 0,0-1,1 1,-2-1,1 1,0-1,-1 0,1-1,-1 1,-1 0,1-1,0 0,-1 0,0 0,0 0,-1 0,1 0,-1 0,0 0,-1-1,1 1,-1 0,0 0,0-1,-1 1,0-2,0 1,0 1,-1-1,0 1,0-1,0 1,-1 0,0 0,0 0,0 1,-1-1,1 1,-1-1,0 1,0 0,-1 1,1-1,-1 1,0 0,0 0,0 0,0 1,0-1,-1 1,1 1,-1-1,-3-1,0 1,0 0,-1 1,1 0,-1 0,1 1,-1 0,1 0,0 1,-1 1,1 0,0 0,-1 0,-5 4,-44 38,42-21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03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1,'-1'4,"0"-1,0 1,1 0,-1-1,1 1,0 0,0 0,1 0,-1-1,1 1,0 0,0-1,0 1,0-1,1 1,-1-1,2 3,-1-1,13 27,1-1,1-1,2 0,1-1,1-1,2-1,1-1,0-1,2-1,11 7,49 19,-83-49,1 1,0-1,-1 0,1 0,0-1,-1 1,1-1,0 0,-1 0,1 0,0 0,0-1,-1 0,1 1,0-1,-1 0,1-1,-1 1,1-1,-1 0,0 1,0-1,0-1,0 1,0 0,6-10,-1 0,-1 0,0 0,-1-1,0 0,-1 0,0 0,-1-1,-1 0,0 0,-1 0,-1 0,0 0,-1-12,2 11,-1 0,-1-1,0 1,-1 0,-1 0,-4-15,6 31,0-1,0 1,0 0,0 0,-1-1,1 1,0 0,0-1,-1 1,1 0,0-1,-1 1,1-1,-1 1,1 0,-1-1,1 1,-1-1,1 1,-1-1,0 0,1 1,-1-1,0 0,1 1,-1-1,0 0,1 0,-1 1,0-1,0 0,1 0,-1 0,0 0,0 0,1 0,-1 0,0 0,1-1,-1 1,0 0,0 0,1 0,-1-1,0 1,1 0,-1-1,0 1,1-1,-1 1,1-1,-1 1,1-1,-1 1,1-1,-1 0,1 1,0-1,-1 1,1-1,0 0,-1 0,-7 35,1-1,1 1,2 0,1 0,2 0,1 0,2 1,-2-26,29 355,-3-81,-24-264,0 0,-1 0,-1-1,-1 1,-1 0,0 0,-2-1,0 1,-1-1,-1 0,0-1,-2 1,-3 6,7-20,0 1,0-1,0 0,-1 0,1-1,-1 1,0-1,0 0,0-1,-1 1,1-1,-1 0,1 0,-1 0,0-1,1 0,-1 0,0-1,0 0,0 1,0-2,0 1,1-1,-1 0,0 0,0-1,1 1,-1-1,1-1,0 1,-1-1,1 0,0 0,1 0,-1-1,0 0,-3-3,-12-12,0-1,2-1,0-1,1-1,2 0,0-1,1 0,1-1,2-1,1 0,0 0,2-1,-1-13,7 36,0 0,0 0,0 0,1-1,0 1,0 0,0-1,0 1,1-1,-1 1,1-1,1 1,-1-1,1 0,-1 1,1 0,0-1,1 1,-1 0,1-1,0 1,0 0,0 0,0 0,1 1,0-1,0 0,0 1,0 0,0 0,1 0,-1 0,1 0,3-1,14-4,1 2,-1 1,1 0,0 1,1 2,16 0,-5-1,55-4,-7 3</inkml:trace>
  <inkml:trace contextRef="#ctx0" brushRef="#br0" timeOffset="649.286">793 1190,'77'-247,"-50"187,-27 61,0-1,0 0,0 1,0-1,0 0,0 1,0-1,0 0,0 0,1 1,-1-1,0 0,0 1,0-1,0 0,1 0,-1 1,0-1,0 0,0 0,1 0,-1 0,0 1,0-1,1 0,-1 0,0 0,1 0,-1 0,0 0,0 1,1-1,-1 0,0 0,1 0,-1 0,0 0,1 0,-1 0,0 0,1 0,-1-1,0 1,0 0,1 0,-1 0,0 0,1 0,-1 0,0-1,0 1,1 0,-1 0,0 0,0-1,0 1,1 0,-1 0,0-1,0 1,0 0,0 0,0-1,1 1,-1 0,0-1,0 1,0 0,0-1,0 1,4 26,-4-26,4 68,3 0,3-1,13 47,-14-84</inkml:trace>
  <inkml:trace contextRef="#ctx0" brushRef="#br0" timeOffset="896.62">1154 776,'9'11,"7"14,9 12,3 13,1 9,-6 7,-6 7,-16 2,-18 2,-21-1,-20-4,1-14</inkml:trace>
  <inkml:trace contextRef="#ctx0" brushRef="#br0" timeOffset="1181.379">712 816,'-16'19,"-5"18,1 18,4 15,9 11,15 6,17-2,21-8,18-11,-2-18</inkml:trace>
  <inkml:trace contextRef="#ctx0" brushRef="#br0" timeOffset="1956.189">1568 321,'18'3,"16"0,10-1,9 1,6-2,1 3,-6-1,-6 3,-12-1</inkml:trace>
  <inkml:trace contextRef="#ctx0" brushRef="#br0" timeOffset="2220.481">1635 562,'16'11,"18"4,23 0,17-4,11-5,-8-4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18.2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43,'621'-26,"-578"27,-61 5,11-19,12 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19.0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20,'22'0,"22"0,19 0,12 0,10 0,3 0,-3 0,-12 0,-17 0,-14 0,-18 0,-14-2,-12-1,-8-2,-4 0,1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21.3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46,'-34'-17,"68"7,419-4,-579 14,110-2,5-1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24.8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0,'14'0,"15"0,17 0,16 0,12 0,4 0,-5 0,-11 2,-17 6,-17 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25.0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11,'21'0,"17"-3,17 0,10 0,5 1,-4 3,-14 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26.2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0,'21'0,"15"0,11 0,7 0,1 0,-3 0,-5 0,-10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26.4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1,'25'9,"24"3,24-1,18-4,12-6,-12-3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4:27.07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1 976,'16'9,"14"10,14 10,10 12,5 11,2 5,0 2,-4 0,-7-3,-10-4,-10-9,-7-12,-7-10</inkml:trace>
  <inkml:trace contextRef="#ctx0" brushRef="#br0" timeOffset="262.856">482 976,'-16'9,"-10"12,-7 14,-5 14,-5 15,-4 11,-4 7,-1 3,7-15</inkml:trace>
  <inkml:trace contextRef="#ctx0" brushRef="#br0" timeOffset="1810.446">749 1603,'16'-45,"47"-163,-60 256,-8 309,5-344,-1 1,-1-1,0 1,-1-1,0 0,-1 0,0 0,-1 0,-1-1,0 1,-1-1,7-12,-1 1,1 0,0-1,-1 1,1-1,-1 1,1-1,-1 1,1-1,-1 1,0-1,1 0,-1 1,1-1,-1 0,0 1,1-1,-1 0,0 0,1 1,-1-1,0 0,1 0,-1 0,0 0,0 0,1 0,-1 0,0 0,1-1,-1 1,0 0,1 0,-1-1,0 1,1 0,-1-1,22-11,7 5,0 2,-1 1,2 1,-1 1,20 2,-22 0,19-1</inkml:trace>
  <inkml:trace contextRef="#ctx0" brushRef="#br0" timeOffset="13292.828">11057 949,'0'20,"4"16,11 14,12 6,13 4,13 0,8 0,6-5,-1-6,-11-7,-13-11</inkml:trace>
  <inkml:trace contextRef="#ctx0" brushRef="#br0" timeOffset="13556.161">11431 1015,'-16'7,"-8"9,-3 13,-3 13,0 14,0 7,3 5,1 1,6-13</inkml:trace>
  <inkml:trace contextRef="#ctx0" brushRef="#br0" timeOffset="13847.899">11791 1403,'-36'93,"36"-89,-1-1,1 0,0 1,0-1,0 0,1 1,-1-1,1 0,0 1,0-1,0 0,0 0,0 0,1 0,-1 0,1 0,0 0,0 0,0-1,0 1,1-1,-1 1,1-1,-1 0,1 0,0 0,3 1,1 1,1 0,0-1,1 0,-1 0,1-1,-1 0,1 0,-1-1,1 0,0-1,0 0,0 0,-1-1,1 0,0 0,-1-1,9-3,-12 3,0 1,0-1,0-1,0 1,0-1,-1 0,1 0,-1 0,0-1,0 1,0-1,0 0,-1 0,0 0,1-1,-1 1,-1-1,1 0,-1 0,0 1,0-2,0 1,-1 0,0 0,0 0,0-1,0 1,-1-1,0-2,-1 2,0-1,0 1,0-1,-1 1,0 0,0 0,-1 0,1 0,-1 0,-1 0,1 1,-1-1,0 1,0 0,-1 0,1 1,-1-1,0 1,0 0,-1 0,1 1,-1 0,0 0,0 0,0 0,0 1,0 0,-1 0,1 1,0 0,-1 0,1 1,-1-1,0 1,1 1,-1-1,1 1,-1 0,1 1,0-1,-1 1,1 1,0-1,0 1,1 0,-1 0,0 1,0 0,-21 24,7 1</inkml:trace>
  <inkml:trace contextRef="#ctx0" brushRef="#br0" timeOffset="14312.721">12272 588,'19'13,"14"17,14 18,9 20,8 18,1 18,-4 13,-11 13,-19 6,-29 0,-35-1,-35-9,-32-10,0-24</inkml:trace>
  <inkml:trace contextRef="#ctx0" brushRef="#br0" timeOffset="15129.226">11244 1390,'-3'2,"0"6,-2 5,-5 8,-3 7,-1 8,-3 4,-6 5,1-5</inkml:trace>
  <inkml:trace contextRef="#ctx0" brushRef="#br0" timeOffset="12347.741">9787 1082,'15'16,"16"14,10 14,10 8,5 7,3 2,0 0,-8-3,-10-8,-12-9,-11-13</inkml:trace>
  <inkml:trace contextRef="#ctx0" brushRef="#br0" timeOffset="12545.2">10107 1109,'-14'5,"-11"7,-8 12,-5 13,-1 11,4 12,5 6,9 2,7-2,6-8,5-13</inkml:trace>
  <inkml:trace contextRef="#ctx0" brushRef="#br0" timeOffset="12871.844">10401 1390,'15'-4,"0"1,0 0,0 1,1 1,-1 0,0 1,1 1,-1 0,0 1,10 3,-22-5,-1 1,1 0,0 0,-1 0,1 0,-1 0,0 0,1 1,-1-1,0 1,0 0,0-1,0 1,0 0,0 1,0-1,-1 0,1 0,-1 1,1-1,-1 0,0 1,0 0,0-1,-1 1,1-1,-1 1,1 0,-1 0,0-1,0 1,0 0,0 0,0-1,-1 1,1 0,-1-1,0 1,0 0,0-1,0 1,0-1,0 1,-2 0,-6 13,-2-1,0 0,-1-1,0 0,-1-1,0-1,-4 2,-70 80,87-94,-1 1,0 0,0 0,1-1,-1 1,0 0,1 0,-1 0,1 0,0 0,-1 0,1 0,0 0,-1 0,1 0,0 0,0 0,0 0,0 1,0-1,0 0,0 0,0 0,0 0,1 0,-1 0,0 0,1 0,-1 0,1 0,-1 0,1 0,-1 0,1-1,0 1,0 0,-1 0,1 0,0-1,0 1,0 0,0-1,-1 1,1-1,0 1,0-1,0 0,0 1,1-1,57 9,-58-9,140-7,-67-3</inkml:trace>
  <inkml:trace contextRef="#ctx0" brushRef="#br0" timeOffset="6670.837">3436 734,'-2'-2,"4"-1,12 0,18 1,22 0,22 1,21 1,14 0,6 0,-16 0</inkml:trace>
  <inkml:trace contextRef="#ctx0" brushRef="#br0" timeOffset="5802.316">3276 1109,'4'14,"9"11,11 12,11 10,10 8,9 3,5 2,1-1,-1-3,-5-8,-8-8,-9-12,-11-10</inkml:trace>
  <inkml:trace contextRef="#ctx0" brushRef="#br0" timeOffset="6051.928">3636 1135,'-15'0,"-9"5,-3 8,-3 9,2 11,1 13,3 11,3 10,3 5,5-1,4-12</inkml:trace>
  <inkml:trace contextRef="#ctx0" brushRef="#br0" timeOffset="6361.328">3971 1590,'-6'7,"1"0,0 0,0 0,1 1,-1 0,2 0,-1 0,1 0,-1 6,3-11,1-1,-1 1,1 0,0-1,0 1,0 0,0 0,0-1,1 1,-1 0,1-1,0 1,-1-1,1 1,1 0,-1-1,0 0,0 1,1-1,-1 0,1 0,0 0,0 0,0 0,0 0,0 0,0-1,0 1,1-1,-1 1,1-1,0 0,7 3,0-1,0 0,0-1,0 0,0-1,1 0,-1-1,0 0,1 0,-1-1,0 0,1-1,-1 0,0-1,0 0,-1-1,1 0,-1 0,0-1,0 0,0-1,8-6,-13 8,1 0,-1-1,0 0,0 0,0 0,-1 0,0-1,0 0,0 1,-1-1,0 0,0 0,0 0,-1 0,0 0,0-1,-1 1,1 0,-1-1,-1 1,1 0,-1 0,0-1,0 1,-1 0,0 0,0 0,-1 0,1 1,-1-1,0 1,-1-1,1 1,-1 0,0 0,-1 1,1-1,-1 1,0 0,0 0,0 0,0 1,-1 0,-3-2,-4 0,0 0,0 1,0 0,-1 1,0 1,1 0,-1 1,0 0,0 1,0 1,0 0,1 0,-1 2,0 0,1 0,0 2,-4 1,-25 9</inkml:trace>
  <inkml:trace contextRef="#ctx0" brushRef="#br0" timeOffset="2812.785">1672 547,'-18'9,"-13"13,-8 13,-5 19,0 21,3 23,8 21,9 19,11 10,14 1,21-7,27-17,26-17,24-21,-3-25</inkml:trace>
  <inkml:trace contextRef="#ctx0" brushRef="#br0" timeOffset="3818.351">1992 1015,'12'18,"10"14,8 9,4 7,3 5,-1 2,-1 4,-3-2,-1-4,-5-6,-4-9,-5-11</inkml:trace>
  <inkml:trace contextRef="#ctx0" brushRef="#br0" timeOffset="4066.892">2273 1163,'-18'11,"-11"13,-4 12,-4 10,-1 8,3 2,4 0,8-4,7-10</inkml:trace>
  <inkml:trace contextRef="#ctx0" brushRef="#br0" timeOffset="4391.796">2554 1470,'66'-5,"-57"3,0 0,1 0,-1 1,0 1,1 0,-1 0,1 1,-1 0,0 0,0 1,0 0,0 1,0 0,0 0,0 1,6 4,-12-6,-1 0,0 1,1-1,-1 1,0-1,0 1,0-1,0 1,-1 0,1 0,-1 0,0 0,0 0,0 0,0 1,0-1,-1 0,1 0,-1 1,0-1,0 0,0 0,0 1,-1-1,1 0,-1 0,0 1,-1 0,-43 84,-60 40,105-127,-1-1,1 0,-1 1,1-1,-1 0,1 1,-1-1,1 1,-1-1,1 1,-1 0,1-1,0 1,-1-1,1 1,0 0,0-1,-1 1,1-1,0 1,0 0,0-1,0 1,0 0,0-1,0 1,0 0,0 0,0-1,0 1,0 0,0-1,1 1,-1-1,0 1,1 0,-1-1,0 1,1-1,-1 1,1-1,-1 1,0-1,1 1,-1-1,1 1,0-1,-1 0,1 1,-1-1,1 0,0 1,-1-1,1 0,-1 0,1 0,0 1,-1-1,1 0,45-1,63-24,-52 10</inkml:trace>
  <inkml:trace contextRef="#ctx0" brushRef="#br0" timeOffset="5108.981">1952 775,'-7'0,"1"0,4 0,16 0,20 0,25-3,23 1,21-1,12 0,2 2,-21 0</inkml:trace>
  <inkml:trace contextRef="#ctx0" brushRef="#br0" timeOffset="8811.205">5816 908,'16'0,"21"0,23 0,23 0,21 0,12 0,4 0,-20 0</inkml:trace>
  <inkml:trace contextRef="#ctx0" brushRef="#br0" timeOffset="7447.299">4934 1444,'16'0,"14"-3,13 0,9 0,7 1,4 0,1 1,-1 0,-3 1,-6 0,-13 0</inkml:trace>
  <inkml:trace contextRef="#ctx0" brushRef="#br0" timeOffset="7652.814">5201 1149,'-7'18,"-2"17,0 13,2 8,4 7,8 2,5-2,2-4,3-8,-2-12</inkml:trace>
  <inkml:trace contextRef="#ctx0" brushRef="#br0" timeOffset="11852.469">8663 1322,'20'3,"19"2,18 1,16 0,11-2,7-2,-1 0,-4-1,-12-3,-18-1</inkml:trace>
  <inkml:trace contextRef="#ctx0" brushRef="#br0" timeOffset="12099.884">8944 1069,'-2'18,"-1"18,2 15,2 14,5 7,3 2,6 0,4-5,-1-15</inkml:trace>
  <inkml:trace contextRef="#ctx0" brushRef="#br0" timeOffset="7932.431">5990 1163,'0'9,"4"10,9 12,11 11,13 10,11 4,9 0,7-2,-2-7,-4-8,-9-9,-14-10</inkml:trace>
  <inkml:trace contextRef="#ctx0" brushRef="#br0" timeOffset="8219.627">6284 1149,'-14'20,"-6"19,-5 14,-3 8,2 7,0 2,3-2,2-5,5-13</inkml:trace>
  <inkml:trace contextRef="#ctx0" brushRef="#br0" timeOffset="8472.531">6591 1510,'23'-6,"-1"1,1 1,0 1,0 1,22 1,-42 1,-1 0,1 0,-1 0,1 0,-1 0,1 1,-1-1,1 1,-1-1,1 1,-1 0,0 0,0 0,1 1,-1-1,0 0,0 1,0 0,0-1,-1 1,1 0,0 0,-1 0,1 0,-1 0,0 0,1 0,-1 1,0-1,0 0,-1 1,1-1,0 1,-1-1,0 1,1-1,-1 1,0-1,0 1,0-1,-1 1,-2 9,-1 0,0-1,-1 0,0 0,-1 0,0-1,-1 0,-7 10,7-11,0 0,1 1,0 0,0 0,1 0,0 1,1-1,1 1,0 0,0 2,2-11,1 0,0 0,0 1,0-1,1 0,-1 0,1 0,-1 0,1 1,-1-1,1 0,0 0,0 0,0 0,0 0,1-1,-1 1,0 0,1 0,-1-1,1 1,0-1,-1 0,1 1,0-1,0 0,0 0,0 0,0 0,0 0,1 0,72 13,46-19,-65-5</inkml:trace>
  <inkml:trace contextRef="#ctx0" brushRef="#br0" timeOffset="10839.179">7233 1163,'14'6,"13"12,13 12,10 10,7 9,3 6,1 2,-6 1,-8-3,-9-6,-11-9,-11-12</inkml:trace>
  <inkml:trace contextRef="#ctx0" brushRef="#br0" timeOffset="11101.524">7647 1189,'-7'0,"-6"7,-4 13,-6 18,-5 15,-5 13,-4 8,0 4,2-1,6-6,9-16</inkml:trace>
  <inkml:trace contextRef="#ctx0" brushRef="#br0" timeOffset="11396.59">7941 1577,'1'8,"1"-1,0 0,0 1,0-1,1 0,0 0,0 0,1-1,0 1,0-1,0 0,1 0,0 0,0-1,1 1,-1-1,1-1,0 1,1-1,-1 0,1 0,-1-1,1 0,0 0,1-1,-1 0,0 0,1 0,-1-1,1 0,-1-1,1 1,-1-2,1 1,-1-1,1 0,-1 0,1-1,-1 0,0-1,-2 1,0 0,-1-1,1 1,0-1,-1-1,0 1,0 0,0-1,0 0,-1 0,1 0,-1-1,0 1,0-1,-1 1,0-1,1 0,-1 0,-1 0,1 0,-1 0,0-1,0 1,0 0,-1-1,0 1,0 0,0-1,-1 1,0 0,0-1,0 1,-1 0,1 0,-1 0,0 0,-1 0,0 0,2 0,-1 0,0 0,-1 0,1 0,-1 0,0 1,0-1,0 1,-1 0,1 0,-1 0,0 1,0-1,0 1,-1 0,1 0,-1 0,0 1,0 0,0 0,0 0,0 0,0 1,0 0,0 0,-1 0,1 1,0 0,-1 0,1 0,-1 0,1 1,0 0,0 0,-1 1,1-1,0 1,0 0,-50 50,37-21</inkml:trace>
  <inkml:trace contextRef="#ctx0" brushRef="#br1" timeOffset="36183.577">3235 160,'-187'0,"85"-31,-107 9,179 17,0 2,0 0,-1 3,1 0,0 2,0 1,-16 4,-106 6,93-13,0 2,1 3,-2 3,13-2,0 2,1 2,0 2,1 2,0 2,1 2,1 2,-7 6,31-14,8-6,0 1,1 0,0 1,0 0,1 1,0 0,0 0,1 1,4-5,-7 8,0 0,1 1,1 0,0 0,1 1,0 1,2-1,-1 1,2 0,0 0,1 1,-1 15,6 19,2 0,3 0,2 0,2-1,3 3,75 263,-81-276,-1 4,3 0,2-1,14 39,56 149,-15-133,-29-52,87 102,-77-97,-24-23,1-1,1-1,1-1,2-2,0 0,1-2,2-1,9 3,12-2,2-3,1-2,0-2,28 2,-56-11,42 5,0-3,1-4,-1-2,5-4,30 1,160 14,-147-4,0-5,20-6,377-31,214 35,-209 25,-113-6,-89 2,-231-22,345 13,45 0,-277 7,13-12,-139-10,152-3,-137-5,-63 9,0-1,0-1,-1-1,1-1,-1-1,0-1,0-1,-1-2,0 0,4-4,-12 6,0 0,0-1,-1-1,0 0,-1-1,0 0,-1-1,0 0,0-1,-2-1,0 0,0 0,-1-1,-1 0,-1 0,0-1,-1 0,2-8,4-204,-5 184,0 11,-2 0,-1-1,-2 1,-1-1,-1 1,-4-23,-68-224,-17 72,55 140,23 46,-2 0,-1 1,0 0,-1 2,-1-1,-1 2,-1 0,-1 1,0 1,-1 1,-1 0,0 2,-20-10,-43-22,-1 4,-3 3,-1 4,-1 5,-37-6,-112-23,47 11,-128-13,126 31,-96-31,186 39,-2 6,-74-1,7 0,-133-10,-169 12,141-6,-55 14,70-46,83 50,127-12,-63 37,134-17</inkml:trace>
  <inkml:trace contextRef="#ctx0" brushRef="#br2" timeOffset="47662.174">11564 334,'-149'-20,"-151"0,124 11,-97-9,48-16,-10 22,-213-23,329 35,20 1,0-4,-68-12,20-2,-98 3,-73-7,126 0,-114 4,225 13,0-4,-38-10,56 9,-420-19,399 20,0 4,0 4,0 4,0 3,-51 13,40 1,1 4,1 4,-14 11,74-24,0 1,2 2,0 1,1 2,2 1,0 1,1 1,2 2,0 0,1 3,-2 3,1 0,2 2,1 1,0 6,-83 121,94-151,2 0,-1 1,2-1,-1 2,2-1,0 1,1 1,0-1,1 1,0 0,0 7,-32 251,31-239,1 1,2-1,1 1,1 0,3 0,0-1,2 1,2-1,4 12,0-4,1 0,2-1,18 38,95 144,-110-197,0-1,2 0,1-2,2 0,0-1,1-1,17 12,2 4,-24-20,0-1,1-1,0-1,1 0,1-2,0 0,1-1,19 7,2-7,0-1,1-3,0-1,11-2,56 9,35 6,1-6,55-6,205 6,-93-5,122-1,-271-9,316-6,-317 2,138 14,-37-10,-94-5,103-9,16-7,-21-4,-210 22,-1-2,0-2,0-3,42-15,89-18,-2-9,-97 24,48 4,159-68,-103 2,-177 84,0 0,-1-1,0-1,0 0,-1-1,0-1,-1 0,-1-1,0 0,1-2,0 2,0-1,-1 0,0-1,-2 0,1 0,-2-1,0-1,-1 1,0-1,-2-1,0 0,-1 1,-1-2,2-17,-8-308,-1 310,-1 0,-2 0,-1 0,-1 1,-2 0,-12-26,-10-35,27 73,-1 0,-1 1,-1 0,-1 0,-1 1,-1 0,0 1,-1 0,-1 1,-13-14,-100-103,113 118,-1 1,-1 0,0 1,-1 1,-1 1,0 0,-1 1,-17-8,-235-71,194 66,0 5,-2 2,0 4,-74-3,0 11,-8 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36.9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309 151,'17'-71,"-17"69,0-1,0 1,0 0,-1-1,1 1,-1 0,0 0,1-1,-1 1,0 0,0 0,-1 0,1 0,0 0,-1 0,1 0,-1 1,1-1,-1 0,0 1,0-1,0 1,0 0,0 0,0 0,0 0,0 0,0 0,-2 0,-7-1,0 0,-1 1,1 1,0 0,0 1,-1 0,1 0,0 1,0 1,0 0,1 0,-1 1,1 0,-1 1,1 0,1 1,-1 0,1 1,0 0,0 0,1 0,0 1,-4 7,8-10,0 0,0 1,0 0,1 0,0 0,0 0,1 0,0 0,0 1,0-1,1 1,0 0,0-1,0 1,1 0,0 0,1-1,0 1,0 0,0-1,0 1,1-1,0 1,1-1,0 0,0 0,0 0,0 0,1 0,0-1,2 3,-5-5,0 0,1 0,-1 1,1-1,0 0,0-1,0 1,0 0,1 0,-1-1,1 1,-1-1,1 0,0 0,0 0,0 0,0-1,0 1,0-1,0 1,1-1,-1 0,1 0,-1-1,0 1,1-1,-1 0,1 0,-1 0,1 0,-1 0,1-1,-1 0,1 0,1 0,6-8,-1-1,0 1,0-2,-1 1,-1-1,0-1,0 1,-1-2,-1 1,2-5,0 3,91-215,-99 229,0 0,0 0,1 0,-1 0,0 1,0-1,0 0,0 0,0 0,1 0,-1 0,0 0,0 0,0 0,0 0,1 0,-1 0,0 0,0 0,0 0,0 0,0 0,1 0,-1 0,0 0,0 0,0 0,0-1,1 1,-1 0,0 0,0 0,0 0,0 0,0 0,0 0,1-1,-4 23,3-20,-7 46,3-26,0 0,2 0,0 0,2 1,0-1,1 1,2-1,2 11,-2-27,0 0,0 1,1-1,-1-1,2 1,-1 0,0-1,1 0,0 0,1 0,-1-1,1 0,-1 0,1 0,0-1,1 1,-1-1,1-1,-1 0,1 0,0 0,0 0,0-1,-1 0,1-1,1 0,-1 0,0 0,0-1,-1 0,1 0,0-1,0 0,0 0,0-1,33-8,-4-1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39.0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1,'14'4,"11"3,10-2,9-2,5-3,4-3,2-2,-1 1,-6 3,-7 4,-7 4,-10 3,-9-1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39.3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0,'16'7,"12"5,9-1,6-1,5-3,4-2,2-2,3-4,1-2,-9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40.2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433 96,'-15'-12,"-1"1,-1 1,0 0,0 1,0 1,-1 1,-1 0,1 1,-1 1,-3 0,14 3,0 1,0 0,0 0,-1 0,1 1,0 0,0 1,0 0,0 0,0 1,0 0,0 0,0 1,1 0,-1 0,1 1,0 0,0 0,0 1,0-1,1 2,0-1,0 1,0 0,1 0,0 0,0 1,-3 6,3-3,1 0,0 0,0 0,1 1,1-1,0 1,0-1,1 1,1 0,-1 0,2 0,-1-1,2 1,-1 0,3 4,-3-8,1-1,0 1,1-1,-1 0,1 0,0 0,1 0,0 0,0-1,0 0,0 1,1-2,0 1,0 0,0-1,0 0,1 0,0-1,-1 1,1-1,1-1,-1 1,0-1,1 0,-1 0,1-1,0 0,0 0,0 0,0-1,0 0,0 0,0-1,-1 0,1 0,0-1,0 0,-1 0,1 0,-1-1,0 0,1 0,-1-1,-1 0,1 0,0 0,-1-1,1-1,4-4,-1 0,0-1,-1-1,0 0,0 0,-2 0,1-1,-2 0,0 0,2-7,23-141,-19 149,0 34,-8-16,0 2,15 32,2-1,1-1,17 23,-30-51,0 1,1-1,0 0,1-1,0 0,0 0,1-1,0-1,1 0,-1 0,1-1,1-1,-1 0,2 0,2 0,-1-1,1-1,-1-1,1 0,0-1,0-1,-1 0,1-1,0-1,0 0,-1-1,1-1,-1 0,9-5,10-15,-28 15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37.5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1 255,'2'2,"6"1,8 0,10-1,10 0,13-1,9-3,6-1,3-2,-2 0,-6 0,-10 4,-14 4,-13 4,-10 0</inkml:trace>
  <inkml:trace contextRef="#ctx0" brushRef="#br0" timeOffset="276.312">295 0,'-2'14,"-1"13,0 12,3 8,1 7,3 6,1 4,2 3,0-1,0-3,2-5,-1-13</inkml:trace>
  <inkml:trace contextRef="#ctx0" brushRef="#br0" timeOffset="1053.37">1298 242,'-3'-10,"-2"1,1 0,-1 0,-1 0,0 1,0 0,0 0,-1 1,-1-1,1 2,-1-1,0 1,0 0,-1 0,0 1,0 1,0-1,0 1,-1 1,0 0,1 0,-4 0,5 1,-1 1,1-1,0 2,-1-1,1 1,-1 0,1 1,-1-1,1 2,0-1,0 1,-1 1,1 0,1 0,-1 0,0 1,1 0,0 0,0 1,0 0,0 0,1 1,0 0,0 0,0 0,-4 7,6-6,0-1,0 1,0 0,1 0,0 1,0-1,1 1,0-1,0 1,1 0,0-1,0 1,1 0,0 0,0 0,1 0,0-1,0 1,1 0,0 0,0-1,1 0,0 1,0-1,1 0,0 0,0-1,1 1,0-1,0 0,0 0,0-1,1 1,0-1,1-1,-1 1,1-1,6 4,-5-5,0 1,-1-1,2 0,-1 0,0-1,0 0,1-1,-1 0,1 0,-1-1,1 0,0 0,-1-1,1 0,-1-1,0 0,1 0,-1-1,0 0,0 0,-1-1,1 0,-1 0,1-1,-1 0,-1 0,1 0,-1-1,0 0,0-1,-1 1,1-1,4-20,0-1,-2 1,-1-1,-1-1,-2 1,-1-1,0-25,-5 85,2-1,0 0,2 0,2 0,6 30,-7-49,-1-1,1 1,1 0,0-1,0 0,1 0,1 0,0 0,0-1,0 0,1 0,1-1,-1 0,1 0,1-1,0 0,-1 0,2-1,4 2,-3-3,1-1,0 0,0 0,0-2,1 1,-1-2,1 1,7-2,17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46.0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12,'5'0,"8"0,10 0,14-2,9-1,6 0,3 1,-3 0,-6 4,-11 2,-11 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46.3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0,'23'5,"19"1,15 0,15-1,11-2,-10-1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59.4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1,'18'0,"18"0,20 0,20 0,12 0,9 2,0 1,-17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57.1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15,'6'18,"10"15,11 11,12 7,11 5,10 0,7 1,1-2,-5-5,-8-5,-11-6,-13-10</inkml:trace>
  <inkml:trace contextRef="#ctx0" brushRef="#br0" timeOffset="260.534">388 1,'-19'9,"-14"12,-11 14,-5 12,-1 13,4 6,9 4,11-1,11-5,11-10,7-13</inkml:trace>
  <inkml:trace contextRef="#ctx0" brushRef="#br0" timeOffset="515.419">668 455,'21'-7,"-1"1,1 0,0 2,1 0,-1 1,1 1,-1 2,8 0,-18 0,-1 1,0 0,0 1,0 0,-1 0,1 1,0 0,6 4,-14-6,1 0,-1 0,0 0,0 1,0-1,0 0,0 1,0-1,-1 1,1 0,0 0,-1 0,1 0,-1 0,0 0,1 0,-1 0,0 0,0 1,-1-1,1 0,0 1,-1-1,0 1,1-1,-1 0,0 1,0-1,0 1,-1-1,1 1,0-1,-1 0,0 1,1-1,-1 0,-1 3,-6 9,-1 0,0 0,0-1,-1 0,-1-1,0 0,-12 10,-42 48,64-69,-1 0,1 0,-1 1,1-1,0 1,0-1,-1 1,1 0,0 0,0-1,1 1,-1 0,0 0,1 0,-1 0,1 0,-1 0,1 0,0 0,0 0,0 0,0 0,0 0,0 0,1 0,-1 0,1 0,-1 0,1-1,0 1,0 0,-1 0,1 0,1-1,-1 1,0 0,0-1,1 1,-1-1,1 0,-1 1,1-1,1 1,8 2,0 0,0-1,0 0,0-1,1 0,0 0,-1-2,2 1,26-1,-1 0,0-3,0-1,0-2,14-5,20-7</inkml:trace>
  <inkml:trace contextRef="#ctx0" brushRef="#br0" timeOffset="1258.507">1430 28,'14'11,"16"11,13 11,12 11,10 9,5 7,2 5,-2 0,-9-1,-9-8,-12-8,-13-11,-10-11</inkml:trace>
  <inkml:trace contextRef="#ctx0" brushRef="#br0" timeOffset="1473.94">1926 28,'-14'0,"-14"2,-6 6,-4 7,-3 14,1 12,3 14,6 10,7 9,9 2,6-2,10-8,4-14</inkml:trace>
  <inkml:trace contextRef="#ctx0" brushRef="#br0" timeOffset="1781.303">2326 536,'-28'94,"28"-90,0 0,0-1,0 1,0 0,0 0,1-1,0 1,0 0,0-1,0 1,0-1,1 1,-1-1,1 1,0-1,0 0,1 0,-1 0,0 0,1-1,0 1,0-1,0 1,1 0,5 1,-1 0,1 0,-1-1,1 0,0-1,0 0,0 0,1-1,-1-1,0 1,0-1,1-1,-1 1,0-2,0 1,0-1,0-1,0 0,0 0,-1-1,3-1,-5 3,0-1,-1 0,1 0,-1 0,1-1,-1 0,0 0,-1 0,1-1,-1 1,1-1,-1 0,-1-1,1 1,-1-1,0 1,0-1,-1 0,1 0,-2 0,1 0,0-1,-1 1,0 0,-1-1,1 1,-1-1,-1 1,1-1,-2-3,1 3,-1 0,-1 1,1 0,-1-1,0 1,-1 0,1 0,-1 1,0-1,-1 1,1 0,-1 0,0 0,0 1,-1 0,1 0,-1 0,0 0,0 1,0 0,0 1,-1-1,1 1,-1 0,-2 0,-12-2,0 0,0 1,-1 1,1 1,-1 1,0 1,-12 2,-51 10,8 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56.5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1 268,'20'0,"21"0,19 0,18 0,11 0,6 0,1 0,-6 0,-15 0,-20 0</inkml:trace>
  <inkml:trace contextRef="#ctx0" brushRef="#br0" timeOffset="250.171">282 1,'2'25,"1"19,0 17,-1 11,-3 9,-1 7,0 2,2-3,2-16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07.0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1 281,'7'0,"6"0,9 0,11 0,11 0,15-2,11-1,8-2,4-1,-4 2,-8 0,-14 4,-16 4,-17 2,-13-1</inkml:trace>
  <inkml:trace contextRef="#ctx0" brushRef="#br0" timeOffset="243.751">321 0,'-11'16,"-4"15,5 10,9 10,9 8,5 5,6 3,-1 2,-4-3,-3-4,-5-14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09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1,'7'16,"9"21,13 22,13 25,8 24,3 22,-3 18,-11 13,-13 10,-23 6,-30 6,-38 5,-42 1,-2-32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08.8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0 379,'20'-3,"-11"1,1 0,0 0,0 1,0 1,0 0,0 0,0 1,0 0,0 1,0 0,0 0,3 2,-11-3,0 0,-1 0,1 0,0 1,-1-1,0 0,1 1,-1-1,0 1,0-1,0 1,0 0,0-1,0 1,0 0,0 0,-1 0,1-1,-1 1,1 0,-1 0,0 0,0 0,0 0,0 0,0 0,0 0,0 0,-1 0,1-1,-1 1,1 0,-1 0,0 0,0 0,-34 62,34-63,-20 28,13-20,1 0,-1 1,1 0,1 1,0-1,1 1,0 1,0-1,1 0,1 1,0 0,0 0,0 12,3-21,1 0,-1 0,1 0,0 0,-1 0,2 0,-1 0,0 0,0-1,1 1,0 0,-1-1,1 1,0-1,0 0,1 1,-1-1,0 0,1 0,-1 0,1-1,0 1,-1-1,1 1,0-1,0 0,1 0,85 14,-34-16,-2-3</inkml:trace>
  <inkml:trace contextRef="#ctx0" brushRef="#br0" timeOffset="280.462">601 124,'-2'14,"6"9,11 7,15 8,15 4,12 4,6 1,-2 2,-4-4,-7-1,-8-5,-11-8</inkml:trace>
  <inkml:trace contextRef="#ctx0" brushRef="#br0" timeOffset="545.885">1016 4,'-16'-2,"-12"1,-6 8,-4 14,-4 17,-5 18,-5 13,-1 11,2 5,5 2,8-4,10-11,15-14,19-15,8-15</inkml:trace>
  <inkml:trace contextRef="#ctx0" brushRef="#br0" timeOffset="794.756">1203 566,'-10'6,"1"2,0-1,1 1,0 0,0 1,1 0,0 0,1 1,-1 0,2 0,0 0,0 1,-2 8,7-18,0 1,-1 0,1 0,1-1,-1 1,0 0,0 0,1-1,-1 1,1 0,-1-1,1 1,0 0,-1-1,1 1,0-1,0 1,0-1,0 0,1 1,-1-1,0 0,1 0,-1 0,0 0,1 0,-1 0,1 0,0 0,-1-1,1 1,0-1,1 1,61 8,-49-9,1 0,-1-2,0 1,1-2,-1 0,0-1,0 0,-1-1,1-1,-1 0,0-1,-1-1,1 0,-1 0,-1-2,0 1,0-2,-1 1,7-10,-15 15,0 0,0 0,-1 0,0-1,0 1,0 0,0-1,-1 0,0 1,0-1,0 0,-1 0,0 1,0-1,-1 0,1 0,-1 1,-1-1,1 0,-1 1,0-1,0 1,0 0,-1 0,0 0,0 0,0 0,-1 0,1 1,-1 0,0-1,0 2,-1-1,1 0,-1 1,0 0,0 0,0 0,0 1,0-1,-5 0,3 1,1 0,0 1,-1 0,0 0,1 0,-1 1,1 0,-1 0,1 1,-1 0,0 0,1 1,0-1,-1 1,1 1,0-1,0 1,0 0,1 0,-1 1,-3 3,-14 13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08.2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82,'12'6,"12"8,12 10,6 10,5 8,-1 9,-3 4,-5 3,-4-1,-6-2,-5-6,-5-8,-4-9</inkml:trace>
  <inkml:trace contextRef="#ctx0" brushRef="#br0" timeOffset="292.166">321 1,'-13'16,"-10"14,-5 14,-2 13,-1 7,1 3,0 1,-1-2,-2-5,-1-6,7-13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1,'13'2,"14"1,9 0,10-1,4 0,3-1,1-1,-2 1,-7 1,-12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12.2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0,'14'7,"18"2,19-2,18-6,10-4,-9-2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5:48.00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2006 189,'-11'13,"-11"17,-11 18,-8 22,-5 26,-3 24,2 20,9 9,13 4,20-7,25-12,27-18,25-19,22-17,-6-22</inkml:trace>
  <inkml:trace contextRef="#ctx0" brushRef="#br0" timeOffset="-1322.124">496 643,'2'14,"8"13,8 11,11 11,10 8,6 7,4 0,-1 1,-1-3,-7-6,-7-5,-10-12</inkml:trace>
  <inkml:trace contextRef="#ctx0" brushRef="#br0" timeOffset="-1060.892">843 656,'-11'14,"-13"18,-10 17,-7 14,-7 10,-3 4,-1 0,5-6,10-9,11-14</inkml:trace>
  <inkml:trace contextRef="#ctx0" brushRef="#br0" timeOffset="-553.521">1071 1285,'21'-54,"3"1,2 0,3 2,7-6,-19 27,12-14,-22 45,-7 56,-16 74,7-66,2-1,2 48,24-21,-3-61</inkml:trace>
  <inkml:trace contextRef="#ctx0" brushRef="#br0" timeOffset="1965.148">2514 456,'11'0,"14"0,15 0,17 0,15 0,11 0,5-2,-13-1</inkml:trace>
  <inkml:trace contextRef="#ctx0" brushRef="#br0" timeOffset="3424.683">3771 483,'7'9,"13"7,17 4,21 1,21-4,14-4,11-5,-13-4</inkml:trace>
  <inkml:trace contextRef="#ctx0" brushRef="#br0" timeOffset="741.375">2500 804,'12'23,"10"16,10 13,10 7,6 5,4 0,0-4,-4-5,-6-7,-10-10,-10-11</inkml:trace>
  <inkml:trace contextRef="#ctx0" brushRef="#br0" timeOffset="1048.665">2808 804,'-18'16,"-11"16,-2 15,1 10,4 7,7 4,3 0,5-6,4-8,4-13</inkml:trace>
  <inkml:trace contextRef="#ctx0" brushRef="#br0" timeOffset="1270.156">3103 1218,'23'-9,"0"0,0 1,1 2,1 0,-1 1,12 1,-34 3,0 0,0 1,0-1,0 0,0 1,0 0,0 0,0-1,0 1,0 0,1 1,-1-1,0 0,0 1,0-1,0 1,0-1,-1 1,1 0,0 0,0 0,0 0,-1 0,1 0,0 1,-1-1,1 0,-1 1,1-1,-1 1,0 0,0-1,0 1,0 0,0 0,0 0,0 0,-1 0,1-1,-1 1,1 1,-1-1,0 0,0 0,0 0,0 0,0 0,0 0,0 0,-1 2,-5 8,1 0,-2 0,0 0,0-1,-1 0,0-1,-1 1,-5 3,-4 6,-12 15,11-15,0 2,2-1,1 2,0 0,-2 10,17-32,0 1,0 0,0-1,0 1,0 0,1-1,-1 1,1 0,-1 0,1 0,0 0,0 0,0-1,0 1,0 0,0 0,0 0,1 0,-1 0,0-1,1 1,0 0,0 0,-1-1,1 1,0 0,0-1,0 1,1-1,-1 1,0-1,0 0,1 1,-1-1,1 0,-1 0,1 0,0 0,-1 0,1 0,0-1,0 1,-1 0,2-1,15 4,0-1,0 0,0-2,1 0,-1-1,0-1,0-1,0 0,0-1,0-1,7-3,30-8</inkml:trace>
  <inkml:trace contextRef="#ctx0" brushRef="#br0" timeOffset="2617.14">3677 830,'13'12,"12"12,11 14,5 9,6 8,3 4,3 1,-1-2,-1-8,-3-9,-11-12</inkml:trace>
  <inkml:trace contextRef="#ctx0" brushRef="#br0" timeOffset="2888.499">4052 817,'-16'18,"-12"20,-6 15,-2 11,4 7,4 3,5 0,6-6,6-8,5-14</inkml:trace>
  <inkml:trace contextRef="#ctx0" brushRef="#br0" timeOffset="3149.418">4359 1298,'-2'11,"0"-5,0 0,1 0,-1-1,1 2,0-1,1 0,-1 0,1 0,0 0,1 0,-1 0,1 0,1 0,-1 0,1 0,0 0,0 0,1-1,0 1,0-1,0 0,0 0,1 0,0 0,0 0,0-1,1 0,-1 0,3-1,0-1,-1 0,1 0,0-1,0 1,0-2,0 1,0-1,0 0,0 0,0-1,0 0,0 0,0-1,0 0,-1 0,1 0,0-1,-1 0,0 0,0-1,0 0,0 0,-1 0,1-1,-1 0,0 0,-1 0,1 0,-1-1,0 0,0 0,-1 0,1 0,-2-1,1 1,-1-1,1 0,-2 1,1-1,-1 0,0 0,-1-4,0 4,0 0,-1 0,0 0,-1 1,1-1,-1 0,-1 1,1-1,-1 1,0 0,-1 0,1 0,-1 0,0 1,-1 0,1-1,-1 2,0-1,0 0,-1 1,1 0,-1 0,0 1,0 0,0 0,-1 0,1 0,-1 1,1 0,-1 1,0 0,0 0,1 0,-1 1,0 0,0 0,-4 1,-89 16,58-4</inkml:trace>
  <inkml:trace contextRef="#ctx0" brushRef="#br0" timeOffset="6597.318">6632 656,'13'3,"21"0,23-1,24 1,21-4,14-1,5 0,-18 0</inkml:trace>
  <inkml:trace contextRef="#ctx0" brushRef="#br0" timeOffset="7334.463">8129 871,'2'15,"8"16,9 10,8 10,6 8,7 7,5 4,2 2,3-1,-2-3,-1-6,-4-11,-10-15</inkml:trace>
  <inkml:trace contextRef="#ctx0" brushRef="#br0" timeOffset="7588.076">8516 911,'-16'9,"-9"12,-6 16,-4 16,-3 14,-1 10,-2 5,-2 0,1-5,5-6,10-15</inkml:trace>
  <inkml:trace contextRef="#ctx0" brushRef="#br0" timeOffset="7881.164">8730 1579,'0'4,"0"0,0 0,0 0,0 0,0 0,1 0,0 0,0-1,0 1,0 0,0 0,1-1,0 1,0-1,0 1,0-1,0 0,1 0,-1 0,1 0,0 0,0 0,0-1,0 0,1 1,-1-1,0 0,1-1,3 2,7 4,0-2,1 0,-1 0,1-1,0-1,1-1,1 0,-4 0,0 0,0-1,0-1,0 0,0-1,1 0,-1-1,0-1,-1 0,1-1,0 0,-1 0,0-2,0 0,-1 0,1-1,-1 0,-1-1,6-4,-13 8,0 1,-1-1,1 0,-1 1,0-1,0 0,0 0,-1 0,1-1,-1 1,0 0,-1 0,1-1,0 1,-1-1,0 1,0 0,-1-1,1 1,-1-1,0 1,0 0,0 0,-1 0,1-1,-2-1,-2-2,1 0,-1 0,0 0,-1 0,0 1,0 0,-1 0,0 1,0 0,0 0,-1 0,0 1,-5-3,0 2,0 0,-1 0,1 1,-1 1,0 0,-1 1,1 1,0 0,-1 1,0 0,1 1,-1 1,1 0,-1 1,1 1,0 0,0 1,0 0,0 1,1 1,-1 0,2 1,-1 1,1-1,-7 7,-17 20</inkml:trace>
  <inkml:trace contextRef="#ctx0" brushRef="#br0" timeOffset="5738.691">6565 950,'9'19,"10"14,8 9,9 7,10 3,6 0,3 1,1-3,-1-5,-7-5,-8-8,-11-8</inkml:trace>
  <inkml:trace contextRef="#ctx0" brushRef="#br0" timeOffset="5944.853">6979 937,'-13'19,"-10"14,-7 13,-6 11,-3 9,-4 6,-2 1,2-3,7-7,9-14</inkml:trace>
  <inkml:trace contextRef="#ctx0" brushRef="#br0" timeOffset="6270.312">7166 1272,'9'0,"1"-2,-1 1,0 1,0 0,1 0,-1 0,0 1,0 1,1 0,-1 0,0 0,-1 1,1 1,0 0,-1 0,0 0,0 1,0 0,-1 1,0-1,3 4,-9-3,1 1,-1 0,0-1,-1 1,0 0,0 0,0 0,-1-1,0 1,0 0,-1-1,1 1,-2-1,1 1,-1-1,0 0,0 0,0 0,-1 0,0-1,0 1,-1-1,-2 3,-4 7,0 2,4-8,1 0,0 0,1 1,0 0,0 0,1 0,1 0,-1 2,4-10,-1 0,1 0,0 0,0 0,1 0,-1 0,0 0,1 0,-1 0,1 0,-1-1,1 1,0 0,0 0,0-1,0 1,0 0,0-1,0 1,1-1,-1 0,0 1,1-1,-1 0,1 0,0 0,-1 0,1 0,0 0,0 0,-1-1,1 1,0 0,0-1,2 1,72 8,-76-9,52-2,1-2,-1-2,13-4,2-2</inkml:trace>
  <inkml:trace contextRef="#ctx0" brushRef="#br0" timeOffset="5085.219">5374 1152,'19'2,"14"1,16 0,11-1,6 0,4-1,-2-1,-4 0,-12 0,-14 0</inkml:trace>
  <inkml:trace contextRef="#ctx0" brushRef="#br0" timeOffset="5361.517">5589 911,'-3'16,"0"16,1 17,-1 11,4 9,6 5,3 0,1-3,-2-14</inkml:trace>
  <inkml:trace contextRef="#ctx0" brushRef="#br0" timeOffset="24571.628">0 2916,'14'23,"16"18,14 15,13 10,10 6,9 0,1-4,0-6,-9-9,-16-14</inkml:trace>
  <inkml:trace contextRef="#ctx0" brushRef="#br0" timeOffset="24859.91">468 2956,'-13'25,"-10"24,-9 23,-7 13,-7 12,-6 5,0 1,8-18</inkml:trace>
  <inkml:trace contextRef="#ctx0" brushRef="#br0" timeOffset="25111.771">762 3558,'88'-338,"-84"320,8 54,75 434,-67-389</inkml:trace>
  <inkml:trace contextRef="#ctx0" brushRef="#br0" timeOffset="26568.793">1498 2635,'17'282,"-7"773,-9-1040,-2 54,2-1,4 0,3-1,3 1,4 7,-15-75,0 1,0 0,0 0,0 0,0-1,0 1,0 0,1 0,-1 0,0-1,0 1,0 0,1 0,-1-1,1 1,-1 0,0 0,1-1,-1 1,1 0,0-1,-1 1,1-1,-1 1,1-1,0 1,-1-1,1 0,0 1,0-1,-1 0,1 1,0-1,0 0,-1 0,1 0,0 1,0-1,0 0,0 0,-1 0,1-1,0 1,0 0,0 0,-1 0,1 0,0-1,0 1,-1 0,1-1,0 1,-1-1,2 0,1 1,26-6,1 3,-1 0,1 2,0 1,0 1,0 2,-1 1,4 2,7-1,299 23,-282-31,-67-5,-12 3</inkml:trace>
  <inkml:trace contextRef="#ctx0" brushRef="#br0" timeOffset="27170.808">1485 2555,'13'-2,"15"-1,12 0,15 1,8 0,7 1,4 1,-5 0,-7 0,-11 0,-15 2,-16 1,-13 0,-11-1,-4 0</inkml:trace>
  <inkml:trace contextRef="#ctx0" brushRef="#br0" timeOffset="28512.457">2314 3116,'2'21,"8"13,8 8,14 5,9 5,10 2,5 1,2 0,-4 0,-7-2,-9-4,-11-3,-10-10</inkml:trace>
  <inkml:trace contextRef="#ctx0" brushRef="#br0" timeOffset="28760.103">2661 3236,'-18'16,"-11"17,-4 14,-2 10,-2 9,2 5,1 2,3-3,3-6,7-14</inkml:trace>
  <inkml:trace contextRef="#ctx0" brushRef="#br0" timeOffset="29056.763">2848 3691,'11'-5,"0"-1,1 2,0 0,0 0,0 1,0 1,0 0,9-1,-19 3,0 0,0 0,0 1,0-1,0 0,0 1,0-1,0 1,0 0,0 0,0 0,0 0,-1 0,1 0,0 0,-1 0,1 1,-1-1,1 1,-1-1,0 1,0-1,1 1,-1 0,0 0,-1-1,1 1,0 0,0 0,-1 0,1 0,-1 0,0 0,1 0,-1 0,0 0,0 0,0 0,-1 0,1 0,-15 85,-47 124,62-208,-1 0,0 0,1 0,-1 0,1 0,0 0,0 1,0-1,1 0,-1 0,1 0,-1 0,1 0,0-1,0 1,0 0,1 0,-1 0,1-1,-1 1,1-1,0 1,0-1,0 0,0 0,1 0,-1 0,1 0,-1 0,1-1,-1 1,1-1,0 1,0-1,0 0,0 0,0-1,0 1,18 1,0-1,0-1,-1-1,1-1,0-1,-1-1,0 0,0-2,0 0,-1-1,1-2,20-5</inkml:trace>
  <inkml:trace contextRef="#ctx0" brushRef="#br0" timeOffset="29690.458">2180 2929,'16'0,"16"0,19-2,19-1,16 0,11 1,4 0,-3 3,-9 2,-14 2,-19 2,-15 1,-18-4,-15-5,-11-1,-5-2</inkml:trace>
  <inkml:trace contextRef="#ctx0" brushRef="#br0" timeOffset="32702.306">2861 3852,'-1'0,"-1"0,1 0,-1 0,1 0,-1 0,1 0,-1 0,1-1,-1 1,1 0,0-1,-1 1,1-1,-1 0,1 0,0 1,0-1,-1 0,1 0,0 0,0 0,0 0,0 0,0 0,0-1,0 1,1 0,-1 0,0-1,1 1,-1-1,1 1,-1 0,1-1,0 1,0-1,-1 1,1-1,0 1,0-1,1-1,-2 0,1 1,0-1,1 0,-1 0,0 0,1 0,0 1,-1-1,1 0,0 0,1 1,-1-1,0 1,1-1,-1 1,1 0,0-1,0 1,0 0,0 0,0 0,0 0,0 1,1-1,-1 1,1-1,-1 1,1 0,0 0,-1 0,1 0,2 0,-4 1,80-8,-79 9,1-1,-1 0,1 1,-1-1,0 1,1 0,-1 0,0 0,0 0,0 0,0 0,0 0,0 1,0-1,0 1,0 0,-1-1,1 1,0 0,-1 0,0 0,1 0,-1 0,0 0,0 1,0-1,-1 0,1 1,0-1,-1 0,0 1,1 0,0 9,-1 0,-1 0,0 1,0-1,-1 0,0 0,-1-1,-4 11,-3 12,5-17,-1 0,-1 0,-1-1,0 0,-1 0,0-1,-2-1,0 1,0-2,-5 4,12-12,-1 1,1 0,-2-1,1 1,-1-1,0 0,0 0,0 0,-1-1,1 0,-1-1,0 1,0-1,0 0,-1-1,1 0,-5 1,12-3,-1 0,1 0,-1 0,0 0,1 0,-1 0,1 0,-1 0,1 0,-1 0,1 0,-1 0,1 0,-1 0,0 0,1-1,-1 1,1 0,-1 0,1-1,0 1,-1 0,1-1,-1 1,1 0,-1-1,1 1,0-1,-1 1,1-1,0 1,0-1,-1 1,1-1,0 1,0-1,0 1,-1-1,1 1,0-1,0 1,0-1,0 1,0-1,0 0,0 1,0-1,1 1,-1-1,0 1,0-1,0 1,0-1,1 1,-1-1,0 1,1-1,-1 1,0-1,1 1,-1 0,0-1,1 1,0-1,26-28,-14 20,1 0,0 1,1 1,0 0,0 1,0 0,1 2,-1-1,1 2,1 0,-1 1,0 1,4 0,-10 2,-1 1,1 1,-1-1,1 1,-1 1,0 0,0 0,0 1,-1 0,3 2,47 23,-37-23,0 1,0-2,0-1,1-1,-1 0,16-1,-35-3,-1 0,1 0,-1 0,1-1,-1 1,1-1,0 1,-1-1,0 1,1-1,-1 0,1 0,-1 1,0-1,0 0,1 0,-1 0,0-1,0 1,0 0,0 0,0-1,0 1,-1 0,1-1,0 1,-1-1,1 1,-1-1,1 1,-1-1,0 1,0-1,1 0,-1 1,0-1,-1 1,1-1,0-1,-13-64,12 65,1 0,0-1,-1 1,1 0,-1 0,0 0,1 0,-1 0,0 1,0-1,0 0,0 0,-1 0,1 1,0-1,-1 1,1-1,-1 1,0 0,1-1,-1 1,-1 0,-1 3</inkml:trace>
  <inkml:trace contextRef="#ctx0" brushRef="#br0" timeOffset="34213.204">4052 2809,'-5'0,"0"0,0 0,0 1,0 0,1 0,-1 0,0 1,1-1,-1 1,1 0,0 0,-1 1,1-1,0 1,0 0,1 0,-1 0,1 1,-1-1,1 1,0 0,0 0,1 0,-1 0,1 0,0 1,0-1,-7 19,1 1,1 0,1 0,1 0,1 1,1-1,1 6,1-18,-14 158,8 1,10 97,0-225,1-1,2 0,2-1,1 1,12 26,-16-53,0-2,1 1,0-1,1 1,1-2,0 1,1-1,0-1,1 1,0-2,1 1,0-1,1-1,0 0,0-1,1 0,9 4,13 1</inkml:trace>
  <inkml:trace contextRef="#ctx0" brushRef="#br0" timeOffset="34489.208">4212 3277,'14'22,"11"18,8 12,7 9,5 6,0 0,1-1,-2-4,-4-5,-6-8,-6-8,-6-11,-7-10</inkml:trace>
  <inkml:trace contextRef="#ctx0" brushRef="#br0" timeOffset="34769.458">4546 3397,'-18'16,"-9"14,-6 14,-2 10,1 10,1 3,3 2,6-3,6-6,7-15</inkml:trace>
  <inkml:trace contextRef="#ctx0" brushRef="#br0" timeOffset="35030.17">4814 3811,'-2'6,"0"0,1-1,0 1,0 0,1 0,-1 0,1 0,1-1,-1 1,1 0,0 0,0 0,1-1,-1 1,1 0,1-1,-1 0,1 0,0 1,0-1,0-1,1 1,0 0,0-1,0 0,0 0,1 0,-1-1,5 3,-1-3,0 0,0 0,0-1,1-1,-1 1,1-1,-1-1,1 0,-1 0,1 0,-1-1,1-1,-1 1,0-1,1-1,-1 1,0-2,0 1,5-4,-8 5,-1-1,1 1,-1-1,0 0,0-1,0 1,0 0,0-1,-1 0,0 0,0 0,0-1,0 1,0 0,-1-1,0 0,0 0,0 0,-1 1,0-1,0-1,0 1,0 0,-1 0,0 0,0 0,0 0,-1-1,0 1,1 0,-2 0,1 0,-1 0,0-1,-1 0,0 0,0 1,-1-1,1 0,-1 1,0 0,-1 0,1 1,-1-1,0 1,0 0,-1 0,1 0,-1 1,0 0,0 0,0 0,0 1,0 0,0 0,-1 1,1 0,-3-1,-10 0,0 0,0 1,0 1,0 1,0 0,0 1,-14 4,-14 6</inkml:trace>
  <inkml:trace contextRef="#ctx0" brushRef="#br0" timeOffset="35435.341">4292 3010,'-2'0,"6"0,11 0,17 0,19 0,19-2,17-4,14 0,4-1,-4 0,-19 1</inkml:trace>
  <inkml:trace contextRef="#ctx0" brushRef="#br0" timeOffset="37120.651">6391 3250,'9'21,"8"15,7 14,12 6,8 6,10 1,8 0,4-6,3-4,-1-7,-4-7,-8-8,-11-9,-11-8,-11-7</inkml:trace>
  <inkml:trace contextRef="#ctx0" brushRef="#br0" timeOffset="37338.406">6939 3317,'-21'7,"-10"9,-8 8,-1 12,-1 11,2 12,3 6,3 6,8 0,7-2,7-5,6-13</inkml:trace>
  <inkml:trace contextRef="#ctx0" brushRef="#br0" timeOffset="37714.236">7260 3839,'1'4,"1"1,-1 0,1-1,0 0,0 1,0-1,1 0,-1 0,1 0,0 0,0 0,0-1,1 0,0 1,-1-1,1-1,0 1,0 0,0-1,1 0,-1 0,1 0,-1 0,1-1,0 0,-1 0,1 0,0-1,0 1,3-1,-2-1,0 0,0-1,0 0,0 1,0-2,0 1,0-1,-1 0,0 0,1-1,-1 1,-1-1,1 0,0-1,-1 1,0-1,0 0,0 0,-1 0,1 0,-1-1,-1 1,1-1,-1 0,0 0,0 0,-1 0,1 0,-1 0,-1 0,1 0,-1-1,0 1,-1 0,1 0,-1-1,0 1,-1 0,0 0,0 0,0 1,0-1,-1 0,0 1,0-1,-1 1,1 0,-1 0,0 1,-2-2,-2 1,-1 0,0 0,0 1,0 1,0-1,-1 2,0-1,1 1,-1 1,0-1,0 2,0-1,0 2,0-1,1 1,-1 1,0 0,0 0,1 1,-1 0,1 0,0 1,0 0,0 1,1 0,0 1,0 0,0 0,0 0,1 1,0 0,1 1,-1-1,1 1,-4 8,-2 15,8-3</inkml:trace>
  <inkml:trace contextRef="#ctx0" brushRef="#br0" timeOffset="38119.223">7688 2796,'112'152,"45"87,-119-180,-2 1,-4 2,-2 1,-3 1,0 10,-19-52,-2 0,-1 0,0 1,-2-1,-1 1,0 0,-2 0,0 0,-2 0,-1 0,0 0,-2-1,0 1,-2-1,0-1,-2 1,-4 7,-2-3,-1-1,-1-1,-1-1,-1 0,-1-1,-1-2,-1 0,-1-1,0-1,-6 2,-16 7</inkml:trace>
  <inkml:trace contextRef="#ctx0" brushRef="#br0" timeOffset="36581.651">5509 3638,'20'0,"17"0,12 0,8 0,5 0,1 0,-3 2,-5 1,-8 0,-6 0,-9-2,-10 0</inkml:trace>
  <inkml:trace contextRef="#ctx0" brushRef="#br0" timeOffset="36831.396">5790 3437,'-3'5,"3"3,0 6,0 6,1 10,0 8,-1 9,1 6,-1 3,2 1,6-2,5-7,8-8,0-11</inkml:trace>
  <inkml:trace contextRef="#ctx0" brushRef="#br0" timeOffset="39222.168">9011 3545,'12'2,"12"1,14 0,13-1,13 0,9-4,5 0,-1-1,-5 1,-8 0,-10 1,-12 0,-13 1</inkml:trace>
  <inkml:trace contextRef="#ctx0" brushRef="#br0" timeOffset="39519.43">9398 3277,'0'2,"0"8,0 13,-2 17,-1 17,0 17,1 13,3 6,3 2,4-7,2-9,0-18</inkml:trace>
  <inkml:trace contextRef="#ctx0" brushRef="#br1" timeOffset="50294.119">2180 1004,'59'268,"-49"-225,3 0,2-1,1-1,2 0,2-2,2 0,1-1,21 25,100 166,-132-218,0-1,1 0,1 0,-1-2,1 0,1 0,0-1,0-1,0-1,1 0,-1-1,1 0,0-1,1-1,14 0,75 18,-61-8,170 34,591 6,-505-48,-52-1,19 12,107 7,149-20,-264-4,-217 2,551-16,-10-10,139 20,-204 1,-318 18,-143-9,-13 0,0-2,0-2,0-2,6-2,236-38,-275 40,1-1,-1 0,0 0,0-1,0-1,-1 0,0 0,0-2,0 1,0-1,-1-1,-1 1,9-10,121-102,-128 113,-1 0,0-1,0 0,-1 0,0-1,0 0,-1-1,0 0,-1 0,1-1,-2 0,1 0,-2 0,1-1,-1 0,-1 0,3-11,-1-21,-2 1,-1-1,-3 0,-2-7,1-10,1 8,-3-1,-1 0,-3 1,-2 0,-3 1,-2 0,-9-22,-23-29,-4 3,-4 1,-5 3,-4 3,-26-26,68 88,-2 2,-1 1,0 1,-2 0,-1 2,-5-1,12 14,-1 0,0 2,0 0,-1 1,-1 1,1 2,-11-2,5 0,-150-26,-2 7,-142 0,207 18,-706-8,569 18,-477-23,-140 14,526 9,-259-2,192 13,399-13,-161 1,-89 13,-52-1,84 0,182-14,-125 11,144-5,1 1,0 1,1 1,-1 2,2 0,-1 2,-9 6,-238 168,254-172,1 1,0 0,1 2,1 0,1 1,0 0,1 1,1 1,1 0,1 0,0 2,2-1,-1 5,-2 15</inkml:trace>
  <inkml:trace contextRef="#ctx0" brushRef="#br1" timeOffset="51218.422">5295 2141,'0'9,"2"12,1 16,2 16,1 14,-2 12,2 8,-1 4,-1-4,-1-6,-1-11,1-12,0-14,2-12,0-16,0-14,-2-6</inkml:trace>
  <inkml:trace contextRef="#ctx0" brushRef="#br1" timeOffset="51771.062">5134 2622,'8'22,"1"1,1-2,1 0,0 0,2-1,1 0,0-1,1-1,1 0,1-1,12 9,-11-7,38 29,-55-48,-1 0,1 0,-1 0,1 0,0 0,-1 0,1-1,-1 1,1 0,0 0,-1-1,1 1,-1 0,1-1,-1 1,1 0,-1-1,0 1,1-1,-1 1,1-1,-1 1,0-1,1 1,-1-1,0 1,0-1,0 1,1-1,-1 0,0 1,0-1,0 1,0-1,0 0,0 1,0-1,0 1,0-1,0 0,0 1,0-1,-1 1,1-1,0 1,0-1,-1 0,1 1,0-1,-1 1,1-1,0 1,-1 0,1-1,-1 1,-8-27,-2 1,0 1,-2 0,-1 0,-1 1,-1 1,-1 1,0 0,-21-17,33 32,-1 0,0 1,-1-1,0 2,0-1,0 1,0 0,-1 0,0 1,0 0,0 1,-1-1,-4 0,13 4,1 1,-1-1,0 0,0 0,1 0,-1 1,0-1,1 0,-1 0,0 1,0-1,0 0,1 1,-1-1,0 0,0 1,0-1,0 0,1 1,-1-1,0 0,0 1,0-1,0 0,0 1,0-1,0 1,0-1,0 0,0 1,0-1,-1 0,1 1,0-1,0 0,0 1,0-1,-1 0,1 1,0-1,0 0,0 1,-1-1,1 0,0 0,0 1,-1-1,1 0,-1 0,18 6,1-2,-1 0,1-2,-1 0,1 0,0-2,0 0,0-1,-1-1,1 0,0-2,12-4,41-3,-70 10,0 1,0 0,0-1,-1 1,1 0,1-1,-1 1,0 0,0 0,0 0,0 0,0 0,0 0,0 0,0 0,0 0,0 1,0-1,0 0,0 1,0-1,0 1,0-1,0 1,-1-1,1 1,0-1,0 1,0 0,-1 0,1-1,0 1,-1 0,1 0,-1 0,1 0,-1 0,1 0,-1 0,0 0,1 0,-1 0,0 0,0 0,0 0,1 0,-1 0,0 0,-1 0,1 1,-31 108,2 49,25-110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49.7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0,'12'21,"10"20,10 19,7 17,6 17,2 10,-5 8,-9 3,-13-2,-21-5,-24-6,-28-10,-5-20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47.6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459 68,'22'4,"22"2,21 0,23-2,16-3,11-2,2-3,-5-1,-22 1</inkml:trace>
  <inkml:trace contextRef="#ctx0" brushRef="#br0" timeOffset="-1020.546">485 388,'14'16,"11"14,8 14,8 13,5 7,3 6,-1 1,-4-2,-7-6,-7-9,-10-10,-7-11</inkml:trace>
  <inkml:trace contextRef="#ctx0" brushRef="#br0" timeOffset="-773.918">860 428,'-14'3,"-11"4,-8 11,-6 12,-2 11,1 11,2 7,6 8,6 1,5-2,6-5,6-13</inkml:trace>
  <inkml:trace contextRef="#ctx0" brushRef="#br0" timeOffset="-479.481">993 816,'16'-10,"-1"0,2 1,-1 1,1 1,0 0,1 1,0 1,4-1,-20 5,1 0,0 1,-1-1,1 0,0 1,0-1,-1 1,1 0,0 0,0 0,0 0,0 1,-1-1,1 1,0 0,-1-1,1 1,0 0,-1 1,1-1,-1 0,1 1,-1-1,0 1,0 0,0 0,0 0,0 0,0 0,0 0,0 1,-1-1,0 0,1 1,-1 0,0-1,1 2,-3 4,0 0,0-1,0 1,-1-1,0 1,-1-1,0 0,0 0,0 0,-1 0,0-1,0 1,-3 2,2-1,-103 172,106-178,1 1,0-1,0 1,0-1,0 1,0 0,0-1,1 1,-1 0,1 0,0 0,-1 0,1-1,1 1,-1 0,0 0,1 0,0-1,-1 1,1 0,0-1,0 1,1 0,-1-1,0 1,1-1,0 0,-1 0,1 1,0-1,0 0,0 0,0-1,1 1,11 3,1 0,0-1,0 0,0-2,0 0,1 0,-1-1,1-1,-1-1,0 0,1-1,-1-1,11-3,36-6</inkml:trace>
  <inkml:trace contextRef="#ctx0" brushRef="#br0" timeOffset="758.348">1675 736,'21'2,"17"1,17 0,12 0,8-2,4 0,-2 0,-6-1,-8 0,-13 0,-15 0</inkml:trace>
  <inkml:trace contextRef="#ctx0" brushRef="#br0" timeOffset="1014.494">1969 495,'-2'20,"4"15,3 9,6 7,3 3,0 3,-2-1,-1-4,-1-5,0-7,-2-12</inkml:trace>
  <inkml:trace contextRef="#ctx0" brushRef="#br0" timeOffset="1246.011">2530 441,'5'14,"6"14,9 10,12 9,9 7,8 4,6-2,5 0,-2-6,-5-7,-8-8,-11-10</inkml:trace>
  <inkml:trace contextRef="#ctx0" brushRef="#br0" timeOffset="1508.307">2892 428,'-16'19,"-7"16,-5 17,-4 13,-4 6,-2 6,1-2,1-5,6-6,7-16</inkml:trace>
  <inkml:trace contextRef="#ctx0" brushRef="#br0" timeOffset="1807.548">3066 789,'144'-9,"-142"9,0 0,0 0,0 1,0-1,0 0,0 1,0-1,-1 1,1-1,0 1,0 0,0 0,-1 0,1 0,0 0,-1 0,1 0,-1 1,1-1,-1 0,0 1,0 0,0-1,1 1,-1-1,-1 1,1 0,0 0,0 0,-1 0,1-1,-1 1,1 0,-1 0,0 0,0 0,0 0,0 0,0 0,0 0,-1 0,1 0,-1 0,1 0,-1-1,0 1,1 0,-2 1,-125 189,124-189,1 0,-1 0,1 0,0 1,0 0,0-1,1 1,-1 0,1 0,0 0,0 0,0 0,0 0,1 0,0 0,-1 0,2 0,-1 0,0 0,1 0,0 0,0 0,0 0,0 0,1 0,-1-1,1 1,0-1,0 1,0-1,1 1,-1-1,1 0,2 2,8 1,0 0,1-1,0-1,0 0,0-1,0 0,1-1,-1-1,0 0,15-1,-21 0,75 1,-6-4</inkml:trace>
  <inkml:trace contextRef="#ctx0" brushRef="#br0" timeOffset="4222.472">218 1,'-18'16,"-11"18,-7 25,-2 25,1 27,7 22,8 19,15 7,18 1,22-10,25-14,20-16,-3-30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6:50.3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0 857,'12'16,"12"14,12 13,10 12,10 4,6 4,2-2,-4-4,-4-5,-10-9,-13-13</inkml:trace>
  <inkml:trace contextRef="#ctx0" brushRef="#br0" timeOffset="248.965">416 830,'-19'4,"-12"7,-5 8,-2 9,-1 13,1 9,1 10,2 9,3 4,1 1,5-3,6-14</inkml:trace>
  <inkml:trace contextRef="#ctx0" brushRef="#br0" timeOffset="611.146">830 1338,'-3'5,"-1"-1,1 1,1 0,-1 0,1 0,-1 0,2 1,-1-1,0 1,1-1,0 1,1-1,-1 1,1 0,0-1,0 1,1 0,0-1,0 1,0-1,0 1,1-1,0 1,0-1,1 0,-1 0,1 0,0 0,1-1,-1 1,1-1,1 1,5 1,0 0,0-1,1 0,0-1,0-1,0 1,1-2,-1 1,1-2,-1 1,1-2,0 1,-1-2,1 1,-1-2,1 1,-1-2,1 0,-1 0,10-5,-16 6,0 0,0-1,-1 0,1 0,-1 0,0-1,0 1,0-1,-1 0,1 0,-1-1,0 1,0 0,0-1,-1 0,1 0,-1 0,0 0,-1 0,1 0,-1 0,0-1,-1 1,1 0,-1-1,0 1,0 0,-1-1,1 1,-1 0,0-1,-1 1,1 0,-3-5,-1 2,0-1,0 1,0 0,-1 1,0-1,-1 1,0 1,0-1,0 1,-1 0,1 1,-2 0,1 0,0 0,-1 1,0 1,0-1,-9-1,-3 0,-2 0,1 2,0 0,-1 2,1 0,-1 1,-10 3,-45 6</inkml:trace>
  <inkml:trace contextRef="#ctx0" brushRef="#br0" timeOffset="3483.122">762 14,'893'-13,"-818"18,-91 21,13-20,0 0,1 0,0 1,0-1,0 0,1 1,0-1,0 1,1-1,-1 1,2-1,-1 1,1 0,-1 11,1 528,1-456,4-1,3 0,5 0,3-2,27 80,-9-64,-16-56,-1 1,-3 0,-2 1,-2 1,-2 0,-2 1,-3 0,-2-1,-2 1,-3 19,-6 40,9-109,1 1,-1 0,1 0,-1 0,0 0,0-1,0 1,0 0,0 0,0 0,-1 0,1-1,0 1,-1 0,0 0,1 0,-1-1,0 1,0 0,0-1,0 1,0-1,0 1,0-1,-1 0,1 1,0-1,-1 0,1 0,-1 0,0 0,1 0,-1 0,0-1,1 1,-2 0,-78-24,13 15,0 3,-1 3,1 3,-1 3,0 3,62-6,-205 17,-45 7,1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01.3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659 910,'0'-3,"-10"-109,8 107,1 1,-1 0,1-1,-2 1,1 0,0 0,-1 0,1 0,-1 1,0-1,-1 1,1-1,0 1,-1 0,0 1,0-1,0 0,0 1,0 0,0 0,0 0,-5 0,3 0,-1 1,0 0,1 0,-1 1,0 0,0 0,1 1,-1-1,0 2,1-1,-1 1,1 0,-1 0,1 0,0 1,0 0,0 1,0-1,-1 2,-5 3,1 1,0 0,1 1,0 0,0 0,1 1,0 0,-5 10,7-11,1 1,1-1,-1 1,2 0,0 0,0 1,1-1,0 1,1 0,0 0,1 0,0 0,1 0,0 0,1 0,1 0,0 0,3 10,-3-18,0-1,0 1,0-1,0 1,1-1,0 0,-1 0,1 0,0 0,1-1,-1 1,0-1,1 0,-1 0,1 0,0 0,0-1,-1 0,1 1,0-1,0-1,0 1,0 0,1-1,-1 0,0 0,0 0,0-1,0 1,0-1,0 0,0 0,0 0,0-1,-1 1,1-1,0 0,-1 0,1-1,-1 1,0 0,0-1,0 0,1-1,12-12,0-2,-2 0,0 0,0-2,-2 0,-1 0,0-1,-1 0,-2-1,0 0,-1 0,-1-1,-1-3,11-26,-10 35,1 29,-6 121,-3-97,2 1,1-1,2 0,3 10,-5-41,0 0,0-1,0 1,1 0,-1-1,1 1,0-1,1 0,-1 1,1-1,-1 0,1-1,1 1,-1 0,0-1,1 0,0 1,0-2,0 1,0 0,0-1,0 0,1 1,38 7,0-6</inkml:trace>
  <inkml:trace contextRef="#ctx0" brushRef="#br0" timeOffset="434.912">1181 924,'4'0,"7"0,8 0,7 0,9 0,7 0,5 0,3 0,1 0,-2-3,-3 0,-11 0</inkml:trace>
  <inkml:trace contextRef="#ctx0" brushRef="#br0" timeOffset="685.444">1395 682,'0'12,"2"10,3 10,1 12,2 12,-2 9,2 8,-1 3,-2 0,-1-13</inkml:trace>
  <inkml:trace contextRef="#ctx0" brushRef="#br0" timeOffset="1374.94">2344 789,'-22'-5,"0"0,-1 1,1 1,-1 1,1 1,-1 2,0 0,-6 2,19-2,1 0,-1 1,1 0,-1 1,1 0,0 1,0 0,0 0,0 1,1 0,-1 0,1 1,1 0,-1 1,1 0,0 0,1 0,0 1,0 0,0 1,3-4,0 0,0 0,0 1,1-1,0 1,0-1,0 1,1 0,0-1,0 1,1 0,-1 0,1 0,0 0,1 0,0 0,0-1,0 1,0 0,1 0,0-1,0 1,1-1,-1 0,1 1,0-1,1-1,-1 1,1 0,0-1,0 0,0 0,1 0,4 3,-2-3,0 0,0-1,0 0,0 0,1 0,-1-1,1 0,0-1,0 0,-1 0,1 0,0-1,0 0,0-1,0 0,0 0,-1-1,1 0,0 0,-1 0,0-1,1-1,-1 1,-1-1,1 0,0-1,-1 1,0-1,0 0,0-1,-1 0,0 0,0 0,0 0,1-4,4-9,-2 0,-1 0,0-1,-1 0,-1-1,-1 1,-1-1,-1 1,0-6,-2 24,0 39,2 0,2 0,1 0,2 3,-7-34,1-1,-1 1,1-1,0 1,0-1,1 1,-1-1,1 0,0 0,1 1,-1-2,1 1,0 0,1 0,-1-1,1 0,-1 0,1 0,1 0,-1 0,0-1,1 0,0 0,0 0,0 0,0-1,0 0,0 0,0 0,1-1,-1 0,1 0,-1 0,1-1,0 0,1 0,26-8,-3-2</inkml:trace>
  <inkml:trace contextRef="#ctx0" brushRef="#br0" timeOffset="1755.591">1996 456,'5'0,"8"0,10 2,14 3,11 1,12-1,9-3,3-5,2-1,-3-3,-6-2,-11 0,-11 2,-13 5,-12 4,-14 4,-9 2,-4-1</inkml:trace>
  <inkml:trace contextRef="#ctx0" brushRef="#br0" timeOffset="2466.653">3200 803,'7'2,"8"1,10 0,6 0,8-2,3 0,5 0,-2-1,-2 0,-3 0,-7 2,-8 1</inkml:trace>
  <inkml:trace contextRef="#ctx0" brushRef="#br0" timeOffset="2714.587">3239 1044,'16'4,"12"0,10-3,11-5,5-3,3-3,-1 0,-4 2,-4 2,-9 2</inkml:trace>
  <inkml:trace contextRef="#ctx0" brushRef="#br0" timeOffset="3316.131">4136 924,'0'-42,"3"1,1 0,2 0,2 0,1 0,13-30,-6 38,-15 34,0-1,0 1,0-1,0 1,-1 0,1 0,0-1,0 1,-1 0,1 0,-1 0,1 0,0 0,-1 0,0 0,1 0,-1 0,0 0,1 0,-1 0,0 0,0 0,0 0,0 0,0 0,0 0,0 0,-1 0,1 1,0-1,26 442,-39-349,12-90,0-1,0 0,0 0,0-1,-1 1,1 0,-1 0,0-1,0 1,0-1,0 1,0-1,0 0,-1 0,1 0,-1 0,0 0,1 0,-1-1,0 0,0 1,0-1,0 0,0 0,0-1,0 1,-1-1,1 1,-22-2,33-5,324-59,-286 58</inkml:trace>
  <inkml:trace contextRef="#ctx0" brushRef="#br0" timeOffset="6288.646">5258 255,'0'1380,"-8"-1244,7-133,0-1,-1 0,1 0,-1 0,1 0,-1 0,0-1,0 1,0-1,0 1,0-1,0 1,0-1,0 0,0 0,-1 0,1 0,0 0,-1-1,1 1,-1-1,1 0,0 1,-1-1,1 0,-1 0,1-1,-1 1,1-1,-1 1,1-1,0 1,-1-1,-1-1,-15 0,-262-16,-240-7,-245 26,99 22,106-47,-102 24,264-40,193 45,134-1,1-3,-1-3,-16-5,32 1,0 2,0 2,0 3,-11 3,-187 2,244-8,-1-1,1 0,-1 0,1-1,0 0,0-1,1-1,-1 1,1-1,0-1,1 1,0-2,0 1,0-1,1 0,0-1,1 1,-1-2,-5-11,2 0,0 0,2-1,0 0,1 0,1-1,1 0,2 0,0 0,1-1,1 1,1-1,3-15,-3 16,20-801,-19 808,2-35,1 0,3 1,13-47,-14 75,0 1,1 1,1-1,2 2,6-12,-16 29,1 1,0 0,0-1,0 1,0 0,0-1,0 1,0 0,0 0,0 0,1 0,-1 0,0 0,1 0,-1 0,1 1,-1-1,1 0,-1 1,1-1,0 1,-1 0,1 0,-1-1,1 1,0 0,-1 0,1 1,0-1,-1 0,1 0,-1 1,1-1,-1 1,1 0,-1-1,1 1,-1 0,1 0,0 0,12 7,0-2,0 0,1 0,-1-2,1 0,0 0,1-1,-1-1,12 0,72 0,0-4,28-7,-29 1,1 5,38 5,375 41,-182-43,20-17,-118 5,563-5,118 12,-873 6,1 1,0 3,-1 1,13 4,0-1,1-2,0-3,0-3,43-3,2 0,131 12,-65-7,-98-16,-59 12,-7 1,0-1,-1 1,1 0,-1-1,1 1,0 0,0 0,-1 0,1-1,0 1,-1 0,1 0,0 0,-1 0,1 0,0 1,0-1,-1 0,1 0,0 0,-1 0,1 1,0-1,-1 0,1 1,0-1,-1 1,1-1,-1 1,1-1,-1 1,1-1,-1 1,1-1,-1 1,0-1,1 1,-1 0,0-1,1 1,-1 0,0-1,0 1,0 0,0-1,1 1,-1 0,0 0,-2 24,-2 0,0-1,-1 1,-1-1,-9 21,10-30,-16 47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33.8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486 619,'5'-5,"0"-1,0 0,0 0,-1 0,0-1,0 1,0-1,-1 0,0 0,-1 0,0 0,0-1,0 1,-1 0,0-1,0 1,-1-1,0 0,0 1,-1-1,0 1,0-1,-2-4,-1 8,1 0,-1 0,-1 1,1 0,0-1,-1 2,1-1,-1 0,0 1,0 0,0 0,0 0,0 1,0 0,-1 0,1 0,0 0,-1 1,1 0,0 0,-1 1,1-1,0 1,-1 0,1 1,0-1,0 1,0 0,-4 3,-1-1,0 1,0 1,1-1,0 2,1-1,-1 1,1 0,0 1,1 0,0 0,0 1,1 0,0 0,0 1,1-1,1 1,-3 6,-3 11,2 0,0 1,2-1,1 2,1-1,1 4,3-31,-2 8,1 0,0 0,0 0,1 0,0 0,0 0,1 0,1 0,-1 0,1 0,1 0,0-1,0 1,1-1,-1 0,6 7,-7-14,-1 1,2-1,-1 1,0-1,0 0,0 0,1 0,-1 0,0 0,1 0,-1-1,1 1,-1-1,1 0,-1 1,1-1,-1 0,1-1,-1 1,1 0,-1-1,1 1,-1-1,0 0,1 0,-1 0,0 0,0 0,1 0,-1-1,0 1,1-2,60-58,-43 34,-2-1,-1-1,-2 0,0-2,-2 1,-2-2,0 1,-2-2,-2 1,-1-1,-1-2,-17 105,5-41,1 0,2 0,1 1,1-1,1 0,2 1,1-1,4 19,-5-42,1 0,0 0,1 0,-1 0,1-1,0 1,0-1,1 0,0 0,0 0,0 0,0-1,1 0,-1 0,1 0,0 0,1-1,-1 0,1 0,-1 0,1-1,0 1,0-1,0-1,0 1,0-1,0 0,2-1,9 1,0-1,-1-1,1 0,-1-1,1-1,7-3,38-11</inkml:trace>
  <inkml:trace contextRef="#ctx0" brushRef="#br0" timeOffset="682.964">1141 632,'7'68,"-6"-68,0 1,0-1,0 0,0 0,0 1,0-1,0 0,0 0,0 0,0 0,0 0,0 0,0-1,0 1,0 0,-1 0,1-1,0 1,0-1,0 1,0-1,0 1,-1-1,1 1,0-1,0 0,-1 1,1-1,0 0,-1 0,1 1,-1-1,1 0,-1 0,1 0,-1 0,0 0,1 0,-1 1,0-1,0 0,0 0,0 0,0 0,0 0,0-1,2-2,0 0,0 0,-1 0,1 0,-1 0,0-1,0 1,-1-1,1 1,-1 0,0-1,0 1,-1-1,1 1,-1-1,0 1,0 0,-2-4,3 8,-1-1,1 0,0 0,-1 1,1-1,-1 0,1 1,-1-1,0 1,1-1,-1 1,1-1,-1 1,0-1,0 1,1-1,-1 1,0 0,0-1,1 1,-1 0,0 0,0 0,0 0,0 0,1 0,-1 0,0 0,0 0,0 0,0 0,1 0,-1 0,0 1,0-1,1 0,-1 1,0-1,0 1,1-1,-1 1,0-1,1 1,-1-1,1 1,-1 0,-23 31,13 22,11-28</inkml:trace>
  <inkml:trace contextRef="#ctx0" brushRef="#br0" timeOffset="1221.809">1542 713,'18'-66,"-2"3,2 2,3 0,3 1,3 0,5 14,-32 46,1 0,-1 0,0-1,1 1,-1 0,1 0,-1 0,1 0,-1 0,1 0,-1 0,1 0,-1 0,1 0,-1 0,1 0,-1 0,0 0,1 0,-1 0,1 1,-1-1,1 0,-1 0,0 1,1-1,-1 0,1 0,-1 1,0-1,1 0,-1 1,0-1,0 1,1-1,-1 0,0 1,0-1,1 1,-1-1,0 1,0-1,0 1,0-1,0 0,0 1,0-1,0 1,0-1,0 1,0-1,0 1,3 28,-17 186,3-111,-17 169,29-271,-1-1,0 1,1 0,-1-1,0 1,0 0,0 0,-1-1,1 1,0 0,-1-1,1 1,-1 0,1-1,-1 1,0-1,0 1,0-1,0 1,0-1,0 0,0 1,0-1,0 0,-1 0,1 0,0 0,-1 0,1 0,-1 0,1 0,-1-1,0 1,1-1,-1 1,1-1,-1 1,0-1,0 0,1 0,-1 0,0 0,1 0,-1 0,0-1,1 1,-1 0,0-1,0 0,2 1,0 0,-1 0,1 0,0 0,0-1,-1 1,1 0,0 0,0-1,-1 1,1 0,0-1,0 1,0 0,-1-1,1 1,0 0,0-1,0 1,0 0,0-1,0 1,0 0,0-1,0 1,0 0,0-1,0 1,0 0,0-1,0 1,0-1,0 1,0 0,0-1,1 1,-1 0,0 0,0-1,0 1,1 0,-1-1,0 1,0 0,1 0,-1-1,0 1,1 0,-1 0,0 0,0 0,1-1,-1 1,1 0,-1 0,0 0,1 0,-1 0,0 0,1 0,-1 0,0 0,1 0,-1 0,0 0,1 0,-1 0,29-4,167-5,-140 6</inkml:trace>
  <inkml:trace contextRef="#ctx0" brushRef="#br0" timeOffset="1705.033">2437 565,'7'0,"11"0,15 0,12-2,10-3,7-3,4-1,-2 2,-5 7,-12 5,-15 2</inkml:trace>
  <inkml:trace contextRef="#ctx0" brushRef="#br0" timeOffset="1956.469">2518 887,'18'2,"18"1,15 0,14-3,11-4,9-1,1 0,-14 1</inkml:trace>
  <inkml:trace contextRef="#ctx0" brushRef="#br0" timeOffset="2421.904">3881 713,'-15'-12,"-1"1,0 1,-1 0,0 1,0 1,-1 1,0 0,-1 1,1 1,-1 1,0 1,0 1,-1 0,1 1,0 1,-15 2,25 1,0-1,0 2,0-1,0 1,0 1,1 0,0 0,0 0,0 1,1 0,-1 1,2-1,-1 2,1-1,0 1,0-1,1 2,0-1,1 0,-1 1,2 0,-1 0,1 0,1 1,0-1,0 1,1-1,0 1,0-1,1 1,0 0,1-1,0 1,1 0,0-1,0 0,1 1,1-1,3 8,-2-12,0 1,0-1,0 1,1-2,0 1,0-1,0 1,1-2,-1 1,1-1,0 0,0 0,0-1,0 0,1 0,-1 0,1-1,-1-1,0 1,1-1,0 0,-1-1,0 0,1 0,-1 0,1-1,-1 0,0-1,0 0,0 0,-1 0,1-1,-1 0,1 0,-1 0,-1-1,1 0,-1 0,3-3,2-4,-1-1,0 0,-1 0,0 0,-1-1,0 0,-1-1,-1 0,-1 1,0-2,0 1,-2 0,0-1,-1 1,0-8,-9 60,2-1,2-18,1-1,1 1,0 0,1 1,1-1,1 0,0 0,1 0,1 0,2 1,-4-14,1-1,0 0,0-1,1 1,-1 0,1-1,0 1,0-1,0 0,0 0,1 0,-1 0,1-1,-1 1,1-1,0 0,0 0,0-1,0 1,1-1,-1 0,0 0,0 0,1 0,-1-1,1 0,0 0,11 0,0 0,1-2,-1 0,0-1,0 0,9-4,34-12</inkml:trace>
  <inkml:trace contextRef="#ctx0" brushRef="#br0" timeOffset="4569.264">4830 258,'-6'76,"3"0,3 0,8 53,-1-5,-1 385,-7-483,0 0,-2 0,-1-1,-1 1,-5 14,8-33,-1 0,0-1,0 1,0-1,-1 0,1 0,-2 0,1 0,-1 0,1-1,-1 0,-1 0,1 0,-1-1,0 0,0 0,0 0,0-1,-1 0,0 0,1-1,-3 1,-27 3,0-1,0-2,0-2,0-1,0-1,0-2,0-2,-6-3,21 5,-25-3,-125-17,-94 2,-244 20,176 4,-205-29,273-10,119 13,-103 0,-43 21,116-23,-70 45,49-1,-126-27,312 8,-33 4,1-1,-1-3,0-2,1-1,-18-5,48 5,7 3,0-1,0 1,0-1,0 0,1-1,-1 0,0 0,1 0,-1 0,1-1,0 0,0 0,0 0,0-1,0 1,1-1,0-1,0 1,0 0,0-1,0 0,1 0,-2-4,-60-155,49 132,0-1,2 0,2-1,1-1,2 1,1-2,1 1,3-1,0-6,-4-138,12-94,-4 260,1 1,1 0,0-1,0 1,1 0,1 0,0 1,1-1,1 1,0 0,0 0,1 0,0 1,4-3,-4 4,0 0,1 0,0 1,1-1,0 2,0 0,1 0,0 0,0 1,1 1,0 0,0 0,0 1,1 0,-1 1,1 1,1 0,-1 0,3 1,329 4,-305-2,129 2,83 13,307 56,449-22,-745-22,21 15,-156-21,2-5,113-1,223-18,-240-11,-68-19,-119 37,-32-3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44.0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1,'7'0,"9"0,13 0,13 0,13 0,9 0,2 0,-3 0,-10 4,-14 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44.3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27,'21'-2,"20"-4,21 1,21 0,12 1,1 1,-15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46.4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58 0,'9'21,"10"15,8 13,10 12,6 7,8 3,4 2,5-6,-2-7,-2-7,-5-8,-9-9,-12-11</inkml:trace>
  <inkml:trace contextRef="#ctx0" brushRef="#br0" timeOffset="280.358">446 13,'-18'12,"-13"14,-13 19,-8 23,-6 18,-4 14,-4 9,3 1,12-17</inkml:trace>
  <inkml:trace contextRef="#ctx0" brushRef="#br0" timeOffset="794.231">834 855,'2'-32,"2"1,0-1,3 1,9-30,-1 2,25-123,-34 163,-5 134,-1-113,-1 205,13 48,-6-200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49.0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 46,'-18'195,"-29"741,42-825,5-110,-1 0,1 0,0 0,0 0,-1 0,1 0,0 0,0 0,0 0,0 0,0 0,1 0,-1 1,0-1,0 0,1 0,-1 0,1 0,-1 0,1 0,-1 0,1 0,0-1,-1 1,1 0,0 0,0 0,-1-1,1 1,0 0,0-1,0 1,0-1,0 1,0-1,0 1,0-1,0 0,0 0,0 1,0-1,0 0,0 0,1 0,-1 0,0 0,0 0,0 0,0-1,0 1,0 0,0-1,0 1,0 0,1-1,46-7,-11 1,1 1,0 2,0 2,23 2,34 11,75 1,-168-12,0 0,0 1,0-1,0 0,0 0,0 0,0-1,0 1,0 0,0-1,0 1,0-1,-1 0,1 0,0 1,0-1,-1 0,1-1,0 1,-1 0,1 0,-1-1,0 1,1-1,-1 1,0-1,0 1,0-1,0 0,0 0,0 1,0-1,-1 0,1 0,-1-1,-2-12</inkml:trace>
  <inkml:trace contextRef="#ctx0" brushRef="#br0" timeOffset="356.482">152 7,'-3'-3,"3"0,7 3,9 0,12 2,14-1,13 0,17 0,10 0,7-1,-13 0</inkml:trace>
  <inkml:trace contextRef="#ctx0" brushRef="#br0" timeOffset="820.101">806 582,'7'13,"7"15,10 10,8 6,7 7,6 4,5 2,1-3,-4-3,-6-3,-6-6,-9-10,-7-10</inkml:trace>
  <inkml:trace contextRef="#ctx0" brushRef="#br0" timeOffset="1083.315">1168 514,'-16'16,"-12"17,-8 13,-5 14,-2 9,2 5,0 1,4-3,2-7,9-15</inkml:trace>
  <inkml:trace contextRef="#ctx0" brushRef="#br0" timeOffset="1427.966">1396 1009,'4'-7,"0"1,1 0,0-1,0 2,1-1,0 0,0 1,0 0,0 1,1-1,0 1,0 1,0-1,0 1,1 0,-1 1,1 0,0 0,0 0,-1 1,1 0,0 1,0 0,0 0,2 1,-7-1,0 1,0-1,0 1,0-1,0 1,0 0,0 0,0 1,0-1,0 1,-1-1,1 1,0 0,-1 0,0 0,1 0,-1 0,0 1,0-1,0 1,-1-1,1 1,0 0,-1 0,0 0,0-1,0 1,0 0,0 1,0-1,-1 0,0 0,1 0,-1 0,0 0,-1 0,1 1,0-1,-1 0,-3 11,-1-1,0 1,-1-1,0 0,-1 0,0-1,-1 0,0 0,-1-1,-1 0,-8 7,-45 64,62-81,0 0,1 0,-1 0,0-1,1 1,-1 0,1 0,-1 0,1 0,0 0,-1 0,1 0,0 0,-1 0,1 0,0 0,0 0,0 0,0 0,0 0,0 0,1 0,-1 0,0 0,0 0,1 0,-1 0,0 0,1 0,-1 0,1-1,-1 1,1 0,0 0,-1 0,1-1,0 1,0 0,-1-1,1 1,0 0,0-1,0 1,0-1,0 1,0-1,0 0,0 0,0 1,0-1,0 0,0 0,0 0,0 0,0 0,0 0,64-3,-13-9,-1-2,0-2,5-5,10-4</inkml:trace>
  <inkml:trace contextRef="#ctx0" brushRef="#br0" timeOffset="1953.591">793 274,'0'2,"5"3,10 3,17 1,20-2,23-5,23-4,20-6,12-5,7-4,-19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53.2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1 723,'11'0,"11"0,13 0,12 0,11-2,8-2,4 1,-2 1,-2 0,-9 1,-10 1,-15-1</inkml:trace>
  <inkml:trace contextRef="#ctx0" brushRef="#br0" timeOffset="265.339">215 482,'-2'20,"1"19,1 11,1 9,2 6,0 2,1 0,0-3,1-5,2-6,1-10,0-9,-2-12</inkml:trace>
  <inkml:trace contextRef="#ctx0" brushRef="#br0" timeOffset="692.265">857 509,'2'4,"6"7,5 8,10 7,11 9,10 9,9 4,7 4,7-1,3-2,-3-5,-6-3,-11-6,-15-5,-13-7</inkml:trace>
  <inkml:trace contextRef="#ctx0" brushRef="#br0" timeOffset="949.575">1271 535,'-13'-2,"-10"1,-3 4,1 5,0 8,0 9,-3 8,-1 7,-3 4,-2 5,0 2,3 0,8 0,6-4,15-5,15-10,6-11</inkml:trace>
  <inkml:trace contextRef="#ctx0" brushRef="#br0" timeOffset="1290.062">1565 990,'0'6,"1"1,-1-1,1 0,1 1,-1-1,1 0,0 0,0 0,1 0,0 0,0-1,0 1,1-1,0 1,0-1,0-1,0 1,1-1,0 1,0-1,0 0,0-1,1 0,-1 1,1-2,0 1,0-1,0 0,0 0,0 0,1-1,-1 0,0 0,1-1,3 0,-2-1,1-1,-1 0,0 0,0-1,0 0,0-1,0 0,-1 0,1-1,-1 1,0-2,-1 1,1-1,-1 0,0 0,-1 0,1-1,-1 0,-1 0,1-1,-1 1,-1-1,1 0,-1 0,0 0,-1 0,0-1,-1 1,1 0,-2-1,1 0,-1 1,0-1,-1 1,0-1,0 1,-1-1,0 1,-1 0,1 0,-2 0,1 0,-1 0,0 1,-1 0,1-1,-2 2,1-1,-1 1,0-1,-1 0,0 3,0-1,0 1,0 0,0 0,-1 1,0 0,1 0,-1 1,0 0,0 1,-1-1,1 2,0-1,0 1,0 0,-1 1,1 0,0 0,0 0,0 1,0 1,0-1,1 2,-1-1,1 1,0 0,-1 0,2 0,-1 1,1 0,-1 1,2 0,-1 0,0 0,1 0,0 1,1 0,-3 5,-8 20</inkml:trace>
  <inkml:trace contextRef="#ctx0" brushRef="#br0" timeOffset="2409.247">1819 0,'110'7,"100"-9,-103-1,33 4,-139-1,0 1,0-1,0 0,0 0,0 1,0-1,0 1,0-1,0 1,0-1,-1 1,1-1,0 1,0 0,0-1,-1 1,1 0,0 0,-1 0,1 0,-1-1,1 1,-1 0,0 0,1 0,-1 0,0 0,1 0,-1 0,0 0,0 0,0 0,0 0,0 0,0 0,0 0,0 0,-1 0,1 0,0 0,-1 0,1 0,0 0,-1 0,1 0,-1 0,0 0,1 0,-1-1,0 1,1 0,-1 0,0-1,0 1,0-1,1 1,-1 0,0-1,0 0,0 1,-1-1,-9 17,9-10,0 1,0-1,0 1,1-1,1 1,-1-1,1 1,0 0,1-1,0 1,0-1,0 1,2 3,2 21,14 210,-12 0,-18 174,-5-155,16-259,-1-1,1 1,-1-1,1 0,-1 1,0-1,1 0,-1 1,0-1,0 0,0 0,0 0,0 0,0 0,0 0,0 0,-1 0,1 0,0 0,-1-1,1 1,0-1,-1 1,1-1,-1 1,1-1,-1 0,1 0,-1 1,1-1,-1 0,1 0,-1-1,1 1,-1 0,1 0,-1-1,1 1,0-1,-1 1,1-1,0 0,-1 0,1 1,0-1,0 0,-1 0,1-1,-12-2,-47-8,0 2,-1 3,-1 3,1 2,-25 5,63-3,-8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56.6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0,'-2'0,"3"0,9 0,14 0,12 2,13 1,10 0,5 2,-1 0,-3 1,-11 2,-12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56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15,'18'2,"20"1,19-2,18-4,17-1,8-3,-12 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57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15,'10'18,"11"15,14 11,12 7,8 5,5 0,-1 2,-2-2,-8-2,-9-4,-12-9,-10-10</inkml:trace>
  <inkml:trace contextRef="#ctx0" brushRef="#br0" timeOffset="259.055">389 1,'-16'18,"-10"20,-7 19,-3 16,-2 9,2 7,1-1,3-3,6-17</inkml:trace>
  <inkml:trace contextRef="#ctx0" brushRef="#br0" timeOffset="507.419">723 683,'15'-50,"-3"-1,-1 0,-3-1,-1-15,-9 51,-5 33,0 32,2 0,2 0,2 17,0-45,1 0,1 0,1 0,1 0,0 0,2-1,1 1,0-1,1 0,6 9,8 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7:58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340 108,'-18'4,"-13"7,-8 10,-4 13,-4 16,1 19,5 17,6 15,10 8,10 4,18-1,17-7,17-9,15-12,13-13,7-15,-10-16</inkml:trace>
  <inkml:trace contextRef="#ctx0" brushRef="#br0" timeOffset="371.662">554 495,'0'18,"7"16,9 8,11 8,12 6,13 1,9 1,6-3,-2-4,-5-6,-11-8,-11-9,-12-9</inkml:trace>
  <inkml:trace contextRef="#ctx0" brushRef="#br0" timeOffset="643.909">889 589,'-14'0,"-11"5,-6 7,-2 12,0 11,0 10,3 9,5 7,7 2,7 0,5-12</inkml:trace>
  <inkml:trace contextRef="#ctx0" brushRef="#br0" timeOffset="928.149">1142 896,'31'-7,"-1"1,1 1,0 2,0 1,0 1,7 2,21 9,-57-10,-1 1,1-1,-1 1,1-1,-1 1,0 0,1 0,-1-1,0 1,0 0,1 0,-1 0,0 0,0 0,0 0,0 1,0-1,-1 0,1 1,0-1,0 0,-1 1,1-1,-1 1,1-1,-1 0,0 1,0-1,0 1,1 0,-1-1,-1 1,1-1,0 1,0-1,-1 1,-1 5,-2 0,1 0,-1-1,0 1,0-1,-1 0,0 0,0-1,-1 1,1-1,-1 0,-1 0,-9 10,-6 5,6-6,0 1,1 0,0 1,2 1,0 0,-6 10,18-25,0 0,0-1,0 1,1 0,-1 0,0-1,1 1,-1 0,1 0,0 0,0 0,0 0,0 0,0 0,0 0,0 0,0-1,1 1,-1 0,1 0,-1 0,1 0,0 0,0-1,0 1,0 0,0-1,0 1,0-1,0 1,1-1,-1 0,1 1,-1-1,65 26,145-13,-209-14,68 0</inkml:trace>
  <inkml:trace contextRef="#ctx0" brushRef="#br0" timeOffset="1422.62">595 282,'25'2,"24"3,24 1,23-1,15-1,9-1,-16-2</inkml:trace>
  <inkml:trace contextRef="#ctx0" brushRef="#br0" timeOffset="2179.564">1851 830,'16'0,"12"0,12 0,9 0,8 0,5 0,3 0,-2 0,-12 0</inkml:trace>
  <inkml:trace contextRef="#ctx0" brushRef="#br0" timeOffset="2405.962">2078 629,'-4'21,"-2"13,0 10,2 6,3 5,4 1,4-2,5-5,3-9,-1-11</inkml:trace>
  <inkml:trace contextRef="#ctx0" brushRef="#br0" timeOffset="2696.181">2559 549,'16'18,"15"15,8 11,6 10,8 7,4 1,1 1,-3-3,-3-6,-4-10,-8-10,-11-12</inkml:trace>
  <inkml:trace contextRef="#ctx0" brushRef="#br0" timeOffset="2926.217">3054 602,'-18'-2,"-13"3,-8 7,-6 11,-3 11,0 10,2 9,2 8,3 5,7 2,9-4,8-7,11-8,5-12</inkml:trace>
  <inkml:trace contextRef="#ctx0" brushRef="#br0" timeOffset="3217.561">3201 1097,'4'10,"1"0,0 0,0-1,1 0,0 0,1 0,0-1,0 0,1-1,-1 1,2-1,-1-1,1 0,0 0,1 0,-1-1,1-1,0 0,0 0,1-1,-1 0,1-1,-1 0,1-1,0 0,-1 0,1-1,0-1,0 0,-1 0,1-1,9-3,-15 3,0 0,-1 0,1-1,-1 0,0 0,0 0,0 0,0-1,-1 1,1-1,-1 0,0 0,0 0,0 0,-1-1,1 1,-1-1,0 0,-1 0,1 1,-1-1,0 0,0 0,0-1,-1 1,0 0,0 0,0 0,0 0,-1-2,0-1,0 1,-1-1,1 1,-1 0,0 0,-1 0,0 0,0 0,-1 1,0-1,0 1,0 0,-1 0,1 0,-1 1,-1 0,1 0,-1 0,0 1,-5-3,3 3,-1 0,0 2,0-1,0 1,0 0,0 1,0 0,0 0,-1 1,1 0,0 1,0 0,0 0,0 1,0 0,0 1,-8 3,-20 9</inkml:trace>
  <inkml:trace contextRef="#ctx0" brushRef="#br0" timeOffset="3574.631">3669 1,'18'18,"13"22,10 22,10 24,5 22,2 20,-4 13,-9 7,-15 0,-19-5,-25-14,-30-17,-8-28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47.0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0,'23'39,"2"-2,2-1,1 0,26 23,14-5,-66-53,0 0,-1 0,1 0,0 0,0 0,0 0,0 0,0-1,0 1,0-1,0 1,0-1,0 0,0 0,0 0,0 0,0 0,0-1,0 1,0 0,0-1,0 0,0 1,0-1,0 0,0 0,0 0,-1 0,1 0,0-1,-1 1,1 0,-1-1,1 1,-1-1,0 0,0 1,1-3,3-8,0 0,-1 0,-1-1,0 1,-1-1,0 1,-1-1,-1 0,0-11,-8 62,6 19,3-1,2 1,3 0,2 0,3-1,3 4,-8-32,8 21,-3 0,-1 1,-3 0,-3 0,-1 1,-2 0,-5 21,4-63,0 1,-1-1,-1 0,0 0,0 0,0 0,-1-1,-1 1,1-1,-1 0,-1 0,0 0,0 0,0-1,-1 0,0 0,0 0,-1-1,0 0,0 0,0 0,-1-1,0-1,0 1,0-1,-1 0,1-1,-1 0,0-1,1 1,-8-1,9-2,0-1,0 0,1 0,-1 0,1-1,-1 0,1-1,0 0,0 1,0-2,0 1,0-1,1 0,0 0,0 0,0-1,0 0,0 0,1 0,-2-3,-5-9,0 0,0 0,2-1,0-1,2 1,-2-7,3 12,2-1,0 0,0 0,1-1,1 1,0-1,1 0,1 1,1-12,1 22,0 0,0 0,1 1,-1-1,1 0,0 1,0 0,1 0,-1 0,1 0,-1 0,1 1,0 0,0-1,0 1,0 1,0-1,1 1,-1-1,0 1,1 1,-1-1,1 0,-1 1,1 0,0 0,7-2,48-8,1 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47.7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0,'9'0,"12"0,14 0,13 0,11 0,7 0,0 0,-8 0,-13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47.9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0,'20'2,"21"1,19 0,15 0,7-2,-11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4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68,'16'4,"17"7,14 8,10 9,7 10,4 7,-1 8,-5 1,-5-2,-11-2,-11-6,-9-6,-9-8</inkml:trace>
  <inkml:trace contextRef="#ctx0" brushRef="#br0" timeOffset="192.732">468 1,'-18'5,"-13"7,-8 12,-6 13,-3 11,3 12,4 6,9 4,10-3,9-7,6-13</inkml:trace>
  <inkml:trace contextRef="#ctx0" brushRef="#br0" timeOffset="532.444">696 522,'6'8,"2"-1,-1-1,1 0,0 0,0 0,1-1,0 0,0-1,0 0,0 0,0-1,1 0,0-1,0 0,-1 0,1-1,0-1,0 1,0-2,0 1,0-1,0-1,0 0,0 0,-1-1,1 0,-1-1,0 0,0 0,5-4,-11 5,0 0,0 0,0 0,0-1,0 1,-1-1,0 0,0 0,0 0,0 0,0 0,-1 0,0 0,0-1,0 1,0 0,-1-1,1 1,-1-1,0 1,-1 0,1-1,-1 1,0 0,0-1,0 1,0 0,-1 0,0 0,0 0,0 0,0 0,-1 0,1 1,-1-1,0 1,0 0,0 0,-1 0,-2-2,-3-1,0 0,-1 0,0 1,0 0,0 0,-1 2,1-1,-1 1,0 1,0 0,0 0,0 1,0 0,0 1,-1 1,1-1,0 2,-30 3,1 3,1 1,-38 14,4 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3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1,'4'15,"7"15,7 14,11 10,10 5,10 5,6-3,3-4,2-8,-4-10,-6-8,-9-11,-13-8</inkml:trace>
  <inkml:trace contextRef="#ctx0" brushRef="#br0" timeOffset="261.897">361 53,'-11'21,"-13"17,-9 15,-9 11,-3 4,-1 2,0-4,8-14</inkml:trace>
  <inkml:trace contextRef="#ctx0" brushRef="#br0" timeOffset="510.905">735 374,'-11'21,"-6"13,-3 10,3 5,6 2,9-2,10-6,4-9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1.9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1 202,'4'7,"9"4,13 1,16-2,17-3,13-2,12-3,2-1,-4-3,-14-1,-19 0</inkml:trace>
  <inkml:trace contextRef="#ctx0" brushRef="#br0" timeOffset="250.197">214 1,'0'16,"-2"14,-4 14,-2 12,-2 9,0 2,2-1,4-3,9-6,9-7,9-10,1-12</inkml:trace>
  <inkml:trace contextRef="#ctx0" brushRef="#br0" timeOffset="534.949">735 81,'21'7,"13"9,10 11,9 9,7 9,4 5,3 1,-1-3,0-6,-5-5,-5-9,-9-7,-11-7</inkml:trace>
  <inkml:trace contextRef="#ctx0" brushRef="#br0" timeOffset="821.183">1310 68,'-16'3,"-12"4,-8 11,-5 11,1 12,1 11,4 7,5 6,8-2,8-12</inkml:trace>
  <inkml:trace contextRef="#ctx0" brushRef="#br0" timeOffset="1082.733">1591 362,'19'-7,"1"0,0 2,0 0,0 1,1 1,-1 0,1 2,3 1,-22-1,0 0,0 1,0 0,0 0,0-1,0 1,0 0,0 1,0-1,0 0,0 1,0-1,0 1,0-1,0 1,0 0,0 0,0 0,0 0,0 0,-1 0,1 1,-1-1,1 1,-1-1,1 1,-1-1,0 1,0 0,1-1,-1 1,-1 0,1 0,0 0,0 0,-1 0,1 0,-1 0,1 0,-1 0,0 0,0 1,0-1,0 1,-6 9,0 0,-1 0,0-1,0 0,-1 0,-1 0,0-1,0-1,-1 1,0-2,-4 3,3-1,-20 16,17-14,0 0,1 0,1 1,0 0,0 1,-2 5,14-18,-1 0,1 0,-1-1,0 1,1 0,0 0,-1 0,1 0,-1 0,1 0,0 0,0 0,0 0,0 0,0 0,0 0,0 0,0 0,0 0,0 0,0 0,0 0,1 0,-1 0,0 0,1 0,-1 0,1 0,-1 0,1 0,0-1,-1 1,1 0,0 0,-1-1,1 1,0 0,0-1,0 1,0-1,0 1,0-1,-1 1,1-1,0 0,0 1,0-1,0 0,0 0,0 0,1 0,-1 0,60 3,79-26,-66 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1.0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26,'9'16,"10"15,8 8,9 4,6 5,1-2,1-2,0-3,-4-5,-3-6,-6-6,-8-7</inkml:trace>
  <inkml:trace contextRef="#ctx0" brushRef="#br0" timeOffset="261.983">308 0,'-14'2,"-9"10,-5 15,-4 15,-5 15,1 12,1 4,3 0,5-6,9-14</inkml:trace>
  <inkml:trace contextRef="#ctx0" brushRef="#br0" timeOffset="524.058">468 507,'0'4,"0"-1,0 0,0 1,1-1,-1 1,1-1,0 0,0 0,0 1,0-1,1 0,-1 0,1 0,0 0,0-1,0 1,0 0,0-1,0 1,1-1,0 0,-1 0,1 0,0 0,0 0,0-1,0 1,0-1,0 0,0 0,1 0,-1 0,0 0,1-1,-1 1,0-1,1 0,-1 0,0-1,1 1,-1-1,1 1,6-2,0 0,0-1,-1 0,1-1,-1 0,0 0,0-1,0 0,0 0,-1-1,0-1,0 1,-1-1,0 0,0-1,0 0,-1 0,0 0,-1-1,0 1,2-6,-6 10,0 1,0-1,0 1,-1-1,1 1,-1-1,0 1,0-1,0 0,0 1,-1-1,1 1,-1-1,0 1,0-1,0 1,-1 0,1-1,-1 1,0 0,0 0,0 0,0 0,-1 0,1 1,-1-1,1 1,-1 0,-3-3,-1 1,0-1,-1 1,0 1,1 0,-2 0,1 0,0 1,0 0,-1 0,1 1,-1 0,-1 1,-1 0,1 0,-1 0,0 2,1-1,-1 1,0 1,1 0,0 0,0 1,0 0,0 1,1 0,0 1,0-1,0 2,0-1,1 2,0-1,1 1,0 0,-3 4,-6 16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49.4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41,'16'16,"14"9,9 11,5 5,-1 5,-3 1,-4 0,-6-4,-5-4,-5-5,-6-8</inkml:trace>
  <inkml:trace contextRef="#ctx0" brushRef="#br0" timeOffset="251.849">255 0,'-12'16,"-7"15,-6 10,-3 11,-2 7,3 2,1 1,3-4,5-12</inkml:trace>
  <inkml:trace contextRef="#ctx0" brushRef="#br0" timeOffset="567.481">442 389,'2'-2,"0"1,0 0,1 0,-1 0,1 0,-1 0,1 1,-1-1,1 1,-1-1,1 1,0 0,-1 0,1 0,-1 1,1-1,0 1,-1-1,1 1,-1 0,0 0,1 0,-1 0,0 0,1 1,-1-1,0 0,0 1,0 0,0 0,0 0,-1-1,1 2,0-1,-1 0,0 0,1 0,-1 1,0-1,0 0,0 1,-1-1,1 1,0 0,-1 9,0 0,-1 0,0 0,-1-1,0 1,-1 0,-1-1,1 0,-2 1,1-2,-2 1,-5 10,-6 15,15-35,1 1,0-1,0 1,0-1,0 1,1-1,-1 1,0 0,1 0,-1-1,1 1,-1 0,1 0,0-1,0 1,0 0,0 0,0 0,0 0,0-1,1 1,-1 0,1 0,-1-1,1 1,0 0,0-1,0 1,-1-1,2 1,-1-1,0 1,0-1,0 0,1 1,-1-1,0 0,1 0,-1 0,1 0,0 0,0 0,7 0,-1 0,0 0,1-1,-1 0,0-1,1 0,-1 0,0 0,1-1,6-3,-4 2,31-8</inkml:trace>
  <inkml:trace contextRef="#ctx0" brushRef="#br0" timeOffset="875.659">843 67,'13'16,"14"10,14 5,11 1,9 1,2-1,-3 0,-6 0,-9-1,-11-2,-12 0,-9-6</inkml:trace>
  <inkml:trace contextRef="#ctx0" brushRef="#br0" timeOffset="1138.3">1177 94,'-4'0,"-5"5,0 8,0 11,-5 10,-3 11,-4 7,-2 4,-3 1,2-2,4-3,6-12</inkml:trace>
  <inkml:trace contextRef="#ctx0" brushRef="#br0" timeOffset="1392.876">1512 348,'-5'16,"-3"12,-3 8,0 5,3 4,2 0,2-4,6-4,3-9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5.6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1,'14'5,"13"1,14 0,15-4,15-4,8-4,-8-1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6.3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19,'0'5,"9"1,14 0,20-1,20-4,17-7,12-4,4-3,-16 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7.0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37,'12'0,"16"0,21 0,21-3,20-2,13-3,4-3,-15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7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1 201,'11'-2,"11"-1,10 2,10 2,8 0,7 1,6-1,1-3,-2-3,-11 0</inkml:trace>
  <inkml:trace contextRef="#ctx0" brushRef="#br0" timeOffset="253.353">295 0,'-5'18,"-1"16,0 10,-1 10,1 4,1 2,-1-3,1-4,1-11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8:58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844 335,'-5'16,"-1"12,0 11,1 7,2 3,3-1,7 0,3-7,1-11</inkml:trace>
  <inkml:trace contextRef="#ctx0" brushRef="#br0" timeOffset="411.189">1177 68,'7'20,"9"16,11 12,10 5,8 4,5-1,3-4,0-5,-5-7,-8-6,-9-8,-10-8</inkml:trace>
  <inkml:trace contextRef="#ctx0" brushRef="#br0" timeOffset="629.604">1552 95,'-16'2,"-12"8,-8 9,-5 10,-2 11,-1 9,3 7,4 3,3-2,8-3,8-12</inkml:trace>
  <inkml:trace contextRef="#ctx0" brushRef="#br0" timeOffset="-460.224">1 95,'16'2,"12"8,8 9,5 10,4 9,4 10,3 5,1 2,1-3,-2-3,-3-6,-3-9,-9-11</inkml:trace>
  <inkml:trace contextRef="#ctx0" brushRef="#br0" timeOffset="-262.755">469 121,'-19'9,"-11"10,-9 11,-4 12,-2 7,2 7,5 1,6 0,8-10</inkml:trace>
  <inkml:trace contextRef="#ctx0" brushRef="#br0" timeOffset="2095.407">657 376,'0'-1,"1"0,-1 0,1 0,0 0,-1 0,1 0,0 0,0 0,0 0,0 1,0-1,0 0,0 1,0-1,0 1,0-1,0 1,0-1,0 1,1 0,-1 0,0-1,0 1,0 0,0 0,1 0,-1 0,0 0,0 1,0-1,1 0,-1 0,0 1,0-1,110 2,-110-1,1-1,-1 0,0 1,1-1,-1 1,0 0,1-1,-1 1,0 0,0 0,0 0,0-1,0 1,0 1,0-1,0 0,0 0,0 0,0 0,-1 1,1-1,0 0,-1 1,1-1,-1 0,0 1,1-1,-1 1,0-1,0 0,0 1,0-1,0 1,0-1,0 1,-1-1,1 0,0 1,-1-1,1 1,-1 0,-31 54,5-21,18-26,2 0,-1 0,1 1,1-1,0 2,0-1,1 1,0-1,1 1,0 1,1-1,-1 3,5-12,0 0,-1 0,1 0,0 0,0 0,0 0,0 0,1 0,-1 0,0-1,1 1,-1 0,1-1,0 1,0-1,-1 0,1 0,0 1,0-1,0 0,0-1,0 1,1 0,-1-1,0 1,0-1,0 1,0-1,1 0,-1 0,0 0,0 0,1-1,-1 1,0 0,0-1,0 0,1 0,7 1,290-4,-272 4</inkml:trace>
  <inkml:trace contextRef="#ctx0" brushRef="#br0" timeOffset="2665.483">1872 415,'-6'16,"-3"12,0 8,2 8,2 2,5 0,1 0,1-4,1-9</inkml:trace>
  <inkml:trace contextRef="#ctx0" brushRef="#br0" timeOffset="2978.03">2087 1,'6'14,"10"13,11 12,12 5,11 5,11 3,8-1,4-2,-2-2,-7-5,-11-7,-14-8,-14-8</inkml:trace>
  <inkml:trace contextRef="#ctx0" brushRef="#br0" timeOffset="3256.316">2528 135,'-20'3,"-17"4,-8 11,-5 11,-2 10,2 7,4 8,8 1,11-2,12-6,8-10</inkml:trace>
  <inkml:trace contextRef="#ctx0" brushRef="#br0" timeOffset="3512.44">2728 536,'12'8,"1"0,-1-1,1 0,0-1,1-1,0 0,0 0,0-2,0 1,0-2,1 0,-1-1,1 0,0-1,10-2,-22 2,0 0,1-1,-1 1,0-1,0 0,0 0,0 0,0 0,0 0,0-1,0 0,0 1,0-1,-1 0,1 0,-1 0,1-1,-1 1,0-1,0 1,0-1,0 0,-1 1,1-1,-1 0,1 0,-1 0,0-1,0 1,-1 0,1 0,-1 0,1-1,-1 1,0 0,0-1,0 1,-1 0,1 0,-1 0,0-1,0 1,0 0,-1-1,-1-2,-2 0,1 0,-1 0,0 1,0 0,0 0,-1 0,1 0,-1 1,-1 0,1 0,0 1,-1 0,0 0,0 0,0 1,0 0,0 0,0 1,0 0,-1 0,1 1,0-1,-1 2,1-1,0 1,-1 0,1 1,0 0,0 0,0 0,0 1,0 0,0 1,-45 23,4 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03.7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1,'12'30,"2"-1,2-1,0 0,2 0,0-2,2-1,1 0,2-1,0-2,1 0,3 1,-22-19,1 0,-1-1,0 0,1 1,-1-2,1 1,0-1,0 0,0 0,0 0,1-1,-1 0,0 0,1-1,-1 0,0 0,1 0,-1-1,0 0,0 0,0-1,1 1,-1-2,0 1,-1 0,1-1,0 0,-1 0,0-1,0 0,0 0,1 0,2-8,-1 0,1-1,-2 0,0 0,-1 0,0-1,-1 1,0-1,-1 0,-1 0,0-1,-1 1,0 0,-1-1,-1 1,-1-8,-6-6,8 28,0-1,0 1,0-1,0 1,0 0,0-1,-1 1,1-1,0 1,0 0,-1-1,1 1,0 0,0-1,-1 1,1 0,0 0,-1-1,1 1,0 0,-1 0,1 0,0-1,-1 1,1 0,-1 0,1 0,0 0,-1 0,1 0,-1 0,1 0,0 0,-1 0,1 0,-1 0,1 0,-1 0,1 0,0 0,-1 0,1 0,0 1,-1-1,1 0,-1 0,1 1,0-1,-1 0,1 0,0 1,0-1,-1 0,1 1,0-1,0 0,-1 1,1-1,0 0,0 1,0-1,0 1,0-1,0 0,-1 1,1-1,-6 15,0-1,1 1,0-1,1 2,1-1,0 0,1 1,1 5,-2-2,-7 130,7-1,7 1,5-1,17 65,-22-178,0 7,3 5,-3 0,-2 0,-2 0,-2 11,2-53,0-1,0 0,0 0,0 0,-1 0,0 1,0-1,0 0,0 0,0 0,-1-1,0 1,0 0,0-1,0 1,-1-1,1 1,-1-1,0 0,0 0,0 0,0-1,0 1,-1-1,1 0,-1 0,0 0,1 0,-1 0,0-1,0 0,0 0,0 0,-2 0,-1-4,-1 0,1 0,0-1,0 0,0 0,0-1,1 0,-1 0,1-1,1 1,-1-1,1-1,0 1,0-1,1 0,-2-4,-36-57,3-2,3-1,4-1,-4-20,32 82,2 8,1 0,0 0,0 0,-1 0,1 0,1-1,-1 1,0 0,0 0,1-1,-1 1,1 0,0-1,0 1,0 0,0-1,0 1,0 0,1-1,-1 1,1 0,0-1,-1 1,1 0,0 0,0 0,0 0,1 0,-1 0,1 0,0-1,80-24,-76 26,153-25,-77 14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04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1,'-3'2,"9"3,15 1,19-1,17-1,15-1,8-2,0 0,-9-1,-17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04.4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1,'16'2,"21"1,20 0,19-1,12 0,-9-1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21.1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63 428,'2'16,"6"14,8 11,8 11,11 7,9 2,6 1,4-4,1-5,-3-6,-7-10,-8-11,-11-9</inkml:trace>
  <inkml:trace contextRef="#ctx0" brushRef="#br0" timeOffset="254.94">544 548,'-18'-2,"-13"1,-8 8,-4 10,-6 12,-4 14,-2 15,-3 11,1 6,6 1,10-6,12-10,10-15</inkml:trace>
  <inkml:trace contextRef="#ctx0" brushRef="#br0" timeOffset="548.406">664 949,'4'9,"1"0,0-1,0 0,1 0,0 0,0 0,0-1,1 0,0-1,1 0,0 0,0 0,0-1,0 0,1 0,0-1,0 0,0-1,0 0,1-1,-1 1,1-2,-1 1,1-2,0 1,0-1,-1-1,1 1,0-2,-1 1,1-1,-1-1,0 0,1 0,-1-1,0 0,-4 0,-1 0,0 0,0 0,0-1,0 0,-1 1,1-1,-1 0,0-1,-1 1,1-1,-1 1,0-1,-1 0,1 1,-1-1,0 0,-1 0,0 0,1 0,-2 0,1 0,-1 0,0 0,0 1,0-1,-1 0,0 0,0 1,-1-1,1 1,-1 0,0 0,-1 0,1 0,-1 1,0-1,0 1,-1 0,1 0,-1 0,0 1,0-1,0 1,0 0,0 1,-1 0,1-1,-1 2,0-1,0 1,1-1,-1 2,0-1,0 1,-1 0,-1 1,0 1,0 0,0 0,1 1,-1 0,1 0,0 1,0 0,0 1,0-1,1 1,-1 0,1 1,-4 5,-17 19</inkml:trace>
  <inkml:trace contextRef="#ctx0" brushRef="#br0" timeOffset="891.531">1145 0,'14'21,"13"19,17 18,11 14,10 14,6 9,-5 10,-12 8,-14 4,-27 5,-32 8,-41 5,-42 6,-3-21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4.7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 1,'-18'22,"-11"22,-4 21,0 18,6 15,17 9,24 5,25-1,6-19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6.4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130 1,'-16'22,"-10"27,-5 24,3 24,6 17,16 10,22 2,27-7,27-14,1-26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5.8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40 108,'-38'441,"37"-360,1-80,0-1,0 0,0 1,0-1,0 0,0 1,0-1,0 1,0-1,0 0,0 1,0-1,0 1,0-1,0 0,0 1,0-1,0 1,1-1,-1 0,0 1,0-1,0 0,1 1,-1-1,0 0,1 1,-1-1,0 0,0 0,1 1,-1-1,0 0,1 0,-1 0,1 1,-1-1,0 0,1 0,-1 0,1 0,-1 0,0 0,1 0,-1 0,1 0,-1 0,0 0,1 0,-1 0,1 0,-1 0,0 0,1-1,-1 1,0 0,1 0,-1 0,0-1,1 1,-1 0,0 0,1-1,-1 1,0 0,0-1,1 1,-1 0,0-1,21-27,-17 22,-1 1,-1-1,1 1,0 0,0 0,1 1,0-1,0 1,0-1,0 1,0 1,1-1,0 0,0 1,0 0,0 0,0 1,0-1,1 1,-1 0,1 1,0-1,0 1,-1 0,1 1,0-1,0 1,0 0,0 1,0 0,1 2,0 1,-1 0,1 0,-1 1,0 0,0 0,0 0,-1 1,0 0,0 0,0 0,-1 1,0 0,0 0,0 0,-1 0,-1 0,1 1,-1-1,0 1,0-1,-1 3,-1-6,-1 0,1 0,-1 0,0 1,0-1,0 0,0 0,-1 0,0 0,0-1,0 1,0 0,0-1,-1 0,0 1,1-1,-1 0,-1 0,1-1,0 1,0 0,-5 1,-86 38,3-28,90-14,0 0,1 1,-1-1,0 0,1 0,-1-1,1 1,-1 0,0 0,1 0,-1 0,1 0,-1-1,1 1,-1 0,1-1,-1 1,1 0,-1-1,1 1,-1 0,1-1,-1 1,1-1,0 1,-1-1,1 1,0-1,-1 1,1-1,0 1,0-1,-1 0,1 1,0-1,0 1,0-1,0 0,0 1,0-1,0 0,3-10</inkml:trace>
  <inkml:trace contextRef="#ctx0" brushRef="#br0" timeOffset="297.658">548 1,'11'13,"11"17,6 16,5 14,4 13,-4 10,-8 8,-15 8,-21 5,-26 1,-26-2,-22-7,4-20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4.1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230 267,'-59'-83,"57"81,0 0,0 0,0 0,0 1,0-1,-1 1,1 0,-1-1,1 1,-1 0,0 0,1 1,-1-1,0 1,1-1,-1 1,0 0,0 0,0 0,1 0,-1 0,0 1,0-1,1 1,-1 0,1 0,-1 0,0 0,1 0,0 1,-1-1,1 1,0-1,-2 3,-4 3,1 0,0 0,0 1,1 1,0-1,0 1,1 0,0 0,1 0,0 1,1-1,-1 1,2 0,-1 0,2 0,-1 1,1-1,1 0,0 1,1 3,-1-11,0-1,0 0,1 1,0-1,-1 0,1 1,0-1,0 0,0 0,0 0,0 0,1 0,-1 0,1 0,-1 0,1-1,0 1,0-1,-1 1,1-1,0 1,0-1,1 0,-1 0,0 0,0 0,0-1,1 1,-1 0,0-1,1 0,-1 1,0-1,1 0,-1 0,1-1,-1 1,0 0,1-1,-1 1,1-1,8-3,-1 0,0 0,0 0,-1-1,1-1,-1 0,0 0,-1-1,1 0,-1 0,-1-1,1 0,-1 0,-1-1,0 0,3-5,-8 13,0-1,0 1,0 0,0 0,0-1,0 1,-1-1,1 1,0-1,-1 1,1-1,-1 1,0-1,0 0,1 1,-1-1,0 1,0-1,0 0,-1 1,1-1,0 1,-1-1,1 0,-1 1,1-1,-1 1,0-1,1 1,-1 0,0-1,0 1,0 0,0 0,-1-1,0 3,-1 0,1 0,0 0,0 0,0 0,0 1,0-1,0 1,0 0,0-1,1 1,-1 0,1 0,-1 0,1 0,0 1,0-1,0 0,0 0,0 1,0 1,-1 1,0 0,0 0,1 0,-1 0,1 0,1 0,-1 0,1 0,0 1,0-1,0 0,1 0,0 1,0-1,0 0,1 0,-1 0,1 0,0-1,1 1,-1 0,1-1,0 0,0 1,0-1,1 0,-1-1,1 1,0-1,4 3,5 4,0-1,1-1,0 0,1-1,0 0,0-1,0-1,0 0,9 0,18 3</inkml:trace>
  <inkml:trace contextRef="#ctx0" brushRef="#br0" timeOffset="276.224">711 0,'14'21,"8"17,4 19,-3 18,-10 11,-19 13,-24 7,-27 3,-32 0,0-19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8.4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253 1,'-16'9,"-12"12,-10 19,-6 18,0 19,6 18,8 15,15 7,21 0,25-9,29-14,27-18,1-22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41.4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248 27,'-2'44,"5"542,-3-586,-1 1,1 0,0 0,-1 0,1 0,0 0,-1 0,1 0,0 0,0 0,0 0,0 0,0 0,0 0,0 0,0 0,1 0,-1 0,0 0,0 0,1 0,-1 0,1 0,-1 0,1 0,-1 0,1 0,0 0,0-1,-1 1,1 0,0 0,0-1,0 1,-1-1,1 1,0-1,0 1,0-1,0 1,0-1,0 0,0 0,0 1,0-1,0 0,1 0,49-76,-34 45,-9 18,0 0,1 0,0 1,1 0,0 1,1 0,0 1,2 0,-10 7,0 0,1 1,-1 0,1 0,0 0,0 0,-1 1,1-1,0 1,0 0,0 0,1 1,-1-1,0 1,0 0,0 0,0 0,1 1,-1-1,0 1,0 0,0 0,0 1,0-1,0 1,-1-1,1 1,0 1,-1-1,0 0,2 2,0 0,0 0,-1 0,1 1,-1-1,0 1,0 0,-1 0,1 0,-1 1,0-1,-1 1,1-1,-1 1,0 0,0 0,-1 0,0 0,0 0,-1 1,1-1,-1 0,-1 0,1 1,-1-1,0 0,0 0,-1 0,0 0,0 0,0-1,-1 1,0 0,0-1,0 0,-1 0,1 0,-1 0,-1 0,-2 2,-6 2,0-1,0-1,-1 0,0-1,0 0,-1-1,1-1,-1-1,0 0,0 0,0-1,-4-1,18-2</inkml:trace>
  <inkml:trace contextRef="#ctx0" brushRef="#br0" timeOffset="482.314">890 0,'16'7,"12"7,11 9,4 11,1 15,-3 16,-9 14,-16 17,-23 12,-28 11,-32 5,-31-2,1-22</inkml:trace>
  <inkml:trace contextRef="#ctx0" brushRef="#br0" timeOffset="1029.96">195 67,'-16'7,"-12"9,-5 15,-5 19,2 21,8 21,12 18,21 12,23 7,23-1,18-8,-2-25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9.0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571 401,'18'0,"20"0,17 0,13 0,10 0,7-2,-1-1,-6 0,-10 1,-16 0,-16 1</inkml:trace>
  <inkml:trace contextRef="#ctx0" brushRef="#br0" timeOffset="248.14">598 669,'16'4,"19"2,19 0,19-3,13-5,7-2,2 0,-8 0,-19 1</inkml:trace>
  <inkml:trace contextRef="#ctx0" brushRef="#br0" timeOffset="871.277">1307 1,'8'35,"5"-17,1 1,1-2,0 0,2-1,-1 0,2-1,0-1,1-1,13 7,-14-8,19 14,5 0,-1 2,-1 1,-2 3,-1 1,-2 1,-1 2,22 32,-52-63,0 0,0 0,0 1,-1 0,0 0,0 0,-1 0,1 0,-1 0,-1 1,1-1,-1 1,0-1,-1 1,1-1,-1 1,-1 0,1-1,-1 1,0-1,-1 1,0-1,0 0,-2 5,-3 0,-1 0,0-1,-1 0,-1-1,1 0,-1 0,-1-1,0 0,0-1,-8 5,-80 42,-3-4</inkml:trace>
  <inkml:trace contextRef="#ctx0" brushRef="#br0" timeOffset="1567.687">545 80,'-44'28,"1"2,2 2,1 2,0 2,-23 20,28-27,-12 10,2 1,1 3,-31 39,73-80,0-1,0 1,0 0,0 0,0-1,0 1,1 1,-1-1,1 0,-1 0,1 0,0 1,0-1,0 1,0-1,0 1,1-1,-1 1,1 0,-1-1,1 1,0 0,0-1,0 1,1 0,-1-1,1 1,-1-1,1 1,0-1,0 1,0-1,0 1,1-1,-1 0,0 0,1 1,0-1,-1 0,1 0,0-1,0 1,105 43,-73-34,40 16,-1 2,-1 4,-2 2,35 26,56 44,-118-78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37.8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294 387,'0'-13,"0"0,-2 0,1 0,-2 0,1 1,-2-1,0 1,-3-8,5 16,1 1,-1-1,0 0,0 1,-1 0,1-1,-1 1,1 0,-1 0,0 0,0 1,-1-1,1 1,0 0,-1-1,1 1,-1 1,0-1,0 1,0-1,1 1,-1 0,0 1,-1-1,1 1,0-1,0 1,-4 1,1 0,1 0,-1 1,1 0,-1 0,1 0,0 1,0 0,0 0,0 1,0 0,1 0,0 0,-1 0,2 1,-1 0,0 0,1 1,0-1,0 1,-2 4,-3 6,1 0,1 0,0 0,1 1,1 0,1 0,-1 9,3-16,0 1,1 0,1 0,-1 0,2 0,0 0,0 0,1 0,1 2,-2-9,0 0,0-1,1 1,-1-1,1 1,0-1,0 0,0 0,0 0,1 0,-1 0,1 0,0-1,0 1,0-1,0 1,0-1,1-1,-1 1,0 0,1-1,-1 1,1-1,0 0,0 0,-1-1,4 1,-1 0,0-1,0 0,0-1,0 0,0 1,0-2,0 1,0-1,-1 0,1 0,0 0,-1-1,0 0,0 0,1 0,-2-1,1 0,0 0,-1 0,0 0,0-1,0 0,0 0,3-5,1-1,-2 0,0 0,0 0,-1-1,0 0,-1 0,-1 0,0 0,1-8,0-51,-14 134,7-39,2 0,0 1,2-1,0 0,3 7,-3-24,0 0,1 0,0 0,0-1,0 1,1-1,0 0,0 0,1 0,0 0,0 0,0-1,1 1,0-1,0-1,0 1,0-1,1 1,0-2,5 4,-1-3,0 0,1 0,-1-1,1-1,0 0,0 0,0-1,0 0,0-1,0-1,5 0,28-4</inkml:trace>
  <inkml:trace contextRef="#ctx0" brushRef="#br0" timeOffset="279.705">749 0,'16'19,"14"16,11 17,8 15,0 12,-8 13,-16 9,-26 8,-30 6,-34-1,-27-3,1-22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29:05.36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57 482,'9'18,"7"17,11 15,7 12,7 7,5 3,5-2,0-6,-2-8,-3-13,-4-13,-7-14,-9-10</inkml:trace>
  <inkml:trace contextRef="#ctx0" brushRef="#br0" timeOffset="251.33">351 402,'-16'18,"-12"18,-11 15,-7 16,-3 10,0 6,2 1,4-3,9-16</inkml:trace>
  <inkml:trace contextRef="#ctx0" brushRef="#br0" timeOffset="11692.969">698 1204,'18'-48,"-3"0,-2-2,0-14,4-13,-7 50,-4 44,1 334,14-269,-8-56</inkml:trace>
  <inkml:trace contextRef="#ctx0" brushRef="#br0" timeOffset="12018.144">1661 1,'-16'2,"-14"8,-12 11,-7 15,-2 21,3 20,5 23,9 18,12 15,10 8,18-3,16-10,16-17,15-19,-2-26</inkml:trace>
  <inkml:trace contextRef="#ctx0" brushRef="#br0" timeOffset="12702.225">1834 509,'7'18,"7"13,7 10,8 7,8 5,6 2,3 2,0-1,-3 0,-4-4,-8-5,-11-9,-7-10</inkml:trace>
  <inkml:trace contextRef="#ctx0" brushRef="#br0" timeOffset="12968.052">2102 495,'-16'20,"-12"19,-8 16,-5 12,0 9,1 4,1 1,7-5,7-15</inkml:trace>
  <inkml:trace contextRef="#ctx0" brushRef="#br0" timeOffset="13921.202">2396 990,'191'-10,"-189"10,0 0,0 1,-1-1,1 0,0 1,0-1,0 1,-1-1,1 1,0 0,0 0,-1 0,1 0,-1 0,1 0,-1 0,0 1,1-1,-1 1,0-1,0 1,0-1,0 1,0-1,0 1,0 0,0-1,-1 1,1 0,-1 0,1 0,-1 0,0-1,0 1,0 0,0 0,0 0,0 0,0 0,-1 0,1-1,-1 1,1 0,-1 0,0 0,0-1,1 1,-1-1,-1 1,1 0,0 0,-13 17,0 1,-1-2,0 0,-2-1,0 0,-14 10,-6 5,-40 46,76-77,0-1,0 1,0 0,0-1,0 1,0 0,0 0,0 0,0 0,1 0,-1 0,0 0,1 0,-1 0,0 0,1 0,0 0,-1 1,1-1,0 0,-1 0,1 0,0 1,0-1,0 0,0 0,0 1,0-1,0 0,1 0,-1 1,0-1,1 0,-1 0,1 0,-1 0,1 0,0 0,-1 0,1 0,0 0,0 0,0 0,-1 0,1 0,0 0,0-1,0 1,1 0,-1-1,0 1,0-1,0 1,0-1,0 0,1 1,-1-1,0 0,0 0,1 0,-1 0,1 0,20 0,-1-1,1-1,-1-1,0 0,0-2,0-1,0 0,-1-1,4-4,-17 9,49-20,-9 1</inkml:trace>
  <inkml:trace contextRef="#ctx0" brushRef="#br0" timeOffset="14557.027">1794 268,'0'-2,"5"-1,10 0,16 0,20 2,20-1,22 0,17-2,13-1,4-2,-20 0</inkml:trace>
  <inkml:trace contextRef="#ctx0" brushRef="#br0" timeOffset="15238.64">2944 789,'7'7,"9"2,11 0,12-2,11-2,10-5,5-3,0-2,-5 0,-9 0,-14 2</inkml:trace>
  <inkml:trace contextRef="#ctx0" brushRef="#br0" timeOffset="15482.949">3118 642,'-5'19,"-1"16,1 12,0 10,2 6,3 1,6-1,5-4,5-10,-1-13</inkml:trace>
  <inkml:trace contextRef="#ctx0" brushRef="#br1" timeOffset="71232.567">993 749,'-1'3,"1"-1,0 0,0 0,0 0,0 0,0 0,1 0,-1 0,0 0,1 0,0 0,-1 0,1 0,0 0,0 0,0 0,0 0,1-1,-1 1,0 0,1-1,-1 1,1-1,0 0,-1 1,1-1,0 0,-1-1,-1-1,1 1,-1 0,1 0,0-1,-1 1,1 0,-1-1,1 1,0-1,-1 1,1-1,-1 1,0-1,1 1,-1-1,1 1,-1-1,0 0,1 1,-1-1,0 1,0-1,0 0,1 1,-1-1,0 0,0 0,0 1,0-1,0 0,0 1,0-1,0 0,-1 1,1-1,0 0,0 1,0-1,-1 0,1 1,0-1,-1 1,1-1,-1 1,1-1,-1 1,1-1,-1 1,1-1,-1 1,1-1,-1 1,1 0,-1-1,0 1,0 0,0-1,-1 1,0 0,1 0,-1-1,0 1,0 1,1-1,-1 0,0 0,1 1,-1-1,0 1,1-1,-1 1,1-1,-1 1,1 0,-1 0,1 0,-1 0,1 0,0 0,-1 1,1-1,0 0,0 1,-1 0,2-1,-1 0,0-1,1 1,-1 0,1 0,-1 0,1-1,-1 1,1 0,-1 0,1 0,0 0,0 0,0 0,-1 0,1 0,0 0,0 0,0 0,0 0,0 0,1 0,-1 0,0 0,0 0,1 0,-1 0,0-1,1 1,-1 0,1 0,-1 0,1 0,0-1,-1 1,1 0,0-1,0 1,-1 0,1-1,0 1,0-1,0 1,0-1,-1 1,1-1,0 0,1 1,0 0,0 0,0-1,0 1,0 0,0-1,1 1,-1-1,0 1,0-1,0 0,1 0,-1 0,0-1,0 1,1 0,-1-1,0 1,0-1,0 0,0 0,0 0,0 0,0 0,0 0,0 0,0-1,0 1,-1-1,1 1,-1-1,1 0,-1 0,0 1,1-2,-3 1,0 1,0-1,0 0,0 0,0 1,0-1,0 0,0 1,-1-1,1 1,-1 0,1-1,-1 1,0 0,1 0,-1 0,0 0,0 0,0 0,1 1,-1-1,0 1,0-1,0 1,0 0,0-1,0 1,0 0,0 0,0 1,0-1,0 0,0 1,0-1,0 1,0 0,0-1,0 1,-1 1,2-2,0 1,0-1,0 1,0 0,0-1,0 1,1 0,-1-1,0 1,0 0,1 0,-1 0,0 0,1 0,-1 0,1 0,-1 0,1 0,-1 0,1 0,0 0,0 0,-1 0,1 0,0 0,0 0,0 0,0 0,0 1,1-1,-1 0,0 0,0 0,1 0,-1 0,0 0,1 0,-1 0,1 0,0 0,-1 0,1 0,0-1,-1 1,1 0,0 0,0 0,0-1,0 1,0-1,0 1,0-1,0 1,0-1,0 1,0-1,0 0,0 0,0 1,0-1,0 0,0 0,0 0,0 0,1 0,-1 0,0-1,0 1,1 0,0 0,0 0,-1 0,1-1,0 1,0 0,0-1,-1 0,1 1,0-1,-1 0,1 0,0 0,-1 0,1 0,-1 0,0 0,1-1,-1 1,0 0,0-1,0 1,0-1,0 0,0 1,0-1,0 0,-1 1,1-1,-1 0,1 0,-1 1,0-1,1 0,-1 0,0 0,0 0,-1 1,1-1,0 0,-1 0,1 0,-1 1,1-1,-1 0,0 0,0 0,-22 0,6 10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1:01.0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1148,'9'11,"12"9,14 9,13 7,8 7,8 5,0 3,-5 0,-6-2,-7-5,-10-5,-10-5,-10-8</inkml:trace>
  <inkml:trace contextRef="#ctx0" brushRef="#br0" timeOffset="249.932">441 1041,'-14'0,"-6"7,-5 13,0 15,-1 18,0 12,0 12,0 5,1-2,4-4,5-15</inkml:trace>
  <inkml:trace contextRef="#ctx0" brushRef="#br0" timeOffset="541.151">642 1535,'7'-16,"4"-10,3-7,-1-7,-1-3,-2 0,-3 4,-2 14,-3 22,-1 20,1 20,1 16,2 10,2 3,4 0,6-3,4-6,-2-14</inkml:trace>
  <inkml:trace contextRef="#ctx0" brushRef="#br0" timeOffset="1448.795">1163 680,'-13'18,"-10"18,-5 15,-3 16,5 17,6 14,9 12,13 4,16-1,18-5,16-11,13-12,10-14,5-14,-11-18</inkml:trace>
  <inkml:trace contextRef="#ctx0" brushRef="#br0" timeOffset="3663.674">1377 1041,'4'2,"5"3,6 8,9 6,8 6,9 6,3 7,4 4,1 2,-5 1,-6-1,-8-2,-6-3,-8-6,-6-9</inkml:trace>
  <inkml:trace contextRef="#ctx0" brushRef="#br0" timeOffset="3870.11">1724 1013,'-13'21,"-8"15,-1 14,-3 9,-3 6,-1 1,1-1,4-6,6-12</inkml:trace>
  <inkml:trace contextRef="#ctx0" brushRef="#br0" timeOffset="4179.58">1965 1255,'25'-1,"83"10,-104-9,-1 1,0 1,1-1,-1 0,0 1,0-1,0 1,0 0,0 0,-1 0,1 0,0 1,-1-1,0 1,1 0,-1-1,0 1,-1 0,1 0,0 0,-1 0,0 1,1-1,-2 0,1 1,0-1,0 0,-1 4,0 4,-1 1,0 0,-1-1,0 0,-1 1,0-1,-1 0,0 0,-1-1,0 1,-1-1,-1 1,-32 88,38-97,1 1,-1-1,1 0,0 1,-1-1,1 0,0 1,1-1,-1 0,0 1,1-1,-1 0,1 1,0-1,0 0,0 0,0 0,0 0,0 0,0 0,1 0,-1 0,1 0,-1-1,1 1,0 0,0-1,0 0,0 1,0-1,0 0,0 0,0 0,0 0,1 0,-1-1,2 1,12 1,0-2,0 0,1 0,-1-2,0 0,0-1,0 0,0-1,-1-1,1-1,-1 0,0-1,0-1,37-16</inkml:trace>
  <inkml:trace contextRef="#ctx0" brushRef="#br0" timeOffset="4727.197">1404 826,'-3'0,"5"0,10 0,17-2,18-5,18-2,14-1,10-2,-1 2,-16 2</inkml:trace>
  <inkml:trace contextRef="#ctx0" brushRef="#br0" timeOffset="5452.638">2553 1107,'18'0,"15"0,12-2,6-3,7-1,2-1,0-3,-6-1,-7-1,-12 2</inkml:trace>
  <inkml:trace contextRef="#ctx0" brushRef="#br0" timeOffset="5701.627">2727 907,'0'16,"2"12,1 6,0 1,2 2,0 2,-1 0,-2-1,3-1,-1-6</inkml:trace>
  <inkml:trace contextRef="#ctx0" brushRef="#br0" timeOffset="6134.501">3128 733,'16'5,"14"5,12 7,9 6,8 7,5 4,1 2,-2-2,-5-1,-7-2,-10-6,-10-5,-8-7,-8-4</inkml:trace>
  <inkml:trace contextRef="#ctx0" brushRef="#br0" timeOffset="6390.78">3677 639,'-19'0,"-12"5,-8 8,-4 9,0 11,4 13,6 6,8 7,9 2,7-3,9-6,5-13</inkml:trace>
  <inkml:trace contextRef="#ctx0" brushRef="#br0" timeOffset="6663.152">3904 947,'-4'7,"-29"65,32-70,1 0,-1 0,1 0,0 1,0-1,0 0,0 0,0 0,0 0,0 0,1 0,-1 0,1 0,-1 0,1 0,0 0,0 0,-1-1,2 1,-1 0,0 0,0-1,0 1,1-1,-1 1,1-1,-1 1,1-1,0 0,-1 0,1 0,0 0,0 0,0 0,0-1,7 3,0-2,-1 1,1-1,0 0,0-1,0 0,0-1,0 0,0 0,0-1,0 0,-1 0,1-1,-1 0,0-1,0 0,0 0,0-1,-1 0,1 0,-1-1,1 0,-6 3,1 1,0 0,-1-1,0 0,1 1,-1-1,0 0,0 0,-1 0,1 0,-1-1,1 1,-1 0,0-1,0 1,-1-1,1 1,-1-1,1 1,-1-1,0 1,-1-1,1 1,0-1,-1 1,0-1,0 1,0 0,0-1,-1 1,1 0,-1 0,0 0,0 0,0 0,0 0,0 0,-1 1,1-1,-1 1,0 0,0 0,1 0,-2 0,1 0,0 0,-2 0,-2 0,1 0,0 0,-1 1,1 0,-1 0,0 0,1 1,-1 0,0 0,1 1,-1 0,0 0,1 0,-1 1,1 0,0 0,0 1,0 0,0 0,0 0,0 1,1 0,0 0,-1 0,-14 14</inkml:trace>
  <inkml:trace contextRef="#ctx0" brushRef="#br0" timeOffset="6962.089">4171 212,'9'16,"10"14,13 11,12 10,13 11,8 7,1 6,-5 6,-9 3,-13 4,-18-1,-21 2,-25-1,-25-4,-22-8,3-15</inkml:trace>
  <inkml:trace contextRef="#ctx0" brushRef="#br0" timeOffset="7482.79">4826 466,'15'0,"18"0,16-3,14-2,9-3,-1-3,-11 2</inkml:trace>
  <inkml:trace contextRef="#ctx0" brushRef="#br0" timeOffset="7756.675">4986 680,'23'4,"21"0,19-3,12-5,7-5,2-7,-15 1</inkml:trace>
  <inkml:trace contextRef="#ctx0" brushRef="#br0" timeOffset="8403.629">5628 64,'15'16,"1"0,0-2,1 0,0-1,2 0,-1-2,1 0,1-1,0-1,0-1,1-1,0 0,9 0,12 6,1-2,0-2,1-2,11 0,-51-6,-1-1,1 1,-1-1,1 0,-1 0,0 0,1 0,-1-1,1 1,-1-1,1 0,-1 0,0 0,0-1,1 1,-1-1,0 1,0-1,-1 0,1 0,0-1,-1 1,1 0,-1-1,0 0,1 1,-1-1,-1 0,1 0,0 0,-1 0,1-1,0-2,4-17,0-1,-1-1,-2 1,0-1,-2 0,-1-18,-7 20,-7 33,10 0,1 0,1 0,0 1,0-1,1 0,0 1,1-1,0 0,1 1,0-1,0 1,1-1,3 6,48 130,99 140,-67-134,-70-126,-2 0,0 1,-2 0,-1 1,-2 0,1 7,-8-32,0 1,0-1,-1 1,1 0,-1-1,0 1,0 0,0-1,-1 1,1 0,-1-1,0 1,0-1,0 1,-1-1,1 0,-1 1,0-1,0 0,0 0,0 0,0 0,-1 0,1-1,-1 1,0-1,0 0,0 0,0 0,0 0,-2 1,-10 2,-2-1,1 0,0-1,-1-1,1-1,-1 0,0-1,1-1,-1 0,1-1,-1-1,1-1,0 0,0-1,1-1,-7-3,7 4,1-1,0 0,0-1,1 0,0-1,0-1,0 0,1 0,1-2,0 1,0-1,1-1,0 0,1-1,1 1,-2-5,8 13,0 0,1 0,0 0,0 0,0-1,0 1,1 0,0-1,0 1,0 0,0-1,1 1,-1 0,1 0,0-1,0 1,1 0,-1 0,1 0,0 0,0 0,1 1,-1-1,1 1,-1-1,1 1,0 0,0 0,2-1,19-14,0 0,2 2,-1 1,2 1,0 1,1 1,17-4,273-92,-266 87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0:06.3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366 535,'14'21,"11"15,9 14,6 8,7 10,2 3,1 0,-1-4,-3-7,-7-3,-6-8,-7-7,-8-11</inkml:trace>
  <inkml:trace contextRef="#ctx0" brushRef="#br0" timeOffset="1620.452">741 669,'5'-18,"3"-9,1-3,1 0,-2 3,-1 11,-5 15,-9 17,-11 19,-13 20,-13 16,-12 14,-9 9,-4 2,3-2,6-10,12-19</inkml:trace>
  <inkml:trace contextRef="#ctx0" brushRef="#br0" timeOffset="2104.772">1062 1310,'-1'-25,"2"-1,1 0,1 0,1 0,2 1,0 0,1 0,2 0,1 1,0 1,6-7,-6 5,9-13,-15 41,0 108,-6-67,3 1,2-1,1 1,3-1,1-1,2 1,3-2,4 10,4-5</inkml:trace>
  <inkml:trace contextRef="#ctx0" brushRef="#br0" timeOffset="4266.041">1797 896,'58'12,"336"-6,-72 2,-165-7,128 17,-113 2,168-4,171-8,-365-2,17 1,113 21,-129-10,93-4,-91-7,214 6,36 22,-174-16,1-10,44-12,-64 2,2420 1,-1739 28,-88-21,-257-2,-510-10,-23-1</inkml:trace>
  <inkml:trace contextRef="#ctx0" brushRef="#br0" timeOffset="5846.867">11783 749,'3'1,"-1"1,0 0,0 1,0-1,-1 0,1 0,0 1,-1-1,1 1,-1 0,0-1,0 1,0 0,0-1,-1 1,1 0,-1 3,2 1,9 54,-3 0,-2 0,-3 1,-3 21,1-8,37 539,-1-31,-37-518,0-65,0 0,0 0,-1-1,1 1,0 0,0 0,0 0,-1-1,1 1,0 0,0 0,0 0,-1-1,1 1,0 0,0 0,-1 0,1 0,0 0,0 0,-1 0,1 0,0 0,-1 0,1 0,0 0,0 0,-1 0,1 0,0 0,0 0,-1 0,1 0,0 0,-1 0,1 0,0 0,0 1,-1-1,1 0,0 0,0 0,0 0,-1 1,1-1,0 0,0 0,0 0,0 1,-1-1,1 0,0 0,0 1,0-1,0 0,0 1,0-1,0 0,0 0,0 1,0-1,0 0,0 0,0 1,0-1,0 0,0 1,-8-12</inkml:trace>
  <inkml:trace contextRef="#ctx0" brushRef="#br0" timeOffset="7370.4">11864 615,'109'0,"0"5,0 5,27 9,-70-8,0 3,0 2,-2 4,-1 2,0 3,-2 3,-1 2,-1 3,37 29,-51-26,-1 1,-3 3,-1 1,-2 2,-1 2,-3 1,-2 2,4 10,-22-31,-2 0,-1 1,-1 0,-1 0,-1 1,-2 0,-1 1,-1 0,-2-1,-1 1,-1 9,-3 16,-2 1,-3-1,-2 0,-2 0,-12 30,-3-6,-3 0,-4-3,-3-1,-3-1,-3-2,-49 60,70-102,-2-1,-1-1,-1-1,-1-1,-2-2,0-1,-2-1,0-1,-1-2,-1-1,-1-2,-11 3,-62 13,-2-5,-71 7,-38-14,215-20,1 0,-1 1,1-1,-1 0,1 0,-1 0,1 0,0 0,-1 0,1-1,-1 1,1-1,-1 1,1-1,0 0,-1 0,1 0,0-1,0 1,0 0,0-1,0 1,0-1,-1-1,-3-8</inkml:trace>
  <inkml:trace contextRef="#ctx0" brushRef="#br0" timeOffset="7862.589">11837 2313,'10'447,"-4"-305,-3-131</inkml:trace>
  <inkml:trace contextRef="#ctx0" brushRef="#br0" timeOffset="8824.73">13495 1645,'158'12,"482"-2,265 43,-784-38,-106-8,-22-3,-24 0,-7-1</inkml:trace>
  <inkml:trace contextRef="#ctx0" brushRef="#br0" timeOffset="14424.864">11811 2367,'-38'13,"-5"-3,0-3,0-1,0-3,-1-1,1-2,-1-2,1-2,0-2,-9-3,-345-76,258 52,134 32,-34-5,38 6,1 0,-1 0,0 0,1 0,-1 0,0 0,0 0,1 0,-1 1,0-1,1 0,-1 0,1 1,-1-1,0 0,1 1,-1-1,1 0,-1 1,1-1,-1 1,1-1,-1 1,1-1,-1 1,1 0,0-1,-1 1,1-1,0 1,0 0,-1-1,1 1,0 0,0-1,0 1,0 0,0 0,0-1,0 1,0 0,0-1,0 1,0 0,0-1,1 1,-1 0,31 76,13 120,-20-51,-6 1,-6 1,-7 65,2 20,19 97,-10-164,-6 1,-8 0,-8 13,-31 92,37-270,-4 26,4-28,0 1,0-1,-1 1,1-1,0 1,-1-1,1 0,-1 1,1-1,0 0,-1 0,1 1,-1-1,1 0,-1 0,1 1,-1-1,1 0,-1 0,1 0,-1 0,1 0,-1 0,1 0,-1 0,1 0,-1 0,1 0,-1 0,1 0,-1-1,1 1,-1 0,1 0,-1 0,1-1,-1 1,1 0,-1-1,1 1,0 0,-1-1,1 1,0 0,-1-1,1 1,0-1,0 1,-1-1,1 1,-6-4,0 1,0-1,0 2,0-1,-1 1,1 0,-1 0,0 1,1 0,-1 0,0 0,0 1,0 0,-5 1,-22-2,-1153-63,-16-12,1048 71,140 10,14-2</inkml:trace>
  <inkml:trace contextRef="#ctx0" brushRef="#br0" timeOffset="19733.861">4645 3703,'25'2,"-1"0,1 2,-1 0,1 2,-2 1,1 0,-1 2,0 1,-1 0,0 2,0 1,-1 0,12 12,-13-5,-2 0,0 1,-1 1,-1 0,-1 1,-1 1,-2 1,0 0,-1 0,0 7,8 28,-3 1,-2 0,5 60,-10-43,-4 0,-3 0,-3 1,-4-1,-3 0,-16 65,12-91,-2 0,-3 0,-1-2,-3 0,-2-1,-2-2,-2 0,-2-2,-2-1,-15 14,27-35,-1-2,-1-1,-1 0,-1-2,-19 13,36-28,1 1,-1 0,0-1,0 0,-1-1,1 0,0 1,-1-2,0 1,1-1,-1 0,0 0,1-1,-7 0,-19-9</inkml:trace>
  <inkml:trace contextRef="#ctx0" brushRef="#br0" timeOffset="20710.018">4806 3731,'11'-3,"1"0,0 1,0 1,1 0,-1 1,0 0,0 1,9 1,-1 0,187 12,-1 9,0 9,-3 9,45 22,-119-23,-2 6,-2 5,-2 5,-4 6,-1 4,96 75,-96-38,-117-102,0-1,0 1,-1-1,1 0,0 1,0-1,-1 1,1-1,0 1,0 0,-1-1,1 1,-1 0,1 0,-1-1,1 1,-1 0,1 0,-1 0,1-1,-1 1,0 0,0 0,1 0,-1 0,0 0,0 0,0 0,0 0,0 0,0 0,0-1,-1 1,1 0,0 0,0 0,-1 0,1 0,0 0,-1-1,1 1,-1 0,0 0,-10 1</inkml:trace>
  <inkml:trace contextRef="#ctx0" brushRef="#br0" timeOffset="22531.741">4752 5723,'53'5,"1"-2,-1-2,0-3,1-2,-1-2,22-7,74-21,87-33,-19-1,162-76,-307 112,-2-4,-1-2,-1-4,-3-2,-2-3,57-55,-49 32,-4-3,33-47,-93 112,-1-1,0 1,0-2,-1 1,0 0,-1-1,0 0,0 0,-1-1,-1 1,1-3,-2 8,1 0,0 0,0 0,1 0,-1 0,1 0,0 1,1-1,-1 1,1 0,-1 0,1 0,1 0,-1 1,1-1,27-28,-30 29,-1 1,1-1,0 1,0 0,-1-1,2 1,-1 0,0 0,0 0,1 1,-1-1,1 0,-1 1,1 0,0 0,-1-1,1 2,0-1,0 0,0 0,0 1,0 0,0 0,0-1,0 2,0-1,0 0,0 1,1 0,297 22,0 0,453 23,-575-36,-173-9</inkml:trace>
  <inkml:trace contextRef="#ctx0" brushRef="#br0" timeOffset="30949.771">33 3570,'-9'-16,"-3"-3,2 9,9 12,10 16,13 13,12 13,9 11,6 4,5 2,-1-1,-5-3,-5-5,-9-9,-7-9,-8-11</inkml:trace>
  <inkml:trace contextRef="#ctx0" brushRef="#br0" timeOffset="31211.067">366 3503,'-15'9,"-13"17,-11 20,-7 17,-3 17,1 11,0 3,7-5,11-18</inkml:trace>
  <inkml:trace contextRef="#ctx0" brushRef="#br0" timeOffset="31540.003">554 3984,'12'-3,"-1"1,1 0,0 0,-1 1,1 0,0 1,0 1,0 0,-1 0,1 1,0 1,-1 0,0 0,0 1,0 1,0 0,0 0,7 6,-15-8,1 2,-1-1,0 0,0 1,0-1,-1 1,0 0,1 0,-2 0,1 0,0 0,-1 0,0 1,-1-1,1 0,-1 1,0-1,0 0,0 1,-1-1,0 0,0 1,0-1,-1 0,-1 4,-6 13,0 0,-1-1,-1 0,-1 0,-3 2,-59 98,74-120,-1 0,0 0,0 1,1-1,-1 0,1 1,-1-1,1 0,0 1,-1-1,1 1,0-1,0 0,0 1,0-1,0 1,0-1,0 0,1 1,-1-1,0 1,1-1,-1 0,1 1,0-1,-1 0,1 0,0 1,0-1,-1 0,1 0,0 0,0 0,1 0,-1 0,0 0,0-1,0 1,0 0,1-1,-1 1,0-1,1 1,-1-1,0 1,1-1,-1 0,1 0,-1 0,1 0,-1 0,1 0,108-11,-43-4</inkml:trace>
  <inkml:trace contextRef="#ctx0" brushRef="#br0" timeOffset="31982.076">1557 3944,'4'0,"9"0,13 0,14 0,13 0,14 0,12 2,5 1,1 0,-4-1,-3 0,-9-1,-16-1</inkml:trace>
  <inkml:trace contextRef="#ctx0" brushRef="#br0" timeOffset="32742.403">2252 3650,'0'705,"0"-1373,-1 653,2-7,-2 0,-1 0,0 0,-2 0,-3-10,1 26,10 30,3-11,1 0,0 0,1-1,1 0,0-1,1 0,0-1,0 0,1-1,0 0,1 0,0-2,3 2,327 167,-329-167,-1 1,0 0,-1 0,0 1,0 1,-1 0,5 8,-13-17,0 1,0 0,-1 0,1 1,-1-1,0 1,0-1,0 1,-1 0,1-1,-1 1,-1 0,1 0,0 0,-1 0,0 0,0 0,-1 0,0 0,1 0,-2-1,1 1,0 0,-1 0,0-1,-1 3,-6 3,0 0,-1 0,0-1,0 0,-1-1,0 0,-1-1,0 0,0-1,0-1,0 1,-1-2,-11 3,3 1,-106 38,-119 52,194-65,52-33,0 1,0-1,0 0,-1 1,1-1,0 1,0-1,0 1,0-1,0 0,0 1,0-1,0 1,0-1,0 1,0-1,0 0,1 1,-1-1,0 1,0-1,0 0,0 1,1-1,-1 0,0 1,0-1,1 0,-1 1,0-1,1 0,-1 1,0-1,1 0,-1 0,0 0,1 1,-1-1,1 0,-1 0,0 0,1 0,-1 0,1 0,-1 0,1 0,-1 0,0 0,1 0,-1 0,1 0,-1 0,1 0,-1 0,0 0,1 0,-1-1,1 1,-1 0,22 0</inkml:trace>
  <inkml:trace contextRef="#ctx0" brushRef="#br0" timeOffset="33203.242">2974 3931,'-3'9,"0"-1,1 1,1 0,0 0,0 1,0-1,1 0,1 0,0 0,0 0,0 0,1 0,1 0,-1 0,2-1,-1 1,1-1,0 0,1 0,0 0,0-1,0 1,1-1,1-1,-1 1,1-1,0 1,3-2,0 1,0-2,0 1,1-1,-1-1,1 0,0 0,0-1,0 0,0-1,1-1,-1 1,0-2,0 0,0 0,0-1,-3 1,-1-1,0 0,0 0,0-1,0 1,0-2,-1 1,1-1,-1 0,0 0,0-1,0 0,-1 0,0 0,0 0,0-1,0 0,-1 0,0-1,-1 1,1-1,-1 1,0-1,0-3,-1 2,0-1,-1 1,0-1,0 0,-1 1,0-1,-1 0,0 1,0-1,-1 0,0 1,0-1,-1 1,0 0,-1 0,0 0,0 1,0-1,-1 1,0 0,-1 0,0 0,0 1,0 0,0 0,-1 1,0 0,0 0,-1 0,0 1,1 0,-1 1,-1 0,1 0,0 0,-1 1,1 1,-1-1,1 1,-1 1,0 0,0 0,1 0,-1 1,-1 1,2-1,0 1,0 1,0-1,1 1,-1 1,1-1,0 1,0 1,0-1,0 1,1 0,-1 1,2-1,-1 1,0 0,1 1,0 0,1-1,0 1,0 1,0-1,1 1,-1 0,-7 31</inkml:trace>
  <inkml:trace contextRef="#ctx0" brushRef="#br0" timeOffset="34058.613">3441 4105,'777'31,"-668"-28,123 5,202 34,-357-27,-74-10,-14-2</inkml:trace>
  <inkml:trace contextRef="#ctx0" brushRef="#br0" timeOffset="37704.75">3789 3236,'0'-3,"0"3,2 4,6 10,3 10,5 11,4 11,3 6,2 4,-1-1,1-3,-3-5,-4-8,-6-9</inkml:trace>
  <inkml:trace contextRef="#ctx0" brushRef="#br0" timeOffset="37953.246">3963 3276,'-2'-2,"-1"3,0 7,-2 8,-4 13,-8 13,-7 11,-7 7,-3 8,0 1,4-5,7-12</inkml:trace>
  <inkml:trace contextRef="#ctx0" brushRef="#br0" timeOffset="38360.295">4096 3637,'4'-1,"3"-3,0 2,0-1,-1 1,1 0,1 0,-1 1,0 0,0 0,0 1,1-1,-1 2,0-1,0 1,1 0,-1 1,0 0,0 0,0 0,-1 1,1 0,0 0,4 4,-9-5,0 1,-1-1,1 1,-1-1,0 1,0 0,0-1,0 1,0 0,-1 0,1 0,-1 0,0-1,0 1,0 0,0 0,0 0,-1 0,1 0,-1 0,0-1,0 1,0 0,0-1,-1 2,-40 62,-48 39,90-104,0 0,0 0,1 0,-1-1,0 1,0 0,0 0,1 0,-1 0,1 0,-1 0,0 0,1 0,0-1,-1 1,1 0,-1 0,1-1,0 1,-1 0,1-1,0 1,0-1,0 1,0-1,-1 1,1-1,0 0,0 1,0-1,0 0,0 0,0 0,0 0,0 1,0-1,0 0,0-1,0 1,0 0,0 0,-1 0,1-1,0 1,0 0,0-1,0 1,0-1,0 1,-1-1,1 1,0-1,171-41,-134 31</inkml:trace>
  <inkml:trace contextRef="#ctx0" brushRef="#br0" timeOffset="38672.003">3696 2915,'16'-2,"21"-1,25 0,26-2,22-2,10-2,-2-2,-21 1</inkml:trace>
  <inkml:trace contextRef="#ctx0" brushRef="#br0" timeOffset="41560.306">5032 5201,'-35'0,"-270"-1,-107-22,91-6,237 42,82-12,-1 0,1 0,0 0,0 0,-1 1,1-1,0 1,0 0,1 0,-1-1,0 1,0 0,1 1,-1-1,1 0,0 0,0 1,0-1,0 0,0 1,0-1,1 1,-1-1,1 1,0 0,-1-1,1 1,0-1,1 1,-1 2,31 87,24 97,-8 2,-8 2,-3 42,1 94,-48-239,9-87,1 0,0 0,-1 0,1 0,-1-1,0 1,0-1,0 1,0-1,-1 0,1 0,-1 1,1-2,-1 1,1 0,-1-1,0 1,0-1,0 0,0 0,0 0,0 0,0 0,-1-1,1 1,0-1,0 0,-114-19,83 11,-102-17,-2 7,0 6,0 6,-1 6,-84 13,-741 91,488-97,474-7,-26-3,28 3,-1 0,1-1,-1 1,1 0,0-1,-1 1,1 0,0-1,0 1,-1-1,1 1,0 0,0-1,-1 1,1-1,0 1,0-1,0 1,0-1,0 1,0-1,0 1,0-1,0 1,0-1,0 1,0-1,0 1,0-1,0 1,0-1,1 1,-1 0,0-1,0 1,0-1,1 1,-1-1,0 1,1 0,-1-1,0 1,1 0,-1-1,1 1,-1 0,0 0,1-1,-1 1,1 0,8-11</inkml:trace>
  <inkml:trace contextRef="#ctx0" brushRef="#br0" timeOffset="42130.496">20 5976,'13'5,"14"5,12 11,8 11,4 11,4 10,1 4,-2 5,-6-2,-4-2,-7-6,-8-8,-6-8,-8-11</inkml:trace>
  <inkml:trace contextRef="#ctx0" brushRef="#br0" timeOffset="42348.178">540 5909,'-11'16,"-13"22,-14 19,-12 21,-10 15,-7 13,-2 4,8-6,11-11,14-22</inkml:trace>
  <inkml:trace contextRef="#ctx0" brushRef="#br0" timeOffset="42668.918">754 6645,'0'4,"-1"0,0 0,1 0,0 0,0 0,0-1,0 1,1 0,-1 0,1 0,0 0,0 0,1-1,-1 1,1 0,-1-1,1 0,0 1,1-1,-1 0,1 0,-1 0,1 0,0 0,0-1,0 1,0-1,1 0,-1 0,0 0,1 0,0-1,-1 0,1 1,0-1,0 0,0-1,-1 1,1-1,0 0,0 0,0 0,2 0,5-3,0 0,0-1,0 0,0-1,-1 0,1 0,-1-1,-1-1,1 0,-1 0,0-1,-1 0,0 0,0-1,-1 0,0 0,0-1,2-5,-6 10,-1 1,0-1,0 0,0 1,0-1,-1 0,0 0,0 0,0 0,-1-1,1 1,-1 0,0 0,-1 0,1 0,-1 0,0-1,-1 1,1 1,-1-1,0 0,0 0,0 1,-1-1,0 1,0-1,0 1,0 0,0 0,-1 1,0-1,-2-1,-1-1,-1 1,0 0,0 1,-1-1,1 2,-1-1,0 1,0 0,0 1,0 0,0 1,-1-1,1 2,0-1,-1 2,1-1,0 1,-1 0,1 1,0 0,0 1,-14 4,1 1,0 1,1 0,0 2,0 1,1 0,-13 12,-35 30</inkml:trace>
  <inkml:trace contextRef="#ctx0" brushRef="#br0" timeOffset="44844.282">8401 5201,'5'14,"5"15,7 19,8 22,10 22,8 20,7 18,6 12,-2 8,-3-3,-12-25</inkml:trace>
  <inkml:trace contextRef="#ctx0" brushRef="#br0" timeOffset="45574.734">8321 5268,'-41'363,"47"-690,-6 323,0 1,0-1,0 0,1 1,-1-1,1 1,0-1,0 1,0-1,0 1,1-1,-1 1,1 0,0 0,0 0,0 0,0 0,1 0,-1 1,1-1,0 1,-1-1,1 1,0 0,0 0,1 1,-1-1,0 0,0 1,1 0,-1 0,1 0,1 0,9-1,1 1,-1 0,1 1,0 0,-1 1,1 1,-1 0,0 1,1 1,-1 0,-1 1,1 1,-1 0,0 0,0 1,0 1,-1 0,-1 1,1 0,-1 1,-1 0,0 1,-1 0,1 1,-2 0,0 0,-1 0,0 1,0 0,-2 1,1 0,-2 0,3 10,-7-20,1 0,0 0,-1 0,0 0,0 0,0 0,-1-1,1 1,-1 0,0 0,0 0,0 0,-1-1,1 1,-1 0,0-1,0 0,0 1,0-1,-1 0,1 0,-1 0,0 0,0-1,0 1,0-1,0 0,0 0,-1 0,1 0,-1 0,0-1,1 1,-1-1,0 0,-1 0,-121 13,110-14,0 0,0 1,0 1,0 0,0 1,0 1,1 0,-1 1,1 1,0 1,-13 7,4 5</inkml:trace>
  <inkml:trace contextRef="#ctx0" brushRef="#br0" timeOffset="46231.972">9217 6698,'16'13,"14"15,11 11,9 10,5 8,4 4,-2 2,-3 0,-7-4,-12-7,-11-9,-10-10</inkml:trace>
  <inkml:trace contextRef="#ctx0" brushRef="#br0" timeOffset="46480.341">9551 6698,'-18'11,"-11"14,-7 15,-2 13,-1 10,1 7,5 2,6-4,5-7,6-14</inkml:trace>
  <inkml:trace contextRef="#ctx0" brushRef="#br0" timeOffset="47059.792">9912 7206,'174'-36,"-172"35,0 0,0 1,0-1,0 1,0 0,0 0,0 0,0 0,0 0,0 0,0 0,0 1,0-1,0 1,0-1,0 1,-1 0,1 0,0 0,0 0,-1 0,1 0,0 0,-1 0,1 1,-1-1,0 1,1-1,-1 1,0-1,0 1,0 0,0 0,0 0,0-1,-1 1,1 0,-1 0,1 0,-1 0,0 0,1 0,-1 0,0 2,-4 12,1 0,-2 0,0 0,-1 0,-1-1,0 0,-1 0,-6 7,-18 38,26-47,2-6,0 0,1 0,0 1,0 0,1-1,0 1,0 0,0 0,1 1,1-1,-1 2,2-8,-1 0,1 0,0-1,0 1,-1 0,1 0,0 0,1-1,-1 1,0 0,0-1,1 1,-1-1,1 1,-1-1,1 0,0 0,-1 0,1 0,0 0,0 0,0 0,0-1,-1 1,1 0,0-1,0 0,0 1,0-1,1 0,-1 0,68-2,-68 1,37-5,-1-2,0-1,0-2,0-2,17-8</inkml:trace>
  <inkml:trace contextRef="#ctx0" brushRef="#br0" timeOffset="47650.015">9217 6511,'20'-2,"21"-1,17-3,14-1,14 0,9-2,-10 1</inkml:trace>
  <inkml:trace contextRef="#ctx0" brushRef="#br0" timeOffset="48265.634">10420 6979,'9'-3,"8"-2,9-3,11-2,7 0,5 0,4 1,2 3,-5 1,-5 3,-10 1</inkml:trace>
  <inkml:trace contextRef="#ctx0" brushRef="#br0" timeOffset="48540.9">10661 6698,'-3'13,"0"15,1 11,-1 10,2 8,0 4,0 0,1-1,2-4,6-7,3-9,0-12</inkml:trace>
  <inkml:trace contextRef="#ctx0" brushRef="#br0" timeOffset="48980.805">11142 6605,'9'16,"12"11,12 10,9 6,9 5,5 4,1 2,-1-1,-6-4,-7-4,-8-9,-11-7,-9-9</inkml:trace>
  <inkml:trace contextRef="#ctx0" brushRef="#br0" timeOffset="49233.189">11583 6564,'-13'0,"-8"5,-2 10,1 12,2 10,-1 11,2 10,-1 7,-2 6,-1 0,-2-3,2-8,4-15</inkml:trace>
  <inkml:trace contextRef="#ctx0" brushRef="#br0" timeOffset="49568.85">11796 7019,'-4'15,"1"0,0 0,1 0,0 0,1 0,1 1,0-1,1 3,0-13,0 1,0-1,0 0,1 0,-1 0,1 0,0 0,0-1,1 1,0-1,0 1,0-1,0 0,0 0,1 0,0 0,0-1,0 0,0 1,0-2,1 1,0 0,-1-1,1 0,1 1,3-1,0 0,-1 0,1-1,0 0,0-1,0 0,-1 0,1-1,0 0,0 0,-1-1,1 0,0-1,-1 0,0 0,0-1,0 0,0 0,-1-1,1 0,-1 0,0-1,-1 0,1 0,-1 0,-1-1,1 0,-1 0,0-1,-1 1,1-1,-2 0,1 0,-1-1,0 1,-1-1,0 1,0-1,-1 0,0 0,-1 1,0-1,0 0,-1 0,0 0,0-1,-2 5,1-1,-1 1,0 0,0 0,-1 1,1-1,-1 1,0-1,-1 1,1 0,0 1,-1-1,0 1,0 0,0 0,0 0,-1 1,1 0,-1 0,1 0,-1 1,0 0,1 0,-1 0,0 1,0 0,0 0,0 0,1 1,-1 0,0 0,0 0,1 1,-1 0,1 0,-1 0,1 1,0-1,0 1,0 1,-2 1,-28 21,7 0</inkml:trace>
  <inkml:trace contextRef="#ctx0" brushRef="#br0" timeOffset="49862.365">12212 6217,'11'18,"11"20,13 17,11 17,10 15,7 10,-1 10,-6 9,-13 8,-23 5,-30 6,-39 4,-45 5,-6-23</inkml:trace>
  <inkml:trace contextRef="#ctx0" brushRef="#br0" timeOffset="50509.424">8802 6618,'-16'9,"-12"10,-10 15,-6 18,1 19,7 19,12 19,19 15,24 6,30-1,28-6,25-15,-6-26</inkml:trace>
  <inkml:trace contextRef="#ctx0" brushRef="#br0" timeOffset="51730.551">14431 1,'-25'28,"1"2,1 1,2 0,2 2,0 0,2 2,2-1,1 2,2 0,1 1,2-1,2 2,1-1,2 1,1 0,3 4,-3 146,4-106,-4 0,-9 47,11-116,-1 0,-1 0,0 0,-1-1,0 1,-1-1,0 0,-1 0,-6 5</inkml:trace>
  <inkml:trace contextRef="#ctx0" brushRef="#br0" timeOffset="52306.424">14043 843,'0'13,"1"1,0 0,1-1,0 1,1-1,1 0,0 0,1 0,0 0,1-1,0 1,1-2,6 9,26 57,-37-72,1 1,-1-1,1 1,-1 0,0 0,0-1,-1 2,0-1,0 0,0 0,-1 0,0 0,0 0,0 1,-2 4,-11-21,-38-145,-26-84,52 199,24 39,1 1,-1-1,1 1,-1-1,1 1,-1-1,0 1,1 0,-1-1,1 1,-1 0,0 0,1-1,-1 1,0 0,1 0,-1 0,0 0,0 0,1 0,-1 0,0 0,1 0,-1 0,0 0,1 1,-1-1,0 0,1 0,-1 1,0-1,1 0,-1 1,1-1,-1 1,1-1,-1 0,1 1,-1-1,1 1,-1 0,1-1,-1 1,1-1,0 1,0 0,-1-1,1 1,0 0,0-1,0 1,-1 0,1-1,0 1,0 0,0-1,0 1,0 0,1 0,-1-1,0 2,-1 0,1 0,0 0,-1 0,1 0,0 0,0 0,0 0,0 0,0 1,1-1,-1 0,1 0,-1 0,1 0,0 0,0 0,0 0,0 0,0-1,0 1,0 0,1-1,-1 1,0 0,1-1,0 0,-1 1,1-1,0 0,0 0,0 0,-1 0,1 0,0 0,0-1,0 1,1 0,82 7,146-44,-230 35,1 1,-1 0,1-1,-1 1,1 0,-1 0,1 0,-1 0,1 0,0 0,-1 0,1 1,-1-1,0 0,1 1,-1-1,1 1,-1 0,0-1,1 1,-1 0,0 0,0 0,1 0,-1 0,0 0,0 0,0 0,0 1,0-1,-1 0,1 1,0-1,-1 0,1 1,-1-1,1 1,-1-1,1 1,-1-1,0 1,0 0,-1 9,0 0,-1 0,0-1,-1 1,0-1,0 0,-1 0,-1 0,-1 2,-1 3,-115 237,102-218</inkml:trace>
  <inkml:trace contextRef="#ctx0" brushRef="#br0" timeOffset="64660.861">15139 1712,'57'-14,"-40"12,128-7,73 7,-134 2,866 38,-736-25,-213-13,210 13,0-9,88-15,-254 3,-50 1,-5 5</inkml:trace>
  <inkml:trace contextRef="#ctx0" brushRef="#br0" timeOffset="70454.836">16597 3918,'-21'-6,"0"2,-1 0,1 1,0 2,-1 0,1 1,-1 1,1 1,-1 1,1 1,0 1,0 1,-17 7,25-9,0 2,0 0,0 0,1 1,-1 1,2 0,-11 9,19-14,-1 1,0-1,1 1,0 0,0 0,0 0,0 0,1 1,0-1,0 1,0-1,0 1,1 0,-1-1,1 1,1 0,-1 0,1 0,-1 0,1 0,1 0,-1 0,2 5,5 7,1 0,0 0,1-1,1-1,1 1,0-1,1-1,1 0,0-1,1-1,0 0,1 0,8 4,-21-14,259 201,-254-197,0 0,0 0,-1 1,0 0,0 0,-1 0,0 1,0 0,-1 0,1 0,-2 0,1 1,-1-1,-1 1,0 0,1 5,-4-11,0-1,-1 0,1 0,0 0,-1 0,0 0,1 0,-1 0,0-1,0 1,0 0,0-1,0 0,0 1,-1-1,1 0,0 0,-1 0,1-1,-1 1,1-1,-1 1,1-1,-1 0,1 0,-1 0,1 0,-1 0,1 0,-1-1,1 1,-1-1,1 0,-1 0,1 0,-3 1,-193-36,197 36,1-1,0 1,-1-1,1 1,-1 0,1-1,-1 1,1 0,-1 0,0-1,1 1,-1 0,1 0,-1 0,1 0,-1 0,0 0,1 0,-1 0,1 0,-1 0,1 0,-1 0,0 0,1 0,-1 0,1 1,-1-1,1 0,-1 0,1 1,-1-1,1 0,-1 1,1-1,-1 0,1 1,-1-1,1 1,0-1,-1 1,1-1,0 1,-1-1,1 1,0-1,0 1,0-1,-1 1,1 0,0-1,0 1,0-1,0 1,0 0,0-1,0 1,17 9,5-1</inkml:trace>
  <inkml:trace contextRef="#ctx0" brushRef="#br0" timeOffset="71295.7">17050 4412,'-12'-2,"-1"1,1 0,-1 1,1 1,-1 0,1 0,-12 4,20-4,1 0,-1 0,0 0,1 1,0 0,-1 0,1-1,0 2,0-1,0 0,0 1,0-1,1 1,-1 0,1 0,0 0,0 0,0 1,0-1,0 0,1 1,-1-1,1 1,0 0,0-1,0 1,1 0,-1 0,1 0,0-1,0 1,0 0,0 0,1 0,-1-1,1 1,0 0,0 0,0-1,1 1,-1-1,1 1,0-1,0 0,0 0,0 1,1-1,-1-1,1 1,0 0,0-1,0 1,0-1,0 0,0 0,4 1,1 1,0 0,1-1,-1 0,1 0,0-1,0-1,0 1,0-1,0-1,0 1,4-2,0 0,1-1,-1-1,0 0,0-1,0-1,-1 0,1 0,-1-1,-1-1,1 0,-1 0,0-1,-1-1,0 0,0 0,-1-1,1-2,9-11,-1 0,-2-2,0 0,-2 0,-1-2,-1 0,3-10,8-35,-4 0,-3-2,-3 1,-3-2,-3 1,-4-1,-3-8,0 69,1 6,-1 0,1 1,-2-1,1 0,-1 0,0 0,-1 1,1-1,-2 1,1-1,-1 1,0 0,-1 0,-2-5,5 11,-1 0,1-1,0 1,0 0,-1 0,1 0,-1 0,1 0,-1 1,1-1,-1 0,0 1,1-1,-1 1,0 0,1-1,-1 1,0 0,1 0,-1 0,0 0,0 0,1 1,-1-1,0 0,1 1,-1-1,0 1,1 0,-1-1,1 1,-1 0,1 0,-1 0,1 1,-43 47,38-34,0 0,0 0,2 1,0-1,0 1,2 0,0 0,0 0,2 0,0 0,1 0,1 6,5 26,2-1,2 0,10 23,37 104,-25-83,-4 2,10 67,-35-140,-3-20,-1 0,1-1,0 1,0 0,0-1,-1 1,1 0,0-1,-1 1,1-1,0 1,0-1,-1 1,1-1,-1 1,1-1,-1 0,1 1,-1-1,1 0,-1 1,1-1,-1 0,0 0,0 0,1 1,-1-1,0 0,0 0,0 0,0 0,0 1,0-1,0 0,0 0,0 0,0 0,1-1,6-21,2 1,0 1,1 0,2 0,0 1,1 1,2-3,-14 21,-1-1,1 1,0 0,0-1,-1 1,1 0,0-1,0 1,0 0,0 0,0 0,0 0,1 0,-1 0,0 0,0 0,1 0,-1 1,1-1,-1 1,1-1,-1 1,1-1,-1 1,1 0,-1 0,1-1,-1 1,1 0,-1 1,1-1,-1 0,1 0,-1 1,1-1,-1 1,1-1,-1 1,1-1,-1 1,0 0,1 0,-1 0,0 0,0 0,0 0,0 0,0 0,0 0,0 1,0-1,1 1,22 92,-24-86,0 0,1 0,0-1,0 1,1 0,0-1,0 0,1 1,0-1,0 0,1 0,-1 0,2-1,-1 0,1 1,0-1,0-1,0 1,1-1,0 0,0 0,1-1,2 2,1-4,0 0,0-1,0 0,0 0,0-1,0-1,0 1,0-2,0 0,0 0,0 0,-1-1,1-1,-1 0,0 0,0-1,0 0,0 0,-1-1,0 0,0 0,-1-1,0 0,0-1,4-6,-2 5,-1-1,0 0,-1 0,0 0,-1-1,0 0,-1-1,0 1,-1-1,0 0,-1 0,0-1,-1 1,0-1,0-11,-2 24,0-1,1 0,-1 0,0 0,1 0,-1 1,0-1,0 0,0 0,0 0,0 0,0 0,0 1,0-1,0 0,0 0,0 0,-1 0,1 0,0 1,-1-1,1 0,0 0,-1 1,1-1,-1 0,1 0,-1 1,0-1,1 1,-1-1,0 0,1 1,-1-1,0 1,0 0,1-1,-1 1,0 0,0-1,0 1,1 0,-1 0,0-1,0 1,0 0,0 0,0 0,0 0,1 0,-1 1,0-1,0 0,0 0,0 1,1-1,-1 0,0 1,0-1,0 0,1 1,-1-1,0 1,1 0,-1-1,0 1,0 0,-1 2,1 1,-1-1,0 0,1 1,0-1,0 1,0 0,0-1,0 1,1 0,-1 0,1-1,0 1,1 0,-1 0,0-1,1 1,0 0,0-1,0 1,0-1,1 1,0-1,-1 1,1-1,0 0,0 0,1 0,-1 0,1 0,-1-1,1 1,0-1,0 1,1-1,12 7</inkml:trace>
  <inkml:trace contextRef="#ctx0" brushRef="#br0" timeOffset="72102.141">18107 4386,'8'-15,"-1"1,-1-1,0 0,-1 0,0-1,-1 1,0-9,-4 22,-1-1,1 1,-1 0,1 0,-1 0,0 0,1 0,-1 0,0 0,-1 0,1 0,0 0,0 1,-1-1,1 0,-1 1,0-1,1 1,-1 0,0-1,0 1,0 0,0 0,0 0,0 1,0-1,0 0,0 1,0-1,0 1,0 0,-1-1,1 1,0 0,0 1,0-1,-1 0,1 0,0 1,0 0,0-1,0 1,0 0,0 0,0 0,0 0,0 0,0 1,1-1,-1 0,0 1,1-1,-1 1,1 0,0 0,-6 3,1 1,1 0,-1 0,1 0,0 1,0 0,1 0,0 0,0 0,1 1,0 0,0-1,1 1,0 0,0 1,1-1,0 0,0 0,1 0,0 1,1-1,0 0,0 0,1 0,-1 1,2-2,-1 1,1 0,1 0,-1-1,1 0,0 0,1 0,0 0,0-1,0 1,4 1,2 0,1 0,0-1,1-1,0 0,0-1,0 0,0-1,1 0,0-1,0-1,0 0,0-1,0-1,0 0,0 0,0-2,0 0,0 0,-1-1,1-1,-1 0,0-1,5-3,12-9</inkml:trace>
  <inkml:trace contextRef="#ctx0" brushRef="#br0" timeOffset="73100.352">18575 4252,'0'21,"-2"-5,1 1,0-1,2 1,-1-1,2 1,0-1,2 0,-1 0,2 0,0 0,1-1,0 1,2-2,-1 1,2-1,5 7,-12-19,0 0,0 0,1 0,-1 0,1-1,-1 1,1-1,0 1,0-1,0 0,-1 0,1 0,0-1,0 1,0-1,0 1,1-1,-1 0,0 0,0 0,0-1,0 1,0-1,0 0,0 0,0 0,-1 0,1 0,0-1,0 1,-1-1,2 0,4-4,0 0,-1 0,0 0,0-1,0 0,-1-1,0 1,-1-1,5-8,-4 3,0 1,-1-1,0 0,-1 0,0 0,-1-1,-1 1,0-1,-1-6,-3-1,2 22,0-1,0 0,0 0,0 1,0-1,0 0,0 0,-1 1,1-1,0 0,0 0,0 0,0 1,0-1,0 0,-1 0,1 0,0 1,0-1,0 0,0 0,-1 0,1 0,0 0,0 0,-1 1,1-1,0 0,0 0,0 0,-1 0,1 0,0 0,0 0,-1 0,1 0,0 0,0 0,-1 0,1 0,0 0,0 0,-1 0,1 0,0-1,0 1,0 0,-1 0,1 0,0 0,0 0,0 0,-1-1,1 1,0 0,0 0,0 0,0-1,0 1,-1 0,1 0,0 0,0-1,0 1,0 0,-3 5,0 0,0 0,0 1,1-1,0 1,0 0,0-1,1 1,0 0,0 0,0 0,1 0,0 0,0 0,0 0,1 0,0 0,0 0,1 0,0-1,0 1,0 0,0-1,1 0,0 1,0-1,1 0,-1 0,1-1,0 1,0-1,1 0,-1 0,1 0,0-1,0 1,0-1,3 1,0-2,0 1,0-1,0-1,0 0,1 0,-1 0,1-1,-1 0,0-1,1 0,-1 0,0-1,0 0,0 0,0-1,0 0,0 0,-1-1,1 0,-1-1,0 1,0-1,-1 0,0-1,1 0,-2 0,1 0,-1-1,0 0,0 0,-1 0,0 0,0-1,-1 0,0 1,0-1,1-8,-4-43,-1 59,0 0,0 0,0 0,0 0,0 0,0 0,0 0,1 0,-1 1,0-1,0 0,0 1,0-1,0 0,0 1,1-1,-1 1,0 0,0-1,1 1,-1 0,0-1,1 1,-1 0,1 0,-1-1,1 1,-1 0,1 0,0 0,-1 0,1 0,0 0,0-1,0 1,-1 1,-1 2,0 0,-1 1,2-1,-1 1,0-1,1 1,0 0,0 0,0 0,1-1,-1 1,1 0,1 0,-1 0,0 0,1 0,0-1,0 1,1 0,-1-1,1 1,0-1,0 1,1-1,-1 0,1 0,0 0,0 0,0 0,2 0,8 2,1 0,0 0,1-2,-1 0,1 0,0-2,0 0,0 0,0-2,0 1,0-2,0 0,0-1,0-1,-1 0,4-1,75-23,-91 27,0 0,0 1,0-1,0 1,0-1,0 1,0 0,0-1,0 1,0 0,0 1,0-1,-1 0,1 0,-1 1,1-1,-1 1,1-1,-1 1,0 0,1-1,-1 1,0 0,0 0,-1 0,1 0,0 0,0 0,10 17,-6-14,0 0,0-1,0 1,1-1,-1 0,1-1,0 0,0 0,0 0,1 0,-1-1,1 0,-1-1,1 1,0-1,0-1,-1 1,1-1,6-1,-9 1,1 0,-1 0,1-1,-1 1,0-1,1 0,-1-1,0 1,0-1,0 0,0 0,0 0,0 0,0-1,-1 1,1-1,-1 0,0 0,0 0,0-1,0 1,-1-1,1 0,-1 1,0-1,0 0,0 0,-1-1,1 1,0-3,-2-2,0 0,0 0,-1 0,0 0,-1 0,0 0,0 0,-1 0,0 1,-1-1,1 1,-2 0,1 0,-1 0,0 1,-1 0,0 0,0 0,0 0,-1 1,0 0,0 1,-1 0,0 0,0 0,0 1,0 0,0 0,-1 1,0 1,0-1,1 1,-1 1,-9-1,9 3,1 0,0 0,0 1,0 1,0-1,0 1,0 0,1 1,0 0,-1 0,1 1,1 0,-1 0,1 0,0 1,0 0,0 0,1 1,0 0,0 0,1 0,0 0,0 0,1 1,0 0,0 0,0 0,1 0,1 0,-1 0,1 1,1-1,0 0,0 1,1 6,1-9,0 0,0 0,0 0,1-1,0 1,0-1,1 0,-1 0,1 0,0 0,1 0,-1-1,1 0,0 0,0 0,0 0,0-1,1 0,0 0,-1-1,1 1,0-1,0-1,0 1,0-1,1 0,33 6</inkml:trace>
  <inkml:trace contextRef="#ctx0" brushRef="#br0" timeOffset="73349.681">19778 3837,'-14'-2,"-9"-1,-7 2,-3 4,2 6,5 8,8 8,7 9,8 8,8 5,4-4</inkml:trace>
  <inkml:trace contextRef="#ctx0" brushRef="#br0" timeOffset="73656.884">19872 4599,'13'16,"12"5,8-1,10-3,9-8,5-7,-3-6,-10-3</inkml:trace>
  <inkml:trace contextRef="#ctx0" brushRef="#br0" timeOffset="74845.599">16543 5869,'0'-22,"1"-1,0 1,2 0,1-1,1 2,0-1,2 0,0 1,2 0,0 1,1 0,1 0,2 1,28-24,-40 42,0 0,1 1,-1-1,0 1,0-1,1 1,-1-1,0 1,0 0,1-1,-1 1,0 0,1 0,-1 0,0 0,1 0,-1 1,0-1,1 0,-1 1,0-1,1 0,-1 1,0 0,0-1,0 1,0 0,1-1,-1 1,0 0,0 0,-1 0,1 0,0 0,0 0,0 0,-1 0,1 1,0-1,-1 0,1 1,5 11,-1 0,0 1,-1 0,0 0,-1 0,-1 0,0 4,3 11,1 11,-3-15,1 0,2 0,0-1,1 0,1 0,6 9,-11-28,-1 0,1-1,-1 1,1-1,1 0,-1 0,0 0,1-1,0 1,0-1,0 0,0 0,1 0,-1 0,1-1,0 0,-1 0,1 0,0-1,0 1,0-1,0 0,1-1,-1 1,0-1,0 0,0 0,0-1,1 1,-1-1,0-1,0 1,0 0,0-1,-1 0,1 0,0-1,-1 0,1 1,0-2,3-4,-1 1,1-1,-2-1,1 1,-1-1,-1 0,0 0,0-1,-1 1,0-1,0 0,-1-1,0 1,-1 0,-1-1,1 1,-2-1,1 0,-1 1,-1-1,0 0,-2-4,-8-18,10 33,0 1,0 0,0-1,0 1,0 0,1-1,-1 1,0 0,0 0,1-1,-1 1,1 0,-1 0,1 0,-1 0,1 0,-1 0,1 0,0 0,0 0,-1 0,1 0,0 0,0 1,0-1,0 0,0 0,1 0,-1 0,0 0,1 10,0 0,0 0,1 0,1-1,0 1,0-1,1 1,1-1,-1-1,2 1,-1 0,1-1,1 0,-1-1,2 0,-1 0,1 0,0-1,1 0,-1 0,1-1,1 0,3 1,-11-5,0-1,0 0,0 0,0 0,0 0,0 0,1 0,-1 0,0-1,0 1,1-1,-1 1,0-1,1 0,-1 0,1 0,-1-1,0 1,1 0,-1-1,0 1,0-1,1 0,-1 0,0 0,0 0,0 0,0 0,0-1,0 1,0-1,-1 1,1-1,0 0,-1 0,0 0,1 1,-1-1,0-1,0 1,0 0,0 0,1-2,3-13,-1 0,0 0,-1 0,-1-1,0 1,-2-1,0 1,0-1,-2-2,-7 48,9-20,1 0,-1 0,1 0,1 0,-1-1,1 1,1 0,0-1,0 1,0-1,1 0,0 0,0 0,1-1,-1 1,2-1,-1 0,1-1,-1 1,2-1,-1 0,0-1,7 4,4 1,1 0,0-1,0 0,1-2,0 0,1-1,-1-1,1-1,3 0,48 1,-6-4</inkml:trace>
  <inkml:trace contextRef="#ctx0" brushRef="#br0" timeOffset="75405.975">17933 5909,'4'-3,"-2"-1,1 0,0 0,-1 0,0 0,0-1,0 1,0-1,-1 1,1-1,-1 0,-1 1,1-1,0 0,-1 0,0 0,0 1,-1-1,0 0,1 0,-1 1,-1-1,1 0,-1 1,0-1,0 1,0 0,0 0,-1 0,0 0,0 0,0 0,0 1,0-1,-1 1,0 0,1 0,-1 0,0 1,-4-2,-1 1,-1 0,0 1,0 0,0 1,-1 0,1 0,0 2,0-1,0 1,0 0,0 1,0 0,0 1,0 0,1 1,-1 0,1 0,0 1,0 0,1 0,-1 1,1 0,0 1,1 0,0 0,0 1,0-1,-3 7,8-11,1 0,-1 0,1 0,0 0,0 1,0-1,0 0,0 0,1 1,0-1,-1 0,1 1,1-1,-1 0,0 1,1-1,-1 0,1 1,0-1,0 0,0 0,1 0,-1 0,1 0,0 0,0 0,0 0,0-1,0 1,0-1,1 0,-1 1,1-1,0 0,-1-1,1 1,0 0,0-1,2 1,6 4,0 0,1-1,0-1,-1 0,1-1,1 0,-1-1,0 0,1-1,-1 0,1-1,-1 0,1-1,-1 0,0-1,1-1,-1 0,0-1,0 0,-1 0,1-2,-1 1,0-1,7-6,-11 4,-1 0,0 0,0 0,-1-1,0 0,-1 0,0 0,0 0,-1-1,-1 1,1-1,-1 0,-1 0,0 0,0 0,-1 0,0 0,-1 0,0 0,-1-1,14 38,-6-9,1 0,1-1,0 0,1-1,1 0,1 0,6 8,-11-18,-1 0,1 0,0-1,0 0,1 0,0 0,0-1,0 0,0 0,0-1,1 0,0 0,-1-1,1 0,0 0,0-1,0 0,7 0,-6-2,0 1,0-2,0 1,-1-2,1 1,-1-1,1 0,-1-1,0 0,0 0,0 0,-1-1,1-1,-1 1,-1-1,1 0,-1-1,0 1,0-1,-1-1,0 1,0-1,-1 1,0-2,0 1,-1 0,0-1,0 1,-1-1,0 0,-1 1,0-1,0-6,-7 26,5-1,1 1,0 0,0 0,1-1,0 1,1-1,0 1,1-1,0 0,1 1,0-2,0 1,1 0,0-1,1 0,0 0,1-1,0 1,0-1,0-1,1 1,0-1,1-1,0 0,0 0,0 0,0-1,10 3,13 4</inkml:trace>
  <inkml:trace contextRef="#ctx0" brushRef="#br0" timeOffset="75689.803">18561 5455,'-14'4,"-6"5,-2 4,-3 3,4-1</inkml:trace>
  <inkml:trace contextRef="#ctx0" brushRef="#br0" timeOffset="76064.867">14831 4078,'-4'25,"-2"29,-2 30,0 28,2 22,2 14,1 6,2-3,0-8,1-15,0-18,1-28</inkml:trace>
  <inkml:trace contextRef="#ctx0" brushRef="#br0" timeOffset="76333.741">14872 5936,'13'2,"10"-3,2-7,0-8,-4-11,-7-8,-4-1,-10-1,-8 5,-8 7,-6 11,-3 14,0 14,2 14,5 13,10 9,13 5,6-7</inkml:trace>
  <inkml:trace contextRef="#ctx0" brushRef="#br0" timeOffset="77195.153">17024 7219,'16'-118,"4"0,7-1,-27 119,22-66,-21 64,0 1,0-1,0 0,1 0,-1 0,0 1,1-1,-1 1,1-1,0 1,-1 0,1-1,0 1,0 0,0 0,0 0,0 0,0 1,0-1,0 1,0-1,0 1,0 0,1-1,-1 1,0 0,0 0,0 1,2-1,10 5,-1 1,0 0,0 1,-1 0,0 1,0 0,-1 1,0 0,0 1,-1 0,5 7,-7-10,0 1,0 0,-1 0,0 1,0 0,-1 0,0 1,0 0,-1 0,-1 0,0 0,0 1,2 10,-6-20,0 1,0-1,0 0,0 1,0-1,0 0,-1 1,1-1,0 0,-1 0,1 1,0-1,-1 0,0 0,1 0,-1 1,0-1,0 0,1 0,-1 0,0 0,0 0,0 0,0-1,0 1,0 0,-1 0,1-1,0 1,0-1,-1 1,1-1,0 0,0 1,-1-1,1 0,0 0,-1 0,1 0,0 0,-1 0,0 0,-2 0,1-1,-1 1,0-1,1 0,-1 0,1 0,0 0,-1-1,1 1,0-1,0 0,0 0,0 0,0 0,-1-2,1 1,1 0,-1 0,1 0,0 0,0 0,0 0,1-1,-1 1,1-1,-1 1,1-1,0 1,1-1,-1 0,1 1,-1-1,1 0,0 0,1 1,-1-1,0 0,1 1,0-1,0 0,0 1,1-1,-1 1,1 0,-1-1,1 1,0 0,1 0,-1 0,3-2,6-3,0 1,0 0,1 1,0 0,0 1,1 1,-1-1,1 2,0 0,0 1,0 0,0 1,0 0,1 1,-1 1,1 0,-9-1,1 1,-1 0,0 1,1-1,-1 1,0 0,0 0,0 0,-1 1,1 0,0 0,-1 0,0 0,0 1,0 0,0 0,-1 0,1 0,-1 0,0 1,0 0,-1-1,1 1,-1 0,0 0,0 0,-1 1,1-1,-1 1,20 93,-16-92,-1-5</inkml:trace>
  <inkml:trace contextRef="#ctx0" brushRef="#br0" timeOffset="78881.881">17505 6577,'4'9,"0"-1,0 0,1 0,0-1,0 1,1-1,0 0,0-1,0 0,1 1,0-2,0 1,1-1,0-1,0 1,0-1,0 0,1-1,-1 0,1-1,0 1,3-1,-3 1,21 8,108 51,-131-58,-1 0,0 1,0 0,0 0,-1 1,0-1,0 1,0 0,0 1,-1-1,0 1,-1 0,0 0,0 0,0 0,-1 1,0-1,1 3,2 60,9 31,-14-99,1 0,0 0,-1-1,1 1,0 0,0-1,0 1,1-1,-1 1,0-1,0 0,1 0,-1 1,1-1,-1 0,1 0,-1 0,1 0,0-1,-1 1,1 0,0-1,0 1,0-1,-1 0,1 1,0-1,0 0,0 0,0 0,0 0,-1-1,1 1,0 0,0-1,0 1,-1-1,1 0,0 0,-1 0,1 1,0-2,64-48,-52 32,-1-1,-1 0,-1 0,-1-1,-1-1,0 0,-2 0,0 0,-1-1,0-8,-2 102,-4-55,2 0,0 0,1-1,0 1,1 0,1-1,1 0,0 0,9 14,-13-27,0-1,0 0,0 1,0-1,0 0,0 0,1 0,-1 0,1-1,-1 1,1-1,0 1,0-1,0 0,0 0,-1 0,1-1,0 1,1-1,-1 1,0-1,0 0,0 0,0 0,0-1,0 1,0-1,0 0,0 1,0-1,0-1,-1 1,1 0,0-1,-1 1,1-1,-1 0,1 0,-1 0,0 0,0 0,0-1,1-1,17-18,-1-1,-1-1,-1-1,-2-1,0 0,-2-1,2-5,-12 26,7-13,-10 19,1 0,-1 0,1 0,0 0,-1 0,1 0,-1 0,1 1,0-1,-1 0,1 0,-1 1,1-1,-1 0,1 1,-1-1,1 0,-1 1,0-1,1 1,-1-1,1 1,-1-1,0 1,0-1,1 1,-1-1,0 1,0-1,1 1,-1 0,0-1,0 1,0-1,0 1,0 0,0-1,0 1,0-1,0 1,0 0,0-1,-1 1,1-1,0 1,0-1,-1 1,1-1,0 1,0 0,-1-1,1 0,-1 1,1-1,0 1,0 0,-1 31,-1-25,1 0,0 0,1 0,0 0,0 0,0 0,1 0,0 0,0 0,1 0,0 0,0 0,0-1,1 1,0-1,0 0,1 1,0-2,0 1,0 0,1-1,0 0,3 3,5-3,0-1,0 0,0-1,0 0,1-1,-1-1,1 0,-1-1,1 0,-1-1,1-1,-1 0,1-1,-1 0,0-1,0-1,-1 0,0 0,1-1,-2-1,3-1,-3 2,0 0,0-1,0 0,-1 0,-1-1,1 0,-1-1,0 0,-1-1,0 0,-1 0,0 0,0-1,-1 0,-1 0,0-1,0 0,-1 0,-1 0,1-5,-5-3,1 20,0 0,-1 0,1 1,0-1,0 0,0 0,0 0,0 0,-1 0,1 0,0 0,0 0,0 0,0 1,-1-1,1 0,0 0,0 0,0 0,-1 0,1 0,0 0,0 0,0 0,0 0,-1 0,1-1,0 1,0 0,0 0,-1 0,1 0,0 0,0 0,0 0,0 0,0 0,-1-1,1 1,0 0,0 0,0 0,0 0,0 0,0-1,0 1,-1 0,1 0,0 0,0-1,-17 111,17-98,-1 97,5 0,8 28,-3-37,-5-52,4 28,-3 0,-4 1,-3-1,-10 59,11-124,-2 1,1-1,-1 0,-1 0,0-1,-1 1,0-1,-1 1,6-10,0 1,-1-1,1 0,-1 0,0 0,1 0,-1 0,0 0,1 0,-1-1,0 1,0 0,0 0,0-1,0 1,0 0,0-1,0 1,0-1,0 1,0-1,0 1,0-1,0 0,-1 0,1 0,0 0,0 1,0-2,0 1,-1 0,1 0,0 0,0 0,0-1,0 1,0 0,-1-1,1 1,0-1,0 0,0 1,0-1,0 0,1 1,-1-1,0 0,0 0,0 0,1 0,-1 0,0 0,1 0,-30-61,15-4,3-1,3 0,0-38,7 77,-30-497,35 403,-4 120,1 1,0-1,0 1,0-1,0 1,0-1,0 0,0 1,0-1,1 1,-1-1,1 1,-1-1,1 1,-1 0,1-1,0 1,0-1,0 1,0 0,0 0,0 0,0 0,0-1,0 1,0 1,1-1,-1 0,0 0,1 0,-1 1,1-1,-1 1,1-1,-1 1,1-1,-1 1,1 0,-1 0,1 0,-1 0,1 0,0 0,-1 0,1 0,-1 1,1-1,10 6,0 0,-1 0,1 1,-2 1,1 0,-1 0,4 5,5 3,15 12,-2 1,-1 2,19 24,-48-53,-1-1,0 0,0 0,0 0,1 0,-1 0,0 0,0 0,0 0,0 0,-1 1,1-1,0 0,0 1,-1-1,1 1,-1-1,1 1,-1-1,0 1,0-1,0 1,1-1,-1 1,-1-1,1 1,0 0,0-1,0 1,-1-1,1 1,-1-1,1 0,-1 1,0-1,0 1,1-1,-1 0,-6 2,1 0,0-1,0 0,-1 0,1-1,-1 1,1-1,-1-1,0 1,1-1,-7-1,7 1,-67-13,71 12,0 0,0 0,0 0,1 0,-1 0,0 0,1-1,-1 1,1 0,-1-1,1 0,-1 1,1-1,0 0,0 1,0-1,0 0,0 0,1 0,-1 0,0 0,1 0,0 0,-1 0,1 0,0-1,0 1,0 0,0 0,0 0,1 0,-1 0,1 0,0-1,5-12,2 0,0 0,1 1,0 0,1 0,0 1,1 0,1 1,0 1,9-8,-6 6,20-21,-3 6,-1-1,-2-1,-1-2,-1-1,-1-1,-3-1,0-1,14-34,-26 41,-1-1,-2 0,0-1,-3 0,0 0,-2 0,-1 0,-2-1,-1 1,-1 0,-2-4,3 27,0 0,0 0,-1 0,0 0,-1 0,1 0,-2 0,1 1,-1-1,0 1,0 0,-1 0,0 1,0-1,-1 1,-1-1,5 6,0-1,0 1,0 1,0-1,0 0,0 0,0 1,0-1,0 1,-1 0,1-1,0 1,0 0,0 0,-1 1,1-1,0 0,0 1,0-1,0 1,0 0,0 0,0-1,0 1,0 1,0-1,0 0,0 0,1 1,-1-1,0 1,1-1,0 1,-1 0,1 0,0-1,-1 2,-38 77,26-35,3 1,2 1,2-1,2 1,1 1,3-1,2 0,2 0,3 0,1 0,2 0,-3-19,2 0,1 0,1-1,1-1,1 0,2 0,1 0,-8-15,0 0,0-1,1-1,1 1,-1-1,2 0,-1-1,1 0,0-1,1 0,0-1,0 0,0 0,1-1,-1 0,1-1,3 0,-9-3,1 0,0-1,0 1,0-1,-1 0,1-1,0 0,0 0,-1 0,1-1,0 0,-1 0,0-1,1 0,-1 0,0 0,0-1,-1 1,1-2,-1 1,0 0,0-1,0 0,-1 0,0-1,0 1,0-1,1-3,8-4,-14 18,1 0,-1-1,1 1,1 0,-1 0,1 0,0 0,0 0,0 0,1-1,-1 1,1-1,0 1,1-1,-1 1,1-1,0 0,0 0,0-1,0 1,1-1,0 1,-1-1,1 0,2 1,3 0,0-1,0 1,0-2,1 1,-1-1,1 0,-1-1,1 0,0-1,0 0,-1-1,1 1,0-2,8-2,-12 3,-1 0,1-1,0 1,-1-1,0-1,0 1,1-1,-1 0,-1 0,1 0,0-1,-1 0,0 0,0 0,0 0,0-1,-1 1,0-1,1 0,-2 0,1 0,-1-1,0 1,0-1,1-2,-2 3,-1-1,1 0,-1 1,0-1,-1 0,1 0,-1 1,0-1,0 1,-1-1,0 1,0-1,0 1,0 0,-1 0,0 0,0 0,-1 1,1-1,-1 1,0 0,0 0,0 0,-1 0,1 1,-1 0,0 0,-3-2,1 1,0 0,-1 1,1-1,-1 2,0-1,0 1,0 0,0 0,0 1,0 1,-1-1,1 1,0 0,0 1,0 0,-1 0,1 1,0 0,-5 3,5-2,1 2,0-1,0 1,1 0,-1 0,1 0,0 1,1 0,-1 1,1-1,0 1,1 0,0 0,0 0,0 2,1-5,1 1,0 0,1 0,-1-1,1 1,0 0,0 0,1 0,-1 0,1 0,0 1,0-1,1 0,0 0,0 0,0 0,0-1,1 1,0 0,0 0,0-1,0 1,1-1,0 0,0 1,28 22,2-8</inkml:trace>
  <inkml:trace contextRef="#ctx0" brushRef="#br0" timeOffset="79149.188">19885 6283,'-14'0,"-11"0,-3 5,0 8,3 9,5 7,9 8,9 5,8 3,11 4,2-6</inkml:trace>
  <inkml:trace contextRef="#ctx0" brushRef="#br0" timeOffset="79405.504">19938 6912,'5'16,"3"12,3 8,7 0,6-3,11-8,11-8,11-11,10-10,4-7,-2-8,-14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5.9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6.7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 1,'0'18,"0"15,-2 12,-4 6,0 4,-1 0,-3-1,2-3,1-5,0-6,1-10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6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1,'3'2,"0"8,2 11,0 13,-1 13,0 9,-2 4,-3 4,-2 0,-2-5,0-5,0-9,2-13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7.2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 8,'-14'-2,"-8"-1,1 0,11 3,18 4,25 1,26 0,22-1,18-2,11 0,7-1,-4 2,-12 4,-21 6,-24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7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21,'16'2,"18"1,21 0,20-1,18 0,14-3,12-4,5-1,3-1,-7-1,-24 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8.3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124 243,'0'555,"-8"-637,4 32,0-50,-5 0,-5 0,-3 1,-5 1,-17-39,39 137,-1-1,1 1,-1-1,1 0,-1 1,1-1,-1 1,1-1,0 0,-1 1,1-1,0 0,-1 1,1-1,0 0,0 0,0 1,-1-1,1 0,0 0,0 1,0-1,0 0,1 0,-1 1,0-1,0 0,0 0,1 1,-1-1,0 0,1 1,-1-1,0 0,1 1,-1-1,1 1,-1-1,1 1,-1-1,1 1,-1-1,1 1,0-1,-1 1,1 0,0-1,-1 1,1 0,0-1,0 1,-1 0,1 0,0 0,0 0,-1 0,1 0,0 0,0 0,-1 0,1 0,0 0,0 0,-1 1,1-1,0 1,299 30,-105-14,-153-11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8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8,'19'5,"16"1,19 0,16-3,12-5,6-4,-3-2,-9 2,-18 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8.8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1 213,'14'12,"1"0,1-1,0-1,0-1,1 0,0-1,0-1,1-1,0 0,0-1,1-1,-1-1,17 1,-31-3,-1 0,1-1,-1 1,0-1,1 1,-1-1,1 0,-1-1,1 1,-1-1,0 1,1-1,-1 0,0 0,1 0,-1-1,0 1,0-1,0 0,0 0,0 0,-1 0,1 0,-1-1,1 1,-1-1,0 1,2-4,-2-5,0 0,-1 0,0 0,-1 0,0 0,0 0,-2 0,1 0,-1 0,-1 1,0-1,0 0,-1 1,-1 0,0 0,0 0,-1 1,0-1,1 2,0 0,0 0,0 1,-1-1,0 1,-1 1,0-1,0 1,-1 0,6 4,0 1,0 0,0-1,-1 1,1 0,0 0,-1 0,1 0,-1 1,1-1,-1 1,1-1,-1 1,1 0,-1 0,0 0,1 0,-1 1,1-1,-1 0,1 1,-1 0,1 0,-1 0,1 0,0 0,0 0,-1 1,1-1,0 1,0-1,0 1,0 0,0 1,-4 4,1 0,0 0,1 1,-1 0,1 0,1 0,0 0,0 1,0-1,1 1,0 0,0 8,-2 24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3:59.9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94 478,'-54'-407,"52"400,-22-55,23 62,1 0,0 0,-1 0,1-1,0 1,-1 0,1 0,0 0,-1 0,1 0,0 0,-1 0,1 0,0 0,-1 0,1 0,0 0,-1 0,1 0,0 0,-1 0,1 0,0 0,-1 1,1-1,0 0,-1 0,1 0,0 0,0 1,-1-1,1 0,0 0,0 1,-1-1,1 0,0 1,0-1,0 0,-1 1,1-1,0 0,0 0,0 1,0-1,0 1,0-1,0 0,0 1,0-1,0 0,0 1,0-1,0 0,0 1,0-1,0 0,0 1,0-1,1 0,-1 1,0-1,0 0,0 1,1-1,-1 0,2 4,1-1,0 0,0 0,0 0,0 0,1 0,-1-1,1 0,-1 1,1-1,0 0,0-1,0 1,0-1,0 0,0 0,0 0,1 0,-1-1,3 0,207 12,-212-13,0 1,0 0,1 0,-1 0,0 1,1-1,-1 1,0-1,0 1,1 0,-1 0,0 0,0 0,0 0,0 0,0 0,0 1,-1-1,1 1,0-1,-1 1,1 0,-1 0,1 0,-1 0,0 0,0 0,0 0,0 0,0 0,-1 0,1 1,-1-1,1 0,-1 0,0 2,3 60,-4-53,1-1,0 0,0 1,1-1,0 1,1-1,0 0,1 0,0 0,0 0,1-1,0 1,1-1,0 0,0 0,7 7,-7-12,1 1,0-1,0-1,0 1,1-1,-1 0,1 0,0-1,0 0,0 0,0-1,0 0,0 0,0 0,0-1,0 0,0-1,0 0,0 0,0 0,0-1,0 0,0 0,0 0,-1-1,1 0,-1-1,0 1,0-1,0-1,0 1,-1-1,0 0,0 0,0 0,-1-1,1 1,1-6,3-3,-1 0,-1 0,-1-1,0 0,0-1,-2 1,0-1,-1 0,1-7,2-8,-6 32,0-1,0 0,0 0,0 0,0 0,1 0,-1 1,0-1,0 0,0 0,0 0,1 0,-1 0,0 0,0 0,0 1,0-1,1 0,-1 0,0 0,0 0,0 0,1 0,-1 0,0 0,0 0,0 0,1 0,-1 0,0 0,0 0,0-1,1 1,-1 0,0 0,0 0,0 0,1 0,-1 0,0-1,5 30,-4-27,1 11,25 108,-25-114,0-1,1 0,0 0,0 1,0-2,1 1,0 0,0-1,0 0,1 1,0-2,0 1,0-1,1 1,-1-2,5 4,-6-6,-1 1,1-1,-1 0,1 1,0-2,0 1,0 0,-1-1,1 0,0 0,0 0,0 0,0 0,0-1,-1 0,1 0,0 0,-1 0,1 0,0-1,-1 0,0 0,1 0,-1 0,0 0,0-1,0 1,0-1,-1 0,1 0,-1 0,1 0,-1 0,5-7,0-1,0 0,-2-1,1 1,-1-1,-1 0,0 0,0-1,0-6,1-77,-5 96,-1 0,1 1,0-1,0 0,-1 1,1-1,0 0,0 0,-1 0,1 1,0-1,-1 0,1 0,0 0,-1 0,1 0,-1 0,1 0,0 1,-1-1,1 0,0 0,-1 0,1-1,-1 1,1 0,0 0,-1 0,1 0,0 0,-1 0,1 0,0-1,-1 1,1 0,0 0,-1 0,1-1,0 1,0 0,-1 0,1-1,0 1,0 0,0-1,-1 1,1 0,0-1,0 1,0 0,0-1,0 1,0 0,-1-1,1 1,0-1,0 1,0-1,-12 33,10-21,0-1,0 1,1 0,1 0,0 0,0 0,1 0,1 0,0 0,1 1,-2-7,0 0,0-1,1 1,-1-1,1 0,1 1,-1-1,0 0,1 0,0-1,0 1,0 0,0-1,1 0,0 0,-1 0,1 0,0 0,0-1,0 0,1 0,-1 0,1 0,2 0,-1-1,1-1,-1-1,0 1,1-1,-1 0,0-1,0 0,0 1,0-2,0 1,0-1,0 0,-1 0,1-1,-1 1,0-1,0 0,-1-1,1 1,-1-1,0 0,0 0,0 0,-1-1,0 1,0-1,0 0,-1 0,0 0,0 0,1-5,1-3,-1 1,0-1,-1 0,-1 1,0-1,-1 0,0 0,-1 0,-2-10,3 23,0 1,0-1,0 0,0 1,0-1,0 1,0-1,0 1,0-1,0 1,0-1,0 1,0-1,-1 1,1-1,0 1,0-1,0 1,-1-1,1 1,0-1,-1 1,1 0,0-1,-1 1,1 0,-1-1,1 1,-1 0,1-1,0 1,-1 0,1 0,-1-1,1 1,-1 0,0 0,1 0,-1 0,1 0,-1 0,1 0,-1 0,1 0,-1 0,1 0,-1 0,1 0,-1 0,0 1,-15 24,14-18,0-1,0 1,1 0,0 0,0 0,1 0,0 0,0 0,1 0,0 0,0 0,0 0,1 0,0 0,0-1,1 1,0-1,0 0,1 1,-1-1,1-1,1 1,3 4,0 0,1-1,0 0,0 0,1-1,1-1,-1 1,1-2,0 1,1-2,10 5,7-1,1-1,-1-1,1-2,0-1,0-1,21-1,20-2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0.3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319 211,'2'-7,"-1"1,1-1,-1 0,0 0,0 0,-1 0,0 0,0 0,-1 0,0 0,0 0,-1 1,0-1,0 0,0 1,-1-1,0 1,0 0,-1 0,1 0,-1 0,-1 1,1-1,-1 1,0 0,0 1,0-1,-1 1,0 0,0 0,0 1,0 0,0 0,-1 0,1 1,-1 0,-1 0,0 0,1 1,-1 0,0 1,0 0,0 0,0 1,0-1,0 2,0-1,0 1,1 1,-1-1,1 1,-1 1,1-1,0 1,1 0,-6 5,7-6,1 0,0 1,0 0,0 0,1 0,-1 0,1 0,0 1,0-1,0 1,1 0,0 0,0 0,0 0,1 0,-1 1,1-1,0 0,1 1,-1-1,1 1,0-1,1 0,-1 1,1-1,0 1,0-1,1 0,2 3,0 0,1-1,0 0,1 0,0 0,0-1,0 0,1 0,-1 0,2-1,-1 0,0 0,1-1,0 0,0 0,0-1,1 0,-1 0,1-1,-1 0,1-1,0 0,0 0,-1-1,1 0,0-1,0 1,0-2,-1 1,1-1,-1-1,1 0,7-3,-7 2,-1 0,1-1,-1 0,0-1,-1 0,1 0,-1 0,0-1,-1 0,0 0,0-1,0 0,-1 0,0 0,-1-1,1 1,-2-1,1 0,-1 0,-1-1,0 1,0 0,-1-1,0 1,0-1,-1-3,0 12,0 0,0 0,0-1,0 1,0 0,0 0,0-1,0 1,0 0,-1 0,1 0,-1-1,1 1,-1 0,1 0,-1 0,1 0,-1 0,0 0,0 0,1 0,-1 0,0 0,0 0,0 0,0 1,0-1,0 0,0 1,-1-1,1 1,0-1,0 1,0 0,-1-1,1 1,0 0,0 0,-1 0,1 0,0 0,0 0,-1 0,1 0,0 0,0 1,0-1,-1 1,1-1,0 1,0-1,0 1,0-1,0 1,0 0,0 0,0-1,0 1,0 0,0 0,1 0,-1 0,0 0,0 1,-2 3,0 0,0 0,1 0,-1 1,1-1,0 1,1 0,-1 0,1 0,0-1,1 1,-1 0,1 0,0 0,1 0,0 0,0 0,0 0,0 0,1-1,0 1,0 0,1-1,-1 0,1 1,0-1,1 0,-1-1,1 1,0-1,0 1,1-1,-1 0,1-1,0 1,2 0,14 7,1-1,1-2,-1 0,1-1,1-1,-1-1,1-2,0 0,8-1,65 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1.4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305 29,'-20'-7,"0"1,0 1,-1 1,0 1,0 1,-13 1,27 0,1 1,-1 1,1-1,-1 1,1 0,0 1,0-1,-1 1,1 1,0-1,1 1,-1 0,0 0,1 1,0-1,-1 1,2 0,-1 1,0-1,1 1,0 0,0 0,-1 3,3-5,0 0,0 1,1-1,0 0,0 1,0-1,0 1,0-1,1 1,-1-1,1 1,0 0,0-1,0 1,1-1,-1 1,1 0,0-1,0 1,0-1,0 0,1 1,0-1,-1 0,1 0,0 0,0 0,1 0,-1 0,1-1,-1 1,1-1,0 0,0 0,0 1,15 6,0 0,1-2,0 0,0-1,0 0,1-2,-1 0,1-2,0 0,0-1,0-1,3-1,22 1,0-1,0-3,-1-2,0-1,0-3,-1-1,0-2,-1-2,10-7,-46 20,-1 1,0-1,0-1,0 1,0-1,0 1,-1-1,1-1,-1 1,0-1,0 0,0 0,0 0,-1 0,0 0,1-1,-2 0,1 0,0 0,-1 0,0 0,0 0,-1 0,1-1,-3 4,0 0,0 0,1 0,-1 0,0-1,-1 1,1 1,0-1,0 0,-1 0,1 0,-1 1,0-1,0 1,1-1,-1 1,0 0,0 0,0 0,0 0,0 0,0 0,-1 0,1 1,0-1,0 1,-1-1,-1 1,-66 0,65 0,0 1,0 0,0 0,0 1,0-1,0 1,1 0,-1 0,0 1,1-1,0 1,0 0,0 0,0 0,0 1,0 0,1-1,0 1,0 1,0-1,0 0,1 1,-1-1,1 1,0 0,1-1,-1 1,0 2,0 0,0 0,0-1,1 1,-1 0,1 0,1 0,0 0,0 0,0 0,1 0,0 0,0 0,0 0,1 0,2 3,-1-7,1-1,0 0,-1 0,1 0,0 0,0-1,0 1,1-1,-1 0,0 0,0-1,1 1,-1-1,0 0,1 0,-1-1,0 1,1-1,-1 0,0 0,0 0,0-1,1 1,-2-1,1 0,0 0,0 0,-1-1,4-2,1 1,0-1,-1 0,0-1,1 1,-2-1,1-1,-1 1,0-1,0 0,-1-1,0 1,0-1,0 0,-1 0,-1-1,0 1,0-1,0 0,-1 0,0 0,0-3,-10-19,8 31,-1 0,1-1,-1 1,1 0,0-1,-1 1,1 0,-1 0,1-1,0 1,-1 0,1 0,-1 0,1-1,-1 1,1 0,-1 0,1 0,-1 0,1 0,-1 0,1 0,-1 0,1 0,-1 0,1 1,-1-1,1 0,0 0,-1 0,1 1,-1-1,1 0,-1 0,1 1,0-1,-1 0,1 1,0-1,-1 0,1 1,0-1,-1 1,1-1,0 0,0 1,0-1,-1 1,1-1,0 1,0-1,0 1,0-1,0 1,0-1,0 1,0-1,0 1,0-1,0 1,0-1,-1 7,-1 0,2 0,-1 0,1 1,0-1,0 0,1 0,0 0,0 0,1 0,0 0,0 0,0 0,1-1,0 1,0-1,1 0,0 0,0 0,1 0,-1-1,1 1,0-1,0-1,1 1,0-1,0 0,0 0,0 0,0-1,1 0,-1 0,5 0,4 3,0-1,0-1,1 0,-1-2,1 1,0-2,0 0,11-1,17-4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2.1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0,'-1'11,"2"1,-1-1,1 0,1 0,0 0,1 0,0 0,1-1,0 1,0-1,1 0,1 0,0-1,4 6,-10-14,4 6,4 8,1 0,0 0,1-1,0-1,2 1,10 9,-21-22,0 0,1 0,-1 0,0 0,1 0,-1 0,1-1,-1 1,1-1,0 1,-1-1,1 1,-1-1,1 0,0 0,-1 0,1 0,0 0,-1 0,1 0,0 0,-1-1,1 1,-1-1,1 1,0-1,-1 0,1 1,-1-1,0 0,1 0,-1 0,0 0,1 0,-1 0,0-1,36-51,-36 52,10-21,0 0,-2 0,0-1,-2-1,-1 1,3-18,-9 41,1-1,-1 0,1 0,-1 0,1 0,-1 0,0 0,0 0,0 0,1 1,-1-1,0 0,0 0,0 0,0 0,0 0,-1 0,1 0,0 0,0 0,-1 0,1 0,0 0,-1 0,1 0,-1 1,1-1,-1 0,0 0,1 1,-1-1,0 0,0 1,1-1,-1 0,0 1,0-1,0 1,-1 4,0-1,0 1,0 0,0 0,1 0,-1 1,1-1,0 0,0 0,1 1,-1-1,1 0,0 1,0-1,1 1,-1-1,1 0,0 0,0 1,0-1,1 0,0 0,1 5,1-1,0 0,1 0,0 0,0-1,0 0,1 0,0 0,1-1,0 0,-1 0,2-1,-1 1,1-2,0 1,0-1,0 0,0-1,1 0,-1 0,4 0,14 4,0-2,0-1,0-1,0-2,1 0,20-3,-37 2,-1 0,1 0,-1-2,0 1,1-1,-1 0,0-1,0 0,0 0,0-1,-1 0,0-1,0 0,0 0,3-4,-10 9,0-1,0 1,0-1,0 0,0 0,-1 1,1-1,0 0,-1 0,1 0,-1 0,1 0,-1 0,1 0,-1 0,1 0,-1 0,0 0,0 0,0 0,1 0,-1 0,0 0,0 0,0 0,-1 0,1 0,0 0,0 0,0 0,-1 0,1 0,-1 0,1 0,-1 0,1 0,-1 0,1 0,-1 0,0 1,1-1,-1 0,0 0,0 1,0-1,1 1,-1 0,1 0,-1 0,1 0,-1 0,1 0,0 1,-1-1,1 0,-1 0,1 1,0-1,-1 0,1 0,0 1,-1-1,1 0,0 1,-1-1,1 0,0 1,0-1,-1 0,1 1,0-1,0 1,0-1,0 1,0-1,0 0,-1 1,1-1,0 1,0-1,0 1,1-1,-1 1,0-1,0 0,0 1,0-1,0 1,0-1,0 1,1-1,-1 0,0 1,0-1,1 0,-1 1,0-1,1 0,-1 1,0-1,1 0,-1 0,0 1,1-1,-1 0,24 21,-9-14,0 0,0 0,1-2,0 0,0-1,1-1,-1 0,1-1,0-1,0 0,-1-2,1 0,11-2,-25 3,1 0,-1 0,0 0,1-1,-1 0,0 1,1-1,-1-1,0 1,0 0,0-1,0 1,0-1,0 0,0 0,-1 0,1 0,0-1,-1 1,0-1,0 0,0 1,0-1,0 0,0 0,-1 0,0 0,1 0,-1-1,0 1,0-2,-3-3,0 0,0 1,-1-1,0 1,0 0,-1 0,0 0,0 0,-1 1,0-1,0 1,0 0,-1 1,0 0,0-1,0 2,0-1,-1 1,0 0,0 0,0 1,0 0,-1 0,-4 0,-1-2,1 2,-1 0,1 1,-1 0,0 0,0 2,0 0,0 0,-8 2,16-2,-1 1,1 0,-1 0,1 1,0-1,0 1,0 0,0 1,0-1,0 1,0 0,1 0,0 1,-1-1,1 1,1 0,-1 0,0 0,1 0,0 1,0-1,0 1,-1 3,3-5,0 1,0-1,0 0,1 1,-1-1,1 1,0-1,0 1,0-1,0 1,1-1,0 1,-1-1,1 1,0-1,0 0,1 1,-1-1,1 0,16 28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2.8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 1,'-15'34,"14"-23,1-1,0 1,1-1,0 1,0-1,1 1,1-1,0 0,0 0,1 0,0 0,1-1,0 0,0 1,1-2,0 1,1-1,0 0,0 0,1-1,0 0,0 0,0-1,1 0,0-1,0 0,1 0,-1-1,1 0,0 0,0-1,1-1,-1 0,0 0,9 0,-12-3,0 0,0-1,-1 0,1 0,-1 0,1-1,-1 0,0 0,0 0,0-1,0 0,-1 0,1 0,-1-1,0 0,-1 0,1 0,-1-1,0 0,0 1,-1-1,1-1,-1 1,-1 0,1-1,-1 1,0-1,-1 0,0 0,0 0,0 1,-1-1,0 0,0 0,-1 0,0 0,0 0,0 0,-1 1,0-1,0 1,-1-1,-1 0,4 5,0 1,-1-1,1 1,-1-1,0 1,0-1,1 1,-1 0,0-1,0 1,0 0,0 0,-1 0,1 0,0 0,0 0,-1 0,1 0,0 0,-1 0,1 1,-1-1,1 1,-1-1,1 1,-1 0,1-1,-1 1,0 0,1 0,-1 0,1 0,-1 0,0 0,1 1,-1-1,1 1,-1-1,1 1,-1-1,1 1,0 0,-1 0,1 0,0-1,-1 1,1 1,0-1,0 0,0 0,0 0,0 0,0 1,0-1,0 1,-1 2,-1 0,1 0,0 1,0-1,1 1,-1 0,1-1,0 1,1 0,-1 0,1 0,0 0,0-1,0 1,1 0,-1 0,1 0,0-1,1 1,-1 0,1-1,0 1,0-1,0 0,1 1,0-1,-1 0,1-1,1 1,-1 0,1-1,-1 0,1 0,0 0,0 0,2 1,10 4,-1 0,1-1,0-1,1-1,0 0,0-1,0 0,0-2,0 0,1-1,-1 0,0-2,1 0,-1-1,6-2,-17 4,0-1,0 0,0 0,0-1,0 1,0-1,0 0,-1-1,1 0,-1 0,0 0,0 0,0-1,0 0,-1 0,1 0,-1 0,0-1,0 0,-1 0,1 0,-1 0,0 0,-1-1,1 1,-1-1,0 0,0 0,-1 0,0 0,0-2,-1-46,10 77,-8-13,2 14,1-1,1 0,2-1,0 0,1 0,1 0,1-1,12 17,16-4,-21-26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3.0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86 4,'-18'-2,"-6"1,0 5,8 5,13 5,13 3,6-2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3.5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225 91,'1'-4,"-1"1,0-1,0 1,0 0,-1-1,1 1,-1-1,0 1,0-1,0 1,0 0,0 0,-1 0,0 0,1 0,-1 0,0 0,-1 0,1 0,0 1,-1 0,1-1,-1 1,0 0,0 0,0 0,0 1,0-1,0 1,0-1,-1 1,1 0,-1 0,1 1,0-1,-1 1,1 0,-1-1,1 2,-5 0,1 0,0 1,0 0,0 0,1 1,-1 0,0 0,1 1,0 0,0 0,0 0,0 1,1 0,0 0,0 0,0 1,0-1,1 1,-1 2,2-3,0-1,1 0,-1 0,1 1,0-1,0 1,1 0,0-1,-1 1,2 0,-1 0,0 0,1 0,0 0,0 0,1 0,-1 0,1 0,0 0,0-1,1 1,-1 0,1-1,0 1,1-1,-1 1,1-1,1 3,8 3,0 0,0-1,1 0,0-1,1-1,0 0,0 0,0-2,1 0,0 0,0-2,0 1,0-2,1 0,-1-1,4-1,-3 3,1-1,-1-1,1-1,-1 0,1-1,-1-1,0-1,1 0,-1-1,0-1,-1 0,1-1,-1-1,0 0,-1-1,0-1,0 0,-1-1,12-11,-23 20,-1 0,0 0,1-1,-1 1,0 0,0-1,1 0,-1 1,0-1,0 1,-1-1,1 0,0 0,-1 0,1 1,-1-1,1 0,-1 0,0 0,0 0,0 0,0 0,0 1,0-1,-1 0,1 0,0 0,-1 0,0 0,1 1,-1-1,0 0,0 1,0-1,0 0,0 1,-1-1,1 2,-1 0,1 1,-1-1,1 0,-1 1,1-1,-1 1,1 0,0-1,-1 1,1 0,0 0,0 0,-1 0,1 0,0 0,0 0,0 0,0 1,0-1,1 0,-1 1,0-1,1 0,-1 1,0-1,1 1,0-1,-1 1,1-1,0 1,0-1,0 1,0-1,0 1,0 0,0-1,1 1,-1-1,0 1,1-1,-1 0,1 1,3 4,0 0,0 0,0 0,0-1,1 0,0 0,0 0,1-1,-1 0,1 0,0 0,0-1,0 1,1-1,-1-1,1 1,-1-1,1-1,0 1,0-1,0 0,0 0,0-1,0 0,5-1,1 1,1 0,-1-1,1-1,-1 0,0-1,0 0,0-1,0 0,3-3,-12 5,1 0,0 0,-1 0,0-1,1 0,-1 0,0 0,-1 0,1-1,0 0,-1 1,0-1,0-1,0 1,-1 0,1-1,-1 1,0-1,0 0,0 1,-1-1,0 0,0 0,0 0,0-5,-2 5,1 0,-1 0,1 0,-1 0,-1 0,1 0,-1 1,0-1,0 0,0 1,-1-1,0 1,1 0,-2 0,1 0,0 0,-1 1,1-1,-1 1,0 0,0 0,-1 0,1 0,-1 1,1 0,-1 0,-4-1,-2-1,-1 0,1 1,-1 0,0 1,0 0,0 1,0 0,0 1,0 1,0 0,-4 1,6 0,1 0,-1 1,1 1,0-1,0 2,0-1,0 1,1 0,0 1,-7 5,12-9,0 1,1-1,-1 1,1 0,-1 0,1 0,0 0,0 0,0 0,0 0,1 1,0-1,-1 0,1 1,0-1,1 1,-1 0,0-1,1 1,0 0,0-1,0 1,1 0,-1-1,1 1,0 0,0-1,0 1,0-1,1 1,1 2,1 0,1 0,-1-1,1 1,0-1,0 0,1 0,0-1,-1 0,2 0,-1 0,0-1,1 0,-1 0,1 0,0-1,0 0,38 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3.8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249 19,'-16'-5,"-14"-1,-9 1,-3 2,2 5,6 9,7 7,10 9,13 9,18 8,12 6,11 3,0-8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4.1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1,'18'13,"13"6,5-5,4-5,-5-5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5.8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367 422,'-15'-9,"0"0,-1 0,0 2,-1 0,0 1,0 1,0 0,0 1,-13-1,23 5,-1-1,1 1,0 0,-1 1,1 0,0 0,-1 0,1 1,0 0,0 1,0-1,1 1,-1 0,1 1,-1 0,1 0,0 0,0 1,1 0,0 0,0 0,0 1,0 0,-1 2,3-5,1 0,-1 1,0-1,1 1,0 0,0-1,0 1,0 0,1 0,-1 1,1-1,0 0,0 0,1 1,-1-1,1 0,0 1,0-1,1 0,-1 1,1-1,0 0,0 0,0 1,1-1,-1 0,1 0,0 0,0-1,0 1,1 0,0-1,-1 0,1 1,0-1,0 0,1 0,-1-1,3 3,3-4,0 1,-1-2,1 1,0-1,0 0,0-1,-1 0,1 0,0-1,-1 0,1 0,-1-1,0 0,0-1,0 0,0 0,-1-1,0 0,0 0,0 0,0-1,-1 0,0-1,0 1,3-6,7-8,-1-1,-1 0,-1-1,-1-1,-1 0,-1 0,0-1,-2-1,-1 1,-2-1,0 0,-1 0,-2-1,0 1,-2-1,-1-6,-7-44,8 76,0-1,0 0,-1 0,1 1,0-1,0 0,0 0,0 1,-1-1,1 0,0 1,-1-1,1 0,0 1,-1-1,1 0,-1 1,1-1,-1 1,0-1,1 1,-1-1,1 1,-1-1,0 1,1 0,-1-1,0 1,1 0,-1 0,0-1,0 1,1 0,-1 0,0 0,0 0,1 0,-1 0,0 0,0 0,0 0,1 1,-1-1,0 0,1 0,-1 1,0-1,0 0,1 1,-1-1,1 0,-1 1,0-1,1 1,-1 0,1-1,-1 1,1-1,-1 1,1 0,0-1,-1 1,-27 45,18-24,1 2,1-1,2 1,0 0,1 0,2 1,0-1,2 1,1 0,1-1,0 1,2 0,1-1,5 16,-5-28,0-1,0 0,1 0,0 0,1-1,0 0,1 0,0 0,0-1,1 0,0 0,1-1,0 0,0-1,1 0,0 0,0-1,0 0,1-1,0 0,0-1,0 0,1-1,-1 0,1-1,0 0,0-1,0 0,-1-1,1 0,0-1,11-1,-15-2,1 0,-1 0,1-1,-1 0,-1 0,1-1,-1 0,0 0,0-1,-1 0,0 0,0-1,-1 1,1-1,-2 0,1-1,-1 1,-1-1,1 0,-1 0,-1 0,0 0,0 0,-1-1,0 1,0 0,-1-1,-1 1,0-2,2 9,-1 1,0-1,0 0,0 0,0 0,0 0,-1 1,1-1,0 0,-1 0,1 1,-1-1,0 0,0 1,1-1,-1 0,0 1,0-1,-1 1,1 0,0-1,0 1,-1 0,1 0,-1 0,1 0,-1 0,1 0,-1 0,1 0,-1 1,0-1,0 0,1 1,-1 0,0-1,0 1,0 0,1 0,-1 0,0 0,0 0,0 0,1 1,-1-1,0 1,0-1,1 1,-1 0,0-1,1 1,-2 1,0 1,0 0,0 0,0 0,1 1,-1-1,1 1,-1 0,1-1,1 1,-1 0,0 0,1 1,0-1,0 0,0 0,0 1,1-1,0 0,0 1,0-1,0 0,1 1,-1-1,1 0,0 0,1 1,-1-1,1 0,0 0,0 0,0-1,0 1,0 0,1-1,0 0,0 1,0-1,0 0,0 0,1-1,0 1,11 6,1 0,0-1,0-1,1-1,0 0,0-1,1-1,-1-1,1 0,0-2,0 0,0 0,0-2,0 0,-1-1,3-1,-15 2,0 1,1-1,-1 0,0-1,0 1,0-1,0 0,-1 0,1 0,0-1,-1 0,0 0,1 0,-1 0,0-1,-1 1,1-1,-1 0,1 0,-1 0,0-1,-1 1,1-1,-1 0,0 1,0-1,0 0,-1 0,1-3,-1 4,0-1,-1 1,1-1,-1 1,0-1,0 1,-1-1,1 1,-1-1,0 1,0-1,-1 1,1 0,-1-1,0 1,0-1,1 4,1 1,-1 0,1 0,-1-1,1 1,-1 0,1 0,-1 0,1-1,-1 1,1 0,-1 0,0 0,1 0,-1 0,1 0,-1 0,1 0,-1 0,1 1,-1-1,1 0,-1 0,1 0,-1 1,1-1,-1 0,1 0,-1 1,1-1,-1 0,1 1,0-1,-1 1,1-1,0 0,-1 1,1-1,0 1,0-1,-1 1,1-1,0 1,0-1,0 1,0-1,-1 1,1-1,0 1,-10 29,9-23,0 1,0 0,1-1,-1 1,2 0,-1-1,1 1,1-1,-1 1,1-1,0 0,1 1,0-1,0 0,0-1,1 1,0 0,1-1,-1 0,1 0,0-1,0 1,1-1,0 0,0 0,0-1,0 0,1 0,0 0,7 2,0 0,0 0,1-1,-1-1,1 0,0-1,1 0,-1-2,0 0,1 0,-1-1,0-1,1-1,-1 0,0-1,0-1,0 0,-1-1,1 0,-1-1,0-1,-1-1,0 1,0-2,0 0,-1-1,-1 0,0 0,0-1,-1-1,0 0,1-2,-7 6,0 1,0-1,-1 0,0 0,0 0,-1 0,0 0,-1-1,0 1,0-1,0 1,-1-1,-1 1,1-1,-1 1,-1-1,2 8,-1 1,1-1,0 0,-1 1,1-1,-1 0,1 1,-1-1,1 1,-1-1,1 1,-1-1,0 1,1-1,-1 1,0 0,0-1,1 1,-1 0,0 0,1-1,-1 1,0 0,0 0,0 0,1 0,-1 0,0 0,0 0,1 0,-1 0,0 1,0-1,1 0,-1 0,0 1,0-1,1 0,-1 1,0-1,1 1,-1-1,1 1,-1-1,1 1,-1-1,1 1,-1 0,1-1,-1 1,1 0,0-1,-1 1,1 0,0 0,0-1,-1 1,1 0,0 0,0-1,0 1,0 0,0 0,0-1,0 1,0 0,0 0,1 0,-1-1,0 1,0 13,0 0,0 0,2 0,0 0,0-1,1 1,1-1,0 1,1-1,2 3,4 15,17 51,0-9,-2 1,-4 1,-4 1,-3 1,-3 0,-3 1,-2 72,-7-149,0 7,0 0,0 0,0 0,-1 0,-1 0,1 0,-1 0,-1-1,1 1,-1 0,-1-1,1 0,-1 0,-1 0,1 0,-3 2,5-8,1 0,-1 0,1 0,-1 0,0-1,1 1,-1 0,1-1,-1 1,0-1,0 0,1 0,-1 1,0-1,0 0,1 0,-1-1,0 1,0 0,1-1,-1 1,0-1,1 1,-1-1,0 0,1 1,-1-1,1 0,-1 0,1 0,0-1,-1 1,1 0,-36-49,27 21,1 0,1 0,2-1,1 0,1 0,2 0,0 0,3-17,-1 36,2-672,2 619,-4 62,1 1,-1 0,1 0,-1 0,1 0,0 0,-1 0,1 0,0 1,0-1,0 0,-1 0,1 1,0-1,0 0,0 1,0-1,0 1,1-1,-1 1,0 0,0-1,0 1,0 0,0 0,1 0,-1 0,0 0,0 0,0 0,0 0,1 0,-1 0,0 1,0-1,0 1,0-1,0 1,1 0,45 22,-45-22,14 9,0 1,-1 0,0 1,-1 1,0 0,-1 1,0 1,-2 0,1 0,-2 1,0 1,-1-1,3 8,-12-22,1 1,0-1,-1 0,1 0,-1 0,1 1,-1-1,0 0,0 0,0 1,0-1,-1 0,1 0,0 1,-1-1,0 0,1 0,-1 0,0 0,0 0,0 0,-1 0,1 0,0 0,-1-1,1 1,-1 0,1-1,-1 1,0-1,0 0,0 1,0-1,0 0,0 0,0 0,0-1,0 1,0 0,0-1,-1 1,1-1,0 0,0 0,-1 0,1 0,0 0,0 0,-1-1,0 1,-1 0,-1-1,1 1,-1-1,1 1,-1-1,1-1,0 1,-1-1,1 1,0-1,0 0,0-1,0 1,1-1,-1 0,1 0,-1 0,1 0,-1-1,4 3,-1 0,1 0,0 0,-1 0,1 0,0-1,0 1,0 0,-1 0,1 0,0 0,1 0,-1-1,0 1,0 0,0 0,1 0,-1 0,0 0,1 0,-1 0,1 0,0 0,-1 0,1 0,0 0,-1 0,1 1,0-1,0 0,0 0,0 1,0-1,0 0,0 1,0-1,0 1,42-19,-17 13,1 1,0 1,-1 1,1 1,0 2,5 1,-29-1,1 0,-1 0,0 0,0 1,0-1,0 1,0 0,0 0,-1 0,1 0,0 1,0-1,-1 1,1-1,-1 1,1 0,-1 0,0 0,0 0,1 1,-1 0,6 4,1-1,-1-1,1 1,0-1,1-1,-1 1,1-2,-1 1,1-2,0 1,1-1,-1 0,0-1,0-1,1 1,-1-2,0 1,1-2,-1 1,0-1,5-2,-10 3,1-1,-1 0,0 1,0-2,0 1,0-1,-1 1,1-1,-1-1,1 1,-1-1,0 1,0-1,-1 0,1-1,-1 1,0-1,0 1,0-1,-1 0,0 0,0 0,0 0,0 0,-1-1,0 1,0-1,0 1,-1 0,0-1,0 1,0-1,-1 1,1-1,-2 1,1 0,0-1,-1 1,0 0,0 0,-1-1,-1 0,1 1,-1-1,0 1,0 0,-1 1,1-1,-1 1,0 0,-1 0,1 0,-1 1,1-1,-1 2,0-1,0 1,0-1,-1 2,1-1,0 1,-1 0,1 0,-1 0,1 1,-1 0,1 1,-7 0,4 0,1 0,-1 1,1 0,-1 0,1 1,0 0,0 0,0 1,1 0,-1 0,1 1,0 0,0 1,0-1,1 1,0 0,0 1,1-1,0 1,-1 2,4-6,0-1,1 0,0 1,0 0,0-1,0 1,0 0,0-1,1 1,-1 0,1 0,0 0,-1 0,2 0,-1-1,0 1,0 0,1 0,0 0,-1-1,1 1,0 0,0-1,1 1,-1-1,1 1,-1-1,1 1,0-1,-1 0,1 0,0 0,1 0,-1 0,0-1,1 1,0 0,7 4,1 0,-1-2,1 1,-1-1,1-1,1 0,-1 0,8 0,23 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6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229 30,'-16'-7,"-12"-2,-6 0,-4 4,0 5,7 8,8 8,8 9,9 7,13 5,4-4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06.3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0,'13'16,"10"8,5 1,7-3,4-5,5-6,2-7,-3-8,-9-4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15.9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5,'11'-2,"-1"1,1 0,0 0,0 2,-1-1,1 1,0 1,-1 0,1 0,-1 1,1 0,-1 1,0 1,-1-1,1 1,-1 1,0 0,0 0,-1 1,0 0,0 0,3 4,-9-6,1 0,-1-1,0 1,0 1,-1-1,0 0,0 0,0 0,0 1,-1-1,0 0,0 1,0-1,-1 0,0 0,0 1,0-1,-1 0,1 0,-1 0,0 0,-1 0,-1 2,-75 104,71-102,-57 79,65-87,-1 1,0-1,1 0,-1 0,1 1,-1-1,1 0,0 0,-1 1,1-1,0 0,0 1,0-1,0 0,0 1,0-1,0 1,1-1,-1 0,0 0,1 1,-1-1,1 0,-1 0,1 1,0-1,-1 0,1 0,0 0,0 0,0 0,0 0,0 0,0 0,0 0,0-1,0 1,0 0,1-1,-1 1,0-1,0 1,1-1,-1 1,65 9,-58-10,54 4,-1-3,1-3,-1-2,21-6,-57 4</inkml:trace>
  <inkml:trace contextRef="#ctx0" brushRef="#br0" timeOffset="253.32">1 206,'25'0,"24"0,22 0,15 0,6 0,-12 0</inkml:trace>
  <inkml:trace contextRef="#ctx0" brushRef="#br0" timeOffset="1158.737">656 299,'16'-2,"-1"0,1-1,-1 0,0-1,0-1,0-1,-1 0,0 0,0-2,-1 0,1 0,10-10,-21 16,-1 0,1 0,-1-1,0 1,0 0,0-1,0 0,0 1,0-1,-1 0,0 0,1 0,-1 0,0 0,0 0,-1 0,1 0,-1 0,1 0,-1-1,0 1,0 0,0 0,-1 0,1 0,-1-1,0 1,0 0,0 0,0 0,0 0,-1 1,1-1,-1 0,0 0,0 1,0-1,0 1,0 0,0 0,-1 0,1 0,-1 0,0 0,1 0,-4 0,4 0,-1 1,0 0,0 0,0 0,0 1,0-1,0 1,0 0,0-1,0 1,0 1,0-1,0 0,0 1,0-1,0 1,1 0,-1 0,0 0,0 1,0-1,1 0,-1 1,1 0,-1 0,1 0,0 0,0 0,0 0,0 0,0 1,0-1,1 1,-2 1,-1 3,0 0,1 1,0 0,0 0,0-1,1 1,0 1,1-1,0 0,0 0,1 1,0 1,1-1,0 0,0 0,1-1,0 1,1 0,0-1,0 0,1 0,0 0,0 0,1-1,0 1,0-1,1 0,0-1,0 1,1-1,0-1,0 1,0-1,0 0,6 2,-1-1,0 0,0-1,0-1,1 0,-1 0,1-1,0-1,0 0,0-1,0 0,0-1,0-1,0 0,0-1,2 0,-9 0,0 1,-1-1,1 0,-1 0,1-1,-1 0,0 0,0 0,0-1,0 1,-1-1,1 0,-1-1,0 1,0-1,-1 0,1 0,-1 0,0 0,0 0,-1-1,0 1,0-1,0 0,2-6,-1-1,-1 1,0-1,-1 1,-1-1,1 0,-2 1,0-1,-1 0,-2-11,3 23,1 0,-1 0,0 0,1-1,-1 1,1 0,-1 0,1-1,0 1,0 0,-1-1,1 1,0 0,0-1,0 1,1-1,-1 1,0 0,0-1,1 1,-1 0,1 0,-1-1,1 1,0 0,-1 0,1 0,0 0,0 0,0 0,-1 0,1 0,0 0,1 0,-1 0,0 0,0 1,0-1,0 0,1 1,-1-1,0 1,0-1,1 1,-1 0,0 0,1 0,-1-1,0 1,1 0,0 1,18-1,1 1,-1 0,0 2,0 1,0 0,0 2,0 0,-1 1,2 2,-18-8,0 1,0-1,0 1,-1 0,1 0,0 0,-1 0,0 0,1 1,-1-1,0 1,0-1,0 1,-1 0,1 0,-1 0,0 0,1 0,-1 0,0 0,-1 0,1 0,-1 1,1-1,-1 0,0 0,0 1,0-1,-1 0,1 0,-1 1,0-1,0 0,0 0,0 0,-1 1,-3 11,4-13,-1 1,0 0,1 0,-1 0,1 1,0-1,0 0,1 0,-1 1,0-1,1 0,0 1,0-1,0 1,0-1,1 0,-1 1,1-1,0 0,0 1,0-1,0 0,0 0,1 0,0 0,-1 0,1 0,0-1,1 1,-1-1,2 3,10 2,0-1,1-1,0 0,0 0,0-2,0 0,0-1,1 0,-1-1,13-1,115-10,-24 30,-113-19,97 1,-100-2,0-1,1 1,-1-1,0 0,0 0,0 0,0 0,1 0,-1-1,-1 1,1-1,0 0,0 0,-1 0,1 0,-1-1,1 1,-1 0,0-1,0 0,0 0,-1 1,1-1,-1 0,1 0,-1-1,0 1,0-1,0-3,-2 0,1 0,-1 0,0 0,0 0,-1 1,0-1,0 0,0 1,-1 0,0-1,0 1,-1 0,0 1,0-1,0 1,-1-1,0 1,0 1,0-1,0 1,-1-1,1 2,-2-1,-1-1,1 1,-1 0,0 1,-1 0,1 0,-1 1,1 0,-1 0,0 1,1 0,-1 1,0-1,0 2,1 0,-1 0,0 0,1 1,-1 0,1 1,-1 0,1 0,0 1,0 0,1 0,-1 1,1 0,-1 1,-42 34,6 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14.5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255 527,'-6'-2,"0"0,1 0,-1 0,0 1,0 0,0 0,0 0,0 1,0-1,0 2,0-1,0 1,0 0,0 0,0 0,0 1,1 0,-1 0,1 1,-1-1,1 1,0 0,0 1,0-1,0 1,1 0,-1 0,1 1,0-1,0 1,1 0,-1 0,1 0,0 0,1 1,-1-1,0 5,1-7,1 0,1 0,-1 0,0 1,1-1,-1 0,1 0,0 1,0-1,0 0,1 0,-1 0,1 1,0-1,-1 0,1 0,1 0,-1 0,0 0,1 0,0 0,-1-1,1 1,0 0,1-1,-1 0,0 1,1-1,-1 0,1 0,0 0,-1-1,1 1,0-1,0 1,2-1,9 3,-1-1,0-1,1 0,0-1,0 0,-1-1,1-1,0 0,-1-1,1 0,-1-1,1-1,-1 0,0-1,-1 0,1-1,-1 0,0-1,-1 0,1-1,-2-1,10-8,-8 5,0-1,0 0,-1-1,-1-1,-1 0,0 0,-1-1,0 0,-1 0,-1 0,0-5,7-27,-2 0,-2-1,0-18,0-118,-8 183,-1 0,0 0,1 0,-1 0,0 0,0 0,0 0,-1 0,1 0,0 0,-1 0,1 1,-1-1,0 0,0 0,1 0,-1 1,0-1,-1 0,1 1,0-1,0 1,-1-1,1 1,-1 0,1 0,-1-1,1 1,-1 0,0 0,1 0,-1 1,0-1,0 0,-1 1,-2 2,0 1,0-1,0 1,1 1,-1-1,1 1,0-1,0 1,0 1,0-1,1 0,0 1,0 0,0 0,0 0,1 0,-1 1,-6 16,0 1,1 0,1 1,2 0,0 0,1 0,2 1,0-1,2 0,0 1,2-1,1 1,1-1,1 0,0 0,2-1,1 0,1 0,1 0,1-1,1-1,10 14,-15-25,1 1,0-1,1 0,0 0,0-1,1-1,0 1,1-2,-1 1,9 3,-14-8,0-1,-1 0,1 0,0 0,0-1,1 1,-1-1,0 0,0-1,1 1,-1-1,0 0,1 0,-1-1,0 0,0 0,1 0,-1 0,0-1,0 0,0 0,-1 0,1-1,0 1,-1-1,1 0,-1-1,6-6,-2-1,1 0,-1 0,-1-1,0 0,-1 0,0-1,-1 1,0-1,-1-1,-1 1,0 0,-1-1,0 0,-1 1,0-1,-2-1,-11-72,12 85,-1 0,0-1,0 1,0 0,0 0,0-1,0 1,0 0,-1 0,1 0,-1 1,1-1,-1 0,0 0,0 1,0-1,0 1,0 0,0 0,0-1,0 1,0 1,-1-1,1 0,0 0,-1 1,1-1,0 1,-1 0,1 0,-1 0,1 0,0 0,-1 1,-2 1,0 1,0-1,1 1,-1 1,1-1,0 1,0-1,0 1,0 1,1-1,-1 0,1 1,0 0,1-1,-1 1,1 0,0 0,0 1,0-1,1 0,0 1,0-1,1 1,-1-1,1 1,0-1,1 7,1 0,0-1,0 0,1 1,1-1,0 0,0 0,1-1,0 1,1-1,0 0,1-1,0 1,1-1,0-1,0 1,1-1,0-1,0 0,0 0,1-1,0 0,1 0,-1-1,4 0,46 21</inkml:trace>
  <inkml:trace contextRef="#ctx0" brushRef="#br0" timeOffset="719.992">401 501,'-7'0,"-8"2,-14 4,-13 4,-13 6,-9 6,-4 5,2 2,12-4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10.8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0 462,'7'38,"1"1,2-1,1 0,12 23,-18-48,2 1,-1-1,2 0,0-1,0 0,1 0,0-1,1 0,1 0,0-1,0-1,0 0,12 7,-18-13,0-1,0 1,0-1,0 0,1-1,-1 1,0-1,1 0,-1 0,1-1,-1 0,1 0,0 0,-1 0,1-1,-1 0,0 0,1-1,-1 1,0-1,0 0,0-1,0 1,0-1,0 0,-1 0,1 0,-1-1,0 0,0 0,0 0,-1 0,1 0,1-4,8-18,0-1,-3-1,0 1,-1-1,-2-1,-1 0,-1 0,-2 0,0 0,-3-1,0 1,-3-21,3 49,-2-26,9-52,-5 79,-1-1,0 1,0 0,0-1,1 1,-1 0,0 0,1 0,-1 0,0 0,0 0,1 0,-1 0,0 1,0-1,1 0,-1 1,0-1,0 1,0-1,0 1,1 0,-1-1,0 1,0 0,0 0,-1 0,1 0,0 0,0 0,0 0,-1 0,1 0,0 0,-1 0,1 0,-1 1,1 0,0-1,15 21</inkml:trace>
  <inkml:trace contextRef="#ctx0" brushRef="#br0" timeOffset="1734.501">949 622,'-6'-4,"1"-1,-2 1,1 0,0 1,-1-1,0 1,1 1,-1-1,0 1,-1 0,1 1,0 0,0 0,-1 0,1 1,0 0,-1 1,1 0,0 0,-1 0,1 1,0 0,0 0,0 1,0 0,1 0,-1 0,1 1,0 0,0 1,0-1,1 1,-1 0,1 1,2-4,0 1,0-1,0 1,0 0,1 0,-1 0,1 1,0-1,0 1,0-1,0 1,1 0,-1-1,1 1,0 0,0 0,1 0,-1 0,1 0,0 0,0 0,0 0,0 0,1 0,-1 0,1 0,0 0,1-1,-1 1,0 0,1-1,0 1,0 0,0-1,1 0,-1 0,1 0,2 3,1-4,1 1,-1-1,1 0,0 0,0-1,0 0,0 0,0 0,0-1,0 0,0-1,0 0,0 0,0 0,0-1,0 0,-1 0,1-1,-1 1,1-2,-1 1,0-1,0 0,-1 0,1 0,-1-1,0 0,0 0,0 0,-1-1,0 1,0-1,0 0,-1 0,0-1,0 1,0-1,1-5,-2 5,0 1,0-1,-1 0,0 1,0-1,0 0,-1 0,0 0,-1 0,0-4,1 10,0 1,1 0,-1-1,0 1,0-1,0 1,0-1,0 1,0-1,-1 1,1-1,0 1,0 0,0-1,0 1,0-1,-1 1,1-1,0 1,0 0,-1-1,1 1,0 0,0-1,-1 1,1 0,-1-1,1 1,0 0,-1 0,1-1,0 1,-1 0,1 0,-1 0,1 0,-1 0,1-1,-1 1,1 0,0 0,-1 0,1 0,-1 0,1 0,-1 0,1 1,-1-1,1 0,-1 0,1 0,0 0,-1 1,1-1,-1 0,1 0,0 1,-1-1,-14 25,14-19,0 0,0 0,0-1,1 1,0 0,0 0,1 0,-1 0,1 0,1 0,-1-1,1 1,0 0,0-1,1 0,-1 1,1-1,0 0,1 0,-1-1,1 1,0-1,0 1,1-1,-1-1,1 1,-1-1,1 1,1-1,2 1,1 1,1 0,-1-1,1 0,0-1,1 0,-1 0,0-1,1-1,-1 0,1 0,0-1,-1 0,1-1,-1 0,1 0,8-4,-8 1,0 0,-1-1,1-1,-1 0,-1 0,1-1,-1 0,0 0,-1-1,0-1,0 1,-1-1,0 0,0-1,-1 0,0 0,-1 0,0-1,-1 0,0 1,1-9,5-20,-1 0,-3-1,-1 0,-2 0,-1-25,-2 57,2-19,-1-1,-1 0,-2 0,-1 0,-1 0,-1 1,-2 0,0 0,-6-12,12 37,0-1,1 1,-1 0,0-1,-1 1,1 0,0 0,0 0,-1 0,1 0,-1 0,0 1,1-1,-1 0,0 1,0 0,0-1,0 1,0 0,-1 0,1 0,0 0,-1 0,1 0,0 1,-1-1,1 1,0 0,-1 0,1 0,-1 0,1 0,-1 0,1 1,0-1,-1 1,1-1,0 1,-1 0,1 0,0 0,0 0,0 1,0-1,0 1,0-1,0 1,0-1,1 1,-9 12,0-1,2 2,0-1,0 1,2 0,-1 1,2-1,0 1,1 0,1 1,0-1,2 1,-1 15,0-7,1 0,2 0,0-1,2 1,0-1,2 1,1-1,1 0,0-1,2 0,1 0,1-1,0 0,2-1,1 0,0-1,2-1,0 0,1-1,1-1,12 10,-25-23,0 0,0 0,0 0,0 0,1-1,-1 0,1 0,0-1,0 1,0-1,1 0,-1-1,0 0,1 0,-1 0,0-1,1 0,-1 0,1 0,-1-1,1 0,-1 0,0-1,0 0,0 0,6-3,-9 4,-1-1,1 1,-1 0,1 0,0-1,0 2,0-1,0 0,-1 1,1-1,0 1,0 0,0 0,0 0,0 0,0 0,0 1,0 0,0-1,0 1,0 0,-1 0,1 0,0 1,55 26,56 17,-111-44,0 0,0-1,0 0,0 1,0-1,0 0,1-1,-1 1,0 0,0-1,0 0,0 0,0 0,0 0,0 0,-1-1,1 1,0-1,-1 1,1-1,-1 0,1 0,-1 0,0-1,0 1,0-1,0 1,-1-1,1 1,0-1,-1 0,0 0,1-2,1-4,-1 1,0-1,0 1,-1-1,0 0,-1 1,0-1,0 0,-1 0,0 1,-2-7,1 7,-1 0,0 0,0 1,0-1,-1 1,0 0,-1 0,0 0,0 0,0 1,-1 0,0 0,0 0,-1 1,1 0,-1 0,0 1,-1 0,1 0,-1 0,1 1,-1 1,0-1,0 1,0 0,-1 1,1 0,0 0,0 1,-1 0,1 0,0 1,-1 0,1 1,0 0,0 0,0 1,-2 0,7-2,0 0,-1 0,1 1,0-1,0 1,0 0,0 0,0 0,1 0,-1 0,0 0,1 1,0-1,-1 1,1 0,0 0,1 0,-1 0,0 0,1 0,0 0,-1 1,1-1,1 0,-1 1,0-1,1 0,0 1,0-1,0 1,0-1,0 1,1-1,-1 1,1-1,0 0,0 1,0-1,2 2,26 29,8-5</inkml:trace>
  <inkml:trace contextRef="#ctx0" brushRef="#br0" timeOffset="2639.218">2286 729,'-7'-17,"-2"0,0 0,0 0,-2 1,0 1,-8-8,16 19,0 0,-1 0,0 0,1 1,-1 0,-1 0,1 0,0 0,-1 1,1-1,-1 1,0 1,0-1,0 0,0 1,0 0,0 0,0 1,0-1,0 1,0 0,-1 1,1-1,0 1,0 0,-1 1,-1 0,1 1,-1 1,1-1,0 1,0 0,1 1,-1-1,1 1,0 0,0 0,0 1,1-1,0 1,0 0,0 0,1 1,0-1,0 1,1 0,-2 5,3-8,0 0,0 0,0 0,0 1,1-1,0 0,-1 0,2 0,-1 0,0 1,1-1,0 0,0 0,0 0,0 0,1 0,0-1,-1 1,1 0,1-1,-1 1,0-1,1 0,0 1,0-1,0-1,0 1,0 0,1-1,-1 1,1-1,-1 0,1 0,0-1,3 2,-1-1,1 1,0-2,0 1,0 0,0-1,0-1,0 1,0-1,0 0,0-1,0 1,0-1,0-1,-1 0,1 0,0 0,-1 0,1-1,-1 0,0-1,0 1,0-1,0 0,-1-1,1 1,-1-1,0 0,-1-1,1 1,-1-1,0 0,0 0,-1 0,0-1,0-5,-8 30,5-13,0 0,1 0,-1 0,1 0,0 0,0 0,0 0,1 0,0 0,0 0,0-1,0 1,1-1,0 0,0 1,0-1,0-1,1 1,-1 0,1-1,0 0,0 1,0-2,1 1,-1 0,1-1,-1 0,1 0,0 0,0-1,0 0,0 1,0-2,2 1,-4-2,0-1,0 1,0-1,0 0,0 1,0-1,-1-1,1 1,0 0,-1-1,0 1,0-1,1 0,-2 0,1 0,0 0,-1 0,1 0,-1 0,0-1,0 1,0 0,0-1,-1 1,1 0,-1-1,0 1,0-1,0 1,-1-1,1 1,-1-1,0-1,1-7,14-140,-13 150,0 0,0 0,0 0,0 0,0 0,0 0,0 0,1 0,-1 1,1-1,-1 0,1 1,0-1,-1 1,1-1,0 1,0 0,0 0,0 0,0 0,0 0,0 1,1-1,-1 0,0 1,0 0,1 0,0-1,71 5,-60-3,-6-1,0 0,0 1,0 0,-1 0,1 0,0 1,0 1,-1-1,1 1,-1 0,0 1,1 0,-2 0,1 0,0 1,-1 0,0 0,0 1,-1-1,0 1,1 1,-2-1,1 1,-1 0,0 0,0 1,3 76,-8-76,1 1,0-1,0 1,1 0,0-1,0 1,1-1,0 0,1 1,-1-1,2 0,1 2,-3-6,1-1,-1 0,1-1,0 1,0 0,0-1,0 1,0-1,1 0,-1 0,1 0,0-1,-1 1,1-1,0 0,0 0,0 0,0-1,0 1,0-1,0 0,0 0,0 0,3-1,92-29,-80 21,-1-2,0 0,0-1,-1 0,-1-2,0 0,-1 0,0-2,-2 0,0 0,0-1,2-7,-13 22,0 0,-1 0,1 1,-1-1,1 0,-1 0,0-1,0 1,0 0,0 0,0 0,0-1,-1 1,1-1,-1 1,1 0,-1-1,0 1,0-1,0 1,-1 0,1-1,0 1,-1-1,0 1,1 0,-1-1,0 1,0 0,0 0,-1 0,1 0,0 0,-1 0,1 0,-1 0,0 1,0-1,1 0,-2 0,-4 2,1 0,0 1,0-1,0 1,0 1,0-1,0 1,0 0,1 0,-1 1,1-1,-1 1,1 1,0-1,0 1,0 0,1 0,-1 0,1 0,0 1,0 0,1 0,-1 0,1 0,0 1,0 2,1-4,0 0,0 0,0 0,1 1,-1-1,1 0,0 1,1 0,-1-1,1 1,0-1,0 1,0-1,1 1,0 0,-1-1,2 0,-1 1,0-1,1 1,0-1,0 0,0 0,1 0,-1 0,1-1,0 1,0-1,0 1,0-1,1 0,3 2,11 5,0-1,1 0,0-2,0 0,1-1,0-1,0-1,0 0,0-2,1-1,19 0,115-7,-89-3</inkml:trace>
  <inkml:trace contextRef="#ctx0" brushRef="#br0" timeOffset="2978.511">3756 650,'-14'-5,"0"1,0 0,-1 2,1 0,-1 0,0 1,1 1,-1 0,0 1,0 1,1 0,-1 1,1 1,0 0,0 1,0 0,11-3,0 0,0-1,0 1,0 0,1 1,-1-1,1 0,-1 1,1 0,0-1,0 1,0 0,0 0,0 0,1 0,-1 1,1-1,0 0,0 1,0-1,1 0,-1 1,1-1,0 1,0-1,0 1,0-1,0 1,1-1,0 1,-1-1,1 0,1 1,-1-1,0 0,1 0,0 0,-1 0,1 0,0 0,1 0,-1-1,0 1,1-1,0 1,-1-1,1 0,1 0,4 4,1-1,0 0,0-1,0 0,0 0,0-1,1-1,-1 1,1-1,0-1,0 0,0 0,-1-1,1 0,0-1,0 0,0 0,-1-1,1-1,0 0,-1 0,0 0,0-1,8-5,-14 6,1-1,0 0,-1 0,1 0,-1 0,0 0,0-1,-1 1,0-1,1 0,-1 0,-1 1,1-1,-1-1,0 1,0 0,0 0,-1 0,0-1,0 1,0 0,-1 0,0 0,0-1,0-1,1 6,0 0,0 1,0-1,0 1,-1-1,1 1,0-1,0 1,0-1,0 1,0-1,-1 1,1-1,0 1,-1-1,1 1,0-1,-1 1,1 0,0-1,-1 1,1-1,-1 1,1 0,0 0,-1-1,1 1,-1 0,1 0,-1-1,1 1,-1 0,1 0,-1 0,0 0,1 0,-1 0,1 0,-1 0,1 0,-1 0,1 0,-1 0,1 0,-1 0,1 1,-1-1,1 0,-1 0,1 1,-1-1,1 0,-1 0,1 1,-1-1,1 1,-1-1,-13 30,14-26,0-1,0 1,0-1,0 1,1-1,0 1,0-1,0 0,0 1,0-1,1 0,-1 0,1 0,0 0,0 0,0 0,1 0,-1-1,0 1,1-1,0 1,0-1,-1 0,1 0,1 0,80 34,-31-23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25.6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777 42,'-39'-7,"-2"2,1 2,0 1,-1 2,-1 3,-35-2,51 1,1 1,-1 2,1 0,1 1,-1 2,-13 6,27-10,-7 5,0 0,0 1,1 1,1 1,0 0,1 1,0 1,1 0,-11 15,-3-1,21-17,0 0,1 0,0 0,0 1,1 0,1 0,0 0,1 1,0-1,1 1,0-1,1 1,0 0,1 0,2 12,0-13,1 0,0 0,1 0,0 0,1 0,1-1,0 0,0 0,1-1,0 0,1 0,0 0,0-1,1 0,5 3,-7-4,17 15,1-1,1-1,1-1,19 10,-32-22,-1-1,1-1,0 0,1-1,-1 0,1-1,0-1,0 0,0-1,0-1,1-1,-1 0,1 0,7 0,-1-1,1-1,-1-1,0 0,0-2,0-1,13-5,0-5,0-1,-1-3,-1 0,-1-2,-1-2,-1 0,21-24,-45 41,-1 0,-1-1,1 1,-1-1,0 0,-1-1,0 1,0 0,-1-1,0 0,-1 1,0-1,0 0,-1 0,5-20,0-2,1 0,-1 0,-2 1,-1-1,-2-17,-15-44,14 86,0 1,0 0,-1 0,0 0,1 0,-2 0,1 0,0 1,-1-1,0 1,0-1,0 1,-1 0,0 0,1 1,-1-1,0 1,-1-1,1 2,-1-1,-3-2,-17-2,-1 1,0 0,0 2,0 1,-1 1,1 2,-4 0,19 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29.9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1 114,'-1'81,"4"1,4-1,5 17,1-38,-7-36,-1 0,-1 0,-1 1,-1-1,-1 12,-1-34,0-1,0 1,0-1,0 0,0 1,0-1,-1 1,1-1,0 0,-1 1,1-1,-1 0,1 1,-1-1,0 0,1 0,-1 0,0 1,0-1,0 0,0 0,0 0,0 0,0 0,0-1,0 1,0 0,-1 0,1-1,0 1,-1-1,0 1,9-30,15-4,1 1,2 2,0 0,15-10,-1-2,92-104,42-69,-92 108,-76 101,-12 19,1 1,3-6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32.1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761 125,'-32'-43,"23"36,4 3,-1 0,0 0,0 1,-1 0,1 0,-1 1,1 0,-1 0,0 0,0 1,1 0,-1 0,0 1,-5 0,-32-5,-119-3,111 9,38 0,1 1,-1 1,1 0,0 1,0 0,0 1,1 1,-1 0,0 2,-29 11,35-16,1 0,0 0,0 0,0 0,0 1,1 0,-1 0,1 1,0 0,1 0,-1 0,1 0,-1 1,-82 124,84-122,0 0,1-1,0 1,0 0,1 0,0 0,0 0,1 0,0 0,0 0,1 1,1 0,-1 22,-6 25,3-50,0 1,1-1,0 1,1-1,-1 1,1 0,1-1,-1 1,1 0,0-1,0 1,1-1,0 0,0 1,1-1,3 6,70 114,-68-116,-1 0,2-1,-1 0,1-1,0 0,1 0,0-1,0 0,1-1,-1 0,1-1,9 3,-3-3,1 0,0-2,0 0,0-1,0-1,1-1,2-1,-2 0,0-1,0 0,0-2,0 0,-1-2,1 0,-1-1,-1 0,0-2,0 0,0-1,-1 0,0-1,-7 2,0 0,0 0,0-1,-2 0,1-1,-1 0,0 0,-1 0,-1-1,4-11,-3 12,6-17,-1 9,-2-1,0-1,-2 0,0 0,-1 0,-1-1,-1 0,1-18,-5 13,-1 1,-2 0,0-1,-2 1,-1 1,-1-1,-1 1,-1 0,-1 1,-1 0,-2 0,-3-3,15 24,-1 1,1-1,-1 1,0-1,0 1,0-1,0 1,0 0,-1 0,1 0,-1 0,1 0,-1 1,0-1,1 1,-1 0,0 0,0 0,0 0,0 0,0 0,0 1,-1 0,1 0,0-1,0 2,0-1,0 0,0 1,0-1,0 1,0 0,-2 1,-25 10,0 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33.0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84,'2'-1,"0"1,-1 0,1 0,0-1,-1 1,1 1,0-1,0 0,-1 0,1 0,0 1,-1-1,1 1,0 0,-1-1,1 1,-1 0,1 0,-1 0,1 0,-1 0,0 0,0 0,1 1,-1-1,0 0,0 1,0-1,0 1,0-1,-1 1,1-1,0 1,-1-1,1 1,-1 0,0 0,1-1,-1 1,0 1,66 234,-66-235,1 0,0 1,-1-1,1 0,0 0,1 0,-1 1,0-1,1 0,-1-1,1 1,-1 0,1 0,0-1,0 1,0-1,0 1,0-1,0 0,0 0,0 0,1 0,-1 0,0 0,1-1,-1 1,0-1,1 1,-1-1,1 0,-1 0,1 0,-1-1,0 1,1 0,-1-1,0 0,1 1,1-2,13-9,-1 0,0-1,0-1,-1-1,-1 0,-1-1,0 0,5-9,-6 10,149-208,-128 189,-33 34,1 0,0 0,-1-1,1 1,-1 0,1 0,-1 0,0 0,1 0,-1 0,0 0,0-1,1 1,-1 0,0 0,0 0,0 0,0 0,0 0,0 0,-1 0,1 0,0 0,0 0,-1 0,1 0,-1 0,1 0,0 0,-1 0,1-1,-10 28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35.9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48 0,'-2'0,"-6"0,-9 0,-3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38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19,'3'0,"0"-2,-1-4,-4 1,-2-1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39.8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841 165,'-41'-14,"0"1,0 2,-1 2,0 1,-1 3,1 1,-1 2,0 2,0 2,-19 4,42-1,0 1,0 0,1 2,0 0,0 1,1 1,0 0,0 2,1 0,1 0,0 2,1 0,1 1,-1 1,5-4,0 0,1 1,0 0,1 0,1 1,0 0,1 0,0 0,1 1,1 0,0 0,1 0,1 1,0-1,1 0,1 1,0-1,1 1,1 2,2-4,-1 0,2 0,0 0,0 0,2-1,-1 1,2-2,0 1,0-1,1 0,0-1,1 0,1 0,0-1,0-1,1 0,0 0,5 1,9 6,2-1,0-2,0 0,1-2,1-2,0 0,0-2,9 0,-18-2,0-2,0 0,0-1,0-1,1-1,-1-1,0-1,0-1,0-1,0 0,-1-2,0 0,0-1,0-2,-1 0,17-10,-21 7,-1 0,0-1,-1 0,-1-1,0-1,-1 0,0 0,-1-1,-1 0,-1-1,0 0,-1 0,-1-1,0 0,-2 0,0 0,-1-1,-1 1,0-1,-2 1,0-1,-1 0,-1 1,-1-1,-3-11,3 10,-2 0,-1 0,0 0,-1 1,-1 0,-1 0,-1 1,0 0,-2 1,0 0,0 1,-2 0,0 1,-1 0,0 2,-1 0,-1 0,0 1,0 1,-1 1,-1 1,1 0,-4 1,5 4,-1 0,0 2,1 0,-1 1,0 0,0 2,0 0,1 1,-1 1,1 0,-1 2,1 0,0 1,1 0,-1 1,-11 8,-68 37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39.1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242 246,'0'-13,"0"-8,0 1</inkml:trace>
  <inkml:trace contextRef="#ctx0" brushRef="#br0" timeOffset="1833.993">1 86,'5'43,"2"0,2 0,9 24,-17-60,3 8,0 0,1 0,0 0,1-1,1 1,0-1,8 11,-14-23,0-1,0 0,-1 0,1 1,0-1,0 0,1 0,-1 0,0 0,0 0,0 0,1-1,-1 1,0 0,1-1,-1 1,0-1,1 1,-1-1,1 1,-1-1,1 0,-1 0,1 0,-1 0,1 0,-1 0,1 0,-1-1,1 1,-1 0,1-1,-1 1,1-1,-1 0,0 1,1-1,-1 0,0 0,0 0,0 0,1 0,-1 0,0 0,0 0,0 0,0-2,113-177,-90 138,2 1,2 0,2 3,10-10,-37 46,-2 0,1 0,-1 0,1 0,0 0,-1 0,1 1,0-1,0 1,0-1,0 1,1 0,-1 0,0 0,0 0,1 0,-1 0,1 1,-1-1,0 1,3 0,-4 1,0 0,0 0,0 1,0-1,0 1,0-1,0 1,-1-1,1 1,-1-1,1 1,-1 0,1-1,-1 1,0 0,0 0,0-1,0 1,0 0,0-1,0 1,0 0,-1-1,1 1,-1 0,0 1,1-1,-8 34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43.8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702 196,'0'-3,"0"-1,0 1,0-1,-1 0,1 1,-1 0,0-1,0 1,0-1,0 1,-1 0,1 0,-1 0,0 0,0 0,0 0,0 0,0 0,-1 1,1-1,-1 1,0 0,0 0,0 0,-2-1,-11-5,-1 1,-1 1,1 1,-1 0,1 1,-1 1,0 1,-1 0,1 2,0 0,0 1,0 0,0 2,0 0,0 1,0 1,1 0,-4 3,-12 4,1 1,0 2,1 1,1 1,0 2,-9 9,32-23,0 0,0 0,1 1,0 0,0 1,0-1,1 1,0 1,0-1,0 0,1 1,1 0,-1 0,1 0,1 1,-1-1,1 0,0 7,0 0,1 1,0 0,1-1,1 1,1 0,0-1,1 1,0-1,1 0,1 0,1 0,0-1,1 0,0 0,1 0,1-1,0-1,0 1,2-1,-1-1,1 0,1 0,3 1,14 6,2 0,0-2,1-1,1-2,0-1,0-1,1-2,1-2,-1-1,17 0,-42-4,0 0,1-1,-1 0,0-1,1 0,-1-1,0 0,1 0,-1-1,0 0,0-1,0 0,0 0,-1-1,1 0,-1 0,0-1,0 0,-1-1,1 0,-1 0,1-2,3-9,-1 0,0-1,-1 0,-1-1,-1 0,0 0,-2-1,0 0,-1 0,-1 0,0-13,2-8,-2-1,-1 1,-2-1,-5-39,3 65,-1 0,0 0,-1 0,0 0,-2 1,1 0,-2 0,0 0,-1 1,0 0,-1 1,-1 0,0 0,-3-1,5 7,0 0,-1 0,1 1,-2 0,1 1,-1 0,1 1,-1 0,-1 0,1 1,0 0,-1 1,0 0,1 1,-1 0,0 0,0 2,0-1,1 1,-1 1,0 0,1 0,-1 1,1 0,-5 3,-65 31,7 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45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0 227,'27'65,"-20"-47,1 0,0 0,1 0,1-1,1 0,12 15,-20-28,1-1,-1 1,0-1,1 1,0-1,0 0,0 0,0 0,0-1,0 0,1 0,-1 0,1 0,0 0,0-1,-1 0,1 0,0-1,0 1,0-1,0 0,0 0,0 0,0-1,0 0,-1 0,1 0,0-1,0 1,2-3,13-8,0-1,-1-1,-1-1,0 0,-1-1,-1-2,0 1,-2-2,5-7,-9 14,171-232,-151 201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46.9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832 188,'0'-12,"1"6,0 0,-1 1,0-1,0 1,-1-1,1 0,-1 1,0-1,-1 1,1 0,-1-1,0 1,0 0,-1 0,0 0,0 0,0 1,0-1,-4-3,-8-1,-1 1,0 0,0 0,-1 2,0 0,0 1,0 1,-1 0,1 2,-1 0,0 1,-17 1,28-1,-25-1,0 1,0 2,1 1,-1 1,1 2,-1 1,2 1,-1 2,1 1,0 2,0 1,18-6,0 1,0 0,1 1,0 0,1 1,0 0,1 0,-1 1,2 1,0-1,0 1,1 1,1-1,0 1,-2 9,0-1,1 0,2 1,0 0,1 1,2-1,0 1,1-1,1 1,2 10,-1-22,1 0,0 0,1 0,0-1,1 1,0-1,0 0,1 0,1 0,-1-1,2 0,-1 0,1 0,0-1,1 0,0-1,0 1,1-1,0-1,0 0,1 0,-1-1,1 0,8 2,22 7,2-1,-1-3,2-1,-1-2,1-2,0-2,0-2,30-3,-59 2,0-1,0-1,0 0,-1-1,1 0,0-1,-1-1,0 0,0-1,-1 0,1-1,-1-1,-1 1,1-2,-1 0,-1 0,7-8,0-2,-2 0,0-2,-1 0,0 0,-2-1,-1-1,-1 0,-1 0,0-1,1-12,-6 20,-1 0,0 0,-1-1,0 1,-2 0,0-1,-1 1,0-1,-2 1,0 0,0 0,-2 0,0 0,0 1,-2 0,-3-7,4 14,1-1,-2 1,1 0,-1 1,0 0,0 0,-1 0,0 1,0 0,-1 0,0 1,0 0,0 1,0 0,-1 1,0-1,1 2,-1-1,0 2,0-1,0 1,-1 1,1 0,-4 0,-62 11,4 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4:48.6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71,'5'2,"-1"-1,1 1,-1 0,0 0,1 0,-1 1,0-1,0 1,-1 0,1 0,0 1,-1-1,0 1,0 0,0-1,0 1,-1 1,2 1,-2-2,39 59,40 49,-78-108,0-1,1 0,-1 0,1-1,0 1,0-1,0 0,0 0,0 0,1 0,-1-1,0 0,1 0,-1 0,1 0,-1-1,1 1,0-1,-1 0,1-1,-1 1,1-1,-1 0,1 0,-1 0,1-1,-1 1,0-1,0 0,0-1,3-1,26-19,-1-1,-1-1,-2-1,0-2,-2-1,12-17,13-18,-8 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07.3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11,'-1'13,"0"0,1 0,0 0,1 0,0 0,2 0,-1-1,1 1,1 0,0-1,1 0,0 0,1-1,0 1,1-1,0 0,1-1,0 0,1 0,0-1,0 0,1 0,0-1,1-1,0 0,0 0,0-1,1 0,0-1,0 0,0-1,1-1,-1 0,7 1,-12-4,-1 0,1-1,-1 1,1-1,-1-1,1 1,-1-1,0 0,0 0,0-1,0 0,0 0,0 0,-1-1,0 0,1 0,-2 0,1-1,0 0,-1 0,0 0,0 0,0 0,-1-1,0 0,0 0,1-3,3-7,-1-1,0 0,-1-1,-2 1,1-1,-2 0,0 0,-1 0,-2-9,-8-28,9 55,0-1,-1 1,1 0,0-1,0 1,-1-1,1 1,0 0,0-1,-1 1,1-1,0 1,-1 0,1 0,0-1,-1 1,1 0,-1 0,1-1,-1 1,1 0,0 0,-1 0,1 0,-1-1,1 1,-1 0,1 0,-1 0,1 0,-1 0,1 0,-1 0,1 1,0-1,-1 0,1 0,-1 0,1 0,-1 1,1-1,0 0,-1 0,1 1,-1-1,1 0,0 0,-1 1,1-1,0 1,0-1,-1 0,1 1,0-1,0 1,-1-1,1 0,0 1,0-1,0 1,0-1,0 1,-6 10,1 0,1 0,0 1,1-1,0 1,1 0,0 0,1 0,0 5,-1-4,-1 65,2 1,5-1,2 0,16 70,-10-90,-2 2,-4-1,-2 1,-2 0,-4 0,-1 0,-4-1,-12 54,17-102,-1-1,1 1,-2 0,0-1,0 0,-1 0,0 0,0 0,-1-1,-1 0,1 0,-1-1,-1 0,0 0,0-1,0 0,-4 2,8-8,0-1,-1 0,1 0,-1 0,1 0,0-1,0 1,-1-1,1 0,0-1,0 1,0-1,0 1,0-1,0 0,0-1,1 1,-1-1,1 0,0 1,0-2,0 1,0 0,0 0,1-1,-1 0,1 1,0-1,0 0,0 0,0-4,-19-31,3 0,1-1,2-1,2-1,1 0,3 0,-1-13,10 54,-1-2,0-1,0 0,0 0,0 1,1-1,0 0,0 0,0 0,0 0,0 1,1-1,0 0,-1 0,1 0,1 1,-1-1,1 1,-1-1,1 1,0-1,0 1,0 0,3-2,4-2,1 1,0 1,0 0,1 0,0 1,-1 0,1 1,1 0,-1 1,8-1,3-1,141-28,-86 18</inkml:trace>
  <inkml:trace contextRef="#ctx0" brushRef="#br0" timeOffset="621.901">818 880,'-19'14,"-9"13,-3 12,1 10,4 8,7 6,5 4,11-1,10-5,8-5,9-9,4-7,5-8,1-10,-5-8</inkml:trace>
  <inkml:trace contextRef="#ctx0" brushRef="#br0" timeOffset="1028.047">1098 1148,'-7'8,"-1"1,1-1,0 1,0 1,1-1,1 1,0 0,-4 10,8-16,-1 0,1 0,0 0,0 0,0 1,1-1,-1 0,1 0,0 1,1-1,-1 0,1 1,-1-1,1 0,1 0,-1 0,0 1,1-1,0-1,0 1,0 0,1 0,-1-1,2 2,1 0,0 0,0 0,0 0,1-1,0 0,0 0,0 0,1-1,-1 0,1 0,0-1,-1 0,6 2,-9-4,0 1,0-1,0 0,0 0,0 0,0 0,0 0,0 0,0-1,0 0,0 1,0-1,0 0,0-1,-1 1,1 0,-1-1,1 1,-1-1,1 0,-1 0,0 0,0 0,0 0,0-1,0 1,0-1,-1 1,1-1,-1 1,1-1,-1 0,0-1,2-4,0 0,-1 0,0 0,0 0,-1-1,0 1,-1 0,0-1,0 1,0 0,-1-1,-1 1,1 0,-1 0,-1 0,1 0,-1 0,-1 1,0-1,0 1,0 0,-1 0,0 0,0 0,0 1,-4-3,7 8,0-1,0 1,-1 0,1 0,0-1,0 1,-1 1,1-1,0 0,-1 1,1-1,-1 1,1-1,-1 1,1 0,-1 0,1 1,-1-1,1 0,-1 1,1-1,-1 1,1 0,0 0,-1 0,1 0,0 0,0 1,0-1,0 1,0-1,0 1,0 0,0-1,-1 3,-2 2,0 0,1 0,0 0,0 1,0 0,1 0,0 0,0 0,0 0,1 0,0 3,-2 17</inkml:trace>
  <inkml:trace contextRef="#ctx0" brushRef="#br0" timeOffset="1274.497">1393 921,'11'11,"13"13,9 10,9 7,3 6,-3 5,-9 1,-15 4,-19 6,-26 4,-24 1,-3-11</inkml:trace>
  <inkml:trace contextRef="#ctx0" brushRef="#br0" timeOffset="1847.087">1767 305,'16'5,"14"1,14 0,12-1,9-2,4-1,2-1,-6 0,-13-1,-14 0</inkml:trace>
  <inkml:trace contextRef="#ctx0" brushRef="#br0" timeOffset="2125.649">1941 573,'21'7,"19"2,18 0,12-2,6-2,-4-2,-13-1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18.0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0 200,'21'18,"-14"-10,2 0,-1-1,1 0,0 0,0-1,1 0,0 0,0-1,0 0,0-1,1 0,4 0,-11-5,0-1,0 1,0-1,-1 1,1-1,0 0,-1-1,1 1,-1-1,0 1,0-1,0 0,0 0,0 0,-1-1,1 1,-1-1,0 1,0-1,0 0,0 0,-1 0,0 0,0 0,0 0,0 0,0 0,-1-4,7-100,-8 103,1-1,-1 1,0 1,0-1,-1 0,1 0,-1 0,0 1,-1-1,1 1,-1-1,0 1,0 0,0 0,0 0,-1 1,0-1,1 1,-1 0,-2-1,4 3,0 0,0 1,0-1,0 1,0-1,0 1,-1 0,1-1,0 1,0 0,0 0,-1 1,1-1,0 0,0 1,0 0,0-1,0 1,0 0,0 0,0 0,0 0,0 0,0 0,1 1,-1-1,0 1,1-1,-1 1,1 0,0-1,0 1,-1 2,-37 65,29-40,3-3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1.4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1 180,'104'-167,"-104"166,0 0,0 1,0-1,0 1,1-1,-1 1,0-1,0 0,1 1,-1-1,0 1,1 0,-1-1,1 1,-1-1,1 1,-1-1,0 1,1 0,-1-1,1 1,0 0,-1 0,1-1,-1 1,1 0,-1 0,1 0,0 0,-1 0,1 0,-1 0,1 0,0 0,-1 0,1 0,-1 0,1 0,0 0,-1 1,1-1,-1 0,1 0,-1 1,1-1,-1 0,1 1,-1-1,1 0,-1 1,1-1,-1 1,0-1,1 1,6 35,-35 321,26-326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2.3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91,'27'-29,"-18"22,1 0,0 1,0-1,1 2,-1 0,1 0,0 1,1 0,-1 1,1 0,-1 1,1 0,11 0,-20 3,-1-1,1 1,-1 0,1 0,-1 0,1 0,-1 0,0 0,0 0,0 1,0-1,0 1,0 0,0-1,0 1,0 0,-1 0,1 0,-1 0,0 1,1-1,-1 0,0 0,0 1,-1-1,1 1,0-1,-1 1,1-1,-1 1,0-1,0 1,0 2,-12 86,0-59,-2 1,-2-2,-1 0,-1-1,-4 4,-27 44,48-77,0 0,0-1,0 1,1 0,-1 0,0 0,0 0,1 0,-1 0,0 0,1 0,-1 0,1 0,0 1,-1-1,1 0,0 0,-1 0,1 1,0-1,0 0,0 0,0 0,0 1,1-1,-1 0,0 0,1 0,-1 1,0-1,1 0,-1 0,1 0,0 0,-1 0,1 0,0 0,0 0,-1 0,1 0,0 0,0-1,0 1,0 0,0-1,0 1,0-1,1 1,-1-1,0 1,14 1,-1 0,0-1,1-1,-1 0,0-1,0-1,1 0,12-4,-15 4,97-22,-60 13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3.1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23,'67'-9,"114"-4,-177 13,-1 0,1 0,-1 0,1 1,-1-1,1 1,-1 0,1 0,-1 0,0 1,1-1,-1 1,0 0,0 0,0 0,0 0,0 1,-1-1,1 1,-1-1,0 1,1 0,-1 0,-1 0,1 0,0 0,-1 1,1-1,-1 0,0 1,0-1,0 1,-1-1,1 1,-1-1,0 1,-2 13,0-1,-1 0,-1 0,-1 0,0 0,-1 0,-1-1,0 0,-1-1,-1 1,0-2,0 1,-4 1,1 4,10-17,1-2,1 1,-1-1,0 0,0 1,1-1,-1 1,1-1,-1 1,0-1,1 1,-1 0,1-1,-1 1,1 0,-1-1,1 1,0 0,-1 0,1-1,0 1,-1 0,1 0,0 0,0-1,0 1,0 0,0 0,0 0,0 0,0-1,0 1,0 0,1 0,-1 0,0-1,0 1,1 0,-1 0,0-1,1 1,-1 0,1-1,-1 1,1 0,0-1,-1 1,1-1,-1 1,1-1,0 1,-1-1,1 1,63-10,-57 7,-1 0,1 0,0 1,1 0,-1 0,0 1,0 0,0 0,0 0,1 1,-1 0,0 1,0-1,0 1,-1 1,1-1,0 1,3 3,-8-4,0 0,0 0,0 0,0 0,0 1,-1-1,1 1,-1-1,0 1,1 0,-1 0,-1-1,1 1,0 0,-1 0,1 0,-1 0,0 0,0 0,0 0,0 0,-1 0,1-1,-1 1,0 0,0 0,-33 71,17-49,-1-2,-1 0,-1-1,-2-1,0-1,-20 13,19-17,6-6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3.7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106 0,'-2'0,"0"0,1 0,-1 0,0 1,1-1,-1 1,1-1,-1 1,1-1,-1 1,1 0,-1-1,1 1,0 0,-1 0,1 0,0 0,0 1,0-1,0 0,0 0,0 1,0-1,0 1,0-1,0 0,1 1,-1 0,1-1,-1 1,1-1,0 1,0-1,-1 2,0-1,-11 36,2 0,1 1,2 0,-2 37,4-34,0-7,-4 106,9-140,0 0,0 0,0 0,0 0,0 0,0 0,0 0,1 0,-1 0,0 0,0-1,1 1,-1 0,1 0,-1 0,1 0,-1 0,1 0,-1-1,1 1,0 0,-1 0,1-1,0 1,0-1,0 1,0 0,-1-1,1 1,0-1,0 0,0 1,0-1,0 0,0 0,0 0,0 1,0-1,0 0,0 0,0 0,0 0,0-1,0 1,0 0,0 0,0-1,0 1,1-1,42-28,137-159,-181 187,0 1,1 0,-1-1,0 1,0-1,1 1,-1 0,0-1,1 1,-1 0,0-1,1 1,-1 0,1 0,-1-1,0 1,1 0,-1 0,1 0,-1-1,1 1,-1 0,1 0,-1 0,1 0,-1 0,1 0,-1 0,1 0,-1 0,0 0,1 0,-1 0,1 1,-1-1,1 0,-1 0,1 0,-1 1,0-1,1 0,-1 0,1 1,-1-1,0 0,1 1,-1-1,0 1,0-1,1 0,-1 1,0-1,0 1,0-1,1 0,-1 1,0-1,0 1,1 31,-1-30,-40 263,29-207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4.9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166 0,'-9'4,"0"-1,1 1,-1 1,1-1,0 1,0 1,0 0,0 0,1 0,0 1,1 0,0 0,0 1,0-1,1 2,0-1,0 0,1 1,0 0,1 0,0 0,0 0,1 1,0-1,1 1,0 1,-3 6,0-1,1 0,1 1,1 0,0 0,1-1,1 1,0 0,2-1,0 1,0-1,2 0,0 0,6 13,-9-25,1-1,-1 1,1 0,0-1,0 0,1 0,-1 0,1 0,-1 0,1-1,0 0,0 1,0-1,0-1,0 1,0-1,1 1,-1-1,0-1,1 1,-1 0,1-1,-1 0,1 0,-1 0,1-1,-1 0,1 0,-1 0,0 0,1 0,-1-1,0 0,0 0,0 0,0 0,-1-1,1 0,0 0,0-1,3-2,0 0,-1-1,0 0,0-1,0 1,-1-1,0 0,-1-1,0 1,0-1,-1 1,0-1,0 0,-1-1,0 1,-1 0,0-1,0 1,-1-7,0 14,-1 0,1 0,0 0,0 0,-1 0,1 0,-1 0,0 0,1 0,-1 1,0-1,0 0,0 0,-1 1,1-1,0 1,0-1,-1 1,1 0,-1-1,1 1,-1 0,0 0,0 0,1 0,-1 0,0 1,0-1,0 0,0 1,0-1,0 1,0 0,0 0,0 0,1 0,-1 0,0 0,0 0,0 1,0-1,0 1,0-1,0 1,0 0,0 0,0 0,-8 8,0 1,0 0,1 0,1 1,0 0,0 1,1 0,1 0,0 0,0 1,1 0,1 0,-2 11,6-24,-19 58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5.3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90,'3'-7,"1"1,1 0,-1 0,1 0,0 1,0-1,1 1,0 0,0 1,0 0,0-1,1 2,-1-1,1 1,0 0,0 1,0 0,0 0,1 0,-1 1,0 0,1 0,5 1,-9 0,0 1,0 0,0 0,0 0,0 1,-1-1,1 1,0 0,-1 0,1 0,-1 1,0-1,0 1,0-1,0 1,0 0,-1 0,1 1,-1-1,0 0,0 1,0 0,0-1,-1 1,0 0,1 0,-1 1,20 112,-21-117,19 313,-15-290</inkml:trace>
  <inkml:trace contextRef="#ctx0" brushRef="#br0" timeOffset="250.327">93 344,'26'-13,"21"-12,21-9,12-4,7-4,-11 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24.16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0 203,'5'14,"6"10,5 7,7 5,5 0,1 1,-2 2,-4 0,-8 1,-5 0,-8 0,-7-2,-13-3,-13-7,-9-9,-8-10,5-6</inkml:trace>
  <inkml:trace contextRef="#ctx0" brushRef="#br0" timeOffset="251.344">68 136,'16'-7,"12"-4,8-3,4-3,6-4,0-3,-2 1,-9 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11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96 324,'-7'138,"-5"0,-30 127,35-220,-4 18,5-94,-4-202,11-56,8 127,-5 143,7 31,13 81,-21-72,2 0,1 0,0 0,2-1,0 0,2 0,-10-17,1-1,0 0,1 0,-1 0,0 0,0-1,1 1,-1 0,1 0,0-1,-1 1,1-1,0 1,0-1,0 0,0 0,0 0,0 0,0 0,0 0,1-1,-1 1,0-1,0 1,1-1,-1 0,0 0,0 0,1 0,-1 0,0-1,1 1,-1-1,0 1,0-1,0 0,0 0,0 0,1 0,-2 0,1 0,0-1,0 1,0-1,11-12,0-1,-1 0,-1-1,0-1,-1 1,-1-2,0 1,-2-1,2-6,-7 19,32-84,-24 59,2-1,1 1,1 1,1 1,2 0,14-19,-30 46,-1 0,0 0,1 0,-1 0,1-1,0 1,-1 0,1 0,0 0,0 0,0 0,-1 0,1 0,0 1,0-1,1 0,-1 0,0 1,0-1,0 1,0-1,0 1,1-1,-1 1,0 0,0-1,1 1,-1 0,0 0,1 0,-1 0,0 0,0 0,1 1,-1-1,0 0,1 1,-1-1,0 1,0-1,1 1,0 6,1 1,-1-1,-1 1,1-1,-1 1,0 0,-1 0,0 0,0-1,-1 5,0 5,-26 493,25-444,2-1,4 1,2 0,3-1,16 57,-15-86</inkml:trace>
  <inkml:trace contextRef="#ctx0" brushRef="#br0" timeOffset="19534.694">697 1112,'-5'11,"1"0,0 0,1 1,0-1,1 1,0 0,1 0,0 2,1-10,0 1,1-1,-1 0,1 0,0 1,0-1,0 0,1 0,-1 0,1 0,0 0,0 0,1-1,-1 1,1-1,-1 1,1-1,0 0,1 0,-1 0,0-1,1 1,2 1,71 19,-74-23,0 0,-1 0,1 0,0 0,-1-1,1 1,-1-1,1 1,0-1,-1 0,0 0,1 0,-1 0,1-1,-1 1,0 0,0-1,0 0,0 0,0 1,0-1,-1 0,1 0,0-1,-1 1,0 0,1 0,0-3,0-5,1 0,-2 1,1-1,-1-1,-1 1,0 0,0 0,-1 0,0 0,-1 0,0 0,0 1,-1-1,-1 0,0 1,0 0,0 0,-1 0,-1 1,1-1,-2 1,1 1,-1-1,0 1,-1 0,5 5,-1 0,1 0,-1 0,0 1,0-1,0 1,0 0,0 1,0-1,0 1,0-1,0 1,0 1,0-1,0 0,-1 1,1 0,1 0,-1 0,0 0,0 1,0 0,1-1,-1 1,0 1,1-1,0 0,0 1,0 0,0 0,0 0,0 0,1 0,-1 0,1 1,0-1,0 1,0-1,1 1,-1 0,0 3,-12 24</inkml:trace>
  <inkml:trace contextRef="#ctx0" brushRef="#br0" timeOffset="22213.75">1045 658,'-2'1,"0"0,-1-1,1 1,0 0,1 0,-1 0,0 0,0 0,0 0,1 0,-1 1,0-1,1 1,-1-1,1 1,0 0,0-1,-1 1,1 0,0 0,0 0,1 0,-1 0,0 0,1 0,-1 0,1 0,0 0,-1 0,1 1,0-1,0 0,1 0,-1 0,0 0,1 0,-1 0,1 1,-1-3,0 0,0-1,0 1,0 0,0-1,0 1,0 0,0-1,0 1,0 0,0-1,0 1,0-1,0 1,0 0,0-1,0 1,0 0,0-1,0 1,1 0,-1-1,0 1,0 0,0-1,1 1,-1 0,0 0,0-1,1 1,-1 0,0 0,1 0,-1-1,0 1,1 0,-1 0,0 0,1 0,-1 0,0-1,1 1,-1 0,0 0,1 0,-1 0,0 0,1 0,-1 0,1 0,-1 1,0-1,1 0,-1 0,0 0,1 0,-1 0,0 1,1-1,-1 0,0 0,1 0,-2-2,1 0,-1 0,1 0,-1-1,0 1,1 0,-1 0,0 0,-1 0,1 0,0 0,0 1,-1-1,1 0,-1 1,0-1,1 1,-1-1,0 1,0 0,0 0,0 0,0 0,-2-1,-4 14,6-3</inkml:trace>
  <inkml:trace contextRef="#ctx0" brushRef="#br0" timeOffset="23734.012">1405 297,'-4'183,"-8"0,-18 62,9-75,13-143,8-27,0 0,0 1,-1-1,1 0,0 1,0-1,-1 0,1 0,0 1,-1-1,1 0,0 0,-1 0,1 1,0-1,-1 0,1 0,0 0,-1 0,1 0,0 0,-1 0,1 0,-1 0,1 0,0 0,-1 0,1 0,0 0,-1 0,1 0,0 0,-1 0,1 0,-1-1,1 1,0 0,0 0,-1 0,1-1,0 1,-1 0,1 0,0-1,0 1,-1 0,1-1,0 1,0 0,0-1,-1 1,1 0,0-1,0 1,0 0,0-1,0 1,0-1,0 1,0 0,0-1,0 1,0 0,0-1,0 1,-4-13,0-1,2 1,-1-1,2 1,-1-1,2 0,0 0,1-8,-1 18,7-77,4 0,2 0,5 1,7-13,-2 0,-7 40,-15 53,0 0,0 0,0 1,0-1,-1 0,1 1,0-1,0 1,0-1,-1 1,1-1,0 1,-1 0,1-1,0 1,-1 0,1 0,-1-1,1 1,-1 0,0 0,1 0,-1-1,0 1,1 0,-1 0,0 0,0 0,0 0,0 0,0 0,0 0,0 0,0-1,0 1,-1 1,2 0,9 38,-5-17,0-1,2 0,0 0,2 0,0-1,1 0,11 16,-20-36,0 1,0-1,0 1,0-1,0 1,1-1,-1 1,0-1,1 0,-1 0,0 0,1 0,0 0,-1 0,1 0,0 0,-1-1,1 1,0-1,0 1,-1-1,1 1,0-1,0 0,0 0,0 0,-1 0,1-1,0 1,0 0,0-1,-1 1,1-1,0 1,-1-1,1 0,0 0,-1 0,1 0,-1 0,1 0,-1 0,0-1,1 1,-1 0,0-1,0 1,6-9,-1-1,0 0,-1 0,0 0,-1 0,0-1,-1 0,0 0,0-1,3-10,12-56,-10 41,2 0,1 1,2 0,6-10,-17 43,0-1,0 1,0 0,0-1,1 1,0 0,0 1,0-1,0 0,0 1,1 0,-1 0,1 0,0 0,0 1,0-1,1 1,2-1,-5 3,0 1,0-1,-1 1,1 0,0-1,-1 1,1 0,0 0,-1 0,1 1,-1-1,0 0,1 0,-1 1,0-1,0 1,0-1,0 1,0 0,0-1,0 1,0 0,-1 0,1-1,-1 1,1 0,-1 0,0 0,7 27,-1 0,-1 1,-2-1,-1 1,-1 0,-2 14,1-3,0 7,-1 24,2 1,4-1,3 0,4-1,4 11,0-31,-2-9</inkml:trace>
  <inkml:trace contextRef="#ctx0" brushRef="#br0" timeOffset="27660.655">2061 1153,'45'-81,"-36"58,60-138,-69 160,0 1,0-1,0 1,0-1,0 1,0-1,0 1,1-1,-1 1,0 0,0-1,0 1,1-1,-1 1,0 0,0-1,1 1,-1-1,0 1,1 0,-1-1,0 1,1 0,-1 0,1-1,-1 1,0 0,1 0,-1 0,1-1,-1 1,1 0,-1 0,1 0,-1 0,0 0,1 0,-1 0,1 0,-1 0,1 0,-1 0,1 0,-1 1,1-1,-1 0,0 0,1 0,-1 1,1-1,-1 0,0 0,1 1,-1-1,6 29,-5 35,-3 0,-9 57,-3 72,15-161,1-8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56.4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141 354,'-11'22,"2"1,0 0,1 0,2 1,0 0,2 0,0 1,2 3,-4 11,-23 157,28-270,2-62,-17-119,-12 60,26 177,28 38,-13-1,2-1,0 0,1-1,0-1,2 0,0-2,0 0,2 0,-1-2,19 8,-34-20,-1 0,1 0,0 0,0-1,0 0,0 0,0 0,0 0,0 0,-1-1,1 0,-1 1,1-1,-1-1,0 1,1 0,-1-1,0 0,-1 1,1-1,0-1,-1 1,0 0,0 0,0-1,0 1,0-1,-1 0,1 1,-1-2,6-7,107-193,-114 204,23-29,-23 29,1 1,-1-1,0 1,0-1,1 0,-1 1,1 0,-1-1,0 1,1-1,-1 1,1-1,-1 1,1 0,-1-1,1 1,-1 0,1 0,-1-1,1 1,0 0,-1 0,1 0,-1 0,1 0,0 0,-1-1,1 1,-1 1,1-1,0 0,-1 0,1 0,-1 0,1 0,0 1,-1-1,1 0,-1 0,1 1,-1-1,1 0,-1 1,1-1,-1 1,1-1,-1 0,0 1,1-1,-1 1,0-1,1 1,8 77,-9-55,-28 520,28-520,0 1,2-1,0 1,2-1,1 0,0 0,2-1,1 0,8 18,4-5</inkml:trace>
  <inkml:trace contextRef="#ctx0" brushRef="#br0" timeOffset="906.789">1010 555,'0'-3,"1"0,-1 0,0 0,-1 0,1 0,0 0,-1 1,0-1,1 0,-1 0,0 0,-1 1,1-1,0 1,-1-1,1 1,-1-1,0 1,0 0,0 0,0 0,0 0,-1 0,1 0,0 0,-1 1,1-1,-1 1,0 0,1 0,-1 0,0 0,-5 3,0 1,0 0,0 1,1-1,0 1,-1 1,2-1,-1 1,0 1,1-1,0 1,0 0,1 0,0 1,0-1,0 1,1 1,-9 9,1 1,1 0,0 1,2 0,0 0,1 1,1 0,1 0,-2 17,6-26,0 0,1 0,1 0,0 0,0-1,1 1,0 0,1 0,0 0,1-1,0 1,1-1,0 0,1 0,0 0,0 0,1-1,0 0,7 6,-6-7,0-1,1 0,0 0,0-1,1 0,-1-1,1 0,0 0,1-1,-1 0,1-1,0 0,4 1,-9-3,0 0,-1 0,1-1,-1 0,1 1,0-1,-1-1,1 1,-1-1,1 0,-1 0,1 0,-1-1,0 1,1-1,-1 0,0 0,0-1,0 1,0-1,-1 0,1 0,-1 0,0 0,0-1,0 1,0-1,0 0,-1 0,1-2,0 3,-1-1,0 1,0-1,0 0,-1 0,1 0,-1 0,0 0,0 0,0 0,-1 0,1 0,-1 0,0 0,0-1,-1 1,1 0,-1 0,0 0,0 0,0 0,0 0,-1 0,0 0,0 0,0 1,0-1,0 1,-1 0,1-1,-1 1,0 0,0 0,0 1,-1-1,1 1,-1 0,1-1,-1 1,0 1,0-1,1 1,-1-1,0 1,-3 0,-8 1,0 1,1 1,-1 0,0 1,1 1,0 0,-5 2,16-5,-70 24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5:39.4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17 645,'-3'3,"1"1,0-1,1 1,-1 0,1 0,-1 0,1 0,1 0,-1 0,0 0,1 0,0 0,0 1,0 1,0-5,0 1,1-1,-1 1,1-1,-1 0,1 1,-1-1,1 1,0-1,-1 0,1 1,0-1,0 0,0 0,0 0,0 0,1 0,-1 0,0 0,0 0,1 0,-1 0,0-1,1 1,-1-1,1 1,-1-1,0 1,1-1,-1 0,1 0,0 0,-1 0,1 0,-1 0,1 0,-1 0,1 0,0-1,0 0,0 1,0-1,0 1,0-1,0 0,0 0,0 0,-1 0,1 0,0 0,-1-1,1 1,-1 0,1-1,-1 1,0-1,0 0,1 1,-1-1,0 0,0 0,-1 0,1 0,0 0,-1 0,1 0,-1 0,0 0,1 0,-1 0,0 0,0 0,0 0,-1 0,1 0,0 0,-1 0,0 0,1 0,-1 0,0 0,0 0,0 1,0-1,0 0,0 1,-1-1,1 0,0 1,-1-1,1 1,-1 0,0 0,1 0,-3-1,3 1,0 1,0 0,0 0,0 0,0 0,-1 0,1 1,0-1,0 0,0 0,0 1,0-1,0 1,0-1,0 1,0-1,0 1,0-1,1 1,-1 0,0 0,0-1,1 1,-1 0,0 0,1 0,-1 0,1 0,-1 0,1 0,-1 0,1 0,0 0,-1 0,1 0,0 0,0 0,0 0,0 0,0 0,0 1,0-1,0 0,0 0,1 0,-1 1,2 9</inkml:trace>
  <inkml:trace contextRef="#ctx0" brushRef="#br0" timeOffset="7355.982">392 297,'0'-11,"0"32,-7 157,-23 134,12-124,16-442,-23-267,28 471,-3 50,1 0,-1 0,1-1,-1 1,1 0,0 0,-1 0,1 0,-1 0,1 0,0 0,-1 0,1 0,-1 0,1 0,0 0,-1 0,1 1,-1-1,1 0,-1 0,1 1,-1-1,1 0,-1 1,1-1,-1 0,1 1,-1-1,1 1,-1-1,0 1,1-1,-1 1,0-1,1 1,-1-1,0 1,0-1,0 1,1 0,-1-1,0 1,0-1,0 1,0 0,0-1,0 1,0-1,0 1,0 0,0-1,-1 1,1-1,0 1,0-1,-1 1,2 1,9 25,-4-9,0 0,0-1,2 0,0 0,1-1,1 0,0 0,1-1,1 0,0-1,13 11,-22-23,0 0,0-1,0 1,1-1,-1 1,0-1,1 0,-1 0,1 0,-1-1,1 1,0-1,-1 0,1 0,-1 0,1-1,0 1,-1-1,1 0,-1 0,0 0,1 0,-1-1,0 1,1-1,-1 0,0 0,0 0,-1 0,1 0,0-1,-1 1,1-1,-1 0,0 0,0 0,0 0,1-2,12-21,-1 0,-1 0,-1-2,-1 1,-2-1,-1-1,-1 0,0-10,3-5,-4 25,-6 19,0 0,0 1,0-1,0 0,0 0,0 0,0 1,0-1,0 0,0 0,0 1,0-1,0 0,0 0,0 0,1 1,-1-1,0 0,0 0,0 0,0 1,0-1,0 0,1 0,-1 0,0 0,0 0,0 1,1-1,-1 0,0 0,0 0,0 0,1 0,-1 0,0 0,0 0,0 0,1 0,-1 0,0 0,0 0,1 0,-1 0,0 0,0 0,1 0,-1 0,0 0,0 0,0 0,1 0,-1 0,0 0,0-1,0 1,0 0,1 0,-1 0,0 0,0-1,5 25,16 289,-18-190,-2-40,3-1,9 45,-5-85</inkml:trace>
  <inkml:trace contextRef="#ctx0" brushRef="#br0" timeOffset="7796.936">980 684,'-5'59,"-1"0,-4 0,-2-1,-2-1,-3 0,-10 17,26-71,0-2,0 0,0 1,0-1,0 1,1-1,-1 0,0 1,1-1,-1 1,1-1,-1 1,1 0,0-1,-1 1,1 0,0-1,0 1,0-1,0 1,1 0,-1-1,0 1,1-1,-1 1,1-1,0 1,-1-1,1 1,0-1,0 1,0-1,0 0,0 0,0 1,0-1,0 0,1 0,-1 0,0 0,1 0,-1-1,0 1,1 0,0 0,10-1,0-1,1 0,-1 0,0-1,0-1,0 0,10-4,-6 3,152-44,-154 45</inkml:trace>
  <inkml:trace contextRef="#ctx0" brushRef="#br0" timeOffset="8052.301">1167 965,'-5'-7,"-1"3,0 8,1 15,2 16,1 16,1 14,0 13,1 6,0-10</inkml:trace>
  <inkml:trace contextRef="#ctx0" brushRef="#br0" timeOffset="8866.639">1461 511,'4'14,"5"6,2 0,1-3,2-9,0-9,1-8,-3-7,-4-4,-2-2,-5 0,-5 4,-4 5,-3 6,0 10,3 11,2 10,2 0</inkml:trace>
  <inkml:trace contextRef="#ctx0" brushRef="#br0" timeOffset="12829.62">1849 310,'3'-13,"2"31,0 98,-5 0,-14 107,4-90,6-69,-9-302,-25-258,43 409,-5 87,0 0,0 1,0-1,0 1,0-1,0 0,0 1,0-1,0 1,1-1,-1 0,0 1,0-1,0 0,0 1,1-1,-1 0,0 0,1 1,-1-1,0 0,0 0,1 1,-1-1,0 0,1 0,-1 0,0 1,1-1,-1 0,1 0,-1 0,0 0,1 0,-1 0,0 0,1 0,-1 0,1 0,-1 0,0 0,1 0,-1 0,0 0,1 0,-1-1,1 1,-1 0,0 0,1 0,-1 0,0-1,0 1,1 0,-1 0,0-1,1 1,-1 0,0-1,0 1,0 0,1-1,-1 1,0 0,0-1,0 1,0 0,0-1,12 34,-12-33,58 195,-57-193,0 1,-1 0,1 0,0-1,1 1,-1-1,0 1,1-1,0 1,-1-1,1 0,0 0,0 0,0 0,0 0,1 0,-1-1,0 1,1-1,-1 1,1-1,0 0,-1 0,1 0,0 0,0-1,0 1,-1-1,1 0,0 0,0 0,0 0,0 0,0 0,-1-1,1 1,0-1,0 0,-1 0,1 0,0 0,1-1,7-10,0 0,-1-1,0 0,0-1,-2 0,0 0,0-1,-2 0,0 0,4-14,-4 14,72-205,-70 201,0 34,-5 223,6-86,6 0,19 66,-21-154,-4-12</inkml:trace>
  <inkml:trace contextRef="#ctx0" brushRef="#br0" timeOffset="13147.493">2530 698,'18'0,"18"0,11 0,7 0,1-2,-4-1,-8 0,-12 0</inkml:trace>
  <inkml:trace contextRef="#ctx0" brushRef="#br0" timeOffset="13596.554">2490 671,'-4'7,"-1"1,1 0,0 0,0 0,1 0,0 1,1-1,0 1,0 0,1-1,0 1,1 0,-1 0,2 0,-1 0,1-1,1 1,0 0,0 0,0-1,1 0,0 1,1-1,0 0,3 4,-4-9,0-1,0 0,0 0,1 0,-1 0,1 0,-1-1,1 1,0-1,-1 0,1 0,0-1,0 1,0-1,-1 0,1 0,0 0,0 0,0 0,0-1,0 0,-1 0,1 0,0 0,0-1,63-2,-61 7,-1 1,0-1,0 1,0 0,0 1,-1-1,0 1,0 0,0 0,0 0,-1 1,0-1,0 1,0 0,-1-1,0 1,0 1,0-1,-1 0,0 0,0 0,-1 1,0-1,0 1,0-1,-1 0,1 0,-2 1,1-1,-1 0,0 0,0 0,-2 3,0-3,0 0,0-1,0 1,-1-1,0 0,0-1,0 1,-1-1,1 0,-1 0,0-1,0 0,-1 0,1 0,-1 0,1-1,-1-1,0 1,0-1,0 0,1 0,-1-1,0 0,0 0,-6-2,-8 2</inkml:trace>
  <inkml:trace contextRef="#ctx0" brushRef="#br0" timeOffset="16285.71">3079 458,'2'88,"-1"-87,-1-1,1 1,-1 0,1 0,-1 0,1 0,0-1,-1 1,1 0,0-1,0 1,-1 0,1-1,0 1,0-1,0 1,0-1,0 0,0 1,0-1,0 0,0 0,0 1,0-1,0 0,0 0,0 0,0 0,0 0,0-1,0 1,0 0,0 0,0-1,-1 1,1 0,0-1,0 1,0-1,0 1,0-1,-1 0,1 1,0-1,0 0,-1 0,1 1,0-1,-1 0,1 0,-1 0,1 0,-1 0,0 0,1 1,-1-1,0 0,0 0,0 0,1 0,-1 0,0 0,0 0,0 0,-1-1,3-1,-1 0,0-1,0 1,0 0,0 0,0-1,-1 1,1 0,-1-1,0 1,0-1,-1 1,1 0,-1-1,1 1,-1 0,0 0,0-1,0 1,-1 0,1 0,-1 0,0 0,0 1,0-1,0 0,0 1,0-1,-2 0,2 3,0 0,0 0,0 1,1-1,-1 1,0-1,1 1,-1 0,0 0,1 0,-1 0,1 0,-1 0,1 0,0 0,-1 1,1-1,0 0,0 1,0-1,0 1,0-1,0 1,1 0,-1-1,0 1,1 0,-1 0,1-1,0 1,0 0,-1 0,1 1,-4 17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44.0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1,'-4'0,"2"2,9 1,13 2,15 1,17-2,12 0,7-2,1-1,-3 0,-12 1,-14 6,-15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44.2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1,'13'2,"14"1,16 0,12-1,10 2,4 0,-2 2,-11-1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43.0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95 118,'0'106,"-6"1,-4-1,-4 0,-19 62,14-112,18-56,1 0,-1 0,1 0,-1 0,1 0,0 0,-1 0,1 0,-1 0,1 0,-1 0,1 0,0-1,-1 1,1 0,-1 0,1 0,0-1,-1 1,1 0,0-1,-1 1,1 0,0-1,0 1,-1 0,1-1,0 1,0 0,-1-1,1 1,0-1,0 1,0 0,0-1,0 1,0-1,0 1,0-1,0 1,0-1,0 1,0 0,0-1,0 1,0-1,0 1,0-1,1 1,-1 0,0-1,0 1,7-172,-3 130,49-477,-48 501,2 35,10 61,-13-54,0 0,2 0,0-1,2 0,1 0,0-1,2 0,0-1,2 0,3 4,-13-22,-1 0,0 0,1 0,0 0,-1 0,1-1,0 1,1-1,-1 0,0 0,1 0,-1 0,1-1,-1 1,1-1,0 0,-1 0,1 0,0-1,0 1,0-1,0 0,0 0,0 0,-1-1,1 1,0-1,0 0,0 0,-1 0,1-1,-1 1,1-1,-1 0,1 0,-1 0,1-2,10-12,-1-1,-1 0,-1-1,-1 0,0-1,-1 0,-1 0,-1-1,0 0,-2-1,-1 1,0-1,-1-1,-3 21,17-96,-16 132,-12 130,4-104,2 1,3 0,3 0,3 1,2-2,3 1,4 6,-1-31</inkml:trace>
  <inkml:trace contextRef="#ctx0" brushRef="#br0" timeOffset="397.114">683 732,'31'113,"-29"-108,0-1,0 1,0-1,1 1,0-1,0 0,0 0,0 0,1 0,0 0,-1-1,1 0,1 0,-1 0,0 0,1-1,-1 1,1-1,0 0,0-1,1 1,-3-1,1-1,0 0,0 0,-1 0,1-1,0 1,-1-1,1 0,0 0,-1 0,1 0,-1-1,1 1,-1-1,0 0,0 0,0 0,0 0,0-1,0 1,0-1,-1 0,1 0,-1 0,0 0,0 0,0-1,4-5,-1 0,0-1,-1 0,0 0,0 0,-1-1,-1 1,2-11,-3 11,0 0,-1-1,0 1,-1-1,0 1,-1 0,0 0,0-1,-3-5,4 12,-1 1,1-1,0 1,-1 0,0 0,0 0,0 0,0 0,0 0,0 0,-1 1,0-1,1 1,-1-1,0 1,0 0,0 0,0 1,-1-1,1 1,0-1,-1 1,1 0,-1 0,1 1,-1-1,1 1,-1-1,-1 1,-2 2,-1 0,0 0,1 1,-1 0,1 1,0-1,0 1,0 1,0-1,1 1,0 0,0 1,0-1,0 1,1 0,0 1,1-1,-1 1,1 0,1 0,-2 2,-16 33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48.8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0 188,'16'0,"15"0,13 0,8 0,6 2,4 1,-1 2,-4 1,-7-2,-11 0</inkml:trace>
  <inkml:trace contextRef="#ctx0" brushRef="#br0" timeOffset="261.522">215 1,'13'20,"8"14,-1 10,-4 9,-6 7,-7 5,-7 2,-2-3,-1-13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45.4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1,'2'4,"6"7,5 7,6 8,6 9,3 10,4 8,1 4,2 4,2-1,-2-5,1-4,-1-9,-5-7,-5-9,-4-9,-6-8</inkml:trace>
  <inkml:trace contextRef="#ctx0" brushRef="#br0" timeOffset="246.457">348 14,'-6'2,"-8"10,-5 17,-9 19,-9 19,-9 15,-8 9,-4 3,7-15</inkml:trace>
  <inkml:trace contextRef="#ctx0" brushRef="#br0" timeOffset="2723.713">696 562,'0'-1,"0"1,0 0,1 0,-1 0,0 0,0 0,0-1,0 1,0 0,0 0,0 0,0 0,0-1,0 1,0 0,0 0,0 0,0-1,0 1,0 0,0 0,0 0,0 0,0-1,0 1,0 0,0 0,0 0,0 0,0-1,0 1,-1 0,1 0,0 0,0 0,0 0,0-1,0 1,0 0,-1 0,1 0,0 0,0 0,0 0,0 0,-1 0,1 0,0 0,0 0,18-9,64 1,-80 9,0-1,0 0,1 1,-1-1,0 1,0 0,0 0,0 0,0 0,0 0,-1 0,1 0,0 1,0-1,-1 1,1-1,-1 1,1 0,-1-1,0 1,0 0,0 0,0 0,0 0,0 0,0 0,-1 0,1 0,-1 0,1 1,-1-1,0 0,0 0,0 0,0 1,0-1,-3 11,0 1,-1-1,0 0,-1 0,-1 0,0-1,0 1,-1-1,-1-1,0 0,-1 0,0 0,-1-1,-51 65,61-75,0 1,0 0,0 0,0-1,0 1,0 0,0-1,0 1,1 0,-1-1,0 1,0 0,1-1,-1 1,0 0,1-1,-1 1,0-1,1 1,-1-1,1 1,-1-1,1 1,-1-1,1 1,-1-1,1 1,0-1,-1 0,1 1,-1-1,1 0,0 0,-1 0,1 1,0-1,-1 0,1 0,0 0,0 0,-1 0,1 0,0 0,-1 0,1-1,132-9,59-6,-139 14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49.8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41,'13'18,"12"11,8 9,6 5,4 5,1 2,-2 3,0-2,-3-2,-3-2,-4-8,-3-7,-5-10</inkml:trace>
  <inkml:trace contextRef="#ctx0" brushRef="#br0" timeOffset="240.662">402 0,'-16'7,"-10"11,-7 17,-5 15,-3 13,-1 12,0 7,2 1,6-5,8-16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51.0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1 263,'10'-41,"1"0,3 1,1 0,2 1,5-7,-12 31,-4 16,-1 57,-7 56,0-57,2 0,3 0,4 8,2-23,2-11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52.4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1,'16'4,"11"7,12 8,7 9,5 10,3 7,2 7,-2 2,-4 1,-5-3,-7-2,-6-8,-7-9,-8-10</inkml:trace>
  <inkml:trace contextRef="#ctx0" brushRef="#br0" timeOffset="243.586">509 28,'-16'7,"-12"8,-11 14,-4 13,-6 13,-2 11,-2 6,3 1,6-4,10-10,12-12,8-15</inkml:trace>
  <inkml:trace contextRef="#ctx0" brushRef="#br0" timeOffset="619.217">776 576,'4'5,"-1"-1,1 1,1-1,-1 0,1 0,0 0,0 0,0-1,0 0,0 0,1-1,0 1,-1-1,1 0,0-1,0 1,0-1,0 0,0-1,0 1,0-1,0 0,0-1,0 0,0 0,0 0,0 0,0-1,0 0,0-1,-1 1,1-1,2-2,-2 0,-1 0,0-1,1 0,-2 0,1 0,-1-1,0 1,0-1,-1 0,0 0,0 0,0-1,-1 1,0-1,-1 0,0 1,0-1,-1 0,1 0,-1 3,0 0,0 1,0-1,-1 1,0-1,1 1,-1-1,-1 1,1-1,-1 1,0 0,0 0,0 0,0 0,-1 0,1 0,-1 1,0-1,0 1,-1 0,1 0,-1 0,1 0,-1 1,0-1,0 1,0 0,0 0,-1 0,1 1,0 0,-4-1,-1 1,-1 1,0 1,1-1,-1 2,1-1,-1 1,1 1,0-1,-1 2,1-1,1 1,-1 1,1-1,-1 2,-6 4,-38 26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6:51.3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1 254,'16'0,"12"0,8 0,7 0,6 0,5 0,2 0,2 0,0 0,-4-2,-8-1,-12 0</inkml:trace>
  <inkml:trace contextRef="#ctx0" brushRef="#br0" timeOffset="295.353">309 1,'-2'11,"-1"13,-3 12,-1 13,-3 9,-2 9,2 7,-1-1,3-3,1-4,3-14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06.1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1,'0'4,"0"12,0 13,-2 16,-1 14,-3 12,1 9,-1 3,-1 0,2-3,2-5,1-4,0-9,2-10,0-14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06.4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28,'16'11,"10"4,3 0,-2-4,-5-5,-6-8,-6-7,-9-5,-10-4,-9 2,-7 4,-6 3,0 4,4 4,5 6,12 3,16 3,8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04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1 177,'13'0,"15"0,12 0,15 0,10 0,6 0,3 0,-3 3,-7 2,-6 3,-10 0,-10 1,-9-1,-10-2</inkml:trace>
  <inkml:trace contextRef="#ctx0" brushRef="#br0" timeOffset="246.378">148 324,'-4'9,"5"5,11 1,18-3,16-3,16-3,9-3,7-2,2 0,-2-2,-7 1,-9-1,-8 0,-11 1,-13 0</inkml:trace>
  <inkml:trace contextRef="#ctx0" brushRef="#br0" timeOffset="644.619">763 4,'-38'-3,"52"21,146 57,-88-46,-50-20,-1 1,0 1,0 1,-2 1,1 0,7 9,-22-18,-1 0,1 0,-1 1,0 0,0 0,-1 0,1 0,-1 0,0 0,-1 1,1 0,-1 0,0-1,-1 1,1 0,-1 0,0 1,-1-1,1 0,-1 0,0 0,-1 0,0 1,0-1,0 0,-1 0,0 0,-9 15,-1-1,-1 0,-1-1,-1 0,-1-1,0-1,-1-1,-1 0,-1-1,0-1,0-1,-2 0,-18 7,-152 83,110-67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10.9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1,'12'224,"-9"-119,16 96,-14-188,-3-35,-1 18,-1-8,2 0,-1 0,2-1,0 1,0 1,1-1,5-11,-8 20,1 0,-1 0,1 0,0 0,0 0,0 1,0-1,1 1,-1-1,0 1,1 0,0 0,0 0,0 0,0 0,0 0,0 1,0 0,0 0,0 0,1 0,-1 0,0 0,1 1,-1 0,1 0,-1 0,0 0,1 0,-1 0,1 1,4 2,0 0,-1 0,1 1,-1 0,1 0,-1 0,-1 1,1 0,-1 1,1 0,-1 0,-1 0,0 0,1 1,-2 0,1 0,-1 0,0 1,-1 0,0-1,0 1,1 7,-3-11,0 0,-1 0,0 0,0-1,0 1,0 0,0 0,-1 0,0 0,0 0,0-1,0 1,-1 0,1-1,-1 1,0-1,0 1,0-1,0 0,-1 0,1 0,-1 0,0-1,0 1,0-1,0 1,0-1,-1 0,1 0,-1-1,1 1,-1-1,1 1,-1-1,0 0,0-1,0 1,-3 0,-5 2,-1 0,1-1,0-1,-1 0,1 0,-1-1,1-1,-1 0,1 0,-1-1,1-1,0 0,-8-4,19 7,0 0,0 0,1 0,-1-1,0 1,0 0,1 0,-1-1,0 1,1 0,-1-1,0 1,1 0,-1-1,0 1,1-1,-1 0,1 1,-1-1,1 1,-1-1,1 0,-1 1,1-1,0 0,-1 1,1-1,0 0,0 1,0-1,-1 0,1 0,0 0,0 1,0-1,0 0,0 0,0 1,0-1,1 0,-1 0,0 1,0-1,1 0,-1 0,0 1,1-1,-1 0,0 1,1-1,-1 1,1-1,-1 0,1 1,0-1,-1 1,1-1,0 1,15-9</inkml:trace>
  <inkml:trace contextRef="#ctx0" brushRef="#br0" timeOffset="1020.388">536 496,'-4'-6,"-1"-3,-1 1,0-1,-1 1,0 0,0 1,-1-1,0 2,0-1,-1 1,-2-1,8 7,1 0,0 0,0 1,-1-1,1 1,0 0,0-1,0 1,0 0,0 0,0 0,0 1,0-1,1 0,-1 1,0-1,1 1,-1 0,1-1,0 1,-1 0,1 0,0 0,0 0,0 0,0 0,0 0,1 0,-1 0,1 1,-1-1,1 0,0 0,0 1,0-1,-4 11,1 0,1 1,0-1,1 0,0 1,1-1,0 1,1-1,1 0,3 11,-5-21,1-1,0 0,-1 0,1 0,1 1,-1-1,0 0,0-1,1 1,-1 0,1 0,-1 0,1-1,0 1,0-1,0 1,0-1,0 0,0 0,0 0,0 0,0 0,1 0,-1-1,0 1,0-1,1 0,-1 1,0-1,1 0,-1 0,1 0,0-1,4 0,-1 0,0-1,0 1,0-1,1-1,-2 1,1-1,0 0,-1-1,1 1,3-4,1-2,0-1,-1 0,-1 0,0-1,0 0,-1-1,5-11,-8 55,-5-26,1-1,0 0,0 0,1 1,0-1,0 0,0 0,0 1,1-1,0 0,0-1,0 1,0 0,1 0,0-1,0 0,0 1,1-1,-1-1,1 1,0 0,0-1,0 0,1 0,-1 0,1 0,0-1,-1 0,1 0,0 0,0 0,0-1,1 0,-1 0,0 0,3-1,-5 0,0-1,0 0,0 0,0 0,0 0,0-1,-1 1,1-1,0 0,-1 0,1 0,-1 0,0 0,0 0,1-1,-1 1,-1-1,1 1,0-1,-1 0,1 0,-1 0,0 1,0-1,0-1,16-80,-16 79,3-39,-3 27,0 1,1 0,1 0,0 1,1-1,3-7,-3 19,0 0,0 1,0 0,0-1,0 1,1 1,-1-1,1 1,-1-1,1 2,0-1,0 0,0 1,0 0,1 0,-1 0,0 1,0 0,0 0,1 0,-1 0,0 1,0 0,0 0,0 1,0-1,2 2,1-2,3 0,0 0,0 1,0 0,-1 1,1 0,-1 1,0 0,0 0,0 1,0 1,-1 0,0 0,0 0,-1 1,0 1,4 4,-9-8,-1 0,-1 1,1-1,-1 1,0 0,0-1,0 1,0 0,-1 0,0-1,0 1,0 0,-1 0,0 0,0-1,0 1,0 0,-1-1,1 1,-1-1,0 0,-1 0,0 2,-14 44,17-49,0 1,0 0,0-1,0 1,0-1,0 1,1 0,-1-1,0 1,1-1,-1 1,1-1,0 1,-1-1,1 1,0-1,0 0,0 1,0-1,0 0,0 0,0 0,1 1,-1-2,0 1,1 0,-1 0,1 0,-1 0,1-1,-1 1,1-1,0 1,55 10,-42-10,1-1,-1-1,1 0,-1-1,1 0,-1-1,0-1,0-1,-1 0,1-1,-1 0,4-4,-7 0,-16 16,4-4,0 0,0 0,0 0,0 0,0 0,1 0,-1 0,1 0,-1 0,1 0,0 1,0-1,-1 0,2 0,-1 0,0 0,0 1,1-1,-1 0,1 0,0 0,-1 0,1 0,0 0,0 0,0 0,1-1,-1 1,0 0,1-1,-1 1,1-1,-1 1,1-1,0 1,0-1,-1 0,1 0,0 0,0 0,0-1,0 1,0 0,1-1,-1 1,6 1,0 0,0-1,0 0,0 0,0-1,0 0,0-1,0 1,0-1,0-1,0 0,-1 0,1 0,0-1,5-3,-9 5,-1-1,1 0,-1 0,1 0,-1 0,0-1,0 1,0-1,0 0,-1 0,1 0,-1 0,1 0,-1-1,0 1,0-1,-1 1,1-1,-1 0,0 1,0-1,0 0,0 0,-1 0,1 0,-1 0,0 0,0 0,-1 0,1 0,-1 0,-1-2,0 0,0 1,-1 0,0-1,0 1,0 0,0 0,-1 1,0-1,0 1,0 0,-1 0,0 0,1 1,-1-1,0 1,-1 0,1 1,0-1,-1 1,0 0,1 1,-1-1,0 1,0 0,0 1,-1-1,2 0,0 1,0-1,0 1,0 0,0 0,-1 1,1-1,0 1,0 0,0 1,0-1,1 1,-1 0,0 0,1 1,-1-1,1 1,0 0,0 0,0 0,0 1,0-1,1 1,0 0,0 0,0 1,0-1,0 0,1 1,-1 1,2-1,1 0,-1 0,1 0,0 0,1 0,-1 0,1 0,0 0,0 0,1 0,-1 0,1-1,0 1,1-1,-1 1,1-1,-1 0,1 0,1 0,-1 0,0-1,1 1,0-1,0 0,0 0,0 0,0 0,1-1,-1 0,1 0,-1 0,1-1,0 1,0-1,0 0,0 0,2-1,27 8</inkml:trace>
  <inkml:trace contextRef="#ctx0" brushRef="#br0" timeOffset="1297.61">1726 241,'-14'-4,"-6"-2,-3 5,1 7,4 7,5 8,7 10,9 6,4-3</inkml:trace>
  <inkml:trace contextRef="#ctx0" brushRef="#br0" timeOffset="1487.245">1752 763,'21'16,"13"5,10 2,7-4,1-7,-8-5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16.5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253 416,'-21'-3,"0"0,-1 2,0 0,0 2,-12 1,29-1,-1 0,1 0,0 0,0 0,0 1,0 0,0 0,0 0,1 0,-1 1,1 0,-1 0,1 0,0 1,0-1,0 1,1 0,-1 0,1 0,0 1,0-1,1 1,-1 0,1-1,0 3,1-5,0 1,0-1,0 0,1 1,-1-1,1 0,-1 1,1-1,0 1,0-1,0 1,1-1,-1 1,1-1,-1 1,1-1,0 0,-1 1,1-1,1 0,-1 0,0 0,0 0,1 0,-1 0,1 0,0 0,-1 0,1-1,0 1,0-1,0 1,0-1,1 0,-1 0,0 0,0 0,1 0,-1 0,1-1,5 2,-1-1,1 0,0-1,0 0,-1 0,1 0,0-1,-1 0,1-1,0 0,-1 0,0-1,1 0,-1 0,0 0,0-1,1-1,7-5,0 0,-1-1,0 0,-1-1,-1-1,0 0,1-3,2-6,-2 0,-1-2,0 0,-2 0,-1-1,-1 0,-1 0,-1-1,-1 0,-1 0,-2 0,-1 0,0-1,-3-6,-4-30,5 62,1 1,0-1,-1 1,1 0,-1-1,1 1,-1 0,1-1,-1 1,0 0,1 0,-1 0,1 0,-1-1,1 1,-1 0,0 0,1 0,-1 0,1 0,-1 0,1 0,-1 1,0-1,1 0,-1 0,1 0,-1 0,1 1,-1-1,1 0,-1 1,1-1,-1 0,1 1,-1-1,1 1,-1-1,1 0,0 1,-1-1,1 1,0-1,0 1,-1 0,1-1,0 1,0-1,0 1,-1-1,1 1,0 0,-11 19,2 1,0 0,0 1,2-1,1 1,1 1,-2 20,-12 132,19-165,0 0,1 0,0 1,1-1,0 0,0-1,1 1,0 0,1-1,0 1,1-1,0 0,0-1,1 1,0-1,1 1,0-3,-1-1,1 0,0 0,1 0,-1 0,1-1,0-1,0 1,0-1,0-1,1 1,-1-1,1-1,-1 0,1 0,0 0,0-1,-1-1,1 1,0-2,7-1,-2 1,-1-2,1 0,0-1,-1 0,0-1,0 0,-1-1,0 0,0-1,-1-1,0 0,0 0,0-1,-4 2,-1 0,0 0,0 0,0-1,-1 0,-1 0,0 0,0 0,0-1,1-7,-4 14,0-1,-1 1,1-1,-1 0,0 1,0-1,0 0,0 1,0-1,-1 0,0 1,0-1,0 1,0-1,0 1,-1-1,1 1,-1 0,0 0,0 0,0 0,-1 0,1 0,-1 1,1-1,-1 1,0-1,0 1,0 0,-2-1,1 1,1 1,-1-1,1 1,-1 0,1 0,-1 0,1 1,-1-1,0 1,1 0,-1 0,0 0,1 0,-1 1,0-1,1 1,-1 0,1 0,-1 1,1-1,-1 1,1-1,0 1,0 0,0 0,0 1,0-1,0 1,1-1,-1 1,1 0,0 0,0 0,0 0,0 0,0 0,1 1,-1-1,1 1,0-1,0 1,0-1,0 1,1 0,0-1,0 1,0 0,0-1,0 1,1 0,-1-1,1 1,0 1,3 6,-1-1,2 1,-1-1,1 1,1-1,0-1,0 1,1-1,0 0,1-1,0 1,0-2,1 1,2 1,15 10,0 0,1-2,1-1,15 5,23 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17.2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54 448,'3'18,"0"13,-3 8,-1 4,0 4,0 0,0 0,0-4,1-7,-1-10</inkml:trace>
  <inkml:trace contextRef="#ctx0" brushRef="#br0" timeOffset="716.888">1 153,'31'12,"0"2,-1 0,-1 2,0 1,-1 2,-1 0,-1 2,16 17,-31-25,-1 0,0 1,-1 1,0-1,-2 1,0 1,0-1,-1 1,-1 0,-1 1,0-1,-2 1,1 0,-2 0,0 0,-1-1,-1 1,-1 0,0 0,-1 2,1-10,1 39,1-47,1 0,-1 0,1 0,-1 0,1 0,0 0,-1 0,1 0,0 0,-1 0,1 0,0-1,0 1,0 0,0 0,0-1,0 1,0-1,0 1,0-1,0 1,0-1,0 0,0 0,1 1,-1-1,0 0,0 0,0 0,0 0,0 0,1 0,-1-1,0 1,0 0,0-1,0 1,0 0,1-1,16-6,-1 0,1-2,-1 0,-1 0,0-2,0 0,-1 0,-1-2,0 0,4-5,4-2,-20 17,-1 2,-1 0,1 0,0 0,-1 0,1 0,0 0,0 0,0 0,-1 0,1 0,0 1,0-1,0 0,0 1,0-1,1 0,-1 1,0-1,0 1,0 0,0-1,1 1,-1 0,0 0,0 0,0 0,1 0,-1 0,0 0,0 0,1 0,-1 1,0-1,0 0,0 1,0-1,1 1,-1-1,0 1,1 0,12 98,-12-95,0 1,0-1,0 0,1 0,-1 0,1 0,0 0,0 0,0-1,1 0,-1 0,1 0,0 0,0 0,0 0,0-1,0 0,0 0,1 0,-1-1,1 1,-1-1,1 0,0 0,-1-1,1 0,0 1,0-1,0-1,3 1,1-1,-1 0,1 0,-1-1,1 0,-1 0,0-1,0-1,0 1,0-1,-1 0,1-1,-1 0,0 0,5-5,0-8,1 0,-2-1,-1-1,0 1,-2-2,0 1,-1-1,-1 0,-1-1,-1 1,-1-1,0 0,-2 0,-1-13,2 5,12-314,-23 391,-13 123,4 80,18-228,0-1,1 0,1 1,1-1,1 0,2 4,-3-17,-1 0,1 0,0 0,1 0,0-1,0 0,1 1,0-1,0-1,1 1,-1-1,1 0,1 0,-1-1,1 0,6 4,38 2,-31-17</inkml:trace>
  <inkml:trace contextRef="#ctx0" brushRef="#br0" timeOffset="976.363">723 246,'18'-2,"22"-1,23 3,18 0,11 6,2 6,-15 1</inkml:trace>
  <inkml:trace contextRef="#ctx0" brushRef="#br0" timeOffset="1325.45">1217 755,'15'-40,"-1"0,-3-1,-1 0,-2-1,1-25,-3 5,-6 62,1-1,-1 0,1 0,-1 0,1 1,-1-1,1 0,0 1,0-1,-1 0,1 1,0-1,0 1,0-1,-1 1,1 0,0-1,0 1,0 0,0 0,0-1,0 1,0 0,0 0,0 0,0 0,0 0,0 0,-1 1,1-1,0 0,0 0,0 1,0-1,0 0,0 1,0-1,-1 1,1-1,0 1,0 0,-1-1,1 1,0 0,-1-1,1 1,-1 0,1 0,-1 0,1-1,-1 1,1 1,9 5,204 89,-211-94,0 0,-1 0,1 0,-1 0,1 0,-1 0,0 0,0 1,0-1,0 1,0 0,-1-1,1 1,-1 0,0 0,1 0,-1 0,-1 0,1 0,0 0,-1 0,0 1,1-1,-1 0,-1 0,1 0,0 1,-1-1,1 0,-1 0,0 0,0 0,0 0,-1 0,1 0,-1-1,1 1,-1 0,-1 1,-21 34,18-30,0 0,1 0,0 0,0 1,1 0,1-1,-1 2,1-1,1 0,-1 4,4-10,0 0,0 0,1 1,-1-1,1 0,0-1,0 1,0 0,0 0,1-1,-1 0,1 1,-1-1,1 0,0 0,0 0,0-1,0 1,0 0,0-1,0 0,0 0,1 0,-1 0,0-1,1 1,-1-1,1 0,-1 0,0 0,1 0,1-1,23 2,0-1,-1-1,1-1,-1-1,8-3,20-6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07.2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574 11,'-19'-4,"0"1,0 1,0 1,-1 0,1 2,0 0,0 1,0 0,0 2,0 0,1 2,0 0,0 1,0 0,1 2,0 0,-9 6,22-12,0 1,1-1,-1 0,1 1,0 0,0 0,0 0,0 0,1 0,-1 1,1-1,0 1,1-1,-1 1,1 0,0-1,0 1,0 0,1 0,0 0,0 0,0 0,0 0,1 0,0 0,0-1,0 1,0 0,1 0,0-1,0 1,0-1,1 0,-1 1,1-1,2 2,14 13,2 0,0-1,0-1,2-1,0 0,1-2,0-1,13 4,65 39,-102-56,9 4,-1 1,0-1,0 2,0-1,-1 1,1 0,-2 0,1 1,-1 0,0 0,0 1,-1 0,0 0,0 0,-1 0,3 7,-7-13,0 1,0 0,0-1,0 1,-1 0,1-1,-1 1,1-1,-1 1,0-1,0 1,0-1,0 1,-1-1,1 0,0 0,-1 1,0-1,0 0,1-1,-1 1,0 0,0 0,-1-1,1 1,0-1,0 0,-1 0,-1 1,-75 22,67-22,0 0,0 0,-1-1,1 0,0-1,-1-1,1 0,0 0,0-1,0-1,0 0,0-1,0 0,1-1,0 0,-10-6,20 11,1-1,-1 1,1 0,0 0,-1 0,1-1,-1 1,1 0,-1-1,1 1,0 0,-1-1,1 1,-1-1,1 1,0-1,0 1,-1-1,1 1,0-1,0 1,0-1,-1 1,1-1,0 1,0-1,0 1,0-1,0 1,0-1,0 1,0-1,0 1,0-1,1 1,-1-1,0 1,0-1,0 1,1-1,-1 1,0-1,0 1,1-1,-1 1,0 0,1-1,-1 1,1-1,-1 1,0 0,1-1,-1 1,1 0,-1 0,1 0,-1-1,1 1,-1 0,1 0,-1 0,1 0,-1 0,1 0,0 0,40-6,-38 5,79-3,164-20,-223 20,-1 0,0-1,0-1,0-2,-1 0,0-1,-1-1,0-1,0 0,0-2,-18 11,0 1,0 0,0-1,0 1,0-1,0 0,0 1,0-1,0 0,-1 0,1 0,-1-1,0 1,1 0,-1 0,0-1,0 1,-1-1,1 1,0 0,-1-1,0 0,1 1,-1-1,0 1,0-1,-1 1,1-1,0 1,-1-1,1 1,-1-1,0 1,0-1,0 1,0 0,-1-1,1 1,0 0,-1 0,0 0,1 0,-5-2,-1 1,1-1,0 1,-1 0,0 1,0 0,1 0,-1 0,-1 1,1 0,0 0,0 1,0 0,0 0,0 1,0 0,0 0,0 0,0 1,0 0,0 1,0-1,1 1,0 1,-1-1,1 1,0 0,-4 5,8-7,0 0,0 0,0 1,0-1,1 1,-1-1,1 1,0 0,0-1,0 1,0 0,0 0,1 0,-1 0,1 0,0 0,0-1,0 1,0 0,0 0,1 0,-1 0,1 0,0 0,0 0,0-1,0 1,0 0,1-1,-1 1,1-1,0 1,0-1,0 0,0 1,6 5,0 1,1-2,0 1,0-1,1 0,0-1,0 0,6 2,149 47,-79-35</inkml:trace>
  <inkml:trace contextRef="#ctx0" brushRef="#br0" timeOffset="1409.006">1910 332,'1'-2,"0"1,1-1,-1 1,1 0,-1 0,1-1,-1 1,1 0,0 1,-1-1,1 0,0 0,0 1,0-1,0 1,-1-1,1 1,0 0,0 0,0 0,0 0,0 0,0 0,0 1,0-1,0 0,-1 1,1 0,0-1,0 1,0 0,-1 0,1 0,-1 0,1 0,0 0,-1 1,0-1,1 1,-1-1,0 1,0-1,1 2,4 10,0 1,-1-1,-1 1,0 1,0-1,-2 0,0 1,0 0,-2-1,0 1,0 0,-1 0,-3 12,-42 209,41-54,6-106,0 53,-1-127,-1-1,1 1,1-1,-1 1,0-1,0 1,0-1,1 1,-1-1,1 1,-1-1,1 0,0 1,-1-1,1 0,0 0,0 1,0-1,0 0,0 0,0 0,0 0,0 0,1 0,3-3</inkml:trace>
  <inkml:trace contextRef="#ctx0" brushRef="#br0" timeOffset="1797.004">1950 439,'2'-4,"-1"0,1 0,-1 0,1 1,1-1,-1 0,0 1,1 0,0 0,0-1,0 2,0-1,0 0,0 1,1-1,-1 1,1 0,0 0,0 0,0 1,0-1,0 1,0 0,0 0,0 1,0-1,4 1,3-4,0 1,0 0,0 1,0 0,1 1,-1 1,1-1,-1 2,0-1,1 2,-1 0,0 0,0 1,0 0,0 1,0 0,-1 0,1 2,-1-1,3 3,-11-6,0 0,0 1,0-1,0 1,0-1,0 1,-1-1,1 1,-1 0,0 0,0 0,0 0,0 0,0 0,-1 0,1 0,-1 0,0 0,0 0,0 0,0 0,0 0,-1 0,0 0,1 0,-1 0,0 0,0 0,-1 0,1 0,-1-1,1 1,-1 0,0-1,0 1,0-1,0 0,0 0,-1 0,1 0,-2 1,-10 6,-1-1,1-1,-1 0,-1-1,1 0,-1-1,0-1,0-1,0 0,-1-1,1 0,-8-2,-30-10,61-1,6 7</inkml:trace>
  <inkml:trace contextRef="#ctx0" brushRef="#br0" timeOffset="2214.741">2485 426,'-10'32,"9"-24,0-1,0 1,1 0,1 0,-1 0,1 0,1-1,0 1,0 0,0-1,1 1,0-1,0 0,1 0,-1 0,2-1,-1 1,1-1,0 0,0 0,1 0,0-1,0 0,0 0,0-1,1 0,0 0,1 0,-4-3,0 0,-1 0,1-1,0 0,0 0,0 0,0 0,0-1,0 0,0 1,0-1,0-1,-1 1,1 0,0-1,-1 0,1 0,-1 0,0 0,1-1,-1 1,0-1,-1 0,1 0,0 0,0-1,53-92,-22-7,-27 133,-7-14,0 0,1 0,1 1,0-1,1-1,1 1,1 0,0-1,1 0,3 6,2-4</inkml:trace>
  <inkml:trace contextRef="#ctx0" brushRef="#br0" timeOffset="2651.743">3019 385,'17'20,"-1"1,-1 0,-2 1,0 1,-1 0,-1 1,-1 0,-1 0,-1 1,-2 0,1 10,-6-33,-2-2,1 1,0-1,0 1,-1-1,1 1,0-1,0 1,0-1,0 1,0 0,0-1,0 1,0-1,0 1,0-1,0 1,0-1,0 1,0 0,1-1,-1 1,0-1,0 1,0-1,1 0,-1 1,0-1,1 1,-1-1,1 1,-1-1,0 0,1 1,-1-1,1 0,-1 1,1-1,-1 0,1 0,-1 1,1-1,-1 0,1 0,-1 0,1 0,-1 0,1 0,0 0,-1 0,1 0,-1 0,1 0,-1 0,1 0,-1 0,1-1,0 1,56-117,23-30,-80 147,0-1,0 1,0-1,0 0,0 1,0-1,0 1,0-1,0 1,0-1,1 1,-1-1,0 1,0-1,0 1,1-1,-1 1,0 0,1-1,-1 1,0-1,1 1,-1 0,1-1,-1 1,1 0,-1-1,0 1,1 0,-1 0,1-1,-1 1,1 0,0 0,-1 0,1 0,-1 0,1 0,-1 0,1 0,-1 0,1 0,-1 0,1 0,-1 0,1 0,-1 1,1-1,-1 0,1 0,-1 0,1 1,-1-1,1 0,-1 1,0-1,1 0,-1 1,1-1,-1 1,0-1,1 1,-1-1,0 0,0 1,1-1,-1 1,0-1,0 1,0 0,1 42,-2-36,7 109,-4-110,-1-1,1 0,0 0,0 0,0-1,1 1,0 0,0-1,0 0,0 1,1-1,-1-1,1 1,0 0,0-1,1 0,-1 0,1 0,-1-1,6 3,65 13,-38-14</inkml:trace>
  <inkml:trace contextRef="#ctx0" brushRef="#br0" timeOffset="2993.97">3688 586,'69'-30,"-61"29,-1-2,1 1,-1-1,1 0,-1-1,0 0,0 0,-1 0,1-1,-1 0,0 0,3-4,-7 6,-1 0,1 1,-1-1,0 0,0 0,0 0,0 0,0 0,-1 0,1 0,-1 0,0-1,0 1,0 0,0 0,-1 0,1 0,-1 0,0 0,0 0,0 0,0 0,0 0,-1 0,1 1,-1-1,0 1,0-1,0 1,0-1,0 1,0 0,-1 0,1 0,-1 0,1 1,-1-1,0 1,0-1,0 1,1 0,-1 0,0 0,0 1,-1-1,1 1,0 0,-1-1,-5-1,0 1,-1 0,1 0,-1 0,0 2,1-1,-1 1,1 0,-1 1,1 0,0 1,-6 1,11-2,0-1,1 1,-1 0,0 0,1 0,-1 0,1 1,-1 0,1-1,0 1,0 0,1 1,-1-1,1 0,-1 1,1-1,0 1,0 0,1 0,-1 0,1 0,0 0,0 0,0 0,0 0,1 0,-1 0,1 1,1 2,0-2,0 1,0 0,0-1,1 1,0-1,1 0,-1 0,1 0,0 0,0 0,0 0,1-1,-1 1,1-1,1 0,-1 0,0-1,1 1,0-1,-1 0,6 2,113 43,28-22,-83-20</inkml:trace>
  <inkml:trace contextRef="#ctx0" brushRef="#br0" timeOffset="5972.399">266 1709,'0'-4,"0"1,0-1,-1 1,1-1,-1 1,0-1,0 1,0-1,0 1,0 0,-1-1,0 1,1 0,-1 0,0 0,-1 0,1 1,0-1,-1 0,0 1,1 0,-1 0,0-1,0 2,0-1,-1 0,1 1,0-1,-1 1,1 0,-1 0,1 0,-1 1,1-1,-1 1,1 0,-1 0,1 0,-2 1,-4 0,1 0,0 1,-1 1,1-1,0 1,0 1,1-1,-1 1,1 1,0-1,0 1,0 0,1 1,0 0,0 0,0 0,1 1,-1 0,2 0,-1 0,1 0,0 1,1 0,-1 0,2 0,-1 0,1 0,0 0,1 1,0-1,0 1,1 4,0-9,1-1,0 0,-1 1,1-1,0 0,1 0,-1 1,1-1,-1 0,1 0,0-1,0 1,0 0,0-1,1 1,-1-1,1 1,-1-1,1 0,0 0,0-1,0 1,0 0,0-1,0 0,1 0,-1 0,0 0,1 0,-1-1,4 1,-1 0,1-1,0 1,-1-2,1 1,0-1,-1 0,1 0,-1-1,0 0,1 0,-1 0,0-1,0 0,2-1,3-5,1 0,-1-1,0 0,-1 0,0-1,-1-1,0 0,-1 0,0 0,-1-1,-1 0,0-1,0 1,-2-1,1-3,7-26,-3 0,-1 0,-3-1,0-19,-4-87,-10 126,-8 40,4 21,2 1,1 1,3-1,-4 38,10-66,-4 13,1 1,1 1,1-1,1 0,1 0,1 1,1-1,2 0,0 0,1 0,2-1,2 5,-6-22,1 0,0 0,0 0,0 0,1-1,0 0,0 0,0 0,1-1,-1 1,5 1,24 12</inkml:trace>
  <inkml:trace contextRef="#ctx0" brushRef="#br0" timeOffset="6362.956">680 1722,'-3'-5,"0"0,0 0,0 1,-1-1,1 1,-1-1,0 1,-1 0,1 1,-1-1,1 1,-1 0,0 0,0 0,-1 1,1 0,0 0,-1 0,1 0,-1 1,0 0,0 0,1 1,-1 0,0 0,0 0,1 1,-1-1,0 1,1 1,-1-1,1 1,-1 0,1 0,0 0,-1 1,1 0,1 0,-1 1,0-1,1 1,0 0,0 0,0 0,0 0,0 1,0 2,1-2,0-1,1 1,0-1,0 1,1 0,-1 0,1 0,0 0,0 0,1 0,-1 0,1 1,0-1,1 0,-1 0,1 0,0 0,0 0,1 0,-1 0,1 0,0-1,1 1,-1-1,1 1,0-1,0 0,0 0,0 0,1 0,0-1,0 1,0-1,0 0,0 0,0-1,1 1,0-1,-1 0,1 0,0 0,0-1,0 0,3 1,-2-1,1-1,0 0,0 0,-1 0,1-1,0 0,0 0,-1 0,1-1,-1 0,0-1,1 1,-1-1,0-1,0 1,-1-1,1 0,-1 0,0 0,0-1,0 0,0 0,-1 0,0 0,0-1,-1 0,1 0,-1 0,0 0,-1 0,0 0,0-1,0 0,0 1,-1-2,1-3,0 1,-1 0,0-1,0 1,-1-1,-1 1,0-1,0 1,-2-5,3 15,0-1,0 1,0-1,0 1,0-1,0 1,-1-1,1 1,0 0,0-1,0 1,-1-1,1 1,0-1,0 1,-1 0,1-1,0 1,-1 0,1-1,0 1,-1 0,1 0,-1-1,1 1,-1 0,1 0,0-1,-1 1,1 0,-1 0,1 0,-1 0,1 0,-1 0,1 0,-1 0,1 0,-1 0,1 0,-1 0,1 0,-1 0,1 1,-1-1,1 0,0 0,-1 1,1-1,-1 0,1 0,0 1,-1-1,1 0,0 1,-1-1,1 0,0 1,-17 26,14-20,0 0,1 0,0 0,0 0,1 0,0 1,0-1,1 1,0-1,0 1,1-1,0 0,0 1,1-1,0 0,0 0,0 0,1 0,0 0,1-1,-1 1,1-1,0 0,2 1,26 18,3-7</inkml:trace>
  <inkml:trace contextRef="#ctx0" brushRef="#br0" timeOffset="6856.98">1295 1589,'-10'-2,"-1"0,0 1,0 0,1 1,-1 0,0 1,0 0,1 1,-1 0,0 1,1 0,0 0,0 1,0 0,0 1,1 0,-1 1,1 0,1 0,-1 1,-4 5,11-10,1 1,-1-1,0 1,1 0,0-1,-1 1,1 0,0 0,0 0,1 0,-1 0,1 0,-1 0,1 0,0 0,0 0,0 0,1 0,-1 0,1 0,0 0,-1 0,1 0,1 0,-1 0,0-1,1 1,-1 0,1-1,0 1,0-1,0 0,0 1,0-1,0 0,1 0,-1-1,1 1,-1 0,3 0,14 8,1-1,0-1,0-1,1 0,0-2,0-1,0 0,1-1,-1-2,1 0,9-1,112-17,-141 17,-1 0,0 0,0 0,0 1,1-1,-1 0,0 1,0-1,0 1,0-1,0 1,0 0,0-1,0 1,0 0,0 0,0-1,0 1,-1 0,1 0,0 0,-1 0,1 0,0 0,-1 0,1 1,-1-1,0 0,1 0,-1 0,0 0,0 1,0-1,0 0,0 0,0 0,0 1,0-1,0 0,-1 1,5 15,-3-13,0-1,1 0,0 0,0 0,0 0,0 0,0 0,1-1,-1 1,1-1,0 1,-1-1,1 0,0 0,0-1,1 1,-1 0,0-1,1 0,-1 0,0 0,1 0,-1 0,1-1,0 0,-1 1,1-1,0-1,8 1,0 0,0-1,0-1,0 0,0-1,-1 0,11-4,71-49,-90 53,0 1,0-1,-1 0,1 0,0 0,-1 0,0 0,0-1,0 1,0-1,0 0,-1 1,0-1,1 0,-1 0,-1 0,1 0,-1 0,1 0,-1 0,0 0,0 0,-1 0,1 1,-2-4,-2 0,0 1,-1 1,0-1,0 1,0 0,0 0,-1 0,0 1,0 0,0 0,-1 0,1 1,-1 0,0 0,0 1,0-1,0 2,0-1,0 1,-1 0,1 1,0-1,-1 1,1 1,-5 0,4-1,-1 0,1 0,0 1,0 0,0 1,1-1,-1 2,0-1,0 1,1 0,0 0,0 1,0 0,0 1,0-1,1 1,0 1,0-1,0 1,1 0,-1 0,2 0,-2 2,6-5,-1 0,0 0,1 0,0 0,0 0,0 0,0 0,0 0,1 0,-1-1,1 1,0 0,0 0,0 0,0-1,0 1,1 0,-1-1,1 1,0-1,0 0,-1 1,2-1,-1 0,0 0,0 0,1-1,-1 1,1 0,-1-1,1 0,-1 1,1-1,0 0,0 0,0-1,2 1,28 10</inkml:trace>
  <inkml:trace contextRef="#ctx0" brushRef="#br0" timeOffset="7041.172">1790 1389,'-19'-5,"-14"-1,-6 0,0 6,6 7,8 7,8 8,11 8,7-3</inkml:trace>
  <inkml:trace contextRef="#ctx0" brushRef="#br0" timeOffset="7234.695">1870 1842,'7'16,"7"10,5 3,6-2,9-2,7-7,8-5,4-10,-5-5</inkml:trace>
  <inkml:trace contextRef="#ctx0" brushRef="#br0" timeOffset="7627.972">2860 1522,'19'55,"-14"-34,2 0,0-1,1 0,1 0,1-1,1 0,1 0,0-1,1-1,11 10,-22-24,0-1,0 0,0 1,0-1,1 0,-1-1,1 1,0 0,-1-1,1 1,0-1,0 0,0 0,0 0,0 0,0 0,0-1,0 0,0 1,0-1,0 0,0-1,1 1,-1 0,0-1,0 0,0 1,0-1,0-1,-1 1,1 0,0-1,0 1,-1-1,1 0,-1 0,1 0,-1 0,0 0,1-1,7-13,0 0,-1-1,-1 0,-1 0,0-1,-1 1,2-17,27-65,-10 61,-13 30</inkml:trace>
  <inkml:trace contextRef="#ctx0" brushRef="#br0" timeOffset="8433.464">3421 1683,'-5'-4,"1"1,-1 0,1 1,-1-1,0 1,0 0,0 0,0 0,-1 1,1-1,0 1,-1 1,1-1,-1 1,1 0,0 0,-1 0,1 1,-1 0,1 0,0 1,0-1,-1 1,1 0,0 0,1 1,-1-1,0 1,1 0,-1 1,1-1,0 1,0 0,1 0,-1 0,1 0,0 1,0-1,0 1,0 0,1 0,0 0,-2 4,4-6,0-1,-1 1,1 0,0-1,0 1,1-1,-1 1,0-1,1 1,-1-1,1 1,0-1,0 1,0-1,0 0,0 1,1-1,-1 0,1 0,-1 0,1 0,0 0,0-1,0 1,0 0,0-1,0 1,0-1,1 0,0 1,3 1,0-1,1 0,-1 0,1 0,-1 0,1-1,0 0,0-1,-1 1,1-1,2-1,4 0,1-1,-1 0,0-2,0 1,0-1,0-1,0 0,-1-1,0-1,0 0,2-2,-8 3,-17 16,10-10,0 1,0 0,1-1,-1 1,0 0,0 0,1 0,-1 0,1-1,-1 1,1 0,-1 0,1 0,-1 0,1 0,0 1,0-1,-1 0,1 0,0 0,0 0,0 0,0 0,0 0,1 0,-1 0,0 0,0 0,1 0,-1 0,0 0,1 0,-1 0,1 0,0 0,-1 0,1 0,0 0,-1 0,1-1,0 1,0 0,0 0,48 12,-43-12,1-2,-1 1,0-1,1 0,-1 0,0-1,0 0,0 0,0 0,0-1,0 0,-1 0,1 0,-1-1,0 0,0 0,0 0,0 0,-1-1,0 0,0 0,0 0,0-1,-1 1,0-1,0 0,-1 1,0-1,0 0,0-1,0 1,-1 0,0-1,-1 1,1 0,-1-1,-1-4,1-1,-1 0,-1 1,0-1,0 1,-1-1,-1 1,0 0,0 0,-1 0,0 1,-4-4,9 14,0 0,0-1,-1 1,1 0,0 0,0 0,-1 0,1-1,0 1,0 0,-1 0,1-1,0 1,0 0,0 0,0-1,-1 1,1 0,0 0,0-1,0 1,0 0,0-1,0 1,0 0,0 0,0-1,0 1,0 0,0-1,0 1,0 0,0-1,0 1,0 0,0-1,0 1,0 0,1 0,-1-1,0 1,0 0,0 0,0-1,1 1,-1 0,0 0,0 0,1-1,-1 1,0 0,0 0,1 0,-1 0,0-1,0 1,1 0,-1 0,0 0,1 0,-1 0,0 0,1 0,-1 0,0 0,1 0,24 5,-18-3,46 9,138 42,-187-51,0-1,0 1,0-1,0 1,0 0,0 1,0-1,-1 1,0 0,1-1,-1 2,0-1,0 0,0 0,-1 1,1 0,-1-1,0 1,0 0,0 0,-1 0,1 1,-1-1,0 0,0 0,0 1,-1-1,0 0,0 1,0-1,0 1,-1 1,-18 49,16-51,0 0,1 0,-1 1,1-1,0 0,1 1,-1 0,1-1,0 1,0 0,0 0,1 0,-1 0,1 0,1-1,-1 1,0 0,1 0,0 0,1 0,-1-1,1 1,-1-1,1 1,1-1,-1 1,1-1,1 2,5 0,-1-1,1-1,0 0,1 0,-1-1,1 0,-1 0,1-1,0-1,0 1,0-2,0 1,0-1,0-1,4 0,56-8,-46 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19.6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235 99,'-13'-5,"1"1,-1 1,-1 0,1 0,0 2,-1-1,1 2,-3 0,10 0,1 0,0 1,0 0,0 0,0 0,0 1,0-1,0 1,0 0,1 1,-1-1,1 1,-1 0,1 0,0 0,0 1,1-1,-1 1,1 0,-1 0,1 0,-1 3,3-5,-1 1,1-1,0 1,-1 0,1 0,0-1,1 1,-1 0,1 0,-1 0,1 0,0 0,0 0,0 0,0 0,1 0,-1-1,1 1,-1 0,1 0,0 0,0 0,1-1,-1 1,1-1,-1 1,1-1,0 1,0-1,0 1,3 2,1 0,-1-1,1 0,0 0,0 0,0-1,0 1,1-2,-1 1,1-1,0 0,2 1,4-1,0 0,-1 0,1-1,0-1,0 0,0-1,0-1,0 1,7-4,-15 4,0 0,0 0,0-1,-1 0,1 0,-1 0,1 0,-1-1,0 0,1 0,-2 0,1 0,0-1,-1 1,1-1,-1 0,0 0,0 0,-1 0,1-1,-1 1,0-1,0 0,-1 1,1-1,-1-1,0 5,-1-1,0 0,1 1,-1-1,0 0,0 0,0 1,0-1,-1 0,1 1,0-1,-1 0,1 1,-1-1,1 1,-1-1,0 0,0 1,0 0,0-1,0 1,0-1,0 1,0 0,0 1,0 0,1 0,-1 0,0 0,1 0,-1 1,1-1,-1 0,0 0,1 1,-1-1,1 0,-1 1,1-1,-1 1,1-1,-1 1,1-1,-1 1,1-1,0 1,-1-1,1 1,0-1,-1 1,1 0,0-1,0 1,-1-1,1 1,0 0,0-1,0 1,0 0,0-1,0 1,0 0,0-1,0 1,0 0,1-1,-1 1,0-1,1 1,0 13,1-1,0 0,2 0,-1 0,2 0,-1-1,2 0,0 0,0 0,1-1,7 11,-12-20,1 1,-1 0,0-1,1 1,-1-1,1 0,0 0,0 0,0 0,0 0,0-1,0 1,0-1,0 0,1 0,-1 0,0-1,1 1,-1-1,1 1,-1-1,1 0,-1-1,1 1,-1-1,0 1,1-1,-1 0,0 0,0 0,1-1,-1 1,0-1,0 0,0 0,-1 0,1 0,0 0,-1 0,2-3,2-5,0 0,-1-1,0 0,0 0,-2 0,1-1,-1 1,-1-1,0 0,-1 0,0 0,-1 1,0-1,-1 0,0 0,-3-8,-21-65,24 84,1 0,-1 1,1-1,0 0,-1 0,1 0,0 0,-1 0,1 0,0 0,0 0,0 0,0 0,0 0,0 0,0 0,0 0,0 1,1-1,-1 0,0 0,0 0,1 0,-1 0,1 0,-1 0,1 1,-1-1,1 0,0 0,-1 1,1-1,0 0,-1 1,1-1,0 1,0-1,0 1,-1-1,1 1,0-1,0 1,0 0,0 0,0-1,0 1,0 0,0 0,0 0,0 0,0 0,0 0,0 0,0 0,-1 1,1-1,0 0,0 1,0-1,0 0,0 1,0-1,-1 1,1-1,0 1,48 5,-1 1,0 2,-1 3,17 7,-61-19,0 1,1-1,-1 1,0 0,1 0,-1 1,0-1,0 1,0-1,0 1,0 0,-1 0,1 0,-1 1,1-1,-1 1,0-1,1 1,-1 0,-1 0,1 0,0 0,-1 0,1 0,-1 0,0 0,0 1,-1-1,1 0,0 1,-1-1,0 1,0-1,0 3,-14 37,11-39,0 1,1 0,0-1,0 1,0 0,0 0,1 0,0 0,0 1,0-1,1 0,0 0,0 1,0-1,0 0,1 0,0 0,0 1,1-1,-1 0,1-1,0 1,0 0,1 0,-1-1,1 1,0-1,3 4,1-3,0 0,-1 0,2 0,-1-1,0 0,1 0,0-1,0 0,0 0,0-1,0 0,1-1,-1 1,1-2,-1 1,1-1,-1 0,0-1,1 0,-1-1,1 1,-1-1,0-1,0 0,0 0,0 0,-1-1,0-1,1 1,-1-1,-1 0,1 0,-1-1,0 0,0 0,0-1,-1 1,0-1,-1 0,1-1,-1-6,0 0,0 0,-1-1,-1 1,-1-1,0 1,-1-1,0 0,-1 1,-3-13,5 26,-1 0,0-1,0 1,0 0,0 0,0-1,-1 1,1 0,0-1,-1 1,1 0,0 0,-1 0,0-1,1 1,-1 0,0 0,1 0,-1 0,0 0,0 0,0 0,0 0,0 0,0 1,0-1,0 0,0 1,-1-1,1 1,0-1,0 1,-1-1,1 1,0 0,0 0,-1-1,1 1,0 0,-1 0,1 0,0 1,-1-1,1 0,0 0,-1 1,-2 4,0 0,0 0,1 0,0 1,0-1,0 1,1-1,0 1,0 0,0 0,1 0,0 0,0 1,0-1,1 0,0 0,0 0,1 1,-1-1,1 0,1 0,-1 0,1 0,0 0,3 4,1 0,0 0,0-1,1 1,0-2,0 1,1-1,0 0,1 0,0-1,0-1,0 1,1-1,0-1,0 0,0 0,1-1,0-1,-1 1,1-2,4 1,35 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24.5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0 302,'100'-195,"-66"89,-32 118,-17 266,15-236,-2 0,-2 0,-1 0,-7 20,12-59,0 0,-1 0,1-1,-1 1,0 0,0 0,0 0,0 0,-1-1,1 1,-1-1,1 1,-1-1,0 1,0-1,0 0,0 0,0 0,-1 0,1 0,-1-1,1 1,-1-1,0 1,1-1,-1 0,0 0,0 0,0-1,0 1,0-1,0 1,0-1,0 0,0 0,0 0,1-1,-1 1,0-1,0 1,0-1,-3-1,6 1,0 0,-1 0,1 1,0-1,0 0,0 0,0 1,-1-1,1 0,0 0,1 1,-1-1,0 0,0 0,0 0,0 1,0-1,1 0,-1 0,0 1,1-1,-1 0,1 1,-1-1,1 0,-1 1,1-1,-1 1,1-1,-1 1,1-1,0 1,-1-1,1 1,0 0,-1-1,1 1,0 0,0-1,-1 1,1 0,0 0,0 0,0 0,-1 0,1 0,0 0,0 0,-1 0,1 0,0 0,0 1,-1-1,1 0,0 0,0 1,-1-1,1 1,222-6,-141 7,29 4,-97-3</inkml:trace>
  <inkml:trace contextRef="#ctx0" brushRef="#br0" timeOffset="262.015">681 622,'-9'0,"-7"0,-2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21.3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0 259,'21'34,"-2"1,-1 0,-2 2,-1 0,6 26,-6-17,3 0,1-1,10 14,24 7,-51-64,0 0,0-1,1 1,-1-1,1 1,-1-1,0 0,1 0,0 0,-1 0,1-1,0 1,-1-1,1 0,0 1,0-1,-1-1,1 1,0 0,-1 0,1-1,0 0,-1 1,1-1,0 0,-1-1,0 1,1 0,1-1,8-10,-1 0,0 0,0-1,-1-1,-1 1,-1-1,1-1,-2 0,0 0,-1 0,-1-1,0 0,2-15,50-239,-56 268,-1 0,-1 0,1 0,0 1,0-1,0 0,0 0,1 0,-1 0,0 0,1 1,-1-1,1 0,0 0,0 1,-1-1,1 0,0 1,1-1,-1 1,0-1,0 1,0 0,1 0,-1-1,1 1,-1 0,1 0,-1 0,1 0,0 1,0-1,-1 0,1 1,0-1,0 1,0 0,-1-1,1 1,0 0,0 0,1 0,13 8</inkml:trace>
  <inkml:trace contextRef="#ctx0" brushRef="#br0" timeOffset="961.415">869 446,'-13'-3,"-1"0,1 1,-1 1,0 0,0 1,0 1,1 0,-1 0,0 2,1-1,-1 2,1 0,0 1,0 0,1 0,-1 2,1 0,1 0,-1 1,1 0,-9 10,18-17,0 1,0-1,1 1,-1-1,1 1,-1-1,1 1,0 0,0 0,0 0,0 0,0 0,0 0,0 0,0 0,1 0,-1 0,1 0,0 0,0 1,0-1,0 0,0 0,0 0,0 0,1 1,-1-1,1 0,-1 0,1 0,0 0,0 0,0 0,0 0,0 0,0-1,1 1,-1 0,1-1,-1 1,1-1,0 1,-1-1,1 0,0 0,1 1,10 2,-1-1,1-1,0 0,0 0,0-2,0 1,0-2,0 1,-1-2,1 0,0-1,-1 0,1 0,-1-2,0 1,0-2,0 1,4-5,-10 8,-1-1,1 0,-1 0,0-1,0 1,-1-1,1 0,-1-1,0 1,0-1,0 0,0 0,-1 0,0 0,0 0,1-3,-5 8,1-1,-1 1,1 0,-1 0,1 0,-1-1,1 1,-1 0,1 0,-1 0,1 0,-1 0,1 0,-1 0,1 0,-1 0,1 0,-1 0,1 0,-1 1,1-1,-1 0,1 0,-1 0,1 1,-1-1,1 0,0 0,-1 1,1-1,-1 1,1-1,0 0,-1 1,1-1,0 1,0-1,-1 0,1 1,0-1,0 1,0-1,-1 1,1-1,0 1,0-1,0 1,0-1,0 1,0-1,0 1,-3 3,1 1,-1-1,1 0,0 1,0-1,0 1,1 0,-1 0,1-1,0 1,1 0,-1 0,1 0,0 0,0 0,1 0,-1 0,1 0,0 0,1 0,-1-1,1 1,0 0,0-1,0 1,1-1,-1 0,1 0,0 0,0 0,1 0,-1-1,1 1,0-1,0 0,0 0,0-1,0 1,1-1,-1 0,1 0,0 0,0 0,3-2,0 1,-1-1,1 0,0-1,0 0,-1 0,1 0,-1-1,1 0,-1-1,0 0,0 0,0 0,0-1,-1 0,1 0,-1-1,0 0,0 0,-1 0,1-1,11-11,-2-1,-1 0,0-1,-1-1,-1 0,4-10,0-3,-2 0,-1-1,-2 0,-1-1,-2 0,-2-1,-1 0,-1 0,-2-9,-1 38,0 0,-1 0,0 0,0-1,-1 1,0 0,0 0,0 0,-1 0,0 1,-1-1,1 0,-1 1,0 0,-1-1,0 1,0 0,-4-4,5 9,0 0,0 0,0 0,0 1,0-1,0 1,-1 0,1-1,0 2,0-1,0 0,0 0,-1 1,1 0,0 0,0 0,0 0,0 0,0 0,0 1,1 0,-1-1,0 1,1 0,0 0,-1 1,1-1,0 0,0 1,0-1,0 1,0 0,1-1,-1 2,-12 17,1 0,1 1,1 1,0 0,2 0,1 1,1 0,1 0,1 1,1 0,1 0,1 0,2 18,-1-30,1-1,0 1,1 0,1-1,0 1,1-1,0 0,1 1,0-1,1-1,0 1,1-1,0 0,1 0,0 0,1-1,0-1,1 1,0-1,0 0,1-1,0 0,0-1,1 0,4 1,0-2,1 1,-1-2,1 0,0-1,1 0,-1-2,0 0,1 0,0-2,-1 0,1-1,-1-1,5-1,-14 2,-1-1,1 0,-1 0,0-1,0 1,0-2,0 1,0 0,-1-1,0 0,1-1,3-3,-9 8,1 0,0 0,-1 0,1 0,-1 1,0-1,1 0,-1 0,1 1,-1-1,1 0,-1 1,0-1,1 1,-1-1,0 0,1 1,-1-1,0 1,1-1,-1 1,0-1,0 1,0-1,0 1,0-1,1 1,-1-1,0 1,0-1,0 1,0 0,0-1,0 1,-1-1,1 1,0-1,0 1,0-1,0 1,-1-1,1 1,0-1,0 1,-1-1,1 0,0 1,-1-1,1 1,-1-1,1 0,-1 10,2-6,-1-1,1 0,0 0,0 0,0 0,0 0,1 0,-1 0,1 0,0-1,0 1,0-1,0 1,0-1,0 0,1 0,-1 1,1-2,0 1,-1 0,1-1,0 1,0-1,0 0,2 1,81 15,-80-16,0-1,0 0,-1 0,1-1,0 1,-1-1,1-1,-1 1,1-1,-1 1,0-2,1 1,-1-1,0 1,0-1,-1-1,1 1,-1-1,1 1,-1-1,-1-1,1 1,0-1,-1 1,0-1,0 0,0 0,-1 0,0 0,0-1,0 1,0-1,-1 1,0-1,0 1,-1-1,1 0,-1-1,-1-2,-1 0,0 0,0 0,-1 0,0 0,-1 1,0-1,0 1,-1 0,0 0,0 1,-1-1,0 1,0 0,0 1,-1-1,0 1,-1 1,1-1,-1 1,0 1,0-1,-1 1,1 1,-1 0,0 0,0 0,0 1,0 1,-2-1,8 2,-1-1,1 1,-1 0,0 0,1 0,-1 0,1 1,-1 0,1-1,-1 1,1 0,0 1,-1-1,1 1,0-1,0 1,0 0,0 0,0 0,0 1,1-1,-1 1,1-1,-1 1,1 0,0 0,0 0,1 0,-1 0,1 0,-1 1,1-1,0 0,0 1,0-1,1 1,-1-1,1 1,0 0,0-1,0 1,0-1,1 3,1 0,0-1,0 0,1 0,-1 0,1 0,0 0,0-1,1 1,-1-1,1 0,0 0,0 0,3 1,27 21</inkml:trace>
  <inkml:trace contextRef="#ctx0" brushRef="#br0" timeOffset="2175.839">2138 606,'3'-4,"-1"-1,0 1,0-1,-1 0,1 1,-1-1,0 0,-1 0,1 0,-1 0,0 0,0 0,0 0,-1 0,0 0,0 0,0 0,0 0,-1 1,0-1,0 0,0 1,-1-1,1 1,-1 0,0 0,0 0,-1 0,-1 0,-1 0,-1 1,0-1,0 2,0-1,0 1,-1 0,1 1,0-1,-1 2,1-1,-1 1,1 0,-1 0,1 1,-1 0,1 1,-1-1,1 1,0 1,0 0,0 0,0 0,1 0,-1 1,1 0,0 1,0 0,0-1,1 2,-1-1,1 1,-2 3,5-6,1-1,-1 1,1 0,0 0,0 0,0 0,0 0,0 0,1 0,0 0,-1 0,1 0,0 0,0 0,1 0,-1 0,1 0,-1 0,1 0,0 0,0 0,0 0,1-1,-1 1,1 0,-1-1,1 1,0-1,0 1,0-1,0 0,1 0,-1 0,5 4,1-1,0 1,0-1,0-1,1 0,-1 0,1 0,0-1,0-1,3 1,1 0,0-1,0 0,0-1,0-1,0 0,0-1,0 0,7-2,-17 2,1 1,-1-1,1 0,-1 0,1 0,-1 0,0-1,0 1,1-1,-1 0,0 0,-1 0,1 0,0-1,-1 1,1-1,-1 1,0-1,0 0,0 0,0 0,0 0,-1 0,1-1,-1 1,0 0,0-1,0 1,0-1,-1 1,1-1,-1 1,0-1,-3 55,3-47,0 0,1 0,-1 0,1-1,0 1,0 0,0 0,1-1,-1 1,1-1,0 1,0-1,0 0,0 0,1 0,-1 0,1 0,0 0,0-1,0 0,0 1,0-1,1 0,-1 0,0-1,1 1,0-1,-1 1,1-1,0 0,0-1,-1 1,1-1,0 1,0-1,0-1,0 1,0 0,1-1,0-1,0 0,-1 0,1-1,0 0,-1 1,1-2,-1 1,0 0,0-1,0 0,-1 0,1 0,-1 0,0-1,0 1,-1-1,1 1,-1-1,0 0,0 0,-1 0,1-2,14-118,-15 63,0 61,1 0,-1 1,0-1,0 1,0-1,0 1,1 0,-1-1,0 1,0 0,1 0,-1 0,0 0,0 0,1 0,-1 0,0 1,0-1,0 0,1 1,-1-1,0 1,0-1,0 1,0-1,0 1,0 0,1 0,4 1,78 25,-59-21,-1 2,1 0,-1 2,-1 1,10 6,-29-15,-1 1,0 0,1 1,-1-1,0 1,-1-1,1 1,-1 0,1 0,-1 0,0 0,-1 1,1-1,-1 0,0 1,0-1,0 1,-1-1,1 1,-1 0,0-1,0 1,-1-1,1 1,-1-1,0 1,-1 2,0-3,1 0,0 1,1-1,-1 0,1 1,-1-1,1 1,1-1,-1 0,1 1,-1-1,1 1,0-1,1 0,-1 0,1 0,0 0,0 0,0 0,0 0,1 0,0-1,0 0,0 1,0-1,0 0,0 0,2 1,7 0,0 0,0 0,0-1,0-1,0 0,0 0,1-1,-1-1,1 0,-1-1,1 0,-1-1,0 0,0-1,0 0,0-1,0 0,-1-1,5-3,-8 4,-1 1,1-1,-1-1,0 0,0 0,0 0,-1 0,0-1,0-1,0 1,-1-1,1 0,-2 0,1 0,-1 0,0-1,-1 0,0 0,0 0,0 0,-1 0,-1-1,1 1,-1-1,-1 1,0-4,0 9,-1 1,0-1,0 0,0 1,0-1,0 1,0-1,-1 1,1 0,-1-1,0 1,0 0,1 0,-1 0,-1 0,1 1,0-1,0 0,-1 1,1 0,-1-1,1 1,-1 0,1 0,-1 0,0 1,0-1,1 1,-1 0,0-1,0 1,0 0,1 1,-1-1,0 0,0 1,1-1,-1 1,0 0,1 0,-1 0,1 1,-1-1,1 0,0 1,-1 0,1-1,0 1,0 0,0 0,0 0,0 0,0 2,-2-1,1 0,0 0,0 1,0-1,0 1,1-1,-1 1,1 0,0 0,0 0,0 1,1-1,0 0,0 1,0-1,0 1,0-1,1 1,0-1,0 1,0-1,1 1,-1-1,1 1,0-1,0 1,1-1,-1 0,1 0,0 0,0 0,0 0,1 0,0 0,-1-1,2 1,9 5,2 0,-1-1,1-1,0 0,1-2,0 1,-1-2,2 0,-1-1,0 0,1-2,-1 0,1 0,-1-2,1 0,0-1,5 3,-1-2,0 0,1-1,-1-2,0 0,0-1,-1 0,1-2,-1-1,-1 0,16-10,-33 17,0 0,0 0,1-1,-1 1,0-1,-1 1,1-1,0 1,0-1,-1 0,1 0,-1 0,0 0,1 0,-1 0,0 0,0-1,0 1,0 0,-1-1,1 1,-1 0,1-1,-1 1,0-1,0 1,0-1,0 1,-1 0,1-1,0 1,-1-1,0 1,0 0,1 0,-1-1,-1 1,1 0,0 0,0 0,-1 0,1 0,-1 0,0 0,0 1,1-1,-1 1,0-1,-5-2,0 0,-1 0,1 0,-1 1,1 0,-1 1,0-1,0 2,0-1,0 1,0 0,-1 1,1 0,0 0,0 1,0 0,0 0,0 1,0 0,0 0,0 1,1 0,-8 4,12-5,1-1,-1 1,1 0,-1 0,1 1,0-1,0 0,0 1,0-1,0 1,1 0,-1 0,1 0,-1-1,1 1,0 0,0 1,1-1,-1 0,1 0,-1 0,1 0,0 0,0 1,0-1,1 0,-1 0,1 0,0 0,0 0,0 0,0 0,0 0,1 0,-1 0,1-1,0 1,0 0,0-1,0 0,0 1,0-1,1 0,-1 0,2 0,3 3,0-1,1 0,0-1,-1 1,1-2,0 1,0-1,1 0,-1-1,0 0,1 0,-1-1,0 0,1 0,-1-1,1 0,-1-1,3 0,-6 1,0-1,0 1,0-1,0 0,0 0,-1-1,1 1,-1-1,0 0,1 0,-1 0,-1-1,1 0,0 1,-1-1,0 0,0-1,0 1,-1-1,1 1,-1-1,0 0,0 1,-1-1,1 0,-1 0,0-1,-1 1,1 0,-1 0,0 6,-1 0,1-1,-1 1,1 0,-1 0,0 0,1-1,-1 1,0 0,1-1,-1 1,0-1,0 1,0-1,0 1,1-1,-1 1,0-1,0 0,0 0,0 1,0-1,0 0,0 0,0 0,0 0,0 0,0 0,0 0,0 0,0-1,0 1,0 0,1-1,-1 1,0 0,0-1,0 1,0-1,1 1,-1-1,0 0,0 1,1-1,-1 0,0 1,1-1,-1 0,1 0,-1 0,1 1,-1-1,1 0,0 0,-1 0,1 0,0 0,0 0,0 0,0 0,0 0,0 0,0 0,0 0,0 0,0 0,0 0,0 0,1 1,-1-2,-1 5,-1-1,1 1,0 0,0-1,0 1,0 0,0 0,0 0,1-1,0 1,-1 0,1 0,0 0,1 0,-1 0,0 0,1 0,-1 0,1-1,0 1,0 0,0 0,1-1,-1 1,0-1,1 1,0-1,0 0,-1 1,1-1,1 0,1 1,4 5,0-2,1 1,0-1,0-1,1 1,0-2,0 1,5 0,51 15,1-4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48.6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15 167,'6'-1,"-1"1,1-1,-1 0,1 0,-1 0,0-1,1 0,-1 0,0 0,0-1,0 1,-1-1,2-1,-5 3,1-1,0 1,0-1,-1 1,1-1,-1 1,0-1,1 0,-1 0,0 0,0 1,0-1,0 0,-1 0,1-1,0 1,-1 0,1 0,-1 0,0 0,0 0,0-1,0 1,0 0,0 0,-1 0,1 0,-1 0,1-1,-1 1,0 0,0 0,0 0,0-1,0 2,0-1,0 1,0 0,0-1,0 1,0-1,0 1,-1 0,1 0,0 0,-1 0,1 0,0 0,-1 0,1 0,-1 1,0-1,1 0,-1 1,0 0,1-1,-1 1,0 0,1 0,-1 0,0 0,0 0,1 0,-1 0,0 0,1 1,-1-1,0 1,1-1,-1 1,1 0,-1 0,1 0,-1 0,1 0,0 0,-1 0,1 0,0 0,0 1,0-1,0 0,0 1,0-1,0 1,0-1,0 1,1-1,-1 2,-5 12,1 1,0 0,1 0,1 1,0-1,1 1,1-1,1 1,0 4,-1 0,1-1,1 1,0 0,2-1,0 0,2 1,0-1,1-1,1 1,0-1,2 0,0-1,9 13,-16-28,0 0,0 0,0 0,0 0,1 0,-1 0,1-1,0 1,0-1,0 0,0 0,0 0,1 0,-1 0,0-1,1 1,-1-1,1 0,0 0,-1-1,1 1,0-1,0 1,-1-1,1 0,0-1,-1 1,1-1,0 1,0-1,-1 0,1-1,-1 1,1 0,-1-1,1 0,4-9,1 0,-2 0,1-1,-2 0,1 0,-2-1,0 0,0 0,-1 0,-1 0,0 0,-1-1,0 0,-1 1,-1-1,0-1,3-3,-1 0,-1 0,0 0,-2 0,0-1,0 1,-2 0,-1 0,0 1,-1-1,0 1,-2 0,0 0,-1 1,-1 0,0 0,-3-2,9 14,0 1,0 0,0 0,0 0,0 1,-1-1,1 1,-1 0,1 0,-1 0,0 0,0 1,0-1,0 1,0 0,0 0,0 1,0-1,-1 1,1 0,0 0,0 0,0 1,0 0,-1-1,1 1,0 1,0-1,0 0,1 1,-1 0,0 0,1 0,-1 1,1-1,-1 1,1-1,0 1,0 0,1 1,-1-1,-1 2,0 1,0 0,0 0,1 1,0-1,0 1,0 0,1 0,0 0,0 0,1 0,0 1,0-1,0 0,1 1,0-1,1 1,0-1,0 0,1 0,-1 1,1-1,3 6,14 26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48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1,'9'2,"12"2,14 1,10 0,6 2,2 2,-4 1,-8 2,-11-2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49.0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0,'25'9,"24"3,20-1,13-2,10-4,-11-4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2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1,'-14'7,"-4"6,5 9,15 4,17 1,6-5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2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0,'0'16,"7"10,2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5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51,'21'4,"19"-2,18-7,8-7,-4-7,-11-2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6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389 415,'-21'-61,"21"60,0 1,0 0,0-1,-1 1,1 0,0-1,0 1,0 0,0-1,0 1,-1 0,1-1,0 1,0-1,0 1,0 0,0-1,0 1,0-1,1 1,-1 0,0-1,0 1,0 0,0-1,0 1,0 0,1-1,-1 1,0 0,0-1,1 1,-1 0,0-1,0 1,1 0,-1 0,0-1,1 1,-1 0,0 0,1 0,-1 0,0-1,1 1,-1 0,1 0,-1 0,0 0,1 0,-1 0,1 0,-1 0,0 0,1 0,-1 0,0 0,1 0,0 1,21 13,42 47,-3 1,24 36,84 86,-161-177,-5-4,0 1,0-1,0 0,0 0,1-1,-1 1,1-1,0 1,0-1,0 0,0-1,0 1,0-1,4 1,3-4</inkml:trace>
  <inkml:trace contextRef="#ctx0" brushRef="#br0" timeOffset="172.17">871 535,'-4'-16,"-5"-9,-4-4,-5 4,-7 8,-2 14,-5 15,-3 15,-2 14,-1 10,4 6,-1 0,4 0,2-6,2-9,6-12</inkml:trace>
  <inkml:trace contextRef="#ctx0" brushRef="#br0" timeOffset="373.192">256 736,'18'-11,"22"-9,23-3,15-2,14 1,7 0,-2 2,-7 2,-17 5</inkml:trace>
  <inkml:trace contextRef="#ctx0" brushRef="#br0" timeOffset="733.228">911 54,'-33'-12,"1"2,-1 1,-1 2,0 1,0 1,0 2,-32 2,31 0,0 3,1 1,-1 1,1 2,-1 1,2 2,-1 2,-5 3,20-7,0 2,0 1,1 0,1 1,0 1,0 0,1 1,1 1,0 1,1 0,0 1,1 0,1 1,-4 9,6-7,2 2,0-1,1 1,1 0,1 1,1-1,0 1,2 0,1 0,0 0,2 0,1 0,0 0,2-1,0 1,1-1,2 0,0 0,1 0,1-1,1-1,0 1,2-2,0 1,1-2,1 0,1 0,0-1,1-1,6 3,10 6,1-1,1-2,1-1,0-2,2-1,0-2,1-2,0-1,1-2,0-2,1-1,-1-2,1-2,20-2,-39 0,-1-1,1-1,0 0,-1-2,1 0,-1-2,0 0,0-1,-1-1,0-1,0-1,-1 0,0-1,0-1,-1-1,-1-1,0 0,0-1,-2 0,0-2,0 1,0-4,-2-1,-1 0,-1 0,-2-1,1-1,-2 1,-1-1,-1 0,-1 0,-1-1,0 0,-2 1,-1-1,0 0,-2 1,-1-1,-2-6,0 1,-2-1,-1 1,-1 1,-1 0,-2 0,0 1,-2 1,-1 0,-1 0,-1 2,-1 0,-12-11,16 20,0 1,-1 0,-1 0,0 2,-1 0,0 1,-1 1,0 0,0 1,-1 1,0 1,0 1,-1 0,1 2,-1 0,0 1,0 1,0 1,0 1,0 0,1 2,-1 0,0 1,-10 4,-102 48,14 12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3.7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0,'-11'77,"4"0,2 0,4 0,4 0,8 45,-5-31,-1-21,14-174,-18 98,0 0,1 0,0 0,0 0,1 0,0 1,0-1,0 1,0 0,1 0,0 0,0 0,0 1,1-1,-1 1,1 0,0 1,0-1,1 1,-1 0,1 0,-1 1,1 0,0 0,0 0,0 0,0 1,0 0,0 0,0 1,1 0,-1 0,0 0,4 4,-1 0,0 0,0 1,-1 1,0-1,0 1,0 0,0 1,-1 0,0 0,-1 1,1-1,-2 1,1 1,-1-1,0 1,-1 0,0 0,0 1,-1-1,0 1,-1-1,0 1,0 0,-1 9,0-16,-1 0,0-1,-1 1,1 0,0 0,-1 0,0 0,0 0,0-1,0 1,0 0,0-1,0 1,-1-1,0 1,1-1,-1 0,0 1,0-1,0 0,0 0,-1-1,1 1,-1 0,1-1,-1 1,1-1,-1 0,0 0,1 0,-1 0,0 0,0-1,0 1,0-1,-2 0,-21 3,1-1,-1-1,1-1,-1-1,1-1,-18-5,42 7,0 0,-1 0,1 0,-1 0,1 0,-1 0,1 0,-1-1,1 1,-1 0,1-1,-1 1,1-1,-1 0,1 0,0 1,0-1,-1 0,1 0,0 0,0 0,0 0,0-1,0 1,0 0,0 0,0-1,0 0,8-5</inkml:trace>
  <inkml:trace contextRef="#ctx0" brushRef="#br0" timeOffset="1041.628">693 548,'-11'-9,"-1"1,0 0,-1 1,0 0,0 1,0 1,-1 0,0 1,0 0,0 1,0 0,-1 2,1-1,-1 2,1 0,0 1,-1 0,1 1,0 1,-1 0,1 1,-7 3,18-6,-1 1,0 0,1 0,-1 0,1 0,0 0,0 1,0 0,0 0,0 0,0 0,1 0,0 0,-1 0,1 1,0-1,1 1,-1 0,1 0,0-1,-1 1,2 0,-1 0,0 0,1 0,0 0,0 0,0 0,0 0,1 0,-1 0,1 0,0 0,0 0,1 0,-1-1,1 1,0 0,0-1,0 1,0-1,0 0,1 0,0 0,-1 0,1 0,0 0,1-1,5 4,1-1,0 0,0 0,1-1,-1-1,1 0,0 0,0-1,0 0,0-1,0 0,1-1,-1 0,0-1,0 0,0-1,0 0,0-1,0 0,-1-1,5-2,-7 1,0 0,0-1,0 0,-1 0,0-1,-1 0,1 0,-2 0,1-1,-1 0,0 0,0-1,-1 1,0-1,-1 0,0 0,0 0,-1-1,0 1,0-1,-1 1,-1-6,0 32,0 0,0 0,2 0,0 0,1 0,1 0,0-1,2 1,-4-9,1-1,0 0,1 0,0 0,0-1,0 1,1-1,0 0,0 0,0-1,1 1,0-1,0 0,0-1,1 1,0-1,-1-1,1 1,1-1,-3-2,0 0,-1 0,1 0,0-1,-1 0,1 0,0 0,0-1,-1 1,1-1,0 0,-1-1,1 1,-1-1,0 0,1 0,-1 0,0 0,0-1,0 0,0 0,-1 0,1 0,-1 0,0-1,0 1,0-1,0 0,-1 0,1 0,-1-1,0 1,-1 0,1-1,-1 1,1-1,-1 1,-1-1,1-1,50-235,-50 239,0 0,0-1,0 1,0 0,0 0,0 0,1 0,-1 1,1-1,0 0,-1 0,1 1,0-1,0 1,0 0,0 0,0-1,0 1,0 0,1 1,-1-1,0 0,0 1,1-1,-1 1,0 0,1 0,-1 0,1 0,-1 0,0 0,1 0,-1 1,1 0,78 30,-75-28,1 2,-1-1,0 0,0 1,0 0,-1 1,1-1,-1 1,-1 0,1 0,-1 1,0-1,-1 1,1 0,-1 0,-1 0,1 0,0 7,1 8,0 1,-2 1,-1-1,0 0,-3 13,1-34,1 0,-1 0,1 0,0 0,-1 0,1 0,0 0,0 0,0 0,0 1,1-1,-1 0,1 0,-1 0,1 0,0 0,-1-1,1 1,0 0,0 0,1 0,-1-1,0 1,0 0,1-1,-1 1,1-1,-1 0,1 0,0 1,0-1,-1 0,1 0,0-1,0 1,0 0,0 0,0-1,0 0,0 1,0-1,0 0,2 0,14-1,1-2,-1 0,0 0,0-2,-1 0,0-2,0 0,14-7,33-13,-62 26,0 1,-1-1,1 0,0 1,0 0,0-1,0 1,0 0,-1 0,1 0,0 0,0 0,0 0,0 1,0-1,-1 1,1-1,0 1,0 0,-1 0,1-1,0 1,-1 0,1 1,-1-1,1 0,-1 0,0 1,1-1,-1 0,0 1,0 0,0-1,1 2,4 6,1-1,0 1,1-2,0 1,1-1,-1 0,1-1,9 5,-15-9,1 0,-1 0,1-1,-1 0,1 1,0-1,-1-1,1 1,0 0,-1-1,1 0,0 0,0 0,0 0,-1-1,1 1,0-1,0 0,-1 0,1-1,-1 1,1-1,-1 1,0-1,1 0,-1 0,1-2,3-3,-1-1,0 0,0 0,0-1,-1 1,0-1,-1-1,0 1,-1-1,1 1,-2-1,1 0,-2 0,1 0,-1 0,-1-1,0 1,0 0,-1 0,0 0,-1 0,0 0,-1-2,1 7,0 0,0 0,-1 0,1 0,-1 0,0 1,0 0,-1-1,1 1,-1 0,0 0,0 1,-1-1,1 1,-1 0,1 0,-1 1,0-1,0 1,0 0,0 0,0 1,-1 0,1 0,0 0,-1 0,1 1,-2 0,-4-1,1 2,-1-1,1 1,-1 1,1 0,0 0,0 1,0 0,0 1,0 0,1 1,0 0,0 0,-4 4,7-4,0 0,0 1,0 0,1 0,0 0,0 1,1 0,-1-1,2 2,-1-1,1 0,0 1,2-5,0 0,0 0,0 0,0 0,1 0,-1 0,1 0,0 0,0 0,0 0,1 0,-1 0,1 0,-1 0,1 0,0 0,0 0,0 0,1 0,-1-1,1 1,-1 0,1-1,0 1,0-1,0 0,0 0,1 0,-1 0,0 0,1 0,1 1,75 20,-37-18</inkml:trace>
  <inkml:trace contextRef="#ctx0" brushRef="#br0" timeOffset="1313.021">1896 187,'-14'0,"-9"5,-2 5,0 9,4 5,9 5,10 3,16 2,4-4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2.0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0,'15'24,"26"42,-3 1,11 31,-3 29,-46-126,0 0,-1 0,1-1,0 1,0 0,1 0,-1 0,0-1,0 1,0 0,0 0,1 0,-1-1,0 1,1 0,-1-1,0 1,1 0,-1-1,1 1,-1 0,1-1,0 1,-1-1,1 1,0-1,-1 1,1-1,0 1,-1-1,1 0,0 0,0 1,-1-1,1 0,0 0,0 0,0 0,-1 0,1 0,0 0,0 0,0 0,-1 0,1 0,0 0,0 0,0-1,-1 1,1 0,0-1,-1 1,1-1,0 1,-1-1,1 1,0-1,-1 1,1-1,-1 1,1-1,-1 0,1 1,-1-1,0 0,1 1,-1-2,75-159,3 8,-67 139,-10 14,0 1,0 0,-1 0,1 0,0 0,-1-1,1 1,-1 0,1 0,-1 0,1 0,-1 1,0-1,1 0,-1 0,0 0,0 0,0 0,0 0,0 0,0 0,0 1,0-1,0 0,-1 0,1 0,0 0,-1 0,1 0,-1 0,0 0,-3 29,1-15,0 0,1-1,0 1,1 0,1 0,0 0,2 0,-1 0,2 0,0 0,3 9,-2-19,-1 0,1 0,0-1,0 1,0-1,1 0,-1-1,1 1,0-1,0 0,0 0,1 0,-1-1,1 0,-1 0,1 0,0 0,0-1,-1 0,1-1,0 1,0-1,0 0,0-1,0 1,0-1,0 0,0-1,-1 1,1-1,-1 0,1-1,-1 1,1-1,-1 0,0 0,-1-1,1 0,0 1,-1-2,3-2,0-3,0 0,0 1,-1-2,-1 1,0-1,0 0,-1 0,-1 0,0-1,0 1,-1-1,-1 1,0-1,0-9,3-12,-4 33,0 1,0-1,0 0,0 0,0 0,1 0,-1 0,0 0,0 0,0 0,0 0,1 0,-1 0,0 0,0 0,0 0,1 0,-1 0,0 0,0 0,0 0,0 0,1 0,-1 0,0 0,0 0,0 0,0 0,1 0,-1 0,0 0,0 0,0-1,5 28,-4-23,5 37,-2-13,0 0,2-1,1 0,1 0,5 9,-12-33,0-1,0 0,0 1,0-1,0 0,0 0,1 0,-1 0,1 0,-1 0,1 0,0 0,-1 0,1-1,0 1,0-1,1 0,-1 1,0-1,0 0,1 0,-1 0,2 0,10-2</inkml:trace>
  <inkml:trace contextRef="#ctx0" brushRef="#br0" timeOffset="632.034">1297 201,'-3'-6,"0"0,0 1,0-1,-1 1,0 0,0 0,-1 1,1-1,-1 1,0 0,0 0,0 1,-1-1,1 1,-1 0,0 1,0-1,0 1,0 0,0 1,0-1,0 1,-1 1,1-1,-1 1,1 0,0 0,-1 1,1 0,0 0,0 1,-1-1,1 1,0 1,1-1,-1 1,0 0,1 0,-1 1,1-1,0 1,0 0,1 1,-1-1,1 1,0 0,0 0,1 0,-1 2,1-1,0 0,1 0,0 0,0 1,1-1,0 1,0-1,0 1,1-1,0 1,0 0,0-1,1 1,0-1,1 1,-1-1,1 1,1-1,-1 0,1 0,0 0,0 0,1-1,-1 1,1-1,1 0,-1 0,1 0,0-1,0 1,0-1,0 0,1-1,0 0,-1 1,1-2,0 1,1 0,7 0,0 0,-1-1,1-1,0 0,0 0,0-1,0-1,-1-1,1 0,0 0,-1-2,1 0,-1 0,0-1,0-1,-1 0,0 0,0-1,0-1,-1 0,0-1,-1 0,1-1,-2 0,0 0,0-1,-1 0,0-1,-1 1,0-2,-1 1,0-1,-1 0,3-10,-4 11,-1 0,0-1,0 0,-1 0,-1 0,0 1,-1-1,-1 0,-1-12,2 25,0 0,0 0,0 0,0 1,0-1,0 0,0 0,0 0,0 1,0-1,-1 0,1 0,0 0,0 0,0 1,0-1,0 0,-1 0,1 0,0 0,0 0,0 1,0-1,-1 0,1 0,0 0,0 0,0 0,0 0,-1 0,1 0,0 0,0 0,0 0,-1 0,1 0,0 0,0 0,0 0,-1 0,1 0,0 0,0 0,0 0,-1 0,1 0,0-1,0 1,0 0,-1 0,-3 23,2-7,0 0,2 0,0 1,1-1,0 0,2 0,-1 1,2-2,0 1,1 0,1-1,1 0,0 0,0-1,6 8,-11-20,-1 1,1-1,0 0,0 1,0-1,0 0,0 0,0 0,0-1,1 1,-1-1,1 1,-1-1,1 0,0 0,-1 0,1 0,0 0,0 0,0-1,0 0,-1 1,4-1,12-5</inkml:trace>
  <inkml:trace contextRef="#ctx0" brushRef="#br0" timeOffset="1133.316">1886 308,'-2'10,"-4"61,6-69,0 1,0-1,0 0,1 0,-1 0,1 0,-1 0,1 0,0 0,0 0,0 0,0 0,0 0,0-1,0 1,1 0,-1-1,1 1,-1-1,1 1,0-1,-1 0,1 0,0 1,0-1,0-1,0 1,0 0,2 0,2-1,0-1,1 0,-1 0,0-1,0 0,0 0,0 0,0-1,0 0,-1 0,1 0,-1-1,0 0,0 0,0 0,-1-1,1 1,-1-1,0 0,-1 0,1-1,-1 1,0-1,2-3,0 0,0 0,0-1,-1 1,0-1,0 0,-1 0,-1-1,0 1,0 0,-1-1,0 1,-1-1,0 1,0-1,-1 1,-1-1,0 1,0 0,-1 0,-1 0,1 0,-1 0,-1 1,0-1,0 1,-3-2,5 8,0 0,0 0,0 0,0 1,0 0,-1 0,1 0,-1 0,1 0,-1 1,0-1,1 1,-1 0,0 0,0 0,0 1,0-1,0 1,0 0,0 0,0 1,0-1,0 1,0 0,0 0,0 0,1 0,-1 1,0 0,1 0,-2 0,-4 4,0 0,0 0,1 1,0 0,0 1,0 0,1 0,1 0,-1 1,1 0,-1 3,2-3,-1 1,1-1,1 2,0-1,0 0,1 1,1 0,0-1,0 1,1 0,0 0,1 0,0 0,1 0,0 0,1 0,1 5,10 19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0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1 296,'25'4,"24"2,24 0,21-4,11-4,7-4,-2-3,-8-1,-13 0,-22 1</inkml:trace>
  <inkml:trace contextRef="#ctx0" brushRef="#br0" timeOffset="306.631">469 1,'26'22,"2"-1,0-1,1-1,1-2,1-1,0-1,1-2,1-1,2-1,105 45,-135-55,-1 0,0 0,0 1,0 0,1-1,-1 1,-1 0,1 1,0-1,0 1,-1 0,0 0,1 0,-1 0,0 0,-1 1,1-1,-1 1,1 0,-1 0,0 0,0 0,-1 0,1 0,-1 1,0-1,0 0,-1 1,1-1,-1 1,0-1,0 1,0-1,-1 0,0 2,-8 12,-2-2,0 1,-1-1,-1-1,0 0,-1-1,-1 0,0-1,-1-1,0 0,-2 0,5-3,-136 107,121-89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49.6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62,'-8'3,"1"0,0 0,-1 0,2 1,-1 0,0 1,1-1,-1 1,1 0,1 1,-1-1,1 1,0 1,0-1,1 1,-1-1,2 1,-1 0,1 1,-2 5,-2 6,2 0,0 0,1 1,1 0,1 0,0 0,2 14,1-14,0-1,2 0,0 0,1 0,1-1,0 1,2-1,0 0,4 7,-6-16,0 1,1-1,0 0,1 0,-1-1,2 0,-1 0,1 0,0-1,1-1,-1 1,1-1,1-1,-1 1,1-2,0 1,5 0,-10-3,0-1,1 0,-1 0,0 0,1-1,-1 0,1 0,-1 0,1-1,-1 0,0 0,0 0,1-1,-1 1,0-1,0 0,0-1,0 1,-1-1,1 0,-1 0,0-1,0 1,0-1,0 0,0 0,-1 0,0-1,0 1,0-1,0 0,-1 0,0 0,0 0,1-1,3-15,0-1,-2 1,0-1,-1 0,-1 0,-2 0,0 0,-1-1,-1 1,-1 0,-1 1,-1-1,-1 1,-1 0,0 0,-2 1,-1 0,-10-18,13 27,0 1,-1-1,0 1,-1 0,0 1,0 0,-1 1,0 0,0 0,-9-4,16 10,-1 0,0 0,0 0,0 1,0-1,0 1,0 0,0 0,0 1,0-1,-1 1,1 0,0 0,0 0,-1 0,1 1,0 0,0 0,0 0,0 0,0 1,0-1,0 1,0 0,1 0,-1 1,1-1,-1 1,1 0,0 0,0 0,0 0,-1 2,-3 6,0-1,1 1,0 1,1-1,0 1,1 0,0 0,1 0,0 0,1 1,1 0,0-1,0 1,1-1,1 1,0 0,1-1,0 1,1-1,0 0,1 0,3 7,15 31</inkml:trace>
  <inkml:trace contextRef="#ctx0" brushRef="#br0" timeOffset="375.977">574 289,'-9'14,"1"1,1 0,0 1,0 0,2 0,0 0,1 1,0 0,2-1,0 1,0 6,2-14,0 0,0-1,0 1,1-1,1 1,-1-1,1 0,1 1,0-1,0 0,0 0,1-1,0 1,1-1,0 0,0 0,0 0,1-1,0 0,0 0,0 0,1-1,1 1,-3-2,1-1,0 0,0 0,0 0,0-1,0 0,0 0,1 0,-1-1,1 0,-1 0,1-1,-1 0,1 0,-1 0,1-1,-1 0,1 0,-1-1,0 1,1-1,-1-1,0 1,0-1,-1 0,1-1,0 1,-1-1,0 0,5-5,1-7,1-1,-2 0,0 0,-1-1,-1-1,-1 1,0-1,-2 0,0-1,-1 1,-1-1,-1 0,0 0,-2 0,0 0,-1 0,-1 1,-3-12,4 14,-1 0,-1 0,0 0,-1 0,-1 1,0 0,-1 0,-1 0,-1 1,0-1,-1 2,0-1,-1 2,-11-13,18 23,-1 0,1 0,-1 0,1 0,-1 1,0 0,0 0,0 0,0 0,-1 0,1 1,0 0,-1 0,1 0,-1 0,1 1,-1 0,1 0,-1 0,1 0,-1 1,1 0,0-1,-1 2,1-1,0 0,0 1,-1 0,-2 2,-4 5,2 0,-1 1,1 0,0 0,1 1,0 0,1 0,0 1,1 0,0 0,1 0,1 1,0 0,0 0,1 0,1 1,0-1,0 9,1-11,0 1,0-1,1 0,1 0,0 0,0 0,1 0,0 0,1-1,1 1,-1-1,1 1,1-1,0 0,1-1,0 1,0-1,1 0,0-1,0 0,1 0,0 0,6 3,42 18,-2-10</inkml:trace>
  <inkml:trace contextRef="#ctx0" brushRef="#br0" timeOffset="711.077">1136 342,'-8'12,"0"-1,1 1,0 0,1 1,0 0,1 0,0 0,1 1,1-1,-1 8,3-16,0 1,1 0,0 0,0 0,0-1,1 1,-1 0,2 0,-1-1,0 1,1 0,0-1,1 0,-1 1,1-1,0 0,0 0,0-1,1 1,0-1,0 1,0-1,0 0,1-1,0 1,0-1,7 4,-1-2,1 1,1-2,-1 0,1 0,0-1,-1-1,1 0,0 0,1-2,-1 1,0-2,0 0,0 0,0-1,0-1,-1 0,1-1,-1 0,1-1,-1 0,-1-1,1-1,-1 0,8-6,-9 4,0 0,-1-1,0 1,-1-2,0 1,-1-1,0-1,0 1,-1-1,-1 0,0-1,-1 1,0-1,-1 0,0 0,-1 0,-1 0,0 0,-1 0,0-1,-1 1,-1-4,1 0,-2-1,-1 1,0 0,-1 0,-1 1,0 0,-1 0,-1 0,0 1,-1 0,-1 0,-1 1,0 0,0 1,-1 1,-10-9,16 16,-1 0,1 0,0 0,-1 1,0 0,0 0,-1 1,1 0,-1 0,1 0,-1 1,0 1,0-1,0 1,0 0,0 1,0 0,0 0,0 1,0 0,0 0,0 1,0 0,1 1,-1-1,1 1,-1 1,1-1,-1 2,1 1,0-1,1 1,0 1,0-1,0 1,1 0,-1 0,2 1,-1 0,1 0,1 0,-1 0,1 0,1 1,-1-1,2 1,-1 0,1 0,0 0,1-1,0 1,0 0,1 0,0 0,2 6,13 38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7.7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436 302,'3'16,"4"14,11 14,11 12,10 9,7 2,6-2,0-2,-2-5,-5-10,-8-13,-9-13</inkml:trace>
  <inkml:trace contextRef="#ctx0" brushRef="#br0" timeOffset="173.136">797 382,'-18'-6,"-8"3,-5 13,-3 17,-1 16,-1 14,-2 11,0 6,-1-4,6-13</inkml:trace>
  <inkml:trace contextRef="#ctx0" brushRef="#br0" timeOffset="376.022">263 677,'13'2,"17"1,18-3,17-5,16-7,12-6,7-6,-14 1</inkml:trace>
  <inkml:trace contextRef="#ctx0" brushRef="#br0" timeOffset="789.3">1025 115,'-86'-21,"-1"4,-1 3,-39 2,89 10,1 2,-1 2,1 1,0 2,0 1,0 2,1 2,0 1,-13 8,32-13,1 2,1 0,0 1,0 1,0 0,1 1,1 0,0 1,0 1,1 0,1 0,0 1,1 1,1 0,0 0,1 1,1 0,0 0,1 1,1 0,0 0,-1 12,4-1,2-1,0 1,2-1,1 0,1 1,1-1,2-1,0 1,2-1,1 0,1-1,1 0,1-1,2-1,0 0,1-1,1 0,1-1,1-1,1-1,1-1,0-1,2-1,-1 0,2-2,5 2,3 1,1-2,0-1,1-2,0-1,1-2,0-1,0-1,1-3,0-1,0-1,21-3,-35 0,-1 0,0-2,0-1,0 0,0-2,-1 0,1-2,-2 0,1-1,-1-1,-1-1,1 0,-2-1,0-1,0-1,-2-1,1 0,-2-1,13-17,-11 7,-1-2,-1 1,-2-2,-1 0,-1 0,-1-1,-1 0,-2 0,-2-1,0 0,-2 0,-1 0,-2 0,-1 0,-1 0,-2 1,-1-1,-1 1,-2 0,-11-24,13 35,-1 1,-1 1,0 0,-1 0,-1 0,-1 2,0-1,-1 1,-1 1,0 1,-1 0,0 0,-1 2,-1 0,1 1,-2 0,1 2,-1 0,-1 1,1 0,-1 2,0 0,-2 1,-1 2,0 1,-1 1,1 1,0 1,0 1,0 1,1 1,-1 1,1 0,0 2,1 0,0 2,0 0,1 1,0 1,1 1,-4 4,-7 7,1 1,1 1,1 1,2 2,1 0,1 1,1 2,2 0,-11 27,-15 48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0.4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1,'23'2,"23"1,17 0,13-1,3 0,-1 1,-13 5,-17 6,-16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0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29,'20'0,"23"-2,23-4,15 0,8-1,-11-1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3.5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 0,'4'18,"4"18,6 13,6 13,7 7,6 2,4 0,2-5,2-5,-2-7,-5-11,-6-9,-8-12</inkml:trace>
  <inkml:trace contextRef="#ctx0" brushRef="#br0" timeOffset="262.335">428 106,'-18'0,"-13"5,-8 10,-6 15,-3 15,0 13,2 14,2 10,1 2,6-1,9-16</inkml:trace>
  <inkml:trace contextRef="#ctx0" brushRef="#br0" timeOffset="511.727">588 695,'3'9,"1"0,-1 0,2 0,-1-1,1 1,0-1,1 0,0 0,1-1,-1 0,1 0,0-1,1 1,0-1,0-1,0 0,1 0,-1-1,1 0,0 0,0-1,1 0,-1 0,1-1,-1-1,1 0,0 0,0 0,-1-2,1 1,0-1,0 0,-1-1,1 0,-1-1,0 0,0 0,0-1,0 0,0-1,4-3,-8 3,0 0,0 0,-1-1,0 1,0-1,-1 0,1 0,-1 0,-1 0,1-1,-1 1,0-1,0 1,-1-1,0 0,0 0,-1 0,0 0,0 1,0-1,-1 0,0 0,0 0,-1 1,0-1,0 0,-1 1,1 0,-1 0,-1 0,1 0,-1 0,0 0,-1 1,1 0,-1 0,0 0,0 1,0-1,-1 1,0 1,0-1,0 1,0 0,0 0,-5-1,0 2,-1 0,1 1,-1 1,0-1,1 2,-1 0,0 0,1 1,0 1,-1 0,1 0,0 1,0 0,1 1,-1 1,1-1,0 2,1-1,0 1,0 1,0-1,-7 9,-26 22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3.0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0 174,'18'0,"20"0,15 2,11 3,10 4,0 1,-3 2,-9 1,-12 1,-16-2</inkml:trace>
  <inkml:trace contextRef="#ctx0" brushRef="#br0" timeOffset="253.321">268 0,'-14'16,"-6"14,-1 14,4 12,5 9,6 4,10 2,10-2,7-6,1-13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2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0,'7'18,"9"16,11 10,9 10,9 4,7 0,7-4,2-4,-3-4,-6-5,-10-5,-12-6,-11-8</inkml:trace>
  <inkml:trace contextRef="#ctx0" brushRef="#br0" timeOffset="270.274">348 121,'-14'4,"-11"9,-8 13,-6 14,-2 14,-2 10,2 7,7 3,7-6,10-13</inkml:trace>
  <inkml:trace contextRef="#ctx0" brushRef="#br0" timeOffset="533.986">695 495,'6'-16,"8"-12,3-8,1-2,-2 0,-4 5,-5 10,-2 13,-3 18,-4 17,-1 14,-3 11,0 6,3 2,4-2,9-6,8-9,0-11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1.7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1 121,'20'9,"19"5,13 3,12 0,9-2,5-4,1-3,-6-4,-16-2</inkml:trace>
  <inkml:trace contextRef="#ctx0" brushRef="#br0" timeOffset="263.378">282 0,'-5'16,"-1"15,0 12,1 12,2 9,1 5,1 0,0-2,3-7,2-12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0.9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0,'7'19,"9"16,8 15,8 9,6 7,7 3,5-1,2-3,0-5,-5-7,-6-10,-9-7,-11-10</inkml:trace>
  <inkml:trace contextRef="#ctx0" brushRef="#br0" timeOffset="172.478">362 94,'-18'16,"-13"17,-8 18,-2 14,-1 11,5 2,6 0,8-6,9-16</inkml:trace>
  <inkml:trace contextRef="#ctx0" brushRef="#br0" timeOffset="502.919">710 429,'5'-2,"1"1,-1 0,0 0,1 0,-1 1,1-1,0 1,-1 1,1-1,-1 1,0 0,1 0,-1 1,0-1,1 1,-1 0,0 1,0-1,-1 1,2 1,-3-2,-1 1,1-1,-1 1,0-1,0 1,0 0,0 0,-1-1,1 1,-1 1,0-1,0 0,0 0,0 0,0 1,-1-1,1 0,-1 1,0-1,0 0,0 1,0-1,-1 1,0-1,1 1,-31 80,-65 77,95-160,0 0,0 0,0 0,1 1,-1-1,0 0,0 0,1 1,-1-1,1 1,-1-1,1 0,0 1,0-1,-1 1,1-1,0 1,0-1,1 1,-1-1,0 0,0 1,1-1,-1 1,0-1,1 1,0-1,-1 0,1 0,0 1,0-1,-1 0,1 0,0 0,0 0,0 0,0 0,1 0,-1 0,0 0,0 0,1-1,-1 1,0 0,1-1,-1 1,1-1,12 2,1 0,-1-1,1-1,0 0,-1-1,1-1,-1 0,15-5,-16 5,145-33,-85 17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7:59.8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91 167,'5'63,"-3"0,-2 0,-3 0,-3 0,-2 0,-3-1,-3-1,-7 16,-4-12,25-65,-1 0,1 0,0 0,-1 0,1 0,-1 0,1 0,0 0,-1 0,1 0,0 0,-1 0,1-1,0 1,-1 0,1 0,0 0,0-1,-1 1,1 0,0 0,-1-1,1 1,0 0,0 0,0-1,-1 1,1 0,0-1,0 1,0 0,0-1,0 1,0-1,-1 1,1 0,0-1,0 1,0 0,0-1,0 1,0 0,1-1,-1 1,0 0,0-1,0 1,0-1,0 1,0 0,1 0,-1-1,0 1,0 0,0-1,1 1,-1 0,0 0,1-1,-1 1,0 0,0 0,1 0,-1-1,50-309,-8-93,-42 402,7-28,-8 29,1-1,0 1,0-1,0 1,0 0,0-1,0 1,0-1,1 1,-1 0,0-1,0 1,0 0,0-1,0 1,1-1,-1 1,0 0,0-1,0 1,1 0,-1 0,0-1,1 1,-1 0,0 0,0-1,1 1,-1 0,1 0,-1 0,0-1,1 1,-1 0,0 0,1 0,-1 0,1 0,-1 0,0 0,1 0,-1 0,1 0,-1 0,0 0,1 0,-1 0,1 0,-1 1,0-1,1 0,-1 0,0 0,1 0,-1 1,0-1,1 0,-1 0,0 1,0-1,1 1,43 99,70 173,-113-271,-1 0,1 0,-1 0,1-1,-1 1,1 0,0-1,0 1,0-1,0 1,0-1,0 1,0-1,1 0,-1 1,1-1,-1 0,0 0,1 0,0 0,-1 0,1-1,-1 1,1 0,0-1,0 1,-1-1,1 0,0 1,0-1,1 0,1-4,0 0,0 0,-1-1,1 1,-1-1,0 0,0 0,0 0,-1 0,0-1,0 1,0 0,0-4,1 0,87-324,-79 302,-3 23,-5 23,-14 171,2-104,0 26,5 0,5 0,7 29,0-69</inkml:trace>
  <inkml:trace contextRef="#ctx0" brushRef="#br0" timeOffset="290.254">651 888,'3'-31,"1"1,1 0,2 0,1 0,1 0,8-15,-13 35,37-96,-41 106,0 1,0-1,0 0,0 1,-1-1,1 0,0 1,0-1,0 0,0 1,1-1,-1 0,0 0,0 1,0-1,0 0,0 1,0-1,0 0,1 0,-1 1,0-1,0 0,0 0,0 1,1-1,-1 0,0 0,0 0,1 1,-1-1,0 0,0 0,1 0,-1 0,0 0,1 1,-1-1,0 0,1 0,-1 0,0 0,0 0,1 0,-1 0,0 0,1 0,-1 0,0 0,1-1,-1 1,0 0,1 0,-1 0,0 0,0 0,1-1,5 276,-5-257,1 0,1 0,1 0,1 0,0 0,1-1,1 0,0 0,2-1,0 0,4 5,12 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5.5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0 393,'24'-47,"2"2,1 1,3 1,21-24,14-19,-24 32,-41 53,1 1,-1 0,0-1,0 1,0 0,1-1,-1 1,0 0,1-1,-1 1,0 0,0 0,1-1,-1 1,0 0,1 0,-1 0,1-1,-1 1,0 0,1 0,-1 0,1 0,-1 0,0 0,1 0,-1 0,1 0,-1 0,0 0,1 0,-1 0,1 0,-1 0,0 1,1-1,-1 0,0 0,1 0,-1 0,0 1,1-1,-1 0,0 1,1-1,-1 0,0 0,0 1,1-1,-1 0,0 1,0-1,0 1,1-1,-1 0,0 1,0-1,0 0,0 1,0 0,4 28,-4-26,3 101,-5 0,-5 1,-8 28,-29 74,43-202,0-1,0-1,0 1,-1 0,1-1,-1 1,1-1,-1 1,0-1,0 0,-1 1,1-1,-1 0,1-1,-4 4,5-7,-1 1,1 0,0 0,0 0,0-1,0 1,0-1,0 1,0-1,0 1,0-1,0 0,0 1,0-1,0 0,0 0,0 0,0 0,1 0,-1 0,0 0,1 0,-1 0,1 0,-1 0,1 0,0 0,-1 0,1-1,-8-10,19 20,9-1,0-2,0 0,1-2,0 0,-1-1,1-1,11-1,-16 0,62 0,-3-2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5.8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0,'18'7,"18"2,18-1,13-1,10-2,0-2,-6 1,-14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6.0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1,'18'11,"20"4,21-1,20-6,13-9,-8-2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06.4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54,'-10'9,"1"0,0 1,1 1,0 0,0 0,1 0,1 1,0 0,0 0,1 0,1 1,0 0,1 0,0 0,1 0,1 0,0 1,0-1,2 0,0 1,0-1,3 13,0-18,-1-1,1 0,0 0,1 0,0 0,0 0,1-1,-1 0,1 0,0-1,1 0,0 0,0 0,0-1,0 0,0 0,1-1,0 0,-1 0,1-1,0 0,2 0,4 1,1 0,-1-1,0-1,1-1,-1 0,1 0,-1-2,1 0,-1 0,0-1,0-1,5-3,-10 4,-1 0,0-1,-1 0,1 0,-1-1,0 0,0 0,0-1,-1 0,0 0,0-1,-1 1,1-1,-2-1,1 1,-1-1,0 1,0-1,-1 0,0 0,0-1,-1 1,0-1,-1 1,0-1,0 0,-1 1,0-1,0 0,-1 1,-1-1,0-6,-1 5,0 0,-1-1,0 1,-1 0,0 1,0-1,-1 1,0 0,-1 1,0-1,0 1,-1 0,0 1,0 0,-1 0,0 1,0 0,0 1,-1 0,0 0,0 1,0 0,-1 1,1 0,-1 1,1 0,-1 0,0 1,0 1,0 0,0 0,0 1,1 1,-1 0,0 0,1 1,-1 0,1 1,0 0,0 0,1 1,-6 4,10-6,-1 1,1 0,0 0,0 0,0 0,1 1,0 0,-1 0,2 0,-1 1,0-1,1 1,0 0,1 0,-1 0,1 0,0 0,1 1,0-1,-1 0,2 1,-1-1,1 1,0-1,1 1,-1-1,1 1,0-1,1 1,0-1,0 0,0 0,1 0,0 0,0 0,0-1,1 1,0-1,2 2,39 27,4-10</inkml:trace>
  <inkml:trace contextRef="#ctx0" brushRef="#br0" timeOffset="366.142">636 120,'-7'4,"0"-1,1 1,0 1,0-1,0 1,0 0,1 0,0 1,0 0,0 0,1 0,0 0,0 1,0-1,1 1,0 0,1 0,-1 0,1 1,0-1,0 5,0 0,1 0,0 1,0-1,1 0,1 0,0 0,1 0,0 0,1 0,0 0,1 0,0-1,1 2,-1-7,-1 0,1 0,0 0,0-1,1 1,0-1,0 0,0 0,0-1,1 1,0-1,0-1,0 1,0-1,1 0,-1 0,1-1,0 0,-1 0,1 0,0-1,0 0,0-1,0 1,1-1,-1-1,2 0,3 0,0 0,-1-2,1 1,-1-1,1-1,-1 0,0-1,-1 0,1 0,-1-1,0 0,-1-1,1-1,-1 1,-1-1,3-3,-4 2,0-1,0 0,-1-1,0 1,-1-1,0 0,-1-1,0 1,0-1,-2 1,1-1,-2 0,1 0,-2 0,1 0,-2-10,0 15,0-1,0 0,0 0,-1 0,0 0,-1 1,0-1,0 1,0 0,-1 0,0 0,0 0,-1 1,0 0,0 0,-1 0,1 0,-1 1,0 0,-1 0,1 1,-1 0,0 0,0 0,-5-1,4 2,-1 1,0 0,0 0,0 1,-1 0,1 1,0 0,0 0,0 1,0 0,-1 1,1 0,1 0,-1 1,0 0,1 1,-1 0,1 0,0 1,0 0,1 0,0 0,0 1,0 1,0-1,1 1,0 0,1 0,-1 1,1 0,1 0,0 0,0 0,0 1,1-1,0 1,1 0,0 0,0 5,2 25</inkml:trace>
  <inkml:trace contextRef="#ctx0" brushRef="#br0" timeOffset="761.132">1183 321,'11'-32,"2"0,0 0,2 1,2 1,1 0,1 2,1 0,1 1,11-9,-32 35,0 0,1 1,-1-1,0 0,1 0,-1 1,1-1,-1 0,1 1,-1-1,1 0,-1 1,1-1,0 1,-1-1,1 1,0-1,0 1,-1-1,1 1,0 0,0-1,0 1,-1 0,1 0,0 0,0 0,0 0,0 0,-1 0,1 0,0 0,0 0,0 0,0 0,-1 0,1 1,0-1,0 0,0 1,-1-1,1 0,0 1,-1-1,1 1,0 0,-1-1,1 1,0-1,-1 1,1 0,-1-1,1 1,1 14,-1 0,0-1,-1 1,-1 0,0-1,-1 1,-1 0,-2 9,0 0,-12 67,4 1,0 82,13-159,1-10,-1 0,0 0,0 1,0-1,-1 0,0 1,0-1,0 0,0 0,-1 0,0 0,0 0,-3 4,-2-1</inkml:trace>
  <inkml:trace contextRef="#ctx0" brushRef="#br0" timeOffset="1081.858">1197 575,'16'4,"14"2,12 0,7-1,4-2,1-1,-3-1,-7-1,-10 0,-9 3,-13 0,-7 2,-5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14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0,'-14'53,"3"0,2 1,3 0,0 36,5-79,1-6,-6 77,3-1,9 82,5-112,-11-51,0 0,1 0,-1 0,0 1,0-1,1 0,-1 0,0 0,0 0,1 0,-1 0,0 0,0 0,1 0,-1 0,0 0,1 0,-1 0,0 0,0 0,1 0,-1 0,0 0,0 0,1 0,-1-1,0 1,0 0,1 0,-1 0,0 0,0 0,0-1,1 1,-1 0,0 0,0-1,0 1,0 0,0 0,1 0,-1-1,0 1,0 0,0 0,0-1,0 1,0 0,0-1,0 1,0 0,0 0,0-1,0 1,0 0,0 0,0-1,0 1,0 0,0 0,0-1,-1 1,1 0,0 0,0-1,0 1,-3-192,4 190,-1-1,1 0,0 0,0 0,0 1,1-1,-1 0,1 1,-1-1,1 1,0 0,0 0,0-1,0 1,0 0,1 1,-1-1,0 0,1 1,0-1,-1 1,1 0,0 0,-1 0,1 0,0 0,0 1,0-1,0 1,2 0,3 0,0 0,0 0,-1 1,1 0,0 0,-1 1,1 0,-1 1,0 0,0 0,3 1,1 2,-1 1,1 0,-1 0,0 1,-1 0,0 1,0 0,-1 1,0-1,-1 1,0 1,0 0,-1 0,-1 0,1 2,-5-10,0 0,0 1,-1-1,1 0,-1 0,0 0,0 0,0 0,0 1,0-1,-1 0,0 0,1 0,-1 0,0 0,-1 0,1 0,0 0,-1-1,0 1,1 0,-1-1,0 1,0-1,-1 0,1 0,0 0,-1 0,0 0,1 0,-1 0,0-1,0 0,1 1,-1-1,0 0,-1 0,0 0,-20 6,1 0,-2-1,1-1,-1-1,1-2,-1 0,0-2,-19-1,40 0,-28-12,34 5</inkml:trace>
  <inkml:trace contextRef="#ctx0" brushRef="#br0" timeOffset="1104.389">605 561,'-40'-84,"38"81,1 1,-1 0,0-1,0 1,0 0,0 0,-1 0,1 1,-1-1,1 0,-1 1,1 0,-1-1,0 1,0 0,1 1,-1-1,0 0,0 1,0-1,0 1,0 0,0 0,0 0,0 1,0-1,0 1,0-1,1 1,-2 0,-4 3,1 1,-1-1,1 1,0 0,0 1,1 0,-1 0,1 0,1 1,-1 0,1 0,0 0,1 1,0-1,0 1,0 0,1 0,0 1,1-1,0 1,0-1,1 1,0 0,1-1,-1 1,2 8,0-13,0-1,0 1,0 0,0-1,0 1,1-1,0 0,0 1,0-1,0 0,0 0,0 0,1 0,0-1,-1 1,1-1,0 1,0-1,1 0,-1 0,0-1,1 1,-1 0,1-1,-1 0,1 0,-1 0,1 0,0-1,0 0,1 1,1-1,1 0,-1 0,1 0,-1-1,1 0,-1 0,0-1,0 0,1 0,-1 0,0-1,-1 0,1 0,0 0,-1-1,0 0,0 0,0 0,1-3,0-1,0 1,-1-1,-1 0,1 0,-1-1,-1 1,0-1,0 0,0 0,-1 0,0 0,-1-1,0 1,-1-4,-1 22,1 0,0 0,0 1,1-1,0 0,1 0,0 0,0 0,1 0,0-1,1 1,0 0,0-2,0-1,1 0,0 0,0 0,0-1,0 0,1 0,0 0,0 0,0-1,1 0,0-1,-1 1,1-1,0-1,1 1,-1-1,0 0,1-1,-1 0,8 0,-12-1,0-1,0 1,1-1,-1 0,0-1,0 1,0 0,0-1,0 0,-1 0,1 1,0-2,-1 1,1 0,-1 0,0-1,0 0,0 1,0-1,0 0,-1 0,1 0,0-3,20-75,-13-100,-8 178,0 1,0-1,1 1,-1 0,1-1,-1 1,1 0,0 0,0 0,0 0,0 0,0 1,0-1,0 1,1-1,-1 1,1 0,-1 0,1 0,-1 0,1 0,0 1,-1-1,1 1,0-1,-1 1,1 0,0 0,0 1,-1-1,1 0,0 1,-1 0,1-1,0 1,-1 0,1 0,-1 1,0-1,1 0,9 2,19 2,141 38,-168-42,-1 0,0 0,0 0,-1 1,1-1,0 1,0 0,-1 0,1 0,-1 0,1 0,-1 0,0 1,0-1,0 1,0 0,-1-1,1 1,-1 0,1 0,-1 0,0 0,0 0,0 0,-1 0,1 1,-1-1,0 0,1 0,-2 0,1 1,0-1,-1 0,1 0,-2 3,0 4,0-5,0 0,1-1,-1 1,1 0,0 0,0 0,1 0,-1 1,1-1,0 0,1 0,-1 0,1 0,0 0,0 0,1 0,-1 0,1-1,0 1,0 0,1-1,0 0,-1 1,1-1,1 0,-1 0,0-1,1 1,0-1,6 1,0 0,0-1,0 0,0-1,0 0,1 0,-1-1,1-1,-1 0,1 0,-1-1,1 0,-1-1,1 0,-1-1,0 0,0-1,-1 0,1 0,-1-1,1 0,-2-1,2-1,-7 6,-1-1,-1 1,0-1,1 1,-1 0,1 0,-1 0,1 0,0 0,-1 0,1 0,0 0,0 1,0-1,-1 1,1-1,0 1,0 0,0 0,0 0,0 0,0 0,0 0,0 0,0 1,-1-1,1 1,0-1,0 1,0 0,-1 0,1 0,0 0,-1 0,1 0,-1 0,1 0,0 2,16 22,39 36,-52-57,0 0,0-1,0 0,0 0,1-1,0 1,-1-1,1 0,0-1,0 1,0-1,0 0,0-1,0 0,0 0,0 0,0 0,1-1,-1 0,0 0,-1-1,1 0,0 0,0 0,-1-1,1 0,-1 0,0 0,0 0,0-1,0 0,-1 0,0 0,1-1,-1 0,-1 1,1-1,-1 0,0-1,0 1,0-1,-1 0,-1 1,0 0,0 0,-1 0,1-1,-1 1,-1 0,1 0,-1 0,0 0,0 0,0 0,-1 0,1 1,-1-1,-1 0,1 1,-1-1,1 1,-1 0,0 0,-1 0,1 0,-1 1,0-1,1 1,-1 0,-1 0,1 0,-5-2,1 0,-1 0,0 0,0 1,-1 1,0 0,1 0,-1 1,0 0,0 0,0 1,0 1,-9 0,11 0,0 1,-1 0,1 1,0 0,0 0,0 0,0 1,0 1,1-1,-1 1,1 0,0 1,0 0,1 0,-1 0,1 1,0 0,1 0,-1 0,1 1,0 0,1 0,0 0,0 1,0-1,1 1,0 0,1 0,0 0,-1 5,3-9,1-1,-1 1,1-1,0 1,0-1,0 0,1 1,-1-1,1 0,0 0,0 0,0 0,0 0,0-1,0 1,1-1,-1 1,1-1,0 0,0 0,0 0,0 0,0 0,0-1,1 0,-1 1,0-1,1 0,-1-1,1 1,-1-1,1 1,-1-1,1 0,-1 0,1-1,-1 1,1-1,-1 1,1-1,31-3</inkml:trace>
  <inkml:trace contextRef="#ctx0" brushRef="#br0" timeOffset="1354.565">1848 228,'-20'-14,"-12"-7,-4 1,-1 5,3 8,8 12,8 10,8 8,9 9,12 4,4-3</inkml:trace>
  <inkml:trace contextRef="#ctx0" brushRef="#br0" timeOffset="1558.533">1862 561,'7'16,"7"10,3 3,3-2,3-3,4-5,10-6,8-8,10-9,3-8,-8-3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13.2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0 161,'7'-2,"13"-1,15 0,15 1,13 0,11 1,7 0,4 1,-5 0,-5 0,-14 0,-18 3,-17 0,-14 0</inkml:trace>
  <inkml:trace contextRef="#ctx0" brushRef="#br0" timeOffset="617.853">267 0,'1'4,"0"0,0-1,1 1,-1-1,1 1,0-1,0 1,0-1,0 0,1 0,-1 0,1 0,0-1,0 1,0-1,0 1,0-1,0 0,1 0,-1-1,1 1,-1-1,1 1,0-1,-1 0,2 0,-4-1,191 59,-142-47,-1 2,0 3,42 20,-15 13,-73-48,-1 0,0 0,1 0,-1 1,0-1,0 0,0 1,-1 0,1-1,0 1,-1 0,0 0,0 0,0 0,0 0,0 0,-1 0,1 0,-1 1,0-1,0 0,0 0,0 0,-1 0,1 1,-1-1,-3 5,0-1,-1 0,0 0,0-1,-1 0,0 1,0-2,0 1,-1-1,0 0,0 0,0-1,0 0,-1 0,-4 1,6-2,-269 127,251-115,11-4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23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1,'7'18,"9"17,13 15,16 9,13 7,13 3,7-1,1-3,-7-8,-11-12,-16-12</inkml:trace>
  <inkml:trace contextRef="#ctx0" brushRef="#br0" timeOffset="267.548">401 80,'-18'5,"-15"8,-12 11,-4 13,-3 9,1 8,1 6,8 3,10-1,14-4,16-10,9-13</inkml:trace>
  <inkml:trace contextRef="#ctx0" brushRef="#br0" timeOffset="561.765">802 548,'-2'5,"-1"0,1-1,-1 1,1 0,1 1,-1-1,1 0,0 0,0 1,0-1,1 0,0 1,0-1,0 1,1-1,-1 0,1 1,1-1,-1 0,1 0,0 0,0 0,0 0,1 0,0 0,0-1,0 0,0 1,1-1,-1 0,1-1,0 1,2 0,1 2,1-1,0 0,0 0,0-1,1 0,-1 0,1-1,0 0,0 0,0-1,1-1,-1 0,0 0,1 0,-1-1,1-1,-4 1,0-1,0 0,-1 0,1 0,-1 0,1-1,-1 0,1-1,-1 1,0-1,0 0,0 0,-1 0,1-1,-1 0,0 0,0 0,0 0,0-1,-1 1,1-1,-1 0,0 0,-1 0,1 0,0-3,-1 1,0 1,-1-1,1 1,-1-1,0 0,-1 1,0-1,0 0,0 1,-1-1,0 0,0 1,-1-1,0 1,0-1,0 1,-1 0,0 0,0 0,0 0,-1 1,0-1,0 1,-1 0,1 0,-1 1,0-1,0 1,-1 0,1 0,-1 1,0-1,0 1,0 1,0-1,-1 1,1 0,-4 0,-8-1,0 1,0 1,0 1,0 0,1 2,-1 0,0 1,0 0,1 2,-12 4,-42 13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19.9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0 745,'37'58,"-28"-40,0 0,2-1,0 0,1-1,0 0,2-1,0-1,0 0,1 0,1-2,0 0,1-1,0 0,9 3,-21-12,0-1,0 0,0 0,0 0,0-1,0 1,0-1,0 0,0-1,0 1,0-1,0 0,0 0,0-1,0 1,0-1,-1 0,1 0,-1-1,1 1,-1-1,0 0,0-1,0 1,-1 0,1-1,-1 0,0 0,0 0,0 0,0-1,-1 1,1-1,-1 1,1-4,5-16,-1-1,-2 0,0-1,-1 1,-2-1,0 1,-2-1,-2-14,2 2,0 33,0 4,-1 0,1 0,-1 0,1 0,0 0,-1 0,1 0,0 0,0 0,0 0,-1 0,1 0,0 0,1 0,-1 0,0 0,0 0,0 0,1 0,-1 0,0 0,1 0,-1 0,1 0,-1 0,1 0,-1 0,1 1,0-1,0 0,-1 0,1 1,0-1,0 0,0 1,0-1,-1 1,1-1,0 1,0 0,0-1,0 1,0 0,0-1,0 1,1 0,-1 0,0 0,0 0,0 0,0 0,59 41,-25-15</inkml:trace>
  <inkml:trace contextRef="#ctx0" brushRef="#br0" timeOffset="829.077">895 826,'-8'-12,"-1"0,-1 1,0 0,0 1,-1 0,-1 1,0 0,-5-3,14 10,-1 0,1 0,0 0,-1 1,1-1,-1 1,1 0,-1 0,1 0,-1 1,0-1,0 1,1 0,-1 0,0 0,0 0,1 1,-1-1,0 1,1 0,-1 0,1 1,-1-1,1 1,-1-1,1 1,0 0,0 1,0-1,0 0,0 1,1-1,-1 1,-1 3,0-2,1 0,0 1,0 0,0-1,1 1,0 0,-1 0,2 1,-1-1,1 0,0 1,0-1,0 1,1-1,-1 1,1-1,1 1,-1-1,1 1,0-1,0 0,1 1,-1-1,1 0,1 0,-1 0,0 0,1 0,0-1,1 1,-1-1,0 0,1 0,0 0,0 0,1-1,-1 1,0-1,1 0,4 1,-3-1,1-1,-1 0,1 0,0-1,-1 0,1 0,0-1,0 0,0 0,0 0,-1-1,1 0,0-1,0 1,-1-1,1 0,-1-1,0 0,0 0,0 0,0-1,0 1,0-2,-1 1,0 0,0-1,0 0,-1 0,0-1,1 1,-2-1,1 0,-1 0,0 0,2-5,-5 10,1 0,-1 0,1 0,-1-1,0 1,0 0,1 0,-1 0,0 0,0-1,0 1,0 0,-1 0,1 0,0-1,0 1,-1 0,1 0,-1 0,1 0,-1 0,1 0,-1 0,0 0,1 0,-1 0,0 0,0 0,0 0,0 0,-1 2,1 0,0 1,-1-1,1 1,0-1,0 1,0-1,0 1,0 0,0 0,1-1,-1 1,1 0,-1 0,1 0,-1 0,1 0,0 0,0 0,0 0,0 0,0-1,1 1,-1 0,1 0,-1 0,1 0,1 3,1-1,-1 0,1 0,0 0,0 0,0 0,1 0,-1-1,1 0,0 0,0 0,0 0,0-1,1 1,-1-1,1 0,-1 0,1-1,0 0,0 1,-1-2,1 1,0 0,0-1,0 0,0 0,0 0,0-1,0 0,0 0,-1 0,1 0,0-1,-1 0,1 0,-1 0,1-1,-1 1,0-1,0 0,0 0,-1 0,1-1,-1 1,1-1,-1 0,0 0,2-4,-1-9,-1-1,0 1,-2 0,1-1,-2 1,-1-1,0 0,-2-8,0-8,2 33,1 0,0 0,0 0,-1 0,1 0,0 0,0 0,0 0,0 0,0 0,0 0,0 0,1-1,-1 1,0 0,1 0,-1 0,1 0,-1 0,1 0,-1 0,1 1,-1-1,1 0,0 0,0 0,-1 1,1-1,0 0,0 1,0-1,0 0,0 1,0-1,0 1,0 0,0-1,0 1,0 0,0 0,0-1,0 1,0 0,0 0,0 0,1 0,0 1,26 1,0 3,0 0,-1 1,1 2,-1 1,-1 1,6 4,-27-12,1 0,0 1,0 0,-1 0,1 1,-1-1,0 1,0 0,-1 0,1 1,-1 0,0 0,0 0,0 0,-1 0,0 1,0-1,2 5,2 8,-6-11,0 0,1 0,0 0,1 0,0-1,0 1,0-1,0 1,1-1,0 0,1 0,-1-1,1 1,0-1,0 0,1-1,0 1,0-1,0 0,0 0,0-1,1 0,-1 0,1-1,0 1,0-1,4 0,-6-2,0 0,0 0,0-1,0 0,0 0,0 0,0-1,0 1,-1-1,1 0,-1 0,1-1,-1 1,0-1,0 0,0 0,-1-1,1 1,-1-1,1 0,1-3,46-96,-33 58,-18 45,0 0,0 1,0-1,1 0,-1 0,0 0,0 0,0 0,1 1,-1-1,0 0,0 0,0 0,1 0,-1 0,0 0,0 0,0 0,1 0,-1 0,0 0,0 0,1 0,-1 0,0 0,0 0,1 0,-1 0,0 0,0 0,0 0,1-1,-1 1,0 0,0 0,0 0,1 0,-4 28,3-27,-1 8,-1 63,2-70,0 0,1 0,-1 0,1 0,-1 0,1 0,0 0,0 0,0 0,0 0,0 0,0 0,0 0,0-1,1 1,-1 0,1-1,-1 1,1-1,0 0,0 0,0 1,-1-1,1 0,0-1,0 1,0 0,0 0,0-1,1 1,10-1</inkml:trace>
  <inkml:trace contextRef="#ctx0" brushRef="#br0" timeOffset="1100.666">1805 371,'-18'-2,"-7"3,2 7,9 8,16 9,17 6,16 3,2-4</inkml:trace>
  <inkml:trace contextRef="#ctx0" brushRef="#br0" timeOffset="2012.311">2286 799,'-12'-10,"0"1,0 0,-1 1,0 0,-1 1,0 1,0 0,0 1,0 0,-1 2,0-1,0 2,0 0,0 1,-10 0,22 1,0 0,0 1,0-1,0 1,0 0,0 0,1 0,-1 0,0 1,1-1,-1 1,1-1,-1 1,1 0,0 0,-1 0,1 0,0 1,0-1,1 0,-1 1,1 0,-1-1,1 1,0 0,0-1,0 1,0 0,0 0,0 0,1 0,0 0,0 0,0 0,0 0,0 0,0 0,1 0,-1 0,1 0,0 0,0 0,0-1,0 1,0 0,1-1,0 1,-1-1,1 1,1 1,6 2,0-1,0 0,1-1,-1 0,1 0,0-1,0 0,0-1,0 0,1 0,-1-1,0-1,1 0,-1 0,1-1,-1 0,4-1,-9 1,1 1,-1-1,0 0,1 0,-1-1,0 1,1-1,-1 0,0-1,-1 1,1-1,0 0,-1 0,1-1,-1 1,0-1,0 0,-1 0,1 0,-1-1,0 1,0-1,0 0,0 1,0-3,-8-10,-11 33,13-12,1-1,1 1,-1 0,1-1,-1 1,1 0,0 0,0 0,1 0,-1 0,1 0,0 0,0 0,0 0,0 0,1 0,0 0,0 0,0 0,0 0,0-1,1 1,0 0,0-1,0 1,0-1,0 0,1 1,-1-1,1-1,0 1,0 0,0 0,0-1,1 0,-1 0,0 0,1 0,0 0,-1-1,1 1,0-1,0 0,0 0,3 0,0 0,0-1,0 0,0 0,0 0,0-1,-1 0,1 0,0-1,-1 0,1 0,-1-1,1 1,-1-1,0-1,0 1,-1-1,1 0,-1 0,0-1,0 1,0-1,0-1,5-5,-1-1,0-1,0 0,-2 0,0-1,0 1,-1-2,-1 1,2-7,9-52,-4-1,-3 0,-3 0,-4-1,-3-10,-2-16,2 101,1 0,0 1,0-1,-1 0,1 0,-1 0,1 0,0 1,-1-1,1 0,0 0,-1 0,1 0,-1 0,1 0,0 0,-1 0,1 0,-1 0,1 0,0 0,-1 0,1-1,0 1,-1 0,1 0,-1 0,1 0,0-1,-1 1,1 0,0 0,0-1,-1 1,1 0,0-1,0 1,-1 0,1-1,0 1,0 0,0-1,-1 1,1 0,0-1,0 1,0-1,0 1,0 0,0-1,0 1,0 0,0-1,0 1,0-1,0 1,0 0,0-1,-4 14,0 0,1 0,0 0,1 0,0 0,1 1,1 4,-2 0,-2 50,3-1,3 1,3 0,8 37,-13-103,0 0,0 0,0-1,0 1,0 0,0 0,0 0,0-1,1 1,-1 0,1-1,-1 1,1 0,0-1,0 1,-1-1,1 1,0-1,0 1,1-1,-1 0,0 1,0-1,1 0,-1 0,1 0,-1 0,1 0,-1 0,1-1,-1 1,1 0,0-1,-1 1,1-1,0 0,0 1,0-1,118-64,-116 62,1 0,-1 0,1 1,-1-1,1 1,-1 0,1 0,0 0,0 1,-1 0,1 0,0 0,0 0,0 1,-1 0,1 0,0 0,-1 1,1-1,-1 1,1 0,-1 0,0 1,0-1,0 1,0 0,-1 0,1 0,-1 1,2 1,0 3,0 0,0 1,-1 0,0 0,-1 0,0 0,0 1,-1 0,0-1,-1 1,0 0,0 0,-1-1,-1 1,1 0,-1-7,1 0,-1 0,1 0,-1 0,0 0,0 0,0-1,0 1,-1 0,1-1,-1 1,0-1,0 0,0 1,0-1,0 0,0 0,0 0,-1 0,1-1,-1 1,1-1,-1 1,0-1,1 0,-1 0,0 0,0 0,0-1,0 1,0-1,0 0,0 1,0-1,0-1,0 1,0 0,0-1,0 0,1 1,-1-1,0 0,0-1,0 1,0-1,-2 0,0 0,0 0,0 0,1-1,-1 0,1 0,0 0,0 0,0-1,0 1,1-1,-1 0,1 0,0 0,0-1,1 1,-1-1,1 0,0 1,0-1,0 0,1 0,0-1,0 1,0 0,1 0,-1 0,1-1,1 1,-1 0,1 0,0 0,0 0,0 0,1 0,-1 0,1 0,0 0,1 0,-1 1,1-1,0 1,0 0,1 0,-1 0,4-3,-1 2,0 0,0 0,1 1,-1 0,1 0,0 0,0 1,1 0,-1 1,0-1,1 2,0-1,-1 1,1 0,0 0,0 1,0 0,-1 1,1-1,0 1,0 1,-1 0,1 0,-1 0,0 1,1 0,-1 1,0-1,-1 1,1 1,-1-1,0 1,0 0,3 4,54 114,-62-121,0-1,0 1,0-1,0 1,0-1,1 1,-1-1,1 1,-1-1,1 0,-1 0,1 0,0 0,-1 0,1 0,0-1,0 1,0 0,0-1,0 1,0-1,0 0,-1 0,3 0,7-1</inkml:trace>
  <inkml:trace contextRef="#ctx0" brushRef="#br0" timeOffset="2257.478">3061 264,'-2'9,"6"8,9 5,2-1</inkml:trace>
  <inkml:trace contextRef="#ctx0" brushRef="#br0" timeOffset="2908.002">3342 585,'16'-15,"-1"-1,-1-1,-1 0,0-1,-1 0,-1-1,0-1,-2 0,0 0,-1 0,-2-1,5-18,-6 13,0 0,-2-1,0 1,-2-1,-1 1,-1-1,-1 1,-4-16,6 39,-1 0,1 0,-1 0,1-1,-1 1,0 0,0 0,-1 0,1 0,0 1,-1-1,0 0,1 1,-1-1,0 1,-1-1,1 1,0 0,-1 0,1 0,-1 0,0 0,1 1,-1-1,0 1,0-1,0 1,0 0,0 1,0-1,0 0,-1 1,-1 1,1 1,-1 0,1-1,-1 2,1-1,0 0,0 1,0 0,0 0,1 0,-1 1,1-1,-1 1,1 0,1-1,-3 4,-11 18,1 1,1 0,1 0,2 2,0-1,2 2,1-1,1 1,0 13,3-27,1 1,0 0,1 0,1 0,1 0,0 0,1 1,0-1,2 0,0 0,0-1,2 1,0-1,1 0,0 0,1 0,1-1,0 0,1-1,0 0,1 0,1-1,0 0,10 8,-9-13,0 1,0-2,0 0,1 0,0-1,0-1,1 0,-1-1,1 0,0-1,-1-1,1 0,0-1,0 0,0-1,0-1,0 0,-1-1,1 0,-1-1,0-1,0 0,0-1,-1 0,0-1,0 0,0-1,-1 0,0-1,-1 0,0-1,0 0,-1-1,5-8,-13 19,0-1,0 0,0 0,0 0,0 1,0-1,-1 0,1 0,0 0,-1 0,1-1,0 1,-1 0,0 0,1 0,-1 0,0 0,1-1,-1 1,0 0,0 0,0 0,0-1,0 1,0 0,0 0,-1 0,1-1,0 1,-1 0,1 0,-1 0,1 0,-1 0,0 0,1 0,-1 0,0 0,0 0,1 0,-1 0,0 0,0 1,0-1,0 0,0 1,0-1,0 1,0-1,-1 1,1-1,0 1,-1 0,-6-2,0 1,0 0,-1 1,1 0,0 0,-1 1,1 0,0 0,0 1,0 0,-2 1,8-2,-1 0,0 0,0 0,0 1,1-1,-1 1,1 0,-1 0,1-1,0 2,-1-1,1 0,0 0,0 1,1-1,-1 1,1 0,-1-1,1 1,0 0,0 0,0 0,0 0,0 0,1 0,-1 0,1 0,0 0,0 0,0 0,0 1,2 1,-1-1,0 0,1 0,0 0,0 0,0 0,0 0,1 0,-1-1,1 1,0-1,0 0,0 0,1 0,-1 0,1-1,-1 1,1-1,0 0,0 0,0 0,0 0,0-1,1 0,-1 0,0 0,1 0,-1-1,1 0,-1 0,0 0,1 0,-1 0,1-1,-1 0,0 0,1 0,-1-1,0 1,0-1,0 0,0 0,0-1,-1 1,1-1,-1 0,3-2,0-1,-1-1,1 0,-1 0,0-1,-1 0,0 0,0 0,0 0,-1 0,-1-1,1 1,-1-1,-1 0,0-1,-1 11,-1-1,1 1,-1-1,1 0,-1 0,1 1,-1-1,1 0,-1 0,0 1,1-1,-1 0,1 0,-1 0,0 0,1 0,-1 0,0 0,1 0,-1 0,1 0,-1-1,0 1,1 0,-1 0,1-1,-1 1,1 0,-1 0,1-1,-1 1,1-1,-1 1,1 0,-1-1,1 1,0-1,-1 1,1-1,0 1,-1-1,1 0,0 1,0-1,-1 1,1-1,0 0,0 1,0-1,0 1,0-1,0 0,0 1,0-1,0 0,0 1,0-1,0 1,1-1,-1 0,0 1,-3 3,1 0,-1 1,1 0,0 0,0 0,0 0,0 0,1 0,-1 0,1 0,0 0,0 1,1-1,-1 1,1-1,0 0,0 1,1-1,-1 0,1 1,0-1,0 0,1 0,-1 1,1-1,0 0,0 0,0-1,0 1,1 0,0-1,-1 1,1-1,0 0,1 0,-1 0,1-1,-1 1,1-1,0 0,0 0,2 1,90 23,-46-20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17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95 458,'2'23,"4"19,2 18,4 15,3 10,4 9,-3 5,-3-1,-6-4,-6-8,-4-19</inkml:trace>
  <inkml:trace contextRef="#ctx0" brushRef="#br0" timeOffset="611.648">14 887,'-11'-214,"10"210,0 0,1 0,0 0,0 0,0 0,0 1,0-1,1 0,0 0,0 0,0 0,0 1,0-1,1 1,0-1,0 1,0-1,0 1,0 0,1 0,-1 0,1 0,0 1,0-1,0 1,0-1,0 1,0 0,1 0,-1 1,1-1,2-1,9 3,0-1,0 2,0 0,0 0,-1 2,1-1,-1 2,0 0,0 1,0 0,0 1,-1 1,3 2,-8-6,1 0,-1 1,0 0,0 1,0 0,-1 0,1 1,-1-1,0 2,-1-1,0 1,0 0,0 0,-1 0,0 1,-1 0,1 0,-1 0,1 4,-6-7,0 0,-1 0,1-1,-1 1,0-1,0 0,0 1,-1-1,1 0,-1 0,0-1,0 1,0 0,-1-1,1 0,-1 0,0 0,0 0,0-1,0 1,-1-1,1 0,0 0,-1-1,1 1,-1-1,0 0,0 0,1-1,-1 1,-6 2,1 0,0 0,-1-1,0 0,1 0,-1-1,0-1,0 0,1-1,-1 0,0 0,1-1,-3-1,12 2,0 1,0-1,0 0,0 1,0-1,0 0,0 0,0 0,0 0,0 0,0 0,1 0,-1 0,0 0,1 0,-1-1,1 1,-1 0,1 0,0-1,-1 1,1 0,0 0,0-1,0 1,0 0,0-1,0 1,0 0,1 0,-1-1,0 1,1 0,-1 0,1-1,-1 1,1 0,0 0,-1 0,1 0,0 0,0 0,0 0,0 0,-1 0,1 0,1 1,-1-1,0 0,0 1,0-1,0 1,0-1,1 1,-1-1,0 1,0 0,1-1,18-6,1 0,-1 1,1 2,0 0,0 1,0 0,0 2,1 1,5 1,-9-1,14-1,1 2,0-1,-1-2,1-2,-1 0,1-3,-1 0,1-3,34-34,-65 43,0-1,-1 0,1 0,-1 0,0 0,1 0,-1 0,0-1,0 1,-1 0,1 0,0-1,-1 1,1-1,-1 1,0 0,0-1,0 1,0-1,0 1,0-1,-1 1,1 0,-1-1,0 1,0 0,1 0,-2-1,1 1,0 0,0 0,-1-1,0 0,0 0,0 0,0 0,-1 0,1 1,-1-1,1 1,-1 0,0 0,0 0,0 0,0 0,0 1,-1-1,1 1,0 0,-1 0,1 0,-1 1,1-1,-1 1,1 0,-1-1,1 2,-1-1,1 0,-1 1,1 0,-1-1,1 1,0 1,-1-1,1 0,0 1,0 0,0-1,0 1,0 1,0-1,1 0,-1 1,1-1,-1 1,1 0,0 0,0-1,0 2,-1 4,0-1,0 1,1-1,0 1,0 0,1 0,0 0,0 0,1 0,0 0,1 0,0 0,0 0,0-1,1 1,0 0,1-1,0 1,0-1,0 0,1 0,0 0,1 0,-1-1,1 1,0-1,1 0,0-1,0 0,0 0,0 0,1 0,5 2,-1-1,0 1,0-2,1 0,-1 0,1-1,0-1,1 0,-1 0,0-1,1-1,-1 0,1-1,0 0,-1-1,1 0,-1-1,1 0,-1-1,0-1,0 0,0 0,-1-1,6-4,5-7</inkml:trace>
  <inkml:trace contextRef="#ctx0" brushRef="#br0" timeOffset="1381.757">1017 752,'64'-165,"-64"163,0-1,0 1,1 0,-1 0,1 0,-1 0,1 0,-1 0,1 0,0 0,0 0,0 0,0 0,1 1,-1-1,0 0,1 1,-1-1,1 1,-1-1,1 1,0 0,0 0,0-1,0 1,-1 1,1-1,0 0,0 0,1 1,-1-1,0 1,0 0,0-1,0 1,0 0,0 0,1 1,-1-1,0 0,0 1,0-1,0 1,1 0,96 102,-87-91,0 2,-1 0,-1 0,0 1,-1 0,-1 1,2 5,-9-19,0-1,-1 1,1 0,0 0,-1 0,0 0,1 0,-1-1,0 1,0 0,0 0,0 0,-1 0,1 0,0 0,-1 0,1 0,-1-1,0 1,0 0,0 0,0-1,0 1,0-1,0 1,0-1,0 1,-1-1,1 1,-1-1,1 0,-1 0,1 0,-1 0,0 0,1 0,-1 0,0-1,0 1,-1 0,-3 0,0 0,0 0,0 0,0-1,0 1,0-2,0 1,0 0,0-1,1 0,-1-1,0 1,-3-3,6 4,1-1,0 0,0 0,0 0,0 0,0 0,0-1,0 1,0 0,0-1,0 0,1 1,-1-1,1 0,-1 0,1 0,0 0,-1 0,1 0,0 0,1-1,-1 1,0 0,0 0,1-1,0 1,-1 0,1-1,0 1,0-1,0 1,1 0,-1-1,0 1,1-2,3-4,1 0,-1 0,1 0,1 1,-1-1,1 1,1 0,-1 1,1 0,0 0,1 0,5-3,14-13,-3 3,0-2,-2-1,-1 0,0-2,-2 0,-1-1,-1-1,-1-1,-1 0,9-25,-10 8,-1 0,-3-1,-1-1,-3 1,1-26,-12 19,5 51,-1 1,0 0,1 0,-1 0,0 0,0 0,1 0,-1 0,0 0,1 0,-1 0,0 0,1 0,-1 0,0 1,1-1,-1 0,0 0,1 1,-1-1,1 1,-1-1,0 0,1 1,-1-1,1 1,-1-1,1 1,0 0,-1-1,1 1,-1-1,1 1,0 0,0-1,-1 1,1 0,0-1,0 1,0 0,0-1,-1 1,-10 22,1 1,0 0,2 0,1 1,1 0,1 0,-1 25,1-16,2 1,1 0,2 0,2 0,1 0,1 0,9 29,-10-47,2-1,0-1,1 1,0-1,2 0,0 0,0-1,1 0,1 0,0-1,1-1,0 0,1 0,0-1,1 0,1-1,7 4,-16-10,1-1,-1 1,0-1,1-1,0 1,-1-1,1 0,0 0,0-1,0 1,0-1,1-1,-1 1,0-1,0 0,0-1,1 1,-1-1,0 0,0-1,0 0,0 0,0 0,-1 0,1-1,-1 0,1 0,-1-1,0 1,0-1,-1 0,1-1,-1 1,0-1,3-4,-2-1,0-1,-1 1,0-1,-1 0,0 0,-1-1,0 1,0 0,-2-1,1 1,-2-1,1 0,-1 1,-1-1,2 11,0 0,1 1,-1-1,0 0,0 0,0 0,0 0,0 0,0 0,0 0,0 0,0 0,0 0,-1 0,1 1,0-1,-1 0,1 0,0 0,-1 0,1 0,-1 1,1-1,-1 0,0 0,1 1,-1-1,0 1,1-1,-1 0,0 1,0-1,0 1,0 0,1-1,-1 1,0 0,0-1,0 1,0 0,0 0,0 0,0 0,0 0,0 0,0 0,1 0,-1 0,0 0,0 1,0-1,0 0,0 0,0 1,0-1,1 1,-1-1,0 1,0-1,0 1,-1 5,0 0,1 0,0 1,-1-1,2 0,-1 1,1-1,0 0,1 1,-1-1,1 0,0 0,1 1,-1-1,1 0,1 0,-1-1,1 1,0 0,0-1,1 0,-1 1,1-1,0-1,1 1,-1-1,1 1,0-1,0-1,0 1,4 1,4 4,1-1,-1-1,2 0,-1-1,1-1,-1 0,1-1,12 2,15 1</inkml:trace>
  <inkml:trace contextRef="#ctx0" brushRef="#br0" timeOffset="1645.403">1392 365,'27'-2,"30"-3,25-1,22 0,13 0,3 0,-19 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33.4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470 11,'-9'-3,"1"1,-1 0,0 1,0 0,1 0,-1 1,0 0,0 1,0-1,1 2,-1-1,0 1,1 1,-1 0,1 0,0 0,0 1,0 0,1 1,-1 0,1 0,0 0,0 1,-4 5,-113 172,122-181,-3 4,-1 0,1 0,0 1,1-1,0 1,0 1,0-1,1 0,0 1,0 0,1-1,0 1,-1 7,0 13,-2-1,-1 1,-2-1,0 0,-4 4,6-13,-3 14,2 0,1 0,1 1,2 0,1-1,2 33,1-33,0-1,2 0,1 0,2 0,3 8,1-2,2-1,1 0,2-1,13 22,-21-44,1 0,0-1,1 0,1 0,-1-1,2-1,0 0,0 0,0-1,1 0,1-1,0 0,7 3,-13-8,0 0,0-1,0 1,1-1,-1 0,0-1,1 0,0 0,-1-1,1 0,-1 0,1 0,-1-1,1 0,-1-1,1 0,-1 0,0 0,0-1,0 0,0-1,-1 0,1 0,-1 0,0 0,0-1,0 0,3-4,11-19,-1 1,-2-2,-1-1,-1 0,-1 0,-2-2,-1 1,-2-2,-1 1,-1-1,0-20,16-56,-6-1,-4-1,-5 0,-5-26,-3 116,0 1,-2-1,0 0,-1 1,-1-1,-1 1,-1 0,-1 0,-1 1,0 0,-1 1,-1-1,-3-1,11 17,-1-1,0 1,1 0,-2 0,1 0,0 0,0 0,-1 1,1 0,-1-1,0 1,0 1,0-1,0 0,0 1,0 0,0 0,-1 0,1 1,0-1,0 1,-1 0,1 0,0 1,-1-1,1 1,0 0,0 0,0 0,0 1,0-1,0 1,0 0,0 0,1 0,-1 1,1-1,-1 1,1 0,0 0,0 0,0 0,0 2,2-4,0 0,0 0,0 1,0-1,1 0,-1 0,0 1,1-1,-1 0,1 0,0 1,-1-1,1 1,0-1,0 0,0 1,0-1,0 1,0-1,0 1,0-1,0 0,1 1,-1 0,5 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35.0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 26,'1'3,"1"0,0-1,1 1,-1 0,0-1,1 0,-1 1,1-1,0 0,0 0,-1-1,1 1,1-1,-1 1,0-1,0 0,1 0,28 8,1-1,0-2,0-1,1-2,5-1,-21 0,255 10,33-13,-295 0,-18 1,-7 0,-438-61,341 54,1 4,-56 9,109 0,87-1,369-16,-31 9,-350 2,-47-11,-32 3,0 2,0 3,-36 3,40 0,-56 1,-197-9,293 5,36 1,139 5,62 11,-24 0,181-3,-363-11,-24-1,-150 0,87 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2.5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38,'12'211,"-11"31,-1-158,0-203,5-1,5 1,17-66,-22 161,5 58,-8-13,22 119,-22-134,0 0,0 0,0 0,1-1,0 1,0-1,0 0,1 0,0 0,-1 0,2-1,-1 1,1-1,-1 0,1-1,0 1,1-1,-1 0,0 0,1 0,2 0,-5-2,0 0,0-1,1 1,-1-1,1 1,-1-1,0 0,1 0,-1-1,0 1,1-1,-1 0,0 1,1-1,-1-1,0 1,0 0,0-1,0 0,0 1,0-1,-1-1,1 1,-1 0,1 0,-1-1,0 0,0 1,0-1,1-2,38-98,-22-59,-24 384,-12 88,18-297,0 1,1-1,0 0,1 0,0-1,1 1,3 6,12 18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0.7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466 112,'7'18,"9"13,8 11,8 6,6 7,5 6,-1 3,-4 0,-2 1,-8-4,-7-6,-7-12</inkml:trace>
  <inkml:trace contextRef="#ctx0" brushRef="#br0" timeOffset="284.351">800 433,'-13'0,"-10"5,-5 10,-2 9,-1 11,0 7,1 4,2 1,0-5,5-11</inkml:trace>
  <inkml:trace contextRef="#ctx0" brushRef="#br0" timeOffset="571.525">252 620,'2'-4,"10"-2,17-2,21-5,21-3,18-5,12-1,6 0,-5 0,-10 4,-15 3,-19 5</inkml:trace>
  <inkml:trace contextRef="#ctx0" brushRef="#br0" timeOffset="826.265">1000 180,'-22'-20,"-2"1,0 2,-1 0,-1 2,0 0,-1 2,-1 1,0 1,0 2,-1 1,0 1,-1 1,1 1,-1 2,0 1,0 2,0 1,0 1,0 1,-28 7,38-5,1 0,-1 1,1 1,0 0,0 2,1 0,0 1,1 1,0 1,0 0,2 1,-1 1,2 0,0 1,0 1,2 0,0 1,1 0,0 0,2 1,0 1,1 0,-3 11,4-8,1 1,1-1,1 1,1-1,1 1,1 0,2 0,0 0,1 0,1 0,1 0,1-1,1 0,1 0,1 0,0-1,2 0,1-1,0 0,2-1,0 0,1-1,1 0,0-1,2-1,0-1,16 12,-1-8,0-1,2-1,0-2,1-2,0-1,1-2,0-1,0-2,1-1,0-2,0-2,1-1,-1-2,36-6,-49 5,0-2,0-1,-1 0,1-2,-1-1,-1-1,0-1,2-1,-13 5,-1-1,1 0,-1-1,0 0,0 0,-1-1,-1 0,1-1,-1 1,-1-2,0 1,0-1,-1 0,-1-1,1 1,-1-4,0-3,-1-1,0 0,-2 0,0-1,-1 1,-1-1,0 1,-2 0,0-1,-2 1,0 0,-4-9,-3-9,-2 0,-2 1,-2 0,0 2,-19-26,20 34,-1 1,-1 1,-1 0,-1 1,-1 1,-1 1,-1 1,0 1,-2 1,0 2,-1 0,-1 1,0 2,-25-9,41 19,-1 0,1 0,-1 1,1 1,-1 0,0 0,1 1,-1 1,0 0,0 1,1 0,-1 0,1 1,0 1,0 0,0 0,0 1,1 1,0 0,0 0,0 1,1 0,-6 7,3-1,1 0,1 1,0 0,1 1,0 0,2 0,-1 1,2 0,0 0,1 0,0 5,-16 78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4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 0,'-16'70,"-2"-1,-32 159,49-224,0 0,0 1,1-1,-1 1,1-1,0 0,0 1,0-1,1 1,-1-1,1 1,0-1,0 0,1 1,-1-1,1 0,0 0,0 0,1 0,-1-1,1 1,0-1,0 1,0-1,0 0,0 0,1 0,2-1,1 0,-1 0,1-1,-1 0,0 0,1-1,0 0,-1 0,1 0,-1-1,1 0,-1 0,0-1,1 0,-1 0,0 0,3-3,98-55,-53 14,-62 55,0 0,0 1,1 0,1 0,-1 0,1 1,1 0,-2 7,2-6,0 0,0 1,2 0,0-1,0 1,1 0,1 1,0-1,0 0,2 0,-1 0,2 1,0-1,0 0,2-1,-1 1,11 20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4.5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1,'16'0,"14"0,9 2,7 3,7 4,3 3,2 4,-2-3,-7 1,-11-4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4.8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1,'20'11,"23"4,21 0,16-6,-4-4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9.2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151 1,'-19'31,"1"2,2 0,1 1,2 1,1 0,-4 21,16-54,-10 29,1 1,2 0,1 0,1 1,2 0,2 15,1-46,0 0,0 0,0-1,1 1,-1 0,1 0,-1-1,1 1,0 0,-1-1,1 1,0-1,0 1,0-1,0 1,1-1,-1 0,0 0,0 1,1-1,-1 0,1 0,-1 0,1 0,0-1,-1 1,1 0,0-1,-1 1,1-1,0 1,0-1,-1 0,3 0,63-5,-61 4,186-49,-153 37</inkml:trace>
  <inkml:trace contextRef="#ctx0" brushRef="#br0" timeOffset="274.007">311 282,'-12'18,"-5"15,0 13,0 11,1 6,4 5,3-1,3-3,8-5,3-12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7.7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0,'9'16,"10"14,8 14,9 8,5 6,5 4,4-1,-1-4,-1-4,-4-7,-7-9,-11-11</inkml:trace>
  <inkml:trace contextRef="#ctx0" brushRef="#br0" timeOffset="263.004">429 40,'-16'0,"-14"0,-12 5,-5 8,-1 8,3 13,4 11,5 10,4 7,5 2,5 1,4-4,4-7,6-13</inkml:trace>
  <inkml:trace contextRef="#ctx0" brushRef="#br0" timeOffset="523.21">670 481,'-2'6,"1"-1,0 1,0 0,0 0,1 0,0 0,0-1,0 1,1 0,0 0,0 0,0-1,1 1,0 0,0-1,0 0,1 1,0-1,0 0,0 0,1-1,-1 1,1-1,0 1,1-1,-1 0,1 0,1 0,0 0,0-1,0 0,0 0,1 0,-1-1,1 0,0 0,0 0,0-1,0 0,0 0,-1-1,1 0,0 0,0-1,0 0,0 0,0-1,0 1,0-1,-1-1,1 1,-1-1,0-1,0 1,0-1,0 0,-1 0,1-1,-1 1,0-1,0 0,-1-1,0 1,0-1,0 0,2-5,-3 5,-1-1,0 1,0-1,0 0,-1 1,0-1,-1 0,1 0,-1 1,0-1,-1 0,0 0,0 0,-1 1,1-1,-1 1,-1-1,1 1,-1 0,0 0,-1 0,1 0,-1 0,0 1,-1 0,1 0,-1 0,0 0,0 1,-1 0,1 0,-1 0,0 1,0-1,0 1,-1 1,1 0,-4-1,-1 2,0 2,-1 0,1 0,0 1,0 0,0 1,0 0,0 1,1 0,0 1,-1 0,2 1,-2 0,-40 24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7.2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0 148,'16'7,"17"2,13 0,14-3,9-1,5-2,1-3,-3-5,-14-1</inkml:trace>
  <inkml:trace contextRef="#ctx0" brushRef="#br0" timeOffset="248.015">268 1,'-5'14,"-1"15,1 13,2 10,5 7,4 4,4-1,4-4,0-11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6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 1,'7'18,"9"15,8 13,10 8,8 4,8 1,5 0,-1-3,-2-7,-7-8,-8-7,-10-8,-9-9</inkml:trace>
  <inkml:trace contextRef="#ctx0" brushRef="#br0" timeOffset="283.066">422 40,'-16'2,"-12"8,-8 11,-5 11,-2 14,-1 13,1 7,0 7,4 2,3-3,6-7,7-14</inkml:trace>
  <inkml:trace contextRef="#ctx0" brushRef="#br0" timeOffset="546.919">716 508,'0'-2,"-2"1,-1 8,0 12,0 14,2 10,-1 10,2 4,4 0,2-10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5.9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1 107,'22'9,"22"4,17-2,14-2,7-2,2-3,-5-2,-11-1,-17-1</inkml:trace>
  <inkml:trace contextRef="#ctx0" brushRef="#br0" timeOffset="249.332">281 0,'-11'18,"-6"18,-1 13,4 11,4 3,5 1,9-4,3-12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5.1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1,'11'14,"11"15,11 15,8 11,10 7,4 5,0 0,-3-2,-5-6,-6-8,-8-8,-10-11</inkml:trace>
  <inkml:trace contextRef="#ctx0" brushRef="#br0" timeOffset="249.222">389 1,'-18'7,"-13"9,-8 13,-4 13,-2 13,2 13,5 7,3 1,8-3,9-6,7-16</inkml:trace>
  <inkml:trace contextRef="#ctx0" brushRef="#br0" timeOffset="517.135">643 456,'1'-4,"2"1,-1 0,0 0,1 0,-1 0,1 1,0-1,0 1,0-1,0 1,0 0,0 0,1 0,-1 1,1-1,0 1,-1 0,1 0,0 0,-1 1,1-1,0 1,0 0,0 0,-1 0,1 0,0 1,0 0,0-1,-1 1,1 1,-1-1,1 0,-1 1,1 0,-1 0,0 0,0 0,0 0,0 1,0-1,0 1,-1 0,1 0,-1 0,0 0,0 0,0 1,0-1,0 1,-1-1,0 1,1 2,-3 6,0 1,-1-1,-1 1,0-1,-1 0,0 0,-1 0,0-1,-1 0,0 0,-1 0,0 0,0-1,-1-1,-3 3,-2 7,-55 84,67-102,0 0,0 0,1 0,-1 0,0 0,1 0,-1 0,1 1,-1-1,1 0,-1 0,1 0,0 0,0 1,0-1,0 0,0 0,0 1,0-1,0 0,0 0,0 0,1 1,-1-1,0 0,1 0,-1 0,1 0,-1 0,1 0,0 0,-1 0,1 0,0 0,0 0,0 0,0 0,0-1,0 1,0 0,0 0,0-1,0 1,0-1,0 1,0-1,0 0,1 1,-1-1,1 0,15 2,0 0,0-1,0-1,0 0,1-2,-1 0,7-2,-12 2,53-8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8:49.80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1 699,'14'0,"13"0,14 0,13 0,9 0,1 0,-4 2,-12 2</inkml:trace>
  <inkml:trace contextRef="#ctx0" brushRef="#br0" timeOffset="263.397">68 941,'11'9,"18"2,17-2,15-5,10-7,-6-4</inkml:trace>
  <inkml:trace contextRef="#ctx0" brushRef="#br0" timeOffset="522.705">951 926,'24'-191,"-5"82,-8-11,-13 112,-2 30,2-11,-5 24,-28 140,3 44,30-208,0 0,1 0,1 1,0-1,0 0,1 1,0-1,1 0,1 0,0 0,0 0,1-1,1 2,14 16</inkml:trace>
  <inkml:trace contextRef="#ctx0" brushRef="#br0" timeOffset="855.814">1378 847,'-1'4,"-1"0,1 0,0 1,0-1,0 1,1-1,-1 1,1-1,0 1,1-1,-1 1,1-1,0 1,0-1,0 0,1 1,-1-1,1 0,0 0,0 0,1 0,-1 0,1-1,0 1,0-1,0 1,0-1,0 0,1 0,-1-1,1 1,0-1,0 0,0 0,0 0,0 0,3 0,6 3,0-1,-1 0,1-1,0-1,1 0,-1-1,0 0,1-1,-1 0,0-1,3-1,-10 1,0 1,0-2,-1 1,1-1,0 0,-1 0,1 0,-1-1,0 0,0 0,0 0,0-1,0 0,-1 0,1 0,-1 0,0-1,-1 1,1-1,-1 0,0 0,0-1,0 1,-1-1,2-4,-2 1,-1-1,0 0,0 0,-1 0,0 0,-1 1,0-1,0 0,-1 0,0 1,-1-1,0 1,-1 0,0-1,0 2,-1-1,0 0,-1 1,0 0,0 1,0-1,-1 1,0 0,-1 1,-3-3,6 4,-1 0,0 0,0 1,-1 0,1 0,-1 1,0-1,0 1,0 1,-1 0,1 0,-1 0,1 1,-1 0,1 0,-1 1,1 0,-1 0,0 1,1 0,-1 0,1 1,-1 0,1 0,0 1,0 0,0 0,0 0,1 1,-1 0,1 1,-4 3,6-5,0 0,0 1,0-1,0 1,1 0,0 1,0-1,0 0,0 1,1 0,0-1,0 1,0 0,0 0,1 0,0 0,0 1,0-1,1 0,0 0,0 1,0-1,0 0,1 0,0 1,0-1,0 0,1 0,0 0,0 0,0-1,0 1,1 0,1 1,34 29,6-7</inkml:trace>
  <inkml:trace contextRef="#ctx0" brushRef="#br0" timeOffset="1163.085">1953 847,'-2'5,"-1"1,1 0,0 0,0 0,1 0,0 0,0 0,0 0,1 0,0 1,0-1,0 0,1 0,0 0,0 1,1-1,0 0,0-1,0 1,1 0,0-1,0 1,0-1,0 0,1 0,0 0,0 0,1-1,-1 0,1 1,0-2,0 1,0-1,0 1,1-1,0 0,0 1,0-1,0 0,0-1,1 0,-1 0,1 0,-1 0,1-1,0-1,-1 1,1-1,0 0,0 0,-1-1,1 0,0 0,-1 0,1-1,-1 0,0-1,1 1,-1-1,0 0,0-1,-1 1,1-1,-1 0,0-1,0 1,0-1,-1 0,1 0,-1-1,3-4,-3-1,1 0,-1 0,-1 0,0 0,0-1,-2 1,1-1,-1 0,-1 1,0-1,0 0,-2 0,1 1,-1-1,-1 1,0-1,-1 1,0 0,0 0,-1 1,-5-8,7 14,1 1,-1 0,0-1,0 1,0 1,0-1,-1 0,1 1,-1-1,0 1,1 0,-1 0,0 1,0-1,0 1,-1 0,1 0,0 0,0 1,0-1,-1 1,1 0,0 0,-1 0,1 1,0 0,0 0,0 0,0 0,-1 1,2-1,-1 1,0 0,0 0,0 0,1 1,0-1,-1 1,1 1,-25 18,2 1,0 1,2 2,0 0,-18 29,42-54,-52 68</inkml:trace>
  <inkml:trace contextRef="#ctx0" brushRef="#br1" timeOffset="11239.82">1031 205,'-12'1,"0"0,0 1,0 0,1 1,-1 0,1 1,0 0,0 1,0 0,1 1,0 0,0 1,0 0,1 1,0-1,0 2,1-1,-5 8,-6 6,2 2,0 0,2 2,1-1,0 2,2-1,1 4,-19 61,3 1,5 2,-9 85,26-155,2 0,0 0,2 1,1-1,0 0,2 1,1-1,1 0,1 0,1-1,1 0,7 16,-10-29,0 0,1 1,0-2,0 1,1-1,1 0,-1 0,2-1,-1 1,1-2,0 1,1-1,0 0,0-1,0 0,1-1,-1 0,1 0,1-1,-1 0,1-1,-1 0,5 0,-4-1,0-1,0 0,1 0,-1-2,1 1,-1-1,0-1,0 0,0-1,0 0,0 0,0-1,-1-1,1 1,-1-2,-1 0,4-2,9-17,-2 0,-1-2,0 0,-2-1,-2-1,0-1,-2 0,4-17,1-7,-4-1,-1 0,-3-1,-3 0,0-21,1-6,-3 40,4-13,-2 1,-3-1,-3 0,-1 0,-4 0,-1 1,-10-35,15 89,-4-19,-1 1,-1 0,-1 0,0 0,-2 1,0 0,-10-14,17 30,0 0,0-1,0 1,0 0,-1 0,1 1,-1-1,1 0,-1 1,0-1,0 1,1 0,-1 0,0 0,0 0,0 1,0-1,0 1,-1 0,1 0,0 0,0 0,0 0,0 1,0-1,0 1,0 0,0 0,0 0,1 0,-1 1,0-1,0 1,1 0,-1-1,1 1,0 0,-1 0,1 1,0-1,0 0,1 1,-1-1,-1 3,0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03.0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99 43,'-13'0,"28"0,104-1,-1 6,0 5,0 5,-1 5,15 10,-72-11,-75-17,-427-109,148 73,268 33,21 3,19 1,300 18,41 6,-392-27,-272-41,201 32,-1 6,-24 5,58 7,62 2,37-3,183 5,-164-13,392-14,-1085 41,594-20,59-1,100 12,-81-16,108 5,1-4,-1-7,6-6,-67 0,-87 4,-309 15,73-5,222-2,32-1,0-1,0 0,0 0,0 1,0-1,0 0,0 1,0-1,0 0,0 0,0 1,0-1,0 0,0 0,0 1,0-1,-1 0,1 0,0 0,0 1,0-1,0 0,-1 0,1 0,0 1,0-1,0 0,-1 0,1 0,0 0,0 0,-1 1,1-1,0 0,0 0,-1 0,1 0,0 0,0 0,-1 0,1 0,0 0,0 0,-1 0,27 6,160 11,1-9,57-8,-235-1,-16-1,-19-1,-493-61,478 63,45 6,103 26,-88-28,68 11,1-4,1-4,-1-4,1-4,-1-3,-28-5,-60 9,0 1,0-1,0 1,0-1,1 1,-1-1,0 1,0-1,0 1,0-1,-1 1,1-1,0 1,0-1,0 1,0-1,0 1,0 0,-1-1,1 1,0-1,0 1,-1-1,1 1,0 0,-1-1,1 1,0 0,-1-1,1 1,-1 0,1 0,-1-1,1 1,0 0,-1 0,1 0,-1-1,1 1,-1 0,1 0,-1 0,1 0,-1 0,1 0,-1 0,1 0,-1 0,1 0,-1 0,1 1,-177-30,137 25,-361-21,342 29,59-4,-1 0,1 1,0-1,-1 0,1 1,0-1,-1 0,1 1,0-1,0 1,0-1,0 1,-1-1,1 1,0-1,0 1,0-1,0 0,0 1,0-1,0 1,0-1,0 1,0-1,0 1,1-1,-1 1,0-1,0 1,0-1,1 0,-1 1,0-1,0 1,1-1,-1 0,0 1,1-1,-1 0,0 1,1-1,-1 0,1 0,-1 1,0-1,1 0,-1 0,1 0,-1 0,1 1,-1-1,1 0,-1 0,1 0,-1 0,1 0,-1 0,0 0,1 0,-1-1,1 1,14 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09.6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 3,'-2'-2,"-1"2,0 2,1 6,-2 7,0-1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09.9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0,'-2'0,"-1"3,0 2,0 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10.1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1,'-2'9,"1"3,1 2,1 1,-1-3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10.3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0,'-2'9,"-1"5,-3 3,1-1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10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6,'9'0,"8"-3,0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4.8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58 151,'-4'6,"0"1,1-1,0 1,0-1,0 1,1 0,0 0,1 0,-1 0,1 0,1 1,-1-1,1 0,1 0,0 4,-1 3,-1-11,0 0,1 0,0 0,-1-1,1 1,0 0,1 0,-1 0,0 0,1 0,0-1,-1 1,1 0,0-1,0 1,1 0,-1-1,1 1,-1-1,1 0,0 1,0-1,0 0,0 0,0 0,0 0,0-1,1 1,-1-1,1 1,-1-1,1 0,0 0,-1 0,1 0,0 0,0-1,0 1,2-1,3-2,0 0,0-1,-1 1,1-2,-1 1,1-1,-1 0,0-1,-1 1,1-2,-1 1,0 0,0-1,0 0,-1-1,0 1,0-1,-1 0,0 0,0-1,-1 1,1-1,-2 0,1 0,-1 0,0 0,-1 0,0 0,0-4,0 1,-1 1,0-1,0 1,-1-1,-1 1,1-1,-2 1,1 0,-2 0,0-1,3 7,0 0,-1 0,0 0,0 1,0-1,0 0,-1 1,1 0,-1-1,0 1,0 0,0 0,-1 1,1-1,0 1,-1 0,0-1,0 2,1-1,-1 0,0 1,0 0,-1 0,1 0,0 0,-1 0,-2 3,1 1,-1-1,1 1,0 0,0 1,0 0,0-1,1 2,-1-1,1 1,0 0,0 0,1 0,0 0,0 1,0 0,0 0,1 0,0 0,0 1,1-1,-2 6,-13 34,3-2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5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1 311,'7'-15,"4"-13,3-11,1-4,-2-3,0 2,-4 4,-2 7,-3 13,-1 17,-3 21,0 18,0 14,-1 11,1 5,-1 4,1-1,0-13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6.1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21 156,'2'-8,"0"-1,0 1,1 0,0 0,0 1,1-1,0 1,1-1,-1 1,1 1,1-1,-1 1,1 0,0 0,0 0,1 1,0 0,0 0,0 1,0 0,1 0,0 0,-1 1,3 0,-8 2,0 1,0-1,0 1,0-1,0 1,0 0,0 0,0 0,0 0,0 0,0 0,0 1,0-1,0 0,0 1,0 0,0 0,0-1,-1 1,1 0,0 0,0 0,-1 1,1-1,-1 0,1 1,-1-1,0 1,1-1,-1 1,0 0,0-1,0 1,0 0,0 0,-1 0,1 0,-1 0,1 0,-1 0,1 0,-1 0,0 0,0 0,0 0,0 0,-1 1,-2 16,0-1,-2 1,0-1,-2 0,1 0,-2-1,-1 0,0 0,-11 14,13-19,-112 183,116-189,2-5,0 0,-1 0,1 1,0-1,0 0,0 1,0-1,1 0,-1 1,0-1,0 1,1 0,-1-1,1 1,0-1,-1 1,1 0,0-1,0 1,0-1,0 1,0 0,0-1,1 1,-1 0,1-1,-1 1,1-1,-1 1,1-1,0 1,0-1,-1 1,1-1,0 0,1 1,-1-1,8 2,0-1,0-1,0 0,0 0,0-1,0 0,0 0,0-1,0 0,0-1,6-1,1 0,122-24,-73 13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6.9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1 112,'15'-13,"1"0,1 2,0 0,0 1,1 0,0 2,1 0,0 1,2 0,59-7,-78 14,1 0,-1 1,1-1,-1 0,0 1,1-1,-1 1,1 0,-1 0,0 0,0 0,0 0,1 0,-1 1,0-1,-1 1,1-1,0 1,0 0,-1 0,1 0,-1 0,1 0,-1 0,0 0,0 0,0 1,0-1,0 0,-1 1,1 0,-1 7,0-1,-1 1,0-1,-1 1,0-1,0 0,-1 1,0-1,-1-1,0 1,0 0,-1-1,0 0,0 0,-1 0,0-1,0 0,-1 0,-2 2,-20 26,29-35,-1 1,0-1,0 1,1 0,-1-1,1 1,-1 0,0-1,1 1,0 0,-1 0,1-1,-1 1,1 0,0 0,-1 0,1 0,0 0,0 0,0-1,0 1,0 0,0 0,0 0,0 0,0 0,0 0,0 0,1-1,-1 1,0 0,1 0,-1 0,0 0,1-1,-1 1,1 0,-1 0,1-1,0 1,-1-1,1 1,0 0,-1-1,1 1,0-1,0 1,0-1,-1 0,1 1,0-1,0 0,0 0,0 1,0-1,-1 0,1 0,0 0,0 0,0 0,0 0,0 0,0 0,0-1,-1 1,1 0,0-1,1 1,39-1,-34 0,0 0,0 1,1 0,-1 0,0 1,0-1,0 2,0-1,0 1,0 0,1 1,-6-2,-1 0,1 0,-1 0,1 0,-1 0,1 1,-1-1,0 0,1 1,-1-1,0 1,0 0,0-1,-1 1,1 0,0-1,0 1,-1 0,1 0,-1 0,0 0,0-1,1 1,-1 0,0 0,0 0,-1 0,1 0,0 0,-1-1,1 1,-1 0,0 0,1 0,-1 0,-37 57,17-37,-2-1,0-1,-1-1,-1-2,-17 10,8-7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8.0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10,'-8'-10,"3"30,4-13,-17 78,-16 121,34-205,-1 0,1 0,-1 1,1-1,0 0,0 0,-1 1,1-1,0 0,0 1,0-1,0 0,1 0,-1 1,0-1,0 0,1 0,-1 1,1-1,-1 0,1 0,0 0,-1 0,1 1,0-1,0 0,-1 0,1-1,0 1,0 0,0 0,0 0,1-1,-1 1,0 0,0-1,0 1,0-1,1 1,-1-1,0 0,0 0,1 1,-1-1,0 0,1 0,-1 0,0 0,1-1,-1 1,1 0,113-59,-101 51,-1 0,-1-1,1 0,-1-2,-1 1,0-1,2-4,-5 16,-7 19,-1-15,-4 60,-2-1,-3 0,-15 52,5-37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9.4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3,'-8'-1,"0"0,-1 1,1 0,-1 0,1 1,0 0,-1 1,1 0,0 0,0 1,0 0,0 0,1 1,-1 0,1 0,0 1,0 0,1 0,-1 0,1 1,0 0,1 0,-1 1,1 0,0 0,1 0,0 0,0 1,1-1,-1 1,1 2,-1 5,0 0,1 0,0 1,2 0,0-1,0 1,1 0,1 0,1-1,1 1,0 0,1 0,-3-9,1 1,1-1,-1 0,1 0,0-1,1 1,-1-1,2 1,-1-1,0 0,1-1,0 1,1-1,-1 0,1 0,0-1,0 0,0 0,1 0,-1-1,1 1,0-2,0 1,0-1,0 0,3 0,-5-2,0 0,0 0,0 0,-1 0,1-1,0 0,0 0,-1-1,1 1,-1-1,1 0,-1 0,1 0,-1-1,0 1,0-1,-1 0,1-1,0 1,-1 0,0-1,0 0,0 0,0 0,-1 0,1 0,-1 0,0-1,0 1,-1-1,1 0,-1 1,0-1,0 0,-1 0,0 0,1 1,-2-1,1 0,0 0,-1 0,0 1,0-1,-1 0,1 1,-1-2,0 3,1 0,-1 0,0 1,0-1,0 1,0-1,0 1,0-1,-1 1,1 0,-1 0,1 1,-1-1,0 0,0 1,0 0,0-1,0 1,0 0,0 1,0-1,-1 0,1 1,0 0,0 0,-1 0,1 0,0 0,0 1,0-1,-1 1,1 0,0 0,0 0,0 1,0-1,0 1,1-1,-1 1,0 0,1 0,-1 0,1 0,0 1,0-1,0 1,0-1,0 1,0 0,1-1,-22 31,4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9.8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74,'16'-16,"-4"8,0 1,0 0,1 1,0 0,0 1,0 1,0 0,1 1,0 0,0 1,0 1,-1 0,9 1,-19 1,1 0,0 0,0 0,-1 1,1-1,-1 1,0 0,1 0,-1 1,0-1,0 0,0 1,-1 0,1 0,-1 0,1 0,-1 0,0 0,0 1,0-1,-1 1,1-1,-1 1,0 0,0-1,1 5,7 106,-9-101,-6 286,6-281</inkml:trace>
  <inkml:trace contextRef="#ctx0" brushRef="#br0" timeOffset="281.313">82 409,'16'-12,"16"-10,19-10,17-8,12-2,2 2,-13 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48.4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53 109,'14'-6,"13"-8,10-3,6-1,2 0,-1 4,-5 3,-7 4,-10 3</inkml:trace>
  <inkml:trace contextRef="#ctx0" brushRef="#br0" timeOffset="401.95">53 123,'-8'16,"0"0,1 0,1 0,0 1,1-1,1 1,1 1,0-1,1 11,2-27,-1 0,1 1,0-1,0 0,0 0,1 1,-1-1,0 0,0 0,1 1,-1-1,0 0,1 0,-1 0,1 0,0 0,-1 0,1 1,0-1,0-1,0 1,0 0,-1 0,1 0,0 0,0-1,1 1,-1 0,0-1,0 1,0-1,0 1,0-1,1 0,-1 1,0-1,0 0,1 0,-1 0,0 0,0 0,2 0,55-18,-42 12,85-17,-98 23,0-1,0 1,1 0,-1 1,0-1,1 0,-1 1,0 0,0 0,0 0,0 0,0 0,0 1,0-1,0 1,0 0,0 0,-1 0,1 0,-1 0,0 1,1-1,-1 1,0-1,-1 1,1 0,0 0,-1 0,1 2,0 3,-1 0,0 0,0 0,-1 1,0-1,0 0,-1 0,0 1,-1-1,0 0,0 0,0-1,-1 1,-1 0,1-1,-1 1,0-1,-1 0,0-1,0 1,0-1,-1 0,0 0,0-1,0 1,-1-1,0-1,0 1,0-1,0-1,-1 1,1-1,-1 0,0-1,0 0,0 0,-1-1,-34 5,30-3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5.0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55 256,'-15'59,"2"0,2 1,3 1,3-1,2 48,5-80,-2-28,0-1,0 1,1 0,-1 0,0 0,0 0,0-1,1 1,-1 0,0 0,0 0,0 0,1 0,-1 0,0 0,0 0,0 0,1-1,-1 1,0 0,0 0,1 0,-1 0,0 0,0 1,1-1,-1 0,0 0,0 0,0 0,1 0,-1 0,0 0,0 0,0 0,1 1,-1-1,0 0,0 0,0 0,0 0,1 0,-1 1,0-1,0 0,8-27,10-71,-5-2,0-73,-6-22,-7 218,2-1,0 1,1-1,2 0,6 22,-10-40,0 1,0-1,0 1,1-1,-1 0,1 1,1-1,-1 0,0 0,1 0,0-1,0 1,0-1,0 1,1-1,-1 0,1 0,0 0,0-1,0 0,0 1,0-1,0-1,1 1,-1-1,0 1,1-1,0 0,-1-1,1 1,0-1,-1 0,1 0,0-1,-1 1,1-1,0 0,2-2,1 1,-1-1,0-1,0 1,0-1,-1-1,0 1,1-1,-1 0,-1 0,1-1,-1 0,0 0,0 0,-1 0,0-1,0 0,2-5,2-6,-1 1,0-1,-2-1,0 1,-1-1,-1 0,0-2,1-72,4 189,-2 466,-3-435,2-81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3.9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1,'9'0,"10"2,11 1,10 0,6 0,5-2,0 3,-3 2,-8 2,-11 0</inkml:trace>
  <inkml:trace contextRef="#ctx0" brushRef="#br0" timeOffset="171.529">67 241,'23'-2,"23"-6,22-5,16-3,-7 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1.8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0,'3'23,"2"0,1-1,1 0,1 0,0 0,2-1,0-1,2 0,0 0,1-1,11 12,-15-20,1 0,1 0,0-1,0 0,1-1,0-1,0 1,1-2,11 5,-20-10,0 0,0-1,1 1,-1-1,0 0,1 0,-1 0,1-1,0 0,-1 0,1 0,-1 0,1-1,-1 1,1-1,-1 0,1-1,-1 1,0-1,0 0,1 0,-1 0,-1-1,1 1,0-1,-1 0,1 0,-1 0,0 0,0-1,0 1,2-5,1-2,0-1,-1 0,0 0,-1 0,0-1,-1 1,-1-1,1 0,-2 0,0 0,0 0,-1 0,0 0,-1 0,-2-9,3 21,0-1,0 1,0-1,0 0,0 1,0-1,0 0,0 1,0-1,0 0,0 1,0-1,0 0,0 1,-1-1,1 0,0 1,-1-1,1 1,0-1,-1 1,1-1,-1 1,1-1,0 1,-1-1,1 1,-1-1,0 1,1 0,-1-1,1 1,-1 0,0 0,1-1,-1 1,1 0,-1 0,0 0,1 0,-1 0,0 0,1 0,-1 0,0 0,1 0,-1 0,0 0,1 0,-1 0,0 1,1-1,-1 0,1 1,-1-1,1 0,-2 1,-24 34,14-1,1 0,1 1,2 0,2 1,1 0,1 0,3 0,0 0,3 3,41 548,-42-569,0 1,-2 0,0 0,-1 0,-1-1,0 1,-2-1,0 1,-1-2,-1 1,0-1,-2 0,-1 3,7-17,0 0,0 0,0 0,0 0,0-1,-1 1,1-1,-1 0,0 0,1 0,-1-1,0 1,0-1,0 0,0 0,0 0,0 0,-1-1,1 0,0 0,0 0,0 0,0-1,-1 1,1-1,0 0,0 0,0-1,0 1,1-1,-1 0,0 0,1 0,-1-1,1 1,0-1,0 0,0 0,-1 0,-22-23,1 0,1-2,2 0,1-2,1-1,1 0,-1-6,-5-6,1-1,3-1,1-1,-1-12,20 56,0 0,0 1,1-1,-1 1,0-1,1 0,-1 1,1-1,0 0,0 0,-1 1,1-1,0 0,0 0,1 1,-1-1,0 0,1 0,-1 1,1-1,-1 0,1 1,0-1,0 0,0 1,0-1,0 1,0 0,0-1,0 1,0 0,1 0,-1 0,0-1,1 1,-1 1,1-1,0 0,-1 0,1 1,-1-1,1 0,0 1,0 0,-1-1,1 1,0 0,0 0,229-17,-135 11</inkml:trace>
  <inkml:trace contextRef="#ctx0" brushRef="#br0" timeOffset="903.145">976 896,'-18'4,"-13"9,-10 11,-5 13,-2 13,5 15,9 12,8 11,15 4,15-4,14-9,13-12,10-14,7-15,-4-15</inkml:trace>
  <inkml:trace contextRef="#ctx0" brushRef="#br0" timeOffset="1276.223">1069 1177,'-6'4,"0"1,0 1,0-1,1 1,-1 0,1 0,1 1,-1 0,1 0,1 0,-1 0,1 0,0 1,1-1,0 1,0 0,0-1,1 1,0 0,1 0,0 0,0 0,1 0,0 0,0 0,1 0,0 0,0-1,1 1,2 5,-3-9,0 0,0 0,0 0,0 0,1-1,0 1,-1-1,1 1,0-1,1 0,-1 0,0-1,1 1,0-1,0 0,-1 0,1 0,0 0,1 0,-1-1,0 0,0 0,1 0,-1-1,0 1,1-1,-1 0,1 0,-1 0,0-1,1 0,-1 0,0 0,0 0,1-1,-1 1,0-1,0 0,-1 0,1-1,0 1,-1-1,1 0,-1 0,0 0,0 0,0 0,2-6,-1 0,0-1,0 1,-1-1,0 0,0 0,-1 0,-1 0,0 0,0 0,-1-1,0 1,0 0,-2 0,1 0,-1 0,-1 0,1 0,-2 0,1 1,-1-1,-1 1,0 0,0 1,-1-1,0 1,0 0,-1 0,0 1,0 0,-3-1,9 6,-1 1,1 0,-1-1,0 1,1 0,-1 0,0 1,0-1,0 0,0 0,0 1,0-1,0 1,0 0,0 0,0-1,0 1,0 0,0 1,0-1,0 0,0 1,0-1,0 1,0-1,0 1,1 0,-1 0,0 0,0 0,1 0,-1 0,0 1,1-1,-1 0,1 1,0-1,0 1,-1 0,1-1,0 1,0 0,0 0,1 0,-1 0,0-1,1 1,-1 2,-3 60,11-33</inkml:trace>
  <inkml:trace contextRef="#ctx0" brushRef="#br0" timeOffset="1554.052">1444 990,'-2'11,"1"15,4 15,0 12,3 12,0 9,-6 6,-9 2,-13 2,-11-5,0-16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7.1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 1,'-9'9,"-1"3,4-1,4-2,6-5,4-5,3-5,0-1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7.7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63 134,'-5'106,"-5"0,-18 80,26-172,-16 118,19-132,-1 0,0 0,0-1,1 1,-1 0,0 0,0 0,1 0,-1 0,0 0,0 0,1 0,-1 0,0 0,1 0,-1 0,0 0,0 0,1 0,-1 0,0 0,0 0,1 0,-1 0,0 1,0-1,1 0,-1 0,0 0,0 0,0 1,1-1,-1 0,0 0,0 0,0 1,0-1,1 0,-1 0,0 1,0-1,0 0,0 1,12-31,-1-1,-2 0,-1 0,-1-1,-2-1,-4 31,11-78,-3 0,-3 0,-4-32,-10 28,-2 67,1 37,6-4,0 0,1 1,1-1,0 1,1-1,1 1,1-1,0 0,1 1,2 3,-4-13,1-1,0 0,1 1,-1-1,1 0,0 0,1-1,-1 1,1-1,0 1,1-1,-1 0,1-1,0 1,0-1,0 0,1 0,-1-1,1 0,0 0,0 0,0 0,1-1,-1 0,0-1,6 2,-6-3,0 1,0-1,0 0,0 0,0-1,-1 1,1-1,0-1,0 1,-1-1,1 0,-1 0,1-1,-1 0,0 0,0 0,0 0,0-1,-1 0,1 0,-1 0,0 0,0-1,-1 0,1 0,0-2,4-6,-1-1,0 0,-1-1,-1 0,0 0,-1 0,0 0,-1-1,-1-7,2-118,-6 180,1 590,8-505,-1-80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8.0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24 197,'-7'-28,"1"1,2-1,0 0,2 0,1-16,3 30,0 22,2 25,0 246,-4-267,1 1,0-1,1 0,0 0,1 0,0 0,1-1,1 1,0-1,5 9,9 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8.6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 0,'-9'5,"-4"3,4 1,7-1,9-2,3-3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6.5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 92,'0'0</inkml:trace>
  <inkml:trace contextRef="#ctx0" brushRef="#br0" timeOffset="347.642">33 92,'-11'29,"9"-17,2 1,0 0,1 0,0 0,0 0,2 0,2 9,-4-19,0 1,0-1,0 0,1 0,-1 0,1 0,-1 0,1 0,0 0,0 0,1-1,-1 1,0-1,1 0,0 1,-1-1,1 0,0-1,0 1,0 0,0-1,1 0,-1 0,0 0,0 0,1 0,-1-1,0 1,1-1,-1 0,4 0,-3-2,1 0,-1 0,0 0,0-1,0 0,0 0,0 0,0 0,-1 0,1-1,-1 0,0 1,0-1,0 0,-1-1,1 1,-1 0,0-1,-1 1,1-1,-1 0,0 0,0 1,0-1,0 0,-1 0,7-107,-7 109,0-1,-1 0,1 0,-1 1,0-1,0 0,-1 1,1-1,-1 1,1 0,-1-1,0 1,0 0,0 0,-1 0,1 0,-1 1,0-1,0 1,0-1,0 1,0 0,0 0,0 1,-1-1,1 0,-1 1,0 0,-1 0,0 1,-1 0,1 0,0 1,0 0,0 0,0 0,0 0,0 1,0-1,0 1,0 1,1-1,-1 1,1 0,-1 0,1 0,0 0,1 1,-1-1,0 1,1 0,0 0,0 1,0-1,1 1,-1-1,1 1,0 0,0 0,1 0,-1 0,1 0,0 0,1 0,-1 0,1 1,0-1,0 0,1 0,-1 0,1 1,1-1,-1 0,1 0,11 15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01.3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0,'-2'2,"3"1,7 0,2-1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01.9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122 164,'1'18,"-2"-1,0 1,-1 0,0 0,-2-1,0 1,-1-1,0 0,-6 9,4-7,-74 219,104-317,-9-2,-3 0,-4-1,-4 1,-4-11,8 186,-8-88,2 0,-1 1,1-1,0 0,0 1,1-1,0 0,0 0,0 0,1 0,0-1,0 1,0-1,1 0,0 1,0-2,0 1,1 0,-1-1,1 0,0 0,0 0,1-1,-1 0,1 0,0 0,0 0,0-1,0 0,0 0,4 0,-3-3,0 1,1-1,-1-1,0 1,0-1,0-1,0 1,-1-1,1 0,-1-1,1 1,-1-1,0-1,0 1,-1-1,0 0,1 0,-2-1,1 1,0-2,6-8,0-1,-1 0,-1 0,0-1,-1 0,-1-1,0-4,25-121,-36 328,-27 235,26-376</inkml:trace>
  <inkml:trace contextRef="#ctx0" brushRef="#br0" timeOffset="524.24">644 459,'15'-3,"16"-2,8-3,4-1,3 3,-3 1,-9 1</inkml:trace>
  <inkml:trace contextRef="#ctx0" brushRef="#br0" timeOffset="1033.526">603 511,'-6'11,"1"0,0-1,1 2,0-1,1 0,0 1,1 0,0 0,0 0,2 4,0-14,1 0,0 0,0-1,0 1,1 0,-1 0,0-1,1 1,-1-1,1 1,-1-1,1 1,0-1,0 0,-1 0,1 0,0 0,0 0,0 0,0-1,0 1,0-1,0 1,1-1,-1 0,0 0,0 0,0 0,0 0,0 0,1 0,-1-1,0 1,0-1,0 0,0 0,0 1,0-1,-1 0,1-1,1 0,4 1,-6 0,23-5,1 0,-1 1,0 2,1 0,0 2,10 1,-31 1,1 0,-1 0,0 1,0-1,0 1,0 0,0 0,0 1,0-1,-1 1,1-1,-1 1,0 1,0-1,0 0,0 1,-1-1,1 1,-1 0,0 0,0 0,0 0,-1 0,1 0,-1 0,0 1,0-1,0 1,-1-1,0 0,0 1,0-1,0 1,-1-1,1 1,-1-1,0 0,-1 0,1 1,-1-1,0 0,0 0,0 0,0-1,-1 1,-2 3,-5 6,-2-1,1-1,-1 1,-1-2,0 0,-1 0,1-1,-2-1,1 0,-1-1,-1-1,1 0,-1-1,0-1,0 0,-2-1,-15 1,49-14,-1 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39:59.2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0 230,'12'153,"-6"-112,-2 0,-3 1,-2 33,-1-57,-4-50,5-500,1 562,-1-9,1 1,1-1,1 0,0 0,2 0,5 19,-7-36,0 0,0 0,0 0,0 0,1-1,0 1,0-1,0 0,0 0,0 0,0 0,1 0,-1-1,1 1,0-1,0 0,0 0,0-1,0 1,0-1,0 0,1 0,-1 0,0 0,1-1,-1 0,1 0,-1 0,0-1,1 1,-1-1,0 0,1 0,-1 0,0-1,0 0,0 1,0-2,0 1,0-1,11-6,-2-1,1 0,-1-1,-1-1,0 0,-1 0,0-2,-1 1,0-1,-1 0,-1-1,0 0,-1-1,-1 1,0-1,-1 0,-1-1,0 1,-1-6,-1 53,-3 101,5 0,17 98,1-93,-13-85</inkml:trace>
  <inkml:trace contextRef="#ctx0" brushRef="#br0" timeOffset="1852.155">696 538,'-2'14,"0"0,0 0,-2 0,1-1,-2 1,0-1,-1 2,-2 7,-9 22,-31 111,48-154,0 1,-1-1,1 1,0-1,0 1,0-1,0 1,0-1,0 1,0-1,1 1,-1-1,1 1,-1-1,1 1,-1-1,1 0,0 1,0-1,-1 0,1 1,0-1,0 0,0 0,0 0,1 0,-1 0,0 0,0 0,1 0,-1-1,0 1,1 0,-1-1,1 1,-1-1,1 0,-1 1,1-1,-1 0,1 0,-1 0,1 0,-1 0,1 0,-1-1,1 1,-1 0,1-1,1 0,18-7,1 0,-2-2,1-1,-1 0,-1-2,0 0,-1-1,0-1,6-7,-21 20,45-38,-48 39,1 1,-1-1,0 1,1-1,-1 1,1-1,-1 1,1 0,0-1,-1 1,1 0,-1-1,1 1,0 0,-1 0,1 0,0-1,-1 1,1 0,0 0,-1 0,1 0,0 0,-1 0,1 0,0 1,-1-1,1 0,0 0,-1 0,1 1,-1-1,1 0,0 1,-1-1,1 0,-1 1,1-1,-1 1,1-1,-1 1,1-1,-1 1,0-1,1 1,-1-1,0 1,1 0,-1-1,0 1,0-1,1 1,1 38,-9 53,3-55,2 0,0-1,3 1,1 0,2 1,4-8,0-8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03.8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1,'-2'0,"1"0,4 0,5 0,6 0,1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04.5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67 368,'-3'72,"-3"-1,-14 71,-4-60,24-82,0 0,0-1,0 1,1 0,-1-1,0 1,0-1,0 1,0 0,0-1,0 1,0 0,0-1,0 1,0-1,-1 1,1 0,0-1,0 1,0 0,0-1,-1 1,1 0,0-1,0 1,0 0,-1-1,1 1,0 0,-1 0,1-1,0 1,0 0,-1 0,1 0,-1-1,1 1,0 0,-1 0,1 0,0 0,-1 0,1 0,-1 0,1 0,0 0,-1 0,1 0,0 0,-1 0,1 0,-1 0,1 0,0 0,-1 0,1 1,0-1,-1 0,1 0,0 0,1-277,6 185,3 0,10-28,-18 172,-2-37,1 1,0-1,0 1,2-1,0 0,1 0,0 0,1-1,1 1,7 12,-12-24,2 0,-1 0,0-1,1 1,-1-1,1 0,0 1,-1-1,1 0,0-1,1 1,-1 0,0-1,0 0,1 0,-1 0,0 0,1 0,-1-1,1 1,-1-1,1 0,-1 0,1 0,0-1,-1 1,0-1,1 0,-1 0,3-1,2-1,0-1,0 1,0-2,0 1,-1-1,0 0,0 0,0-1,-1 0,1-1,4-5,2-9,-1-1,-1 0,-1 0,-1-1,-1 0,-1-1,-1 0,-1 0,-1 0,0-10,9-41,-8 91,5 225,8 65,-16-289,1 0,0 0,1 0,1-1,1 0,0 0,1 0,6 8,6 3</inkml:trace>
  <inkml:trace contextRef="#ctx0" brushRef="#br0" timeOffset="379.734">962 461,'-8'-5,"0"1,-1-1,0 2,0-1,0 1,0 0,0 1,-1 0,1 1,-1 0,1 0,-1 1,1 0,-1 1,1 0,-1 1,1 0,-1 0,1 1,0 0,0 0,-7 5,6 0,0 1,0 1,1-1,1 1,0 1,0 0,1 0,0 0,1 1,0 0,1 0,0 0,1 1,1-1,0 1,0 0,1 0,1 1,0-1,1 0,1 0,0 0,0 1,2-1,-1 0,2-1,0 1,0 0,2-3,1 0,0-1,0 0,1-1,0 1,0-2,1 1,0-1,0 0,1-1,0 0,0-1,0 0,1 0,0-1,-1 0,2-1,-1-1,0 1,0-2,1 0,-1 0,1-1,-1 0,1-1,-1 0,1-1,-1-1,0 1,9-5,-15 6,0 0,-1-1,1 0,0 0,-1 0,0-1,1 1,-1-1,0 0,0 0,-1-1,1 1,-1-1,1 0,-1 0,0 0,-1 0,1 0,-1-1,0 1,0-1,0 1,0-1,-1 0,0 0,0 0,0 0,-1 0,0 0,0 0,0 0,0 0,-1 0,0 0,0 1,0-1,0 0,-1 0,0 1,0-1,0 1,-3-5,1 5,-1 0,1 0,-1 1,1-1,-1 1,0 0,0 1,-1-1,1 1,0 0,-1 0,0 1,1-1,-1 1,0 1,1-1,-1 1,0 0,0 0,1 1,-1-1,0 1,0 1,1-1,-5 2,-6 3,-1 0,1 1,0 1,1 0,0 1,0 1,-11 10,-19 18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3.3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0,'11'0,"16"0,13 0,15 0,9 2,5 4,-1 2,-6 3,-15-2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3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1,'23'4,"21"2,19-2,17-5,-6-1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6.5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0,'0'5,"-2"8,-1 10,0 14,0 11,2 10,-1 3,2-9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8.4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1,'5'18,"7"17,15 17,12 15,17 10,12 8,5 5,1 3,-9 5,-18 3,-29 7,-44 10,-56 13,-64 11,-6-18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7.5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 0,'4'16,"7"14,7 12,11 7,8 2,8 2,6-2,0-2,-4-5,-5-8,-8-10,-7-10,-8-7</inkml:trace>
  <inkml:trace contextRef="#ctx0" brushRef="#br0" timeOffset="259.362">399 94,'-16'-5,"-10"1,-5 4,-3 8,-4 10,-2 10,-1 13,0 10,2 8,6 3,6 0,7-6,8-12</inkml:trace>
  <inkml:trace contextRef="#ctx0" brushRef="#br0" timeOffset="542.575">546 442,'0'3,"-1"1,1-1,0 1,0-1,0 1,0 0,1-1,-1 1,1-1,0 0,0 1,0-1,1 1,-1-1,1 0,0 0,-1 0,1 0,1 0,-1-1,0 1,1 0,0-1,-1 0,1 0,0 1,0-2,0 1,0 0,1-1,-1 1,0-1,1 0,2 0,4 2,1 0,0-1,-1-1,1 1,0-2,0 0,0 0,0-1,0 0,10-3,-14 2,0 0,-1-1,1 0,-1 0,1 0,-1-1,0 0,0 0,-1 0,1-1,-1 0,0 0,2-3,-5 5,0 1,0-1,0 0,0 1,-1-1,0 0,1 0,-1 0,0 0,0 0,-1 0,1-1,-1 1,1 0,-1 0,0 0,0-1,-1 1,1 0,-1 0,1 0,-1 0,0 0,0 0,0 0,-1 0,1 0,-1 0,1 0,-3-2,-1 0,0 1,0 0,-1-1,1 1,-1 1,0-1,0 1,0 0,-1 1,1 0,-1 0,1 0,-1 0,0 1,0 0,1 1,-1 0,0 0,0 0,0 1,0-1,1 2,-1-1,0 1,1 0,0 0,-1 1,1 0,0 0,0 1,0-1,1 1,-1 1,1-1,0 1,0-1,0 2,-17 19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6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1 161,'16'3,"14"0,11-1,10 1,8-2,5 0,1 0,-4-1,-8 0,-8 0,-12 0</inkml:trace>
  <inkml:trace contextRef="#ctx0" brushRef="#br0" timeOffset="231.911">268 1,'-10'16,"-2"14,1 12,4 9,3 6,3 1,2 1,2-1,3-3,3-5,5-6,1-8,-1-10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1.6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0,'0'22,"-2"-3,2 1,0-1,1 1,0-1,2 0,0 1,2-1,0 0,1-1,0 0,2 0,3 5,-8-18,0-1,1 0,0 0,0 0,0 0,0-1,0 0,1 0,0 0,-1 0,1-1,0 0,0 0,1 0,-1 0,0-1,0 0,1 0,-1-1,1 1,-1-1,1 0,-1-1,0 1,1-1,-1 0,1 0,-1-1,1 0,8-2,-1-1,0 0,-1-1,1-1,-1 0,0 0,-1-1,0-1,0 0,9-10,-14 13,0-1,0 0,-1 0,0-1,0 1,-1-1,1 0,-2 0,1-1,-1 1,0-5,-6 2,-7 24,5 2,0-1,2 1,0 0,0 0,1 1,1-1,1 3,-1 0,-7 266,20 156,0-94,-11-332,1 13,-2 0,0 1,-2-1,0 0,-2 0,-1 0,-2-1,-8 24,15-47,-1-1,0 0,1 0,-1 0,0 0,0-1,0 1,-1 0,1 0,0 0,-1-1,1 1,-1-1,1 1,-1-1,0 0,0 0,1 1,-1-1,0 0,0-1,0 1,0 0,0 0,0-1,-1 1,1-1,0 0,0 0,0 0,0 0,0 0,-1 0,1 0,0-1,0 1,0-1,0 0,0 1,0-1,0 0,-1-1,-7-6,-1-1,1-1,1 0,0 0,0-1,1 0,0 0,1-1,0 0,-3-8,4 9,-25-48,2-2,3 0,2-2,3-1,-8-49,27 107,0 1,1-1,0 0,0 1,1-1,-1 0,1 0,0 1,1-1,-1 0,1 1,1-1,-1 0,1 1,0-1,0 1,0 0,1 0,-1 0,2 0,0-2,6-1,0 0,1 1,0 0,0 1,0 0,1 1,0 0,0 1,0 0,1 1,-1 0,2 1,-4-1,67-14,-4 4</inkml:trace>
  <inkml:trace contextRef="#ctx0" brushRef="#br0" timeOffset="398.974">703 990,'-13'9,"-10"12,-5 14,-2 12,-1 12,5 12,7 7,7 2,9-1,13-8,11-8,7-11,-2-14</inkml:trace>
  <inkml:trace contextRef="#ctx0" brushRef="#br0" timeOffset="741.418">864 1404,'-6'6,"1"1,0-1,1 1,-1 0,1 0,0 1,1-1,0 1,0-1,1 1,-1 0,2 0,-1 1,1-1,1 0,-1 0,1 1,1-1,0 0,0 0,0-5,1 0,-1-1,1 1,0-1,0 1,0-1,0 0,1 0,-1 0,0 0,1 0,0-1,-1 1,1-1,0 1,0-1,0 0,-1 0,1 0,0-1,1 1,-1-1,0 0,0 1,0-1,0-1,0 1,0 0,3-1,4-1,-1 0,1-1,-1 0,0 0,0-1,0 0,0 0,-1-1,1 0,-2 0,0-1,0 1,-1-1,1 0,-1-1,-1 1,1-1,-1-1,0 1,-1 0,1-1,-2 0,3-5,-5 8,1 1,-1-1,0 1,-1-1,1 0,-1 1,0-1,0 0,0 1,0-1,-1 1,0-1,0 0,0 1,-1 0,1-1,-1 1,0 0,-1 0,1 0,0 0,-1 0,0 0,0 1,0-1,-2 0,1 0,1 1,-1 0,1 0,-1 0,0 0,0 1,0 0,-1-1,1 2,-1-1,1 0,-1 1,1 0,-1 0,0 0,0 1,1-1,-1 1,0 0,0 1,1-1,-1 1,0 0,0 0,1 0,-1 1,1-1,-1 1,1 1,0-1,0 0,0 1,0 0,0 0,1 0,-1 0,1 1,0-1,-2 3,-8 15</inkml:trace>
  <inkml:trace contextRef="#ctx0" brushRef="#br0" timeOffset="1188.086">1251 896,'2'20,"6"19,8 15,8 16,5 11,-1 10,-5 8,-11 7,-16 4,-21 0,-7-20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14.1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320 308,'16'21,"12"15,10 11,8 7,3 3,0 1,-2-1,-6-2,-8-5,-10-5,-8-12</inkml:trace>
  <inkml:trace contextRef="#ctx0" brushRef="#br0" timeOffset="253.356">653 281,'-15'14,"-13"15,-8 15,-5 11,0 7,1 3,1 1,7-3,5-7,8-11</inkml:trace>
  <inkml:trace contextRef="#ctx0" brushRef="#br0" timeOffset="608.944">895 656,'8'-6,"0"1,0 0,0 0,1 1,0 0,-1 1,2-1,-1 2,9-2,-15 3,0 0,0 1,0-1,0 1,-1 0,1 0,0 0,0 0,0 0,0 1,0 0,0-1,-1 1,1 0,0 0,-1 0,1 1,0-1,-1 1,0-1,1 1,-1 0,0 0,0 0,0 0,0 0,0 0,0 1,-1-1,1 1,-1-1,0 1,0 0,1 0,-2 5,1 0,-1 1,0-1,-1 0,0 1,-1-1,1 0,-1 0,-1 0,0 0,0-1,0 1,-1-1,0 1,-1-1,1-1,-1 1,-2 0,-109 143,94-114,22-35,0 0,0 0,0 0,0 0,0 0,0 0,0-1,0 1,0 0,0 0,1 0,-1 0,0 0,1 0,-1-1,1 1,-1 0,1 0,-1 0,1-1,-1 1,1 0,0-1,-1 1,1 0,0-1,-1 1,1-1,0 1,0-1,0 0,0 1,-1-1,1 0,0 1,0-1,0 0,0 0,0 0,0 0,0 0,23 2,-1-1,0-1,1 0,-1-2,0-1,0-1,17-6,-13 5,44-9</inkml:trace>
  <inkml:trace contextRef="#ctx0" brushRef="#br0" timeOffset="1385.77">1389 495,'18'0,"18"0,13 0,11 0,5-2,4-1,0 0,-7 1,-10 0,-15 1</inkml:trace>
  <inkml:trace contextRef="#ctx0" brushRef="#br0" timeOffset="1644.062">1657 281,'-3'20,"0"19,-2 14,0 9,0 5,2 3,0-1,4-6,6-9,7-14,0-14</inkml:trace>
  <inkml:trace contextRef="#ctx0" brushRef="#br0" timeOffset="1897.385">2097 321,'12'19,"12"12,12 8,10 4,7 1,4-1,-1-2,-4-4,-8-2,-9-6,-11-8</inkml:trace>
  <inkml:trace contextRef="#ctx0" brushRef="#br0" timeOffset="2177.341">2512 334,'-14'-6,"-8"1,-9 10,-4 14,-4 16,-2 15,-1 11,3 8,4 3,10-1,8-8,7-14</inkml:trace>
  <inkml:trace contextRef="#ctx0" brushRef="#br0" timeOffset="5219.711">359 1,'-18'11,"-15"11,-13 13,-8 12,-4 13,3 16,9 16,12 17,19 13,23 8,27-1,24-6,24-15,-3-26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0.4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319 7,'-7'-5,"-7"4,-10 10,-10 16,-10 18,-5 22,-1 21,6 19,10 15,16 7,22 3,24-6,23-11,24-17,19-20,-6-22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1.3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0,'11'18,"11"13,6 8,5 7,1 4,0 2,-1 3,-5-2,-4-6,-2-5,-4-11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1.5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312 0,'-16'7,"-12"9,-6 11,-4 10,0 10,0 6,4 6,5 1,6 0,6-3,6-8,6-11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1.8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13,'100'-12,"-97"12,0 0,0 1,0-1,1 1,-1 0,0 0,0 0,-1 0,1 0,0 1,0-1,0 1,-1 0,1-1,-1 1,0 1,1-1,-1 0,0 0,0 1,0-1,-1 1,1 0,-1 0,1-1,-1 1,0 0,0 0,0 0,0 1,-1 8,-1 0,0 0,-1 0,0 1,-1-2,0 1,0 0,-2-1,1 1,-2-1,1 0,-1-1,-1 0,0 1,-1-2,-6 7,-59 87,72-102,1-1,-1 1,0 0,1 0,-1 0,1 0,-1 0,1 0,0-1,-1 1,1 0,0 0,-1 0,1 1,0-1,0 0,0 0,0 0,0 0,0 0,0 0,1 0,-1 0,0 0,0 0,1 0,-1 0,1 0,-1 0,1-1,-1 1,1 0,0 0,-1 0,1 0,0-1,0 1,-1 0,1-1,0 1,0-1,0 1,0-1,0 1,0-1,0 0,0 1,54 1,137-45,-129 25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2.1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1,'16'0,"16"2,18 1,12 0,8-1,3 0,-4-1,-9-1,-12 3,-15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2.3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 1,'-6'23,"-3"18,0 14,3 7,3 4,5 0,4-7,2-13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2.6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0,'-2'19,"3"14,7 11,11 8,11 3,9 2,6-2,1-4,0-6,-3-5,-5-9,-8-8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2.8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351 4,'-16'-3,"-9"3,-8 7,-5 11,-1 15,0 11,2 8,3 8,4 4,6 1,6-4,7-8,5-13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3.0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 0,'-9'16,"-6"12,-2 10,2 6,3 2,6 0,7-1,7-3,4-7,1-10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26.0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669 267,'6'7,"10"7,11 9,10 11,10 9,9 5,5 4,0 1,-4-3,-7-3,-7-4,-12-6,-10-8</inkml:trace>
  <inkml:trace contextRef="#ctx0" brushRef="#br0" timeOffset="202.902">1083 214,'-18'-5,"-13"6,-8 12,-9 14,-5 15,0 13,1 12,6 7,8 3,11-3,9-7,9-14</inkml:trace>
  <inkml:trace contextRef="#ctx0" brushRef="#br0" timeOffset="464.204">1310 628,'-5'9,"-23"52,27-59,1-1,-1 1,1 0,0 0,-1 0,1 0,0-1,0 1,0 0,1 0,-1 0,0 0,1-1,-1 1,1 0,-1 0,1-1,0 1,0 0,0-1,0 1,0-1,0 1,0-1,1 1,-1-1,0 0,1 0,-1 0,1 0,-1 0,2 1,7 1,-1 0,1 0,-1-1,1 0,0-1,0 0,0-1,0 0,0 0,0-1,-1 0,1-1,0 0,0-1,-1 0,0 0,0-1,0 0,0-1,4-2,-10 5,1 0,-1 0,1-1,-1 1,0-1,0 0,0 1,0-1,-1 0,1-1,-1 1,0 0,0-1,0 0,0 1,0-1,-1 0,0 0,0 0,0 0,0 0,-1 0,1 0,-1 0,0 0,0 0,-1 0,1 0,-1 0,0 0,0 0,0 0,0 1,-1-1,1 0,-1 1,0-1,-1 1,1-1,0 1,-1 0,0 0,1 0,-1 0,-1 1,1-1,-5-2,1 0,-1 1,-1 0,1 1,0 0,-1 0,0 1,1 0,-1 0,0 1,0 0,0 1,-6 0,10 0,-1 0,1 0,-1 1,1 0,0 0,-1 0,1 1,0-1,-1 1,1 1,0-1,1 1,-1 0,0 0,1 0,0 0,-1 1,1 0,1 0,-1 0,0 0,0 3,-3 14,6-3</inkml:trace>
  <inkml:trace contextRef="#ctx0" brushRef="#br0" timeOffset="725.884">1645 0,'11'19,"11"18,11 18,8 15,7 14,0 8,-9 7,-13 7,-22 6,-30 4,-40 4,-48 3,-4-19</inkml:trace>
  <inkml:trace contextRef="#ctx0" brushRef="#br0" timeOffset="-540.591">241 348,'0'-2,"2"-2,1 4,0 7,-1 10,0 9,-1 9,0 8,-3 3,-4 3,-2-3,0-1,1-7,2-7,2-10</inkml:trace>
  <inkml:trace contextRef="#ctx0" brushRef="#br0" timeOffset="-268.588">1 535,'0'-5,"6"-1,15 0,16 2,19 0,15 0,9 0,3-2,-14 1</inkml:trace>
  <inkml:trace contextRef="#ctx0" brushRef="#br0" timeOffset="2944.199">615 27,'12'2,"12"1,14 0,14-1,11 0,8-1,-1-1,-4 3,-12 2,-12 1,-12 2,-8-2,-8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34.1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0 722,'25'-5,"20"-1,15-2,10 1,5 1,1 1,-8 3,-13 0</inkml:trace>
  <inkml:trace contextRef="#ctx0" brushRef="#br0" timeOffset="286.232">294 481,'-13'14,"-8"13,1 14,3 9,5 7,4 3,3-2,6-6,4-7,1-12</inkml:trace>
  <inkml:trace contextRef="#ctx0" brushRef="#br0" timeOffset="474.051">709 361,'-5'14,"-1"13,7 12,10 10,13 5,13 6,9 2,7-4,3-4,-2-7,-2-7,-7-8,-5-9,-8-9,-9-7</inkml:trace>
  <inkml:trace contextRef="#ctx0" brushRef="#br0" timeOffset="691.068">1136 442,'-16'-3,"-14"0,-11 5,-8 8,-7 15,-3 14,2 11,1 10,6 4,9 4,12 0,12-9,17-8,8-14</inkml:trace>
  <inkml:trace contextRef="#ctx0" brushRef="#br0" timeOffset="864.508">1336 896,'-2'3,"1"0,-1 1,1-1,-1 1,1-1,0 1,0-1,1 1,-1 0,1 0,-1-1,1 1,1 0,-1 0,0-1,1 1,0 0,0 0,0-1,0 1,1-1,-1 1,1-1,0 0,0 0,0 1,0-1,0-1,1 1,0 0,-1-1,1 1,0-1,0 0,1 0,-1 0,0 0,1 0,2 0,2 2,0-1,0-1,0 1,0-2,1 1,-1-1,1 0,-1-1,1 1,-1-2,1 1,-1-1,1-1,-1 0,0 0,0 0,0-1,0 0,0-1,0 0,-1 0,0 0,0-1,0 0,0-1,-1 0,0 0,0 0,-1 0,1-1,-1 0,-1 0,1 0,-1-1,-1 0,1 1,-1-1,-1-1,0 1,0 0,0 0,-1-1,0-5,-1 9,0-1,0 1,-1 0,0 0,0 0,0-1,-1 1,1 0,-1 1,-1-1,1 0,-1 1,1-1,-1 1,0 0,-1-1,1 2,-1-1,0 0,0 1,0 0,0-1,-1 2,1-1,-1 0,1 1,-1 0,0 0,0 1,0-1,0 1,-1 0,1 0,0 1,0-1,-5 2,-1 0,-1 2,1 0,0 0,0 1,1 0,-1 1,1 0,0 0,0 1,1 1,0 0,0 0,0 0,1 1,0 1,-18 18</inkml:trace>
  <inkml:trace contextRef="#ctx0" brushRef="#br0" timeOffset="1389.92">1818 0,'7'16,"7"21,5 25,6 24,4 21,1 17,-2 10,-5 7,-12 0,-19 0,-29-5,-34-7,-7-26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33.3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0,'6'21,"12"17,12 12,12 9,10 3,10 1,4-5,-3-4,-7-7,-12-10,-10-10,-11-11</inkml:trace>
  <inkml:trace contextRef="#ctx0" brushRef="#br0" timeOffset="229.898">361 54,'-13'2,"-12"8,-9 11,-4 13,-4 13,0 11,1 8,6 3,7 0,7-5,13-10,7-13</inkml:trace>
  <inkml:trace contextRef="#ctx0" brushRef="#br0" timeOffset="495.229">642 401,'-7'16,"-4"12,-1 8,2 5,3 2,7 1,5-3,8-9,0-8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30.0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98 577,'0'4,"0"4,3 1,2-1,3-3,1-4,-5-1,-4-2,-3 2,4 1,2 1</inkml:trace>
  <inkml:trace contextRef="#ctx0" brushRef="#br0" timeOffset="989.476">219 15,'8'-15,"-11"23,-13 29,-29 66,4 2,5 2,5 1,-3 35,28-120,1 0,1 1,1-1,1 1,1 0,1-1,1 1,2 0,0 0,1-1,1 0,2 0,0 0,1-1,1 0,7 10,-4-14,2-2,-1 0,2 0,0-2,1 0,1 0,0-2,0 0,1-1,1 0,12 4,14 4,2-1,0-2,1-3,18 2,28 4</inkml:trace>
  <inkml:trace contextRef="#ctx0" brushRef="#br0" timeOffset="1817.67">420 269,'9'22,"7"18,11 12,9 10,8 2,6 3,0-2,-5-5,-6-5,-10-9,-9-8,-9-12</inkml:trace>
  <inkml:trace contextRef="#ctx0" brushRef="#br0" timeOffset="2093.098">753 309,'-18'11,"-13"14,-6 12,-3 15,1 12,2 6,3 6,5-3,5-3,7-14</inkml:trace>
  <inkml:trace contextRef="#ctx0" brushRef="#br0" timeOffset="2341.434">941 603,'4'-3,"0"0,-1 0,1 1,0-1,1 1,-1 0,0 0,1 0,-1 1,1-1,-1 1,1 0,0 1,-1-1,1 1,0 0,0 0,-1 0,1 1,0 0,0 0,-1 0,1 0,-1 1,1-1,-1 1,0 1,0-1,0 0,0 1,0 0,0 0,-1 0,1 0,-1 1,0-1,0 1,0 0,0 0,-1 0,0 0,0 0,0 1,0-1,-1 1,-1 8,0 0,-2 0,0 0,0 0,-1 0,-1 0,0-1,0 1,-2-1,1 0,-1-1,-1 1,0-1,-3 2,-13 27,22-39,0 1,0-1,-1 0,1 1,0-1,0 1,0-1,0 1,1-1,-1 1,0 0,1-1,-1 1,1 0,0 0,-1-1,1 1,0 0,0 0,0 0,0-1,0 1,1 0,-1 0,1-1,-1 1,1 0,-1-1,1 1,0 0,0-1,0 1,0-1,0 1,0-1,1 1,6 1,0 0,0-1,0 0,0 0,0-1,1 0,-1-1,0 0,1 0,-1-1,0 0,0 0,1-1,-1 1,121-25,-71 10</inkml:trace>
  <inkml:trace contextRef="#ctx0" brushRef="#br0" timeOffset="2898.466">1435 523,'23'-2,"21"-4,17 0,13-1,7 0,-1 1,-5 0,-17 1</inkml:trace>
  <inkml:trace contextRef="#ctx0" brushRef="#br0" timeOffset="3159.765">1783 296,'-11'20,"-4"19,0 13,6 8,8 4,7 1,7-4,1-13</inkml:trace>
  <inkml:trace contextRef="#ctx0" brushRef="#br0" timeOffset="11792.521">579 122,'373'0,"-764"-10,335 6,97 4,-16 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4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38,'0'1,"-1"1,0-1,1 0,-1 1,1-1,0 1,-1-1,1 1,0-1,0 1,0-1,0 0,0 1,0-1,0 1,1-1,-1 1,1-1,-1 0,1 1,-1-1,1 0,0 1,-1-1,1 0,0 0,0 1,0-1,0 0,0 0,0 0,0 0,0-1,1 1,-1 0,0 0,1-1,-1 1,0-1,1 1,-1-1,1 1,-1-1,0 0,1 0,-1 0,1 0,-1 0,1 0,-1 0,1 0,-1-1,0 1,1 0,-1-1,1 1,-1-1,0 0,1 1,-1-2,1 2,-1-1,0 0,0 0,0 0,0 0,0 0,0 0,0 0,0 0,0-1,-1 1,1 0,0 0,-1-1,1 1,-1 0,1-1,-1 1,0-1,1 1,-1-1,0 1,0 0,0-1,0 1,-1-1,1 1,0-1,0 1,-1 0,1-1,-1 1,1 0,-1-1,0 1,0 0,1 0,-1-1,0 1,-1 0,1-1,0-1,-1 1,1 0,-1 0,1 1,-1-1,0 0,0 1,0-1,0 1,0-1,0 1,-1 0,1 0,0 0,0 0,-1 0,1 0,-1 1,1-1,-1 1,1 0,-1 0,11 11,11-3,4-1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5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 17,'-1'1,"0"-1,0 1,0 0,0 0,0 0,0-1,1 1,-1 0,0 0,0 0,0 0,1 1,-1-1,1 0,-1 0,1 0,-1 0,1 1,0-1,-1 0,1 0,0 1,0-1,0 0,0 0,0 1,0-1,1 0,-1 0,0 1,1-1,-1 0,0 0,1 0,0 1,-1-1,1 0,0 0,-1 0,1 0,0 0,0 0,0 0,0-1,0 1,0 0,1 0,-1-1,1 0,-1-1,0 1,1-1,-1 1,0-1,1 0,-1 1,0-1,0 0,1 0,-1 0,0 0,0 0,0 0,0 0,0 0,0 0,-1 0,1-1,0 1,-1 0,1-1,-1 1,1 0,-1-1,1 1,-1-1,0 1,0 0,0-1,0 1,0-1,0 1,0-1,0 1,-1-1,1 1,0 0,-1-1,1 1,-1 0,0-1,1 1,-1 0,0 0,0-1,0 1,0 0,0 0,0 0,0 0,0 0,-1 0,0 0,-1 0,1 0,-1 0,1 1,-1-1,1 0,-1 1,1 0,-1 0,1 0,-1 0,0 0,1 0,-1 1,1-1,-1 1,1 0,-1-1,1 1,0 1,-1-1,1 0,0 0,0 1,0-1,0 1,0 0,0 0,0-1,0 1,1 0,-1 1,1-1,-1 0,1 0,0 1,0-1,0 0,0 1,1-1,-1 1,1-1,-1 1,1 0,0-1,0 1,0-1,0 1,0-1,1 1,-1 0,1-1,0 1,0-1,0 0,0 1,0-1,0 1,13 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6.2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1,'-16'11,"-12"18,-6 17,-2 20,2 16,5 14,8 13,13 2,13-3,19-10,15-11,13-16,-2-21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9.9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0,'7'25,"9"25,9 23,8 20,7 17,0 13,-6 8,-14 4,-26 3,-35 1,-39-1,-7-24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8.5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0 147,'16'6,"19"6,17-1,16 2,11-3,5-3,-4-2,-7-2,-16-2,-16 0</inkml:trace>
  <inkml:trace contextRef="#ctx0" brushRef="#br0" timeOffset="253.964">267 0,'-4'20,"-2"19,0 16,2 14,0 9,2 8,1 2,3-4,1-17</inkml:trace>
  <inkml:trace contextRef="#ctx0" brushRef="#br0" timeOffset="512.818">722 40,'0'21,"2"15,8 13,7 8,9 3,9 0,9-1,7-4,4-3,3-8,-3-8,-3-7,-11-10</inkml:trace>
  <inkml:trace contextRef="#ctx0" brushRef="#br0" timeOffset="775.583">1217 80,'-16'0,"-12"4,-10 12,-9 13,-2 16,-2 11,3 11,3 6,7 1,7-3,9-10,9-15</inkml:trace>
  <inkml:trace contextRef="#ctx0" brushRef="#br0" timeOffset="1043.589">1337 521,'1'5,"0"-1,0 0,1 0,-1 1,1-1,0 0,0 0,0-1,0 1,1 0,0-1,-1 0,1 1,0-1,1 0,-1-1,1 1,-1 0,1-1,0 0,0 0,0 0,0 0,0-1,0 1,0-1,0 0,1-1,-1 1,1-1,-1 0,0 0,1 0,-1 0,0-1,1 0,-1 0,0 0,3-1,3-1,-1-1,0 0,-1 0,1-1,-1 0,1-1,-2 0,1 0,-1 0,1-1,3-6,-8 10,0 0,0-1,-1 1,0-1,1 1,-1-1,-1 0,1 0,0 0,-1 0,0 0,0 0,0 0,0 0,-1-1,0 1,0 0,0 0,0-1,-1 1,1 0,-1 0,0 0,0 0,-1 0,1 0,-1 0,0-1,-1 2,1-1,-1 1,0-1,1 1,-2 0,1 0,0 0,0 1,-1-1,0 1,1-1,-1 1,0 1,0-1,0 0,0 1,-1 0,1 0,0 0,0 0,-1 1,1 0,0 0,-1 0,1 0,-2 1,-3 0,0 1,0 0,1 0,-1 1,1 0,0 0,-1 1,2 0,-1 0,0 1,1 0,-4 4,4-3,1 1,0 0,0 0,0 0,1 0,0 1,1 0,0 0,0 0,1 1,0-1,0 1,0 3,-2 21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7.4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0 241,'16'5,"19"1,17 0,16-1,12-5,8-3,1-4,-6-1,-17 1</inkml:trace>
  <inkml:trace contextRef="#ctx0" brushRef="#br0" timeOffset="207.444">308 81,'0'18,"0"18,-3 13,0 11,-2 5,0 4,1-1,0-7,2-15</inkml:trace>
  <inkml:trace contextRef="#ctx0" brushRef="#br0" timeOffset="434.042">790 1,'-5'13,"-1"17,5 12,9 7,12 5,15 2,12 1,10-2,4-7,-4-6,-6-6,-13-9</inkml:trace>
  <inkml:trace contextRef="#ctx0" brushRef="#br0" timeOffset="682.823">1030 67,'-11'21,"-11"17,-6 19,-5 16,-4 11,-3 4,2 2,7-5,8-18</inkml:trace>
  <inkml:trace contextRef="#ctx0" brushRef="#br0" timeOffset="934.163">1350 442,'-6'16,"-6"12,1 8,1 5,5-1,8-3,10-8,3-7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46.5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0,'5'21,"8"15,11 14,13 9,9 3,6 1,3-1,-1-5,-2-4,-7-8,-8-6,-10-8,-10-9</inkml:trace>
  <inkml:trace contextRef="#ctx0" brushRef="#br0" timeOffset="247.278">349 135,'-18'-7,"-11"2,-4 12,-4 17,-3 19,2 18,-1 14,3 9,3 3,6-2,9-15</inkml:trace>
  <inkml:trace contextRef="#ctx0" brushRef="#br0" timeOffset="499.207">537 375,'88'11,"-85"-10,0 0,0 0,0 0,-1 1,1-1,0 1,-1 0,1-1,-1 1,0 0,0 1,0-1,0 0,0 1,0-1,0 1,-1-1,0 1,1 0,-1 0,0-1,0 1,0 0,-1 0,1 0,-1 0,1 3,-3 10,1-1,-2 0,0 1,-1-1,-1-1,0 1,-1 0,0-1,-1 0,-1-1,0 0,-2 6,-64 128,73-145,0 0,0 0,-1 0,1 0,0 1,1-1,-1 0,0 1,1-1,-1 0,1 1,0-1,0 1,0-1,0 1,0-1,1 0,-1 1,1-1,-1 1,1-1,0 0,0 1,0-1,0 0,0 0,1 0,-1 0,1 0,-1 0,1 0,0-1,-1 1,1 0,0-1,0 0,1 1,35 7,5-6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53.7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 42,'-13'-5,"21"3,27 2,350 20,-338-24,-53-2,-14-1,-1 2,-1 0,1 0,-1 2,-10 0,3 0,-29-4,0 2,-1 3,1 3,-29 4,86-5,-30 7,30-7,1 0,0 0,-1 0,1 0,-1 0,1 0,0 0,-1 0,1 0,-1 0,1 0,0 0,-1 1,1-1,0 0,-1 0,1 0,0 1,-1-1,1 0,0 1,0-1,-1 0,1 0,0 1,0-1,-1 1,1-1,0 0,0 1,0-1,0 0,0 1,-1-1,1 1,0-1,0 0,0 1,0-1,0 1,0-1,0 0,0 1,1-1,-1 1,0-1,0 0,0 1,0-1,0 0,1 1,-1-1,0 0,0 1,1-1,-1 0,0 1,1-1,-1 0,0 0,1 1,-1-1,0 0,1 0,-1 0,1 1,5 2,1 0,1 0,-1 0,0-1,0 0,1-1,-1 0,1 0,0 0,-1-1,2 0,-3 0,58 0,1-3,-1-3,0-3,3-3,15-1,-82 13,0 0,0 0,0 1,0-1,0 0,0 0,0 1,0-1,0 0,0 0,0 1,0-1,0 0,-22 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54.8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13,'0'-1,"-1"1,0 0,1 0,-1 0,0 0,1 0,-1 0,0 0,1 0,-1 0,1 0,-1 0,0 0,1 0,-1 1,0-1,1 0,-1 0,1 1,-1-1,1 0,-1 1,1-1,-1 1,1-1,-1 0,1 1,-1-1,1 1,-1 0,1-1,0 1,0-1,-1 1,1-1,0 1,0 0,-1-1,1 1,0 0,0-1,0 1,0 0,0-1,0 1,0-1,0 1,0 0,1-1,-1 1,0 0,0-1,0 1,1-1,-1 1,0 0,1-1,-1 1,1-1,-1 1,0-1,1 1,-1-1,1 0,0 1,105 12,-87-13,94-1,0-6,15-6,-117 7,-33 1,-247-3,252 9,-84 12,101-13,0 0,1 0,-1 0,0 0,0 0,1 0,-1 1,0-1,0 0,1 0,-1 0,0 0,0 0,1 0,-1 1,0-1,0 0,0 0,1 0,-1 1,0-1,0 0,0 0,0 0,1 1,-1-1,0 0,0 0,0 1,0-1,0 0,0 1,0-1,0 0,0 0,0 1,0-1,0 0,0 0,0 1,0-1,0 0,0 0,0 1,0-1,-1 0,1 0,0 1,0-1,0 0,0 0,0 1,-1-1,1 0,0 0,0 0,0 0,-1 1,1-1,0 0,0 0,-1 0,1 0,0 0,0 0,-1 0,1 1,0-1,0 0,-1 0,24 6,31-1,0-2,0-3,0-2,29-5,-55 4,4 2,-1-3,0 0,0-2,25-8,-56 14,-1 0,1 0,0 0,-1 0,1 0,0-1,0 1,-1 0,1 0,0 0,0 0,-1 0,1-1,0 1,0 0,-1 0,1-1,0 1,0 0,0 0,0-1,-1 1,1 0,0 0,0-1,0 1,0 0,0 0,0-1,0 1,0 0,0-1,0 1,0 0,0-1,0 1,0 0,0 0,0-1,0 1,0 0,0 0,0-1,1 1,-33-2,0 2,1 1,-1 2,-28 6,52-8,-49 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57.1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 0,'-4'9,"0"3,3 0,5-3,3-4,1-7,-2-4,0-3,-5-1,-4 2,-5 1,-2 8,0 5,2 7,6 0,5-1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58.6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214 0,'-16'18,"-10"16,-4 12,-3 13,3 12,3 12,5 13,6 10,6 7,6 6,12-2,10-8,14-10,15-15,13-16,11-17,-8-16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59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47,'-5'-5,"4"-3,8-1,15 1,14 3,18 1,15 2,14 1,9 1,2 0,-1-2,-16-1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01.4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29,'23'-5,"25"-1,28 0,23 1,16 2,8 1,-16 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03.4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0,'9'16,"13"21,8 25,9 25,2 19,-1 18,-8 12,-13 9,-24 4,-32 1,-36-1,-38-6,0-27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02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1,'18'18,"13"16,10 10,10 7,5 7,2 2,0 0,-2-4,-7-3,-9-5,-12-6,-10-8,-9-9</inkml:trace>
  <inkml:trace contextRef="#ctx0" brushRef="#br0" timeOffset="250.848">400 69,'-13'0,"-14"9,-12 12,-7 14,-6 14,-3 13,3 7,7 4,10-3,12-5,16-10,18-14,8-13</inkml:trace>
  <inkml:trace contextRef="#ctx0" brushRef="#br0" timeOffset="546.911">748 496,'-5'14,"0"-4,1 0,1 0,0 0,0 0,1 1,0-1,0 1,2 0,-1-1,1 6,1-14,0 0,-1 0,1 0,0 0,0 0,0 0,0 0,0 0,1-1,-1 1,1 0,-1-1,1 1,-1-1,1 1,0-1,0 0,-1 0,1 0,0 0,0 0,0 0,0-1,0 1,1-1,-1 1,0-1,0 0,0 1,0-1,1 0,0-1,70-15,-66 13,0-1,0 0,0 0,0-1,-1 0,0 0,0-1,0 1,-1-1,0 0,0-1,0 1,-1-1,3-6,-5 9,0 0,-1 0,0 0,1 0,-1 0,-1 0,1 0,0 0,-1 0,0 0,0-1,0 1,-1 0,1 0,-1 0,0 0,0 0,-1 0,1 0,-1 0,0 1,0-1,0 0,0 1,0-1,-1 1,0 0,0 0,-1-1,0 0,-1 0,0 1,0-1,-1 1,1 0,-1 0,1 0,-1 1,0 0,0 0,0 1,0 0,0 0,0 0,0 1,-1-1,1 1,0 1,0-1,0 1,0 1,0-1,0 1,0 0,0 0,0 0,0 2,-10 3,2 1,-1 0,1 2,0-1,1 2,0 0,1 0,0 1,-4 7,-13 18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01.8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0 214,'14'0,"13"0,16 0,14-3,11 0,6 1,1-1,-5 2,-8 0,-14 0</inkml:trace>
  <inkml:trace contextRef="#ctx0" brushRef="#br0" timeOffset="231.435">241 0,'-5'23,"-1"19,0 13,1 9,4 5,5 0,5-3,6-6,6-8,-2-13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00.8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1,'0'16,"3"12,4 11,9 9,10 6,10 4,8 0,6-1,0-3,0-3,-5-5,-8-7,-7-8,-7-7,-8-8</inkml:trace>
  <inkml:trace contextRef="#ctx0" brushRef="#br0" timeOffset="186.292">401 108,'-18'2,"-13"10,-8 15,-4 13,-2 17,3 11,5 9,8 2,8-1,10-7,7-16</inkml:trace>
  <inkml:trace contextRef="#ctx0" brushRef="#br0" timeOffset="383.4">735 456,'-9'13,"-6"12,-1 11,-2 5,4 4,3 0,4-3,3-4,4-8,3-10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00.2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1 187,'20'0,"21"0,14 0,12 0,6 0,2 3,-6 0,-9 0,-13-1,-14-1</inkml:trace>
  <inkml:trace contextRef="#ctx0" brushRef="#br0" timeOffset="264.817">241 1,'-7'20,"-2"18,-2 15,1 9,2 5,5 1,5-3,5-7,3-9,0-13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0:58.8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0,'9'18,"10"18,11 11,12 9,9 5,8 1,6-2,-2-4,-7-6,-11-8,-13-6,-12-10</inkml:trace>
  <inkml:trace contextRef="#ctx0" brushRef="#br0" timeOffset="265.289">348 93,'-18'16,"-13"17,-8 13,-4 14,0 7,4 4,8-1,9-6,13-9,8-14</inkml:trace>
  <inkml:trace contextRef="#ctx0" brushRef="#br0" timeOffset="529.736">696 361,'68'-5,"-65"5,-1 0,0 1,0-1,0 1,0-1,0 1,-1 0,1 0,0 0,0 0,0 0,-1 0,1 1,0-1,-1 0,0 1,1-1,-1 1,0 0,0-1,1 1,-1 0,-1 0,1 0,0 0,0 0,-1 0,1 0,-1 0,1 0,-1 2,-1 8,-1-1,0 1,0 0,-1 0,-1-1,0 1,-1-1,0 0,0-1,-1 1,-1-1,0 0,-3 4,5-7,-73 125,77-131,0 1,0 0,0 0,0 0,0 1,1-1,-1 0,1 0,-1 0,1 0,0 1,0-1,0 0,0 0,0 1,0-1,1 0,-1 0,1 0,0 0,-1 0,1 0,0 0,0 0,0 0,1 0,-1 0,0 0,1-1,-1 1,1 0,0-1,-1 1,1-1,0 0,0 0,0 0,0 0,0 0,1 1,10 1,0-1,0 0,0 0,0-1,0-1,0 0,0-1,0-1,0 0,0 0,3-2,-13 3,191-56,-146 37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6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0,'7'16,"9"19,9 17,6 18,3 15,-2 14,-11 15,-23 12,-36 18,-11-16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8.2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1 294,'46'176,"-42"-159,-3-9,1 1,-1 0,2-1,-1 1,1-1,0 0,1 0,0 0,0 0,1-1,0 0,0 0,1 0,5 6,-9-12,1 0,-1 0,0 0,0 0,0-1,1 1,-1-1,0 1,1-1,-1 0,0 0,1 0,-1 0,0 0,1-1,-1 1,0-1,0 1,1-1,-1 0,0 0,0 0,0 0,0 0,0 0,0-1,0 1,0-1,1-1,42-55,-15-9,-17 104,-12-32,1 0,-1 0,1-1,0 1,0-1,0 1,1-1,-1 0,1 0,0 0,0-1,1 1,-1 0,1-1,-1 0,1 0,0 0,1-1,-1 1,0-1,1 0,-1 0,1 0,-1-1,1 0,0 0,0 0,0 0,-1-1,1 0,0 0,0 0,0 0,0-1,2 0,5-3,-1 1,1-2,-1 1,0-2,0 1,-1-1,0-1,0 0,0-1,-1 1,0-2,3-3,-2 2,-9 10,-1 0,1-1,-1 1,1-1,0 1,-1 0,1 0,-1-1,1 1,0 0,-1 0,1 0,0-1,-1 1,1 0,0 0,-1 0,1 0,0 0,-1 1,1-1,0 0,-1 0,1 0,0 1,-1-1,1 0,-1 0,1 1,0-1,-1 1,1-1,-1 0,1 1,-1-1,1 1,-1-1,0 1,1 0,-1-1,0 1,1-1,-1 1,0 0,1-1,-1 1,0 0,0-1,0 1,0 0,0-1,0 1,0 0,0-1,0 1,0 0,0-1,0 1,0 0,-1-1,1 1,0-1,-1 1,1 0,0-1,-1 1,1-1,0 1,3 18,-2-17,0 0,0 1,0-1,0 0,1 0,-1 0,1 0,0 0,-1 0,1-1,0 1,0 0,0-1,0 0,0 1,1-1,-1 0,0 0,0 0,1 0,-1-1,1 1,-1-1,1 1,-1-1,1 0,-1 0,1 0,-1 0,1 0,-1-1,1 1,-1-1,0 0,1 0,-1 1,0-2,1 1,-1 0,0 0,0-1,0 1,0-1,0 1,0-1,-1 0,1 0,0 0,-1 0,0 0,1 0,-1-1,2-1,-1 0,1 0,-1 0,0 0,-1 0,1 0,-1-1,1 1,-1-1,-1 1,1-1,-1 1,1-1,-1 1,-1-1,1 1,-1-1,1 1,-1-1,-1 1,1 0,0-1,-1 1,0 0,0 0,0 0,-1 0,1 1,-1-1,-1 0,2 3,-1 1,1-1,-1 1,1 0,-1 0,1 0,-1 0,1 0,-1 1,1-1,0 1,-1-1,1 1,-1 0,1 0,0 0,0 0,0 1,-1-1,1 1,0-1,1 1,-1-1,0 1,0 0,1 0,-1 0,1 0,0 0,-1 1,-12 16</inkml:trace>
  <inkml:trace contextRef="#ctx0" brushRef="#br0" timeOffset="340.09">896 428,'0'-427,"-1"525,-1-17,3-1,4 1,11 54,-15-123,1-1,0 1,0-1,1 0,1 1,0-2,0 1,1 0,0-1,1 0,0 0,1-1,0 1,1-1,-1-1,2 0,-1 0,1 0,0-1,1 0,0-1,9 5,4-5</inkml:trace>
  <inkml:trace contextRef="#ctx0" brushRef="#br0" timeOffset="599.391">803 241,'5'4,"17"5,23-1,24 0,21-2,-4-2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3.9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125 0,'-3'10,"0"1,1 0,1-1,0 1,1 0,0 0,0-1,1 1,0 0,1-1,0 1,1-1,0 1,1-1,0 0,1 0,0-1,0 1,1-1,0 0,1-1,-1 0,2 0,-1 0,1-1,0 0,1 0,0-1,0 0,0-1,1 0,0 0,0-1,0 0,0-1,0 0,5 0,-2 0,0 0,1-1,0 0,-1-1,1 0,0-1,-1-1,1-1,-1 1,1-2,7-2,-15 3,0 0,1 0,-1-1,-1 0,1 0,0 0,-1-1,0 0,0 0,0 0,0-1,0 1,-1-1,0 0,0-1,0 1,-1-1,0 1,0-1,0 0,-1 0,0 0,0 0,1-7,-1 5,-1 0,1 0,-1 0,-1 0,0 0,0 0,0 0,-1 0,0 1,-1-1,0 0,0 0,0 1,-1-1,0 1,-3-5,5 11,1 1,0-1,-1 0,1 1,0-1,-1 1,1-1,-1 1,1-1,0 1,-1-1,0 1,1 0,-1-1,1 1,-1 0,1-1,-1 1,0 0,1 0,-1-1,0 1,1 0,-1 0,0 0,1 0,-1 0,0 0,1 0,-1 0,0 0,1 0,-1 0,0 1,1-1,-1 0,1 0,-1 1,0-1,1 0,-1 1,1-1,-1 1,1-1,-1 1,1-1,-1 1,1-1,0 1,-1-1,1 1,0-1,-1 1,1 0,0 0,-14 39,7 29,2 0,3 0,3 1,4-1,2 2,13 136,-2-58,-8 1,-6-1,-9 66,3-186,-1 1,-1 0,-1-1,-2 0,-1 0,-1-1,-2 0,0 0,-2-1,-1-1,-13 18,24-39,0-1,0 1,0-1,-1 0,0 0,0 0,0-1,0 1,0-1,-1 0,0 0,1 0,-1-1,0 0,0 0,-1 0,1 0,0-1,0 0,-1 0,1 0,-1-1,1 0,-1 0,1 0,-1-1,1 0,0 0,-5-1,-4-6,1 0,-1-1,2 0,-1-1,2-1,-1 0,1 0,1-1,0-1,1 0,0 0,1 0,-4-10,-18-28,2-1,3-1,2-2,2 0,-5-25,24 74,0 0,0-1,0 1,1 0,-1-1,1 1,1-1,0 1,0-1,0 1,0-1,1 1,0-1,1 1,-1-1,1 1,1 0,-1 0,1 0,0 0,0 0,1 1,-1-1,5-3,2 1,1 1,0 0,0 1,1 0,-1 1,1 0,0 1,1 0,7-1,176-39,-98 25</inkml:trace>
  <inkml:trace contextRef="#ctx0" brushRef="#br0" timeOffset="1791.982">1060 1137,'-16'9,"-12"12,-8 16,-5 18,-2 18,4 16,6 12,9 7,11 0,12-6,13-11,11-13,9-14,-1-19</inkml:trace>
  <inkml:trace contextRef="#ctx0" brushRef="#br0" timeOffset="2145.123">1153 1618,'-2'9,"1"-1,-1 1,2 0,-1 0,1 0,0 0,1-1,0 1,1 0,-1 0,2-1,-1 1,1-1,1 0,-1 1,1-2,1 1,-1 0,1-1,1 0,0 0,-1 0,2-1,-1 0,1 0,0-1,0 0,5 3,-9-6,1-1,0 1,-1-1,1 1,0-1,-1 0,1-1,0 1,0-1,0 0,0 1,0-2,-1 1,1 0,0-1,0 0,0 0,-1 0,1 0,0 0,-1-1,1 0,-1 0,0 0,1 0,-1 0,0-1,0 1,0-1,-1 0,1 0,-1 0,1 0,-1 0,0 0,0-1,0 0,2-6,0 0,-1 0,0 0,0-1,-1 1,0-1,-1 1,0-1,-1 0,0 1,-2-9,2 14,-1 0,1 0,-1 1,0-1,-1 0,1 1,-1-1,0 1,0 0,0 0,-1-1,1 2,-1-1,0 0,0 0,0 1,-1 0,1-1,-1 1,0 1,0-1,0 0,0 1,0 0,-1 0,1 0,-2 0,3 2,0-1,0 1,0-1,0 1,0 0,0 0,0 0,0 1,0-1,0 1,0 0,0 0,0 0,0 0,0 0,0 0,1 1,-1-1,1 1,-1 0,1 0,-1 0,1 0,0 0,0 1,0-1,0 1,-36 75,28-39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1.7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255 1,'4'89,"3"0,9 23,-4-24,21 207,-12 1,-13 0,-22 160,-113 869,98-960,-51 483,78-830,-3 31,-3 0,-1-1,-3 0,-10 25,22-72,0 0,0 0,-1 0,1 0,0 0,0-1,0 1,0 0,-1 0,1 0,0 0,-1-1,1 1,-1 0,1 0,-1-1,1 1,-1 0,0-1,1 1,-1-1,0 1,1-1,-1 1,0-1,1 1,-1-1,0 0,0 1,0-1,0 0,1 0,-1 1,0-1,0 0,0 0,0 0,0 0,0 0,1 0,-1 0,0-1,0 1,0 0,0 0,1-1,-1 1,0-1,0 1,1 0,-1-1,0 1,0-1,1 0,-1 1,1-1,-1 1,0-1,1 0,-1 0,1 1,0-1,-1 0,1 0,0 0,-1 1,1-1,-4-12,1 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6.3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0,'7'172,"18"89,-16-183,17 162,86 942,-97-859,-14 1,-24 135,-12-105,-17 251,49-565,2-1,1 1,2-1,2 1,1-1,3 0,0-1,8 16,-14-49,-1-5,-1 1,1-1,-1 0,1 1,-1-1,1 0,-1 1,0-1,1 0,-1 1,1-1,-1 1,0-1,1 1,-1-1,0 1,1-1,-1 1,0-1,0 1,0-1,1 1,-1 0,0-1,0 1,0-1,0 1,0 0,0-1,0 1,0-1,0 1,0-1,-1 1,1 0,0-1,0 1,-1-1,1 1,0-1,0 1,-1-1,1 1,-1-1,1 1,0-1,-1 0,1 1,-1-1,1 0,-1 1,1-1,-1 0,1 0,-1 1,1-1,-1 0,0 0,1 0,-1 0,1 0,-1 1,-16-17,11 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4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28,'9'15,"10"13,8 11,9 5,8 4,2 3,3 0,-2-2,-3-3,-8-4,-10-9</inkml:trace>
  <inkml:trace contextRef="#ctx0" brushRef="#br0" timeOffset="263.162">414 0,'-18'7,"-15"9,-9 13,-7 14,-3 9,0 9,2 4,7 1,9-4,10-8,9-14</inkml:trace>
  <inkml:trace contextRef="#ctx0" brushRef="#br0" timeOffset="474.599">535 455,'3'6,"1"0,0 0,1-1,-1 1,1-1,0 0,0 0,1-1,-1 0,1 0,0 0,0-1,1 1,-1-2,1 1,-1-1,1 1,0-2,0 1,0-1,0 0,0-1,0 0,0 0,0 0,0-1,0 0,0 0,0-1,-1 0,1 0,3-2,-2 2,0-1,0 0,0 0,-1-1,0 0,1-1,-2 1,1-1,0-1,-1 1,0-1,0 0,-1-1,0 1,0-1,0 0,-1 0,0-1,-1 1,1-1,-1 0,-1 0,1 0,-1-4,-2 8,0 1,-1-1,1 1,-1-1,0 1,0 0,-1-1,1 1,0 0,-1 0,0 0,0 0,0 0,0 0,0 1,-1-1,1 1,-1 0,0-1,1 1,-1 0,0 1,0-1,-1 0,1 1,-1-1,-4-1,-1 0,1 0,-1 1,0 0,0 0,0 1,0 0,0 1,-6 0,4 1,0 1,0 0,0 1,1 0,-1 0,1 1,-1 1,1 0,1 0,-5 3,-12 10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3.8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14,'14'18,"13"15,12 12,5 8,3 5,-1 2,0-1,-4-5,-7-8,-7-9,-9-8,-6-15,-7-8</inkml:trace>
  <inkml:trace contextRef="#ctx0" brushRef="#br0" timeOffset="251.568">281 1,'-14'20,"-8"21,-8 14,-4 12,1 6,0 2,1-4,5-5,6-16</inkml:trace>
  <inkml:trace contextRef="#ctx0" brushRef="#br0" timeOffset="530.181">682 201,'-7'16,"-4"16,-5 15,0 12,1 13,0 10,3 6,3-11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2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1,'7'15,"6"15,9 10,9 8,8 5,9 4,6 0,0 0,-2-3,-6-4,-7-6,-12-5,-12-10,-8-10</inkml:trace>
  <inkml:trace contextRef="#ctx0" brushRef="#br0" timeOffset="260.863">337 67,'-7'0,"-4"7,-5 13,-7 18,-11 17,-10 14,-7 10,-5 4,4-3,9-16</inkml:trace>
  <inkml:trace contextRef="#ctx0" brushRef="#br0" timeOffset="555.529">644 374,'12'-4,"0"1,1-1,-1 2,1 0,-1 0,1 1,0 1,0 0,1 1,-12-1,1 0,-1 1,1-1,-1 1,0 0,1 0,-1 0,0 0,1 0,-1 0,0 0,0 1,0-1,0 1,0 0,-1-1,1 1,0 0,-1 0,1 0,-1 0,0 1,0-1,0 0,0 0,0 1,0-1,-1 1,1-1,-1 0,1 1,-1-1,0 1,0-1,0 1,0-1,-1 1,1-1,-1 1,1-1,-1 1,-41 97,-16-16,41-61,0 0,2 2,0-1,2 2,-9 23,21-47,0 0,0 1,1-1,-1 1,0-1,1 1,0 0,-1-1,1 1,0-1,0 1,1 0,-1-1,0 1,1-1,0 1,-1-1,1 1,0-1,0 1,0-1,1 0,-1 0,1 1,-1-1,1 0,0 0,-1-1,1 1,0 0,0-1,1 1,-1-1,0 1,0-1,1 0,-1 0,1 0,-1 0,1-1,1 1,16 3,1-1,-1-1,1-1,0 0,0-2,0-1,-1 0,1-2,2-1,-10 3,173-31,-107 19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7.3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0,'9'16,"17"6,22-2,23-6,20-8,13-7,7-6,-16-1</inkml:trace>
  <inkml:trace contextRef="#ctx0" brushRef="#br0" timeOffset="3387.376">388 107,'16'0,"10"0,7 0,7 0,3 0,5 0,-1 0,2 0,-1 3,-1 0,-10-1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7.1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0,'15'5,"20"1,17 0,16-1,9-2,6-1,0-1,-5 0,-9 1,-16 1</inkml:trace>
  <inkml:trace contextRef="#ctx0" brushRef="#br0" timeOffset="3098.374">615 41,'2'0,"6"2,6 1,4 0,7-1,6 0,4-1,3-1,0 1,-5-4,-5 0,-10 0,-12 3,-8 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8.5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1,'10'16,"9"17,8 11,9 12,7 9,6 3,1 0,-1-2,-4-6,-6-9,-8-10,-11-13</inkml:trace>
  <inkml:trace contextRef="#ctx0" brushRef="#br0" timeOffset="261.125">313 28,'-14'12,"-8"14,-8 17,-4 13,0 12,-1 8,-1 4,0-2,5-7,7-8,8-16</inkml:trace>
  <inkml:trace contextRef="#ctx0" brushRef="#br0" timeOffset="441.3">594 456,'2'-18,"3"-13,1-6,0-1,-2 4,-2 5,-2 8,-5 11,-1 18,1 17,1 20,1 14,1 12,3 7,4 4,1-12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7.3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1,'16'20,"14"16,12 12,7 7,5 8,-1 0,-2 0,-5-2,-6-7,-7-8,-10-12</inkml:trace>
  <inkml:trace contextRef="#ctx0" brushRef="#br0" timeOffset="184.506">335 1,'-20'9,"-12"14,-7 17,-3 16,0 11,3 9,9 4,8-2,9-14</inkml:trace>
  <inkml:trace contextRef="#ctx0" brushRef="#br0" timeOffset="477.314">589 361,'3'-2,"0"-2,1 1,-1 0,0-1,1 2,-1-1,1 0,0 1,0 0,0-1,0 2,1-1,-1 0,0 1,1 0,-1 0,1 0,0 1,-1-1,1 1,-1 0,4 1,-6 1,0 0,0 0,0 1,0-1,-1 0,1 1,-1 0,0-1,0 1,0 0,0-1,0 1,-1 0,1 0,-1 0,1 0,-1 0,0 0,-1 0,1 0,0-1,-1 1,1 0,-1 0,0 0,-1 1,-6 25,-1 0,-1 0,-2-2,-8 14,7-14,1-1,1 2,2-1,-6 28,14-52,0 0,0 0,0 0,1 0,0 0,0 0,-1 1,2-1,-1 0,0 0,1 0,-1 0,1 0,0 0,0 0,0 0,1 0,-1-1,0 1,1 0,0-1,0 1,0-1,0 1,0-1,0 0,1 0,-1 0,1 0,-1-1,1 1,0 0,-1-1,1 0,0 0,2 1,14 2,1-1,-1-1,1-1,0 0,-1-1,1-2,0 0,-1-1,17-4,-26 5,85-16,-6-2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0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10,'25'2,"24"1,24 0,21-1,16-2,10-4,3-4,-19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0.0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0,'16'16,"14"15,11 12,9 14,5 7,4 8,-2 0,-3-3,-7-4,-7-9,-8-9,-9-13</inkml:trace>
  <inkml:trace contextRef="#ctx0" brushRef="#br0" timeOffset="164.558">415 67,'-16'2,"-9"11,-8 13,-5 17,-1 16,3 13,4 6,5 3,8-2,7-10,5-16</inkml:trace>
  <inkml:trace contextRef="#ctx0" brushRef="#br0" timeOffset="471.432">616 549,'0'12,"1"0,0 1,0-1,1 0,1 0,0 0,1-1,0 1,5 8,-8-17,1 1,0-1,1 1,-1-1,0 0,1 0,0 0,0 0,0 0,0-1,0 1,0-1,1 0,-1 0,1 0,0 0,-1-1,1 1,0-1,0 0,0 0,0-1,0 1,0-1,0 0,0 0,0 0,0 0,0-1,3 0,1-1,1-1,-1 0,0 0,0-1,0 1,-1-2,1 1,-1-1,0-1,0 1,0-1,-1 0,0 0,0-1,-1 0,0 0,0 0,0-1,-1 0,-1 1,2-3,-3 4,0 0,1 0,-2 0,1 0,-1 0,0-1,0 1,-1 0,1-1,-1 1,-1-1,0 1,1 0,-2-1,1 1,-1 0,0 0,0 0,-1 0,0 0,0 1,0-1,0 1,-1 0,0 0,0 0,-1 0,1 1,-2-1,-2-1,0 1,0 0,-1 1,0-1,1 2,-1-1,-1 1,1 1,0 0,-1 0,1 1,-1 0,0 0,1 1,-1 1,0-1,1 2,-1-1,1 1,-1 1,1-1,-3 3,-28 10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1.8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0,'50'258,"12"230,-34 696,-27-586,81 1154,-40-1156,-39-573,4-39,-5-16,1-5</inkml:trace>
  <inkml:trace contextRef="#ctx0" brushRef="#br0" timeOffset="738.606">575 829,'12'16,"10"14,10 14,12 10,7 8,4 2,2 0,-5-5,-5-6,-10-6,-8-12,-10-12</inkml:trace>
  <inkml:trace contextRef="#ctx0" brushRef="#br0" timeOffset="1006.751">830 803,'-14'13,"-8"17,-9 16,-2 14,-1 10,4 8,4-1,4-5,7-7,5-15</inkml:trace>
  <inkml:trace contextRef="#ctx0" brushRef="#br0" timeOffset="1271.043">1217 1003,'27'-7,"0"2,0 0,0 2,1 1,16 1,-41 1,0-1,0 1,0-1,0 1,0 0,0 0,0 1,0-1,1 1,-1-1,0 1,0 0,-1 0,1 0,0 0,0 1,0-1,-1 1,1 0,-1 0,1 0,-1 0,0 0,0 0,0 1,0-1,0 1,0-1,-1 1,1 0,-1-1,0 1,0 0,0 0,0 0,0 0,-1 0,1 0,-1 1,0-1,0 0,0 1,-4 9,-1 0,0 0,-1-1,-1 0,1 0,-2 0,0-1,0 0,-1-1,0 0,-8 6,-163 166,177-180,2-1,-1 0,1 0,-1 0,1 0,-1 0,1 0,0 0,0 1,-1-1,1 0,0 1,0-1,0 1,1-1,-1 1,0 0,0-1,1 1,-1 0,1-1,0 1,-1 0,1 0,0 0,0-1,0 1,0 0,0 0,1-1,-1 1,1 0,-1 0,1-1,-1 1,1 0,0-1,0 1,0-1,0 1,0-1,0 1,8 1,0-1,0 0,0 0,0-1,0 0,1 0,-1-1,0-1,0 1,1-1,-1-1,6-1,2 0,123-21,-79 11</inkml:trace>
  <inkml:trace contextRef="#ctx0" brushRef="#br0" timeOffset="2240.265">522 428,'18'2,"20"1,19 0,19-5,15-5,10-3,-2 0,-17 2</inkml:trace>
  <inkml:trace contextRef="#ctx0" brushRef="#br0" timeOffset="2941.09">416 2340,'6'16,"10"10,11 7,10 4,7 6,7 2,0 1,-2 0,-4 1,-7-4,-11-5,-9-9</inkml:trace>
  <inkml:trace contextRef="#ctx0" brushRef="#br0" timeOffset="3221.446">763 2380,'-13'-9,"-10"-1,-7 9,-4 12,-2 15,3 13,1 13,5 5,5 5,6 1,5-4,5-11</inkml:trace>
  <inkml:trace contextRef="#ctx0" brushRef="#br0" timeOffset="3893.911">1043 2580,'-2'9,"-1"13,0 13,1 12,0 12,1 7,3 7,1 1,0-11</inkml:trace>
  <inkml:trace contextRef="#ctx0" brushRef="#br0" timeOffset="4450.893">482 3810,'0'16,"7"15,7 12,9 12,14 6,8 6,9 1,3-1,0 0,-4-5,-8-7,-9-9,-12-14</inkml:trace>
  <inkml:trace contextRef="#ctx0" brushRef="#br0" timeOffset="4707.724">856 3930,'-18'-2,"-11"6,-6 14,-8 17,-2 19,-1 16,3 9,4 6,7-1,8-5,12-14,13-18,7-17</inkml:trace>
  <inkml:trace contextRef="#ctx0" brushRef="#br0" timeOffset="4970.054">1004 4426,'-4'10,"1"1,0 0,0 1,1-1,1 0,0 1,0-1,1 1,1-1,0 1,1 3,-1-13,0 1,0 0,0-1,0 0,1 1,-1-1,1 0,0 0,-1 0,1 0,0 0,0 0,0 0,0 0,1-1,-1 1,0-1,1 0,-1 0,1 0,-1 0,1 0,0 0,-1-1,1 1,0-1,-1 0,1 0,1 0,78-17,-71 11,1 0,-1 0,-1-1,1-1,-1 0,0 0,-1-1,0 0,-1-1,8-10,-12 15,-1 1,0-1,0 0,-1 0,1-1,-1 1,0 0,-1-1,1 1,-1-1,0 0,0 1,-1-1,0 0,0 0,0 1,-1-1,1 0,-2 1,1-1,0 0,-1 1,0 0,0-1,-2-1,1 2,0 0,-1 0,1 1,-1 0,0 0,0 0,0 0,0 1,-1-1,0 1,0 0,1 0,-2 1,1 0,0 0,0 0,-1 0,1 1,-1 0,1 0,-1 0,0 1,1 0,-1 0,0 0,1 1,-1 0,1 0,-1 0,1 1,-1-1,1 1,0 1,0-1,0 1,0 0,0 0,1 0,-4 4,-37 49,31-29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7.8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14,'40'164,"-8"1,10 156,-17 745,-17-287,52 53,0 11,-41-429,-18-390,2-1,0 0,2 1,1-2,6 17,-11-36,0 0,0 0,0 0,0 0,1-1,0 1,-1 0,1-1,0 0,0 1,0-1,1 0,-1 0,0 0,1 0,-1 0,1-1,0 1,0-1,-1 0,1 0,0 0,0 0,0 0,3 0,28-4</inkml:trace>
  <inkml:trace contextRef="#ctx0" brushRef="#br0" timeOffset="1576.597">549 455,'16'0,"14"5,11 10,11 12,4 12,3 12,-3 8,-3 5,-6 2,-7-3,-8-6,-7-9,-8-13</inkml:trace>
  <inkml:trace contextRef="#ctx0" brushRef="#br0" timeOffset="1856.918">977 496,'-14'4,"-13"11,-14 14,-8 14,-6 10,0 8,5 5,11 1,12-5,12-9,10-12</inkml:trace>
  <inkml:trace contextRef="#ctx0" brushRef="#br0" timeOffset="2139.145">1231 829,'17'-6,"0"0,1 1,-1 1,1 0,0 2,0 0,0 1,16 1,-32 0,1 0,-1 0,0 0,1 1,-1-1,0 1,0-1,1 1,-1 0,0 0,0 0,0 0,0 0,0 0,0 1,0-1,0 1,-1-1,1 1,0 0,-1 0,1 0,-1-1,0 1,0 1,0-1,0 0,0 0,0 0,0 0,-1 1,1-1,-1 0,0 1,0-1,1 0,-2 3,-2 11,0 0,-2-1,0 1,0-1,-2 0,0-1,0 1,-2-1,0 0,-12 23,12-21,-30 76,38-89,0 0,1 0,-1 0,1 0,0 0,0 0,0 0,0 0,1-1,-1 1,1 0,0 0,-1 0,1 0,1 0,-1-1,0 1,1-1,-1 1,1-1,0 1,0-1,0 0,0 0,0 0,0 0,0 0,1 0,-1-1,1 1,0 0,12 3,-1 0,1-1,0 0,0-1,1-1,-1 0,1-1,-1-1,0 0,1-2,8-1,59-7,-5-4</inkml:trace>
  <inkml:trace contextRef="#ctx0" brushRef="#br0" timeOffset="2716.734">603 0,'16'7,"18"5,20-1,19-1,15 0,9-3,1-1,-16-3</inkml:trace>
  <inkml:trace contextRef="#ctx0" brushRef="#br0" timeOffset="3712.117">522 2286,'-5'-9,"0"-1,3 7,11 7,11 10,15 12,10 9,9 6,6 5,2 2,-2 2,-7 0,-8-1,-12-4,-11-5,-9-11</inkml:trace>
  <inkml:trace contextRef="#ctx0" brushRef="#br0" timeOffset="3976.962">830 2314,'-14'6,"-6"12,-3 14,-1 13,0 13,3 9,0 6,1 1,2-3,4-13</inkml:trace>
  <inkml:trace contextRef="#ctx0" brushRef="#br0" timeOffset="4170.382">1150 2460,'-2'14,"-3"15,-3 17,0 15,1 12,2 7,2 7,4 1,1-13</inkml:trace>
  <inkml:trace contextRef="#ctx0" brushRef="#br0" timeOffset="5402.269">749 3477,'16'0,"22"0,23 0,24 0,18-3,16-2,-13-1</inkml:trace>
  <inkml:trace contextRef="#ctx0" brushRef="#br0" timeOffset="4585.851">710 4011,'13'16,"12"14,11 11,8 8,8 7,4 3,-1 0,0-2,-5-7,-7-10,-8-11,-8-10,-8-10</inkml:trace>
  <inkml:trace contextRef="#ctx0" brushRef="#br0" timeOffset="4863.225">1071 3984,'-16'7,"-12"11,-11 12,-7 12,-5 10,-1 6,4 4,6 0,9-5,11-8,14-12,8-13</inkml:trace>
  <inkml:trace contextRef="#ctx0" brushRef="#br0" timeOffset="5158.297">1271 4359,'-1'20,"0"-15,0 1,0-1,1 1,0-1,0 1,0-1,0 1,1-1,0 1,0-1,0 0,1 1,0-1,0 0,0 0,1 0,0 0,-1-1,2 1,-1-1,0 1,1-1,0 0,0-1,0 1,5 3,3-5,-1 0,1-1,0 0,0-1,0 0,0-1,0 0,-1-1,1 0,0-1,-1 0,0-1,0 0,0-1,0 0,-1-1,1 0,-1-1,0 2,-1-1,-1 1,1-2,-1 1,0-1,0-1,-1 1,0-1,-1 0,3-4,-8 9,1 0,0 0,-1 0,1 0,-1 0,0 0,0 0,0-1,0 1,-1-1,1 1,-1 0,0-1,0 1,0-1,0 1,-1 0,0-1,1 1,-1 0,0-1,-1 1,1 0,0 0,-1 0,0 0,0 0,0 0,0 1,0-1,0 0,-1 1,1 0,-10-6,-1 1,0 0,1 1,-2 1,1 0,-1 1,1 0,-1 1,0 1,-1 0,1 1,0 0,0 1,-1 1,1 0,0 1,-1 1,-38 3,8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44.0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1,'13'40,"-3"1,-1 0,-2 0,0 19,-1-11,25 292,-16 1,-16 84,0-256,1-168,19 1363,-7-1032,3 48,30 116,-26-360,-5 1,-7 1,-5 0,-10 48,8-180,2-19,-1 11,3-23</inkml:trace>
  <inkml:trace contextRef="#ctx0" brushRef="#br0" timeOffset="666.618">481 615,'18'21,"16"15,10 13,7 10,2 6,-1 2,-3-3,-8-2,-8-3,-7-7,-9-12</inkml:trace>
  <inkml:trace contextRef="#ctx0" brushRef="#br0" timeOffset="932.045">882 642,'-16'5,"-9"10,-8 19,-5 17,-3 18,1 13,1 7,2 1,8-14</inkml:trace>
  <inkml:trace contextRef="#ctx0" brushRef="#br0" timeOffset="2074.713">1243 1003,'12'-2,"1"0,0 0,0 0,-1 1,1 1,0 0,0 1,0 0,0 1,7 2,-17-3,-1 0,1 1,0-1,-1 0,1 1,-1 0,1-1,-1 1,0 0,0 0,0 0,0 1,0-1,0 0,0 1,-1-1,1 1,-1-1,0 1,0 0,0 0,0 0,0-1,-1 1,1 0,-1 0,0 0,0 0,0 0,0 0,-1 1,-28 88,-100 97,127-186,0-2,0 1,0 0,0 1,0-1,1 0,-1 0,1 1,0-1,-1 1,1-1,0 1,0 0,1-1,-1 1,1 0,-1 0,1-1,0 1,0 0,0 0,0 0,0-1,1 1,-1 0,1-1,0 1,0 0,0-1,0 1,0-1,1 2,3-1,1 0,-1 0,1-1,0 1,0-1,-1 0,1-1,0 1,1-1,-1-1,0 1,0-1,3 0,39 0,0-2,0-2,0-2,13-5,26-6</inkml:trace>
  <inkml:trace contextRef="#ctx0" brushRef="#br0" timeOffset="2458.729">481 282,'21'2,"19"1,23 0,20-1,17 0,9-1,2-1,-18 0</inkml:trace>
  <inkml:trace contextRef="#ctx0" brushRef="#br0" timeOffset="3328.647">455 2246,'-5'16,"6"14,9 10,12 5,14 9,12 2,9 2,6 2,2 0,-3-1,-6-4,-8-5,-9-7,-10-13,-9-10</inkml:trace>
  <inkml:trace contextRef="#ctx0" brushRef="#br0" timeOffset="3577.107">923 2433,'-16'-11,"-10"3,-2 11,-2 18,-2 18,0 19,-2 12,1 11,1 3,1-1,7-7,7-15</inkml:trace>
  <inkml:trace contextRef="#ctx0" brushRef="#br0" timeOffset="3844.661">1150 2688,'0'16,"0"16,0 15,0 8,2 4,6 0,5-2,4-6,-2-8,-4-11</inkml:trace>
  <inkml:trace contextRef="#ctx0" brushRef="#br0" timeOffset="4344.06">374 1965,'18'14,"22"6,23 1,23-4,19-5,11-4,1-4,-19-2</inkml:trace>
  <inkml:trace contextRef="#ctx0" brushRef="#br0" timeOffset="5021.036">575 3997,'11'23,"11"19,11 16,9 11,5 6,5 1,3-3,0-4,-2-6,-5-6,-6-11,-11-13</inkml:trace>
  <inkml:trace contextRef="#ctx0" brushRef="#br0" timeOffset="5272.364">1069 4091,'-20'-2,"-14"8,-10 15,-7 17,-5 16,-1 12,2 6,9 1,12-6,15-10,14-12,8-14</inkml:trace>
  <inkml:trace contextRef="#ctx0" brushRef="#br0" timeOffset="5564.149">1257 4532,'0'10,"9"88,-8-95,0 0,0 0,0 1,1-1,-1 0,1-1,-1 1,1 0,0 0,0-1,1 1,-1-1,0 1,1-1,-1 0,1 0,0 0,0-1,0 1,0-1,0 1,0-1,0 0,0 0,0 0,1-1,1 1,6-1,1-1,-1 0,1-1,-1 0,1-1,-1-1,0 1,0-2,-1 1,1-2,-1 1,0-1,-1-1,1 0,-1 0,-1-1,1 0,-1 0,-1-1,1-1,-4 7,-1-1,0 0,0 0,0 0,0 0,-1 0,0-1,1 1,-2-1,1 1,0-1,-1 0,0 0,0 0,-1 0,1 0,-1 0,0 0,0 0,-1 1,1-1,-1 0,0 0,0 0,-1 0,0 1,0-1,0 1,0-1,0 1,-1 0,0 0,-3-4,-3 2,0 1,-1 1,1-1,-1 1,0 1,0 0,0 1,-1-1,1 2,-1 0,1 0,-1 1,1 0,-1 0,1 2,0-1,-1 1,1 1,0-1,0 2,0 0,0 0,1 0,0 1,0 1,-1 0,-41 29,10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50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 0,'-8'72,"2"-1,4 1,3 0,3 0,3-1,5 12,4 62,25 622,-37 249,-5-988,-24 1473,41-830,-13-638,-2-1,-1 1,-2 0,-1-1,-2 0,-1 0,-1 0,-2-1,-1 0,-2 0,-4 6,38-86,-16 27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0:59.79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910 145,'-1'-7,"1"0,-1 1,-1-1,1 1,-1-1,0 1,-1 0,0 0,0 0,0 0,0 0,-1 1,0-1,0 1,-1 0,1 0,-1 1,0-1,-1 1,1 0,0 1,-1-1,-5-1,-11 0,0 2,-1 0,1 2,-1 0,0 1,1 2,-1 0,1 1,-1 2,1 0,1 1,-1 1,1 1,0 1,1 1,0 1,-18 13,15-6,1 2,1 0,0 1,2 1,1 1,0 0,2 2,1 0,1 1,1 0,1 1,-7 24,-6 10,3 1,2 0,3 2,3 0,3 1,2 0,3 2,-34 627,28-508,8 0,19 172,9-131,29 402,-25-1,-14-340,-13 0,-20 115,5-236,7 1,11 86,14 133,-23 190,-16 334,10-740,-17 506,25-571,4 1,6-1,3 0,6-1,4-1,21 58,-34-141,1 0,1-1,0 0,2-1,0 0,2-1,0 0,12 12,-19-24,0 1,1-1,0-1,0 1,0-1,1 0,0-1,0 0,0 0,1-1,-1 0,1 0,-1-1,1 0,0 0,0-1,0-1,0 1,0-1,0-1,0 0,6-1,7-5,-1-2,0 0,0-1,-1-1,0 0,-1-2,0-1,-1 0,-1-1,0-1,-1 0,-1-1,1-3,48-55,-4-2,-3-3,-4-2,-4-3,26-61,-35 54,-4-2,-4-1,-4-2,-4-1,8-88,-3-73,-6-172,-19-914,-77 188,15 339,48 639,-12-240,-45-199,42 460,-74-527,95 650,-121-864,116 860,3 0,1 0,2-1,1 1,3-1,1 1,1-1,6-16,22-73,-31 127,1 0,-1 0,0 0,1 0,-1 0,0-1,0 1,0 0,-1 0,1 0,0-1,-1 1,1 0,-1 0,0 0,0 0,0 0,0 0,0 0,0 0,-1 1,1-1,0 0,-1 1,1-1,-1 1,0-1,0 1,1 0,-1 0,0 0,0 0,0 0,0 0,0 0,0 1,-1-1,1 1,0-1,0 1,0 0,0 0,-1 0,1 0,0 0,0 1,-2-1,-88-3,91 4,0-1,0 0,0 1,1-1,-1 1,0-1,0 1,0-1,0 1,0 0,1-1,-1 1,0 0,1 0,-1 0,0-1,1 1,-1 0,1 0,0 0,-1 0,1 0,-1 0,1 0,0 0,0 0,0 0,0 0,0 0,0 0,0 0,0 0,0 0,0 0,0 0,1 0,-1 0,0 0,1 0,-1 0,1 0,-1 0,1 0,0 5,2 17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1.0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1,'0'1,"-1"-1,0 1,1 0,0 0,-1-1,1 1,-1 0,1 0,0 0,-1 0,1-1,0 1,0 0,0 0,0 0,0 0,0 0,0 0,0 0,0 0,0-1,0 1,1 0,-1 0,0 0,1 0,-1 0,1-1,-1 1,1 0,-1 0,1 0,0 1,34 87,4-1,8 6,-21-42,101 188,137 193,41 64,-287-464,-8-13,1-1,0 0,1-1,1 0,1-1,1 0,4 3,-16-17,1 0,0 0,-1-1,1 1,0-1,0 0,0 0,0 0,1-1,-1 1,0-1,1 0,-1 0,1-1,-1 1,1-1,-1 0,1 0,-1-1,1 1,-1-1,1 0,-1 0,0 0,4-2,3-5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1.3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0,'23'11,"19"7,17 2,16 0,8 1,6-1,2-1,-4 0,-7 0,-11-2,-12-3,-16-4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1.6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131 210,'-11'-20,"-9"-16,-5-7,1 2,3 6,5 11,5 14,9 20,9 24,9 25,7 20,5 16,5 8,3 6,5-2,-5-19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2.2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29,'27'-7,"1"1,0 2,1 1,-1 1,14 1,-12 0,-15 0,0-1,0 1,0 0,0 1,-1 1,1 0,0 1,0 1,-1 0,1 1,-1 0,0 1,0 1,12 6,-23-9,0-1,0 1,0 0,0 0,-1 0,1 0,-1 1,0-1,0 0,0 1,0 0,-1-1,1 1,-1 0,0 0,0 0,0 0,-1 0,0 0,1 0,-1 0,-1 0,1 0,0 0,-1 0,0 0,0 0,0 0,-1-1,1 1,-1 0,-1 1,-3 8,-2 0,0 0,0 0,-1-1,-1 0,0-1,0 0,-3 0,-84 61,90-60,27-12,131-3,-144 4,0 0,0 1,0-1,0 2,0-1,0 1,-1 0,1 0,-1 0,0 1,0 0,0 1,-1-1,1 1,-1 0,0 0,0 1,-1-1,4 7,-4-5,-1-1,1 1,-1 0,-1 0,0 1,0-1,0 0,-1 1,0-1,0 1,-1-1,0 1,0-1,-1 1,0-1,0 1,-1-1,0 0,0 1,-1-1,1 0,-2-1,1 1,-1 0,0-1,0 0,-5 5,0 0,0-1,-1 0,0 0,-1-1,0 0,0-1,-1-1,0 1,0-2,-1 0,1 0,-1-1,-1-1,-10 2,-88 2,112-9,6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2.6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0,'225'436,"-183"-381,-42-55,1 1,0-1,0 0,0 0,0 0,0 1,0-1,0 0,0 0,0 0,0 0,0-1,0 1,0 0,0 0,0-1,0 1,0 0,0-1,0 1,0-1,0 1,-1-1,1 0,0 1,0-1,-1 0,1 1,0-1,-1 0,1 0,-1 0,1 1,-1-1,1 0,-1 0,0 0,1 0,-1 0,0 0,0 0,0 0,1 0,-1 0,0 0,-1 0,1 0,0 0,0 0,0 0,0 0,-1 0,1 0,-1 0,1 0,8-337,-8 332,1 1,-1 0,1 0,0 0,0 0,1 0,-1 0,1 0,0 0,1 0,-1 1,1-1,0 1,0 0,0 0,1 0,-1 0,1 0,0 1,0 0,1-1,20-6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3.5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391 840,'-5'-7,"0"1,0 0,-1 0,0 0,0 0,0 1,0 0,-1 1,0-1,0 1,0 1,0-1,-1 1,1 0,-1 1,0 0,0 0,0 1,0 0,0 0,0 1,0 0,0 0,0 1,-4 1,-1 3,1 1,-1 1,1 0,1 0,-1 1,1 1,1 0,-1 0,2 1,-1 1,1-1,1 1,0 1,1 0,0 0,0 0,1 1,1 0,1 0,-1 0,1 6,2-16,1 1,-1-1,1 0,0 0,0 0,1 1,-1-1,1 1,-1-1,1 0,0 1,0-1,1 1,-1-1,1 0,0 1,-1-1,1 0,1 0,-1 1,0-1,1 0,0 0,0-1,0 1,0 0,0-1,0 1,1-1,-1 1,1-1,-1 0,1 0,0 0,0-1,0 1,2 0,7-2,-1-1,0 0,0-1,0 0,0-1,0 0,0-1,0 0,-1-1,0 0,0 0,0-1,-1 0,0-1,0 0,0-1,-1 0,8-4,-1-1,-1-1,0 0,-1-1,0-1,-1 0,-1 0,-1-1,8-17,-10-9,-26 56,14-5,0 1,0-1,1 1,0-1,0 1,1 0,0 0,1 0,0 0,0 1,1-1,0 0,0 0,1 0,1 1,0-1,0 0,2 5,-1-10,0 1,0-1,0 0,0 0,1 0,0-1,0 1,0-1,0 0,0 0,1 0,-1 0,1-1,-1 0,1 0,0 0,0-1,0 0,0 1,0-2,1 1,-1-1,0 1,0-2,0 1,1 0,0-1,10-1,0-1,1-1,-1 0,0-1,-1-1,0 0,1-1,-1-1,6-5,-1-1,0 0,-1-1,-1-2,0 0,-2 0,1-2,-2 0,-1-1,0 0,-2-1,0 0,-1-1,-2-1,0 0,-1 0,-1 0,-2-1,3-22,0-1,-2-1,-2-1,-2 1,-3-1,-1 1,-3 0,-7-31,11 67,-1 1,0-1,-1 1,0 0,-1 0,0 0,-1 0,0 1,-1-1,0 1,0 1,-1-1,-1 1,1 0,-2 1,0-1,7 7,-1 1,0 0,1-1,-1 1,0 0,0 0,0 0,0 1,0-1,0 1,0 0,0 0,0 0,0 0,0 0,0 0,0 1,0 0,0-1,0 1,0 0,0 1,1-1,-1 0,0 1,1-1,-1 1,1 0,0 0,-1 0,1 0,0 0,0 1,-7 7,1 0,1 0,0 0,0 1,1 0,0 0,-2 9,-5 17,2 1,2 1,1 0,2 0,2 0,2 1,1-1,2 1,2 0,1-1,9 31,-9-48,1 1,1-1,1 0,1-1,0 0,2 0,1-1,0 0,2 0,0-2,1 0,1 0,0-1,1-1,1 0,1-2,0 0,1-1,0 0,1-2,1-1,0 0,4 0,-19-7,1 0,-1-1,1 0,0 0,0-1,0 1,0-2,0 1,0-1,0 0,0 0,0-1,0 0,0 0,0-1,0 0,-1 0,1-1,-1 1,1-2,-1 1,0 0,0-1,-1 0,1-1,-1 1,0-1,3-3,-3-1,0-1,0 1,-1-1,0 0,-1-1,0 1,-1-1,0 1,-1-1,1-7,4 161,-5-134,1-1,0 1,0-1,1 0,0 0,0 0,1 0,0 0,0-1,1 0,0 0,0 0,1 0,0-1,5 5,-8-9,-1-1,1 1,0 0,0-1,-1 1,1-1,0 0,0 0,0 0,0 0,0-1,0 1,0-1,1 1,-1-1,0 0,0-1,0 1,0 0,0-1,0 0,0 0,0 0,0 0,0 0,0 0,0-1,-1 1,1-1,0 0,-1 0,1 0,4-5,0 1,0-2,-1 1,1-1,-1 0,-1 0,0 0,0-1,3-7,-3 2,0 1,0-1,-1 0,-1 0,-1-1,0 1,0 0,-1-7,-1 16,0-1,0 1,-1-1,0 0,0 1,0-1,0 1,-1 0,0-1,0 1,-1 0,1 0,-1 0,0 1,0-1,-1 1,1-1,-1 1,0 0,0 0,-1 1,-3-3,5 4,0 1,0-1,0 1,0 0,-1 0,1 0,0 1,-1-1,1 1,0 0,-1 0,1 0,0 0,-1 0,1 1,0-1,-1 1,1 0,0 0,0 1,0-1,0 1,0-1,0 1,0 0,0 0,-2 2,-19 18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4.2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21 414,'0'-33,"1"-65,-5 1,-13-80,17 177,0 1,1-1,-1 0,0 0,0 0,1 0,-1 1,0-1,1 0,-1 0,0 0,0 0,1 0,-1 0,0 0,1 0,-1 0,0 0,1 0,-1 0,0 0,1 0,-1 0,0 0,0-1,1 1,-1 0,0 0,1 0,-1 0,0-1,0 1,1 0,-1 0,0 0,0-1,0 1,1 0,-1 0,0-1,0 1,0 0,0 0,0-1,1 1,-1 0,0-1,0 1,0 0,0-1,0 1,0 0,0-1,0 1,0 0,0-1,0 1,0 0,-1 0,1-1,0 1,0 0,3 1,22 8,-1-1,1-2,0 0,1-1,18 0,-18-3,0 2,0 1,0 1,-1 2,12 4,-31-9,0 0,0 0,-1 1,1 0,-1 0,1 0,-1 1,-1-1,1 1,-1 0,0 1,0-1,0 1,-1-1,0 1,0 0,0 1,-1-1,0 0,0 1,0-1,-1 1,0 0,0-1,-1 1,0 4,1 23,10 66,-10-96,0 0,1-1,0 1,-1-1,1 1,0-1,1 0,-1 1,0-1,1-1,0 1,0 0,0-1,0 1,0-1,0 0,1 0,-1 0,1 0,-1-1,1 1,0-1,-1 0,2 0,7 0,0 0,0-1,0 0,0-1,0 0,0-1,0-1,-1 1,1-2,-1 0,0 0,0-1,0 0,0-1,-1 0,0-1,-1 0,1-1,-1 0,-1 0,1-1,-1 0,-1 0,0-1,0 0,-1 0,0-1,1-5,-4 12,8-14,0 35,-4 9,2 0,1-1,0 0,2-1,3 2,-11-18,1 0,1 0,-1-1,1 0,1 0,-1 0,1-1,0 0,1-1,-1 1,1-2,0 1,1-1,-1 0,1 0,5 1,11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4.38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 1,'-18'0,"-9"4,1 7,7 8,14 7,16 4,6-2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5.0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370 701,'-8'-6,"1"1,-1 0,0 0,0 0,-1 1,1 1,-1-1,0 2,0-1,0 1,0 0,0 1,0 0,0 0,-1 1,1 1,0-1,-1 2,1-1,0 1,0 0,0 1,1 0,-1 0,0 1,1 1,0-1,-6 5,4-1,1 0,0 1,0 0,1 0,0 1,0 0,1 1,1-1,0 1,0 1,1-1,1 1,-1 0,2 0,0 0,0 0,2 0,0-7,1-1,0 1,0-1,0 1,0-1,1 1,0-1,0 0,0 1,0-1,1 0,0 0,0 0,0 0,0 0,1 0,-1-1,1 1,0-1,0 1,0-1,0 0,1-1,0 1,-1 0,1-1,0 0,0 0,0 0,0 0,0-1,1 0,-1 1,0-2,1 1,-1 0,1-1,2 0,10-1,1-1,-1-1,0-1,1 0,-2-1,1-1,0-1,-1 0,-1-1,1-1,-1 0,-1-1,1-1,-2 0,0 0,0-2,-1 0,0 0,7-12,-4 3,-1-1,-1 0,0-1,-2 0,-1-1,-1 0,-1-1,-1 0,-2 0,0-5,3-25,-3 0,-3-1,-2 0,-4-15,4 47,-2 1,-1-1,0 1,-2-1,-1 1,-1 1,-1-1,-1 1,8 21,1 0,-1 0,0 0,0 0,0 0,0 1,0-1,0 0,0 1,0-1,-1 1,1-1,-1 1,1-1,-1 1,0 0,1 0,-1 0,0 0,0 0,0 0,0 1,0-1,0 0,0 1,0 0,0-1,0 1,0 0,0 0,0 0,0 0,0 1,0-1,0 1,0-1,0 1,0-1,0 1,0 0,1 0,-1 0,0 0,0 0,1 1,-1-1,1 0,-1 1,1-1,0 1,-1-1,1 2,-13 14,1 1,1 1,0 0,2 0,0 1,1 1,1-1,1 1,-3 19,-4 8,2 0,2 1,2 0,2 1,3-1,1 1,4 9,-1-39,0 0,2 0,0-1,2 1,0-1,1 0,1 0,1-1,0 0,1 0,1 0,1-2,0 1,2-1,-1-1,2 0,0-1,1-1,4 3,-2-4,0-1,0-1,1 0,1-2,0 0,0-1,0 0,1-2,0-1,0 0,0-1,0-1,1-1,-1-1,1-1,-1-1,0 0,0-2,3-1,-12 1,-1-1,0 0,0-1,0 0,-1 0,0-1,0 0,0-1,-1 0,0 0,-1-1,0 1,0-2,-1 1,0-1,-1 0,0 0,0-1,-1 1,-1-1,0 0,0 0,-1-1,0 1,-1 0,0-1,-1 1,-1 0,1-1,-2 1,0 0,0 0,-1 0,0 0,-1 0,0 0,-1 1,0 0,-4-7,6 13,1 0,-1 0,0 0,0 0,0 1,-1-1,1 1,-1 0,0 0,0 0,0 0,0 1,0-1,-1 1,1 0,-1 0,1 1,-1 0,0-1,0 2,0-1,1 0,-1 1,0 0,0 0,0 1,0-1,0 1,1 0,-1 0,0 1,1-1,-1 1,1 0,-1 0,1 1,0-1,0 1,0 0,-3 4,0 0,1 1,0-1,0 1,1 1,0-1,1 1,-1 0,2 0,-1 0,1 0,1 0,0 1,0 0,1-1,0 1,0 0,1 0,1-1,-1 1,2 0,-1 0,1-1,1 1,0-1,0 0,1 0,0 0,1 0,-1-1,2 0,1 3,3 2,1 0,1-1,0-1,0 1,1-2,1 0,0-1,0 0,1-1,0 0,0-1,5 1,22 6,1-1,0-2,43 5,42 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5.8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1 375,'144'-328,"-118"282,-21 53,-8 137,-2-18,5 0,5 0,7 12,-2-9,-14-102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6.1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8,'20'0,"19"0,16 0,14 0,12 0,10 0,3-2,0-1,-17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6.7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0 113,'16'-4,"17"-5,14-2,12-4,8-2,4 0,-2 1,-4 2,-15 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7.2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1,'13'286,"-10"-181,-3-104,1 0,-1 0,0 0,0 1,0-1,1 0,-1 0,1 0,-1 0,1 0,-1 0,1 0,0 0,-1 0,1 0,0 0,0 0,0 0,0-1,-1 1,1 0,0-1,0 1,0 0,1-1,-1 1,0-1,0 0,0 1,0-1,0 0,1 0,-1 0,0 0,0 0,0 0,0 0,1 0,-1 0,49-18,-34 11,8-4,0 1,1 1,0 1,1 1,0 1,0 1,0 2,0 1,1 1,-1 0,7 3,-27-1,1 0,-1 1,1 0,-1 0,1 1,-1-1,0 1,0 0,-1 1,1 0,-1 0,1 0,-1 0,-1 1,1 0,0 0,-1 0,0 1,-1-1,1 1,-1 0,0 0,0 0,-1 0,0 1,0-1,0 1,-1-1,0 1,0 0,-1 4,0 1,-1-1,0 1,-1-1,-1 0,0 0,0 0,-1 0,0 0,-1-1,0 0,-1 0,0 0,0-1,-1 1,-1-2,1 1,-1-1,-1 0,-1 0,-5 5,-1-1,0 0,0-2,-1 0,-1 0,0-2,0 0,0-2,-1 1,-16 1,-30-3,66-5,-1 0,1 0,-1 0,1 0,0-1,-1 1,1 0,-1 0,1-1,-1 1,1 0,-1-1,1 1,-1 0,0-1,1 1,-1-1,1 1,-1 0,0-1,1 1,-1-1,0 1,0-1,1 1,-1-1,0 0,0 1,0-1,0 1,0-1,0 1,0-1,0 0,0 1,0-1,0 1,0-1,0 1,0-1,0 0,-1 1,1-1,0 1,0-1,-1 1,1-1,0 1,-1-1,1 1,-1 0,1-1,0 1,-1-1,1 1,-1 0,1-1,-1 1,1 0,-1 0,1-1,-1 1,23-11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7.6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0 142,'129'154,"-99"-114,1-2,1-1,35 29,-65-63,0-1,0 1,0-1,0 0,1 0,-1 0,0 0,1 0,0 0,-1-1,1 1,0-1,0 0,0 0,0 0,0 0,0 0,0-1,0 1,0-1,0 0,0 0,0 0,0 0,0 0,0-1,0 0,1 1,-2-1,1 0,0-1,1 1,4-9,-1-1,-1 1,0-1,0 0,-1-1,0 1,-1-1,0 0,-1 0,-1 0,1-2,0-3,12-46,-7 23,2-1,2 1,2 1,10-19,17 5,-21 41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8.5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318 615,'-50'-10,"37"12,0 0,0 1,0 1,0 0,1 0,0 1,0 1,0 0,1 1,0 0,0 1,0 0,1 0,1 1,-1 1,1-1,1 2,0-1,0 1,1 0,1 1,0-1,0 2,1-1,1 0,0 1,0 0,3-10,0 1,0-1,0 1,0-1,1 0,-1 1,1-1,0 1,0-1,0 1,0 0,1-1,-1 0,1 1,0-1,0 1,0-1,1 0,-1 0,1 1,0-1,-1 0,2-1,-1 1,0 0,0 0,1-1,-1 0,1 1,0-1,0 0,0 0,0-1,0 1,0 0,0-1,1 0,3 1,4-2,1 0,0 0,-1-2,1 1,-1-1,1-1,-1 0,0-1,0 0,0-1,-1 0,1 0,-1-1,-1-1,1 0,-1 0,0 0,0-1,-1-1,0 0,1-2,0 1,0 0,-1 0,0-1,-1 0,0 0,-1-1,0 1,-1-2,0 1,-1 0,0-1,-1 0,0 0,-1 0,-1 0,-7 2,-3 27,6-7,1 0,0 0,1 0,0 0,0 0,1 0,0 0,1 0,0 0,0 0,1 0,0 0,1 0,0 0,0-1,1 1,0-1,0 0,1 0,0-1,0 1,1-1,0 0,0-1,1 1,0-1,0 0,0-1,1 0,0 0,0-1,2 1,3 0,0-2,0 1,1-1,0-1,-1 0,1-1,0-1,0 0,0-1,0 0,-1-1,1-1,-1 0,12-5,-2 0,-1 0,0-2,0-1,-1-1,-1 0,0-2,0 0,2-4,-4-1,0 0,-1-1,-1-1,-1 0,-1-2,-1 1,0-2,-2 1,-1-2,-1 1,-1-1,-1-1,-2 0,0 1,-2-1,0-1,-2 1,-1 0,-1 0,-2-1,0 1,-2 0,0 1,-2-1,-1 1,-1 1,-1-1,-1 2,-10-17,20 36,-1 0,1 1,0-1,-1 1,1 0,-1-1,0 1,0 0,-1 0,1 0,0 0,-1 1,0-1,0 1,0-1,0 1,0 0,0 0,0 1,-1-1,1 0,-1 1,1 0,-1 0,0 0,1 0,-1 1,0-1,1 1,-1 0,0 0,0 1,1-1,-1 1,-2 0,-1 4,1 1,-1 0,1 1,0-1,1 1,-1 0,1 1,1-1,-1 1,1 0,1 0,-2 5,-12 34,2 0,2 1,3 0,1 1,3 0,1 0,3 15,1-34,1 0,1 0,2 0,1-1,1 1,2-1,0 0,4 4,-7-22,0 0,1 0,1 0,0-1,0 0,1 0,0 0,1-1,0 0,0-1,1 1,0-2,1 1,0-1,0-1,0 0,1 0,0-1,0 0,0-1,6 1,-7-3,0 0,0 0,0-1,0-1,0 0,0 0,0-1,0 0,0-1,0 0,-1-1,1 1,-1-2,1 0,-1 0,0 0,-1-1,1-1,-1 1,0-1,0-1,-1 1,0-1,0-1,0 1,3-7,44-51,-53 65,0 0,0 1,1-1,-1 1,0 0,0-1,0 1,0 0,0-1,0 1,0 0,0 0,0 0,0 0,-1 0,1 0,0 0,-1 0,1 0,0 1,-1-1,1 0,-1 0,0 1,0-1,1 0,-1 0,0 1,0-1,0 0,0 1,0 0,1 1,4 16,0 0,2 0,0-1,1 0,1-1,6 8,-12-20,0 0,0-1,0 0,1 1,0-1,0-1,0 1,0 0,0-1,1 0,0 0,-1 0,1-1,0 0,0 0,1 0,-1 0,0-1,1 0,-1 0,1 0,-1-1,1 1,-1-1,3-1,-2 0,0 0,-1-1,1 0,0 0,-1 0,0 0,1-1,-1 0,0 0,0-1,0 1,-1-1,1 0,-1 0,0-1,0 1,-1-1,1 0,-1 0,0 0,0-1,-1 1,1 0,-1-4,2 0,-1-1,0 0,-1 0,0-1,-1 1,0 0,0 0,-1-1,-1 1,0 0,0-1,-1 1,-2-8,1 9,-1 0,0 0,0 1,-1-1,0 1,-1 0,0 0,0 1,0 0,-1 0,0 0,-1 1,1 0,-1 1,0-1,4 4,0 0,0 0,0 0,0 0,0 0,0 1,-1 0,1 0,0 0,-1 0,1 1,-1 0,1 0,-1 0,1 0,-1 1,1-1,0 1,-1 0,1 1,0-1,0 1,0 0,0 0,0 0,0 0,0 1,1 0,-1-1,1 1,0 1,-2 1,1 0,0 0,0 0,1 0,0 0,0 0,1 1,-1-1,1 1,0 0,1-1,0 1,-1 0,2 0,-1 0,1 0,0 0,0 0,0 0,1 0,0 0,0 0,1 0,0 0,0-1,0 1,1 0,1 2,16 27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9.1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25 373,'6'-28,"-2"0,0-1,-2 0,-2 0,0 1,-2-1,-1 0,-2 1,0 0,-2 0,-8-21,12 44,3-1,19 20,10-1,1-2,0-1,1-1,-1-2,23 2,-11 0,-15-4,-5-2,-1 1,0 1,0 1,-1 1,0 1,0 0,13 9,-29-14,-1-1,0 1,0 0,0 0,0 0,0 1,0-1,-1 0,0 1,1 0,-1 0,-1 0,1-1,-1 2,1-1,-1 0,0 0,-1 0,1 0,-1 1,1-1,-2 5,-19 94,16-90,-1 3,-14 81,19-94,0 0,0 0,0 0,1 0,-1 0,1 0,0 0,0 0,0 0,0 0,0 0,1 0,-1-1,1 1,0-1,0 1,0-1,0 1,0-1,0 0,0 0,1 0,-1-1,1 1,0 0,-1-1,1 0,0 1,2-1,11 2,-1-2,0 0,0 0,0-2,1 0,-1-1,0 0,0-1,0-1,-1 0,1-1,-1-1,0 0,-1 0,1-2,8-6,-9 7,-1-1,0-1,0 0,-1 0,0-1,0-1,-1 1,-1-2,0 1,0-1,-2-1,1 0,-1 0,-1 0,0-1,2-11,-6-26,-2 52,0-1,1 1,-1-1,0 1,0-1,0 1,0-1,0 1,0-1,0 1,0 0,-1-1,1 1,0-1,0 1,0-1,0 1,-1-1,1 1,0-1,-1 1,1-1,0 1,-1-1,1 0,0 1,-1-1,1 1,-1-1,1 0,-1 0,1 1,-1-1,1 0,-1 0,1 1,-1-1,1 0,-1 0,1 0,-1 0,1 0,-1 0,0 0,1 0,-1 0,1 0,-1 0,1 0,-1 0,1-1,-1 1,1 0,-1 0,1-1,-1 1,1 0,-1-1,1 1,-1 0,1-1,0 1,-1 0,1-1,-1 1,1-1,0 1,0-1,-1 1,1-1,-4 16,0 0,0 1,2 0,0-1,1 1,0 0,2 0,0 0,0-1,1 1,3 6,-4-15,1 0,0 0,0 0,1 0,0-1,0 1,0-1,1 1,0-1,0 0,1-1,-1 1,1-1,1 0,-1 0,1 0,0-1,0 0,0 0,0 0,1-1,-1 0,1-1,0 1,0-1,0 0,0-1,0 0,1 0,-1 0,7-1,19-6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9.3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7,'-16'-3,"-10"0,-2 3,0 3,6 5,13 7,18 3,6-3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09.9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373 687,'-23'-5,"0"1,0 1,-1 1,1 1,-23 2,37-1,0 1,0 1,0 0,0 0,1 0,-1 1,1 1,0-1,0 1,0 1,0 0,1 0,-1 0,1 1,1 0,-7 6,5-2,1 1,0 0,0 0,1 1,0 0,1 0,1 0,0 0,0 1,2 0,-1 0,1 3,1-8,0 0,1 0,-1 0,2 0,-1 0,1 0,0 0,1 0,0 0,0-1,1 1,0 0,0-1,1 0,0 0,0 0,0 0,1-1,0 1,1-1,-2-2,1 0,-1-1,1 0,-1 0,1-1,0 1,0-1,0 0,0 0,1-1,-1 1,0-1,1-1,-1 1,1-1,-1 1,1-2,-1 1,1 0,-1-1,0 0,1-1,-1 1,0-1,4-2,5-2,-1 0,1-1,-1-1,-1 0,0-1,0 0,0-1,9-10,-3-1,-2 0,0-1,-1 0,-1-2,-1 1,-1-2,-1 0,-1 0,-2-1,0 0,3-22,-1-18,-2 1,-2-1,-4 0,-3-19,0 36,-1 1,-3-1,-2 1,-8-29,-11 22,26 54,-1 0,0 0,0 0,0 0,-1 1,1-1,0 0,0 0,0 1,-1-1,1 1,0-1,0 1,-1-1,1 1,-1 0,1 0,0-1,-1 1,1 0,0 0,-1 1,1-1,-1 0,1 0,0 1,-1-1,1 1,0-1,0 1,-1-1,1 1,0 0,0-1,0 1,0 0,0 0,0 0,0 0,0 0,-9 10,1-1,0 1,1 1,0-1,1 2,0-1,1 1,-2 6,-13 29,2 0,2 2,3 0,2 0,2 1,2 1,3 0,1 0,3 0,3 1,-2-32,2-1,1 1,0-1,2 1,0-1,1-1,1 1,1-1,0 0,2-1,0 0,1 0,1-1,1 0,0-1,1-1,0 0,2-1,-1-1,2 0,0-1,14 7,-12-9,0-2,1 0,0-1,0-1,1-1,-1-1,1-1,0 0,0-2,1 0,1-2,-10 0,1 0,-1-1,0 0,0-1,0 0,-1-1,1-1,-1 0,0-1,0 0,-1-1,0 0,0-1,0 0,-1 0,0-1,-1-1,1-1,0-3,-2 0,1-1,-2 1,0-2,-1 1,0-1,-2 0,0 0,0 0,-1-1,-2 1,1-1,-2 0,0 1,-1-1,-1 0,0 1,-1-1,-1 1,0 0,-2 0,0 1,0-1,-1 1,-1 1,-1-1,0 1,-3-1,9 10,0 0,0 0,-1 1,0 0,0-1,-1 2,1-1,-1 0,1 1,-1 0,0 0,0 0,-1 1,1 0,0 0,-1 0,0 0,1 1,-1 0,0 0,0 1,1 0,-1 0,0 0,0 0,1 1,-1 0,-3 1,-1 3,1 1,0 0,0 1,0-1,1 2,0-1,1 1,-1 0,2 1,-1-1,1 2,0-1,1 0,0 1,1 0,0 0,0 1,1-1,0 1,1 0,0-1,1 1,1 0,-1 5,2-3,0 1,1-1,0 0,1 0,1 0,0 0,1 0,0 0,1-1,0 0,1-1,0 1,1-1,0 0,1-1,0 0,1-1,0 0,0 0,1-1,0 0,0-1,1 0,0-1,0 0,6 1,101 36,0-13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10.4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77 213,'-2'15,"1"1,1 0,0-1,0 1,2-1,0 1,1-1,0 0,1 0,5 11,-6-19,-1 0,1-1,1 0,-1 0,1 0,0 0,1-1,-1 1,1-1,0 0,0 0,1-1,-1 0,1 0,0 0,0-1,0 1,1-1,-1-1,1 1,0-1,0-1,-1 1,6 0,-6-2,0 1,0-1,0-1,0 1,0-1,0 0,0 0,0 0,0-1,-1 0,1 0,-1-1,1 0,-1 0,0 0,0 0,0-1,0 0,-1 0,1 0,-1 0,0-1,-1 0,3-3,0-2,0 0,-1 0,0 0,-1-1,0 1,0-1,-1 0,-1 0,0 0,-1-1,0 1,0-11,-2 8,0 0,0 0,-1 0,-1 0,-1 0,0 0,0 1,-1-1,-1 1,-1 1,1-1,-2 1,0 0,0 1,-1 0,-1 0,1 1,-2 0,1 1,-2 0,-9-6,16 12,0 1,1 0,-1 0,-1 1,1-1,0 1,0 0,0 1,-1-1,1 1,0 0,-1 0,1 1,0 0,0 0,-1 0,1 0,0 1,0 0,0 0,1 0,-1 0,0 1,1 0,-2 1,-7 6,1 1,0 0,0 1,1 0,0 1,1 0,-3 7,-18 28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10.7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1,'4'16,"9"14,11 11,13 8,11 2,7 0,-6-9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11.1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0,'4'21,"9"20,9 19,9 10,7 6,-3-11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11.7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1,'14'2,"10"8,10 9,2 10,2 8,2 5,-7-3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12.1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0,'3'12,"2"14,3 17,7 15,8 11,6 8,-1-10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24.5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13,'30'-10,"323"7,93 14,328 54,-668-53,-105-12,1 1,-1-1,1 0,-1 0,0 0,1 0,-1 0,1 0,-1 0,0 0,1-1,-1 1,0 0,1-1,-1 1,0-1,1 0,-1 1,0-1,0 0,0 0,0 0,0 0,0 0,0 0,0 0,1-1,-5 0,-1 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25.2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11,'-120'-10,"120"10,1 0,-1 0,1 1,-1-1,1 0,-1 0,0 1,1-1,-1 0,1 1,-1-1,0 0,1 1,-1-1,0 0,0 1,1-1,-1 1,0-1,0 1,1-1,-1 0,0 1,0-1,0 1,0-1,0 1,0-1,0 1,0-1,0 1,0-1,0 1,0-1,0 1,0-1,-1 1,1-1,0 1,0-1,0 0,-1 1,1-1,0 1,-1-1,1 0,0 1,-1-1,1 0,0 1,-1-1,1 0,-1 0,1 1,0-1,-1 0,1 0,-1 0,1 1,-1-1,1 0,-1 0,0 0,137 51,-78-33,-27-9,0 1,0 2,-2 0,1 2,-2 2,0 0,-1 2,0 1,-2 1,18 18,-38-32,0-1,-1 1,0-1,0 1,-1 0,1 1,-1-1,-1 0,1 1,-1 0,0 0,0 0,-1-1,0 1,-1 1,1-1,-1 0,-1 0,1 0,-1 0,0 0,-1 0,1-1,-2 1,1 0,-1-1,0 1,0-1,0 0,-1 0,-3 4,-15 14,-2-1,0 0,-1-2,-1-1,-2-1,1-1,-2-2,0 0,-26 8,-110 50,100-48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26.7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0 426,'109'-272,"-52"126,-56 145,1 0,0 0,-1 0,1 1,0-1,-1 0,1 1,0-1,0 1,0 0,-1 0,1-1,0 1,0 0,0 1,0-1,0 0,-1 0,1 1,0-1,0 1,-1 0,1 0,0-1,-1 1,1 0,-1 0,1 0,-1 1,1-1,-1 0,0 0,1 1,-1-1,0 1,0-1,0 1,0 0,-1-1,1 1,0 0,0 1,0-2,163 189,-159-184,27 39,-31-44,-1 0,1 0,-1 0,0 0,1 1,-1-1,0 0,0 0,0 0,0 0,0 0,0 1,0-1,0 0,-1 0,1 0,0 0,0 0,-1 0,1 0,-1 0,1 0,-1 0,0 0,1 0,-1 0,0 0,0 0,1 0,-1-1,0 1,0 0,0-1,0 1,0 0,0-1,0 1,0-1,0 0,0 1,-1-1,1 0,-1 0,-9 3,0 0,0-1,-1-1,1 0,-1 0,0-1,1-1,-4 0,9-2,7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27.5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275 225,'-10'-3,"-1"0,1 1,-1 0,1 0,-1 1,0 1,1-1,-1 2,0 0,1 0,-1 1,1 0,-1 1,1 0,-3 1,7-2,0 1,0 0,0 0,0 0,0 0,1 1,0 0,-1 0,2 1,-1-1,0 1,1 0,0 1,0-1,0 1,1-1,0 1,0 0,0 0,1 0,0 1,0-1,1 1,-1 5,1-7,1 1,0-1,1 0,-1 0,1 1,0-1,1 0,-1 0,1 0,0 0,0 0,0 0,1-1,0 1,0-1,0 0,0 0,1 0,-1 0,1 0,0-1,0 1,1-1,-1 0,1-1,-1 1,1-1,3 1,11 6,0-2,1-1,0 0,0-1,0-1,17 1,-7-2,0-1,0-2,0-1,0-1,13-3,-31 3,0 0,0-1,-1 0,1-1,-1 0,1-1,-1 0,-1-1,1-1,-1 1,0-1,-1-1,1 0,5-7,-7 2,-1-1,0-1,-1 1,0-1,-2 0,0 0,0-1,-1 1,-1-1,-1 1,0-1,-1 0,0 0,-2 1,0-1,0 0,-2 1,0 0,-2-4,5 13,0-3,-1 0,0 1,0-1,0 1,-1-1,-1 1,0 0,0 0,0 0,-1 1,0-1,0 1,-5-4,10 11,-1 0,1 0,-1-1,0 1,1 0,-1 0,1 0,-1 0,1 0,-1 0,0 0,1 1,-1-1,1 0,-1 0,1 0,-1 0,1 1,-1-1,1 0,-1 1,1-1,-1 0,1 1,0-1,-1 0,1 1,-1-1,1 1,0-1,-1 1,1-1,0 1,0-1,0 1,-1-1,1 1,0-1,0 1,0-1,0 1,0-1,0 1,0 0,0-1,0 1,0-1,0 1,0-1,0 1,0-1,1 1,-1 0,0-1,0 1,1-1,-1 0,0 1,1-1,-1 1,0-1,1 1,4 7,0-1,1 1,0-1,0 0,0 0,1-1,0 0,1 0,-1-1,1 0,0 0,0-1,1 0,-1 0,1-1,0 0,0 0,0-1,0 0,4-1,37 8,-1-3,2-2,18-2,24 3,-88-6,-1 0,0 1,0-1,0 1,0 0,0 0,1 1,-1-1,0 1,0 0,0 0,0 1,0-1,0 1,-1-1,1 1,0 1,-1-1,0 0,1 1,-1 0,0-1,0 1,0 1,-1-1,1 0,-1 1,0-1,0 1,0-1,0 1,-1 0,1 0,-1 0,1 3,-16 87,11-81,0 0,0 1,1 0,1-1,0 1,1 0,2 12,-1-22,0 0,0 1,1-1,-1 0,1 0,0 0,0 0,1 0,-1 0,1-1,0 1,-1-1,2 0,-1 0,0 0,1 0,-1 0,1-1,0 0,0 1,0-2,0 1,0 0,0-1,4 1,4 1,0 0,-1-2,1 1,0-1,0-1,0 0,0-1,0 0,2-2,-2 2,0-1,-1-1,1 0,-1-1,0 0,0-1,0 0,-1 0,0-1,0-1,0 1,-1-2,0 1,0-1,-1-1,0 0,0 0,-1 0,-1-1,1 0,-1 0,-1-1,0 1,-1-1,0-1,0 1,-1 0,-1-1,0 0,0-7,-8-28,5 46,1 1,0-1,-1 1,1-1,-1 1,1 0,-1-1,1 1,-1 0,1-1,-1 1,1 0,-1-1,0 1,1 0,-1 0,1 0,-1 0,0 0,1 0,-1 0,1 0,-1 0,0 0,1 0,-1 0,1 0,-1 0,0 0,1 1,-1-1,1 0,-1 1,1-1,-1 0,1 1,-1-1,1 0,-1 1,1-1,0 1,-1-1,1 1,0-1,-1 1,1-1,0 1,-1-1,1 1,0-1,0 1,0 0,0-1,-1 1,1-1,0 1,0 0,0-1,0 1,0-1,1 1,-1 0,0-1,0 1,0-1,-3 13,1-1,0 1,1 0,0-1,1 1,0 0,1-1,1 1,0 0,0-1,2 0,-1 1,1-1,1-1,0 1,1-1,0 0,4 5,47 36,-28-38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27.7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87 1,'-16'0,"-9"2,-2 6,10 5,16 8,19 5,21 5,18 3,-2-3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28.0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45,'0'27,"8"84,-7-107,1 0,-1 0,1 0,-1 0,1 0,1-1,-1 1,0-1,1 1,0-1,-1 0,1 0,1 0,-1-1,0 1,1-1,-1 1,1-1,0 0,-1 0,1-1,0 1,0-1,3 1,-1-1,0 0,0-1,0 1,0-1,0 0,0-1,0 1,-1-1,1 0,0 0,0-1,-1 0,1 0,-1 0,1-1,-1 0,0 0,0 0,0-1,-1 1,1-1,-1 0,0-1,0 1,0-1,-1 1,1-1,-1 0,0-1,-1 1,1 0,-1-1,0 1,0-1,0-3,29-139,-27 171,-5 22,0-31,0 0,0 0,2 0,-1-1,2 1,0 0,1 0,0-1,1 0,0 0,1 0,4 7,-2-13,1-1,-1 1,2-1,-1-1,1 0,-1 0,1 0,1-1,-1 0,1-1,-1 0,1-1,0 0,0-1,0 1,0-2,0 0,0 0,0 0,0-2,0 1,1-1,26-1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5.7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1 599,'50'-27,"-1"-2,-2-3,-1-1,-1-2,-2-3,-1-1,21-28,-54 57,-1 0,0 0,0-1,-1 0,-1 0,0-1,0 1,-2-1,1 0,-1-1,-1 1,0-1,-1 0,0 0,-1 0,-1 0,0 1,-1-13,1 22,-1 1,1-1,-1 0,1 0,-1 1,0-1,0 1,0-1,0 1,0-1,-1 1,1-1,-1 1,1 0,-1 0,0 0,0 0,0 0,0 0,0 1,-1-1,1 1,0-1,-1 1,1 0,-1 0,1 0,-1 0,0 1,1-1,-1 1,0-1,1 1,-1 0,0 0,0 0,1 0,-1 1,0-1,1 1,-1-1,0 1,1 0,-1 0,1 1,-1-1,1 0,0 1,-1-1,0 2,-4 7,1 0,1 1,-1-1,2 1,-1 0,2 0,-1 1,2-1,-1 1,2 0,-1 0,2-1,0 6,-1-16,1 76,2 1,4-1,3 0,3-1,21 68,-3-6,-10-40,-3 2,-6 0,-3 1,-5-1,-4 1,-5 0,-5 8,9-97,2-6,-1 0,0 0,0 0,0 0,-1 0,0-1,0 1,0 0,-1-1,0 1,0-1,0 0,-3 3,-5-2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6.1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92 139,'-83'-31,"83"31,0 0,-1 0,1 0,0 0,-1 0,1 0,0 0,-1-1,1 1,0 0,-1 0,1 0,0 0,-1-1,1 1,0 0,-1 0,1 0,0-1,0 1,-1 0,1-1,0 1,0 0,-1 0,1-1,0 1,0 0,0-1,0 1,0-1,0 1,-1 0,1-1,0 1,0 0,0-1,0 1,0 0,0-1,1 1,-1-1,0 1,0 0,0-1,0 1,0 0,0-1,1 1,-1 0,0-1,0 1,0 0,1 0,-1-1,0 1,1 0,-1 0,0-1,0 1,1 0,-1 0,0 0,1-1,-1 1,0 0,1 0,29-9,127-16,1 7,78 4,86 6,-246-8,-71 15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7.3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430 52,'-23'-10,"0"1,0 1,0 1,-1 2,0 0,-17-1,32 5,0 1,-1 0,1 0,0 1,0 0,0 1,0 0,0 0,0 1,1 0,-1 0,1 1,0 0,0 1,0 0,0 0,1 1,0 0,-1 1,1 0,0-1,0 1,1 0,0 0,0 1,1 0,0 0,0 0,1 1,0-1,1 1,0 0,0 0,1 0,0 1,0-1,1 0,1 1,-1-1,2 1,-1-1,1 1,1-1,-1 0,2 1,-1-1,1 0,1 0,-1-1,2 1,-1-1,1 0,0 0,1 0,0-1,0 0,1 0,0 1,17 5,-1-1,2-2,0 0,0-1,1-2,-1 0,2-2,-1-1,0-1,1-1,0-1,0-2,113 6,0-7,-1-5,87-19,-205 23,-6 1,1 0,-1-1,1 0,-1-2,0 1,-1-2,12-6,-24 12,-1-1,0 1,0-1,0 1,0-1,0 0,0 1,-1-1,1 0,0 0,0 1,0-1,-1 0,1 0,0 0,-1 0,1 0,-1 0,1 0,-1 0,0 0,1-1,-1 1,0 0,0 0,0 0,0 0,0 0,0-1,0 1,0 0,0 0,0 0,-1 0,1 0,0 0,-1 0,1 0,-1-1,-34-30,15 22,0 2,-1 0,0 2,0 0,0 1,-1 1,1 2,-1 0,0 1,-14 1,20 0,0 1,1 1,-1 0,0 1,1 1,0 0,0 1,-7 4,15-6,1 0,-1 0,1 1,0-1,0 2,0-1,0 1,1 0,0 0,0 0,0 1,1-1,0 1,0 1,0-1,1 0,0 1,0 0,-1 2,3-6,1 1,-1 0,0-1,1 1,0 0,0 0,0-1,0 1,1 0,-1-1,1 1,0 0,0-1,0 1,0-1,1 0,0 1,-1-1,1 0,1 0,-1 0,0 0,1 0,-1 0,1-1,0 1,0-1,0 0,0 0,0 0,0 0,1-1,0 1,8 4,1-1,0 0,1-1,-1-1,1 0,-1-1,1 0,6-1,-10 1,1-1,-1 0,1-1,-1 0,1-1,-1 0,1-1,-1 0,0-1,0 0,0 0,0-1,0 0,-1-1,1 0,-1-1,-1 1,1-2,-1 1,0-1,-1-1,1 1,-1-1,-1-1,0 1,0-1,1-2,-3 1,-1 1,-1-1,1 0,-1 1,-1-1,0 0,0 0,-1 0,-1 0,1 0,-2 0,0-6,1 15,1 1,0 0,0-1,0 1,0 0,-1-1,1 1,0 0,0-1,0 1,-1 0,1-1,0 1,-1 0,1 0,0 0,-1-1,1 1,0 0,-1 0,1 0,0 0,-1-1,1 1,0 0,-1 0,1 0,-1 0,1 0,0 0,-1 0,1 0,0 0,-1 0,1 0,-1 0,1 1,0-1,-1 0,1 0,0 0,-1 0,1 1,0-1,-1 0,1 0,0 1,0-1,-1 0,1 0,0 1,0-1,-1 0,1 1,0-1,0 0,0 1,0-1,-1 1,1-1,0 0,0 1,0-1,0 0,0 1,0-1,-6 12,1 0,0 1,1 0,1-1,0 1,0 0,1 0,1 1,0-1,1 0,1 12,-1-16,1 1,0 0,1-1,0 1,0-1,1 1,0-1,0 0,1 0,1-1,-1 1,1-1,1 0,0 0,0 0,0-1,1 0,0 0,0-1,1 0,0 0,5 3,19 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8.0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0,'-4'13,"2"1,0-1,0 1,1 0,1-1,0 1,1 0,2 11,0-10,0 0,1 0,1-1,0 1,1-1,0 0,1 0,1-1,0 0,4 4,-7-10,0-1,0 1,0-2,1 1,0 0,0-1,1 0,-1-1,1 1,0-1,0-1,1 1,-1-1,1 0,-1-1,1 0,0 0,0-1,0 0,4 0,-6-1,1-1,-1 0,0 0,-1 0,1-1,0 0,0 0,-1-1,1 1,-1-1,0-1,0 1,0-1,0 1,-1-1,1-1,-1 1,0-1,0 1,-1-1,1 0,-1 0,0-1,0 0,5-10,0-1,-2-1,0 1,0-1,-2 0,0-1,-1-4,2-31,-5 54,0 0,-1 0,1 0,0 1,0-1,0 0,-1 0,1 0,0 0,0 0,0 0,0 0,-1 0,1 0,0 0,0 0,0 0,-1 0,1 0,0 0,0 0,0 0,0-1,-1 1,1 0,0 0,0 0,0 0,0 0,-1 0,1 0,0-1,0 1,0 0,0 0,0 0,0 0,0 0,0-1,-1 1,1 0,0 0,0 0,0-1,-7 21,4-12,1 0,0 0,0 0,1 1,0-1,1 0,-1 1,2-1,-1 0,1 0,0 1,1-1,0 0,1 0,-1 0,1 0,1-1,-1 1,1-1,1 0,0 0,-1 0,2-1,-1 1,6 3,-3-3,1-1,1 0,-1-1,1 0,0 0,0-1,0 0,1-1,0 0,-1-1,1 0,0-1,0 0,0 0,0-1,0-1,0 0,0 0,0-1,-1-1,1 0,0 0,-1-1,0 0,0-1,0 0,-1 0,0-1,0-1,4-3,46-49,-59 58,1 1,-1 0,0-1,1 1,-1 0,1-1,-1 1,1 0,-1-1,1 1,-1 0,1 0,-1 0,1 0,-1 0,1-1,-1 1,1 0,0 0,-1 0,1 0,-1 0,1 1,-1-1,1 0,-1 0,1 0,-1 0,1 1,-1-1,1 0,-1 0,1 1,-1-1,1 0,-1 1,0-1,1 1,-1-1,0 0,1 1,-1-1,0 1,1-1,-1 1,0-1,0 1,0-1,1 1,-1-1,0 1,0-1,0 1,0-1,0 1,0 0,0-1,0 1,4 9,3-2,-1 0,1 0,0 0,1-1,0 0,0 0,0-1,1 0,0-1,0 0,1 0,-1-1,1 0,0-1,0 0,0 0,1-1,-1-1,0 1,1-2,-1 0,1 0,-1 0,1-2,-1 1,0-1,10-3,-15 3,0-1,-1 1,1-1,-1 1,1-1,-1 0,0-1,0 1,0-1,-1 0,1 0,-1 0,0 0,0-1,-1 1,1-1,-1 1,0-1,0 0,0 0,-1 0,0 0,0-1,0 1,-1 0,1 0,-1 0,-1-1,1 1,-1 0,1 0,-2 0,1 0,0 0,-1 0,0 0,0 0,-1 0,1 1,-1-1,0 1,0 0,0 0,-2-1,0 0,0 0,0 0,-1 0,0 1,0 0,-1 0,1 0,-1 1,0 0,1 0,-1 1,-1-1,1 2,0-1,0 1,-1 0,1 1,0-1,-1 2,1-1,-1 1,1 0,0 0,0 1,-1 0,1 0,0 1,1 0,-1 0,0 1,1-1,0 2,0-1,-5 5,9-7,0 1,1-1,-1 1,1-1,0 1,-1 0,1-1,1 1,-1 0,0 0,1 0,-1-1,1 1,0 0,0 0,0 3,4 15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8.6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1,'-1'8,"0"0,1 0,0 1,0-1,1 0,0 0,1 0,-1 1,2-2,-1 1,1 0,3 5,-3-3,8 20,1 0,2-2,0 1,2-2,18 24,-32-48,0 0,0 0,0 0,0 0,1 0,-1 0,1-1,0 1,0-1,0 0,0 0,0 0,0 0,0 0,1-1,-1 0,1 1,-1-1,1 0,-1-1,1 1,0-1,0 0,-1 1,1-2,0 1,-1 0,1-1,0 1,-1-1,1 0,-1-1,1 1,-1 0,0-1,13-8,-1-1,-1-1,1 0,-2 0,0-2,-1 0,0 0,-1-1,-1 0,0-1,-1 0,-1-1,1-3,-5 13,-2 3,0 0,1 0,-2 0,1-1,0 1,-1 0,0-1,0 1,0-1,-1 1,1-1,-1 1,0-1,0-1,-16 12,13 0,0-1,0 1,0 0,1 1,0-1,1 0,-1 1,1-1,0 1,1-1,0 1,0-1,0 1,1 0,0-1,0 1,0-1,1 0,0 1,0-1,1 0,0 0,0-1,0 1,1 0,0-1,0 0,0 0,0 0,1 0,0-1,0 0,0 0,1 0,-1-1,1 1,0-1,4 1,-1 0,0 0,0-1,0 0,1-1,-1 0,1 0,-1-1,1 0,0-1,-1 0,1 0,-1-1,1 0,0-1,-1 0,0-1,0 0,1 0,-2-1,1 0,0 0,-1-1,0 0,0-1,0 0,-1 0,0-1,0 0,-1 0,1 0,-1-1,2-6,-1 0,-1-1,0 0,0 0,-1 0,-1-1,1-12,-4 120,1-79,0 1,0 0,1-1,1 0,0 0,1 0,0 0,1 0,-3-8,-1 0,1 0,0 0,1 0,-1-1,1 0,0 0,0 0,0 0,1 0,-1-1,1 0,0 0,0 0,0 0,0-1,0 0,1 0,-1-1,4 2,15-1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8.86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1,'-9'13,"1"10,3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9.3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252 75,'-95'-65,"92"63,-1 1,1-1,0 1,-1 0,1 0,-1 1,0-1,1 1,-1 0,1 0,-1 0,0 0,1 0,-1 1,1 0,-1 0,1 0,-1 0,1 0,-1 1,1-1,0 1,0 0,0 0,0 0,0 0,1 1,-1-1,-2 3,-1 5,-1-1,1 1,1 0,0 0,0 0,1 1,0 0,1 0,0 0,1 0,0 0,1 0,0 1,1-1,0 1,1-1,0 0,1 1,0-1,1 0,0 0,0 0,1-1,4 7,-3-9,0 0,0-1,1 0,0 0,0 0,0 0,1-1,0 0,1-1,-1 1,1-1,0-1,0 0,1 0,-1 0,1-1,0-1,0 1,0-1,0-1,0 0,0 0,1-1,-1 0,0 0,0-1,0 0,0-1,0 0,0 0,0-1,0 0,-1-1,1 0,-1 0,0-1,-1 0,1 0,-1-1,3-3,-4 5,-1-1,0 0,0-1,-1 1,1-1,-1 0,-1 0,1-1,-1 1,0-1,0 0,-1 1,0-1,0 0,0-5,-2 13,0 0,0-1,-1 1,1-1,0 1,0-1,-1 1,1 0,0-1,-1 1,1-1,-1 0,1 1,-1-1,1 1,-1-1,1 0,-1 1,1-1,-1 0,1 1,-1-1,0 0,1 0,-1 0,1 1,-1-1,0 0,1 0,-1 0,0 0,1 0,-1 0,1 0,-1 0,0-1,1 1,-1 0,1 0,-1 0,0-1,1 1,-1 0,1-1,-1 1,1 0,-1-1,1 1,-1-1,1 1,0-1,-1 1,1-1,-1 1,1-1,0 1,0-1,-1 0,1 1,0-1,0 1,0-1,0 0,0 1,-1-1,1 0,0 1,0-1,1 0,-3 5,0-1,1 0,-1 1,1-1,0 1,0-1,1 1,-1-1,1 1,-1 0,1-1,1 1,-1 0,0-1,1 1,-1-1,1 1,0 0,1-1,-1 0,0 1,1-1,0 0,0 0,0 0,0 0,0 0,1 0,-1 0,1-1,0 1,-1-1,1 0,0 0,1 0,-1 0,0-1,0 1,1-1,-1 0,3 1,1 0,0 0,0 0,0-1,1 0,-1 0,1-1,-1 0,1 0,-1-1,0 0,1 0,-1-1,0 0,0 0,0 0,0-1,0 0,-1-1,1 1,-1-1,0-1,0 1,0-1,-1 0,1 0,-1-1,0 1,-1-1,0 0,0 0,0-1,0 1,-1-1,0 0,-1 0,0 0,0 0,0-1,0-5,-2 5,0 0,-1 0,0-1,0 1,-1 1,0-1,-1 0,1 0,-2 1,1-1,-1 1,0 0,0 0,-1 1,0-1,0 1,-1 0,1 0,-3 0,5 2,-1 1,0 0,0 0,-1 0,1 0,-1 1,1 0,-1 0,0 0,1 0,-1 1,0-1,0 2,0-1,-1 0,1 1,0 0,0 0,0 0,0 1,0 0,0 0,0 0,0 1,0-1,0 1,1 0,-1 0,1 1,-3 1,1 1,1-1,0 1,0 0,1 0,-1 0,1 1,0 0,1-1,-1 1,1 1,0-1,1 0,0 1,0-1,0 1,1 0,-1 0,2-1,-1 1,1 0,0 0,0 0,1 0,0 0,0-1,1 1,0 0,0-1,0 1,1-1,0 0,0 0,2 3,16 18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9.6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277 15,'-14'-4,"-13"-3,-9 4,-6 8,-1 11,3 11,7 12,8 12,12 8,9 7,6-7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39.88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1,'2'18,"1"13,4 8,4 2,6-2,8-4,5-7,4-8,-1-7,-5-6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41.7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331 432,'-7'-3,"1"0,-1 0,0 1,-1 0,1 0,0 0,-1 1,1 0,0 1,-1-1,1 2,-1-1,1 1,-1 0,1 0,0 1,-1 0,1 0,0 1,0 0,1 0,-1 1,1 0,-1 0,-4 4,-2 2,1 1,1 0,0 0,1 1,0 0,0 1,1 0,1 0,1 1,0 1,0-1,1 1,1 0,1 0,0 0,1 1,0 1,3-14,-1 1,0-1,1 0,0 1,0-1,0 1,1-1,-1 0,1 1,-1-1,1 0,0 1,0-1,1 0,-1 0,1 0,-1 0,1 0,0-1,0 1,0 0,1-1,-1 1,1-1,-1 0,1 0,0 0,0 0,-1 0,1-1,1 1,-1-1,0 0,0 0,0 0,1 0,-1-1,0 1,1-1,-1 0,1 0,-1 0,3-1,10-2,-1-2,1 0,-1 0,0-2,0 0,-1 0,0-2,-1 0,1 0,-2-1,1-1,-1 0,-1 0,0-2,1-2,9-9,-2-1,-1 0,-1-1,-2-1,0-1,-2-1,-1 1,-1-2,-1 0,-2 0,-1 0,-1-1,-2 0,-1 0,-2-1,-1 1,-1-3,-17-65,17 97,1 1,0 0,0 0,0-1,-1 1,1 0,-1 0,1-1,-1 1,0 0,1 0,-1 0,0 0,0 0,1 0,-1 0,0 0,0 0,0 0,0 0,-1 1,1-1,0 0,0 1,0-1,0 1,-1-1,1 1,0 0,-1-1,1 1,0 0,-1 0,1 0,0 0,-1 0,1 0,0 0,0 1,-1-1,1 0,0 1,0-1,-1 1,1-1,0 1,0 0,0-1,0 1,0 0,0 0,0 0,0 0,0 0,0 0,0 0,1 0,-1 0,0 0,-10 16,1 0,1 1,1-1,0 2,1-1,1 1,1 0,-3 18,-2 0,1 0,2 1,1 0,2 0,2 0,1 1,2-1,2 0,2 1,2 3,-5-32,1-1,0 0,1 1,0-1,0-1,1 1,0-1,1 0,0 0,0 0,0-1,1 0,0 0,1-1,0 0,-1 0,2-1,-1 0,1 0,0-1,0 0,0-1,0 0,0 0,1-1,0 0,-1-1,1 0,0 0,1-1,9-1,0-1,0-1,0-1,0-1,-1-1,0 0,0-2,0 0,-1-1,0 0,-1-2,0 0,-1-1,0-1,-1 0,0-1,-1-1,7-10,-15 18,-1 1,0-1,0-1,-1 1,1-1,-2 0,1 1,-1-2,-1 1,1 0,0-7,-4 15,1 1,0-1,0 1,-1-1,1 1,-1-1,1 0,0 1,-1-1,1 0,-1 1,1-1,-1 0,1 0,-1 1,1-1,-1 0,1 0,-1 0,1 0,-1 0,0 0,1 0,-1 0,1 0,-1 0,1 0,-1 0,1 0,-1 0,1 0,-1 0,1-1,-1 1,1 0,-1 0,1-1,-1 1,1 0,-1-1,1 1,-1 0,1-1,0 1,-1-1,1 1,0-1,0 1,-1-1,1 1,0-1,0 1,0-1,-1 1,1-1,0 1,0-1,0 1,0-1,0 0,-5 10,0 0,1 0,0 0,1 0,0 1,0 0,1-1,1 1,-1 0,1 0,1 0,0 0,0 0,1 0,0 0,3 6,-3-10,1-1,0 0,1 0,-1 0,1 0,0-1,0 1,1-1,-1 0,1 0,0 0,0 0,0 0,1-1,-1 0,1 0,0 0,0 0,0-1,0 0,0 0,0-1,1 1,-1-1,0 0,4 0,4 1,-1-2,1 1,0-1,0-1,0 0,-1-1,1-1,-1 0,1 0,-1-1,0-1,-1 1,0-1,0-1,-1 0,1 0,-2-1,1 0,-1-1,0 0,0-1,-1 0,0 0,-1 0,0-1,0 0,-1-1,-1 1,0-1,0 0,-1-1,0 1,-1-1,0 1,1-13,-5 24,1 0,0 0,0 0,0 0,-1 0,1 0,0 0,0 0,0 0,0 0,-1 0,1 0,0 0,0 0,0 0,0 0,-1 0,1 0,0 0,0 0,0-1,0 1,-1 0,1 0,0 0,0 0,0 0,0 0,0-1,-8 25,5-13,-1 0,1 1,1 0,0-1,1 1,0 0,1 0,0 0,1 0,0 0,1-1,1 1,-1 0,2-1,0 0,0 0,1 0,0 0,1-1,0 0,1 0,0 0,0-1,1 0,0 0,1-1,0 0,1 0,0-3,0 0,1 0,0-1,0-1,1 1,-1-2,0 0,1 0,0-1,-1 0,1-1,0 0,-1-1,1-1,-1 0,1 0,-1-1,0 0,0-1,8-4,-1 0,0-1,0-1,-1 0,-1-2,0 0,0 0,-1-2,-1 0,0 0,-1-1,8-13,-1-4,-2-1,-1 0,10-33,-13 33,-3 10,-11 23,0 0,0 1,0-1,0 0,-1 1,1-1,0 0,0 1,0-1,0 0,0 1,0-1,0 0,1 1,-1-1,0 0,0 1,0-1,0 0,0 1,0-1,1 0,-1 0,0 1,0-1,0 0,1 0,-1 1,0-1,0 0,1 0,-1 0,0 1,0-1,1 0,-1 0,0 0,1 0,-1 0,0 0,1 1,-1-1,0 0,1 0,-1 0,0 0,1 0,-1 0,0 0,1-1,-1 1,0 0,1 0,-1 0,1 0,-2 268,1-160,3-5,-4-1,-5 1,-4-1,-5-1,-4 0,-13 30,28-117,-1-1,0-1,-1 1,0-1,-1 0,0 0,-5 6,11-17,0 0,1 0,-1 0,0 0,0 0,1-1,-1 1,0 0,0 0,0 0,0-1,0 1,0 0,0-1,-1 1,1-1,0 0,0 1,0-1,0 0,-1 0,1 1,0-1,0 0,-1 0,1 0,0 0,0-1,0 1,-1 0,1-1,0 1,0 0,0-1,0 1,0-1,0 0,-1 1,-24-44,16 7,1-1,1-1,3 1,-1-37,4 51,-26-560,28 553,-2 4,2 0,2 0,0 0,1 1,2-1,1-3,-5 28,-1-1,1 0,0 0,0 1,0-1,0 1,0-1,0 1,1-1,-1 1,1 0,-1 0,1-1,0 1,0 0,0 1,0-1,1 0,-1 1,0-1,1 1,-1 0,1-1,-1 1,1 0,0 1,-1-1,1 0,0 1,-1 0,1-1,0 1,0 0,0 0,0 1,13 2,1 2,-1 0,0 1,0 0,-1 1,0 1,3 3,4 0,10 6,172 104,-152-73,-51-46,1-1,-1 1,0 0,0-1,0 1,0 0,0-1,-1 1,1 0,0 0,-1 0,1 0,-1 0,0 0,0 0,0 0,0 0,0-1,0 1,0 0,-1 0,1 0,-1 0,1 0,-1 0,0 0,1-1,-1 1,0 0,0-1,-1 1,1 0,0-1,-6 5,0-1,-1 0,1 0,-1-1,0 0,0-1,0 1,-1-2,1 1,-1-1,1 0,-1-1,0 0,0 0,0-1,0 0,1-1,-1 0,-2-1,-24-12,35 14,-1-1,1 1,-1 0,1-1,0 1,-1-1,1 1,0-1,-1 1,1-1,0 1,-1-1,1 1,0-1,0 0,0 1,0-1,0 1,-1-1,1 0,0 1,0-1,0 1,1-1,-1 0,0 1,0-1,0 1,0-1,0 1,1-1,-1 1,0-1,1 0,-1 1,0-1,1 1,-1 0,0-1,1 1,-1-1,1 1,-1 0,1-1,-1 1,1 0,-1-1,1 1,0 0,-1 0,1 0,-1-1,1 1,-1 0,1 0,0 0,0 0,14-5,0 0,1 1,0 1,0 0,0 1,0 1,1 1,3 0,-1-1,13-1,0 1,-1 2,1 1,0 1,0 2,-1 1,0 1,0 2,3 3,-26-8,0 0,-1 0,0 1,0 0,0 1,0-1,-1 1,0 1,0-1,-1 1,4 6,-7-10,0-1,-1 1,1-1,0 0,0 1,1-1,-1 0,0 0,1-1,-1 1,1 0,0-1,-1 0,1 1,0-1,0 0,0 0,0-1,0 1,0-1,0 1,0-1,0 0,0 0,0 0,0-1,0 1,0-1,0 0,0 1,0-1,-1-1,1 1,0 0,0-1,-1 1,1-1,4-3,0 0,0 0,-1-1,0 0,0 0,0 0,0-1,-1 0,0 0,-1 0,0-1,0 1,0-1,-1 0,0 0,-1 0,0-1,0 1,-1-1,1-7,-1 3,0 0,-1 0,-1 0,0 0,0 1,-2-1,1 0,-2 1,1-1,-2 1,0 0,0 0,-5-6,8 13,-1 1,0-1,0 1,0 0,0 0,-1 1,0-1,0 1,1-1,-2 1,1 1,0-1,-1 0,1 1,-1 0,0 0,0 0,0 1,0 0,0 0,0 0,0 0,0 1,0 0,0 0,0 0,0 1,0-1,0 1,0 1,0-1,0 1,-4 1,0 4,1 0,0 0,1 1,-1 0,1 0,1 1,0 0,0 0,1 0,0 1,1 0,0 0,0 0,1 0,0 1,1-1,0 1,1-1,0 1,1 9,-1-15,1 0,0 1,0-1,1 0,0 1,0-1,0 0,0 0,1 0,0 0,0 0,0 0,1-1,-1 1,1-1,0 1,0-1,1 0,0 0,-1 0,1-1,0 1,1-1,-1 0,0 0,1-1,0 1,0-1,3 1,28 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42.1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217 1,'-10'1,"-1"0,1 1,0 0,0 0,1 1,-1 1,0-1,1 2,0-1,0 1,0 1,1-1,0 2,0-1,0 1,1 0,0 0,0 1,1 0,0 1,0-1,1 1,0 0,1 0,0 1,0-1,1 1,-2 7,6-6,0 1,0-1,2 0,-1 0,1 1,1-2,0 1,0 0,1-1,0 0,1 0,0 0,1-1,0 0,0 0,1-1,0 0,8 6,41 56,-44-49,-2 2,0-1,-2 1,0 1,-2-1,2 13,5 14,-11-41,-1-1,1 0,1 0,-1 0,1 0,1-1,-1 1,1-1,1 0,-1 0,1-1,0 0,1 0,-1 0,1-1,0 0,1 0,-1-1,1 0,0 0,6 2,20 3,1-1,-1-2,1-1,1-2,-1-1,0-2,3-2,-38 2,277-11,-146 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42.6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0 365,'275'-306,"-217"248,-58 58,-1 0,1 1,0-1,0 0,-1 1,1-1,0 1,0-1,0 1,-1-1,1 1,0-1,0 1,0-1,0 1,0-1,0 0,0 1,0-1,0 1,0-1,0 1,1-1,-1 1,0-1,0 1,0-1,0 1,1-1,-1 0,0 1,1-1,-1 1,0-1,1 0,-1 1,0-1,1 0,-1 0,0 1,1-1,-1 0,1 0,-1 0,1 1,-1-1,1 0,-1 0,1 0,-1 0,1 0,-1 0,0 0,1 0,-1 0,1 0,-1 0,1 0,-1 0,1 0,-1-1,1 1,-1 0,1 0,-1 0,0-1,1 1,-1 0,1-1,-1 1,-30 231,-22 157,42-328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42.9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39,'20'-2,"19"-1,13 0,12 1,9 0,5-1,-1-3,-5-3,-14 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43.1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30,'-2'-14,"-1"1,3 11,5 15,9 16,11 16,11 10,12 6,-2-7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1:43.3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1,'-9'20,"-1"23,8 20,14 18,13 10,10 4,-1-14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2:28.9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2:47.7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53:01.5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6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0,'7'16,"9"19,9 17,6 18,3 15,-2 14,-11 15,-23 12,-36 18,-11-16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8.2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1 294,'46'176,"-42"-159,-3-9,1 1,-1 0,2-1,-1 1,1-1,0 0,1 0,0 0,0 0,1-1,0 0,0 0,1 0,5 6,-9-12,1 0,-1 0,0 0,0 0,0-1,1 1,-1-1,0 1,1-1,-1 0,0 0,1 0,-1 0,0 0,1-1,-1 1,0-1,0 1,1-1,-1 0,0 0,0 0,0 0,0 0,0 0,0-1,0 1,0-1,1-1,42-55,-15-9,-17 104,-12-32,1 0,-1 0,1-1,0 1,0-1,0 1,1-1,-1 0,1 0,0 0,0-1,1 1,-1 0,1-1,-1 0,1 0,0 0,1-1,-1 1,0-1,1 0,-1 0,1 0,-1-1,1 0,0 0,0 0,0 0,-1-1,1 0,0 0,0 0,0 0,0-1,2 0,5-3,-1 1,1-2,-1 1,0-2,0 1,-1-1,0-1,0 0,0-1,-1 1,0-2,3-3,-2 2,-9 10,-1 0,1-1,-1 1,1-1,0 1,-1 0,1 0,-1-1,1 1,0 0,-1 0,1 0,0-1,-1 1,1 0,0 0,-1 0,1 0,0 0,-1 1,1-1,0 0,-1 0,1 0,0 1,-1-1,1 0,-1 0,1 1,0-1,-1 1,1-1,-1 0,1 1,-1-1,1 1,-1-1,0 1,1 0,-1-1,0 1,1-1,-1 1,0 0,1-1,-1 1,0 0,0-1,0 1,0 0,0-1,0 1,0 0,0-1,0 1,0 0,0-1,0 1,0 0,-1-1,1 1,0-1,-1 1,1 0,0-1,-1 1,1-1,0 1,3 18,-2-17,0 0,0 1,0-1,0 0,1 0,-1 0,1 0,0 0,-1 0,1-1,0 1,0 0,0-1,0 0,0 1,1-1,-1 0,0 0,0 0,1 0,-1-1,1 1,-1-1,1 1,-1-1,1 0,-1 0,1 0,-1 0,1 0,-1-1,1 1,-1-1,0 0,1 0,-1 1,0-2,1 1,-1 0,0 0,0-1,0 1,0-1,0 1,0-1,-1 0,1 0,0 0,-1 0,0 0,1 0,-1-1,2-1,-1 0,1 0,-1 0,0 0,-1 0,1 0,-1-1,1 1,-1-1,-1 1,1-1,-1 1,1-1,-1 1,-1-1,1 1,-1-1,1 1,-1-1,-1 1,1 0,0-1,-1 1,0 0,0 0,0 0,-1 0,1 1,-1-1,-1 0,2 3,-1 1,1-1,-1 1,1 0,-1 0,1 0,-1 0,1 0,-1 1,1-1,0 1,-1-1,1 1,-1 0,1 0,0 0,0 0,0 1,-1-1,1 1,0-1,1 1,-1-1,0 1,0 0,1 0,-1 0,1 0,0 0,-1 1,-12 16</inkml:trace>
  <inkml:trace contextRef="#ctx0" brushRef="#br0" timeOffset="340.09">896 428,'0'-427,"-1"525,-1-17,3-1,4 1,11 54,-15-123,1-1,0 1,0-1,1 0,1 1,0-2,0 1,1 0,0-1,1 0,0 0,1-1,0 1,1-1,-1-1,2 0,-1 0,1 0,0-1,1 0,0-1,9 5,4-5</inkml:trace>
  <inkml:trace contextRef="#ctx0" brushRef="#br0" timeOffset="599.391">803 241,'5'4,"17"5,23-1,24 0,21-2,-4-2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3.9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125 0,'-3'10,"0"1,1 0,1-1,0 1,1 0,0 0,0-1,1 1,0 0,1-1,0 1,1-1,0 1,1-1,0 0,1 0,0-1,0 1,1-1,0 0,1-1,-1 0,2 0,-1 0,1-1,0 0,1 0,0-1,0 0,0-1,1 0,0 0,0-1,0 0,0-1,0 0,5 0,-2 0,0 0,1-1,0 0,-1-1,1 0,0-1,-1-1,1-1,-1 1,1-2,7-2,-15 3,0 0,1 0,-1-1,-1 0,1 0,0 0,-1-1,0 0,0 0,0 0,0-1,0 1,-1-1,0 0,0-1,0 1,-1-1,0 1,0-1,0 0,-1 0,0 0,0 0,1-7,-1 5,-1 0,1 0,-1 0,-1 0,0 0,0 0,0 0,-1 0,0 1,-1-1,0 0,0 0,0 1,-1-1,0 1,-3-5,5 11,1 1,0-1,-1 0,1 1,0-1,-1 1,1-1,-1 1,1-1,0 1,-1-1,0 1,1 0,-1-1,1 1,-1 0,1-1,-1 1,0 0,1 0,-1-1,0 1,1 0,-1 0,0 0,1 0,-1 0,0 0,1 0,-1 0,0 0,1 0,-1 0,0 1,1-1,-1 0,1 0,-1 1,0-1,1 0,-1 1,1-1,-1 1,1-1,-1 1,1-1,-1 1,1-1,0 1,-1-1,1 1,0-1,-1 1,1 0,0 0,-14 39,7 29,2 0,3 0,3 1,4-1,2 2,13 136,-2-58,-8 1,-6-1,-9 66,3-186,-1 1,-1 0,-1-1,-2 0,-1 0,-1-1,-2 0,0 0,-2-1,-1-1,-13 18,24-39,0-1,0 1,0-1,-1 0,0 0,0 0,0-1,0 1,0-1,-1 0,0 0,1 0,-1-1,0 0,0 0,-1 0,1 0,0-1,0 0,-1 0,1 0,-1-1,1 0,-1 0,1 0,-1-1,1 0,0 0,-5-1,-4-6,1 0,-1-1,2 0,-1-1,2-1,-1 0,1 0,1-1,0-1,1 0,0 0,1 0,-4-10,-18-28,2-1,3-1,2-2,2 0,-5-25,24 74,0 0,0-1,0 1,1 0,-1-1,1 1,1-1,0 1,0-1,0 1,0-1,1 1,0-1,1 1,-1-1,1 1,1 0,-1 0,1 0,0 0,0 0,1 1,-1-1,5-3,2 1,1 1,0 0,0 1,1 0,-1 1,1 0,0 1,1 0,7-1,176-39,-98 25</inkml:trace>
  <inkml:trace contextRef="#ctx0" brushRef="#br0" timeOffset="1791.982">1060 1137,'-16'9,"-12"12,-8 16,-5 18,-2 18,4 16,6 12,9 7,11 0,12-6,13-11,11-13,9-14,-1-19</inkml:trace>
  <inkml:trace contextRef="#ctx0" brushRef="#br0" timeOffset="2145.123">1153 1618,'-2'9,"1"-1,-1 1,2 0,-1 0,1 0,0 0,1-1,0 1,1 0,-1 0,2-1,-1 1,1-1,1 0,-1 1,1-2,1 1,-1 0,1-1,1 0,0 0,-1 0,2-1,-1 0,1 0,0-1,0 0,5 3,-9-6,1-1,0 1,-1-1,1 1,0-1,-1 0,1-1,0 1,0-1,0 0,0 1,0-2,-1 1,1 0,0-1,0 0,0 0,-1 0,1 0,0 0,-1-1,1 0,-1 0,0 0,1 0,-1 0,0-1,0 1,0-1,-1 0,1 0,-1 0,1 0,-1 0,0 0,0-1,0 0,2-6,0 0,-1 0,0 0,0-1,-1 1,0-1,-1 1,0-1,-1 0,0 1,-2-9,2 14,-1 0,1 0,-1 1,0-1,-1 0,1 1,-1-1,0 1,0 0,0 0,-1-1,1 2,-1-1,0 0,0 0,0 1,-1 0,1-1,-1 1,0 1,0-1,0 0,0 1,0 0,-1 0,1 0,-2 0,3 2,0-1,0 1,0-1,0 1,0 0,0 0,0 0,0 1,0-1,0 1,0 0,0 0,0 0,0 0,0 0,0 0,1 1,-1-1,1 1,-1 0,1 0,-1 0,1 0,0 0,0 1,0-1,0 1,-36 75,28-39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1.7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255 1,'4'89,"3"0,9 23,-4-24,21 207,-12 1,-13 0,-22 160,-113 869,98-960,-51 483,78-830,-3 31,-3 0,-1-1,-3 0,-10 25,22-72,0 0,0 0,-1 0,1 0,0 0,0-1,0 1,0 0,-1 0,1 0,0 0,-1-1,1 1,-1 0,1 0,-1-1,1 1,-1 0,0-1,1 1,-1-1,0 1,1-1,-1 1,0-1,1 1,-1-1,0 0,0 1,0-1,0 0,1 0,-1 1,0-1,0 0,0 0,0 0,0 0,0 0,1 0,-1 0,0-1,0 1,0 0,0 0,1-1,-1 1,0-1,0 1,1 0,-1-1,0 1,0-1,1 0,-1 1,1-1,-1 1,0-1,1 0,-1 0,1 1,0-1,-1 0,1 0,0 0,-1 1,1-1,-4-12,1 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6.3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0,'7'172,"18"89,-16-183,17 162,86 942,-97-859,-14 1,-24 135,-12-105,-17 251,49-565,2-1,1 1,2-1,2 1,1-1,3 0,0-1,8 16,-14-49,-1-5,-1 1,1-1,-1 0,1 1,-1-1,1 0,-1 1,0-1,1 0,-1 1,1-1,-1 1,0-1,1 1,-1-1,0 1,1-1,-1 1,0-1,0 1,0-1,1 1,-1 0,0-1,0 1,0-1,0 1,0 0,0-1,0 1,0-1,0 1,0-1,-1 1,1 0,0-1,0 1,-1-1,1 1,0-1,0 1,-1-1,1 1,-1-1,1 1,0-1,-1 0,1 1,-1-1,1 0,-1 1,1-1,-1 0,1 0,-1 1,1-1,-1 0,0 0,1 0,-1 0,1 0,-1 1,-16-17,11 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4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28,'9'15,"10"13,8 11,9 5,8 4,2 3,3 0,-2-2,-3-3,-8-4,-10-9</inkml:trace>
  <inkml:trace contextRef="#ctx0" brushRef="#br0" timeOffset="263.162">414 0,'-18'7,"-15"9,-9 13,-7 14,-3 9,0 9,2 4,7 1,9-4,10-8,9-14</inkml:trace>
  <inkml:trace contextRef="#ctx0" brushRef="#br0" timeOffset="474.599">535 455,'3'6,"1"0,0 0,1-1,-1 1,1-1,0 0,0 0,1-1,-1 0,1 0,0 0,0-1,1 1,-1-2,1 1,-1-1,1 1,0-2,0 1,0-1,0 0,0-1,0 0,0 0,0 0,0-1,0 0,0 0,0-1,-1 0,1 0,3-2,-2 2,0-1,0 0,0 0,-1-1,0 0,1-1,-2 1,1-1,0-1,-1 1,0-1,0 0,-1-1,0 1,0-1,0 0,-1 0,0-1,-1 1,1-1,-1 0,-1 0,1 0,-1-4,-2 8,0 1,-1-1,1 1,-1-1,0 1,0 0,-1-1,1 1,0 0,-1 0,0 0,0 0,0 0,0 0,0 1,-1-1,1 1,-1 0,0-1,1 1,-1 0,0 1,0-1,-1 0,1 1,-1-1,-4-1,-1 0,1 0,-1 1,0 0,0 0,0 1,0 0,0 1,-6 0,4 1,0 1,0 0,0 1,1 0,-1 0,1 1,-1 1,1 0,1 0,-5 3,-12 10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3.8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14,'14'18,"13"15,12 12,5 8,3 5,-1 2,0-1,-4-5,-7-8,-7-9,-9-8,-6-15,-7-8</inkml:trace>
  <inkml:trace contextRef="#ctx0" brushRef="#br0" timeOffset="251.568">281 1,'-14'20,"-8"21,-8 14,-4 12,1 6,0 2,1-4,5-5,6-16</inkml:trace>
  <inkml:trace contextRef="#ctx0" brushRef="#br0" timeOffset="530.181">682 201,'-7'16,"-4"16,-5 15,0 12,1 13,0 10,3 6,3-11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2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1,'7'15,"6"15,9 10,9 8,8 5,9 4,6 0,0 0,-2-3,-6-4,-7-6,-12-5,-12-10,-8-10</inkml:trace>
  <inkml:trace contextRef="#ctx0" brushRef="#br0" timeOffset="260.863">337 67,'-7'0,"-4"7,-5 13,-7 18,-11 17,-10 14,-7 10,-5 4,4-3,9-16</inkml:trace>
  <inkml:trace contextRef="#ctx0" brushRef="#br0" timeOffset="555.529">644 374,'12'-4,"0"1,1-1,-1 2,1 0,-1 0,1 1,0 1,0 0,1 1,-12-1,1 0,-1 1,1-1,-1 1,0 0,1 0,-1 0,0 0,1 0,-1 0,0 0,0 1,0-1,0 1,0 0,-1-1,1 1,0 0,-1 0,1 0,-1 0,0 1,0-1,0 0,0 0,0 1,0-1,-1 1,1-1,-1 0,1 1,-1-1,0 1,0-1,0 1,0-1,-1 1,1-1,-1 1,1-1,-1 1,-41 97,-16-16,41-61,0 0,2 2,0-1,2 2,-9 23,21-47,0 0,0 1,1-1,-1 1,0-1,1 1,0 0,-1-1,1 1,0-1,0 1,1 0,-1-1,0 1,1-1,0 1,-1-1,1 1,0-1,0 1,0-1,1 0,-1 0,1 1,-1-1,1 0,0 0,-1-1,1 1,0 0,0-1,1 1,-1-1,0 1,0-1,1 0,-1 0,1 0,-1 0,1-1,1 1,16 3,1-1,-1-1,1-1,0 0,0-2,0-1,-1 0,1-2,2-1,-10 3,173-31,-107 19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7.3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0,'9'16,"17"6,22-2,23-6,20-8,13-7,7-6,-16-1</inkml:trace>
  <inkml:trace contextRef="#ctx0" brushRef="#br0" timeOffset="3387.376">388 107,'16'0,"10"0,7 0,7 0,3 0,5 0,-1 0,2 0,-1 3,-1 0,-10-1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17.1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0,'15'5,"20"1,17 0,16-1,9-2,6-1,0-1,-5 0,-9 1,-16 1</inkml:trace>
  <inkml:trace contextRef="#ctx0" brushRef="#br0" timeOffset="3098.374">615 41,'2'0,"6"2,6 1,4 0,7-1,6 0,4-1,3-1,0 1,-5-4,-5 0,-10 0,-12 3,-8 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8.5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1,'10'16,"9"17,8 11,9 12,7 9,6 3,1 0,-1-2,-4-6,-6-9,-8-10,-11-13</inkml:trace>
  <inkml:trace contextRef="#ctx0" brushRef="#br0" timeOffset="261.125">313 28,'-14'12,"-8"14,-8 17,-4 13,0 12,-1 8,-1 4,0-2,5-7,7-8,8-16</inkml:trace>
  <inkml:trace contextRef="#ctx0" brushRef="#br0" timeOffset="441.3">594 456,'2'-18,"3"-13,1-6,0-1,-2 4,-2 5,-2 8,-5 11,-1 18,1 17,1 20,1 14,1 12,3 7,4 4,1-12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27.3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1,'16'20,"14"16,12 12,7 7,5 8,-1 0,-2 0,-5-2,-6-7,-7-8,-10-12</inkml:trace>
  <inkml:trace contextRef="#ctx0" brushRef="#br0" timeOffset="184.506">335 1,'-20'9,"-12"14,-7 17,-3 16,0 11,3 9,9 4,8-2,9-14</inkml:trace>
  <inkml:trace contextRef="#ctx0" brushRef="#br0" timeOffset="477.314">589 361,'3'-2,"0"-2,1 1,-1 0,0-1,1 2,-1-1,1 0,0 1,0 0,0-1,0 2,1-1,-1 0,0 1,1 0,-1 0,1 0,0 1,-1-1,1 1,-1 0,4 1,-6 1,0 0,0 0,0 1,0-1,-1 0,1 1,-1 0,0-1,0 1,0 0,0-1,0 1,-1 0,1 0,-1 0,1 0,-1 0,0 0,-1 0,1 0,0-1,-1 1,1 0,-1 0,0 0,-1 1,-6 25,-1 0,-1 0,-2-2,-8 14,7-14,1-1,1 2,2-1,-6 28,14-52,0 0,0 0,0 0,1 0,0 0,0 0,-1 1,2-1,-1 0,0 0,1 0,-1 0,1 0,0 0,0 0,0 0,1 0,-1-1,0 1,1 0,0-1,0 1,0-1,0 1,0-1,0 0,1 0,-1 0,1 0,-1-1,1 1,0 0,-1-1,1 0,0 0,2 1,14 2,1-1,-1-1,1-1,0 0,-1-1,1-2,0 0,-1-1,17-4,-26 5,85-16,-6-2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0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10,'25'2,"24"1,24 0,21-1,16-2,10-4,3-4,-19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0.0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0,'16'16,"14"15,11 12,9 14,5 7,4 8,-2 0,-3-3,-7-4,-7-9,-8-9,-9-13</inkml:trace>
  <inkml:trace contextRef="#ctx0" brushRef="#br0" timeOffset="164.558">415 67,'-16'2,"-9"11,-8 13,-5 17,-1 16,3 13,4 6,5 3,8-2,7-10,5-16</inkml:trace>
  <inkml:trace contextRef="#ctx0" brushRef="#br0" timeOffset="471.432">616 549,'0'12,"1"0,0 1,0-1,1 0,1 0,0 0,1-1,0 1,5 8,-8-17,1 1,0-1,1 1,-1-1,0 0,1 0,0 0,0 0,0 0,0-1,0 1,0-1,1 0,-1 0,1 0,0 0,-1-1,1 1,0-1,0 0,0 0,0-1,0 1,0-1,0 0,0 0,0 0,0 0,0-1,3 0,1-1,1-1,-1 0,0 0,0-1,0 1,-1-2,1 1,-1-1,0-1,0 1,0-1,-1 0,0 0,0-1,-1 0,0 0,0 0,0-1,-1 0,-1 1,2-3,-3 4,0 0,1 0,-2 0,1 0,-1 0,0-1,0 1,-1 0,1-1,-1 1,-1-1,0 1,1 0,-2-1,1 1,-1 0,0 0,0 0,-1 0,0 0,0 1,0-1,0 1,-1 0,0 0,0 0,-1 0,1 1,-2-1,-2-1,0 1,0 0,-1 1,0-1,1 2,-1-1,-1 1,1 1,0 0,-1 0,1 1,-1 0,0 0,1 1,-1 1,0-1,1 2,-1-1,1 1,-1 1,1-1,-3 3,-28 10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1.8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0,'50'258,"12"230,-34 696,-27-586,81 1154,-40-1156,-39-573,4-39,-5-16,1-5</inkml:trace>
  <inkml:trace contextRef="#ctx0" brushRef="#br0" timeOffset="738.606">575 829,'12'16,"10"14,10 14,12 10,7 8,4 2,2 0,-5-5,-5-6,-10-6,-8-12,-10-12</inkml:trace>
  <inkml:trace contextRef="#ctx0" brushRef="#br0" timeOffset="1006.751">830 803,'-14'13,"-8"17,-9 16,-2 14,-1 10,4 8,4-1,4-5,7-7,5-15</inkml:trace>
  <inkml:trace contextRef="#ctx0" brushRef="#br0" timeOffset="1271.043">1217 1003,'27'-7,"0"2,0 0,0 2,1 1,16 1,-41 1,0-1,0 1,0-1,0 1,0 0,0 0,0 1,0-1,1 1,-1-1,0 1,0 0,-1 0,1 0,0 0,0 1,0-1,-1 1,1 0,-1 0,1 0,-1 0,0 0,0 0,0 1,0-1,0 1,0-1,-1 1,1 0,-1-1,0 1,0 0,0 0,0 0,0 0,-1 0,1 0,-1 1,0-1,0 0,0 1,-4 9,-1 0,0 0,-1-1,-1 0,1 0,-2 0,0-1,0 0,-1-1,0 0,-8 6,-163 166,177-180,2-1,-1 0,1 0,-1 0,1 0,-1 0,1 0,0 0,0 1,-1-1,1 0,0 1,0-1,0 1,1-1,-1 1,0 0,0-1,1 1,-1 0,1-1,0 1,-1 0,1 0,0 0,0-1,0 1,0 0,0 0,1-1,-1 1,1 0,-1 0,1-1,-1 1,1 0,0-1,0 1,0-1,0 1,0-1,0 1,8 1,0-1,0 0,0 0,0-1,0 0,1 0,-1-1,0-1,0 1,1-1,-1-1,6-1,2 0,123-21,-79 11</inkml:trace>
  <inkml:trace contextRef="#ctx0" brushRef="#br0" timeOffset="2240.265">522 428,'18'2,"20"1,19 0,19-5,15-5,10-3,-2 0,-17 2</inkml:trace>
  <inkml:trace contextRef="#ctx0" brushRef="#br0" timeOffset="2941.09">416 2340,'6'16,"10"10,11 7,10 4,7 6,7 2,0 1,-2 0,-4 1,-7-4,-11-5,-9-9</inkml:trace>
  <inkml:trace contextRef="#ctx0" brushRef="#br0" timeOffset="3221.446">763 2380,'-13'-9,"-10"-1,-7 9,-4 12,-2 15,3 13,1 13,5 5,5 5,6 1,5-4,5-11</inkml:trace>
  <inkml:trace contextRef="#ctx0" brushRef="#br0" timeOffset="3893.911">1043 2580,'-2'9,"-1"13,0 13,1 12,0 12,1 7,3 7,1 1,0-11</inkml:trace>
  <inkml:trace contextRef="#ctx0" brushRef="#br0" timeOffset="4450.893">482 3810,'0'16,"7"15,7 12,9 12,14 6,8 6,9 1,3-1,0 0,-4-5,-8-7,-9-9,-12-14</inkml:trace>
  <inkml:trace contextRef="#ctx0" brushRef="#br0" timeOffset="4707.724">856 3930,'-18'-2,"-11"6,-6 14,-8 17,-2 19,-1 16,3 9,4 6,7-1,8-5,12-14,13-18,7-17</inkml:trace>
  <inkml:trace contextRef="#ctx0" brushRef="#br0" timeOffset="4970.054">1004 4426,'-4'10,"1"1,0 0,0 1,1-1,1 0,0 1,0-1,1 1,1-1,0 1,1 3,-1-13,0 1,0 0,0-1,0 0,1 1,-1-1,1 0,0 0,-1 0,1 0,0 0,0 0,0 0,0 0,1-1,-1 1,0-1,1 0,-1 0,1 0,-1 0,1 0,0 0,-1-1,1 1,0-1,-1 0,1 0,1 0,78-17,-71 11,1 0,-1 0,-1-1,1-1,-1 0,0 0,-1-1,0 0,-1-1,8-10,-12 15,-1 1,0-1,0 0,-1 0,1-1,-1 1,0 0,-1-1,1 1,-1-1,0 0,0 1,-1-1,0 0,0 0,0 1,-1-1,1 0,-2 1,1-1,0 0,-1 1,0 0,0-1,-2-1,1 2,0 0,-1 0,1 1,-1 0,0 0,0 0,0 0,0 1,-1-1,0 1,0 0,1 0,-2 1,1 0,0 0,0 0,-1 0,1 1,-1 0,1 0,-1 0,0 1,1 0,-1 0,0 0,1 1,-1 0,1 0,-1 0,1 1,-1-1,1 1,0 1,0-1,0 1,0 0,0 0,1 0,-4 4,-37 49,31-29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37.8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14,'40'164,"-8"1,10 156,-17 745,-17-287,52 53,0 11,-41-429,-18-390,2-1,0 0,2 1,1-2,6 17,-11-36,0 0,0 0,0 0,0 0,1-1,0 1,-1 0,1-1,0 0,0 1,0-1,1 0,-1 0,0 0,1 0,-1 0,1-1,0 1,0-1,-1 0,1 0,0 0,0 0,0 0,3 0,28-4</inkml:trace>
  <inkml:trace contextRef="#ctx0" brushRef="#br0" timeOffset="1576.597">549 455,'16'0,"14"5,11 10,11 12,4 12,3 12,-3 8,-3 5,-6 2,-7-3,-8-6,-7-9,-8-13</inkml:trace>
  <inkml:trace contextRef="#ctx0" brushRef="#br0" timeOffset="1856.918">977 496,'-14'4,"-13"11,-14 14,-8 14,-6 10,0 8,5 5,11 1,12-5,12-9,10-12</inkml:trace>
  <inkml:trace contextRef="#ctx0" brushRef="#br0" timeOffset="2139.145">1231 829,'17'-6,"0"0,1 1,-1 1,1 0,0 2,0 0,0 1,16 1,-32 0,1 0,-1 0,0 0,1 1,-1-1,0 1,0-1,1 1,-1 0,0 0,0 0,0 0,0 0,0 0,0 1,0-1,0 1,-1-1,1 1,0 0,-1 0,1 0,-1-1,0 1,0 1,0-1,0 0,0 0,0 0,0 0,-1 1,1-1,-1 0,0 1,0-1,1 0,-2 3,-2 11,0 0,-2-1,0 1,0-1,-2 0,0-1,0 1,-2-1,0 0,-12 23,12-21,-30 76,38-89,0 0,1 0,-1 0,1 0,0 0,0 0,0 0,0 0,1-1,-1 1,1 0,0 0,-1 0,1 0,1 0,-1-1,0 1,1-1,-1 1,1-1,0 1,0-1,0 0,0 0,0 0,0 0,0 0,1 0,-1-1,1 1,0 0,12 3,-1 0,1-1,0 0,0-1,1-1,-1 0,1-1,-1-1,0 0,1-2,8-1,59-7,-5-4</inkml:trace>
  <inkml:trace contextRef="#ctx0" brushRef="#br0" timeOffset="2716.734">603 0,'16'7,"18"5,20-1,19-1,15 0,9-3,1-1,-16-3</inkml:trace>
  <inkml:trace contextRef="#ctx0" brushRef="#br0" timeOffset="3712.117">522 2286,'-5'-9,"0"-1,3 7,11 7,11 10,15 12,10 9,9 6,6 5,2 2,-2 2,-7 0,-8-1,-12-4,-11-5,-9-11</inkml:trace>
  <inkml:trace contextRef="#ctx0" brushRef="#br0" timeOffset="3976.962">830 2314,'-14'6,"-6"12,-3 14,-1 13,0 13,3 9,0 6,1 1,2-3,4-13</inkml:trace>
  <inkml:trace contextRef="#ctx0" brushRef="#br0" timeOffset="4170.382">1150 2460,'-2'14,"-3"15,-3 17,0 15,1 12,2 7,2 7,4 1,1-13</inkml:trace>
  <inkml:trace contextRef="#ctx0" brushRef="#br0" timeOffset="5402.269">749 3477,'16'0,"22"0,23 0,24 0,18-3,16-2,-13-1</inkml:trace>
  <inkml:trace contextRef="#ctx0" brushRef="#br0" timeOffset="4585.851">710 4011,'13'16,"12"14,11 11,8 8,8 7,4 3,-1 0,0-2,-5-7,-7-10,-8-11,-8-10,-8-10</inkml:trace>
  <inkml:trace contextRef="#ctx0" brushRef="#br0" timeOffset="4863.225">1071 3984,'-16'7,"-12"11,-11 12,-7 12,-5 10,-1 6,4 4,6 0,9-5,11-8,14-12,8-13</inkml:trace>
  <inkml:trace contextRef="#ctx0" brushRef="#br0" timeOffset="5158.297">1271 4359,'-1'20,"0"-15,0 1,0-1,1 1,0-1,0 1,0-1,0 1,1-1,0 1,0-1,0 0,1 1,0-1,0 0,0 0,1 0,0 0,-1-1,2 1,-1-1,0 1,1-1,0 0,0-1,0 1,5 3,3-5,-1 0,1-1,0 0,0-1,0 0,0-1,0 0,-1-1,1 0,0-1,-1 0,0-1,0 0,0-1,0 0,-1-1,1 0,-1-1,0 2,-1-1,-1 1,1-2,-1 1,0-1,0-1,-1 1,0-1,-1 0,3-4,-8 9,1 0,0 0,-1 0,1 0,-1 0,0 0,0 0,0-1,0 1,-1-1,1 1,-1 0,0-1,0 1,0-1,0 1,-1 0,0-1,1 1,-1 0,0-1,-1 1,1 0,0 0,-1 0,0 0,0 0,0 0,0 1,0-1,0 0,-1 1,1 0,-10-6,-1 1,0 0,1 1,-2 1,1 0,-1 1,1 0,-1 1,0 1,-1 0,1 1,0 0,0 1,-1 1,1 0,0 1,-1 1,-38 3,8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44.0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1,'13'40,"-3"1,-1 0,-2 0,0 19,-1-11,25 292,-16 1,-16 84,0-256,1-168,19 1363,-7-1032,3 48,30 116,-26-360,-5 1,-7 1,-5 0,-10 48,8-180,2-19,-1 11,3-23</inkml:trace>
  <inkml:trace contextRef="#ctx0" brushRef="#br0" timeOffset="666.618">481 615,'18'21,"16"15,10 13,7 10,2 6,-1 2,-3-3,-8-2,-8-3,-7-7,-9-12</inkml:trace>
  <inkml:trace contextRef="#ctx0" brushRef="#br0" timeOffset="932.045">882 642,'-16'5,"-9"10,-8 19,-5 17,-3 18,1 13,1 7,2 1,8-14</inkml:trace>
  <inkml:trace contextRef="#ctx0" brushRef="#br0" timeOffset="2074.713">1243 1003,'12'-2,"1"0,0 0,0 0,-1 1,1 1,0 0,0 1,0 0,0 1,7 2,-17-3,-1 0,1 1,0-1,-1 0,1 1,-1 0,1-1,-1 1,0 0,0 0,0 0,0 1,0-1,0 0,0 1,-1-1,1 1,-1-1,0 1,0 0,0 0,0 0,0-1,-1 1,1 0,-1 0,0 0,0 0,0 0,0 0,-1 1,-28 88,-100 97,127-186,0-2,0 1,0 0,0 1,0-1,1 0,-1 0,1 1,0-1,-1 1,1-1,0 1,0 0,1-1,-1 1,1 0,-1 0,1-1,0 1,0 0,0 0,0 0,0-1,1 1,-1 0,1-1,0 1,0 0,0-1,0 1,0-1,1 2,3-1,1 0,-1 0,1-1,0 1,0-1,-1 0,1-1,0 1,1-1,-1-1,0 1,0-1,3 0,39 0,0-2,0-2,0-2,13-5,26-6</inkml:trace>
  <inkml:trace contextRef="#ctx0" brushRef="#br0" timeOffset="2458.729">481 282,'21'2,"19"1,23 0,20-1,17 0,9-1,2-1,-18 0</inkml:trace>
  <inkml:trace contextRef="#ctx0" brushRef="#br0" timeOffset="3328.647">455 2246,'-5'16,"6"14,9 10,12 5,14 9,12 2,9 2,6 2,2 0,-3-1,-6-4,-8-5,-9-7,-10-13,-9-10</inkml:trace>
  <inkml:trace contextRef="#ctx0" brushRef="#br0" timeOffset="3577.107">923 2433,'-16'-11,"-10"3,-2 11,-2 18,-2 18,0 19,-2 12,1 11,1 3,1-1,7-7,7-15</inkml:trace>
  <inkml:trace contextRef="#ctx0" brushRef="#br0" timeOffset="3844.661">1150 2688,'0'16,"0"16,0 15,0 8,2 4,6 0,5-2,4-6,-2-8,-4-11</inkml:trace>
  <inkml:trace contextRef="#ctx0" brushRef="#br0" timeOffset="4344.06">374 1965,'18'14,"22"6,23 1,23-4,19-5,11-4,1-4,-19-2</inkml:trace>
  <inkml:trace contextRef="#ctx0" brushRef="#br0" timeOffset="5021.036">575 3997,'11'23,"11"19,11 16,9 11,5 6,5 1,3-3,0-4,-2-6,-5-6,-6-11,-11-13</inkml:trace>
  <inkml:trace contextRef="#ctx0" brushRef="#br0" timeOffset="5272.364">1069 4091,'-20'-2,"-14"8,-10 15,-7 17,-5 16,-1 12,2 6,9 1,12-6,15-10,14-12,8-14</inkml:trace>
  <inkml:trace contextRef="#ctx0" brushRef="#br0" timeOffset="5564.149">1257 4532,'0'10,"9"88,-8-95,0 0,0 0,0 1,1-1,-1 0,1-1,-1 1,1 0,0 0,0-1,1 1,-1-1,0 1,1-1,-1 0,1 0,0 0,0-1,0 1,0-1,0 1,0-1,0 0,0 0,0 0,1-1,1 1,6-1,1-1,-1 0,1-1,-1 0,1-1,-1-1,0 1,0-2,-1 1,1-2,-1 1,0-1,-1-1,1 0,-1 0,-1-1,1 0,-1 0,-1-1,1-1,-4 7,-1-1,0 0,0 0,0 0,0 0,-1 0,0-1,1 1,-2-1,1 1,0-1,-1 0,0 0,0 0,-1 0,1 0,-1 0,0 0,0 0,-1 1,1-1,-1 0,0 0,0 0,-1 0,0 1,0-1,0 1,0-1,0 1,-1 0,0 0,-3-4,-3 2,0 1,-1 1,1-1,-1 1,0 1,0 0,0 1,-1-1,1 2,-1 0,1 0,-1 1,1 0,-1 0,1 2,0-1,-1 1,1 1,0-1,0 2,0 0,0 0,1 0,0 1,0 1,-1 0,-41 29,10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1:50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 0,'-8'72,"2"-1,4 1,3 0,3 0,3-1,5 12,4 62,25 622,-37 249,-5-988,-24 1473,41-830,-13-638,-2-1,-1 1,-2 0,-1-1,-2 0,-1 0,-1 0,-2-1,-1 0,-2 0,-4 6,38-86,-16 27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3:23.8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299 19,'3'-6,"3"-7,-1 20,1 343,29-111,-36 248,-13-203,-12 242,18-182,-11 14,-7 9,12-81,0 89,7 71,0 3,9-276,-2 1719,-5-1772,-4 0,-6-1,-12 37,11-58,4 2,4-1,4 34,-8 296,4-11,-19 14,-3 180,39 63,2 37,-5-58,-7-404,1 1122,-14-1026,1-49,6 55,-12 71,19 272,1-691,-1-3,0 0,1-1,-1 1,0 0,0-1,0 1,0 0,1 0,-1-1,0 1,0 0,0 0,0-1,-1 1,1 0,0-1,0 1,0 0,0 0,-1-1,1 1,0 0,-1-1,1 1,-1-1,1 1,-1 0,1-1,-1 1,1-1,-1 1,1-1,-1 1,0-1,1 0,-1 1,1-1,-1 0,0 1,0-1,-8-5</inkml:trace>
  <inkml:trace contextRef="#ctx0" brushRef="#br0" timeOffset="1">314 1395,'-3'4,"1"-1,1 0,-1 1,0-1,1 1,0-1,0 1,0 0,0-1,0 1,1 0,0 0,0 0,0-1,0 1,0 0,1 0,0 0,0-1,0 1,0 0,0-1,1 1,-1-1,1 0,0 1,0-1,1 0,-1 0,1 0,-1-1,1 1,0 0,0-1,0 0,0 0,0 0,1 0,-1 0,1 0,-2-1,1 0,0 0,-1 0,1 0,0-1,0 1,-1-1,1 0,0 1,0-1,0-1,0 1,0 0,-1-1,1 1,0-1,0 0,0 0,-1 0,1 0,-1 0,1-1,-1 1,1-1,-1 0,0 1,0-1,0 0,0 0,0-1,0 1,0 0,-1-1,1 1,-1-1,0 1,0-1,0 0,0 1,0-1,0 0,-1 0,1 0,-1 1,0-1,0 0,0-1,0 0,0-1,-1 1,1-1,-1 1,0 0,0 0,0 0,-1-1,0 1,1 0,-1 0,-1 1,1-1,0 0,-1 1,0 0,0-1,0 1,0 0,0 0,-1 1,1-1,-1 1,0 0,0 0,0 0,0 0,0 1,0-1,0 1,-1 0,1 0,0 1,-1-1,1 1,0 0,-4 1,4 1,1 0,0 0,0 0,-1 1,2-1,-1 1,0 0,0 0,1 0,0 0,0 1,0-1,0 0,0 1,0 0,1-1,0 1,0 0,0 0,0 0,1-1,-1 1,1 0,0 0,0 0,0 0,1 0,-1 0,1 0,0 0,3-1,-1 0,0 0,1-1,-1 1,1-1,0 0,0 0,0 0,0 0,0-1,1 0,-1 0,0 0,1 0,-1 0,0-1,1 0,-1 0,1 0,-1-1,0 1,1-1,-1 0,0 0,0-1,1 1,0-2,-2 2,0 0,0 0,0-1,-1 1,1-1,-1 0,1 1,-1-1,0 0,0 0,0-1,0 1,0 0,0-1,0 1,-1-1,0 0,1 1,-1-1,0 0,0 0,0 0,-1 0,1 1,-1-1,1 0,-1 0,0 0,0 0,-1 0,1 0,0 0,-1 0,0 0,0 0,0-2,-2-2,1 0,-1 1,0-1,-1 0,1 1,-1 0,0 0,-1 0,0 0,0 1,0 0,0 0,-1 0,-4-3,-41-6,51 14,0 0,1 0,-1 0,0 0,1 0,-1 0,0 0,0 1,1-1,-1 0,0 0,1 0,-1 0,0 1,0-1,1 0,-1 0,0 0,0 1,1-1,-1 0,0 0,0 1,0-1,0 0,1 1,-1-1,0 0,0 1,0-1,0 0,0 1,0-1,0 0,0 1,0-1,0 0,0 1,0-1,0 0,0 1,0-1,0 0,0 0,0 1,-1-1,1 0,0 1,0-1,0 0,-1 0,1 1,0-1,0 0,0 0,-1 1,1-1,0 0,-1 0,1 0,0 0,15 4,0 0,0-2,1 0,-1-1,1 0,0-2,-1 1,1-2,6-1,5 0,58-5,0 3,0 4,1 3,72 13,-128-10,-1-1,0-2,1-1,0-1,-1-1,20-4,11 2,-59 4,0 0,-1 1,1-1,0 0,-1 0,1 0,0 1,-1-1,0 0,1 1,-1-1,0 0,1 1,-1-1,0 0,0 1,0-1,-1 0,1 1,0-1,0 0,-1 1,1-1,0 0,-1 1,0 0,-1 6,-17 148,6 1,9 147,10-260,-4-44</inkml:trace>
  <inkml:trace contextRef="#ctx0" brushRef="#br0" timeOffset="2">928 1957,'11'5,"11"3,11 3,8 0,12-1,10 0,7-4,5 1,1-2,-1-1,-8-1,-11-2,-11-1,-13 3,-13 2,-12 3,-12 2,-5 0</inkml:trace>
  <inkml:trace contextRef="#ctx0" brushRef="#br0" timeOffset="3">888 1997,'1'25,"16"10,3 1,0-2,3-1,0-1,16 15,-26-31,27 36,2-2,3-2,1-2,3-2,52 37,-14-36,-84-44,-1 1,1-1,0-1,0 1,0 0,0-1,0 0,0 1,0-1,0 0,0-1,0 1,0 0,0-1,0 0,0 0,0 0,0 0,-1 0,1 0,0-1,-1 1,1-1,-1 0,1 0,-1 0,0 0,0 0,0 0,1-2,4-10,-1-1,0 0,0 0,-2-1,0 0,0 0,-2 0,0 0,-1 0,0-4,3-24,3-27,4 0,2 1,4 0,5-8,-8 47,-6 19,-3 14</inkml:trace>
  <inkml:trace contextRef="#ctx0" brushRef="#br0" timeOffset="4">1235 2799,'-1'5,"-1"1,1-1,0 0,0 1,1-1,0 1,0-1,0 1,1-1,0 1,0-1,0 0,0 1,1-1,0 0,0 0,0 0,1 0,0 0,0-1,0 1,0-1,1 0,0 0,0 0,0 0,0-1,0 0,1 0,1 1,2 0,0 0,0-1,0 0,1 0,0-1,-1 0,1-1,0 0,0 0,0-1,0 0,0 0,-1-1,1 0,0-1,0 0,-1 0,1-1,-1 0,0 0,0-1,0 0,0-1,5-4,-1 1,-1-1,-1 0,0 0,0-1,0 0,-2-1,1 0,-1 0,-1-1,0 0,0 0,-2-1,1 1,-2-2,3-10,-5 19,0-1,-1 0,0 0,0-1,-1 1,1 0,-1 0,-1 0,1 0,-1 0,0 0,-1 0,1 0,-1 0,0 0,-1 1,1-1,-1 1,0-1,-1 1,1 0,-1 0,0 1,0-1,0 1,-1 0,0 0,0 0,0 1,0-1,0 1,-1 0,1 1,-1 0,0-1,0 2,0-1,0 1,0 0,-5 0,-3 3,0 1,0 0,1 1,0 1,-1 0,1 1,1 0,0 1,0 1,0 0,0 0,2 1,-1 1,1 0,0 0,1 1,0 0,1 0,0 2,0-3,1 1,0-1,1 1,0 1,1-1,1 1,-1 0,2 0,0 1,0-1,1 1,0-1,2 1,-1-1,2 8,5 14</inkml:trace>
  <inkml:trace contextRef="#ctx0" brushRef="#br0" timeOffset="5">1329 2947,'21'121,"-17"-56,-4-1,-2 1,-3 0,-8 35,-5 69,-8 174,24 176,-51-148,52-157,2-108,-5 0,-8 36,6-93,-10 61,5 0,5 15,0 335,-1 35,8-304,-1 299,-13-182,14 104,12-123,-14 1483,-12-1408,5 48,-2 8,2 188,-7-289,14-203,-5 0,-6-1,-7 20,-32 299,33-178,-1-28,-1 65,20 422,-13-595,5 46,2 136,21-168,-8-76,-13-33,-2-12</inkml:trace>
  <inkml:trace contextRef="#ctx0" brushRef="#br0" timeOffset="6">19 15139,'0'2,"0"3,0 3,0 5,3 7,0 7,-1 7,1 8,1 8,0 6,-1 4,-1 0,0-4,-1-8,-1-10,3-13,0-9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3:29.1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299 19,'3'-6,"3"-7,-1 20,1 343,29-111,-36 248,-13-203,-12 242,18-182,-11 14,-7 9,12-81,0 89,7 71,0 3,9-276,-2 1719,-5-1772,-4 0,-6-1,-12 37,11-58,4 2,4-1,4 34,-8 296,4-11,-19 14,-3 180,39 63,2 37,-5-58,-7-404,1 1122,-14-1026,1-49,6 55,-12 71,19 272,1-691,-1-3,0 0,1-1,-1 1,0 0,0-1,0 1,0 0,1 0,-1-1,0 1,0 0,0 0,0-1,-1 1,1 0,0-1,0 1,0 0,0 0,-1-1,1 1,0 0,-1-1,1 1,-1-1,1 1,-1 0,1-1,-1 1,1-1,-1 1,1-1,-1 1,0-1,1 0,-1 1,1-1,-1 0,0 1,0-1,-8-5</inkml:trace>
  <inkml:trace contextRef="#ctx0" brushRef="#br0" timeOffset="1">314 1395,'-3'4,"1"-1,1 0,-1 1,0-1,1 1,0-1,0 1,0 0,0-1,0 1,1 0,0 0,0 0,0-1,0 1,0 0,1 0,0 0,0-1,0 1,0 0,0-1,1 1,-1-1,1 0,0 1,0-1,1 0,-1 0,1 0,-1-1,1 1,0 0,0-1,0 0,0 0,0 0,1 0,-1 0,1 0,-2-1,1 0,0 0,-1 0,1 0,0-1,0 1,-1-1,1 0,0 1,0-1,0-1,0 1,0 0,-1-1,1 1,0-1,0 0,0 0,-1 0,1 0,-1 0,1-1,-1 1,1-1,-1 0,0 1,0-1,0 0,0 0,0-1,0 1,0 0,-1-1,1 1,-1-1,0 1,0-1,0 0,0 1,0-1,0 0,-1 0,1 0,-1 1,0-1,0 0,0-1,0 0,0-1,-1 1,1-1,-1 1,0 0,0 0,0 0,-1-1,0 1,1 0,-1 0,-1 1,1-1,0 0,-1 1,0 0,0-1,0 1,0 0,0 0,-1 1,1-1,-1 1,0 0,0 0,0 0,0 0,0 1,0-1,0 1,-1 0,1 0,0 1,-1-1,1 1,0 0,-4 1,4 1,1 0,0 0,0 0,-1 1,2-1,-1 1,0 0,0 0,1 0,0 0,0 1,0-1,0 0,0 1,0 0,1-1,0 1,0 0,0 0,0 0,1-1,-1 1,1 0,0 0,0 0,0 0,1 0,-1 0,1 0,0 0,3-1,-1 0,0 0,1-1,-1 1,1-1,0 0,0 0,0 0,0 0,0-1,1 0,-1 0,0 0,1 0,-1 0,0-1,1 0,-1 0,1 0,-1-1,0 1,1-1,-1 0,0 0,0-1,1 1,0-2,-2 2,0 0,0 0,0-1,-1 1,1-1,-1 0,1 1,-1-1,0 0,0 0,0-1,0 1,0 0,0-1,0 1,-1-1,0 0,1 1,-1-1,0 0,0 0,0 0,-1 0,1 1,-1-1,1 0,-1 0,0 0,0 0,-1 0,1 0,0 0,-1 0,0 0,0 0,0-2,-2-2,1 0,-1 1,0-1,-1 0,1 1,-1 0,0 0,-1 0,0 0,0 1,0 0,0 0,-1 0,-4-3,-41-6,51 14,0 0,1 0,-1 0,0 0,1 0,-1 0,0 0,0 1,1-1,-1 0,0 0,1 0,-1 0,0 1,0-1,1 0,-1 0,0 0,0 1,1-1,-1 0,0 0,0 1,0-1,0 0,1 1,-1-1,0 0,0 1,0-1,0 0,0 1,0-1,0 0,0 1,0-1,0 0,0 1,0-1,0 0,0 1,0-1,0 0,0 0,0 1,-1-1,1 0,0 1,0-1,0 0,-1 0,1 1,0-1,0 0,0 0,-1 1,1-1,0 0,-1 0,1 0,0 0,15 4,0 0,0-2,1 0,-1-1,1 0,0-2,-1 1,1-2,6-1,5 0,58-5,0 3,0 4,1 3,72 13,-128-10,-1-1,0-2,1-1,0-1,-1-1,20-4,11 2,-59 4,0 0,-1 1,1-1,0 0,-1 0,1 0,0 1,-1-1,0 0,1 1,-1-1,0 0,1 1,-1-1,0 0,0 1,0-1,-1 0,1 1,0-1,0 0,-1 1,1-1,0 0,-1 1,0 0,-1 6,-17 148,6 1,9 147,10-260,-4-44</inkml:trace>
  <inkml:trace contextRef="#ctx0" brushRef="#br0" timeOffset="2">928 1957,'11'5,"11"3,11 3,8 0,12-1,10 0,7-4,5 1,1-2,-1-1,-8-1,-11-2,-11-1,-13 3,-13 2,-12 3,-12 2,-5 0</inkml:trace>
  <inkml:trace contextRef="#ctx0" brushRef="#br0" timeOffset="3">888 1997,'1'25,"16"10,3 1,0-2,3-1,0-1,16 15,-26-31,27 36,2-2,3-2,1-2,3-2,52 37,-14-36,-84-44,-1 1,1-1,0-1,0 1,0 0,0-1,0 0,0 1,0-1,0 0,0-1,0 1,0 0,0-1,0 0,0 0,0 0,0 0,-1 0,1 0,0-1,-1 1,1-1,-1 0,1 0,-1 0,0 0,0 0,0 0,1-2,4-10,-1-1,0 0,0 0,-2-1,0 0,0 0,-2 0,0 0,-1 0,0-4,3-24,3-27,4 0,2 1,4 0,5-8,-8 47,-6 19,-3 14</inkml:trace>
  <inkml:trace contextRef="#ctx0" brushRef="#br0" timeOffset="4">1235 2799,'-1'5,"-1"1,1-1,0 0,0 1,1-1,0 1,0-1,0 1,1-1,0 1,0-1,0 0,0 1,1-1,0 0,0 0,0 0,1 0,0 0,0-1,0 1,0-1,1 0,0 0,0 0,0 0,0-1,0 0,1 0,1 1,2 0,0 0,0-1,0 0,1 0,0-1,-1 0,1-1,0 0,0 0,0-1,0 0,0 0,-1-1,1 0,0-1,0 0,-1 0,1-1,-1 0,0 0,0-1,0 0,0-1,5-4,-1 1,-1-1,-1 0,0 0,0-1,0 0,-2-1,1 0,-1 0,-1-1,0 0,0 0,-2-1,1 1,-2-2,3-10,-5 19,0-1,-1 0,0 0,0-1,-1 1,1 0,-1 0,-1 0,1 0,-1 0,0 0,-1 0,1 0,-1 0,0 0,-1 1,1-1,-1 1,0-1,-1 1,1 0,-1 0,0 1,0-1,0 1,-1 0,0 0,0 0,0 1,0-1,0 1,-1 0,1 1,-1 0,0-1,0 2,0-1,0 1,0 0,-5 0,-3 3,0 1,0 0,1 1,0 1,-1 0,1 1,1 0,0 1,0 1,0 0,0 0,2 1,-1 1,1 0,0 0,1 1,0 0,1 0,0 2,0-3,1 1,0-1,1 1,0 1,1-1,1 1,-1 0,2 0,0 1,0-1,1 1,0-1,2 1,-1-1,2 8,5 14</inkml:trace>
  <inkml:trace contextRef="#ctx0" brushRef="#br0" timeOffset="5">1329 2947,'21'121,"-17"-56,-4-1,-2 1,-3 0,-8 35,-5 69,-8 174,24 176,-51-148,52-157,2-108,-5 0,-8 36,6-93,-10 61,5 0,5 15,0 335,-1 35,8-304,-1 299,-13-182,14 104,12-123,-14 1483,-12-1408,5 48,-2 8,2 188,-7-289,14-203,-5 0,-6-1,-7 20,-32 299,33-178,-1-28,-1 65,20 422,-13-595,5 46,2 136,21-168,-8-76,-13-33,-2-12</inkml:trace>
  <inkml:trace contextRef="#ctx0" brushRef="#br0" timeOffset="6">19 15139,'0'2,"0"3,0 3,0 5,3 7,0 7,-1 7,1 8,1 8,0 6,-1 4,-1 0,0-4,-1-8,-1-10,3-13,0-9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4:24.2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1 117,'29'14,"-12"-3,7 0,-1 2,-1 0,0 1,-1 2,-1 0,0 1,-1 1,-1 0,-1 2,0 0,-2 1,0 0,-2 2,1 2,-4 4,-1-1,-2 1,-1 1,-1-1,-2 1,-1 0,-1 0,-1 0,-2 0,-1-1,-1 1,-2-1,-9 28,-7 14,-3-2,-4-1,-2-1,-3-1,-7 3,-72 106,112-173,1-1,-1 0,1 1,-1-1,0 0,0 0,0 0,0 1,1-1,-2 0,1 0,0 0,0-1,0 1,0 0,-1 0,1 0,0-1,0 1,-1-1,1 1,-1-1,1 0,0 1,-1-1,1 0,-1 0,1 0,-1 0,1 0,-1 0,0-1,1-6</inkml:trace>
  <inkml:trace contextRef="#ctx0" brushRef="#br0" timeOffset="1">1 10,'19'-10,"167"26,7 16,-1 8,-2 8,-2 9,94 46,-196-70,0 4,-3 3,41 29,-91-48,-1 1,-1 2,-1 1,-1 1,-1 2,-1 0,-2 2,-1 1,14 23,28 73,-64-124,-3-3</inkml:trace>
  <inkml:trace contextRef="#ctx0" brushRef="#br0" timeOffset="2">68 1441,'104'0,"457"-13,-464 4,0-3,0-5,-2-4,66-25,-95 20,-1-3,-2-3,42-29,-66 38,202-87,-231 106,-1-1,0 0,0 0,0-1,-1 0,0 0,0-1,0 0,-1-1,0 0,32-23,-38 27,-4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4:29.6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1 117,'29'14,"-12"-3,7 0,-1 2,-1 0,0 1,-1 2,-1 0,0 1,-1 1,-1 0,-1 2,0 0,-2 1,0 0,-2 2,1 2,-4 4,-1-1,-2 1,-1 1,-1-1,-2 1,-1 0,-1 0,-1 0,-2 0,-1-1,-1 1,-2-1,-9 28,-7 14,-3-2,-4-1,-2-1,-3-1,-7 3,-72 106,112-173,1-1,-1 0,1 1,-1-1,0 0,0 0,0 0,0 1,1-1,-2 0,1 0,0 0,0-1,0 1,0 0,-1 0,1 0,0-1,0 1,-1-1,1 1,-1-1,1 0,0 1,-1-1,1 0,-1 0,1 0,-1 0,1 0,-1 0,0-1,1-6</inkml:trace>
  <inkml:trace contextRef="#ctx0" brushRef="#br0" timeOffset="1">1 10,'19'-10,"167"26,7 16,-1 8,-2 8,-2 9,94 46,-196-70,0 4,-3 3,41 29,-91-48,-1 1,-1 2,-1 1,-1 1,-1 2,-1 0,-2 2,-1 1,14 23,28 73,-64-124,-3-3</inkml:trace>
  <inkml:trace contextRef="#ctx0" brushRef="#br0" timeOffset="2">68 1441,'104'0,"457"-13,-464 4,0-3,0-5,-2-4,66-25,-95 20,-1-3,-2-3,42-29,-66 38,202-87,-231 106,-1-1,0 0,0 0,0-1,-1 0,0 0,0-1,0 0,-1-1,0 0,32-23,-38 27,-4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4:33.4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1 117,'29'14,"-12"-3,7 0,-1 2,-1 0,0 1,-1 2,-1 0,0 1,-1 1,-1 0,-1 2,0 0,-2 1,0 0,-2 2,1 2,-4 4,-1-1,-2 1,-1 1,-1-1,-2 1,-1 0,-1 0,-1 0,-2 0,-1-1,-1 1,-2-1,-9 28,-7 14,-3-2,-4-1,-2-1,-3-1,-7 3,-72 106,112-173,1-1,-1 0,1 1,-1-1,0 0,0 0,0 0,0 1,1-1,-2 0,1 0,0 0,0-1,0 1,0 0,-1 0,1 0,0-1,0 1,-1-1,1 1,-1-1,1 0,0 1,-1-1,1 0,-1 0,1 0,-1 0,1 0,-1 0,0-1,1-6</inkml:trace>
  <inkml:trace contextRef="#ctx0" brushRef="#br0" timeOffset="1">1 10,'19'-10,"167"26,7 16,-1 8,-2 8,-2 9,94 46,-196-70,0 4,-3 3,41 29,-91-48,-1 1,-1 2,-1 1,-1 1,-1 2,-1 0,-2 2,-1 1,14 23,28 73,-64-124,-3-3</inkml:trace>
  <inkml:trace contextRef="#ctx0" brushRef="#br0" timeOffset="2">68 1441,'104'0,"457"-13,-464 4,0-3,0-5,-2-4,66-25,-95 20,-1-3,-2-3,42-29,-66 38,202-87,-231 106,-1-1,0 0,0 0,0-1,-1 0,0 0,0-1,0 0,-1-1,0 0,32-23,-38 27,-4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4:37.2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1 117,'29'14,"-12"-3,7 0,-1 2,-1 0,0 1,-1 2,-1 0,0 1,-1 1,-1 0,-1 2,0 0,-2 1,0 0,-2 2,1 2,-4 4,-1-1,-2 1,-1 1,-1-1,-2 1,-1 0,-1 0,-1 0,-2 0,-1-1,-1 1,-2-1,-9 28,-7 14,-3-2,-4-1,-2-1,-3-1,-7 3,-72 106,112-173,1-1,-1 0,1 1,-1-1,0 0,0 0,0 0,0 1,1-1,-2 0,1 0,0 0,0-1,0 1,0 0,-1 0,1 0,0-1,0 1,-1-1,1 1,-1-1,1 0,0 1,-1-1,1 0,-1 0,1 0,-1 0,1 0,-1 0,0-1,1-6</inkml:trace>
  <inkml:trace contextRef="#ctx0" brushRef="#br0" timeOffset="1">1 10,'19'-10,"167"26,7 16,-1 8,-2 8,-2 9,94 46,-196-70,0 4,-3 3,41 29,-91-48,-1 1,-1 2,-1 1,-1 1,-1 2,-1 0,-2 2,-1 1,14 23,28 73,-64-124,-3-3</inkml:trace>
  <inkml:trace contextRef="#ctx0" brushRef="#br0" timeOffset="2">68 1441,'104'0,"457"-13,-464 4,0-3,0-5,-2-4,66-25,-95 20,-1-3,-2-3,42-29,-66 38,202-87,-231 106,-1-1,0 0,0 0,0-1,-1 0,0 0,0-1,0 0,-1-1,0 0,32-23,-38 27,-4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5:33.8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36 123,'7'20,"9"19,8 15,8 13,7 11,1 6,1 2,-2-3,-5-5,-7-10,-7-12,-8-15</inkml:trace>
  <inkml:trace contextRef="#ctx0" brushRef="#br0" timeOffset="704.092">90 56,'-8'20,"0"0,2 0,1 0,0 1,1 0,0 15,2-15,-1 0,-1 0,-1 0,-1 0,-1-1,-2 4,9-24,0 1,0-1,0 0,0 1,0-1,1 0,-1 1,0-1,0 0,0 1,0-1,0 0,0 1,0-1,0 0,-1 1,1-1,0 0,0 1,0-1,0 0,0 1,0-1,-1 0,1 0,0 1,0-1,0 0,-1 0,1 1,0-1,-1 0,1 0,0 1,0-1,-1 0,1 0,0 0,-1 0,1 0,0 0,-1 1,1-1,0 0,-1 0,1 0,0 0,-1 0,1 0,0 0,-1 0,1-1,0 1,-1 0,1 0,0 0,-1 0,1 0,0 0,-1-1,1 1,0 0,0 0,-1-1,1 1,39-179,-28 9,-11 169,0 0,0 0,0 1,0-1,0 0,0 0,0 1,0-1,0 0,0 0,0 1,1-1,-1 0,0 1,0-1,1 0,-1 0,0 1,1-1,-1 1,1-1,-1 0,1 1,-1-1,1 1,-1-1,1 1,0 0,-1-1,1 1,0-1,-1 1,1 0,0 0,-1-1,1 1,0 0,0 0,-1 0,1 0,0 0,0 0,-1 0,1 0,0 0,0 0,-1 0,1 1,0-1,-1 0,1 0,0 1,0-1,-1 0,1 1,-1-1,1 1,0-1,-1 1,1-1,-1 1,1-1,-1 1,0 0,1-1,-1 1,1 0,-1-1,0 1,0 0,148 118,-140-112,1-2,-1 1,-1 0,1 0,-1 0,0 1,0 0,-1 1,0-1,0 1,-1 0,0 1,0-1,-1 1,0 0,-1 0,1 2,-4-8,0-1,0 0,-1 0,1 1,-1-1,1 0,-1 0,1 1,-1-1,0 0,0 0,0 0,-1 0,1 0,0-1,-1 1,1 0,-1 0,1-1,-1 1,0-1,0 0,0 1,0-1,0 0,0 0,0 0,-2 0,-65 18,64-19,-147 20,127-14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5:31.0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67,'11'16,"13"14,12 14,8 10,9 10,6 8,2 3,0 2,-3-1,-10-4,-10-2,-10-7,-9-8,-8-7,-6-11,-4-11</inkml:trace>
  <inkml:trace contextRef="#ctx0" brushRef="#br0" timeOffset="701.889">148 80,'-8'22,"0"0,2 0,0 1,2 0,1 0,0 0,2 0,0 5,-18 126,18-153,1 3,-1 0,0-1,0 1,-1 0,1 0,-1-1,0 1,1-1,-2 1,1-1,0 0,-1 0,1 0,-1 0,-1 1,3-4,0 0,-1-1,1 1,0 0,0-1,0 1,0 0,0-1,0 1,0-1,0 0,0 1,0-1,0 0,0 0,0 1,1-1,-1 0,0 0,1 0,-1 0,0 0,1 0,-1 0,1 0,0 0,-1 0,1-1,0 1,-1 0,1 0,0 0,0 0,0-1,0 1,0 0,-4-36,0 1,3-1,1 1,1-1,3-4,-4 37,34-238,-34 243,0-1,0 1,0-1,0 1,0-1,0 1,1-1,-1 1,0-1,0 1,0-1,1 1,-1-1,0 0,0 1,1-1,-1 1,0-1,1 0,-1 1,0-1,1 0,-1 1,1-1,-1 0,1 1,-1-1,1 0,-1 0,1 0,-1 0,1 1,-1-1,1 0,-1 0,1 0,-1 0,1 0,-1 0,1 0,-1 0,1-1,-1 1,1 0,-1 0,1 0,-1 0,1-1,-1 1,1 0,-1 0,0-1,1 1,-1 0,1-1,-1 1,0-1,1 1,-1 0,0-1,0 1,1-1,-1 1,0-1,0 1,0-1,1 1,-1-1,7 9,12 10,2-1,0-2,1 0,0-1,1-1,1-1,0-1,6 1,52 26,-80-38,0 1,0-1,0 0,-1 1,1-1,0 1,-1 0,1 0,0-1,-1 1,1 0,-1 0,1 0,-1 1,1-1,-1 0,0 0,0 1,0-1,0 1,0-1,0 1,0-1,0 1,0 0,-1 0,1-1,-1 1,1 0,-1 0,0-1,0 1,1 0,-1 0,-1 0,1-1,0 1,0 0,-1 0,1 0,-1-1,1 1,-1 0,0 1,-91 69,-113 82,182-131</inkml:trace>
  <inkml:trace contextRef="#ctx0" brushRef="#br0" timeOffset="1656.889">777 1056,'-18'103,"-5"-1,-4-1,16-60,62-333,-27 177,-24 115,0-1,0 1,-1-1,1 1,0-1,0 1,0-1,0 1,0-1,0 0,0 1,0-1,0 1,0-1,0 1,0-1,0 1,0-1,1 0,-1 1,0-1,0 1,1-1,-1 1,0-1,0 1,1 0,-1-1,1 1,-1-1,0 1,1 0,-1-1,1 1,-1 0,1-1,-1 1,1 0,-1 0,1 0,-1 0,1-1,0 1,-1 0,1 0,-1 0,1 0,-1 0,1 0,0 0,-1 0,1 0,-1 1,1-1,-1 0,1 0,-1 0,1 1,-1-1,1 0,-1 1,1-1,-1 0,1 1,17 48,-17-43,0 0,0 0,1 0,0 0,0 0,0 0,1 0,0-1,0 1,0-1,0 0,1 0,0 0,0 0,1-1,-1 1,1-1,0-1,0 1,0 0,1-1,-1 0,1-1,-1 1,1-1,1 0,-3-2,0 0,0 0,-1-1,1 1,-1-1,1 0,0 0,-1-1,1 1,-1-1,0 1,0-1,0 0,1 0,-2-1,1 1,0 0,0-1,-1 0,0 0,1 0,1-3,37-75,-9-21,-25 115,-25 200,13-77,7-104</inkml:trace>
  <inkml:trace contextRef="#ctx0" brushRef="#br0" timeOffset="2063.598">1271 1123,'-10'31,"1"0,1 1,2 0,1 0,2 0,1 1,2-1,1 7,-1-37,0 0,0 0,0 0,0 0,0 0,0 0,0 0,1 0,-1 0,1 0,0 0,-1 0,1 0,0-1,0 1,0 0,0-1,1 1,-1-1,0 1,1-1,-1 1,1-1,-1 0,1 0,0 0,-1 0,1 0,0 0,0 0,0 0,0-1,0 1,0-1,0 1,-1-1,1 0,0 0,0 0,0 0,0 0,0 0,0-1,1 1,10-5,-1 0,1-1,-1 0,0-1,0 0,-1-1,0-1,0 1,-1-2,0 1,-1-2,0 1,-1-1,0 0,3-6,-2 6,-16 38,-7 11,2 0,2 1,1 0,2 0,2 1,0 24,10-17,5-9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5:35.5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 93,'-4'59,"-1"0,-4-1,-7 27,0-5,30-122,-3-32,-4-1,-1-39,-6 100,5-29,7 64,-9-13,0 0,1 0,0 0,0 0,1-1,0 0,0 0,1 0,0-1,2 3,-5-7,-1 0,1 0,0 0,0 0,-1 0,1-1,0 1,1-1,-1 0,0 0,0 0,0 0,1-1,-1 1,0-1,1 0,-1 0,0 0,1 0,-1-1,0 1,1-1,-1 0,0 0,0 0,0 0,1-1,0 0,4-4,0-2,0 1,0-1,-1 0,0 0,-1-1,0 0,0-1,-1 1,0-1,-1 0,0 0,0 0,-1 0,0-2,13-30,-80 258,59-200,1 0,1 1,0-1,1 1,1 0,0 0,1 0,1 0,1 0,2 9,2-9</inkml:trace>
  <inkml:trace contextRef="#ctx0" brushRef="#br0" timeOffset="312.574">438 360,'7'18,"6"11,4 7,3 2,3 2,0-2,-2-3,-4-3,-3-4,-4-5,-6-4,-6-3,-6-4,-10-4,-8-8,-5-9,4-2</inkml:trace>
  <inkml:trace contextRef="#ctx0" brushRef="#br0" timeOffset="564.894">478 334,'23'-5,"16"-3,11-1,6-1,0-1,-5-1,-10 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5:38.8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63 147,'-14'69,"3"0,4 1,1 29,0 43,6-143,0 1,-1 0,1 0,0 0,0 0,-1 0,1 0,0 0,-1 0,1 0,0 0,0 0,-1 0,1 0,0 0,-1 0,1 0,0 0,0 0,-1 0,1 0,0 0,0 0,-1 0,1 1,0-1,0 0,0 0,-1 0,1 0,0 1,0-1,0 0,-1 0,1 1,0-1,0 0,0 0,0 1,0-1,-7-30,5-21,2-1,3 1,2 0,2 1,2-1,3 1,6-13,-15 48,12-43,-12 54,-1 16,-2 18,0-29,10 106,-9-105,0 1,0 0,0 0,0 0,0 0,1-1,-1 1,1-1,-1 1,1-1,0 0,0 1,0-1,0 0,1 0,-1 0,1-1,-1 1,1-1,-1 1,1-1,0 0,0 0,0 0,-1 0,1 0,0-1,0 1,0-1,0 0,0 0,0 0,0 0,1-1,2 0,0 0,0-1,0 0,0 0,-1 0,1-1,-1 0,1 0,-1 0,0-1,0 1,0-1,-1-1,1 1,-1 0,0-1,-1 0,1 0,-1 0,1-3,46-114,-30 41,-29 150,8-63,-8 50,1 0,3 1,3-1,4 44,18-13,-6-55</inkml:trace>
  <inkml:trace contextRef="#ctx0" brushRef="#br0" timeOffset="533.534">691 361,'-8'-3,"0"1,1 1,-1-1,0 1,0 1,0-1,0 1,0 1,0-1,0 2,0-1,1 1,-1 0,0 0,1 1,0 0,-1 0,1 1,1 0,-1 1,0-1,1 1,0 0,0 1,0 0,-1 5,0 1,1 0,0 1,1-1,0 1,1 0,1 0,0 1,0-1,2 0,0 1,0 0,1-1,1 1,0-1,1 1,0-1,1 1,1-1,0 0,4 9,-4-15,1 0,-1 0,1 0,0 0,0-1,1 0,0 0,0 0,1-1,-1 0,1 0,0 0,1-1,-1 0,7 2,-10-5,-1 1,1-1,0 0,0 0,0 0,1 0,-1-1,0 0,0 0,0 0,0 0,0 0,0-1,1 0,-1 0,0 0,-1 0,1-1,0 0,0 1,-1-1,1-1,-1 1,1 0,-1-1,0 0,0 0,0 0,0 0,-1 0,1 0,0-2,-1 3,0-1,-1 0,1 0,-1 0,1 0,-1-1,0 1,0 0,0 0,0-1,-1 1,0 0,1-1,-1 1,0-1,-1 1,1 0,0-1,-1 1,0 0,0-1,0 1,0 0,-1 0,1 0,-1 0,1 0,-1 0,0 0,0 1,-1-1,1 1,-1-1,1 1,-1 0,1 0,-1 0,0 0,0 1,0-1,0 1,-1-1,1 1,0 0,0 1,-3-1,-5-1,0 1,-1 0,1 1,-1 0,1 1,-1 0,1 1,0 0,0 1,0 0,-2 2,-36 11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5:37.3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68,'16'16,"10"14,9 14,6 12,5 11,1 8,0 4,-3 3,-6-2,-4-4,-5-10,-8-8,-6-10,-4-13</inkml:trace>
  <inkml:trace contextRef="#ctx0" brushRef="#br0" timeOffset="647.781">27 148,'12'31,"-2"1,0 0,-3 1,0 0,-3 0,0 0,-2 1,-2-1,-2 12,4 29,2-53,5-34,-6-15,-1-1,-1 0,-2 0,-1 1,-1-1,-2 1,-1-1,-1 1,-1 1,-4-9,10 30,-17-54,-17-80,36 139,0-1,0 0,0 1,0-1,0 0,0 1,0-1,1 0,-1 1,1-1,-1 1,1-1,0 1,-1-1,1 1,0 0,0-1,0 1,0 0,0-1,1 1,-1 0,0 0,0 0,1 0,-1 0,1 1,-1-1,1 0,-1 1,1-1,-1 0,1 1,0 0,-1-1,1 1,63 0,-21 8,-1 3,1 1,-2 2,20 10,22 6,-30-9,-54-21,1 1,0 0,-1-1,1 1,-1 0,1 0,-1-1,1 1,-1 0,0 0,1 0,-1 0,0-1,1 1,-1 0,0 0,0 0,0 0,0 0,0 0,0 0,0 0,0-1,-1 1,1 0,0 0,0 0,-1 0,1 0,0-1,-1 1,1 0,-1 0,1-1,-1 1,0 0,1 0,-1-1,0 1,1-1,-1 1,0-1,0 1,1-1,-1 1,0-1,0 0,0 1,0-1,0 0,1 0,-1 0,0 0,0 1,0-1,0-1,-66 38,40-24,1 1,0 2,1 0,1 2,1 0,-13 15,5 3,7-5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5:25.7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3455 4884,'2'14,"4"15,2 15,7 13,8 13,6 10,6 10,1 6,-1 0,0-3,0-6,-5-10,-8-19</inkml:trace>
  <inkml:trace contextRef="#ctx0" brushRef="#br0" timeOffset="650.805">3509 4857,'-39'49,"3"1,1 2,-24 52,50-84,10-20,-1 0,0 0,0 0,0 0,0-1,1 1,-1 0,0 0,0 0,0 0,1 0,-1 0,0 0,0 0,0 0,1 0,-1 0,0 0,0 0,1 0,-1 0,0 0,0 0,0 0,1 0,-1 0,0 0,0 0,0 0,1 0,-1 0,0 0,0 0,0 1,1-1,-1 0,0 0,0 0,0 0,0 1,0-1,1 0,-1 0,0 0,0 1,0-1,0 0,0 0,0 0,0 1,0-1,0 0,0 0,0 0,0 1,0-1,17-16,0-7,-1 0,-2-1,0-1,-1 0,-2 0,0-1,-2-1,-1 0,-1 0,1-13,8 57,1 7,1-2,0 0,2-2,1 0,0-1,22 14,-16-12,-1 2,-1 0,-1 1,10 15,-33-38,1 0,-1 0,0 1,1-1,-1 0,0 1,0 0,0-1,0 1,0-1,0 1,-1 0,1 0,0-1,-1 1,1 0,-1 0,0 0,0 0,0-1,0 1,0 0,0 0,0 0,0 0,-1 0,1-1,-1 1,1 0,-1 0,0-1,0 1,0 0,0-1,0 1,-5 2,-1 0,0 0,1-1,-1 0,0 0,-1 0,1-1,0 0,-1-1,1 0,-1 0,0 0,-1-1,1 1,-225 6,190-8</inkml:trace>
  <inkml:trace contextRef="#ctx0" brushRef="#br0" timeOffset="1614.745">4030 5793,'-20'71,"-4"8,4 1,-4 49,22-105,3-24,-1-1,0 1,0 0,0 0,0 0,0 0,1-1,-1 1,0 0,0 0,0 0,1 0,-1-1,0 1,0 0,0 0,1 0,-1 0,0 0,0 0,1 0,-1 0,0 0,0 0,1 0,-1 0,0 0,0 0,1 0,-1 0,0 0,0 0,1 0,-1 0,0 0,0 1,0-1,1 0,-1 0,0 0,0 0,0 0,1 1,-1-1,0 0,0 0,0 0,0 1,32-131,-29 110,33-275,-32 274,7 49,-10-23,1 9,0 1,1 0,0-1,1 1,1-1,0 0,1-1,1 1,0-1,8 11,-12-22,1 0,-1 0,0 0,1 0,-1 0,1-1,-1 0,1 1,0-1,-1-1,1 1,0-1,0 1,0-1,0 0,-1 0,1-1,0 1,0-1,0 0,-1 0,1 0,0 0,-1-1,1 1,-1-1,0 0,0 0,1-1,-1 1,0 0,-1-1,1 0,0 0,-1 0,0 0,1 0,-1 0,0 0,-1-1,1 1,-1-1,1 0,-1-1,45-134,-37 103,-2 28,-6 32,-33 176,23-164,2 0,1 0,2 1,1 0,2-1,2 17,3-21</inkml:trace>
  <inkml:trace contextRef="#ctx0" brushRef="#br0" timeOffset="1986.697">4444 6034,'0'21,"0"19,0 16,-2 11,-3 5,-1-8</inkml:trace>
  <inkml:trace contextRef="#ctx0" brushRef="#br0" timeOffset="-3500.146">1116 5271,'0'0</inkml:trace>
  <inkml:trace contextRef="#ctx0" brushRef="#br0" timeOffset="-2295.934">835 5807,'27'-59,"3"2,3 1,35-46,-31 47,43-63,-4-4,-6-3,52-131,-103 189,-19 66,0 0,-1 0,1 1,-1-1,1 0,0 0,-1 1,1-1,-1 0,0 1,1-1,-1 1,1-1,-1 1,0-1,1 1,-1-1,0 1,0-1,1 1,-1 0,0 0,0-1,0 1,0 0,1 0,-1 0,0 0,0 0,0 0,0 0,1 0,-1 0,0 0,0 1,0-1,0 0,1 0,-1 1,0-1,0 1,1-1,-1 0,0 1,1 0,-1-1,0 1,1-1,-1 1,1 0,-1-1,1 1,-1 0,1 0,0-1,-1 2,-167 155,152-145,16-13,-1-1,1 1,0 0,-1-1,1 1,0-1,0 1,0-1,0 1,0-1,0 1,1-1,-1 1,0-1,1 1,-1-1,1 1,-1 0,1-1,0 1,0 0,-1 0,1-1,0 1,1 0,101-184,-102 183,0 0,1 0,-1 0,1 0,-1 0,1 1,0-1,-1 1,1-1,0 1,0-1,0 1,0 0,0 0,1 0,-1 0,0 0,0 1,1-1,-1 1,0-1,1 1,-1 0,1 0,-1 0,0 0,1 1,-1-1,0 0,1 1,-1 0,0-1,0 1,1 0,-1 0,0 1,0-1,0 0,0 1,0 0,5 1,0 0,0 1,-1 0,1 0,-1 0,0 1,0 0,-1 0,1 1,-1 0,-1 0,1 0,-1 0,0 1,0-1,-1 1,1 0,-2 0,1 0,1 7,-2 4,0-1,-1 1,0 0,-2 0,0 0,-2 8,1-24,1 1,-1-1,0 0,0 0,0 0,0 0,0 0,-1 0,1 0,-1-1,1 1,-1-1,1 0,-1 0,0 0,1 0,-1 0,0 0,0-1,0 1,0-1,0 0,0 0,0 0,1 0,-1-1,0 1,0-1,0 0,0 1,-1-2,-6 1,-130-10,134 10,7 1</inkml:trace>
  <inkml:trace contextRef="#ctx0" brushRef="#br0" timeOffset="-932.442">1476 5513,'-15'119,"-5"0,-9 16,3-36,26-99,0 0,0 0,0 0,-1 0,1-1,0 1,0 0,0 0,0 0,0 0,-1 0,1 0,0 0,0 0,0 0,0 0,0 0,-1 0,1 0,0 0,0 0,0 0,0 0,-1 0,1 0,0 0,0 1,0-1,0 0,0 0,-1 0,1 0,0-21,36-244,-29 224,32-143,-25 158,-13 26,-1 0,1 0,-1-1,1 1,-1 0,1 0,-1 1,1-1,-1 0,1 0,-1 0,1 0,-1 0,1 0,-1 1,1-1,-1 0,1 1,-1-1,1 0,-1 0,0 1,1-1,-1 1,0-1,1 0,-1 1,0-1,1 1,-1-1,0 1,0-1,0 1,1-1,-1 1,0-1,0 1,0-1,0 1,0-1,0 1,0-1,0 1,0-1,0 1,0-1,0 1,-1 0,16 82,-13-66,0 0,1 0,1 0,1 0,0 0,1-1,1 0,2 4,-8-18,0 0,0 0,1 1,-1-1,0 0,1 0,-1 0,1-1,-1 1,1 0,0-1,0 1,0-1,0 1,0-1,0 0,0 0,1 0,-1 0,0 0,1 0,-1-1,0 1,1-1,-1 0,1 0,-1 0,0 0,1 0,-1 0,1 0,-1-1,1 0,-1 1,0-1,0 0,1 0,-1 0,0 0,0 0,0-1,0 1,0-1,0 0,9-9,0-1,-1 0,-1 0,0-1,-1 0,0-1,-1 0,-1 0,0-1,-1 1,0-1,-1 0,1-10,-4 14,-6 26,-10 33,2 1,3 0,2 1,2 0,2 1,3-1,4 50,2-67</inkml:trace>
  <inkml:trace contextRef="#ctx0" brushRef="#br0" timeOffset="-619.806">1864 5953,'-1'4,"1"0,-1 0,1 0,0 0,0 0,0 0,0 1,1-1,0 0,0 0,0-1,0 1,0 0,1 0,0 0,-1-1,1 1,1-1,-1 0,0 1,1-1,0 0,0 0,0-1,0 1,0-1,0 1,1-1,-1 0,1 0,0-1,-1 1,1-1,0 1,0-1,4 0,-3 1,0-1,1 0,-1 0,1 0,0-1,-1 0,1 0,-1 0,1-1,-1 1,1-1,-1-1,1 1,-1-1,0 0,0 0,0-1,0 1,0-1,0 0,-1 0,1-1,-1 1,0-1,0 0,-1 0,1-1,-1 1,1-1,-2 1,1-1,0 0,-1 0,0-1,0 1,0 0,-1-1,0 1,0 1,-1-1,1 1,-1 0,0-1,-1 1,1 0,-1-1,1 1,-1 0,-1 0,1-1,-1 1,1 0,-1 0,0 1,0-1,-1 0,1 1,-1-1,0 1,0 0,0 0,0 0,-1 0,1 1,-1-1,1 1,-1 0,0 0,0 0,0 0,0 1,0 0,0 0,-1 0,1 0,0 0,-1 1,1 0,0 0,-1 0,1 1,0-1,-1 1,1 0,0 0,-4 2,3-1,0 0,0 1,0 0,0-1,1 2,-1-1,1 0,0 1,0 0,0 0,1 0,-1 0,1 1,0-1,0 1,0 0,-7 18</inkml:trace>
  <inkml:trace contextRef="#ctx0" brushRef="#br1" timeOffset="41289.465">2025 111,'-1'-5,"1"0,-2-1,1 1,-1 0,1 0,-1 0,-1 0,1 0,-1 0,0 0,0 1,0 0,0-1,-1 1,0 1,0-1,0 0,0 1,0 0,-1 0,0 0,1 0,-1 1,0 0,0 0,-1 0,-1 0,-15 1,0 1,0 0,0 2,0 1,1 0,-9 4,3-2,-22 4,0 2,1 2,1 2,0 2,1 2,1 3,-15 10,4 6,3 2,1 3,3 1,1 3,2 2,3 2,1 2,4 2,1 1,-21 47,-99 182,-114 295,30 81,208-577,4 3,3 0,4 2,4 0,4 1,4 1,4 0,4 0,4 0,9 50,14-17,5-2,5-1,6-2,43 85,-57-143,2-1,3-2,2 0,19 19,-35-53,1 0,2-2,0 0,1-1,1-1,1-1,1-1,1-2,0 0,21 8,1-7,0-2,1-2,0-3,1-1,0-3,0-2,0-2,1-2,9-4,-8 2,1-3,-1-2,0-2,0-3,-2-1,1-3,-2-2,0-3,-1-1,-2-2,0-3,18-14,14-19,-2-4,-3-3,-3-2,-3-4,-4-3,53-81,-69 81,-3-2,-3-3,-4 0,-3-3,-4 0,-4-2,-4-1,-3-1,-4-1,-4 0,-3-36,1-238,-26-176,0-126,32 6,-16 615,-2 0,-1 0,-3 0,-7-26,10 55,-1 0,0 0,-1 1,0 0,-1 0,-1 0,-1 1,1 0,-2 0,0 1,0 1,-1-1,-1 2,-9-7,-1 4,-1 2,-1 0,0 2,-1 1,1 1,-1 1,-1 0,1 3,-1 0,0 1,0 2,1 0,-1 2,0 1,-22 5,-123 18</inkml:trace>
  <inkml:trace contextRef="#ctx0" brushRef="#br2" timeOffset="52625.946">4150 245,'-10'-15,"-2"1,1 1,-2 0,0 0,0 1,-1 1,0 0,-1 1,0 1,-1 0,0 1,-1 1,1 0,-1 1,0 1,-1 1,-14-2,-2 4,0 2,0 1,-1 1,1 2,1 2,-1 1,1 1,-6 4,24-9,1 1,0 1,1 0,-1 0,1 2,0 0,0 0,1 1,0 0,0 1,1 1,1 0,-3 2,-154 171,144-157,2 1,0 1,2 1,2 0,0 1,2 2,-3 8,-49 101,-41 55,82-149,-9 18,4 2,3 1,2 2,4 0,-7 40,-13 81,8 1,8 2,9 4,-26 370,36-472,4 0,4 0,7 31,11 355,-18-420,2 0,4-1,2 0,2 0,4-1,1 0,18 38,-9-37,2-1,3-2,27 39,-41-77,0-1,2-1,0-1,2 0,-1-1,2-2,6 4,38 29,-55-39,0 0,1-1,0 0,0-1,0 0,1-1,0 0,0-1,0 0,0-1,1-1,-1 1,4-2,263-1,-263 0,1-1,-1 0,1-1,-1-1,0-1,0 0,0-1,-1-1,1 0,-1-1,13-9,51-37,-4-2,21-24,-40 33,-3-3,-2-2,-2-2,-3-3,-2-1,-2-2,-4-2,7-18,-11 10,-2-1,-4-2,-3-1,-4-1,7-45,3-85,-9-1,-7-46,9-196,10-15,-35-121,-13 153,15 80,-2 333,1 1,-2-1,-1 0,0 0,0 1,-2 0,0 0,-1 0,-1 0,0 1,-1 0,-1 1,0-1,-1 2,0-1,-1 1,-1 1,0 0,0 1,-13-9,-17-7,24 13,-1 1,0 1,-1 1,0 1,0 1,-1 1,-1 0,-14-2,-2 6,-1 1,0 3,0 1,1 2,-1 1,1 2,-16 6,-46 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3:39.1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5156 41,'16'21,"12"15,10 11,8 7,6 3,0 3,0-2,-3-1,-7-4,-7-7,-8-3,-8-8,-7-5,-7-7</inkml:trace>
  <inkml:trace contextRef="#ctx0" brushRef="#br0" timeOffset="237.397">5504 1,'-16'7,"-10"9,-7 13,-5 13,-3 13,-3 8,-1 8,0 5,1-1,5-7,11-10,8-16</inkml:trace>
  <inkml:trace contextRef="#ctx0" brushRef="#br0" timeOffset="634.963">5838 589,'10'92,"-9"-88,0-1,0 1,1-1,-1 0,1 1,0-1,0 0,0 0,0-1,1 1,-1 0,1-1,0 1,0-1,-1 0,1 0,1 0,-1 0,0-1,0 1,1-1,-1 0,1 0,0 0,5 0,-1-1,1 0,0 0,-1-1,1-1,0 1,-1-1,1-1,-1 1,0-1,0-1,0 0,0 0,-1 0,0-1,1 0,-2-1,1 1,-1-1,0-1,0 1,0-1,-1 0,0 0,-1-1,1 1,-1-1,-1 0,0 0,0 0,0-2,-1 5,-1-1,1 1,-1 0,0-1,-1 1,0 0,0-1,0 1,0-1,-1 1,0 0,0-1,0 1,0 0,-1 0,0 0,0 0,-1 0,0 0,1 0,-1 1,-1-1,1 1,-1 0,1 0,-1 0,-1 1,1 0,0-1,-1 1,1 1,-1-1,0 1,0-1,0 1,0 1,-1-1,-3 0,1 1,-1 0,0 1,1-1,-1 2,0-1,1 1,-1 0,1 1,-1 0,1 1,0-1,0 2,0-1,0 1,0 0,1 1,0-1,-1 2,-11 8,2 1,0 0,0 1,2 1,0 1,-8 11,-20 34</inkml:trace>
  <inkml:trace contextRef="#ctx0" brushRef="#br0" timeOffset="-1450.439">2723 41,'0'18,"4"18,9 11,9 10,9 3,7 2,6-4,2-5,0-4,-3-6,-7-6,-7-7,-8-8</inkml:trace>
  <inkml:trace contextRef="#ctx0" brushRef="#br0" timeOffset="-1221.788">3044 81,'-14'11,"-8"11,-6 11,-5 10,-3 11,-5 6,-5 7,-3 2,0-3,8-12</inkml:trace>
  <inkml:trace contextRef="#ctx0" brushRef="#br0" timeOffset="-878.308">3351 456,'0'-14,"0"0,0 10,-2 14,-3 19,-6 18,-4 15,-1 11,3 1,3-11</inkml:trace>
  <inkml:trace contextRef="#ctx0" brushRef="#br0" timeOffset="-3067.929">424 134,'6'18,"8"16,5 10,4 10,3 4,2-1,0-2,0-5,0-4,-3-5,-3-5,-5-6,-6-8</inkml:trace>
  <inkml:trace contextRef="#ctx0" brushRef="#br0" timeOffset="-2808.088">691 108,'-14'18,"-11"18,-10 13,-7 11,-2 5,-1 4,1-1,5-5,7-9,9-14</inkml:trace>
  <inkml:trace contextRef="#ctx0" brushRef="#br0" timeOffset="-2252.429">838 509,'1'-2,"0"-1,0 1,0 0,1 0,-1 0,0-1,1 1,0 1,-1-1,1 0,0 0,0 1,0-1,0 1,0-1,1 1,-1 0,0 0,0 0,1 0,-1 0,1 1,1-1,4-3,1 0,-1 1,1 0,1 1,-1-1,0 2,0-1,1 2,-1-1,0 1,1 0,-1 1,1 0,3 2,-11-2,0 0,0 0,0 1,0-1,0 1,0 0,-1 0,1-1,0 1,-1 0,1 0,-1 1,0-1,0 0,0 0,0 1,0-1,-1 0,1 1,0-1,-1 1,0-1,0 0,0 1,0-1,0 1,0-1,0 1,-1-1,0 1,1-1,-1 1,-32 76,-66 55,98-133,0-1,-1 1,1 0,1 0,-1 0,0 0,0 0,0 0,0 0,1 1,-1-1,0 0,1 0,-1 1,1-1,0 0,-1 1,1-1,0 0,0 1,0-1,0 0,0 1,0-1,0 0,0 1,1-1,-1 0,0 1,1-1,-1 0,1 0,-1 1,1-1,0 0,0 0,-1 0,1 0,0 0,0 0,0 0,0 0,0 0,1 0,12 3,0-1,1 0,0-1,0 0,-1-1,1-1,0-1,0 0,0-1,14-3,38-7,-4-2</inkml:trace>
  <inkml:trace contextRef="#ctx0" brushRef="#br1" timeOffset="12242.071">3325 4666,'4'16,"7"12,3 8,4 5,1 2,2 1,-1-1,2-2,-1-5,-2-3,-5-7</inkml:trace>
  <inkml:trace contextRef="#ctx0" brushRef="#br1" timeOffset="12541.674">3605 4693,'-9'16,"-8"12,-2 13,-4 8,-2 5,-3 3,-2-2,0-2,0-2,6-8,6-11</inkml:trace>
  <inkml:trace contextRef="#ctx0" brushRef="#br1" timeOffset="12790.28">3712 4934,'-4'16,"-5"12,0 10,2 6,1 2,2 0,2-1,1-4,3-6,2-9</inkml:trace>
  <inkml:trace contextRef="#ctx0" brushRef="#br1" timeOffset="12960.801">3151 4559,'5'-4,"12"-4,22-4,22-3,24-1,15-4,10 3,-15 4</inkml:trace>
  <inkml:trace contextRef="#ctx0" brushRef="#br0" timeOffset="-37514.33">864 1084,'3'-6,"3"-7,-1 20,1 343,29-111,-36 248,-13-203,-12 242,18-182,-11 14,-7 9,12-81,0 89,7 71,0 3,9-276,-2 1719,-5-1772,-4 0,-6-1,-12 37,11-58,4 2,4-1,4 34,-8 296,4-11,-19 14,-3 180,39 63,2 37,-5-58,-7-404,1 1122,-14-1026,1-49,6 55,-12 71,19 272,1-691,-1-3,0 0,1-1,-1 1,0 0,0-1,0 1,0 0,1 0,-1-1,0 1,0 0,0 0,0-1,-1 1,1 0,0-1,0 1,0 0,0 0,-1-1,1 1,0 0,-1-1,1 1,-1-1,1 1,-1 0,1-1,-1 1,1-1,-1 1,1-1,-1 1,0-1,1 0,-1 1,1-1,-1 0,0 1,0-1,-8-5</inkml:trace>
  <inkml:trace contextRef="#ctx0" brushRef="#br0" timeOffset="-32741.85">879 2460,'-3'4,"1"-1,1 0,-1 1,0-1,1 1,0-1,0 1,0 0,0-1,0 1,1 0,0 0,0 0,0-1,0 1,0 0,1 0,0 0,0-1,0 1,0 0,0-1,1 1,-1-1,1 0,0 1,0-1,1 0,-1 0,1 0,-1-1,1 1,0 0,0-1,0 0,0 0,0 0,1 0,-1 0,1 0,-2-1,1 0,0 0,-1 0,1 0,0-1,0 1,-1-1,1 0,0 1,0-1,0-1,0 1,0 0,-1-1,1 1,0-1,0 0,0 0,-1 0,1 0,-1 0,1-1,-1 1,1-1,-1 0,0 1,0-1,0 0,0 0,0-1,0 1,0 0,-1-1,1 1,-1-1,0 1,0-1,0 0,0 1,0-1,0 0,-1 0,1 0,-1 1,0-1,0 0,0-1,0 0,0-1,-1 1,1-1,-1 1,0 0,0 0,0 0,-1-1,0 1,1 0,-1 0,-1 1,1-1,0 0,-1 1,0 0,0-1,0 1,0 0,0 0,-1 1,1-1,-1 1,0 0,0 0,0 0,0 0,0 1,0-1,0 1,-1 0,1 0,0 1,-1-1,1 1,0 0,-4 1,4 1,1 0,0 0,0 0,-1 1,2-1,-1 1,0 0,0 0,1 0,0 0,0 1,0-1,0 0,0 1,0 0,1-1,0 1,0 0,0 0,0 0,1-1,-1 1,1 0,0 0,0 0,0 0,1 0,-1 0,1 0,0 0,3-1,-1 0,0 0,1-1,-1 1,1-1,0 0,0 0,0 0,0 0,0-1,1 0,-1 0,0 0,1 0,-1 0,0-1,1 0,-1 0,1 0,-1-1,0 1,1-1,-1 0,0 0,0-1,1 1,0-2,-2 2,0 0,0 0,0-1,-1 1,1-1,-1 0,1 1,-1-1,0 0,0 0,0-1,0 1,0 0,0-1,0 1,-1-1,0 0,1 1,-1-1,0 0,0 0,0 0,-1 0,1 1,-1-1,1 0,-1 0,0 0,0 0,-1 0,1 0,0 0,-1 0,0 0,0 0,0-2,-2-2,1 0,-1 1,0-1,-1 0,1 1,-1 0,0 0,-1 0,0 0,0 1,0 0,0 0,-1 0,-4-3,-41-6,51 14,0 0,1 0,-1 0,0 0,1 0,-1 0,0 0,0 1,1-1,-1 0,0 0,1 0,-1 0,0 1,0-1,1 0,-1 0,0 0,0 1,1-1,-1 0,0 0,0 1,0-1,0 0,1 1,-1-1,0 0,0 1,0-1,0 0,0 1,0-1,0 0,0 1,0-1,0 0,0 1,0-1,0 0,0 1,0-1,0 0,0 0,0 1,-1-1,1 0,0 1,0-1,0 0,-1 0,1 1,0-1,0 0,0 0,-1 1,1-1,0 0,-1 0,1 0,0 0,15 4,0 0,0-2,1 0,-1-1,1 0,0-2,-1 1,1-2,6-1,5 0,58-5,0 3,0 4,1 3,72 13,-128-10,-1-1,0-2,1-1,0-1,-1-1,20-4,11 2,-59 4,0 0,-1 1,1-1,0 0,-1 0,1 0,0 1,-1-1,0 0,1 1,-1-1,0 0,1 1,-1-1,0 0,0 1,0-1,-1 0,1 1,0-1,0 0,-1 1,1-1,0 0,-1 1,0 0,-1 6,-17 148,6 1,9 147,10-260,-4-44</inkml:trace>
  <inkml:trace contextRef="#ctx0" brushRef="#br0" timeOffset="-32365.544">1493 3022,'11'5,"11"3,11 3,8 0,12-1,10 0,7-4,5 1,1-2,-1-1,-8-1,-11-2,-11-1,-13 3,-13 2,-12 3,-12 2,-5 0</inkml:trace>
  <inkml:trace contextRef="#ctx0" brushRef="#br0" timeOffset="-31898.698">1453 3062,'1'25,"16"10,3 1,0-2,3-1,0-1,16 15,-26-31,27 36,2-2,3-2,1-2,3-2,52 37,-14-36,-84-44,-1 1,1-1,0-1,0 1,0 0,0-1,0 0,0 1,0-1,0 0,0-1,0 1,0 0,0-1,0 0,0 0,0 0,0 0,-1 0,1 0,0-1,-1 1,1-1,-1 0,1 0,-1 0,0 0,0 0,0 0,1-2,4-10,-1-1,0 0,0 0,-2-1,0 0,0 0,-2 0,0 0,-1 0,0-4,3-24,3-27,4 0,2 1,4 0,5-8,-8 47,-6 19,-3 14</inkml:trace>
  <inkml:trace contextRef="#ctx0" brushRef="#br0" timeOffset="-30929.64">1800 3864,'-1'5,"-1"1,1-1,0 0,0 1,1-1,0 1,0-1,0 1,1-1,0 1,0-1,0 0,0 1,1-1,0 0,0 0,0 0,1 0,0 0,0-1,0 1,0-1,1 0,0 0,0 0,0 0,0-1,0 0,1 0,1 1,2 0,0 0,0-1,0 0,1 0,0-1,-1 0,1-1,0 0,0 0,0-1,0 0,0 0,-1-1,1 0,0-1,0 0,-1 0,1-1,-1 0,0 0,0-1,0 0,0-1,5-4,-1 1,-1-1,-1 0,0 0,0-1,0 0,-2-1,1 0,-1 0,-1-1,0 0,0 0,-2-1,1 1,-2-2,3-10,-5 19,0-1,-1 0,0 0,0-1,-1 1,1 0,-1 0,-1 0,1 0,-1 0,0 0,-1 0,1 0,-1 0,0 0,-1 1,1-1,-1 1,0-1,-1 1,1 0,-1 0,0 1,0-1,0 1,-1 0,0 0,0 0,0 1,0-1,0 1,-1 0,1 1,-1 0,0-1,0 2,0-1,0 1,0 0,-5 0,-3 3,0 1,0 0,1 1,0 1,-1 0,1 1,1 0,0 1,0 1,0 0,0 0,2 1,-1 1,1 0,0 0,1 1,0 0,1 0,0 2,0-3,1 1,0-1,1 1,0 1,1-1,1 1,-1 0,2 0,0 1,0-1,1 1,0-1,2 1,-1-1,2 8,5 14</inkml:trace>
  <inkml:trace contextRef="#ctx0" brushRef="#br0" timeOffset="-27146.269">1894 4012,'21'121,"-17"-56,-4-1,-2 1,-3 0,-8 35,-5 69,-8 174,24 176,-51-148,52-157,2-108,-5 0,-8 36,6-93,-10 61,5 0,5 15,0 335,-1 35,8-304,-1 299,-13-182,14 104,12-123,-14 1483,-12-1408,5 48,-2 8,2 188,-7-289,14-203,-5 0,-6-1,-7 20,-32 299,33-178,-1-28,-1 65,20 422,-13-595,5 46,2 136,21-168,-8-76,-13-33,-2-12</inkml:trace>
  <inkml:trace contextRef="#ctx0" brushRef="#br0" timeOffset="-26436.646">584 16204,'0'2,"0"3,0 3,0 5,3 7,0 7,-1 7,1 8,1 8,0 6,-1 4,-1 0,0-4,-1-8,-1-10,3-13,0-9</inkml:trace>
  <inkml:trace contextRef="#ctx0" brushRef="#br1" timeOffset="6262.065">9 4546,'-2'0,"1"2,6 4,4 6,5 9,4 8,5 7,2 5,-1 5,1 1,-3-1,-2-3,-4-7,-6-8,-1-7,-3-9</inkml:trace>
  <inkml:trace contextRef="#ctx0" brushRef="#br1" timeOffset="6524.264">263 4546,'0'2,"-2"6,-3 8,-4 8,-3 9,-8 10,-7 10,-5 4,-5 0,0-4,4-5,5-12,7-11</inkml:trace>
  <inkml:trace contextRef="#ctx0" brushRef="#br1" timeOffset="7313.061">357 4867,'0'-2,"0"1,0-1,1 0,-1 1,0-1,1 1,-1 0,1-1,-1 1,1-1,0 1,0 0,0-1,-1 1,1 0,0 0,1 0,-1 0,0 0,0 0,0 0,1 0,-1 0,0 0,1 1,-1-1,0 1,1-1,-1 1,1-1,-1 1,1 0,0 0,62-16,-62 15,0 1,-1 0,1 0,0 0,0 0,0 0,0 0,-1 1,1-1,0 1,0-1,0 1,-1 0,1-1,-1 1,1 0,0 0,-1 0,1 0,-1 1,0-1,1 0,-1 1,0-1,0 0,0 1,0 0,0-1,0 1,0 0,-1-1,1 1,0 1,0 5,0-1,-1 1,1 0,-1 0,-1-1,0 1,0-1,0 1,-1-1,0 1,-1-1,0 0,0 0,0 0,-3 5,-71 98,62-92,-18 29,33-46,0 0,0 0,0 0,0 0,-1 0,2 1,-1-1,0 0,0 0,0 0,0 0,1 0,-1 0,0 0,1 0,-1 0,1 0,-1 0,1-1,0 1,-1 0,1 0,0 0,0-1,-1 1,1 0,0-1,0 1,0-1,0 1,0-1,0 1,0-1,0 0,0 1,0-1,0 0,0 0,0 0,0 1,0-1,0 0,0-1,0 1,0 0,0 0,0 0,0-1,0 1,0 0,1-1,85-17,-38 4</inkml:trace>
  <inkml:trace contextRef="#ctx0" brushRef="#br1" timeOffset="8833.408">1199 4626,'-2'11,"-1"9,2 5,6 5,7 5,6 0,4 2,5 1,3-1,1-3,-3-3,-4-3,-3-5,-6-4,-5-5</inkml:trace>
  <inkml:trace contextRef="#ctx0" brushRef="#br1" timeOffset="9033.349">1467 4653,'-14'7,"-7"11,-3 12,-4 9,2 8,0 7,2 4,1-2,3-3,3-11</inkml:trace>
  <inkml:trace contextRef="#ctx0" brushRef="#br1" timeOffset="9450.254">1506 4920,'4'-2,"1"0,-1 0,0 0,1 1,0 0,-1-1,1 2,0-1,-1 0,1 1,0 0,0 0,0 1,-1-1,1 1,0 0,-1 0,1 1,-1-1,1 1,-1 0,0 0,1 1,-1-1,0 1,-1 0,1 0,0 0,-1 0,0 1,0-1,0 1,0 0,0 0,-1 0,0 0,0 1,0-1,0 1,0 2,-2 4,0 0,-1 0,0 0,-1-1,0 1,-1-1,0 1,-1-1,0 0,-1 0,1 0,-2-1,0 0,0 0,0 0,-4 2,-34 64,43-74,0 0,1-1,-1 1,1 0,0 0,-1 0,1 0,-1-1,1 1,0 0,0 0,0 0,0 0,0 0,-1 0,2 0,-1 0,0 0,0 0,0 0,0 0,1 0,-1-1,0 1,1 0,-1 0,0 0,1 0,-1 0,1-1,0 1,-1 0,1-1,0 1,-1 0,1-1,0 1,0-1,-1 1,1-1,0 1,0-1,0 0,0 1,0-1,0 0,0 0,0 1,-1-1,1 0,0 0,0 0,0 0,0 0,57-6,-58 6,137-41,-95 27</inkml:trace>
  <inkml:trace contextRef="#ctx0" brushRef="#br1" timeOffset="10067.054">1212 4386,'5'0,"8"0,10 0,14-3,16-2,15-3,12-5,5-2,3-1,-14 2</inkml:trace>
  <inkml:trace contextRef="#ctx0" brushRef="#br1" timeOffset="10998.463">2402 4693,'-2'0,"-3"0,-1 2,0 6,4 5,5 6,4 6,5 4,7 3,6 1,2 1,4 0,1-3,0-6,-4-3,-1-5,-4-4,-5-5</inkml:trace>
  <inkml:trace contextRef="#ctx0" brushRef="#br1" timeOffset="11280.842">2656 4640,'-9'12,"-8"12,-3 11,-2 12,-3 8,-1 7,-3 0,1-2,3-7,3-8,6-11</inkml:trace>
  <inkml:trace contextRef="#ctx0" brushRef="#br1" timeOffset="11564.119">2776 4907,'0'-2,"0"3,0 9,-2 10,-1 12,0 12,1 10,3 10,1 5,0 3,0-12</inkml:trace>
  <inkml:trace contextRef="#ctx0" brushRef="#br1" timeOffset="16427.095">5504 4399,'9'2,"17"4,17 0,20-1,15-1,10-1,1-2,-13 0</inkml:trace>
  <inkml:trace contextRef="#ctx0" brushRef="#br1" timeOffset="15473.483">5517 4626,'0'18,"2"13,6 8,7 7,9 2,7 1,5-2,1-2,-1-5,-5-7,-5-6,-7-8</inkml:trace>
  <inkml:trace contextRef="#ctx0" brushRef="#br1" timeOffset="15724.579">5744 4666,'-13'16,"-10"15,-5 10,-2 8,-1 4,3 3,3-4,7-4,6-5,5-11</inkml:trace>
  <inkml:trace contextRef="#ctx0" brushRef="#br1" timeOffset="16035.04">5864 5040,'1'7,"0"-1,0 0,0 0,0 0,1 0,0 0,0-1,1 1,0 0,0-1,0 0,0 1,1-1,0-1,0 1,0-1,1 1,0-1,-1 0,1-1,1 1,-1-1,0 0,1 0,0-1,-1 0,1 0,0 0,0-1,0 0,0 0,1 0,-1-1,0 1,0-2,0 1,1-1,-1 0,0 0,0 0,0-1,0 0,-1-1,1 1,-1-1,1 0,-1 0,0-1,4-2,-6 3,0 1,0-1,0 0,0 0,0-1,-1 1,1 0,-1-1,0 0,0 1,0-1,-1 0,1 0,-1 0,0 0,0 0,-1 0,1 0,-1 0,0-1,0 1,0 0,0 0,-1 0,0 0,0-1,0 1,0 0,0 1,-1-1,-1-2,0-1,-1 1,0-1,0 1,0 0,0 0,-1 1,0 0,0-1,-1 2,0-1,0 0,0 1,0 0,0 1,-1 0,0 0,-5-2,4 3,-1 0,0 1,0 0,1 1,-1 0,0 0,0 1,0 0,1 1,-1-1,0 2,-7 2,-20 9</inkml:trace>
  <inkml:trace contextRef="#ctx0" brushRef="#br1" timeOffset="14343.602">4487 4640,'3'5,"2"5,5 9,6 9,5 10,2 9,6 6,1 3,3-1,0-3,-1-6,-1-9,-4-7,-6-10</inkml:trace>
  <inkml:trace contextRef="#ctx0" brushRef="#br1" timeOffset="14619.128">4729 4626,'-16'23,"-8"19,-4 13,-1 9,-2 3,3-1,5-3,2-7,7-9,4-12</inkml:trace>
  <inkml:trace contextRef="#ctx0" brushRef="#br1" timeOffset="14873.444">4822 5027,'-2'5,"0"-1,0 0,1 1,0-1,0 1,0-1,1 1,0 0,-1-1,1 1,1 0,-1-1,1 1,0-1,0 1,0-1,1 1,-1-1,1 0,0 1,0-1,1 0,-1 0,1-1,0 1,0 0,0-1,1 0,-1 0,1 0,-1 0,2 0,2 0,0 0,1-1,0 0,-1 0,1-1,0 0,0 0,0-1,-1 0,1 0,0 0,0-1,0-1,-1 1,1-1,6-3,-10 4,1-1,-1 0,0 0,0 0,1-1,-2 0,1 1,0-1,0 0,-1-1,0 1,1-1,-1 1,-1-1,1 0,0 0,-1 0,0-1,0 1,0 0,-1-1,1 0,-1 1,0-1,-1 0,1 1,-1-1,0 0,-1-2,0 0,0 1,-1-1,0 0,-1 1,1 0,-1 0,0 0,-1 0,1 0,-1 0,-1 1,1 0,-1 0,1 0,-2 1,1-1,0 1,-1 0,0 1,0-1,0 1,0 0,0 1,-1-1,1 1,-1 1,1-1,-1 1,0 0,0 1,1-1,-1 2,0-1,0 0,-5 2,7 0,1 0,0 0,-1 0,1 0,0 0,0 1,1 0,-1 0,0 0,1 0,0 0,0 1,0-1,0 1,0 0,1 0,0 0,0 0,0 1,0-1,-1 4,-7 26</inkml:trace>
  <inkml:trace contextRef="#ctx0" brushRef="#br1" timeOffset="92889.785">10637 5789,'-1'100,"-6"0,-11 56,16-245,3-299,5 345,7 50,33 123,-5-8,-40-120,0-1,-1 1,1 0,0-1,0 0,0 1,0-1,0 1,0-1,0 0,0 0,0 0,1 0,-1 0,0 0,1 0,-1 0,1 0,-1-1,1 1,-1 0,1-1,0 1,-1-1,1 0,0 0,-1 0,1 1,0-2,-1 1,1 0,0 0,-1 0,1-1,0 1,-1-1,1 1,-1-1,1 0,-1 0,1 1,-1-1,0 0,1 0,-1 0,0-1,1 1,12-14,-1-1,-1 0,-1-1,0 0,-1 0,0-1,-2-1,0 0,-1 0,-1 0,-1-1,3-18,-8 115,0 259,23-188,-12-115</inkml:trace>
  <inkml:trace contextRef="#ctx0" brushRef="#br1" timeOffset="93444.879">11092 6124,'0'13,"-1"-6,-1 0,2 0,-1 0,1 0,0 0,0 0,1 1,0-1,0 0,1 0,0-1,0 1,1 0,0-1,0 1,0-1,1 0,0 0,0 0,0-1,1 1,0-1,0 0,0 0,1-1,3 2,-4-3,1-1,-1-1,1 1,0-1,0 0,0 0,0-1,0 0,0 0,0 0,0 0,0-1,-1 0,1-1,0 1,0-1,-1 0,1-1,-1 1,0-1,1 0,-1 0,1-2,3-1,-1-1,1 0,-1 0,-1-1,1 0,-1-1,-1 0,1 0,-2 0,1 0,-1-1,1-4,-4 11,-1 0,1-1,-1 1,0-1,0 0,0 1,0-1,0 0,-1 1,0-1,0 0,0 0,0 1,-1-1,1 0,-1 0,0 1,0-1,0 0,0 1,-1 0,0-1,1 1,-1 0,-1-1,1 1,0 1,-1-1,1 0,-1 0,0 1,0 0,0-1,0 1,0 0,-1 0,1 1,0-1,-1 1,1 0,-1 0,0 0,1 0,-3 0,-54 2,-4 9</inkml:trace>
  <inkml:trace contextRef="#ctx0" brushRef="#br1" timeOffset="70831.811">10236 13303,'202'11,"218"-11,-401-1,-8 1,-1 0,0 0,0-1,0 0,0-1,0 0,0-1,0 0,-1-1,1 0,2-1,-9 1,0 0,0 0,-1-1,0 1,0 0,0-1,0 0,-1 1,0-1,0 0,0 0,0 1,-1-1,0 0,0 0,0 0,0 0,-1 0,0 1,-1-5,1-11,-7-668,9 435,7 111,-2-58,-20 66,14 131,-1 3,1-1,0 0,0 1,-1-1,1 1,0-1,0 1,0-1,0 0,0 1,0-1,0 1,0-1,0 0,0 1,0-1,0 1,1-1,-1 0,0 1,0-1,1 1,-1-1,0 1,1-1,-1 1,0-1,1 1,-1 0,1-1,-1 1,1-1,-1 1,1 0,-1-1,1 1,-1 0,1 0,-1-1,1 1,0 0,-1 0,1 0,-1 0,1 0,-1 0,1 0,0 0,-1 0,1 0,-1 0,1 0,0 0,-1 1,1-1,-1 0,1 0,-1 1,1-1,194 10,-144-10,381 13,-303-7,-1-5,25-7,37-6,-177 16,-30-4,2-5</inkml:trace>
  <inkml:trace contextRef="#ctx0" brushRef="#br1" timeOffset="76431.644">12148 11738,'16'-4,"12"-2,8 0,4 2,3 0,1 2,0 1,-2 3,0 1,-3 2,-4 1,-2-1,-6-2,-9-1,-8 0</inkml:trace>
  <inkml:trace contextRef="#ctx0" brushRef="#br1" timeOffset="67442.173">10276 11284,'51'-9,"-50"9,70-11,0 4,1 2,-1 4,1 2,18 6,54 12,144 2,-228-20,0 4,-1 2,25 7,-46-8,1-2,0-2,0-1,4-2,-29 0,-7-1,-14-1</inkml:trace>
  <inkml:trace contextRef="#ctx0" brushRef="#br1" timeOffset="71454.798">11573 11298,'16'2,"12"1,8 0,7-1,5 0,2-1,1-1,1 0,-2 0,-2 0,-3 0,-4 0,-4 0,-10 2,-8 3,-12 3,-8 1</inkml:trace>
  <inkml:trace contextRef="#ctx0" brushRef="#br1" timeOffset="75795.25">12028 11311,'385'-34,"-297"30,0 5,0 3,35 8,-72-3,-61-9</inkml:trace>
  <inkml:trace contextRef="#ctx0" brushRef="#br1" timeOffset="36951.134">8268 8266,'29'14,"-12"-3,7 0,-1 2,-1 0,0 1,-1 2,-1 0,0 1,-1 1,-1 0,-1 2,0 0,-2 1,0 0,-2 2,1 2,-4 4,-1-1,-2 1,-1 1,-1-1,-2 1,-1 0,-1 0,-1 0,-2 0,-1-1,-1 1,-2-1,-9 28,-7 14,-3-2,-4-1,-2-1,-3-1,-7 3,-72 106,112-173,1-1,-1 0,1 1,-1-1,0 0,0 0,0 0,0 1,1-1,-2 0,1 0,0 0,0-1,0 1,0 0,-1 0,1 0,0-1,0 1,-1-1,1 1,-1-1,1 0,0 1,-1-1,1 0,-1 0,1 0,-1 0,1 0,-1 0,0-1,1-6</inkml:trace>
  <inkml:trace contextRef="#ctx0" brushRef="#br1" timeOffset="38087.206">8268 8159,'19'-10,"167"26,7 16,-1 8,-2 8,-2 9,94 46,-196-70,0 4,-3 3,41 29,-91-48,-1 1,-1 2,-1 1,-1 1,-1 2,-1 0,-2 2,-1 1,14 23,28 73,-64-124,-3-3</inkml:trace>
  <inkml:trace contextRef="#ctx0" brushRef="#br1" timeOffset="39233.666">8335 9590,'104'0,"457"-13,-464 4,0-3,0-5,-2-4,66-25,-95 20,-1-3,-2-3,42-29,-66 38,202-87,-231 106,-1-1,0 0,0 0,0-1,-1 0,0 0,0-1,0 0,-1-1,0 0,32-23,-38 27,-4 0</inkml:trace>
  <inkml:trace contextRef="#ctx0" brushRef="#br1" timeOffset="69261.862">10343 8944,'25'29,"-5"-17,0-1,1-1,0 0,0-2,1-1,0 0,18 2,-24-5,151 30,-103-23,-1 2,57 21,-117-33,0-1,0 1,-1-1,1 1,-1 0,1 0,0 0,-1 0,0 1,1-1,-1 1,0-1,0 1,0 0,0 0,0 0,0 0,0 0,-1 0,1 0,-1 1,1-1,-1 1,0-1,0 1,0-1,0 1,-1 0,1-1,-1 1,0 0,1 1,-37 110,16-60,3 14,2 2,4-1,3 1,2 1,4-1,6 49,-5 67,-40 174,50-225,-3-47,-6-75,0 0,1 0,0 0,0 0,2 0,0 0,0-1,1 1,1 1,-2-12,-1 1,1-1,0 0,-1 0,1 0,0 0,1 0,-1-1,0 1,0-1,1 0,-1 0,0 0,1 0,-1-1,1 1,-1-1,1 0,-1 0,1 0,-1-1,1 1,2-2,9 2,632 0,-635 1,10-1,0 1,0 1,0 1,0 1,-1 1,14 5,-21-2,-6-2</inkml:trace>
  <inkml:trace contextRef="#ctx0" brushRef="#br1" timeOffset="73712.888">10290 6819,'1'-1,"0"0,0 0,0 0,0 0,0 0,1 0,-1 0,0 0,1 1,-1-1,1 1,-1-1,1 1,-1-1,1 1,-1 0,1 0,-1 0,1 0,-1 0,1 0,-1 0,2 0,-3 0,213 16,94 11,324 20,-456-33,-174-15,0 1,0 0,0 0,0 0,1 1,-1-1,0 0,0 0,0 0,0 1,0-1,0 1,0-1,0 1,0-1,0 1,0 0,0-1,0 1,-1 0,1 0,0-1,0 1,-1 0,1 0,0 0,-1 0,1 0,-1 0,1 0,-1 0,0 0,1 0,-1 0,0 1,0-1,0 0,0 0,0 0,0 0,0 0,0 0,0 0,-1 1,1-1,0 0,-1 0,1 0,-1 0,1 0,-1 0,1 0,-1 0,0 0,1-1,-1 1,-6 12,0 0,1 1,1-1,0 1,0 0,2 0,0 1,-1-2,-57 212,50-144,3-1,3 76,-2 25,-48 407,53-543,-7 64,6 1,4-1,10 60,-2-93,-5 1,-2 0,-4-1,-4 12,3-44,2-1,1 0,3 1,5 24,22 289,-9-154,-18 6,-2-207,0 0,0 0,0 0,0 0,0-1,1 1,-1-1,1 1,-1-1,1 1,-1-1,1 0,0 1,0-1,-1 0,1 0,0 0,0-1,0 1,0 0,0-1,0 1,0-1,1 0,-1 0,0 0,0 0,0 0,0 0,0 0,0-1,0 1,0-1,0 0,0 1,0-1,0 0,0 0,0 0,1-1,8-1,104-12,1 6,1 4,-1 5,1 5,-1 6,38 11,16-3,203 16,-368-32,-22 0,16-3,-21 3</inkml:trace>
  <inkml:trace contextRef="#ctx0" brushRef="#br1" timeOffset="75107.334">11653 10762,'1'2,"0"0,1 0,-1 0,1 0,-1 0,1 0,0 0,0-1,-1 1,1 0,0-1,1 0,-1 0,0 1,0-1,0-1,1 1,-1 0,1 0,-1-1,0 1,3-1,27 5,0-1,1-1,-1-2,30-2,-7 0,687 0,-653 14,-68-13,45 8,-75-4,-4-2</inkml:trace>
  <inkml:trace contextRef="#ctx0" brushRef="#br1" timeOffset="78547.63">10343 15496,'0'1,"-1"1,1 0,0-1,0 1,-1 0,1-1,0 1,1 0,-1 0,0-1,0 1,1 0,-1-1,1 1,0 0,-1-1,1 1,0-1,0 1,0-1,0 1,0-1,0 0,0 0,1 1,-1-1,0 0,1 0,-1 0,1 0,-1-1,1 1,-1 0,1 0,-1-1,1 1,0-1,-1 0,1 1,0-1,0 0,0 0,148-48,-102 39,0 3,0 2,1 2,33 3,-36-1,562 17,-602-16,0-1,0 1,0-1,0 0,0-1,0 1,0-1,0-1,-1 1,1-1,0 0,-1 0,1 0,-1-1,0 0,1 0,-2 0,1-1,0 0,-1 0,1 0,-1 0,0-1,0 1,-1-1,0 0,0 0,0 0,2-6,6-40,-3 0,-2-1,-2 0,-3 0,-2-13,1 12,-20-558,0 48,22 465,4 1,4 0,13-42,-16 103,10-50,-3-1,2-81,-7-189,-6 55,10 120,-13 92,1 89,0-1,0 1,1 0,-1-1,0 1,1 0,-1 0,1 0,-1 0,1 0,-1 0,1 0,0 0,0 1,-1-1,1 1,0-1,0 1,0 0,-1 0,1-1,0 1,0 0,0 1,0-1,0 0,-1 1,1-1,0 1,1 0,8 0,198-1,150-20,-228 10,0 5,74 10,11 1,-197-8,-6-1</inkml:trace>
  <inkml:trace contextRef="#ctx0" brushRef="#br1" timeOffset="79165.558">12535 11685,'18'0,"13"0,11 0,4 0,6 0,4 0,0 0,-1 2,-4 1,-6 3,-6-1,-8 2,-6-1,-5-1,-9-3,-11-3,-4-1</inkml:trace>
  <inkml:trace contextRef="#ctx0" brushRef="#br1" timeOffset="79710.065">12736 11257,'18'0,"11"0,7 0,2 0,-1 0,-2 0,-5 0,-8 0</inkml:trace>
  <inkml:trace contextRef="#ctx0" brushRef="#br1" timeOffset="80225.011">12790 10789,'18'3,"13"0,8-1,4 1,-1-2,-2 0,-7 0,-6-1,-7 0</inkml:trace>
  <inkml:trace contextRef="#ctx0" brushRef="#br1" timeOffset="81169.175">13164 9680,'-1'994,"-49"12,58-551,-10-426,-2-1,-1 1,-1-1,-1 0,-1-1,-2 1,-1-2,-10 19,7-27,10-21</inkml:trace>
  <inkml:trace contextRef="#ctx0" brushRef="#br1" timeOffset="83094.634">13217 9626,'431'22,"-267"-6,0 8,144 40,34 46,-193-57,-104-40,-1 1,0 3,-1 1,-1 2,-1 3,-1 0,0 3,-3 1,0 2,-1 2,19 22,-21-7,-1 1,-3 2,-2 0,-3 2,-1 1,-3 1,-2 1,-2 1,7 48,5 51,-6 0,-8 2,-6 0,-8 78,-1-195,-2 0,-1-1,-2 1,-1-1,-2 0,-2 0,-2-1,-1-1,-2 0,-1 0,-2-2,-1 0,-2-1,-13 15,-13 2,-3-1,-2-3,-2-3,-1-1,-60 32,59-42,-1-2,-2-2,-1-3,0-3,-2-3,-15 2,-69 10,-1-6,-22-5,90-11,-77 8,-113-3,248-14,-1 0,0 2,0 0,1 1,-17 5,-82 3,50-10,57 1,13-2,-1 1,0-1,0 1,0-1,0 1,0-1,0 0,0 1,0-1,0 0,0 0,0 0,0 0,0 0,0 0,0 0,0 0,0 0,0-1,0 1,1 0,-1-1,0 1,0 0,0-1,0 1,0-1,0 0,1 1,-1-1,0 0,1 1,-1-1,0 0,1 0,-1 1,1-1,-1 0,1 0,-1 0,1 0,0 0,-1 0,1 0,0-12</inkml:trace>
  <inkml:trace contextRef="#ctx0" brushRef="#br1" timeOffset="83748.634">13071 12180,'-2'3,"0"0,0 0,1 0,-1 1,1-1,0 1,0-1,0 1,0-1,1 1,-1-1,1 1,0-1,0 1,1 2,-1 5,-5 92,0 3,4 0,5 0,5 6,3 27,-16-126,11-22,0 2</inkml:trace>
  <inkml:trace contextRef="#ctx0" brushRef="#br1" timeOffset="84863.539">15637 11244,'25'-10,"245"7,478-25,-555 14,736-38,-692 58,-221-1,-24-3</inkml:trace>
  <inkml:trace contextRef="#ctx0" brushRef="#br1" timeOffset="87137.605">16747 9600,'46'89,"-34"-67,0 1,1-2,1 0,1 0,13 13,-21-27,-1-1,1 1,1-1,-1 0,1-1,0 0,0 0,0 0,1-1,0-1,-1 1,1-1,1-1,-1 0,0 0,10 0,-13-2,1 0,0-1,-1 0,1 0,-1-1,0 0,1 0,-1 0,0-1,0 1,0-2,-1 1,1-1,-1 1,1-1,-1-1,-1 1,1-1,-1 0,1 0,-1 0,-1-1,2-1,4-8,-1 0,-1 0,0-1,0 0,-2 0,0-1,-1 0,0-6,4-113,-12 165,6 78,5 0,7 15,5 77,-18-189,5 60,-2 1,-4-1,-3 0,-3 0,-5 16,10-77,-1 0,1 0,-1 0,-1-1,0 1,0-1,0 1,-1-1,-1 0,1 0,-1-1,-1 1,1-1,-1-1,0 1,-1-1,-2 2,7-7,0 0,-1 0,1 0,0-1,-1 0,1 1,-1-1,1 0,0 0,-1 0,1 0,-1 0,1-1,0 1,-1-1,1 0,0 1,-1-1,1 0,0-1,0 1,0 0,0 0,0-1,0 1,0-1,1 0,-1 1,0-2,-43-59,44 61,-40-76,4-1,-7-26,27 63,-3-18,20 58,1 0,-1 0,0 0,1-1,-1 1,1 0,-1 0,1 0,0 0,-1 0,1 0,0 0,0 0,-1 0,1 1,0-1,0 0,0 0,0 1,0-1,0 1,0-1,0 1,1-1,-1 1,0 0,0-1,0 1,1 0,-1 0,0 0,0 0,0 0,1 0,-1 0,192-2,121-8,-220 3</inkml:trace>
  <inkml:trace contextRef="#ctx0" brushRef="#br1" timeOffset="87693.162">17696 10201,'-16'12,"-10"10,-2 12,3 13,6 9,6 7,8 1,9-1,10-4,11-5,6-10,6-10,-3-11</inkml:trace>
  <inkml:trace contextRef="#ctx0" brushRef="#br1" timeOffset="88020.268">17896 10468,'-2'6,"0"-1,0 1,0-1,1 1,0 0,0 0,1 0,-1 0,1 0,1 0,-1 0,1-1,0 1,0 0,1 0,-1-1,2 1,-1 0,0-1,1 0,0 0,0 0,1 0,-1 0,1-1,0 1,0-1,0 0,1 0,0-1,3 3,-4-3,0 0,0-1,0 1,0-1,0 0,0-1,0 1,1-1,-1 0,1 0,-1 0,1 0,-1-1,1 0,-1 0,1 0,0 0,-1-1,1 0,-1 0,1 0,-1 0,0-1,1 1,-1-1,0-1,0 1,0 0,-1-1,1 0,-1 0,1 0,-1 0,0 0,0-1,0 0,0 1,1-4,-3 2,1-1,-1 1,0-1,0 1,-1-1,1 0,-1 0,0 1,-1-1,1 0,-1 1,-1-1,1 1,-1-1,0 1,0-1,0 1,-1 0,0 0,0 0,0 1,0-1,-1 1,0-1,0 1,0 0,0 1,-1-1,1 1,-1 0,0 0,0 0,0 1,0-1,-1 1,1 1,-1-1,1 1,-1 0,0 0,1 1,-1-1,0 1,1 0,-1 1,-1 0,3 0,-1 1,1-1,0 1,-1 0,1 1,0-1,0 1,0 0,1 0,-1 0,1 0,-1 1,1-1,0 1,1 0,-1 0,1 0,-1 0,-8 19</inkml:trace>
  <inkml:trace contextRef="#ctx0" brushRef="#br1" timeOffset="88309.278">18284 10148,'4'25,"7"21,3 20,-1 16,-2 15,-17 11,-32 13,-10-15</inkml:trace>
  <inkml:trace contextRef="#ctx0" brushRef="#br1" timeOffset="96637.411">10463 8036,'-8'81,"3"0,5 53,0-78,13-398,-9 298,-4 44,1 0,0 0,0 0,0 0,0 0,-1 0,1 0,0 0,0 0,0 1,-1-1,1 0,0 0,0 1,0-1,-1 0,1 1,0-1,-1 1,1-1,0 1,-1-1,1 1,-1-1,1 1,-1 0,1-1,-1 1,1 0,-1 0,0-1,1 1,-1 0,0 0,0-1,1 1,-1 0,0 0,0 0,22 41,-17-30,1-1,0 0,0-1,1 1,0-1,1-1,6 7,-12-14,-1-1,1 1,0-1,0 0,0 0,0 0,0 0,1 0,-1 0,0 0,0-1,1 1,-1-1,0 0,1 0,-1 1,0-1,1-1,-1 1,0 0,1-1,-1 1,0-1,0 0,1 1,-1-1,0 0,0 0,0-1,0 1,0 0,0-1,-1 1,1-1,0 0,-1 1,1-1,0-1,50-78,-12-43,-38 161,-21 139,11-125,2-1,2 1,2 1,6 44,1-61</inkml:trace>
  <inkml:trace contextRef="#ctx0" brushRef="#br1" timeOffset="97215.281">10904 8476,'9'-16,"8"-9,3-8,0-3,0 1,-2 1,-4 4,-4 10,-4 13,-3 16,-4 19,-2 17,-3 15,-3 14,-3 9,-4 5,2-13</inkml:trace>
  <inkml:trace contextRef="#ctx0" brushRef="#br1" timeOffset="100637.195">10918 16030,'-3'54,"-3"0,-2-1,-3 0,-2-1,-3 4,-29 105,45-161,0 0,0 0,-1 0,1 0,0 0,0 0,0 0,-1 0,1 0,0 0,0 0,0 0,-1 0,1 0,0 0,0 0,0 0,-1 0,1 0,0 0,0 0,0 1,0-1,-1 0,1 0,0 0,0 0,0 0,0 0,0 1,0-1,-1 0,1 0,0 0,1-22,14-101,28-107,-32 177,4-8,-15 61,0 0,0 1,0-1,1 0,-1 0,0 0,0 0,1 1,-1-1,0 0,0 0,0 0,1 0,-1 0,0 0,0 0,1 0,-1 0,0 0,0 0,1 0,-1 0,0 0,0 0,1 0,-1 0,0 0,0 0,1 0,-1 0,0 0,0-1,0 1,1 0,-1 0,0 0,0 0,0-1,1 1,-1 0,0 0,0 0,0 0,0-1,0 1,1 0,-1 0,0-1,0 1,0 0,0 0,0-1,0 1,0 0,0 0,6 27,-6-20,4 11,-3-9,0 1,1-1,0 1,1-1,0 0,0 0,1 0,0 0,5 6,-7-13,0-1,1 0,-1 0,1 0,-1 0,1 0,-1 0,1-1,-1 1,1-1,0 0,-1 1,1-1,0-1,-1 1,1 0,0-1,-1 1,1-1,-1 0,1 0,-1 0,1 0,-1 0,0 0,1-1,-1 1,0-1,0 0,0 1,0-1,0 0,-1 0,1 0,0 0,-1-1,0 1,1-2,0 3,25-28,-1-1,-2-2,17-27,-39 56,-2 1,1 1,-1 0,1-1,-1 1,1 0,-1-1,1 1,0 0,0-1,0 1,0 0,0 0,0 0,0 0,0 0,0 0,0 0,0 0,1 1,-1-1,0 0,1 1,-1-1,0 1,1-1,-1 1,1 0,-1-1,1 1,-1 0,0 0,1 0,-1 0,1 0,-1 1,1-1,11 60,-10 43,-4-1,-5 7,-1 23,5-86</inkml:trace>
  <inkml:trace contextRef="#ctx0" brushRef="#br1" timeOffset="101017.438">11466 16350,'28'0,"-8"-1,1 1,-1 1,1 1,-1 1,16 4,-31-6,-1 0,1 1,0 0,0 0,-1 1,1-1,-1 1,0 0,0 0,0 0,0 1,0-1,-1 1,0 0,0 0,0 0,0 1,0-1,-1 0,0 1,0 0,0 0,0 0,-1-1,0 3,1 10,-1 0,-1 0,0 0,-1 0,-1 0,-1 0,-1 0,0-1,-1 1,-1 0,-11 49,4 57,16-106</inkml:trace>
  <inkml:trace contextRef="#ctx0" brushRef="#br1" timeOffset="101193.965">11506 16565,'19'0,"23"0,23 0,21 0,-4 0</inkml:trace>
  <inkml:trace contextRef="#ctx0" brushRef="#br2" timeOffset="133706.915">785 5656,'-7'3,"1"1,0 0,0 1,0-1,0 1,1 0,0 0,0 1,0 0,1 0,0 0,0 0,-3 6,7-10,0-1,-1 1,1-1,0 1,0-1,0 1,0-1,0 1,0-1,1 1,-1-1,0 0,1 1,-1-1,1 1,0-1,-1 0,1 1,0-1,0 0,0 0,0 0,0 0,0 1,0-1,0-1,0 1,0 0,1 0,-1 0,0-1,1 1,-1 0,0-1,1 1,-1-1,1 0,56 12,-54-12,-1-1,1 0,-1 0,1 0,-1 0,1 0,-1-1,0 0,0 0,0 0,0 0,0 0,0 0,0-1,-1 1,1-1,-1 0,0 0,0 0,0 0,0 0,0 0,-1 0,1-1,-1 1,0-1,0 1,0-1,-1 1,1-1,-1 0,0 1,0-1,0 0,0 1,-1-1,1 1,-1-1,0 0,0 1,-1 0,1-1,-1 1,1 0,-1 0,0 0,0 0,0 0,-1 0,-1-2,0 2,0 0,0 0,0 0,0 0,0 1,0 0,-1 0,1 0,-1 0,0 1,1-1,-1 1,0 1,0-1,0 1,0-1,0 1,1 1,-1-1,0 1,0 0,0 0,0 0,1 1,-1-1,1 1,-1 0,1 1,0-1,0 1,0-1,0 1,0 1,0-1,1 0,-3 4,4-3,0 1,0-1,0 1,1-1,-1 1,1 0,0-1,1 1,-1 0,1 0,0 0,0-1,1 1,-1 0,1 0,0-1,0 1,0 0,1-1,0 1,0-1,0 0,0 1,1-1,0 0,0-1,0 1,0 0,0-1,1 1,-1-1,1 0,0-1,0 1,0-1,0 1,5 1,0-1,0 0,0 0,0-1,0 0,1-1,-1 0,1 0,-1-1,1 0,-1-1,7-1,-13 2,0 0,0-1,0 1,0-1,0 0,0 0,0 0,0-1,0 1,0 0,0-1,-1 0,1 0,-1 0,0 0,1 0,-1 0,0-1,0 1,0-1,0 0,-1 1,1-1,-1 0,0 0,0 0,0 0,0 0,0 0,0 0,-1 0,0 0,1 0,-1-1,0 1,-1 0,0-3,0 0,-1 0,0 0,0 0,-1 0,0 0,0 1,0-1,-1 1,0 0,1 0,-2 0,1 0,-1 1,1 0,-1 0,-1 0,1 1,0-1,-1 1,0 0,1 1,-1 0,0-1,0 2,-1-1,1 1,0 0,0 0,-1 1,1 0,0 0,-1 0,1 1,0 0,-1 0,1 1,0 0,0 0,0 0,-2 2,6-3,-1 1,2 0,-1 0,0 0,0 0,1 0,-1 0,1 0,-1 1,1-1,0 1,0-1,0 1,0-1,1 1,-1-1,1 1,-1 0,1-1,0 1,0-1,0 1,0 0,1-1,-1 1,1 0,-1-1,1 1,0-1,0 1,0-1,0 1,1-1,-1 0,1 0,-1 0,1 0,0 0,0 0,0 0,0 0,0-1,0 1,0-1,3 2,7 1,0 0,0 0,0-1,1 0,-1-1,1-1,0 0,-1-1,1 0,0-1,3-1,-15 3,0-1,0 0,0 0,0 0,0 0,1 0,-1 0,0 0,0 0,0-1,0 1,0 0,0-1,0 1,0 0,0-1,0 1,-1-1,1 0,0 1,0-1,0 0,0 1,-1-1,1 0,0 0,-1 0,1 0,-1 1,1-1,-1 0,1 0,-1 0,0 0,1 0,-1 0,0 0,0 0,0 0,0-1,0 1,0 0,0 0,0 0,0 0,0 0,-1 0,1 0,0 0,-1 0,1 0,-1 0,1 0,-1 0,1 1,-1-1,0 0,1 0,-1 0,0 1,0-1,1 0,-1 1,0-1,0 1,0-1,0 1,0-1,0 1,0-1,-1 0,0 0,0 0,0 0,-1 0,1 0,0 0,-1 1,1-1,0 1,-1 0,1-1,-1 1,1 0,-1 0,1 1,0-1,-1 0,1 1,0 0,-3 0,26 6,70-11,-72 1,1 2,-1 0,0 1,1 1,-1 1,0 1,11 2,-4 2,-1-1,2-1,-1-1,0-2,1-1,-1 0,1-3,9-1,97-15,-69 7,0 3,1 3,-1 2,28 5,176 21,-40-16,-164-3,1-3,62-7,1 0,275 19,-352-13,77 0,97 13,-149-6,1-4,76-6,459-5,-381 10,-221-2,145 0,0 6,33 11,482 49,-506-44,155 0,154-8,-95 13,-223-27,-16 25,-45-9,-92-15,1-1,0 1,-1 0,1-1,-1 1,1 1,-1-1,1 0,-1 0,0 1,1 0,-1-1,0 1,0 0,0 0,-1 0,1 0,0 0,-1 0,1 1,-1-1,0 1,0-1,0 1,0-1,0 1,0-1,-1 1,1 0,-1 0,0-1,0 1,0 0,0 2,-16 192,16-195,-1 0,1-1,-1 1,1 0,0 0,0 0,0-1,0 1,0 0,0 0,1-1,-1 1,0 0,1 0,-1-1,1 1,0 0,0-1,-1 1,1-1,0 1,1-1,-1 0,0 1,0-1,0 0,1 0,-1 1,1-1,-1 0,1-1,-1 1,1 0,-1 0,1-1,0 1,-1-1,1 1,0-1,0 0,0 1,-1-1,1 0,211-3,155 3,-157 27,-157-27,-63 0</inkml:trace>
  <inkml:trace contextRef="#ctx0" brushRef="#br2" timeOffset="138473.659">2910 6164,'0'0,"0"1,0-1,0 0,0 0,0 1,0-1,0 0,0 1,0-1,0 0,0 0,0 1,0-1,0 0,-1 0,1 1,0-1,0 0,0 0,0 0,0 1,-1-1,1 0,0 0,0 0,0 1,0-1,-1 0,1 0,0 0,0 0,-1 0,1 1,0-1,0 0,-1 0,1 0,0 0,0 0,-1 0,1 0,0 0,0 0,-1 0,1 0,0 0,-1 0,1 0,0 0,0 0,-1 0,1-1,0 1,0 0,0 0,-1 0,1 0,0 0,-1-1,1 3,-1 0,0 1,1-1,-1 0,1 0,0 1,0-1,0 0,0 0,0 1,0-1,0 0,1 0,-1 1,1-1,0 0,0 0,-1 0,1 0,1 0,-1 0,0 0,0 0,1-1,-1 1,1 0,-1-1,1 1,0-1,0 1,0-1,0 0,0 0,0 0,0 0,0 0,0 0,0-1,0 1,1-1,-1 1,0-1,0 0,1 0,0 0,0 0,0-1,0 1,-1-1,1 0,0 1,0-1,0 0,0-1,-1 1,1 0,-1-1,1 0,-1 0,1 1,-1-1,0 0,0-1,0 1,0 0,0-1,-1 1,1-1,-1 1,0-1,1 0,-1 0,0 1,-1-1,1 0,0 0,-1-1,1-2,0 0,-1 1,0-1,0 1,0-1,-1 1,1-1,-1 1,-1-1,1 1,-1 0,0 0,0-1,-1 1,1 1,-3-5,0 4,0 0,0 0,0 0,-1 0,0 1,1 0,-2 0,1 0,0 1,-1 0,1 0,-3 0,7 2,-1 0,1 0,-1 0,0 1,1-1,-1 1,1 0,-1-1,0 1,1 0,-1 1,1-1,-1 0,0 1,1-1,-1 1,1 0,-1 0,1 0,0 0,-1 1,1-1,0 0,0 1,0 0,0-1,0 1,0 0,0 0,1 0,-1 0,1 0,-1 1,0 0,0 1,1-1,-1 1,0-1,1 1,0 0,0 0,0 0,0 0,0-1,1 1,0 0,0 0,0 0,0 0,1 0,-1 0,1 0,0 0,0 0,1 0,-1-1,1 1,0-1,0 1,0-1,0 1,0-1,1 0,0 0,-1 0,1-1,0 1,1-1,-1 1,0-1,1 0,-1 0,3 1,-1-1,1-1,-1 1,0-1,1 0,-1 0,0 0,1-1,-1 1,1-1,-1-1,1 1,-1-1,1 0,-1 0,0-1,0 0,1 0,-1 0,-1 0,1-1,0 1,0-1,-1-1,0 1,1-1,-1 1,-1-1,1 0,-1-1,1 1,-1-1,2-4,-4 7,-1-1,0 1,0-1,0 1,0-1,0 1,0-1,-1 1,1-1,-1 1,0 0,0-1,0 1,0 0,0-1,0 1,-1 0,1 0,-1 0,1 0,-1 1,0-1,1 0,-1 1,0-1,0 1,-1-1,1 1,0 0,-2-1,-74-23,73 23,-1 1,1 1,0-1,-1 1,1 0,-1 0,1 0,0 1,-1 0,1 0,0 0,-1 1,1 0,0 0,0 0,1 0,-1 1,0 0,-3 3,8-5,0 0,0 0,1 0,-1 1,0-1,0 0,1 0,-1 1,1-1,-1 0,1 0,-1 0,1 0,0 0,0 0,-1 0,1 0,0 0,0 0,0-1,0 1,0 0,0 0,0-1,0 1,0-1,1 1,-1-1,0 1,0-1,0 0,1 0,-1 1,0-1,0 0,1 0,-1 0,0 0,0-1,1 1,-1 0,0 0,0-1,1 0,0 1,283-6,-125 48,56-35,-147-8,392-14,100 26,-93 0,-1 3,-332-3,1-5,82-10,227-4,-349 29,-9-7,58 5,99-11,-31-3,-211-4,0-1,0 1,0-1,0 1,0 0,0 0,0 0,0 0,0 0,0 0,0 0,-1 1,1-1,-1 1,1-1,-1 1,1 0,-1 0,0-1,0 1,0 0,0 0,0 0,0 0,0 0,-1 0,1 1,-1-1,0 0,1 0,-1 0,0 0,0 1,-1-1,1 0,0 0,-1 0,1 0,-1 1,0-1,1 0,-1 0,0 0,0-1,-1 2,-10 35,1 0,2 1,2 0,-2 30,8-50,-1-10,2 1,-1-1,1 0,0 1,1-1,0 1,1-1,0 0,3 9,-2-16,-1 1,1-1,-1 0,1-1,0 1,0 0,0-1,0 1,0-1,1 0,-1 0,0-1,0 1,1 0,-1-1,0 0,1 0,-1 0,0 0,1-1,-1 1,0-1,1 0,-1 0,0 0,0 0,0 0,0-1,0 0,0 1,2-3,21-5,111 3,-88 7,552-1,-395 14,-21-14,-185 0,0 0,0 0,0 1,-1-1,1 0,0 1,0-1,0 0,0 0,0 1,0-1,0 0,0 1,0-1,0 0,0 1,0-1,0 0,0 1,1-1,-1 0,0 0,0 1,0-1,0 0,0 0,1 1,-1-1,0 0,0 0,0 1,1-1,-1 0,0 0,0 0,1 0,-1 1,0-1,0 0,1 0,-1 0,0 0,1 0,-1 0,0 0,1 0,-1 0,0 0,0 0,1 0,-1 0,0 0,1 0,-1 0,0 0,1 0,-1 0,0 0,1-1,-12 3,-2-1</inkml:trace>
  <inkml:trace contextRef="#ctx0" brushRef="#br2" timeOffset="142551.2">5210 6538,'-6'6,"1"1,0 0,0 0,0 0,1 1,0-1,1 1,0 0,0 0,1 0,-1 0,2 1,-1-1,1 1,1-1,0 1,1-6,1 0,0-1,-1 1,1 0,1-1,-1 1,0-1,1 0,-1 0,1 0,-1 0,1 0,0 0,0-1,0 0,0 1,0-1,0 0,1 0,-1-1,0 1,0-1,1 1,-1-1,0 0,0 0,1-1,-1 1,0-1,0 1,1-1,-1 0,0 0,0-1,0 1,0-1,0 1,0-2,0 2,0 0,-1 0,1-1,-1 1,1-1,-1 0,0 0,1 0,-1 0,0 0,0 0,-1 0,1-1,0 1,-1-1,1 1,-1-1,0 0,0 1,0-1,0 0,-1 0,1 0,-1 0,1 0,-1 0,0 0,0 1,-1-1,1 0,0 0,-1 0,0 0,0 0,0 0,0 1,0-1,0 0,-1 1,1-1,-1 1,0 0,0-1,0 1,0 0,0 0,0 0,-2-1,-2-1,-1 0,0 1,0 0,0 0,0 0,0 1,-1 0,1 1,-1 0,0 0,1 0,-1 1,1 0,-1 0,-6 2,9-1,1-1,-1 1,1 0,-1 0,1 1,0 0,-1 0,1 0,0 0,0 0,0 1,1-1,-1 1,0 0,1 1,0-1,0 0,0 1,0 0,0 0,1 0,0 0,0 0,0 0,0 0,0 3,2-5,-1 0,1 1,0-1,-1 0,1 1,0-1,1 1,-1-1,0 0,1 1,-1-1,1 0,0 1,0-1,0 0,0 0,0 0,0 0,0 0,1 0,-1 0,1 0,0 0,-1-1,1 1,0-1,0 1,0-1,0 0,0 1,0-1,1 0,1 0,3 2,0 0,1-1,-1 0,1 0,-1-1,1 1,0-2,0 1,7-2,49-14,-63 14,1 1,-1-1,1 1,-1-1,0 1,1-1,-1 0,1 0,-1 0,0 0,0 0,0 0,0 0,0 0,0 0,0-1,0 1,0 0,0-1,0 1,-1 0,1-1,-1 1,1-1,-1 1,0-1,1 1,-1-1,0 1,0-1,0 0,0 1,0-1,0 1,-1-1,1 1,0-1,-1 1,0-2,-2 0,0 0,0 1,0-1,-1 0,1 1,-1 0,0 0,0 0,0 0,0 1,0-1,0 1,0 0,0 0,0 1,-1-1,1 1,0 0,0 0,-1 0,-1 1,1-1,-3-1,0 1,0 0,0 0,0 1,0 0,0 0,0 1,0 0,1 0,-1 1,-5 3,13-6,0 0,1 0,-1 0,1 0,-1 0,0 0,1 0,-1 0,0 0,1 1,-1-1,1 0,-1 0,0 0,1 1,-1-1,0 0,0 0,1 1,-1-1,0 0,0 1,1-1,-1 0,0 1,0-1,0 0,1 1,-1-1,0 0,0 1,0-1,0 1,0-1,0 0,0 1,0-1,0 1,0-1,0 0,0 1,0-1,0 0,0 1,-1-1,1 1,0-1,0 0,0 1,-1-1,1 0,0 1,0-1,-1 0,1 0,0 1,0-1,-1 0,1 0,0 1,-1-1,1 0,-1 0,1 0,0 0,-1 1,1-1,32 4,52-9,-61 2,-1 1,1 1,0 1,0 2,18 2,-6 6,-28-8,-1 1,1-1,1-1,-1 1,0-1,0-1,0 1,1-1,-1-1,0 1,1-1,38-6,1 2,1 3,-1 1,12 3,15-1,754-1,-826 0,0 0,0 0,1-1,-1 2,0-1,0 0,0 0,0 0,0 1,0 0,-1-1,1 1,0 0,0 0,0-1,0 2,-1-1,1 0,0 0,-1 0,1 1,-1-1,0 1,1-1,-1 1,0 0,0-1,0 1,0 0,0 0,0 0,-1 0,1 0,-1-1,1 1,-1 0,0 1,0-1,0 0,0 0,0 0,0 1,-29 236,29-233,-1-4,0 0,0 0,1 0,-1-1,1 1,0 0,-1 0,1 0,0 0,0 0,0 0,0 0,1 0,-1 0,0 0,1 0,0-1,-1 1,1 0,0 0,0-1,0 1,0 0,0-1,0 1,0-1,1 1,-1-1,0 0,1 1,-1-1,1 0,0 0,-1 0,1 0,0 0,0-1,0 1,-1 0,1-1,0 1,0-1,0 0,0 0,0 0,113-28,214 1,239 28,-306 13,4-14,-199 13,106 0,-161-13,-12 0</inkml:trace>
  <inkml:trace contextRef="#ctx0" brushRef="#br3" timeOffset="168345.531">8391 8463,'0'0,"0"1,-1-1,1 0,0 1,0-1,0 0,0 1,0-1,0 0,0 0,0 1,0-1,0 0,0 1,0-1,0 0,0 1,0-1,1 0,-1 1,0-1,0 0,0 0,0 1,1-1,-1 0,0 0,0 1,0-1,1 0,-1 0,0 0,0 1,1-1,-1 0,0 0,1 0,-1 0,0 0,0 1,1-1,-1 0,0 0,1 0,-1 0,0 0,1 0,-1 0,-35 6,1 0,-2-3,1 0,0-3,0-1,0-1,-9-3,-85-3,-1012 8,685 0,-5-27,-95 20,420 2,-232-19,182 1,-180 1,324 22,-6 2,0-3,0-2,1-2,-40-9,38 5,-1 3,1 2,-1 1,0 4,-4 1,-26-1,-360-28,369 27,29 2,-1-3,0-1,0-2,-33-8,13 1,0 2,-1 4,0 2,-58 6,49-1,-1-3,0-3,-36-8,-304-50,167 17,95 34,46 7,-210-4,216 9,-63 28,76-4,85-22,-1 1,1-1,0 1,0 0,0 0,0 0,1 0,-1 0,1 1,0-1,1 0,-1 0,1 1,0-1,0 0,0 1,0-1,1 0,0 1,0-1,0 0,0 0,1 0,-1 1,0-2,1 0,-1 1,0-1,1 0,0 0,-1-1,1 1,0 0,1-1,-1 1,0-1,1 1,-1-1,1 0,0 0,0 0,0-1,0 1,0-1,0 1,0-1,0 0,1 0,-1 0,0-1,1 1,-1-1,0 0,1 0,-1 0,2-1,3 1,-1-1,1 0,0 0,0-1,-1 0,1-1,-1 0,0 0,1 0,-1-1,-1 0,1 0,0-1,-4 3,0 0,0 0,0 0,0-1,0 1,-1-1,1 1,-1-1,1 0,-1 0,0 0,0 0,-1 0,1-1,0 1,-1-1,0 1,0-1,0 1,0-1,-1 0,0 1,1-1,-1 0,0 1,-1-1,1 0,-1 1,1-1,-1 0,0 1,-1-1,1 1,0 0,-1-1,0 1,0 0,0 0,0 0,-1-1,-5-2,-1 0,0 1,1 0,-2 0,1 1,0 0,-1 1,0 0,0 1,0 0,0 0,0 1,0 0,0 1,-1 0,-1 1,8 0,0 0,0 0,0 0,0 1,0 0,1 0,-1 0,1 0,0 1,-1-1,1 1,0 0,0 0,1 0,-1 0,1 0,-1 1,1-1,0 1,0 0,1-1,-1 1,1 0,0 0,0 0,0 0,0 0,1 0,-1 0,1 0,0 1,0-1,1 0,-1 0,1 0,0 0,0 0,1 0,-1 0,1-1,0 1,0 0,0-1,0 1,0-1,1 0,0 0,-1 0,3 2,0-2,0 0,0 0,0 0,1 0,-1-1,0 0,1 0,0-1,-1 1,1-1,0-1,0 1,0-1,-1 0,1 0,0 0,0-1,0 0,-1 0,1-1,0 0,-1 1,1-2,-1 1,0-1,0 0,0 0,0 0,0-1,-1 1,1-1,-1 0,0-1,0 1,2-4,-5 5,0 0,0 0,1 1,-2-1,1 0,0 0,-1 0,1 0,-1 0,0 0,0 0,0 0,0 0,0 0,-1 0,0 0,1 0,-1 0,0 0,0 0,-1 0,1 1,-1-1,1 0,-1 1,0 0,0-1,0 1,0 0,0 0,-3-2,-3-4,-1 1,0 0,-1 1,0 0,0 0,0 1,-11-4,18 7,0 1,0-1,0 0,0 1,-1 0,1 0,0 0,-1 0,1 1,-1-1,1 1,-1 0,1 0,-1 0,1 0,-1 1,1 0,-1-1,1 1,-1 0,1 1,0-1,0 0,0 1,0 0,0 0,0 0,0 0,0 0,1 1,-1-1,1 1,-2 1,2 0,0 1,1-1,-1 0,1 1,0 0,0-1,0 1,0 0,1-1,0 1,0 0,0 0,1-1,-1 1,1 0,0-1,1 1,-1-1,1 1,0-1,0 1,0-1,0 0,1 0,0 0,0-1,0 1,0-1,0 1,1-1,0 0,-1 0,1-1,0 1,1 0,34 21</inkml:trace>
  <inkml:trace contextRef="#ctx0" brushRef="#br3" timeOffset="171725.062">2763 8650,'-6'4,"1"1,-1 0,1-1,0 2,0-1,1 1,0-1,0 1,0 1,0-1,1 0,0 1,1 0,-1-1,1 1,0 0,1 0,0 0,0 5,1-10,1 0,-1 1,1-1,0 0,0 0,0 1,0-1,0 0,0 0,0 0,1 0,-1 0,1-1,0 1,-1 0,1-1,0 1,0-1,0 1,0-1,0 0,0 0,0 0,1 0,-1 0,0-1,0 1,1-1,-1 1,1-1,73-2,-67-1,-1 1,1-1,-1-1,0 1,0-1,-1-1,1 1,-1-1,0-1,6-5,-11 9,0 0,1 0,-1-1,0 1,0-1,-1 0,1 1,0-1,-1 0,0 0,0 0,0 0,0 0,0 0,0 0,-1 0,0-1,1 1,-1 0,0 0,-1 0,1-1,-1 1,1 0,-1 0,0 0,0 0,0 0,0 0,-1 0,0 0,-1-2,0-1,-1 1,0 0,0 0,0 0,0 0,-1 1,0 0,0 0,0 0,0 1,-1-1,0 1,1 1,-1-1,0 1,0 0,0 0,-1 1,1-1,0 2,-1-1,1 1,-1-1,1 2,0-1,-1 1,1 0,0 0,0 1,-1 0,1 0,0 0,3 1,1-1,-1 1,1 0,-1-1,1 1,0 0,0 1,0-1,1 0,-1 0,1 1,0-1,-1 1,2-1,-1 1,0 0,1-1,-1 1,1 0,0-1,1 1,-1 0,0-1,1 1,0 0,0-1,0 1,0-1,1 0,-1 1,1-1,0 0,0 0,0 0,1 0,-1 0,0 0,1-1,0 1,0-1,0 0,0 0,2 2,2-1,1 1,0-1,0 0,0 0,0-1,1 0,-1-1,0 0,1 0,-1 0,1-1,-1-1,1 0,-1 0,1 0,-1-1,0 0,0-1,0 0,0 0,0 0,6-5,-12 7,-1 0,0 0,1-1,-1 1,0 0,0 0,0-1,1 1,-1-1,-1 1,1-1,0 1,0-1,-1 1,1-1,0 0,-1 0,0 1,1-1,-1 0,0 0,0 1,0-1,0 0,0 0,-1 1,1-1,0 0,-1 1,1-1,-1 0,0 1,1-1,-1 1,0-1,0 1,0-1,-1 0,-1-2,-1 0,1 1,-1-1,0 1,0 0,-1 0,1 0,-1 1,1-1,-1 1,0 0,-3-1,0 1,0 0,0 1,0 0,-1 0,1 0,0 1,0 1,-1-1,1 1,0 1,0-1,0 1,0 1,0 0,0 0,1 0,-1 1,-3 2,11-5,-1-1,0 0,1 0,-1 0,1 1,-1-1,1 0,-1 0,1 1,-1-1,1 1,0-1,-1 0,1 1,-1-1,1 1,0-1,-1 1,1-1,0 1,0-1,-1 1,1-1,0 1,0-1,0 1,0 0,0-1,-1 1,1-1,0 1,0 0,1-1,-1 1,0-1,0 1,0-1,0 1,0 0,1-1,-1 1,0-1,0 1,1-1,-1 1,0-1,1 0,-1 1,1-1,-1 1,1-1,-1 0,0 1,1-1,-1 0,1 1,0-1,-1 0,1 0,-1 0,1 1,-1-1,1 0,0 0,-1 0,1 0,41 6,179-31,170 13,30 4,131 1,-347 8,837-1,-919 5,1 6,54 14,187 4,-233-23,190 20,-56-12,280 5,-174-6,170-13,-545 0</inkml:trace>
  <inkml:trace contextRef="#ctx0" brushRef="#br3" timeOffset="172798.908">624 8169,'-15'29,"-26"70,41-98,-1 0,1 0,-1-1,1 1,0 0,0 0,-1 0,1-1,0 1,0 0,0 0,0 0,0 0,0 0,0-1,0 1,0 0,0 0,0 0,1-1,-1 1,0 0,1 0,-1 0,0-1,1 1,-1 0,1-1,-1 1,1 0,-1-1,1 1,0 0,-1-1,1 1,0-1,-1 0,1 1,0-1,0 1,0-1,-1 0,1 0,0 1,0-1,0 0,0 0,-1 0,1 0,0 0,0 0,0 0,0 0,-1-1,1 1,0 0,0 0,0-1,-1 1,1 0,0-1,0 1,-1-1,5-2,-1 0,0 0,-1 0,1-1,-1 1,1-1,-1 0,0 0,0-1,-1 1,1 0,-1-1,0 0,0 1,-1-1,1 0,-1 0,0 0,-1 0,1-1,-1 6,0-1,0 0,0 0,0 1,1-1,-1 0,-1 0,1 1,0-1,0 0,0 0,0 1,0-1,-1 0,1 0,0 1,-1-1,1 0,0 1,-1-1,1 1,-1-1,1 0,-1 1,1-1,-1 1,0-1,1 1,-1 0,1-1,-1 1,0 0,0-1,1 1,-1 0,0 0,1-1,-1 1,0 0,0 0,1 0,-1 0,0 0,0 0,1 0,-1 0,0 1,0-1,1 0,-1 0,0 1,-32 21,9 24,17-23</inkml:trace>
  <inkml:trace contextRef="#ctx0" brushRef="#br3" timeOffset="176252.471">6118 9185,'-3'-1,"0"1,0 0,0 0,1 0,-1 0,0 0,0 1,0-1,0 1,0 0,1 0,-1 0,0 0,1 0,-1 1,1-1,-1 1,1 0,-1 0,1-1,0 1,0 1,0-1,0 0,1 0,-1 1,1-1,-1 1,1 0,0-1,0 1,0 0,0 0,0-1,1 1,-1 0,1 0,0 0,0 0,0 0,0 0,0 0,1 0,-1-1,1 1,0 1,3 0,-1-1,1 1,0-1,0 0,0-1,0 1,0-1,0 1,1-1,-1-1,1 1,0-1,0 1,-1-1,1-1,0 1,0-1,0 0,0 0,0 0,-1 0,1-1,0 0,0 0,0 0,-1-1,1 0,-1 0,2 0,-4 1,-1-1,1 1,-1 0,1-1,-1 1,0 0,0-1,1 0,-1 1,0-1,0 0,0 1,-1-1,1 0,0 0,-1 0,1 0,-1 0,0 0,0 0,1 0,-1 0,0 0,-1 0,1 0,0 0,-1 1,1-1,-1 0,1 0,-1 0,0 0,0 0,0 1,0-1,0 0,0 1,0-1,0 1,-1-1,1 1,-1 0,1 0,-1-1,0 1,1 0,-1 0,0 0,0 1,1-1,-2 0,-4-2,1 0,-1 1,1-1,-1 1,0 1,0-1,0 1,0 1,0-1,0 1,0 0,0 1,-5 0,8 0,1-1,0 1,-1 0,1 0,0 1,0-1,0 1,0-1,0 1,0 0,0 0,1 0,-1 0,1 1,-1-1,1 1,0-1,0 1,0 0,0 0,1 0,-1 0,1 0,0 0,-1 1,2-1,-1 0,0 4,0-3,1 0,-1 0,1 0,0 0,1 1,-1-1,1 0,0 0,0 0,0 0,0 0,1-1,-1 1,1 0,0-1,0 1,0-1,1 1,-1-1,1 0,0 0,0 0,0-1,0 1,1-1,-1 1,1-1,-1 0,1 0,0-1,0 1,0-1,-1 0,5 1,1 0,-1 0,1 0,0-1,0 0,0-1,-1 0,1 0,0-1,0 0,-1-1,1 0,0 0,-1-1,0 0,0 0,2-2,-5 2,-1 0,1 0,-1-1,1 0,-1 0,0 0,-1-1,1 1,-1-1,0 0,0 0,0 0,-1 0,0 0,0 0,0-1,0 1,-1-1,0 0,0 1,-1-1,1 0,-1 0,-1 1,1-1,-1 0,0 1,0-1,0 0,-1 1,0 0,0-1,-1 1,1 0,-1 0,0 0,0 0,-1 1,0-1,1 1,-2 0,-2-3,4 3,0 0,-1 1,0-1,1 0,-1 1,0 0,-1 0,1 0,-1 1,1-1,-1 1,0 0,0 0,1 1,-1 0,-1-1,1 2,0-1,0 0,0 1,0 0,0 1,-1-1,1 1,0 0,0 0,0 0,0 1,0-1,1 1,-1 1,0-1,1 1,-1-1,1 1,0 1,0-1,0 0,1 1,-2 1,2-1,1-1,-1 1,1 0,-1 0,1 0,1 1,-1-1,0 0,1 1,0-1,0 1,0-1,1 1,-1 0,1-1,0 1,1 0,-1-1,1 1,0-1,0 1,0-1,1 1,-1-1,1 0,0 0,1 0,-1 0,1 0,-1 0,1 0,0-1,0 1,1-1,-1 0,1 0,0-1,-1 1,1-1,0 1,1-1,-1 0,2 0,2 0,0 1,1-1,-1-1,1 0,0 0,0-1,-1 0,1 0,0-1,-1 0,1 0,6-3,-11 3,0 0,1-1,-1 0,0 0,0 0,-1 0,1 0,0-1,-1 0,1 0,-1 0,0 0,0 0,0 0,-1-1,1 0,-1 1,0-1,0 0,0 0,0 0,-1 0,1-1,-1 1,0-4,-1 2,-1 1,0-1,0 0,-1 1,1-1,-1 1,0 0,-1-1,1 1,-1 0,0 1,-1-1,1 0,-1 1,0 0,0 0,0 0,0 0,-1 1,0-1,1 1,-1 1,0-1,-1 1,1-1,0 1,-1 1,1-1,-1 1,1 0,-1 0,0 1,0-1,1 1,-1 1,0-1,1 1,-6 1,6 0,-1-1,1 1,0 1,0-1,1 1,-1-1,0 1,1 1,0-1,0 1,0-1,0 1,0 0,1 1,0-1,0 1,0-1,0 1,1 0,0 0,0 0,0 0,0 0,1 1,0-1,0 1,1-5,0 1,1 0,-1 0,0-1,1 1,0 0,-1-1,1 1,0-1,0 1,-1-1,1 1,0-1,1 1,-1-1,0 0,0 0,0 0,1 0,-1 0,1 0,-1 0,1 0,-1 0,1 0,0-1,-1 1,1-1,0 1,-1-1,1 0,0 0,-1 0,1 0,0 0,0 0,65-6,5-16,-57 16,1 0,0 2,0 0,0 0,0 2,15-1,123-9,-118 7,1 1,-1 2,1 1,-1 3,35 4,1 2,-1-3,2-3,-1-3,0-4,-1-2,1-4,4 2,143-1,125 1,-50-18,-14 28,-253-6,-27 2</inkml:trace>
  <inkml:trace contextRef="#ctx0" brushRef="#br0" timeOffset="192468.917">8525 10830,'-116'12,"74"-10,0-1,0-2,1-2,-1-2,1-1,0-3,-36-11,60 14,0 1,-1 0,1 2,-1 0,1 1,-1 0,-11 2,-3 0,6 2,1-2,0 0,0-2,0-1,0-1,0-1,-11-5,19 5,-1 1,0 0,1 2,-1 0,-1 1,1 0,-12 3,5-2,-829-3,524-17,-3-15,-559-25,373 34,-406-4,141 30,677-13,-511 13,284 0,236-13,-15 13,113 0,-1 0,1 0,-1-1,1 1,-1 0,1 0,-1 0,1 0,-1 0,1 0,-1 0,1 0,-1 0,1 1,-1-1,1 0,-1 0,1 0,-1 1,1-1,-1 0,1 0,0 1,-1-1,1 0,-1 1,1-1,0 0,-1 1,1-1,0 1,0-1,-1 1,1-1,0 0,0 1,-1-1,1 1,0-1,0 1,0-1,0 1,0-1,0 1,0-1,0 1,0 0,0-1,0 1,0-1,0 1,1-1,-1 0,0 1,0-1,1 1,-1-1,0 1,0-1,1 1,-1-1,0 0,1 1,-1-1,1 0,-1 1,0-1,1 0,-1 0,1 1,32 22,-29-22,0 0,0-1,0 1,0-1,1 0,-1 0,0 0,0 0,0-1,1 0,-1 0,0 0,0 0,0-1,0 1,-1-1,1 0,0 0,-1 0,1-1,-1 1,0-1,0 0,0 0,0 0,0-1,-1 1,1 0,-1-1,0 0,0 1,0-1,-1 0,1 0,-1 0,0 0,0 0,0-1,-1 1,0 0,1 0,-2 0,1-1,0 1,-1 0,0 0,1 0,-2-3,1 4,-1 0,1 0,-1 0,1 1,-1-1,0 0,0 1,0-1,-1 1,1-1,-1 1,1 0,-1 0,1 0,-1 1,0-1,0 1,0-1,0 1,0 0,0 0,-1 0,1 1,0-1,0 1,-1-1,1 1,0 0,0 0,-1 1,1-1,0 1,0 0,-1 0,1 0,0 0,0 0,0 1,0-1,0 1,1 0,-1 0,0 0,1 0,-2 2,-2 1,1 1,0 0,0 0,1 0,-1 1,1 0,1 0,-1 0,1 0,1 0,-1 1,1-1,0 1,1 0,0-1,0 1,1 0,0 0,0 0,1-1,1 8,-1-12,0 0,0-1,0 1,1 0,-1-1,1 1,0-1,0 0,0 1,0-1,0 0,0 0,1 0,-1 0,1-1,-1 1,1-1,0 0,0 1,-1-1,1 0,0 0,0-1,0 1,0-1,0 1,0-1,1 0,85-13,-82 11,-1 0,0 0,1 0,-1-1,0 0,0 0,0-1,-1 1,1-1,-1-1,0 1,0-1,-1 1,1-1,-1-1,0 1,0-1,-1 1,1-1,-1 0,-1 0,1-1,-1 1,0-1,0 1,-1-1,0 1,0-1,-1 0,0 1,0-1,0 0,-1 0,-1-5,0 6,-1 0,1 0,-1 1,-1 0,1-1,-1 1,1 0,-2 1,1-1,0 1,-1 0,0 0,0 0,0 1,0-1,-1 1,1 1,-1-1,0 1,0 0,0 0,0 1,0-1,0 1,0 1,0-1,-1 1,1 0,0 0,0 1,0 0,0 0,-1 1,1-1,1 1,-1 1,0-1,0 1,1 0,0 0,-1 0,1 1,1 0,-1 0,0 0,1 1,0-1,-1 2,1 1,0-1,0 1,1 0,0 0,0 0,1 0,0 1,0-1,1 1,-1-1,2 1,-1-1,1 1,0 0,1-1,0 1,0-1,1 1,-1-1,2 1,-1-1,1 0,0 0,0 0,1-1,0 1,1-1,-1 0,1 0,0 0,0 0,1-1,0 0,0 0,5 2,-2-3,-1-1,1-1,0 1,0-2,0 1,0-1,1-1,-1 1,0-2,0 1,0-1,0-1,1 1,-2-1,1-1,0 0,0 0,-1-1,0 0,0-1,0 1,0-1,-1-1,1 0,-1 0,-1 0,1-1,-1 0,0 0,-1 0,0-1,0 0,-1 0,4-8,-7 10,0 1,-1 0,1-1,-1 1,0-1,-1 1,1 0,-1-1,0 1,0 0,-1 0,0-1,0 1,0 0,0 1,-1-1,0 0,0 1,0-1,0 1,-1 0,0 0,0 0,0 1,0-1,0 1,-1 0,0 0,1 1,-1-1,0 1,0 0,0 1,-1-1,1 1,0 0,0 0,-1 0,1 1,-1 0,1 0,-1 0,1 1,0 0,-1 0,1 0,0 1,0 0,-2 0,0 1,1 1,-1 0,0 0,1 0,0 1,0-1,0 2,1-1,-1 0,1 1,1 0,-1 1,1-1,0 1,0-1,-1 6,3-8,0 0,1 0,-1 0,1 0,0 0,0 0,0 0,1 1,0-1,-1 0,2 0,-1 1,0-1,1 0,0 0,0 0,0 0,0 1,0-2,1 1,0 0,0 0,0 0,0-1,1 1,0-1,-1 0,1 0,0 0,2 2,3-1,0 0,1 0,-1-1,1 0,-1-1,1 1,0-2,0 1,0-1,0-1,0 0,0 0,0 0,0-1,0-1,0 1,0-2,-1 1,1-1,-1 0,1-1,-1 0,0 0,0-1,-1 0,6-5,-10 8,-1 1,0-1,1 0,-1 0,0-1,0 1,0 0,0-1,0 1,-1-1,1 0,-1 1,0-1,1 0,-1 0,-1 0,1 0,0 0,-1 0,1 0,-1 0,0 0,0 0,0-1,-1 1,1 0,-1 0,1 0,-1 0,0 0,0 1,0-1,-1 0,1 0,-1 1,0-1,1 0,-1 1,0 0,0-1,-2 0,-2-1,1-1,-1 1,0 0,0 1,-1 0,1 0,0 0,-1 1,0 0,0 0,0 0,0 1,0 0,0 1,0-1,0 1,0 1,0-1,0 1,0 1,0-1,0 1,1 0,-1 1,0 0,1 0,0 0,0 0,0 1,0 0,0 1,1-1,0 1,0 0,0 0,1 1,-1-1,1 1,-2 5,3-8,1 1,0-1,0 1,0 0,0-1,0 1,1 0,-1 0,1 1,0-1,1 0,-1 0,1 0,0 1,0-1,0 0,0 0,1 1,0-1,0 0,0 0,0 0,0 0,1 0,0 0,0 0,0-1,0 1,1-1,-1 1,1-1,0 0,0 0,0 0,0 0,1-1,-1 1,1-1,0 0,3 2,0-3,0 1,0-1,0 0,1-1,-1 1,0-2,1 1,-1-1,0 0,0 0,0-1,0 0,0 0,0-1,5-2,-8 3,0 0,0 0,0 0,0-1,0 1,-1-1,1 0,-1 0,1 0,-1-1,0 1,-1-1,1 1,-1-1,1 0,-1 0,0 0,0-1,-1 1,1 0,-1-1,0 1,-1-1,1 1,0-4,-2 4,1 0,-1-1,0 1,0 0,0 0,0 0,-1 0,0 0,1 1,-2-1,1 0,0 1,-1-1,1 1,-1 0,0 0,0 0,0 0,-1 1,1-1,-1 1,1 0,-1 0,0 0,0 0,0 1,-2-1,-1 0,1 0,0 0,-1 1,1 0,-1 0,1 0,-1 1,1 0,-1 1,0-1,1 1,0 1,-1-1,1 1,0 0,-1 0,-2 2,5-2,1 0,-1 0,0 0,1 0,-1 1,1-1,0 1,0 0,0 0,0 0,0 1,1-1,-1 0,1 1,0 0,0 0,0-1,1 1,-1 0,1 0,0 1,0-1,0 0,1 0,0 0,0 1,0-1,0 0,0 0,1 0,0 1,0-1,0 0,0 0,1 0,-1 0,1 0,0-1,0 1,1-1,-1 1,1-1,-1 0,1 1,1-1,3 0,0 0,0-1,1 0,-1 0,1-1,-1 0,1 0,-1-1,1 0,0 0,-1-1,1 0,-1 0,1-1,-1 0,0 0,1 0,-1-1,0 0,-1-1,1 0,0 0,-1 0,0-1,0 0,-1 0,1 0,-1-1,0 1,0-2,-1 1,0 0,0-1,-3 5,1 0,-1-1,0 1,0 0,-1-1,1 1,0-1,-1 0,0 1,1-1,-1 1,0-1,0 1,0-1,-1 0,1 1,-1-1,1 1,-1-1,0 1,0 0,0-1,0 1,-1 0,1-1,-1 1,1 0,-1 0,1 0,-1 1,0-1,0 0,0 1,0-1,-1 1,1-1,0 1,0 0,-1 0,1 0,-1 0,1 1,-2-1,-2-1,0 0,-1 1,1 0,0 0,-1 1,1 0,0 0,-1 0,1 1,0 0,-1 0,1 1,0-1,0 1,0 1,0-1,1 1,-1 0,1 0,-1 1,1-1,0 1,-1 2,5-5,1 0,0 1,0-1,-1 0,1 0,0 0,0 1,0-1,0 0,1 0,-1 0,0 1,0-1,1 0,-1 0,1 0,-1 0,1 0,-1 0,1 1,0-1,-1-1,1 1,0 0,0 0,0 0,0 0,0 0,0-1,0 1,0 0,0-1,0 1,0-1,0 1,0-1,0 0,1 1,-1-1,0 0,0 0,0 0,1 0,-1 0,0 0,0 0,0 0,1-1,-1 1,0 0,0-1,0 1,0-1,1 0,11 1</inkml:trace>
  <inkml:trace contextRef="#ctx0" brushRef="#br0" timeOffset="197367.416">8592 11204,'-68'10,"-336"-7,-622-4,715-12,-76-24,226 25,-132 8,74 4,-148-14,175 8,-95 2,-317 16,431-13,51 15,-95-1,-503-14,654-5,54 4,0 0,0 1,-1 0,1 1,0 0,0 1,-9 2,-31 5,44-8,-1 0,1 2,-1-1,1 1,-1 0,1 0,0 1,0 0,0 1,1 0,-6 3,13-7,-1 0,1 1,-1-1,0 0,1 0,-1 1,1-1,-1 0,1 1,-1-1,1 1,-1-1,1 1,-1-1,1 1,-1-1,1 1,0-1,0 1,-1 0,1-1,0 1,0-1,-1 1,1 0,0-1,0 1,0 0,0-1,0 1,0 0,0-1,0 1,0 0,0-1,1 1,-1 0,0-1,0 1,1-1,-1 1,0 0,1-1,-1 1,0-1,1 1,-1-1,1 1,-1-1,1 0,-1 1,1-1,0 1,34 10,-32-11,0 0,0 0,-1 0,1 0,0-1,0 1,-1-1,1 0,0 0,-1 0,1 0,-1 0,1-1,-1 1,0-1,1 1,-1-1,0 0,0 0,0 0,0 0,-1 0,1 0,0-1,-1 1,0-1,1 1,-1-1,0 1,-1-1,1 0,0 1,-1-1,1 0,-1 0,0 1,0-2,1-1,-1-1,0 0,0 1,0-1,-1 0,0 1,0-1,0 1,0 0,-1-1,0 1,-1 0,1 0,-1 0,0 0,0 0,0 1,-3-3,3 4,1 0,-1 0,-1 0,1 1,0-1,-1 1,1 0,-1 0,0 0,1 1,-1-1,0 1,0 0,0 0,0 0,0 1,0-1,-1 1,1 0,0 0,0 0,0 1,0-1,0 1,0 0,0 0,0 1,0-1,0 1,1 0,-1 0,1 0,-1 0,1 1,0 0,0-1,-2 3,1 1,0 1,0-1,1 1,0 0,1 0,-1 1,1-1,0 0,1 1,0-1,0 1,1-1,0 1,0-1,1 1,0 0,0-1,0 0,1 1,0-1,1 0,0 0,0 0,0 0,1 0,0-1,0 0,0-2,0 0,0-1,1 1,-1-1,0 0,1 0,0-1,0 0,0 0,0 0,0 0,0-1,0 1,1-1,-1-1,0 1,1-1,-1 0,1 0,-1 0,0-1,1 0,-1 0,0 0,0-1,0 0,0 0,0 0,0 0,0-1,-1 0,1 0,-1 0,0-1,0 1,0-1,0 0,-1 0,1 0,1-4,-2 2,0 0,-1 0,1-1,-1 1,-1-1,1 1,-1-1,-1 0,1 1,-1-1,0 0,0 1,-1-1,0 0,0 1,-1-1,1 1,-2-1,1 1,-1 0,1 0,-2 0,1 0,-1 0,0 1,0 0,0 0,-1 0,0 0,0 0,0 1,0 0,-1 0,1 1,-1 0,0 0,0 0,-1 0,1 1,-3-1,6 3,-1-1,1 1,0 0,0 0,0 0,0 0,0 0,-1 1,1-1,0 1,0 0,0 0,0 0,0 1,1-1,-1 0,0 1,1 0,-1 0,1 0,-1 0,1 0,0 0,0 1,0-1,0 1,0-1,0 1,1 0,-3 3,1 0,1 1,-1-1,1 1,0-1,1 1,-1 0,1-1,1 1,-1 0,1 0,0 0,1 1,-1-5,1 0,-1-1,1 1,0 0,0 0,0 0,0 0,0-1,1 1,-1 0,1-1,0 1,0-1,0 0,0 0,0 0,0 0,1 0,-1 0,1 0,-1-1,1 1,0-1,-1 0,1 0,0 0,0 0,0 0,0-1,0 1,0-1,2 0,2 1,-1-1,1 0,0-1,-1 1,1-1,-1-1,1 1,-1-1,0 0,1-1,-1 1,0-1,-1 0,4-3,-3 1,0 0,-1 0,0 0,0-1,0 1,-1-1,0 0,0-1,-1 1,1-3,-2 8,-1-1,0-1,-1 1,1 0,0 0,-1 0,1 0,-1 0,1-1,-1 1,0 0,0 0,0-1,-1 1,1 0,0 0,-1-1,1 1,-1 0,0 0,0 0,0 0,0 0,0 0,0 0,0 0,-1 0,1 1,-1-1,1 1,-1-1,0 1,0-1,-1 0,-3-1,0 1,0 1,0-1,-1 1,1 0,0 0,-1 1,1 0,0 0,-1 0,1 1,0 0,-1 0,1 1,0 0,0 0,0 0,0 0,1 1,-1 0,1 1,-1-1,1 1,0 0,0 0,1 1,-1-1,1 1,-1 2,3-5,0 0,0 0,1 1,-1-1,1 1,0-1,-1 1,1-1,1 1,-1 0,0-1,0 1,1 0,0 0,-1 0,1-1,0 1,1 0,-1 0,0 0,1-1,-1 1,1 0,0-1,0 1,0 0,0-1,1 1,-1-1,1 1,16 19</inkml:trace>
  <inkml:trace contextRef="#ctx0" brushRef="#br0" timeOffset="200001.715">8431 11564,'-130'16,"-424"62,233-34,-239 0,416-35,-630 16,191-13,199-12,355 5,43-4,-10-3,0 0,0 0,0-1,0 1,-1-1,1 0,-1 0,0 0,1-1,-2 1,1-1,0 1,-1-1,1 0,-1 0,0 0,-1 0,1-1,-1 1,0 0,0-1,0 1,0-1,-1 1,0-1,0 1,0-1,0 1,-1-5,-2 7,0-1,1 1,-1 0,0 0,0 0,0 1,-1-1,1 1,0 0,-1-1,1 2,0-1,-1 0,1 1,-1-1,1 1,-1 0,1 0,-1 0,0 1,1-1,0 1,-1 0,1 0,-1 0,1 1,0-1,0 1,0-1,0 1,-1 1,-4 2,1 0,1 0,-1 0,1 1,0 0,0 0,0 1,1 0,0 0,0 0,1 0,0 1,0-1,1 1,0 0,1 0,-1 1,1-1,1 0,0 1,0-1,1 4,0-9,0 0,1 0,0 0,0 0,0 0,0 0,0 0,1 0,-1 0,1-1,0 1,0 0,0-1,0 0,0 1,0-1,1 0,-1 0,1 0,0-1,-1 1,1-1,0 1,0-1,0 0,0 0,0 0,0-1,0 1,0-1,0 1,1-1,7 1,0-1,0 0,0-1,-1 0,1-1,0 0,-1 0,9-4,-8 3,0-1,-1 0,0 0,0-1,0 0,0-1,-1 0,0-1,0 0,-1 0,0-1,0 0,-1 0,0-1,0 0,-1 0,4-7,-9 13,0 0,0-1,-1 1,1 0,-1 0,0 0,0-1,0 1,0 0,0-1,-1 1,1 0,-1 0,0 0,0 0,0-1,0 1,-1 1,1-1,-1 0,0 0,0 0,0 1,0-1,0 1,0 0,-1 0,1 0,-1 0,0 0,0 0,-2-1,-6-3,-1 0,1 1,-1 0,0 1,0 0,0 1,-13-1,12 2,0 1,0 0,0 1,0 0,0 1,0 0,0 1,0 1,0 0,-10 5,17-6,0 0,0 1,1 0,-1 1,1-1,-1 1,1 0,0 0,1 1,-1 0,1-1,0 1,0 1,0-1,1 1,0-1,0 1,0 0,1 0,-1 0,1 0,0 4,2-4,-1 1,1 0,0-1,1 1,-1 0,2-1,-1 1,0-1,1 1,1-1,-1 0,1 0,0 0,0 0,0 0,1-1,0 1,0-1,1 0,-1-1,1 1,0-1,0 1,1-2,-1 1,1 0,0-1,0 0,0-1,0 1,1-1,-1 0,1-1,-1 0,1 0,3 0,5 2,1 0,0-1,0-1,0-1,1 0,-1-1,0-1,0 0,0-2,-8 3,-1-1,0 0,1-1,-1 0,0 0,-1-1,1 1,0-1,-1-1,0 1,0-1,0 0,-1-1,0 1,0-1,0 0,-1 0,1-1,2-6,-5 9,0 0,-1 0,1 0,-1 0,0-1,0 1,0 0,-1-1,0 1,0-1,0 1,0-1,0 1,-1 0,0-1,0 1,0 0,-1-1,1 1,-1 0,0 0,0 0,-1 1,1-1,-1 0,1 1,-1 0,0-1,-1 1,-2-2,-2-1,0 0,-1 0,1 1,-1 0,-1 0,1 1,0 1,-1-1,0 2,0-1,0 1,0 1,-1 0,2 0,1 0,-1 1,1 1,-1-1,0 1,1 1,0 0,-1 0,1 0,0 1,0 0,0 1,0 0,1 0,-1 1,1 0,1 0,-1 0,0 1,1 0,0 0,1 1,0 0,0 0,0 0,0 0,1 1,1 0,-1 0,1 0,1 0,-1 0,1 1,0 7,2-13,0 0,0 1,0-1,0 0,1 1,0-1,-1 0,1 0,1 1,-1-1,0 0,1 0,-1 0,1-1,0 1,0 0,0-1,0 1,1-1,-1 1,1-1,-1 0,1 0,0 0,0-1,0 1,0-1,0 1,0-1,0 0,0 0,0-1,3 1,6 2,0-2,0 0,0 0,0-1,0 0,0-1,0-1,10-2,-10 2,-1-1,1 0,-1 0,1-1,-1-1,-1 0,1-1,-1 0,1 0,-2-1,1 0,-1-1,0 0,-1 0,0-1,0 0,-1-1,0 0,0 0,-1 0,-1-1,0 0,0 0,-5 8,1-1,-1 1,1-1,-1 1,0-1,0 1,-1-1,1 0,-1 1,0 0,0-1,0 1,0-1,0 1,-1 0,1 0,-1 0,0 0,0 0,0 0,-1 0,1 1,-1-1,1 1,-1-1,0 1,0 0,0 0,0 1,0-1,-4-1,-2-1,0 1,0 0,0 0,-1 1,1 0,-1 1,0 0,1 1,-1-1,0 2,-3 0,5-1,-1 1,1 0,0 1,0 0,0 0,0 1,0 0,0 0,0 1,1 0,0 0,0 1,0 0,0 0,1 1,0 0,0 0,0 0,1 1,0-1,0 1,1 1,0-1,0 0,1 1,-3 8,2 9</inkml:trace>
  <inkml:trace contextRef="#ctx0" brushRef="#br0" timeOffset="202594.338">9073 11083,'0'48,"-1"-1,-3 0,-2 0,-3 9,0-34,8-38,72-350,-72 386,0 0,1 0,2-1,0 1,3 15,-4-34,-1 1,1 0,0 0,0 0,0 0,0-1,0 1,0 0,0-1,0 1,1-1,-1 1,0-1,1 0,-1 1,1-1,0 0,-1 0,1 0,0 0,0-1,0 1,0 0,0-1,-1 1,1-1,0 0,0 0,0 1,0-1,0-1,0 1,0 0,0 0,0-1,0 1,0-1,0 1,0-1,-1 0,1 0,0 0,0 0,-1 0,1 0,-1-1,1 1,-1 0,1-1,-1 1,1-2,13-12,-1-2,0 0,-1 0,-1-1,-1-1,0 0,-2-1,0 0,4-13,-8 33,-5 16,-28 272,26-179,2-85</inkml:trace>
  <inkml:trace contextRef="#ctx0" brushRef="#br0" timeOffset="203013.258">9515 11057,'-3'27,"0"0,-1-1,-2 0,-1 0,-1 0,-1-1,-6 13,-11 33,24-67,1-2,0-1,0 0,0 1,0-1,1 1,-1-1,1 1,-1-1,1 1,-1-1,1 1,0 0,0-1,0 1,-1 0,2-1,-1 1,0-1,0 1,1 0,-1-1,0 1,1-1,0 1,-1-1,1 1,0-1,0 0,0 1,0-1,0 0,0 0,0 1,0-1,0 0,104 0,-83-2,1-2,-1 0,1-1,-1-1,0-2,2-1,-3-1</inkml:trace>
  <inkml:trace contextRef="#ctx0" brushRef="#br0" timeOffset="203291.67">9715 11204,'-3'-5,"0"2,-2 4,-2 13,-5 14,-5 19,-7 17,-5 18,2-5</inkml:trace>
  <inkml:trace contextRef="#ctx0" brushRef="#br0" timeOffset="205374.597">8966 13129,'0'223,"-1"-280,-1 25,2 0,1-1,1 1,2 0,1 0,2 1,5-16,-12 47,0 1,0-1,1 0,-1 1,0-1,0 0,1 0,-1 1,0-1,1 0,-1 0,0 0,1 0,-1 1,0-1,1 0,-1 0,0 0,1 0,-1 0,0 0,1 0,-1 0,0 0,1 0,-1 0,0 0,1 0,-1 0,0 0,1 0,-1-1,0 1,1 0,-1 0,0 0,1-1,-1 1,0 0,0 0,1 0,-1-1,0 1,0 0,1-1,-1 1,0 0,0 0,0-1,0 1,1 0,-1-1,0 1,0-1,0 1,0 0,0-1,6 34,-5-32,11 75,-10-76,-1 1,0 0,1-1,-1 0,1 1,-1-1,1 0,-1 1,1-1,-1 0,1 0,-1 0,1 0,-1-1,1 1,-1 0,1-1,-1 1,0-1,1 1,-1-1,0 1,1-1,-1 0,0 0,0 0,1 0,-1 0,0 0,0 0,0 0,0 0,-1-1,1 1,0 0,0-1,-1 1,1 0,86-95,-87 95,1 0,-1 1,1-1,-1 1,1-1,-1 1,1-1,-1 1,1-1,-1 1,1-1,0 1,-1 0,1-1,0 1,-1 0,1 0,0-1,0 1,-1 0,1 0,0 0,0 0,-1 0,1 0,0 0,0 0,-1 0,1 1,0-1,-1 0,1 0,0 1,-1-1,1 0,0 1,-1-1,1 0,0 1,-1-1,1 1,-1-1,1 1,-1 0,1-1,-1 1,0-1,1 1,-1 0,0-1,1 1,-1 0,0-1,0 1,0 0,1 0,-1-1,0 1,0 0,0 0,0-1,0 1,0 0,-1-1,1 1,10 162,-19-14,11-109,1-31</inkml:trace>
  <inkml:trace contextRef="#ctx0" brushRef="#br0" timeOffset="206421.674">9367 13223,'9'-5,"8"-1,7-4,7-3,5 1,5 0,1 0,-1 2,-4 2,-7 3,-6 3,-9 1,-8 0</inkml:trace>
  <inkml:trace contextRef="#ctx0" brushRef="#br0" timeOffset="206860.727">9407 13196,'0'171,"1"-171,-1 0,0-1,0 1,1 0,-1-1,0 1,1 0,-1 0,0-1,1 1,-1 0,1 0,-1-1,0 1,1 0,-1 0,1 0,-1 0,1 0,-1 0,0 0,1 0,-1 0,1 0,-1 0,1 0,-1 0,1 0,-1 0,0 0,1 0,-1 0,1 1,-1-1,0 0,1 0,-1 0,0 1,1-1,-1 0,0 1,1-1,-1 0,0 1,1-1,-1 0,0 1,0-1,0 1,1-1,-1 0,0 1,0-1,0 1,9-9,-1 1,1-1,1 2,-1-1,1 1,0 1,1 0,7-3,-15 7,0 0,0 0,0 0,0 0,0 1,1-1,-1 1,0 0,0 0,0 0,1 0,-1 1,0-1,0 1,0 0,0 0,0 0,0 0,0 0,0 1,0-1,0 1,-1 0,1 0,-1 0,1 0,-1 0,0 0,0 1,0-1,0 1,2 2,-1 2,-1-1,1 0,-1 1,0-1,0 1,-1 0,0-1,0 1,-1 0,0 0,0 0,0-1,-1 1,0 0,0 0,-1-1,0 1,0-1,-1 1,1-1,-1 0,-1 0,1 0,-1 0,0-1,0 0,-1 1,1-2,-1 1,-1 0,1-1,0 0,-1 0,-2 0,-5 4,0-1,0 0,0-1,-1-1,0-1,-1 1,1-2,-8 1,18-3,7-2</inkml:trace>
  <inkml:trace contextRef="#ctx0" brushRef="#br0" timeOffset="208069.881">10717 16217,'12'5,"1"0,0-1,0-1,0 0,0 0,0-1,0-1,1-1,-1 0,0 0,1-1,-1-1,0 0,4-2,95-18,-1-4,90-37,-110 34,65-19,2 6,45-1,-188 40,-1 0,1 1,0 1,0 1,-1 0,1 1,13 2,-27-3,0 0,0 0,0 0,0 0,0 0,0 0,-1 0,1 1,0-1,0 0,0 1,0-1,0 1,-1-1,1 1,0-1,0 1,-1-1,1 1,0 0,-1-1,1 1,0 0,-1 0,1-1,-1 1,0 0,1 0,-1 0,0 0,1 0,-1 0,0 0,0-1,0 1,0 0,0 0,0 0,0 0,0 0,0 0,0 0,0 0,-1 0,1 0,0 0,-1-1,1 1,0 0,-1 0,1 0,-1-1,0 1,1 0,-1 0,0-1,1 1,-1-1,0 1,-9 9,-1 0,0-1,0-1,-1 0,0 0,-1-1,-6 2,-116 56,-120 38,84-36,0 4,3 8,-75 50,124-45,118-83,0-1,0 0,0 1,0-1,0 1,0-1,0 1,0-1,0 1,1 0,-1 0,0-1,0 1,0 0,1 0,-1 0,1 0,-1 0,0 0,1 0,0 0,-1 0,1 0,-1 0,1 0,0 0,0 0,0 0,0 0,0 1,0-1,0 0,0 0,0 0,0 0,1 0,-1 0,0 0,1 0,-1 0,1 0,-1 0,1 0,0 0,-1 0,1 0,0 0,0 0,7 1,1-1,-1 0,1 0,-1-1,1 0,-1 0,1-1,-1 0,1-1,7-2,-7 2,160-36,69-30,-47 13,-110 31,1 4,0 4,2 3,-1 4,34 2,-116 6,0 1,0-1,0 1,0-1,0 1,0 0,0 0,1-1,-1 1,0 0,0 0,0 0,1 0,-1 0,0 0,0 1,0-1,1 0,-1 1,0-1,0 1,0-1,0 1,0-1,0 1,0 0,0-1,0 1,0 0,0 0,-1 0,1 0,0 0,0 0,-1 0,1 0,-1 0,1 0,-1 0,1 0,-1 0,0 0,1 0,-1 1,0-1,0 0,0 0,0 0,0 1,0-1,-8 8,0-1,0 0,-1 0,0-1,-1 0,1-1,-1 0,-1 0,-7 3,-6 3,-276 138,125-65,-57 42,162-76,70-50,-1-1,1 1,0-1,0 1,0-1,-1 1,1-1,0 1,0-1,0 1,0-1,0 1,0-1,0 1,0-1,0 1,0-1,0 1,0-1,1 1,-1 0,0-1,0 0,0 1,1-1,-1 1,0-1,1 1,-1-1,0 1,1-1,-1 0,1 1,-1-1,0 0,1 1,-1-1,1 0,-1 0,1 0,-1 1,1-1,-1 0,1 0,-1 0,1 0,-1 0,1 0,-1 0,1 0,0 0,-1 0,1 0,-1 0,1 0,-1 0,1-1,-1 1,1 0,-1 0,1 0,-1-1,0 1,1 0,-1-1,1 1,-1 0,0-1,1 1,160-38,-124 27,275-92,-147 45,3 7,68-7,-229 57,86-6,-92 8,-1-1,1 0,0 1,-1-1,1 1,-1-1,1 1,0-1,-1 1,1-1,-1 1,0-1,1 1,-1-1,1 1,-1 0,0-1,0 1,1 0,-1-1,0 1,0 0,0 0,0-1,0 1,0 0,0-1,0 1,0 0,0 0,0-1,0 1,0 0,-1-1,1 1,0 0,-1-1,1 1,0 0,-1-1,1 1,-1-1,1 1,-1-1,1 1,-1-1,1 1,-1-1,1 1,-1-1,0 0,1 1,-1-1,0 0,1 1,-1-1,0 0,1 0,-1 0,0 0,0 0,1 0,-1 0,-43 28,-10 0</inkml:trace>
  <inkml:trace contextRef="#ctx0" brushRef="#br0" timeOffset="210167.925">8979 15322,'0'58,"-10"205,9-306,8-188,-3 218,7 40,-9-22,33 64,-34-68,0 1,0-1,1 1,-1-1,0 0,1 1,-1-1,1 0,-1 0,1 0,0 0,-1 0,1-1,0 1,0 0,0-1,-1 1,1-1,0 0,0 1,0-1,0 0,0 0,0 0,-1-1,1 1,0 0,0-1,0 1,0-1,-1 0,1 1,0-1,0 0,-1 0,1 0,-1 0,1-1,10-9,0 0,0-2,-2 1,1-1,-2-1,0 0,0 0,-1-1,3-9,16-25,-3 5,-13 74,-2 195,-8-213,-1 16,2 0,1 0,1 0,1 0,2 0,1-1,8 20,-5-26</inkml:trace>
  <inkml:trace contextRef="#ctx0" brushRef="#br0" timeOffset="210994.946">9608 15428,'-6'-1,"1"1,0-1,0 1,0 1,0-1,0 1,0 0,0 0,0 0,0 0,0 1,1 0,-1 0,1 0,-1 1,1 0,0 0,0 0,0 0,0 0,0 1,1 0,0 0,0 0,-2 3,-3 5,0 1,2 0,-1 1,2-1,0 1,1 0,0 1,1-1,0 1,1-1,1 1,1 12,-1-21,1 1,0-1,1 1,-1-1,1 0,1 0,-1 1,1-1,0 0,0 0,1-1,0 1,0 0,0-1,1 0,0 1,0-2,0 1,0 0,1-1,0 0,0 0,0 0,0 0,1-1,-1 0,1 0,0-1,0 1,0-1,0-1,0 1,1-1,-1 0,0 0,1-1,-1 0,0 0,3-1,-5 0,0 0,0-1,1 1,-1-1,0 0,0 0,-1 0,1-1,0 1,-1-1,1 0,-1 0,0-1,0 1,0 0,-1-1,1 0,-1 0,0 1,0-1,0-1,0 1,-1 0,0 0,0-1,0 1,0 0,-1-1,1 1,-1-1,0 1,-1-1,1 1,-1-1,0 1,0 0,0-1,0 1,-1 0,0 0,-2-3,3 5,-1 0,0 0,1 1,-1-1,0 1,0-1,0 1,-1 0,1 0,0 0,0 0,-1 0,1 1,0-1,-1 1,1-1,-1 1,1 0,0 0,-1 0,1 0,-1 0,1 1,-1-1,1 1,0-1,-1 1,1 0,0 0,-2 1,-61 43,29-12</inkml:trace>
  <inkml:trace contextRef="#ctx0" brushRef="#br1" timeOffset="-202464.456">8485 12835,'-1'2,"0"0,-1 0,1 0,-1 0,1 0,-1-1,1 1,-1 0,0-1,0 1,0-1,0 0,0 1,0-1,0 0,0 0,-1 0,1-1,0 1,0-1,-2 1,-159 18,-25-12,-144-15,-165-38,-37 31,-28-13,91 15,-112-14,445 21,-80-15,-120-5,-172 18,-114 1,381 8,221-1,-164 1,-123 17,200-10,-104-6,102-4,-94 13,68 0,-95-6,-173-5,715 0,-252-11,-50 6</inkml:trace>
  <inkml:trace contextRef="#ctx0" brushRef="#br1" timeOffset="-201105.256">1694 12581,'-5'-2,"0"1,0-1,-1 1,1 0,0 0,0 1,-1 0,1 0,-1 0,1 0,0 1,0 0,-1 0,1 0,0 1,0 0,0 0,0 0,0 0,1 1,-1 0,1 0,-1 0,1 1,0-1,1 1,-1 0,0 0,0 2,-1 4,1-1,0 0,1 1,0 0,1 0,0 0,1 0,-1 0,2 0,0 0,0 0,1 5,-1-10,1-1,0 1,0 0,0-1,1 1,-1-1,1 1,0-1,0 0,0 1,1-1,0 0,0-1,0 1,0 0,0-1,1 0,-1 0,1 0,0 0,0-1,0 1,0-1,1 0,-1 0,1 0,0-1,4 1,1-1,-1-1,0 0,0 0,0-1,1 0,-1 0,0-1,0-1,0 1,-1-1,1-1,-1 1,1-2,-1 1,-1-1,1 0,0-1,-1 0,0 0,-1 0,0-1,0 0,0 0,0-1,-1 0,-1 1,1-2,-1 1,-1 0,1-3,-3 8,0 0,0 0,-1 0,1 0,-1-1,0 1,0 0,0 0,-1 0,1 0,-1 0,1 0,-1 0,0 0,0 0,0 0,-1 0,1 0,-1 1,1-1,-1 0,0 1,0 0,0-1,-1 1,1 0,0 0,-1 0,1 0,-1 1,0-1,0 1,1-1,-1 1,0 0,0 0,-1 0,-4-1,0 0,0 0,-1 1,1 0,-1 0,1 1,-1 0,1 0,0 1,-1 0,1 1,0 0,-5 2,7-3,1 1,-1 0,0 0,1 1,0 0,-1 0,1 0,0 0,1 1,-1 0,1 0,-1 0,1 1,0-1,1 1,-1 0,1 0,0 0,0 1,1-1,-1 1,1-1,1 1,-1 0,1 0,0 0,0 0,0 0,1 0,0 0,0 0,1 0,0 0,0 0,1 2,0-3,1-1,0 1,0-1,0 0,0 0,1 0,0 0,-1 0,1-1,1 0,-1 0,0 0,1 0,0-1,-1 1,1-1,0-1,0 1,0-1,0 1,1-1,-1-1,2 1,4 0,0 0,0-1,0-1,-1 1,1-2,0 1,0-2,-1 1,0-1,11-5,-16 7,0-1,0 0,-1 0,1-1,0 1,-1-1,1 0,-1 0,0-1,0 1,0-1,-1 0,1 0,-1 0,0 0,0-1,0 1,-1-1,0 0,1 0,-2 0,1 0,-1 0,1 0,-1 0,-1 0,1-1,-1 1,0 0,0-1,0 1,-1 0,0 0,0-1,0 1,-1 0,-2-5,-2 3,0 0,-1 0,0 0,-1 1,0 0,0 1,0 0,0 0,-1 0,0 1,0 0,0 1,0 0,0 1,-1 0,0 0,1 1,-1 0,0 0,1 1,-1 1,0 0,1 0,-1 1,1 0,-1 0,1 1,-3 2,5-2,1 1,0-1,0 1,0 1,1-1,-1 1,1 0,0 0,1 1,-1-1,1 1,0 0,0 0,1 1,0-1,0 1,1-1,-1 1,1 0,1 0,-1 0,1 0,1 0,-1 0,1 1,0-1,1 0,0 0,0 0,0 0,1 0,0 0,0 0,1-1,0 1,0-1,1 0,-1 1,1-1,1-1,3 5,-3-5,1-1,0 1,0-2,0 1,1 0,-1-1,1 0,0-1,0 0,0 0,0 0,0-1,0 0,0 0,1-1,-1 0,0 0,0 0,0-1,1-1,-1 1,0-1,0 0,-1 0,1-1,0 0,-1 0,1-1,-1 0,0 0,-1 0,1-1,-1 0,1 0,-1 0,-1-1,1 1,-1-1,0 0,0 0,-1-1,0 1,0-1,-1 0,2-4,-4 3,0 0,0 1,-1-1,0 1,-1 0,0-1,0 1,0 0,-1 0,0 0,0 0,-1 1,0-1,0 1,-1 0,1 0,-1 0,-1 1,1 0,-1 0,0 0,0 1,0-1,-1 2,1-1,-1 1,0 0,0 0,0 0,0 1,-1 1,1-1,-2 1,5 0,0 1,-1-1,1 1,0 0,0 1,-1-1,1 1,0 0,0 0,0 0,0 0,0 1,0-1,0 1,0 0,1 1,-1-1,1 0,0 1,-1 0,1 0,0 0,1 0,-1 0,0 1,1-1,0 1,0 0,0 0,0-1,0 4,-2 1,1 1,1-1,0 1,0-1,1 1,-1-1,2 1,0 0,0 0,0-1,1 1,0 0,1-1,0 1,1 0,0-2,0-1,0 0,1 1,0-2,1 1,-1 0,1-1,0 0,1 0,-1-1,1 1,0-1,0 0,0-1,0 1,1-1,0-1,-1 1,1-1,0 0,0-1,0 1,0-1,0-1,1 0,-1 0,0 0,0 0,0-1,0-1,0 1,0-1,0 0,0-1,-1 1,1-2,-1 1,1 0,-1-1,-1 0,1-1,0 1,-1-1,0 0,0-1,-1 1,1-1,-1 0,0 0,-1 0,1 0,-1-1,-1 0,1 1,-1-1,1-3,-3 4,0-1,0 1,0-1,-1 1,0 0,0-1,-1 1,0 0,0 0,0 0,-1 0,1 0,-1 0,-1 1,1 0,-1-1,0 1,0 1,-1-1,1 1,-1-1,0 1,0 0,-1 1,1 0,-1-1,0 2,0-1,1 1,-2 0,1 0,0 0,0 1,-1 0,-3 0,5 1,1 1,0 0,-1 0,1 0,0 0,-1 1,1-1,0 1,0 0,0 1,0-1,1 1,-1-1,1 1,-1 0,1 0,0 1,0-1,0 1,1-1,-1 1,1 0,-2 4,-32 100,34-95,1 0,0 0,0 0,2 0,-1 0,2 0,0 0,0 0,1 0,-2-10,0 1,0-1,0 1,1-1,-1 0,1 0,0 1,0-1,0-1,0 1,0 0,1 0,-1-1,1 1,0-1,0 0,-1 0,2 0,-1 0,0-1,0 1,0-1,1 0,-1 0,1 0,-1 0,1 0,-1-1,1 0,-1 1,1-1,0-1,-1 1,3-1,5-2,0-1,0 0,0 0,0-1,-1-1,0 0,0 0,-1-1,0 0,0-1,0 0,-1 0,0-1,-1 0,0 0,0-1,-1 0,-1 0,1 0,-1-1,0-2,-3 8,-1 0,1-1,-1 1,0 0,0 0,0-1,-1 1,0 0,0-1,0 1,-1 0,0-1,0 1,0 0,-1 0,1 0,-1 0,0 0,-1 0,1 0,-1 1,0-1,0 1,-1 0,1 0,-1 0,0 0,0 0,0 1,0 0,-1 0,1 0,-2 0,1-1,-1 0,1 0,-1 0,0 1,0 0,0 0,-1 0,1 1,0 0,-1 0,0 1,1 0,-1 0,0 0,0 1,0 0,1 0,-1 1,0 0,0 0,1 1,-1-1,1 2,-1-1,1 1,0-1,0 2,0-1,0 1,1 0,-1 0,1 0,0 1,-2 3,3-4,1 1,0 0,1 0,-1 0,1 0,0 1,0-1,1 1,-1-1,1 1,0-1,1 1,-1 0,1-1,1 1,-1 0,1-1,0 1,0-1,0 1,1-1,0 1,0-1,0 0,1 0,-1 0,1 0,1 0,-1-1,1 1,-1-1,1 0,0 0,1-1,-1 1,1-1,0 0,-1 0,1 0,0-1,1 1,-1-1,0-1,5 2,-2-3,0 0,0 0,0 0,-1-1,1-1,0 1,0-1,-1 0,1-1,-1 0,0 0,0-1,0 0,0 0,0 0,-1-1,0 0,0 0,0-1,-1 0,0 0,0 0,0 0,-1-1,0 0,0 0,-1 0,0 0,0-1,0 1,-1-1,0 0,-1 1,0-1,0 0,0 0,-1 0,-1 0,1 0,-1 0,0 1,-1-1,0 0,0 1,-1-1,-2-4,3 9,1-1,-1 1,0 0,-1-1,1 1,-1 0,1 1,-1-1,0 0,0 1,0-1,0 1,0 0,-1 0,1 0,-1 1,1-1,-1 1,0 0,0 0,1 0,-1 0,0 1,0-1,0 1,0 0,0 0,1 1,-1-1,0 1,0 0,0 0,1 0,-1 0,0 1,1 0,-1-1,-2 3,0 3,-1 0,1 0,0 1,1-1,0 1,0 1,1-1,0 1,0-1,1 1,0 0,1 0,-1 1,2-1,0 0,-1 7,0 22</inkml:trace>
  <inkml:trace contextRef="#ctx0" brushRef="#br1" timeOffset="-196413.696">8605 13343,'-154'13,"12"-11,0-1,-85 14,223-14,-595 69,-394-11,403-32,-14-1,113-35,419 6,38 2,1-1,0-1,-1-2,-29-8,14 1,0 4,-1 1,0 2,0 3,0 1,-3 4,-149-8,98 0,-1 4,-70 10,-272-6,359-11,-45 5,80 18,53-15,1-1,-1 1,0 0,0 0,1-1,-1 1,0 0,1 0,-1 0,0 0,1 0,-1-1,0 1,1 0,-1 0,1 0,-1 0,0 0,1 0,-1 0,0 0,1 0,-1 0,0 0,1 1,-1-1,0 0,1 0,-1 0,0 0,1 1,-1-1,0 0,1 0,-1 0,0 1,0-1,1 0,-1 0,0 1,0-1,0 0,1 1,-1-1,0 0,0 1,0-1,0 0,0 1,0-1,0 0,0 1,0-1,0 0,0 1,0-1,0 1,0-1,0 0,0 1,0-1,0 0,0 1,0-1,-1 0,4-1,-1-1,0 0,0 0,0 0,0 0,0 0,0 0,-1 0,1-1,-1 1,1-1,-1 1,0-1,0 1,0-1,-1 0,1 1,0-1,-1 0,0 0,0 1,0-1,0 0,0 0,0 0,-1 1,1-1,-1 0,0 0,0 1,0-1,0 1,0-1,-1 1,1-1,-1 1,1 0,-1 0,0 0,0 0,0 0,0 0,-1 0,1 0,0 1,-1 0,1-1,-1 1,1 0,-1 0,1 0,-1 0,0 1,0-1,1 1,-1 0,-2-1,0 3,0 0,0 0,0 0,0 1,0 0,1-1,-1 2,1-1,-1 0,1 1,1 0,-1 0,0 0,1 1,0-1,0 1,0-1,1 1,-1 0,1 0,0 0,1 1,-1-1,1 0,0 1,0-1,1 1,0-1,0 3,-1-6,1 0,0 1,1-1,-1 0,0 1,1-1,-1 0,1 0,0 1,-1-1,1 0,0 0,1 0,-1 0,0 0,0 0,1 0,-1 0,1-1,0 1,-1-1,1 1,0-1,0 1,0-1,0 0,0 0,0 0,1 0,-1 0,0-1,0 1,1-1,-1 1,0-1,1 0,3 0,0 1,1-2,-1 1,0-1,1 0,-1 0,0 0,0-1,0 0,0 0,0-1,5-3,-4 2,0 0,-1-1,0 0,0 0,0-1,-1 0,0 0,0 0,0-1,-1 1,0-1,0 0,0 0,-1-1,-2 5,1-1,-1 0,0 0,0 1,-1-1,1 0,-1 0,0 0,0 1,0-1,0 0,-1 0,1 0,-1 0,0 1,-1-1,1 0,0 1,-1-1,0 1,0 0,0-1,0 1,0 0,-1 0,1 0,-1 1,0-1,-2-1,2 1,0 1,0-1,-1 0,1 1,-1 0,0 0,1 0,-1 0,0 0,0 1,-1 0,1 0,0 0,0 0,0 1,-1-1,1 1,0 0,-1 0,1 1,0 0,0-1,0 1,-1 0,1 1,0-1,0 1,0 0,1 0,-1 0,0 1,1-1,0 1,-1 0,1-1,0 2,0-1,1 0,-1 1,1-1,-1 1,0 3,-1 4,0 0,1 0,1 1,0-1,0 0,1 1,0 0,1-1,1 1,0-1,2 11,-2-16,0-1,0 0,1 0,-1 0,1 0,0 0,0 0,1 0,0 0,-1-1,2 1,-1-1,0 0,1 0,0 0,0-1,0 1,0-1,1 0,-1 0,1 0,-1-1,1 1,0-1,0-1,3 2,-2-3,1 0,-1 0,1-1,-1 0,0 0,1 0,-1-1,0 0,0 0,0 0,0-1,0 0,-1 0,1-1,-1 0,0 1,0-2,0 1,-1 0,1-1,-1 0,0 0,0-1,-1 1,0-1,0 1,0-1,-1 0,1 0,-1 0,-1-1,1 1,-1 0,0-1,-1 1,1-1,-1 1,-1 0,1-1,-1 1,0-1,-1 1,1 0,-1 0,-2-4,2 6,0 1,0 0,-1 0,1 0,-1 1,0-1,0 1,0-1,0 1,0 0,-1 0,1 0,0 1,-1-1,0 1,1 0,-1 0,0 0,1 0,-1 1,0-1,0 1,0 0,0 0,1 0,-1 1,0 0,0-1,1 1,-1 0,0 1,1-1,-1 1,1-1,0 1,-1 0,1 1,0-1,0 0,0 1,1 0,-1-1,1 1,-1 0,0 3,-2 1,0 1,1 0,0 0,1 0,0 0,0 0,0 1,1 0,1-1,-1 1,1 6,0 18</inkml:trace>
  <inkml:trace contextRef="#ctx0" brushRef="#br1" timeOffset="-192798.814">8431 13610,'-22'0,"0"0,0 2,0 1,0 1,-11 3,5-1,0-2,0-1,0-1,-1-2,-26-2,-67 2,-230 39,335-39,-18-1,-1 2,1 1,0 2,0 1,-20 7,-209 51,-70 27,120-50,160-19,37-13,-2-1,1 0,-1-1,0-1,-1-1,1-1,-10 1,14-3,-1 2,1 0,0 1,0 0,1 1,-1 1,-8 5,-28 9,-47 16,97-36,0 1,-1-1,1 1,0-1,-1 1,1-1,0 1,0 0,0 0,-1 0,1-1,0 1,0 0,0 1,0-1,0 0,1 0,-1 0,0 0,1 1,-1-1,0 0,1 1,-1-1,1 0,0 1,0-1,-1 1,1-1,0 0,0 1,0-1,0 1,1-1,-1 1,0-1,1 0,-1 2,2-3,-1 0,1 1,-1-1,1 0,0 0,-1 0,1 0,-1 0,1-1,-1 1,1 0,-1-1,1 1,-1-1,0 0,1 1,-1-1,1 0,-1 0,0 0,0 0,0 0,0 0,1 0,-1 0,-1 0,1 0,0-1,0 1,0 0,-1-1,1 1,0-2,2 0,-1-1,1 0,-1 1,0-1,0 0,-1-1,1 1,-1 0,0 0,0-1,0 1,-1 0,1-1,-1 1,0-1,0 1,-1 0,1-1,-1 1,0 0,0-1,0 1,-1 0,0 0,0 0,0 0,0 0,0 0,-1 1,0-1,1 1,-1 0,-1-1,1 2,0-1,-1 0,0 0,-1 1,1 1,0 0,-1 0,1 1,-1-1,1 1,-1 0,1 0,0 0,-1 1,1 0,-1-1,1 2,0-1,-1 0,1 1,0 0,0 0,0 0,0 0,1 1,-1 0,0-1,1 1,0 1,0-1,0 0,0 1,0-1,1 1,0 0,-1 0,2 0,-1 0,0 0,1 1,-1-1,1 0,0 2,0-1,-1 0,1 0,0 0,0 0,0 0,1 0,0 0,0 0,0 0,0 0,1 0,0 0,0 0,0 0,1 0,0 0,0 0,0-1,0 1,1-1,-1 1,1-1,1 0,-1 0,0-1,1 1,0-1,0 1,0-1,0 0,0-1,1 1,-1-1,5 2,-5-3,-1 0,0 0,1 0,-1-1,1 1,-1-1,1 0,-1 0,1 0,-1-1,1 1,-1-1,1 0,-1 0,0 0,1 0,-1-1,0 1,0-1,0 0,0 0,0 0,0 0,-1-1,1 1,-1-1,1 1,-1-1,0 0,0 0,0 0,-1 0,1 0,-1 0,1-1,-1 1,0 0,-1-1,1 0,1-3,0 0,-1 0,0 0,-1 0,1 0,-1 0,-1 0,1 0,-1 1,0-1,-1 0,0 0,0 0,0 1,-1-1,0 1,0 0,0 0,-1 0,0 0,0 0,-1 1,0 0,0 0,0 0,0 1,-1-1,1 1,-1 1,0-1,-1 1,1 0,0 0,-1 1,-1-1,5 3,0 0,0-1,0 1,-1 0,1 1,0-1,0 1,0-1,0 1,0 0,0 0,0 0,0 1,0-1,0 1,0-1,1 1,-1 0,1 0,-1 0,1 0,0 1,0-1,0 1,0-1,0 1,1 0,-1 0,1-1,-1 1,1 1,-2 4,0-1,1 1,-1 0,2-1,-1 1,1 0,0 0,1 0,0 0,0 0,1 0,0 1,-1-5,1 0,0 0,0-1,0 1,0 0,1-1,-1 1,1-1,0 0,0 1,0-1,1 0,-1 0,1 0,0-1,-1 1,1-1,0 1,1-1,-1 0,0 0,1-1,-1 1,1-1,-1 1,1-1,0 0,-1 0,1-1,0 1,0-1,0 0,-1 0,1 0,0 0,0-1,0 0,-1 1,1-1,0-1,-1 1,1 0,-1-1,1 0,3-3,-1 0,0 0,0-1,0 0,-1 0,0 0,0-1,-1 0,0 0,0 0,0 0,-1 0,0-1,-1 0,1 1,-2-1,1 0,-1 0,0 0,-1 0,1 0,-2 0,1-1,-1 1,0 0,-1 0,0 1,0-1,-1 0,0 1,0-1,-1 1,0 0,0 0,0 0,-1 1,0 0,-1 0,1 0,-1 0,0 1,-1 0,-1-1,5 4,0 0,0 1,-1-1,1 1,0-1,-1 1,1 0,-1 1,1-1,-1 1,1-1,-1 1,0 0,1 0,-1 1,1-1,-1 1,1 0,-1 0,1 0,-1 0,1 0,0 1,0-1,-1 1,1 0,0 0,1 0,-1 1,0-1,1 1,-5 4,1 0,1 0,-1 0,1 1,1 0,-1 0,1 0,1 1,-1-1,2 1,-2 7,0 68,11-49</inkml:trace>
  <inkml:trace contextRef="#ctx0" brushRef="#br1" timeOffset="-189266.616">8511 15148,'-157'25,"-162"-36,-65 9,-190-7,232-7,-33-2,-22-18,66-5,-14 15,-690-12,829 35,-684-36,655 20,-61 10,5 2,-211 0,310 8,100 2,90-1,0 1,1-1,-1 0,1 1,0-1,0 1,0-1,0 1,0-1,0 1,1 0,-1 0,1-1,0 1,0 0,0 0,0-1,0 1,1 0,-1 0,1-1,0 1,-1 0,1-1,0 1,1-1,-1 1,0-1,1 0,0 1,-1-1,1 0,2 1,-4-1,1-1,0 1,0-1,-1 0,1 0,0 1,0-1,0 0,0 0,1 0,-1 0,0 0,0-1,1 1,-1 0,0 0,1-1,-1 1,1-1,-1 1,1-1,-1 0,1 0,-1 1,1-1,-1 0,1 0,-1 0,1-1,-1 1,1 0,-1-1,1 1,-1 0,1-1,-1 0,0 1,1-1,-1 0,0 0,0 0,1 0,-1 0,0 0,0 0,1-1,2-5,1 0,-1 0,0 0,-1 0,0-1,0 0,0 1,-1-1,-1 0,1 0,-1-1,0 1,-1 0,0 0,0 0,-1 0,0 0,-1 0,1 0,-1 0,-1 0,0 0,0 1,0-1,-1 1,0 0,0 0,-1 0,0 1,0 0,-1 0,-3-3,3 5,0 0,0 0,-1 1,0 0,1 0,-1 1,0 0,0 0,0 0,0 1,-1 0,1 1,0-1,0 2,-1-1,1 1,0 0,0 0,0 1,0 0,0 0,0 0,0 1,1 0,-1 1,1-1,0 1,0 1,0-1,1 1,-1 0,1 0,0 0,1 1,-1 0,1 0,1 0,-1 0,1 1,0-1,-1 5,1-7,1 0,0 0,0 0,0 1,0-1,1 1,0-1,0 1,0-1,0 1,1 0,0-1,0 1,0 0,0 0,1-1,0 1,0-1,0 1,1-1,-1 1,1-1,0 0,0 1,1-1,-1 0,1-1,0 1,0 0,0-1,0 0,1 1,0-1,-1-1,4 3,4-1,0-1,1 0,-1-1,1 0,0-1,-1 0,1-1,0 0,0 0,-1-2,1 1,0-2,-1 1,0-2,1 1,-1-2,-1 1,1-2,-1 1,1-1,-2-1,1 0,-1 0,-5 5,-1 0,0-1,0 1,0-1,0 0,0 1,0-1,-1 0,1-1,-1 1,0 0,0-1,0 1,-1-1,1 0,-1 1,0-1,0 0,0 0,0 0,-1 0,0 0,0 0,0 0,0 0,0 0,-1 0,0 1,0-1,0 0,0 0,0 0,-1 1,0-2,-3-1,0 1,0-1,-1 1,0 0,0 0,0 0,-1 1,1 0,-1 1,0-1,0 1,0 0,-1 1,1 0,-1 0,1 1,-1-1,-4 1,7 1,0-1,-1 1,1 0,0 1,0-1,0 1,0 0,0 0,0 1,0-1,0 1,0 0,0 1,1-1,-1 1,1 0,0 0,0 0,0 0,0 1,1 0,-1 0,1 0,0 0,0 0,0 0,-1 4,1-3,0-1,1 1,0 0,0 0,0 0,0 0,1 1,0-1,0 0,0 1,1-1,-1 0,1 1,1-1,-1 1,1-1,0 0,0 1,0-1,1 0,0 0,0 0,0 0,1 0,0-1,0 1,0-1,0 1,1-1,-1 0,1 0,0-1,0 1,0-1,1 0,0 0,-1 0,1-1,0 0,0 0,0 0,5 1,-2-3,0 0,0 0,0-1,0 0,0-1,-1 0,1 0,0 0,-1-1,0 0,0-1,0 0,0 0,0 0,-1-1,0 0,0 0,0-1,0 1,-1-1,0-1,0 1,-1-1,0 1,0-1,0 0,-1-1,0 1,-1-1,0 1,0-1,1-5,-4 9,0 0,0 0,-1 0,1 0,-1 0,0 0,0 1,0-1,-1 0,1 1,-1 0,0 0,1 0,-2 0,1 0,0 1,0-1,-1 1,0 0,1 0,-1 0,0 0,0 1,0-1,0 1,0 0,0 1,0-1,0 1,-1-1,1 1,0 0,0 1,0-1,-1 1,1 0,0 0,0 0,0 1,-1 0,0-1,0 1,-1 0,1 0,1 1,-1-1,0 1,0 0,1 1,0-1,0 1,0 0,0 0,0 0,1 0,-1 0,1 1,0 0,1 0,-1 0,1 0,0 0,0 0,1 0,0 1,0-1,0 1,0-1,1 1,0-1,0 1,6 22</inkml:trace>
  <inkml:trace contextRef="#ctx0" brushRef="#br1" timeOffset="-186754.373">8525 15549,'-891'8,"-282"-1,714-9,-545-22,314 20,589 0,0-6,-39-10,66 6,55 11,0 1,0 0,0 1,0 1,0 1,-8 2,-80 32,52 7,54-41,0 0,0 0,0 1,0-1,0 0,0 1,0-1,0 0,1 1,-1-1,0 1,1-1,0 1,-1-1,1 1,0-1,0 1,-1 0,1-1,0 1,1-1,-1 1,0-1,0 1,1 0,-1-1,1 1,-1-1,1 0,0 1,-1-1,1 1,0-1,0 0,0 0,0 1,0-1,0 0,1 0,-1 0,1 1,2-1,-1 1,1 0,-1-1,1 0,0 0,0 0,-1 0,1 0,0-1,0 0,0 0,0 0,0 0,0-1,-1 1,1-1,0 0,0 0,-1 0,1-1,-1 1,1-1,-1 0,1 0,-1 0,0 0,0-1,0 1,0-1,-1 0,1 0,-1 0,1 0,-1 0,0-1,0 1,0-3,0 3,0-1,0 1,-1-1,1 0,-1 1,0-1,0 0,0 0,-1 0,1 0,-1 0,0 0,0 0,-1 0,1 0,-1 1,1-1,-1 0,-1 0,1 0,0 1,-1-1,0 1,0-1,0 1,0 0,0-1,-1 1,0 0,1 1,-1-1,0 0,0 1,-1 0,1-1,0 1,-3 0,1-1,0 0,0 1,-1-1,1 1,-1 1,1-1,-1 1,0 0,0 0,0 1,1 0,-1 0,0 0,0 1,0-1,1 1,-1 1,0-1,1 1,-1 0,1 0,0 1,-1 0,1 0,1 0,-1 0,0 1,1 0,-1 0,1 0,0 0,1 1,-1-1,1 1,-1 1,1-2,0 0,1-1,0 1,0 0,0 0,0 1,0-1,1 0,0 0,0 1,0-1,0 1,1-1,0 1,0-1,0 1,0-1,1 1,-1-1,1 0,0 1,1-1,-1 0,1 0,0 1,0-1,0-1,0 1,1 0,0 0,0-1,0 0,0 1,0-1,0 0,1-1,2 3,4-2,-1-1,1 1,0-1,0-1,0 0,-1 0,1-1,0-1,0 1,0-2,0 1,0-1,0-1,-1 0,1 0,-1-1,0 0,0 0,0-1,-1 0,0-1,0 0,0 0,0-1,-1 0,0 0,-1-1,0 0,0 0,0 0,1-5,-6 9,0 0,0 0,0 0,0-1,-1 1,0 0,0 0,0-1,0 1,-1 0,1-1,-1 1,0 0,-1 0,1 0,-1 0,1 0,-1 0,-1 0,1 1,0-1,-1 1,0-1,0 1,0 0,0 0,0 1,0-1,-1 0,1 1,-1 0,0 0,0 0,0 0,0 1,0 0,0-1,0 1,-1 1,-2-1,1-1,1 0,-1 0,0 1,0 0,0 0,1 1,-1-1,0 1,0 1,0-1,0 1,0 0,1 0,-1 0,0 1,1 0,-1 0,1 1,0 0,-1 0,1 0,1 0,-1 1,0-1,1 1,0 1,0-1,0 0,0 1,1 0,0 0,0 0,0 0,0 2,0 0,0-1,0 0,1 1,0 0,0 0,1-1,0 1,0 0,0 0,1 0,0 0,1 0,-1 0,1 0,1 0,-1 0,1 0,1-1,-1 1,1-1,0 1,0-1,1 0,0 0,0-1,0 1,1-1,0 0,0 0,0 0,0-1,3 2,-1-3,1 0,-1 0,1-1,0 0,0 0,0-1,0 0,0 0,0-1,0 0,0 0,1-1,-1 0,0 0,0-1,-1 0,1-1,0 0,-1 0,1 0,-1-1,0 0,0-1,-1 1,1-1,-1-1,0 1,0-1,-1 0,0 0,0-1,0 1,-1-1,0 0,0 0,-1-1,0 1,0-1,-1 0,2-6,-4 9,0-1,0 1,-1 0,1-1,-1 1,0 0,-1 0,1-1,-1 1,0 0,0 1,-1-1,1 0,-1 1,0-1,-1 1,1 0,-1 0,0 0,1 0,-2 1,1-1,0 1,-4-1,2-1,-1 1,-1 0,1 1,0-1,-1 1,1 1,-1 0,0 0,0 0,0 1,0 0,0 1,0 0,-1 0,1 0,-1 1,1 2,1 0,0 1,1 0,-1 0,1 0,-1 0,1 1,1 0,-1 1,1-1,-1 1,2 0,-1 0,1 1,0 0,0-1,1 1,0 0,0 1,0-1,1 0,0 1,1-1,0 1,0 0,0 2,-3 30</inkml:trace>
  <inkml:trace contextRef="#ctx0" brushRef="#br1" timeOffset="-184104.65">8511 15910,'-185'-13,"-324"-2,241 21,-20 15,-136 9,-87-19,-114 3,54-15,463 15,38 17,46-17,23-14,0 1,0-1,0 0,0 1,0-1,0 1,0-1,0 1,0 0,1-1,-1 1,0 0,0 0,1-1,-1 1,0 0,1 0,-1 0,1 0,0 0,-1 0,1 0,-1 0,1 0,0 0,0 0,0 0,0 0,0 0,0 0,0 0,0 0,0 0,0 0,0 0,1 0,-1 0,0 0,1 0,-1 0,1 0,-1 0,1 0,-1 0,1 0,0-1,0 1,-1 0,1-1,0 1,0 0,0-1,-1 1,1-1,0 1,0-1,0 1,0-1,0 0,0 1,0-1,0 0,0 0,0 0,0 0,0 0,1 0,-1 0,1 0,0 0,1 0,0-1,0 1,-1-1,1 1,0-1,-1 0,1 0,-1 0,1 0,-1 0,1-1,-1 1,0-1,0 0,0 1,0-1,0 0,0 0,0 0,0-1,-1 1,1 0,-1-1,0 1,0-1,0 1,0-1,1-2,0-1,0-1,0 1,-1-1,0 1,0-1,0 0,-1 1,0-1,0 0,-1 1,-1-7,1 10,-1 0,1 0,-1 1,0-1,0 1,0 0,0-1,0 1,-1 0,1 0,0 0,-1 1,0-1,1 0,-1 1,0 0,0 0,0 0,0 0,0 0,0 0,0 1,0-1,0 1,0 0,-1 0,1 0,0 1,0-1,0 1,0 0,0-1,0 1,0 1,0-1,1 0,-1 1,0-1,1 1,-1 0,1 0,-1 0,1 0,0 0,-1 1,-4 5,1 0,0 0,0 0,0 1,1 0,0 0,1 0,0 0,0 1,1 0,1 0,-1 0,1 0,1 0,0 0,1 1,0-1,0 0,2 6,-2-13,1 1,0 0,0-1,0 1,0 0,1-1,0 0,-1 1,1-1,1 0,-1 0,0 0,1 0,-1 0,1 0,0-1,0 1,0-1,0 0,0 0,1 0,-1-1,0 1,1-1,0 1,-1-1,1 0,0-1,-1 1,3 0,3-1,0 0,0 0,0 0,0-1,0 0,0-1,0 0,-1-1,1 0,-1 0,1 0,3-3,-4 1,1-1,-1 1,0-2,0 1,-1-1,0 0,0 0,-1-1,1 0,-2 0,1 0,3-9,-6 12,-2 1,1 0,0-1,-1 1,0-1,0 1,0-1,0 0,-1 1,0-1,0 0,0 1,0-1,-1 0,0 1,0-1,0 1,0-1,-1 1,0-1,0 1,0 0,0 0,-1 0,1 0,-1 0,0 1,-2-2,-1-1,-1 1,0 0,0 0,0 0,-1 1,0 0,0 0,0 1,0 0,0 0,0 1,-1 0,0 1,1 0,-1 0,-8 1,12-1,0 1,-1 1,1-1,0 1,0 0,0 0,0 1,0-1,0 1,1 0,-1 0,0 1,1-1,0 1,-1 0,1 0,0 1,1-1,-1 1,1 0,-1 0,1 0,0 0,1 0,-1 1,1 0,0-1,-2 5,2-4,0 0,1 0,-1 0,1 0,0 0,0 1,1-1,0 0,0 0,0 1,0-1,1 0,0 0,0 0,0 0,1 1,-1-2,1 1,0 0,1 0,-1-1,1 1,0-1,0 0,1 1,-1-2,1 1,2 2,2-1,-1-1,1 0,0 0,0-1,0 0,1 0,-1-1,1 0,-1-1,1 0,0 0,-1-1,1 0,0 0,-1-1,1 0,8-2,-12 1,0 1,1-1,-1 1,0-1,0-1,-1 1,1-1,0 0,-1 0,0 0,1 0,-1-1,0 0,-1 0,1 0,-1 0,0-1,0 1,0-1,-1 0,1 1,-1-1,0 0,-1-1,1 1,-1 0,0 0,0-1,-1 0,0-1,0 0,-1 0,0 1,-1-1,0 0,0 1,0-1,0 1,-1 0,0 0,-1 0,1 0,-1 0,0 1,-1-1,1 1,-1 0,0 1,0-1,-1 1,1 0,-1 0,0 1,0 0,0 0,0 0,-1 1,1 0,-1 0,1 0,-1 1,0 0,0 0,0 1,1 0,-1 0,0 1,0-1,0 2,1-1,-1 1,0 0,1 0,0 1,-1-1,1 1,0 1,1-1,-4 4,3-2,1 0,0 1,1 0,-1 0,1 1,0-1,1 1,-1-1,1 1,1 0,-1 1,1-1,1 0,-1 1,1-1,1 1,-1-1,1 1,0-1,1 1,0-1,1 4,-1-9,0 1,0-1,0 0,0 1,1-1,-1 0,1 0,0 0,0 0,0-1,0 1,0 0,0-1,0 1,0-1,0 0,3 1,17 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7:56.8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292 58,'-18'-9,"-13"-5,-11-1,-4 2,1 7,3 8,9 6,11 8,10 7,12 5,14 6,3-4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8:02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75 469,'-7'6,"1"-1,0 1,-1 0,2 0,-1 1,1 0,0 0,0 0,1 0,0 1,1 0,-1 0,3-4,-1-1,1 0,0 0,0 1,1-1,-1 1,1-1,-1 1,1-1,0 0,1 1,-1-1,1 1,-1-1,1 1,0-1,0 0,0 0,1 1,-1-1,1 0,0 0,0 0,0-1,0 1,0 0,1-1,-1 1,1-1,1 1,1 0,0 1,1-1,0-1,0 1,-1-1,2 0,-1 0,0-1,0 0,0 0,1 0,-1-1,0 0,1 0,-1 0,0-1,1 0,-1-1,0 1,0-1,4-2,1 0,-1 0,0-1,0-1,0 1,0-2,-1 1,0-1,0-1,-1 0,0 0,5-8,-1-3,-2-2,0 1,-1-1,-2 0,0-1,-1 0,-1 0,-1 0,-1-1,-1 0,-1 1,-1-1,-1 0,-1 1,-1-1,-1 1,-3-9,4 15,0 1,0-1,-2 1,0 0,0 0,-2 1,0 0,0 0,-3-2,9 14,1 1,-1 0,0 0,0-1,0 1,0 0,0 0,0 0,0 0,0 0,0 0,0 0,0 1,-1-1,1 0,0 1,-1-1,1 1,-1-1,1 1,0 0,-1-1,1 1,-1 0,1 0,-1 0,1 0,-1 0,1 0,-1 1,1-1,0 0,-1 1,1-1,-1 1,1 0,0-1,0 1,-1 0,0 1,-34 52,27-26,2 1,0 1,2-1,1 1,2 0,1 0,1 0,1 0,2 0,5 25,-4-37,0 0,1-1,1 1,0-1,2 0,0 0,0-1,6 7,-10-18,0 1,0 0,0-1,1 0,0 0,0 0,0-1,1 1,-1-1,1-1,0 1,0-1,1 0,-1 0,1-1,-1 0,1 0,0 0,0-1,-1 0,1-1,0 1,5-1,-3-2,0 1,0-1,0-1,0 0,0 0,-1-1,1 1,-1-2,0 0,0 0,-1 0,1-1,-1 0,0 0,-1-1,1 1,-2-2,1 1,1-3,3-4,-1-1,0 0,-2-1,1 0,-2 0,0-1,-1 1,-1-1,2-15,-6 32,0 0,0 0,-1 0,1 0,0 0,0 1,0-1,-1 0,1-1,0 1,0 0,-1 0,1 0,0 0,0 0,0 0,-1 0,1 0,0 0,0 0,0 0,-1-1,1 1,0 0,0 0,0 0,0 0,0-1,-1 1,1 0,0 0,0 0,0-1,0 1,0 0,0 0,0 0,0-1,0 1,0 0,0 0,0-1,0 1,0 0,0 0,0 0,0-1,0 1,0 0,0 0,0-1,0 1,0 0,0 0,0 0,0-1,0 1,1 0,-12 16,6-6,2 1,-1-1,1 1,1-1,0 1,0 0,1 0,1 0,0 7,0-13,0 0,1-1,-1 1,1 0,0-1,1 1,-1 0,1-1,0 0,0 1,0-1,1 0,-1 0,1 0,0 0,0-1,1 1,-1-1,1 0,-1 0,1 0,0 0,1 0,5 1,0 0,0-1,0-1,0 1,0-1,0-1,0 0,1-1,-1 0,0 0,1-1,-1 0,0-1,0 0,0-1,0 0,0-1,0 0,-1 0,0-1,0 0,0 0,-1-1,1-1,-1 1,-1-1,1-1,-1 1,-1-1,1 0,-1-1,1-2,-3 5,1-1,-1 0,0 1,-1-2,1 1,-1 0,-1 0,0-1,0 1,0-1,-1 0,0-5,0 13,-1 0,0-1,0 1,0 0,0-1,0 1,1 0,-1-1,0 1,0 0,0-1,0 1,0-1,0 1,0 0,0-1,-1 1,1 0,0-1,0 1,0 0,0-1,0 1,0 0,-1-1,1 1,0 0,0-1,-1 1,1 0,0 0,0-1,-1 1,1 0,0 0,-1 0,1-1,0 1,-1 0,1 0,0 0,-1 0,1 0,0 0,-1 0,1 0,0 0,-1 0,1 0,-1 0,1 0,0 0,-1 0,1 0,0 0,-1 0,1 0,0 0,-1 1,1-1,-16 17,10-8,1 0,0 1,1-1,0 1,0 0,1 0,1 0,0 0,0 1,0 8,2-15,0 1,0-1,0 0,1 1,-1-1,1 0,0 0,0 0,1 1,-1-1,1-1,0 1,0 0,0 0,1-1,-1 1,1-1,0 1,0-1,0 0,0-1,0 1,1 0,-1-1,1 0,0 0,2 1,8 2,1-1,-1-1,1-1,0 0,0 0,0-2,0 0,0 0,0-2,-1 0,1 0,0-1,-1-1,0-1,1 0,-2-1,1 0,-1-1,11-7,-6 1,-1-1,0 0,-1-1,-1-1,0-1,-1 0,-1 0,0-2,-1 1,0-5,1 2,-13 21,0 1,-1-1,1 0,0 1,0-1,0 0,0 1,0-1,0 0,0 0,0 1,0-1,0 0,0 1,0-1,0 0,0 1,0-1,0 0,0 1,0-1,0 0,0 1,0-1,1 0,-1 1,0-1,0 0,0 0,1 1,-1-1,0 0,0 0,1 0,-1 1,0-1,0 0,1 0,-1 0,0 0,1 1,-1-1,0 0,1 0,-1 0,0 0,0 0,1 0,-1 0,0 0,1 0,-1 0,0 0,1 0,-1 0,0 0,1 0,-1-1,0 1,1 0,-1 0,-13 204,11-123,4 0,4 0,3-1,11 43,17 71,-37-171,0-23,0-1,0 1,0 0,0 0,-1 0,1 0,0 0,0-1,0 1,-1 0,1 0,0 0,0 0,0 0,-1 0,1 0,0 0,0 0,-1 0,1 0,0 0,0 0,0 0,-1 0,1 0,0 0,0 0,0 0,-1 0,1 1,0-1,0 0,0 0,-1 0,1 0,0 0,0 0,0 1,0-1,-1 0,1 0,0 0,0 1,0-1,0 0,0 0,0 0,0 1,0-1,0 0,0 0,-1 0,1 1,0-1,0 0,0 0,0 1,1-1,-1 0,0 0,0 1,-6-10,2 0,-1-1,1 1,1-1,-1 0,2 1,-1-1,0-11,1 12,-15-105,6 0,4 0,6-48,0 126,0 18,1-1,1 1,0 0,1 0,1 0,1-3,-4 20,0 0,0 0,1 0,-1 0,0 0,0 0,1 0,-1 0,0 0,1 0,-1 1,1-1,-1 0,1 0,-1 0,1 1,0-1,-1 0,1 1,0-1,0 1,0-1,-1 1,1-1,0 1,0-1,0 1,0 0,0-1,0 1,0 0,0 0,-1 0,1 0,0 0,0 0,0 0,0 0,0 0,0 0,0 1,0-1,0 0,0 0,0 1,0-1,0 1,36 31,-21-15,-2 1,0 0,-1 1,0 1,-2 0,0 1,-1 2,-9-22,0 0,-1 1,1 0,0-1,0 1,-1-1,1 1,-1 0,1 0,-1-1,0 1,0 0,0 0,0-1,0 1,0 0,0 0,-1-1,1 1,-1 0,1-1,-1 1,1 0,-1-1,0 1,0-1,0 1,0-1,0 1,0-1,0 0,-1 0,1 1,0-1,-1 0,1 0,-1 0,1-1,-1 1,1 0,-2 0,0 1,1-1,-1 0,0 0,1 0,-1 0,0 0,0 0,1-1,-1 0,0 1,0-1,0 0,0 0,0 0,1-1,-1 1,0-1,0 0,0 1,1-1,-1-1,0 1,1 0,-1 0,1-1,0 0,-1 1,1-1,0 0,0 0,0 0,0 0,0-1,1 1,-1 0,1-1,-1 1,1-1,0 0,0 1,0-1,0 0,1 0,-1-2,3-4,1 1,0 0,1 0,0 0,0 1,0-1,1 1,0 0,1 0,-1 1,1 0,1 0,-1 0,1 0,0 1,0 0,1 1,-1 0,1 0,0 0,0 1,0 1,1-1,0 1,-6 1,1 0,-1 0,1 0,-1 0,1 1,-1-1,1 1,-1 0,1 0,-1 0,1 1,-1-1,1 1,-1 0,0 0,1 0,-1 1,0-1,0 1,0-1,0 1,0 0,0 0,0 1,-1-1,1 0,-1 1,1 0,-1-1,0 1,0 0,0 0,-1 0,1 1,-1-1,1 2,8 20,-9-20,0 0,0 0,1 0,0 0,0-1,0 1,0-1,1 1,0-1,0 0,0 0,0 0,1 0,-1-1,1 1,0-1,0 0,1 0,-1 0,0-1,1 1,0-1,-1 0,2-1,2 1,1-1,0 0,0-1,0 0,0 0,0-1,0 0,0 0,0-1,0-1,-1 1,1-1,-1-1,0 1,0-2,0 1,0-1,-1 0,0 0,0-1,0 0,-1-1,0 1,0-1,-1 0,1-1,-1 1,-1-1,0 0,0 0,0 0,-1-1,-1 1,1-1,-1 0,0-8,-1 8,-2 0,1 0,-1 0,-1 0,0 0,0 0,0 0,-1 1,-1-1,1 1,-1 0,-5-7,7 11,-1 1,1-1,-1 0,0 1,0 0,-1 0,1 0,-1 0,1 0,-1 1,0-1,0 1,0 0,0 0,0 1,0-1,-1 1,1 0,-1 0,1 0,-1 1,1 0,-1-1,1 2,-1-1,-2 1,-1 1,0 0,1 1,-1 0,0 0,1 1,0 0,0 0,0 1,1 0,-1 0,1 1,0-1,1 1,0 1,-1-1,2 1,-1 0,1 0,0 0,1 0,-1 1,2-1,-1 2,0-3,1 0,0 0,1 0,0 1,0-1,0 0,0 1,1-1,0 0,1 1,-1-1,1 0,0 1,1-1,-1 0,1 0,1 0,-1 0,1 0,0 0,0-1,1 0,0 1,-1-1,2-1,-1 1,1 0,-1-1,4 2,-1-1,1-1,-1 0,1-1,0 0,0 0,1 0,-1-1,0-1,1 1,-1-1,1 0,-1-1,6-1,23-2</inkml:trace>
  <inkml:trace contextRef="#ctx0" brushRef="#br0" timeOffset="254.317">2187 41,'-18'-11,"-13"-4,-8 2,-4 12,1 11,2 14,9 10,9 7,13 7,9-5</inkml:trace>
  <inkml:trace contextRef="#ctx0" brushRef="#br0" timeOffset="556.6">2174 696,'16'18,"12"9,8 3,5-2,2-7,0-6,-2-11,-5-10,-10-5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7:53.3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407 244,'-28'-1,"1"0,-1 2,1 1,-1 1,1 2,0 1,1 0,-1 2,1 1,-20 11,40-18,1 1,-1 0,1 0,-1 1,1 0,0 0,1 0,-1 0,1 1,-1 0,1 0,1 0,-1 0,1 1,0-1,0 1,1 0,-1 0,1 0,0 0,1 0,0 0,0 0,0 1,1-1,0 0,0 1,0-1,1 0,0 1,0-1,1 0,-1 0,1 0,1 2,8 4,0 0,1-1,0-1,1 1,0-2,1 0,0 0,0-2,1 1,0-2,0 0,0-1,1 0,-1-2,2 1,14 5,-14-3,-4-4,0 2,-1 0,1 1,-1 0,0 1,0 0,0 1,-1 0,0 0,-1 2,0-1,1 3,-9-10,0 1,-1 0,0 0,0 0,1 0,-1 0,0 1,0-1,-1 0,1 0,0 1,-1-1,0 0,1 1,-1-1,0 0,0 1,0-1,-1 0,1 1,0-1,-1 0,0 1,1-1,-1 0,0 0,0 1,0-1,-1 0,1 0,0 0,-1-1,1 1,-1 0,0 0,-1 0,-4 4,0 0,0-1,-1 0,0 0,0-1,0 0,-1 0,-8 2,2-2,-1 0,1 0,-1-2,1 0,-1 0,0-2,0 0,1 0,-1-2,0 0,-2-1,-7 1,31 5</inkml:trace>
  <inkml:trace contextRef="#ctx0" brushRef="#br0" timeOffset="759.453">795 632,'-7'0,"0"-1,0 1,0 1,1-1,-1 1,0 0,0 1,1-1,-1 1,1 1,-1-1,1 1,0 0,0 1,0-1,1 1,-1 1,1-1,0 1,0-1,0 1,1 1,0-1,0 1,0-1,0 1,1 0,0 1,1-1,-1 0,1 1,0 0,1-1,0 1,0 0,0 7,1-10,0 1,1-1,-1 1,1-1,0 1,0-1,1 0,-1 1,1-1,0 0,0 0,1 0,-1 0,1 0,0-1,0 1,0-1,0 0,1 0,-1 0,1 0,0-1,0 1,0-1,0 0,0 0,0 0,0-1,4 1,1 0,1 0,0 0,0-1,-1 0,1-1,0 0,0-1,0 0,0 0,-1-1,1-1,0 1,3-3,5-3,-1 0,0-2,0 0,-1-1,0 0,-1-1,-1-1,0-1,0 0,-1 0,-1-1,-1-1,0 0,-1-1,6-12,2-11,-1 0,-2 0,-2-2,-1 0,-3 0,2-23,-3 15,-2 0,-3 0,-1-1,-3-5,-18-13,18 67,0 1,0-1,0 0,0 1,0-1,-1 1,1 0,-1-1,1 1,-1 0,1 0,-1 0,1 0,-1 0,0 0,0 0,1 1,-1-1,0 1,0-1,0 1,0 0,0-1,0 1,0 0,0 0,0 1,1-1,-1 0,0 1,0-1,0 1,0-1,0 1,0 0,-5 4,0 0,0 1,0 0,1 0,0 0,0 1,0 0,1 0,0 0,1 1,0 0,0 0,0 0,1 0,0 0,1 1,0-1,0 1,1 0,0 0,0-1,1 9,1 26,2 1,1-1,3 0,1-1,2 1,2-2,10 23,-9-25,55 162,-58-191,-4-27,-2 2,-1 8,1 1,0 0,0 0,0 0,1 0,0 1,0-1,0 1,1 1,0-1,0 1,0 0,0 0,1 1,-1-1,1 2,0-1,0 1,0 0,0 0,0 1,1 0,6 0,-12 1,0 0,0 0,0 0,0 0,0 1,0-1,0 1,0-1,0 1,0 0,0 0,0 0,-1 0,1 0,0 0,-1 1,1-1,-1 0,1 1,-1-1,1 1,-1 0,0-1,0 1,0 0,0 0,0 0,-1 0,2 1,8 66,-7-35,-2-30,0 0,0 0,1 0,-1 0,1-1,0 1,0 0,0-1,0 1,0-1,1 0,0 0,0 0,0 0,0 0,0 0,0-1,1 1,-1-1,1 0,-1 0,1-1,0 1,0-1,0 0,0 0,0 0,0 0,0-1,4 1,16 2</inkml:trace>
  <inkml:trace contextRef="#ctx0" brushRef="#br0" timeOffset="1028.147">1757 846,'2'-5,"2"-1</inkml:trace>
  <inkml:trace contextRef="#ctx0" brushRef="#br0" timeOffset="1860.129">3027 632,'5'-6,"33"-43,-3-1,-2-2,8-19,-33 54,0 0,-1-1,-1 0,0 0,-2 0,0-1,-1 1,-1-1,0 0,-2 0,0 0,-3-18,2 30,-1-1,0 0,0 0,0 0,-1 1,-1 0,1-1,-1 1,0 0,-4-4,6 8,0 1,0 0,0 0,0 0,0 0,0 0,-1 0,1 1,-1-1,1 1,-1-1,1 1,-1 0,0 0,0 0,1 1,-1-1,0 1,0-1,0 1,0 0,0 0,1 0,-1 0,0 1,0-1,0 1,0 0,1 0,-1 0,0 0,-7 6,1 0,0 1,1 0,0 0,0 1,1 0,0 0,0 1,1-1,0 2,1-1,0 0,1 1,0 0,1 0,0 1,1-1,-2 12,-2 4,1 1,1 1,1-1,2 0,1 1,1-1,1 0,1 1,2-1,1-1,1 1,9 19,-13-39,0 0,1 0,1-1,-1 1,1-1,0 0,1 0,0-1,0 1,0-1,1-1,0 1,0-1,0 0,1-1,-1 0,1 0,0-1,0 0,1 0,-1 0,1-1,-1-1,1 0,0 0,-1 0,1-1,0 0,0-1,-1 0,1-1,4-1,-2 0,-1-2,0 1,0-1,0-1,-1 0,0 0,0-1,0 0,-1-1,0 0,0 0,-1 0,0-1,-1 0,0-1,0 0,-1 1,4-11,-2 4,-2 38,-4-16,-1-1,1 0,0 0,1 0,-1 0,1 0,0 0,0 0,1-1,-1 1,1-1,0 0,0 1,1-1,-1-1,1 1,0 0,0-1,0 0,0 0,1 0,-1 0,1-1,0 0,0 0,-1 0,1 0,0-1,1 0,-1 0,0 0,0-1,2 0,5 2,1-1,-1 0,1-1,0 0,-1-2,1 1,-1-1,1-1,-1 0,11-5,-19 7,1-1,-1 0,0 0,0 0,0-1,0 1,0-1,-1 0,1 0,-1 0,0-1,0 1,0-1,0 1,0-1,-1 0,0 0,0-1,0 1,0 0,-1-1,1 1,-1-1,0 1,-1-1,1 1,-1-1,0 0,0 1,-1-5,0 3,-1 0,0 0,0 0,-1 0,0 0,0 1,0-1,0 1,-1 0,0 0,0 0,0 1,-1-1,0 1,1 0,-1 0,-1 1,1-1,-1 1,1 1,-1-1,0 1,0 0,0 0,0 0,0 1,0 0,-1 0,1 1,0 0,-1 0,1 0,0 1,0 0,-1 0,1 0,0 1,0 0,0 0,1 1,-1 0,0 0,1 0,0 0,0 1,0 0,0 0,0 0,1 1,0 0,0-1,0 2,1-1,-1 0,-1 4,5-6,-1 1,0 0,1 0,-1-1,1 1,0 0,0 0,1-1,-1 1,1 0,0-1,0 1,0 0,0-1,0 1,1-1,0 0,0 1,0-1,0 0,0 0,0 0,1-1,0 1,-1 0,1-1,0 0,0 0,1 0,-1 1,35 19</inkml:trace>
  <inkml:trace contextRef="#ctx0" brushRef="#br0" timeOffset="2611.357">4203 512,'-12'-7,"-1"1,0 1,0 0,0 0,-1 2,0-1,0 2,0 0,0 0,0 2,0-1,0 2,0 0,0 1,0 0,0 1,0 0,1 1,0 1,0 0,0 1,-4 3,14-8,1 0,-1 0,1 1,-1-1,1 1,0 0,-1 0,1 0,0 0,0 0,1 0,-1 0,0 0,1 1,-1-1,1 1,0-1,0 1,0 0,0-1,0 1,1 0,-1 0,1-1,0 1,-1 0,1 0,1 0,-1-1,0 1,1 0,-1 0,1 0,0-1,0 1,0 0,0-1,0 1,1-1,-1 0,1 1,0-1,0 0,-1 0,1 0,1 0,-1 0,2 1,8 2,1-2,0 1,-1-1,1-1,0-1,0 1,0-2,1 0,-1-1,0 0,0-1,0 0,-1-1,1 0,0-1,-1-1,0 0,0 0,1-2,-7 4,-1 0,0 0,0 0,0 0,-1-1,1 0,-1 0,0 0,0 0,0-1,0 1,-1-1,0 0,0 0,0 0,-1-1,1 1,-1-1,-1 1,1-1,-1 0,0 0,0 1,0-3,-4-7,-2 19,-7 26,11-8,0 1,1 0,2 0,0 0,1 0,1-1,2 1,0-1,1-1,1 1,1-1,1 0,1-1,30 80,-30-70,-2 1,0 0,-3 1,0-1,1 29,-7-51,1 0,-1 0,-1 0,0 0,0 0,0-1,-1 1,-1 0,0-1,0 1,0-1,-1 0,0 0,-1 0,0 0,0-1,0 0,-1 0,0-1,-1 1,1-1,-1-1,-1 1,2-2,0-1,-1 0,1-1,0 1,-1-1,0-1,0 1,1-1,-1 0,0-1,0 0,0 0,0 0,0-1,1 0,-1 0,0-1,0 0,1 0,-1 0,1-1,0 0,0 0,0-1,0 1,0-1,1-1,0 1,0-1,0 0,0 0,1 0,0-1,0 0,0 0,1 0,-3-5,-1-2,1-1,0 1,1-1,0 0,1-1,1 1,0-1,1 1,1-1,0 0,1 0,1 1,0-1,1 0,0 1,1-1,1 1,0 0,6-14,1 4,0 0,1 1,2 1,0 0,1 1,1 0,1 1,1 1,1 1,19-15,2 3,1 1,2 2,0 3,43-18,-86 41,1 1,-1-1,1 1,-1-1,1 1,-1-1,1 1,-1-1,1 1,0 0,-1-1,1 1,0 0,-1 0,1-1,0 1,-1 0,1 0,0 0,-1 0,1 0,0 0,-1 0,1 0,0 0,-1 0,1 0,0 1,-1-1,1 0,0 0,-1 1,1-1,-1 0,1 1,0-1,-1 1,1-1,-1 1,1-1,-1 1,1-1,-1 1,0-1,1 1,-1 0,0-1,1 1,-1-1,0 1,0 0,0-1,1 1,-1 0,0-1,0 1,0 0,0 0,0-1,0 1,-1 0,1-1,0 1,0 0,0-1,0 1,-1 0,1-1,-1 1,-11 165,12-162,1 0,-1-1,1 1,-1 0,1 0,0 0,1-1,-1 1,1-1,-1 1,1-1,0 0,0 1,1-1,-1 0,1 0,-1 0,1-1,0 1,0-1,1 1,12 7</inkml:trace>
  <inkml:trace contextRef="#ctx0" brushRef="#br0" timeOffset="2900.522">4551 231,'-18'2,"-9"6,1 3,7 5,13 1,18 1,5-3</inkml:trace>
  <inkml:trace contextRef="#ctx0" brushRef="#br0" timeOffset="4525.686">260 2009,'-1'4,"0"1,-1 0,2-1,-1 1,0 0,1 0,0 0,0 0,1-1,-1 1,1 0,0 0,0-1,1 1,-1 0,1-1,0 0,0 1,0-1,1 0,0 0,0 0,0 0,0-1,0 1,1-1,0 0,-1 0,1 0,2 1,3-1,1 0,-1-1,1 0,-1-1,1 0,0 0,0-1,-1 0,1-1,0 0,0 0,-1-1,1-1,-1 1,0-1,0-1,0 0,0 0,0-1,-1 0,0-1,0 1,0-1,-1-1,0 0,0 0,-1 0,5-7,-9 10,1-1,-1 1,0-1,0 1,-1-1,1 0,-1 0,0 0,0 1,-1-1,1 0,-1 0,0 0,-1 0,1 0,-1 0,0 0,0 0,-1 0,1 0,-1 1,0-1,0 1,-1-1,1 1,-1 0,0 0,0 0,0 0,-1 1,0-1,-3-2,2 2,0 0,0 0,0 0,-1 1,1 0,-1 0,0 1,1-1,-1 1,0 1,-1-1,1 1,0 0,0 0,-1 1,1 0,0 0,-1 0,1 1,0 0,0 0,0 0,-1 1,2 0,-1 1,-1 0,1 0,0 1,0 1,0-1,1 1,0 0,0 1,0-1,0 1,1 0,0 0,0 0,1 1,0-1,0 1,0 0,0 2,2-4,-1-1,1 0,0 0,1 1,-1-1,1 0,0 1,0-1,0 1,0-1,1 0,0 1,0-1,0 0,0 0,1 0,-1 1,1-2,0 1,0 0,1 0,-1-1,1 1,0-1,0 0,0 1,1-1,19 13</inkml:trace>
  <inkml:trace contextRef="#ctx0" brushRef="#br0" timeOffset="5409.153">754 1515,'-2'-115,"2"116,-1-1,1 0,0 1,0-1,0 0,0 0,-1 0,1 1,0-1,0 0,-1 0,1 0,0 1,0-1,-1 0,1 0,0 0,0 0,-1 0,1 0,0 1,-1-1,1 0,0 0,-1 0,1 0,0 0,-1 0,1 0,0 0,0-1,-1 1,1 0,0 0,-1 0,1 0,0 0,0 0,-1-1,1 1,0 0,0 0,-1 0,1 0,0-1,0 1,0 0,-1 0,1-1,0 1,0 0,0-1,0 1,-8 22,2 0,0 1,2 0,0 0,2 0,0 0,2 4,-2-5,-3 352,5-368,0-3,0 0,0 0,0 0,0 1,0-1,1 0,-1 0,1 0,0 0,0 0,0 0,0 0,0 0,1-1,-1 1,1 0,0-1,1 3,-1-6,1 1,-1-1,0 1,0-1,0 0,0 1,0-1,0 0,0 0,0-1,0 1,0 0,0-1,-1 1,1-1,-1 1,1-1,-1 0,1 0,-1 0,1-1,1 0,10-13,-7 8,-1-1,2 1,-1 0,1 1,0 0,1 0,0 0,0 1,0 1,1-1,0 1,0 0,0 1,0 0,1 1,0 0,0 0,0 1,1 0,-7 3,0-1,0 1,0 0,0 0,0 0,-1 1,1 0,0-1,-1 1,1 0,-1 1,0-1,0 1,0-1,0 1,0 0,-1 0,1 0,-1 0,0 1,0-1,0 1,0-1,1 5,1 0,-1 0,0 0,-1 0,0 1,0-1,-1 1,0 0,0-1,-1 1,0 0,-1 0,1-5,-1-1,1 1,-1-1,0 0,0 0,0 1,0-1,-1 0,1 0,-1 0,0 0,0-1,0 1,0 0,0-1,-1 1,1-1,-1 0,0 0,1 0,-1 0,0 0,0-1,0 1,0-1,-1 0,1 0,0 0,0 0,-1 0,1-1,0 0,-1 1,1-1,-1-1,1 1,0 0,-1-1,1 0,0 1,-1-1,1-1,0 1,0 0,0-1,0 0,0 1,0-1,1 0,-1-1,0 1,0-1,1 1,0 0,1 0,-1 0,1 0,0 0,-1 0,1 0,0 0,0-1,0 1,0 0,1-1,-1 1,1-1,-1 1,1-1,0 1,0 0,0-1,0 1,1-1,-1 1,1-1,-1 1,1-1,0 1,0 0,0 0,0-1,0 1,1-1,55-62,-46 55,18-17,-2-1,0-1,-2-1,-1-2,-1 0,-2-1,-2-2,0 0,-3 0,-1-2,5-19,-13 30,0 0,-2 0,-1 0,-1-1,-2 1,0-1,-2-4,1 30,1 0,-1 0,0 0,0-1,0 1,0 0,0 0,0 0,0 0,0-1,0 1,0 0,-1 0,1 0,0 0,-1 0,1-1,-1 1,1 0,-1 0,0 0,1 0,-1 1,0-1,0 0,0 0,1 0,-1 1,0-1,0 0,0 1,0-1,0 0,-1 1,1 0,0-1,0 1,0 0,0-1,0 1,-1 0,1 0,-1 0,-2 6,-1 0,1 0,0 1,1-1,0 1,0-1,0 1,1 0,0 1,0-1,1 0,-1 6,1-7,-8 59,2 0,4 0,2 0,3 1,3-1,10 40,-13-82,1 0,1 0,2 0,0-1,1 0,1 0,1-1,4 5,-13-25,1 1,0-1,0 0,0 1,1-1,-1 0,0 1,0-1,1 0,-1 0,0 0,1 0,-1 0,1-1,-1 1,1 0,0-1,-1 1,1-1,0 1,-1-1,1 0,0 0,0 0,-1 0,1 0,0 0,0 0,-1-1,1 1,0 0,-1-1,1 0,-1 1,1-1,0 0,-1 0,0 0,1 0,-1 0,1 0,52-52,-53 52,132-190,-133 192,0-1,0 0,1 0,-1 0,0 0,0 0,0 1,0-1,0 0,1 0,-1 0,0 0,0 0,0 0,0 0,1 0,-1 0,0 0,0 0,0 0,0 0,1 0,-1 0,0 0,0 0,0 0,0 0,1 0,-1 0,0 0,0 0,0 0,0 0,1 0,-1 0,0 0,0 0,0-1,0 1,0 0,1 0,-1 0,0 0,0 0,0 0,0-1,0 1,0 0,-3 20,3-18,-4 15,-10 88,14-101,0 0,0 0,1 0,-1 0,1 0,0 0,0 0,1 0,-1 0,1-1,0 1,0-1,0 1,0-1,0 0,1 1,0-1,-1-1,1 1,0 0,1-1,-1 1,0-1,3 1,63 13,-34-16</inkml:trace>
  <inkml:trace contextRef="#ctx0" brushRef="#br0" timeOffset="5670.406">1744 1675,'-18'-2,"-9"-1,-1-3,1 1,3 0,6 2</inkml:trace>
  <inkml:trace contextRef="#ctx0" brushRef="#br0" timeOffset="6665.256">1115 1528,'135'-14,"-32"2,0 5,1 3,89 11,-183-8,0 1,0 1,0 0,-1 0,1 1,0 0,-1 1,1 0,-1 0,0 1,0 0,0 1,-1 0,0 0,0 1,0 0,0 0,-1 1,0 0,0 0,-1 1,0 0,1 2,-2 10,0 0,-2 0,0 0,-1 0,-1 1,-1-1,-1 1,-1-1,0 0,-4 13,0 11,6-40,-3 111,3-111,0 1,1-1,0 0,0 0,0 0,0 1,1-1,0 0,0-1,0 1,0 0,0-1,1 1,0-1,-1 1,1-1,0 0,1-1,-1 1,1 0,-1-1,1 0,0 0,2 1,-3-2,0 0,1 0,-1 0,0-1,1 1,-1-1,0 0,1 0,-1-1,0 1,1 0,-1-1,0 0,1 0,-1 0,0 0,0-1,0 1,0-1,0 0,0 0,-1 0,1 0,-1 0,1 0,-1-1,2-1,48-80,-12-42,-40 126,0 0,0 0,0 0,1 0,-1 0,0 1,0-1,0 0,1 0,-1 0,0 0,0 0,1 0,-1 0,0 0,0 0,1 0,-1 0,0 0,0 0,1 0,-1 0,0 0,0 0,1 0,-1 0,0 0,0 0,0-1,1 1,-1 0,0 0,0 0,0 0,1 0,-1-1,0 1,0 0,0 0,0 0,1-1,-1 1,0 0,0 0,0 0,0-1,0 1,0 0,0-1,5 29,-4-24,-1 3,0 0,0 0,1-1,0 1,0 0,0 0,1 0,0-1,1 1,-1-1,1 0,0 0,1 0,0 0,0 0,0-1,0 1,1-1,0 0,0-1,1 1,-1-1,1 0,0-1,0 1,0-1,3 1,-2-3,-1 0,1-1,0 0,0 0,-1-1,1 1,0-1,-1-1,1 0,-1 0,1 0,-1 0,0-1,0 0,0-1,0 1,-1-1,1 0,-1 0,0-1,0 0,0 1,-1-2,0 1,1-2,6-8,-2 0,0 0,0-1,-1 0,-1 0,-1-1,0 0,-2 0,1-1,-6 18,1 0,0 0,0 0,-1 0,1 0,0 0,0 0,0 0,-1 0,1 0,0 0,0-1,0 1,-10 29,0 70,10-95,1 0,-1-1,1 1,0-1,0 0,0 1,0-1,1 0,0 1,-1-1,1 0,0 0,0 0,1-1,-1 1,0 0,1-1,0 0,0 1,-1-1,1 0,0-1,1 1,-1 0,0-1,4 1,-2 0,1-1,-1 0,1 0,0 0,0-1,-1 0,1 0,0-1,-1 1,1-1,0 0,-1-1,1 0,-1 1,0-2,1 1,-1-1,0 1,0-1,-1-1,1 1,-1-1,1 0,-1 0,0 0,5-6,0-1,0 0,-1 0,0-1,-1 0,0 0,-1-1,-1 0,4-11,6-27,-11 63,21 110,-23-117,0-1,0 1,1-1,-1 0,1 0,0 0,0 0,0 0,1 0,-1-1,1 0,0 0,0 0,0 0,0 0,1-1,-1 0,1 0,-1 0,1 0,0-1,0 0,0 0,1 0,2 0,0-1,0 0,0 0,0-1,0 0,0-1,0 0,-1 0,1 0,0-1,-1 0,0-1,1 1,-1-1,-1-1,1 1,-1-1,0-1,0 1,5-7,0 0,-1 0,0-1,-1 0,0-1,-1 0,-1 0,-1-1,0 0,0 0,-1-3,6-34,-3 1,-2-1,-3 0,-1 0,-5-36,-8 9,11 78,0 0,0 1,0-1,0 1,0-1,-1 0,1 1,0-1,0 1,-1-1,1 1,-1-1,1 1,0-1,-1 1,1-1,-1 1,1 0,-1-1,1 1,-1-1,1 1,-1 0,1 0,-1-1,0 1,1 0,-1 0,1 0,-1 0,0 0,1 0,-1 0,0 0,1 0,-1 0,1 0,-1 0,0 0,1 0,-1 1,1-1,-1 0,0 0,1 1,-1-1,1 0,-1 1,1-1,-1 0,1 1,0-1,-1 1,1-1,-23 31,7 5,1 0,2 2,1 0,3 0,0 1,3 0,1 0,2 16,0-25,2-1,1 1,2-1,0 1,3 4,-3-25,-1 0,1-1,1 1,0-1,0 1,1-1,0 0,0 0,1-1,0 1,0-1,0 0,1 0,0-1,1 0,0 0,0 0,0-1,1 0,62 13,-40-21</inkml:trace>
  <inkml:trace contextRef="#ctx0" brushRef="#br0" timeOffset="6926.108">2894 1568,'-16'7,"-5"6,0 6,12 3,18-4,21-4,21-5,17-3,11-3,-7-3</inkml:trace>
  <inkml:trace contextRef="#ctx0" brushRef="#br0" timeOffset="7179.482">3415 1902,'-5'102,"5"-98,1-1,0 0,-1 1,1-1,1 0,-1 0,0 0,1 0,-1 0,1 0,0 0,0 0,0-1,1 1,-1-1,0 0,1 0,0 1,-1-1,1-1,0 1,0 0,0-1,0 0,0 1,1-1,-1-1,3 2,1-1,-1-1,1 1,-1-1,1 0,-1-1,1 0,-1 0,0 0,1 0,-1-1,0 0,0-1,0 0,0 1,0-2,-1 1,0-1,1 0,-1 0,0 0,-1-1,1 1,-1-1,0 0,0-1,2-3,-1 2,-1-1,1 0,-1 0,0 0,-1 0,0 0,-1-1,1 1,-2-1,1 0,-1 0,0 0,-1 0,0 1,-1-1,0 0,0 0,-1 0,-1-4,2 10,0 0,0-1,0 1,-1 0,1 0,-1 0,0 0,0 0,0 0,-1 0,1 1,-1-1,1 1,-1 0,0-1,0 1,0 1,0-1,0 0,0 1,0-1,-1 1,1 0,0 0,-1 0,1 1,-1-1,1 1,-1 0,1 0,-1 0,0 0,1 1,0 0,-1-1,1 1,-1 0,1 1,0-1,-1 0,1 1,0 0,0 0,-1 1,-4 2,2 1,-1 0,1 0,0 0,0 1,0 0,1 0,0 0,1 0,-1 1,2 0,-1 0,1 0,0 1,1-1,0 1,0-1,0 1,2 0,-1-1,1 1,0 0,1 0,-1-1,3 5,-1-9,0 0,0 0,0-1,1 1,0-1,0 1,0-1,0 0,0 0,1-1,-1 1,1 0,0-1,0 0,0 0,0 0,0-1,0 1,0-1,1 0,-1 0,0-1,1 1,-1-1,1 0,-1 0,0 0,3-1,27-1</inkml:trace>
  <inkml:trace contextRef="#ctx0" brushRef="#br0" timeOffset="7426.646">3709 1421,'-16'-1,"0"1,0 1,0 1,0 0,0 1,1 0,-1 2,1 0,0 0,0 2,1 0,-1 0,1 1,1 1,0 0,0 1,-2 3,13-11,-1 1,1-1,-1 0,1 1,0 0,0-1,0 1,0 0,0 0,1 0,0 0,-1 1,1-1,0 0,0 0,1 1,-1-1,1 1,0-1,0 0,0 1,0-1,0 1,1-1,-1 0,1 1,0-1,0 0,2 3,4 4,0-1,1 0,0 0,1-1,0 0,0-1,1 0,0 0,0-1,3 2,2 1,30 18,-28-19,-1 0,-1 2,1 0,-2 0,1 1,-1 1,-1 0,0 1,-1 1,-1 0,0 0,0 1,-2 1,0 0,-4-2,-4-11,0 1,0-1,0 1,0-1,1 0,0 1,-1-1,1 0,0 0,0 0,1 0,-1 0,1-1,-1 1,1-1,0 1,0-1,0 0,0 0,0-1,0 1,2 0,94 12,-40-11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7:56.6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209 43,'-20'-9,"-75"-23,92 31,-1 1,1-1,0 1,0 0,-1 1,1-1,0 0,0 1,-1 0,1-1,0 1,0 1,0-1,0 0,0 1,0 0,0-1,1 1,-1 0,1 0,-1 1,1-1,0 0,0 1,0 0,0-1,0 1,0 1,0-2,1 1,-1 0,1 0,0 0,-1 0,1 0,1 0,-1 1,0-1,1 0,0 0,-1 1,1-1,1 0,-1 1,0-1,1 0,0 0,-1 0,1 1,1-1,-1 0,0 0,1 0,-1-1,1 1,0 0,0-1,0 1,0-1,1 1,-1-1,3 2,3 2,1 1,0-2,1 1,-1-1,1-1,0 0,0 0,1-1,9 2,5 1,1-2,0-1,0-1,0-1,1-1,-1-2,0 0,0-2,-1-1,1-1,-1-1,0-1,15-7,18-9,-50 58,-8-31,0 0,1 0,-1 0,1 0,-1 0,1 0,0-1,0 1,0 0,1 0,-1-1,1 1,-1-1,1 1,0-1,0 1,0-1,0 0,1 0,-1 0,0-1,1 1,-1 0,1-1,0 1,0-1,-1 0,1 0,0 0,0-1,0 1,0-1,0 1,0-1,13 3,0-2,0 0,0 0,1-2,-1 0,0-1,0 0,0-1,0-1,-1-1,0 0,1-1,-2 0,1-1,-1-1,0 0,3-4,-14 11,0-1,-1 0,1 1,0-1,-1 0,1-1,-1 1,0 0,0-1,1 1,-2-1,1 0,0 1,0-1,-1 0,0 0,0 0,1 0,-2-1,1 1,0 0,-1 0,1 0,-1-1,0 1,0 0,0-1,-1 1,1 0,-1 0,0 0,0-1,0 1,0 0,0 0,-1 0,1 0,-1 1,0-1,0 0,-1 0,-8-3,0 1,0 1,-1 0,0 0,1 2,-1-1,-1 1,1 1,0 0,0 1,0 0,0 1,-2 1,2-2,0 0,0 1,0 1,0 0,0 1,0 0,1 0,0 2,-1-1,2 1,-12 7,21-11,-1 0,1 0,0 1,-1-1,1 0,0 1,0-1,0 1,0-1,0 1,0 0,0-1,0 1,1 0,-1-1,1 1,-1 0,1 0,0 0,0-1,-1 1,1 0,1 0,-1 0,0 0,0-1,1 1,-1 0,1 0,-1 0,1-1,0 1,0 0,-1-1,1 1,1-1,-1 1,0-1,0 1,0-1,1 0,-1 0,1 0,-1 0,1 0,-1 0,1 0,0 0,66 25,-30-19</inkml:trace>
  <inkml:trace contextRef="#ctx0" brushRef="#br0" timeOffset="365.015">972 149,'6'16,"10"10,6 2,9-2,10-5,10-5,7-6,3-8,-8-6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2T07:48:07.8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8035 142,'-7'13,"3"10,8 3,4-4</inkml:trace>
  <inkml:trace contextRef="#ctx0" brushRef="#br0" timeOffset="723.329">8917 195,'-13'-11,"-10"-4,-2 3,2 8,5 9,7 10,8 11,6-1</inkml:trace>
  <inkml:trace contextRef="#ctx0" brushRef="#br0" timeOffset="-1935.411">4947 475,'-18'-6,"-13"-3,-8 5,-4 5,-2 5,5 6,7 6,10 3,18 4,17 0,21-1,23-1,20-5,16-6,-9-5</inkml:trace>
  <inkml:trace contextRef="#ctx0" brushRef="#br0" timeOffset="-1154.664">5616 529,'-8'-8,"-1"1,0-1,0 2,0-1,-1 2,1-1,-2 1,1 1,0 0,-1 0,0 1,0 0,0 1,0 0,0 1,0 0,-1 1,1 0,0 1,0 0,-1 1,-5 1,15-2,-1 0,1 0,-1 0,1 0,0 0,-1 0,1 1,0-1,0 1,0 0,0-1,0 1,1 0,-1 0,0 0,1 0,0 0,-1 1,1-1,0 0,0 1,0-1,0 1,1-1,-1 1,1-1,-1 1,1 0,0-1,0 1,0-1,1 1,-1-1,0 1,1 0,0-1,-1 0,1 1,0-1,1 1,-1-1,0 0,0 0,1 0,0 1,-1-1,1-1,0 1,0 0,0 0,8 6,1 0,-1-1,1 0,1-1,-1 0,1-1,0 0,0-1,1-1,-1 0,1 0,-1-1,1-1,0 0,0 0,6-2,-10 1,0 0,-1 0,1-1,-1 0,1-1,-1 0,1 0,-1-1,0 0,0-1,0 1,-1-1,1-1,-1 0,0 0,0 0,0-1,-1 0,0 0,0 0,-1-1,0 0,0 0,0-1,-1 1,0-1,-1 0,1 0,-1 0,-1 0,0-1,0 1,-1-1,0 1,0-4,-2 64,-1-45,1 0,0 1,0-1,1 1,-1-1,2 1,-1-1,1 0,0 1,0-1,1 0,0 0,1 0,-1 0,1 0,1 0,-1-1,1 1,0-1,1 0,-1 0,1-1,0 1,1-1,-1 0,4 2,-4-5,0 0,0-1,0 1,0-1,0 0,0 0,0 0,1-1,-1 0,0 0,0 0,1 0,-1-1,0 0,0 0,0-1,0 1,0-1,0 0,4-3,84-65,-82 59,-1-1,0 1,-1-1,0-1,-1 0,-1 0,0-1,0 1,-2-1,1-1,-2 1,0-3,-4 18,-1-1,1 1,0-1,-1 1,1-1,-1 0,1 1,-1-1,0 0,1 1,-1-1,1 0,-1 0,0 0,1 1,-1-1,1 0,-1 0,0 0,1 0,-1 0,0 0,1 0,-1 0,1-1,-1 1,0 0,1 0,-1 0,1-1,-1 1,0 0,1-1,-1 1,1 0,-1-1,1 1,-1-1,1 1,0 0,-1-1,1 1,0-1,-1 0,1 1,0-1,-1 1,1-1,0 1,0-1,0 0,0 1,-1-1,1 0,-2 5,0 1,0-1,0 1,1-1,-1 1,1-1,0 1,0 0,1 0,-1-1,1 1,0 0,0 0,1 0,0-1,-1 1,2 0,-1-1,0 1,1-1,0 1,0-1,0 0,1 0,-1 0,1 0,0 0,0 0,1-1,-1 1,1-1,2 2,4 3,0-1,1 1,-1-2,1 0,1 0,-1-1,1 0,0-1,0-1,0 0,1 0,-1-1,1-1,-1 0,1-1,1 0,-10-1,0 1,1-1,-1-1,0 1,0 0,1-1,-1 0,0 0,-1 0,1-1,0 1,-1-1,1 0,-1 0,0 0,0 0,0-1,0 1,-1-1,1 0,-1 0,0 0,0 0,0-2,2-4,-1 0,0 0,-1 0,0-1,0 1,-1-1,-1 1,0-1,-1-7,-2 87,3-63,0 1,1 0,0-1,0 1,0-1,1 0,0 1,0-1,1 0,-1 0,1 0,1-1,-1 1,1-1,0 1,0-1,1 0,-1-1,1 1,0-1,1 0,-1 0,1-1,-1 0,1 1,4 0,6 1,1 0,-1-1,1-1,0 0,0-2,0 0,14-1,18-2</inkml:trace>
  <inkml:trace contextRef="#ctx0" brushRef="#br0" timeOffset="-872.075">6899 529,'-3'0,"0"0,0 1,0 0,0-1,0 1,0 1,0-1,0 0,0 1,0-1,1 1,-1 0,1 0,-1 0,1 0,0 0,-1 0,1 1,1-1,-1 1,0-1,0 1,1 0,0 0,-1 0,1 0,0 0,1 0,-1 0,0 0,1 0,0 0,-1 0,1 1,1-1,-1 0,0 0,1 0,0 0,-1 0,1 0,0 0,1 0,-1 0,1 2,4 1,-1 0,1 0,0-1,1 0,-1 0,1 0,0-1,0 0,0-1,1 1,-1-1,1-1,0 1,0-1,0-1,0 1,0-1,0-1,0 0,1 0,-1 0,0-1,0 0,0-1,0 0,0 0,3-2,-7 2,0 0,-1-1,1 1,0-1,-1 0,0 0,0 0,0 0,0-1,0 1,-1-1,1 0,-1 1,0-1,0 0,0-1,-1 1,0 0,0 0,0-1,0 1,0-1,-1 1,0 0,0-1,0 1,0-1,-1 1,0-1,0 1,0 0,0 0,-1-1,0 1,0 0,0 0,0 1,0-1,-1 0,0 1,1-1,-1 1,-1 0,1 0,0 0,-1 0,0 1,-2-2,0 0,0 0,0 1,0 0,-1 0,0 0,0 1,1 0,-1 0,0 0,-1 1,1 0,0 1,0 0,0 0,-1 0,1 1,0 0,0 0,0 1,0 0,0 0,1 1,-1 0,1 0,-1 0,1 1,0 0,0 0,-1 2,-9 12</inkml:trace>
  <inkml:trace contextRef="#ctx0" brushRef="#br0" timeOffset="-263.865">7273 382,'6'30,"-3"-9,0 0,2 0,1-1,0 0,1 0,2 0,0-1,9 14,-16-29,1-1,0 0,0 1,0-1,0 0,1-1,-1 1,1 0,0-1,-1 0,1 0,0 0,1 0,-1-1,0 0,0 0,1 0,-1 0,0-1,1 1,-1-1,1 0,-1 0,0-1,1 1,-1-1,0 0,1 0,-1-1,0 1,0-1,0 0,0 0,0 0,-1-1,4-1,3-4,0 0,0-1,-1 0,0 0,-1-1,0 0,0 0,-1-1,-1 0,0 0,0-1,-1 0,0 0,-1 0,0-3,-4-5,-6 32,5-7,0 0,0-1,0 1,0 0,1 0,0 0,0 0,0-1,1 1,0 0,0 0,0 0,0-1,1 1,-1 0,1-1,1 0,-1 1,0-1,1 0,0 0,0 0,0-1,1 1,-1-1,1 0,0 1,0-2,0 1,0 0,0-1,0 0,1 0,-1 0,1 0,0-1,3 1,-2-2,1 1,-1-1,1-1,-1 1,1-1,-1 0,0-1,1 1,-1-1,0 0,0-1,0 0,0 0,-1 0,1 0,-1-1,0 0,2-1,76-89,-68 83,-10 33,-4-20,0 13,1-1,0 0,1 0,1 0,0 0,1 0,1-1,0 0,0 0,2-1,6 10,18-1,-18-19</inkml:trace>
  <inkml:trace contextRef="#ctx0" brushRef="#br0" timeOffset="473.005">8464 409,'-15'-5,"1"2,-1 0,0 1,0 0,0 1,0 1,-13 1,24 0,0-1,-1 1,1 0,0 0,0 0,0 0,0 1,0 0,0 0,1 0,-1 0,0 0,1 1,0 0,-1 0,1-1,0 2,1-1,-1 0,0 1,1-1,0 1,0 0,0 0,0-1,1 1,-1 0,1 1,0 1,0-2,1 0,-1 0,1 0,0 0,1 1,-1-1,1 0,-1 0,1 0,0 0,1 0,-1 0,1 0,0-1,0 1,0 0,0-1,0 1,1-1,0 0,0 0,0 0,0 0,0-1,0 1,1-1,-1 0,3 2,8 4,0-1,1-1,0 0,0 0,0-1,15 2,-12-3,1-1,1 0,-1-1,0-1,0-1,0-1,1 0,-1-1,0-2,0 0,-1 0,1-2,-1 0,0-2,0 0,9-11,-28 21,0 1,0 0,1-1,-1 1,1-1,-1 1,1 0,0 0,0-1,0 1,1 0,-1-1,1 1,-1 0,1-1,0 1,0-1,0 1,0-1,0 0,1 1,-1-1,1 0,0 0,-1 0,1 0,0 0,0 0,0 0,1-1,-1 1,0-1,1 0,-1 0,0 1,1-1,-1-1,1 1,0 0,-1-1,1 1,0-1,-1 0,3 0,1 2,0 0,0-1,1 0,-1 0,0-1,1 0,-1 0,1 0,-1-1,0 0,1 0,-1 0,0-1,0 0,0-1,0 1,0-1,-1 0,1 0,-1-1,0 1,0-1,0-1,0 1,-1-1,1 1,-1-1,-1-1,1 1,-1 0,1-1,-2 0,1 1,0-2,-2 3,1-1,-1 1,0 0,0-1,-1 1,0 0,1-1,-1 1,0-1,-1 1,1-1,-1 1,0 0,0-1,-1 1,1 0,-1 0,0 0,0 0,0 0,0 0,-1 1,0-1,1 1,-1 0,0-1,-1 1,1 1,-1-1,1 0,-6-1,1 1,-1 0,1 0,-1 1,0 0,0 0,0 1,0 0,-1 1,1 0,0 0,0 1,0 1,0-1,0 1,0 1,4-2,-1 0,1 0,0 1,0 0,1 0,-1 1,0-1,1 1,-1 0,1 0,0 0,0 1,0 0,0-1,1 1,0 1,0-1,0 0,0 1,0 0,1-1,0 1,0 0,0 0,1 0,0 0,0 1,0 0,1-2,0 0,0 1,0-1,1 0,0 1,0-1,0 0,1 0,-1 0,1 0,0 0,0-1,0 1,1 0,-1-1,1 1,0-1,0 0,0 0,0 0,0-1,1 1,0-1,-1 0,2 1,19 9</inkml:trace>
  <inkml:trace contextRef="#ctx0" brushRef="#br0" timeOffset="935.477">8998 689,'16'12,"12"3,8-1,7-2,3-6,1-6,-4-6,-9-1</inkml:trace>
  <inkml:trace contextRef="#ctx0" brushRef="#br0" timeOffset="-4029.925">0 582,'16'6,"0"-1,1 0,-1-1,1-1,0-1,0 0,0-2,0 0,0 0,0-2,0 0,-1-1,1 0,-1-2,10-3,6-4,0-1,-1-1,-1-2,0-1,-1-2,-1 0,5-7,-13 11,-1-1,0 0,-1-2,-1 0,0-1,-1-1,-2 0,0-1,-1-1,-1 0,-1-1,-1 0,-1 0,5-24,-12 43,-1 0,0 0,0 0,-1 0,1 0,-1 0,1 0,-1 0,-1 0,1 0,-1-1,1 1,-1 0,0 0,0 0,-1 1,1-1,-1 0,0 0,0 1,0-1,-1 1,1 0,-1-1,0 1,0 0,0 1,0-1,0 0,-1 1,1 0,-1 0,1 0,-1 0,0 1,0-1,0 1,0 0,-1 1,0 0,0 1,1 0,-1 0,0 0,0 1,1 0,-1-1,1 2,0-1,-1 0,1 1,0 0,0 0,1 0,-1 0,1 1,-1-1,1 1,0 0,-1 2,-48 96,39-47,3 1,2 0,2 1,3 0,3 0,1 0,4 0,2-1,2 0,7 16,2 22,-3-33,-3 1,-2 0,-4 1,-1 0,-4 0,-2 0,-3-1,-5 14,-20 12,15-67</inkml:trace>
  <inkml:trace contextRef="#ctx0" brushRef="#br0" timeOffset="-3585.796">281 717,'55'-20,"1"3,0 2,1 3,15 0,-57 10,263-36,-274 36,0 1,1 1,-1-1,0 0,0 1,1 0,-1 0,0 0,0 1,1-1,-1 1,0 0,0 0,0 1,0-1,0 1,0 0,0 0,0 0,-1 1,1-1,-1 1,0 0,0 0,0 0,0 0,2 3,2 81,-7-86,0 0,0 1,0-1,1 1,-1-1,1 0,-1 1,1-1,-1 0,1 0,0 1,0-1,-1 0,1 0,0 0,0 0,0 0,0 0,0 0,1 0,-1-1,0 1,0 0,0-1,1 1,-1-1,0 1,1-1,-1 1,1-1,-1 0,0 0,1 0,-1 0,1 0,-1 0,0 0,1 0,-1-1,0 1,1 0,-1-1,0 1,1-1,-1 0,58-32,-53 29,-1 0,1-1,-1 0,0 0,0-1,0 1,-1-1,0 0,0 0,-1-1,1 1,-1-1,-1 1,1-1,-1 0,-1 0,1 0,-1 0,0-1,-1 1,1 0,-1 0,-1 0,0-1,0 1,0 0,-1 0,0 0,0 0,-1 0,1 1,-2-1,1 1,-1 0,0 0,0 0,0 0,-1 1,0-1,0 1,-1 0,-1 1,0 0,1 0,-1 1,-1 0,1 0,0 1,-1 0,0 0,1 1,-1-1,0 2,0-1,1 1,-9 1,12-1,1 1,-1-1,0 1,1 0,-1 0,1 0,-1 1,1-1,-1 1,1 0,0 0,0 0,0 0,0 0,0 1,0-1,1 1,-1 0,1 0,0 0,0 0,0 0,0 0,0 1,1-1,-1 1,1-1,0 1,0 0,0-1,1 4,-1-2,1 0,0 0,1 0,-1 0,1 0,0 0,1 0,-1-1,1 1,0 0,0-1,0 1,1-1,-1 1,20 27</inkml:trace>
  <inkml:trace contextRef="#ctx0" brushRef="#br0" timeOffset="-2291.09">1337 689,'9'-37,"-2"0,-2-1,-1 1,-2-1,-2-1,-4-36,-13 10,30 69,17 8,1-2,0-1,1-1,20 1,59 16,-106-25,-1 1,0 0,0 0,0 0,0 1,0-1,-1 1,1 0,0 0,-1 0,1 1,-1-1,0 1,0 0,0 0,0 0,0 0,-1 0,1 1,-1-1,0 1,0 0,0-1,-1 1,1 0,-1 0,0 0,0 0,0 0,-1 0,1 1,-6 45,2 29,3-77,1 1,0 0,0 0,0-1,0 1,1 0,-1-1,1 1,0-1,-1 0,1 1,0-1,0 0,0 0,1 0,-1 0,0-1,1 1,-1-1,1 1,0-1,-1 0,1 0,0 0,1 0,5 1,0 0,0-1,0 0,0-1,0 0,0 0,0-1,0 0,-1-1,1 0,0 0,0 0,-1-2,0 1,0-1,0 0,0 0,5-5,0 1,0-1,-1-1,0 0,-1-1,0 0,-1-1,0 0,-1-1,0 0,2-6,11-25,-22 44,0 0,1 0,-1 0,0 0,1-1,-1 1,1 0,-1 0,0 0,1 0,-1 0,0 0,1 0,-1 0,0 0,1 0,-1 1,0-1,1 0,-1 0,0 0,1 0,-1 0,0 1,1-1,-1 0,0 0,0 0,1 1,-1-1,0 0,0 1,1-1,-1 0,0 0,0 1,0-1,0 0,0 1,1-1,-1 0,0 1,0-1,0 0,0 1,0-1,0 1,0-1,0 0,0 1,0-1,0 0,0 1,0-1,-1 0,1 1,0-1,0 0,0 1,0-1,-1 0,1 0,0 1,0-1,-1 0,1 0,0 1,0 4,31 95,-29-96,0 0,0 0,0 0,1 0,-1 0,1-1,0 1,0-1,0 0,1 0,-1 0,1 0,0 0,0-1,0 0,0 0,0 0,0 0,1-1,-1 1,4-1,-1-2,0 0,0 0,0-1,0-1,-1 1,1-1,-1 0,1-1,-1 1,0-1,0 0,0-1,-1 1,0-1,0-1,0 1,0 0,-1-1,0 0,0 0,-1-1,1 1,-1-2,2 0,0 0,-1 0,0 0,-1-1,0 0,0 1,-1-1,0 0,0-4,-8 30,5-13,0 1,0-1,1 1,0-1,0 0,0 1,0-1,1 0,0 1,0-1,0 0,0 0,1 1,-1-1,1 0,0-1,1 1,-1 0,0 0,1-1,0 0,0 1,0-1,0 0,1-1,-1 1,1 0,-1-1,1 0,0 0,2 1,0 0,1-1,0 1,0-1,0-1,0 1,1-1,-1 0,0-1,1 0,-1 0,0 0,1-1,-1 0,0-1,0 1,0-2,0 1,0-1,0 0,-1 0,1 0,-1-1,0 0,0-1,0 1,-1-1,1 0,-1 0,0-1,-1 0,1 0,-1 0,-1 0,1 0,-1-1,0 0,2-6,-3 6,-1-1,0 0,0 0,-1 0,0 1,0-1,-1 0,0 0,0 0,-1-1,1 9,1 0,-1 0,1 0,-1 0,1 0,-1 0,1 0,-1 0,1 1,-1-1,1 0,-1 0,1 0,-1 1,1-1,-1 0,1 1,0-1,-1 0,1 1,0-1,-1 1,1-1,0 0,-1 1,1-1,0 1,0-1,0 1,-1-1,1 1,0-1,0 1,0-1,0 1,0-1,0 1,0-1,0 1,0-1,0 1,0-1,0 1,1-1,-1 1,0-1,0 1,1 0,-3 6,1 0,0 1,0-1,1 1,0-1,1 1,-1-1,1 0,1 1,-1-1,1 0,1 0,-1 0,1 0,1 0,-1 0,1-1,0 0,0 0,1 0,0 0,0-1,0 1,5 2,11 3,0-2,1 0,0-2,1 0,0-2,-1 0,2-2,-1 0,0-1,1-2,-1 0,3-2,24 3,0-2,0-2,-1-2,1-2,23-8,-72 15,1 0,0 0,0 0,0 0,0 0,0 0,0 0,-1-1,1 1,0-1,0 1,0-1,-1 0,1 0,0 0,-1 0,1 0,-1 0,1 0,-1 0,1-1,-1 1,0-1,0 1,0-1,0 1,0-1,0 1,0-1,0 0,-1 0,1 1,0-1,-1 0,0 0,1 0,-1 0,0 0,0 1,0-1,0 0,-1 0,1 0,0 0,-1-1,-12-10,0 0,-1 1,-1 1,0 0,0 1,-1 1,0 0,-10-4,22 11,1-1,0 1,0 0,-1 0,1 0,-1 0,0 0,0 1,1 0,-1 0,0 0,0 0,0 1,0-1,0 1,0 0,0 0,0 0,0 1,0 0,0-1,0 1,0 1,0-1,1 0,-1 1,0 0,1 0,-1 0,1 0,-2 2,2 0,0-1,1 1,-1-1,1 1,-1 0,1 0,1 0,-1 1,0-1,1 0,0 1,0-1,0 1,1-1,-1 1,1-1,0 1,1-1,-1 1,1-1,0 1,0-1,0 0,0 1,1-1,0 0,0 0,0 0,0 0,1 0,-1-1,1 1,0-1,0 1,0-1,1 0,-1 0,2 0,3 0,1-1,-1 0,1-1,0 0,-1 0,1-1,0 0,-1-1,1 0,-1 0,1-1,-1 0,1 0,-1-1,0 0,0 0,0-1,0 0,-1-1,0 1,0-2,0 1,0-1,-1 0,0 0,0 0,-1-1,0 0,2-2,1-16,-8 25,0 0,0 0,0 1,0-1,0 0,0 1,-1-1,1 0,0 1,0-1,0 0,-1 0,1 1,0-1,0 0,-1 0,1 0,0 1,0-1,-1 0,1 0,0 0,-1 0,1 0,0 1,-1-1,1 0,0 0,-1 0,1 0,0 0,-1 0,1 0,0 0,-1 0,1 0,0-1,-1 1,1 0,0 0,-1 0,1 0,0 0,0-1,-1 1,1 0,0 0,-1 0,1-1,0 1,0 0,0 0,-1-1,1 1,0 0,0-1,0 1,0 0,-1 0,1-1,0 1,0 0,0-1,0 1,0 0,0-1,0 1,0 0,0-1,0 1,-3 2,0 1,1 0,-1-1,1 1,-1 0,1 1,0-1,0 0,1 1,-1-1,1 1,-1-1,1 1,0 0,0 0,1-1,-1 1,1 0,0 0,0 0,0 0,1 0,-1-1,1 1,0 0,0 0,0-1,0 1,1-1,0 1,-1-1,1 1,1-1,-1 0,0 0,1 0,-1 0,3 1,8 4,0-1,1-1,0 0,0-1,0 0,0-1,1-1,0 0,-1-1,1 0,0-2,-4 2,66 5</inkml:trace>
  <inkml:trace contextRef="#ctx0" brushRef="#br0" timeOffset="2187.926">401 2227,'3'19,"2"18,6 20,2 16,3 12,-1 6,-2 5,-3-3,-4-7,-2-10,-3-18</inkml:trace>
  <inkml:trace contextRef="#ctx0" brushRef="#br0" timeOffset="2744.283">401 2681,'-30'-322,"28"304,2 0,0 0,1 0,0 0,2 0,3-15,-5 29,1 0,-1 0,0 0,1 0,0 1,0-1,0 1,0-1,1 1,-1-1,1 1,0 0,0 1,0-1,0 0,0 1,1-1,-1 1,1 0,0 0,-1 1,1-1,0 1,0 0,0 0,0 0,0 0,0 1,1-1,-1 1,0 0,2 1,13 2,0 0,0 2,0 0,-1 1,0 1,0 1,-1 1,0 0,0 1,-1 0,0 2,3 3,31 43,-49-56,0 0,0 0,-1 0,1 0,0 0,-1 0,0 0,1 1,-1-1,0 0,0 0,0 0,0 0,-1 0,1 1,-1-1,1 0,-1 0,0 0,1 0,-1 0,0 0,0 0,-1-1,1 1,0 0,-1 0,1-1,-1 1,1-1,-1 1,0-1,-1 1,-4 3,0-1,-1 0,1-1,-1 1,0-1,0-1,0 1,-1-2,1 1,0-1,-1 0,-2-1,11 1,-1-1,0 0,1 1,-1-1,0 0,1 0,-1 0,0 1,1-1,-1 0,0 0,1 0,-1 0,0 0,1 0,-1 0,0-1,1 1,-1 0,0 0,1 0,-1-1,0 1,1 0,-1-1,1 1,-1 0,1-1,-1 1,1-1,-1 1,1-1,-1 1,1-1,-1 1,1-1,0 0,-1 1,1-1,0 1,0-1,0 0,-1 1,1-1,0 0,0 1,0-1,0 0,0 0,0 1,0-1,0 0,0 1,1-1,-1 0,0 1,0-1,0 1,1-1,-1 0,0 1,1-1,-1 1,1-1,-1 0,104-91,-65 62,-2-1,-2-2,0-1,-3-2,-1-2,-1 0,-3-2,-1-1,9-22,-19 25,-2-1,-2 0,-1 0,-2-1,-2-1,-2 1,-1-1,-2-26,-2 58,-10-52,-2 63,-21 81,8 13,4 2,4 1,5 0,1 56,10-128,1 0,0 0,3 0,0 0,5 18,-6-38,0 1,0-1,1 0,0 1,0-1,0-1,1 1,0 0,1-1,-1 0,1 0,1 0,-1-1,1 0,0 0,0 0,0-1,1 0,-1 0,1 0,0-1,1 0,4 1,0-1,0 0,0-1,1 0,-1-1,1-1,-1 0,1-1,-1 0,0 0,9-4,26-7</inkml:trace>
  <inkml:trace contextRef="#ctx0" brushRef="#br0" timeOffset="3012.263">710 1906,'18'0,"22"0,24 0,25-2,17-1,6 0,-15 1</inkml:trace>
  <inkml:trace contextRef="#ctx0" brushRef="#br0" timeOffset="3322.049">1444 2454,'11'-13,"-1"-1,-1 0,-1 0,0-1,-1 0,0-1,-1 1,-1-1,0-1,-1 1,-1 0,-1-1,0 0,-1 1,-1-1,-1 0,0 0,-1 1,0-1,-2 1,0-1,-2-1,44 24,174 39,-208-45,0 1,0 0,0 0,0 0,0 0,0 1,-1-1,1 1,0 0,-1 0,1 0,-1 1,0-1,0 1,0 0,0 0,0 0,-1 0,1 1,-1-1,0 0,0 1,0 0,-1 0,1-1,-1 1,0 0,1 2,-18 99,0-36,16-66,-1-1,1 1,0 0,0 0,0 0,0 0,0 0,1 0,-1-1,1 1,0 0,0 0,0-1,0 1,0-1,1 1,-1-1,1 1,0-1,-1 0,1 1,0-1,0 0,1 0,-1-1,0 1,0 0,1-1,-1 0,1 1,2 0,14 3,-1 0,1-1,0-1,-1-1,1 0,1-2,-1 0,17-3,-23 3,72-5</inkml:trace>
  <inkml:trace contextRef="#ctx0" brushRef="#br0" timeOffset="3690.697">3410 1919,'19'61,"4"-2,1-1,4 0,1-2,23 28,-48-77,-1-2,0 1,1 0,0-1,0 0,0 0,1 0,0-1,0 0,0 1,0-2,1 1,-1-1,3 2,-4-6,-1 1,0-1,1 0,-1 0,1 0,-1 0,0 0,0-1,0 0,0 1,0-1,0 0,0-1,-1 1,1 0,-1-1,1 1,-1-1,0 0,0 0,0 0,0 0,-1 0,1 0,-1 0,0-1,0 1,0 0,0-1,-1 0,78-309,-39 258,-18 41</inkml:trace>
  <inkml:trace contextRef="#ctx0" brushRef="#br0" timeOffset="4342.387">4159 2106,'-7'-4,"1"-1,-1 1,0 0,1 1,-2-1,1 1,0 1,-1 0,1 0,-1 0,0 1,1 0,-1 0,0 1,0 0,0 0,1 1,-1 0,0 1,0 0,1 0,0 0,-1 1,1 0,0 0,0 1,0 0,1 0,-1 1,1 0,0 0,1 0,-1 1,1 0,-1 1,4-5,0-1,0 1,0 0,0 0,0 1,1-1,-1 0,1 0,0 1,-1-1,1 1,0-1,0 1,1-1,-1 1,1 0,-1-1,1 1,0 0,0 0,0-1,0 1,0 0,1-1,-1 1,1 0,0-1,-1 1,1-1,1 1,-1-1,0 1,1-1,-1 0,1 0,-1 1,1-1,0 0,1 0,7 2,0 0,1-1,-1 0,1-1,0 0,0-1,-1 0,1 0,0-2,0 1,0-1,0-1,0 0,-1 0,1-1,-1 0,1-1,0-1,83-43,-94 47,1 1,-1-1,0 1,1 0,-1-1,0 1,1 0,-1-1,1 1,-1 0,1-1,-1 1,1 0,-1 0,1-1,-1 1,1 0,-1 0,1 0,-1 0,1 0,-1 0,1 0,0 0,-1 0,1 0,-1 0,1 0,-1 0,1 1,-1-1,1 0,-1 0,1 1,-1-1,1 0,-1 0,1 1,-1-1,0 0,1 1,-1-1,0 1,1-1,-1 1,0-1,1 1,-1-1,0 1,0-1,1 1,-1-1,-1 34,-1-21,2-10,-1 1,1 0,0-1,-1 1,2-1,-1 1,0-1,1 1,0 0,0-1,0 0,0 1,0-1,1 0,-1 1,1-1,0 0,0 0,0 0,1-1,-1 1,1 0,-1-1,1 0,0 1,0-1,0 0,0-1,0 1,0 0,1-1,-1 0,3 1,4-2,1-1,-1 0,0-1,0 0,1 0,-1-1,0 0,-1-1,1 0,-1-1,0 0,0 0,0-1,-1 0,0-1,0 0,0 0,-1-1,1 0,16-22,-1 0,-1-2,-1 0,-2-1,-1-1,-2-1,-2-1,0 0,-3-1,-1 0,-2 0,-1-1,1-36,-3 51,-2-1,0 0,-1-1,-2 1,0 0,-2 0,0 0,-2 0,0 0,-2 0,-1 1,0 0,-5-8,9 27,1-1,-1 1,0-1,0 1,-1 0,1 0,-1 0,0 1,0-1,0 1,0 0,-1 0,1 0,-1 1,0 0,0 0,0 0,0 0,0 1,0-1,0 1,0 1,-1-1,1 1,0 0,0 0,-1 1,1-1,0 1,0 0,0 0,-1 1,1 0,1 0,-1 0,0 0,0 1,1 0,0 0,-4 2,-5 10,0 0,0 1,1 0,1 1,1 0,0 0,2 1,0 1,1 0,0 0,2 0,0 0,1 1,1 0,1 0,1 0,1 0,0 0,2 0,0 4,2 6,2 0,1 0,1 0,1-1,1 0,2-1,1 0,1-1,2-1,0 0,2-1,0-1,2 0,1-2,1 0,0-2,2 0,0-1,2-1,72 32,-60-38</inkml:trace>
  <inkml:trace contextRef="#ctx0" brushRef="#br0" timeOffset="5941.599">5014 2147,'-2'5,"0"0,0 0,1 0,0 0,0 1,1-1,-1 0,1 1,1-1,-1 1,1-1,-1 0,1 0,1 1,-1-1,1 0,0 0,0 0,1 0,-1-1,1 1,0-1,0 1,1-1,-1 0,1 0,0-1,0 1,0 0,3 0,0-1,0 1,0-1,1 0,-1-1,1 0,-1 0,1-1,0 1,-1-2,1 1,0-1,0 0,0-1,0 0,-1 0,2-1,-4 1,-1 0,0 0,0 0,-1-1,1 0,0 0,0 0,-1 0,1 0,-1-1,0 1,0-1,0 0,0 0,0 0,0 0,-1-1,0 1,1-1,-1 1,-1-1,1 0,0 0,-1 0,0 0,0 0,0 0,-1 0,1 0,-1 0,0-1,0-2,-1 0,0 0,-1 0,1 0,-2 0,1 0,-1 0,0 1,0-1,-1 1,1-1,-2 1,1 1,-1-1,1 1,-1-1,-1 1,1 1,-1-1,0 1,0 0,0 0,-1 1,1 0,-1 0,0 0,-1 0,2 1,0 0,0 0,-1 1,1-1,0 1,0 0,-1 1,1 0,-1 0,1 0,0 1,-1 0,1 0,0 0,0 1,0 0,0 0,0 1,0 0,0 0,1 0,0 1,-1-1,1 1,1 0,-1 1,0-1,1 1,-3 4,-11 26,7-2</inkml:trace>
  <inkml:trace contextRef="#ctx0" brushRef="#br0" timeOffset="6812.324">5762 2134,'-14'-11,"0"1,-1 1,-1 1,1 0,-1 1,-1 0,1 1,-1 1,-3 0,12 3,-1 1,1 0,0 0,0 0,-1 1,1 0,0 1,-1-1,1 2,0-1,0 1,0 1,0-1,0 1,1 1,-1-1,1 1,0 1,0-1,-1 2,5-3,-1-1,1 1,-1 1,1-1,0 0,1 1,-1 0,1 0,-1 0,1 0,0 0,0 0,1 0,0 0,-1 1,1-1,0 1,1-1,-1 1,1-1,0 1,0-1,1 1,-1-1,1 1,0-1,0 1,1-1,-1 0,1 0,0 1,0-1,0 0,0-1,1 1,0 0,0-1,0 1,0-1,0 0,1 0,-1 0,1-1,0 1,0-1,1 1,6 1,0 0,0-1,0 0,0-1,1 0,-1 0,1-2,0 1,-1-1,1-1,0 0,-1-1,0 0,1-1,-1 0,0 0,0-2,0 1,-1-1,0-1,0 0,0 0,0-1,-1 0,0-1,-1 0,6-6,4-16,-22 37,0 0,0 0,0 1,1-1,0 1,1-1,0 1,0 0,0 0,1 0,0 0,1 0,0 4,0-9,-1-1,1 0,0 0,0 0,0 0,0 0,0 0,0 0,1 0,-1 0,1 0,-1 0,1 0,0 0,0 0,0 0,0 0,0-1,0 1,0 0,1-1,-1 1,0-1,1 1,0-1,-1 0,1 1,0-1,-1 0,1 0,0 0,0-1,0 1,0 0,0-1,0 1,0-1,0 0,0 1,0-1,1 0,-1 0,0-1,0 1,0 0,2-1,5-5,1 0,-1 0,-1-1,1 0,-1-1,-1 0,1 0,-1-1,-1 1,1-2,-1 1,-1-1,0 1,0-1,-1-1,-1 1,3-10,41-125,-47 143,1-1,-1 1,1 0,0-1,0 1,0 0,0 0,0 0,1 0,-1 0,0 0,1 0,0 0,-1 0,1 1,0-1,0 1,0-1,0 1,0 0,0 0,1 0,-1 0,0 0,1 0,-1 0,0 1,1 0,-1-1,1 1,-1 0,0 0,1 0,-1 0,1 1,-1-1,1 1,-1-1,0 1,0 0,1 0,122 65,-119-63,0 0,0 0,-1 0,1 1,-1 0,0 0,0 1,-1-1,1 1,-1 0,0 0,0 0,0 1,-1 0,0-1,0 1,0 0,-1 1,1 3,7 43,-11-46,1-1,0 1,1-1,0 1,-1-1,2 0,-1 1,1-1,0 0,0 0,1 0,0 0,0 0,0-1,1 1,0-1,0 0,0 0,1 0,-1-1,1 1,0-1,0 0,1-1,-1 1,1-1,0 0,2 0,0-2,0 0,0 0,0-1,-1 0,1 0,0-1,0 0,0-1,-1 1,1-1,-1-1,1 0,-1 0,0 0,0-1,0 0,-1 0,6-5,0 0,0-1,-1-1,0 1,-1-2,0 1,-1-2,0 1,-1-1,2-5,-6 10,0 0,0 0,0 0,-1 0,0 0,-1-1,0 0,0 1,-1-1,0 0,-1 0,0 1,0-1,-1 0,0 0,0-1,-1 9,1-1,0 0,-1 0,1 1,-1-1,0 0,0 1,1 0,-1-1,0 1,0 0,0 0,0 0,0 0,-1 0,1 1,0-1,0 1,-1-1,1 1,0 0,0 0,-1 0,1 0,0 0,0 1,-1-1,1 1,0-1,0 1,0 0,-1 0,1 0,0 0,0 0,1 0,-1 1,0-1,0 1,0-1,1 1,-1 0,1-1,0 1,-1 1,-4 1,1 1,-1 0,1 0,0 0,1 0,0 1,-1 0,2 0,-1 0,1 0,0 0,0 1,1 0,-1-1,2 1,-1 0,1 0,0 0,0 0,1 0,0 0,0 0,1 0,0 0,0 0,0 0,1 0,0 0,1 0,-1-1,1 1,1-1,-1 0,1 0,1 1,8 3,1-1,0-1,0 0,1-1,0-1,0 0,0-1,1 0,0-1,0-1,0-1,0 0,0-1,1-1,47 4</inkml:trace>
  <inkml:trace contextRef="#ctx0" brushRef="#br0" timeOffset="7184.331">7099 2254,'1'-5,"0"1,-1 0,0-1,0 1,0-1,-1 1,0-1,1 1,-1 0,-1-1,1 1,-1 0,0 0,1 0,-2 0,1 0,0 1,-1-1,0 1,0-1,0 1,0 0,0 0,-1 0,1 1,-1-1,0 1,0 0,-3-2,0 3,0-1,-1 2,1-1,0 1,-1 0,1 0,0 1,-1 0,1 0,0 1,0 0,0 0,0 0,0 1,0 0,1 1,0 0,-1 0,1 0,1 0,-1 1,1 0,-1 0,1 1,1-1,-1 1,1 0,0 1,0-1,1 1,0-1,0 1,1 0,-1 3,2-6,1-1,0 0,0 1,0-1,1 1,-1-1,1 1,0-1,0 0,0 1,0-1,0 0,1 0,0 0,-1 0,1 0,0 0,0 0,1-1,-1 1,1-1,-1 1,1-1,0 0,0 0,0 0,0-1,0 1,0-1,0 1,0-1,1 0,2 0,3 2,0-1,0-1,0 1,0-1,0-1,0 0,0 0,0-1,0 0,0 0,0-1,5-2,-8 2,-1 0,0 0,0-1,0 1,0-1,0 0,-1 0,1-1,-1 0,0 1,0-2,0 1,-1 0,1-1,-1 1,0-1,0 0,-1 0,0 0,1 0,-2-1,1 1,-1-1,1 1,-2-1,1 1,0-6,-1 10,0 0,-1 0,1-1,0 1,0 0,-1 0,1 0,0 0,-1 0,1 0,-1 0,1 1,-1-1,0 0,1 0,-1 0,0 0,0 1,1-1,-1 0,0 1,0-1,0 1,0-1,0 1,0-1,0 1,0-1,0 1,0 0,0 0,0 0,0 0,0-1,0 1,-1 1,1-1,0 0,0 0,0 0,0 0,0 1,0-1,0 1,0-1,0 0,0 1,0 0,0-1,1 1,-1 0,0-1,0 1,0 0,1 0,-1-1,1 1,-1 0,0 0,1 0,-1 0,1 0,0 0,-1 0,1 0,0 0,0 0,-1 1,0 1,0 0,-1 0,1-1,0 1,1 0,-1 0,0 0,1 0,0 0,-1 0,1 0,0 1,1-1,-1 0,1 0,-1 0,1 0,0-1,0 1,0 0,0 0,1 0,-1-1,1 1,-1 0,1-1,0 0,0 1,1 0,74 50,-24-30</inkml:trace>
  <inkml:trace contextRef="#ctx0" brushRef="#br0" timeOffset="7587.912">8410 2106,'-8'19,"0"0,2 0,0 1,2 0,0 0,1 0,-1 18,4-28,0 0,1-1,-1 1,2 0,-1-1,2 0,-1 1,1-1,0 0,1 0,0 0,1-1,0 0,0 1,0-2,1 1,4 3,-2-3,1 0,0-1,0 0,1-1,0 0,0-1,0 0,1 0,0-1,0 0,0-1,0 0,0-1,0 0,9-1,-12 0,0-1,-1 0,1 0,0-1,-1 0,1-1,-1 0,1 0,-1 0,0-1,0 0,0 0,0-1,-1 0,1 0,-1-1,0 1,0-1,-1-1,1 1,-1-1,-1 0,5-6,-3 2,-1 0,0 0,-1-1,0 0,-1 1,0-1,0-1,-2 1,1 0,-1-1,-1 1,0 0,0-1,-1 1,-1 0,0-3,0 8,1-1,-1 1,0 0,0 0,-1-1,0 1,0 1,0-1,-1 0,0 1,0 0,0 0,-1 0,1 0,-1 1,0 0,-1 0,1 0,-1 0,0 1,0 0,0 0,0 1,0 0,0 0,-1 0,1 1,-1 0,-11 0,0 1,0 1,0 1,1 1,-1 0,1 1,0 1,0 1,0 0,1 1,0 1,-8 5,-24 12</inkml:trace>
  <inkml:trace contextRef="#ctx0" brushRef="#br0" timeOffset="7823.806">8209 1599,'-14'2,"-4"8,1 11,8 14,12 9,14 7,15 1,12-1,8-5,-5-10</inkml:trace>
  <inkml:trace contextRef="#ctx0" brushRef="#br0" timeOffset="8086.615">8891 1559,'0'4,"4"11,7 17,8 16,5 13,3 11,-3-7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03.10.2024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610.png"/><Relationship Id="rId18" Type="http://schemas.openxmlformats.org/officeDocument/2006/relationships/image" Target="../media/image810.png"/><Relationship Id="rId3" Type="http://schemas.openxmlformats.org/officeDocument/2006/relationships/image" Target="../media/image1100.png"/><Relationship Id="rId21" Type="http://schemas.openxmlformats.org/officeDocument/2006/relationships/customXml" Target="../ink/ink44.xml"/><Relationship Id="rId7" Type="http://schemas.openxmlformats.org/officeDocument/2006/relationships/image" Target="../media/image3100.png"/><Relationship Id="rId12" Type="http://schemas.openxmlformats.org/officeDocument/2006/relationships/customXml" Target="../ink/ink39.xml"/><Relationship Id="rId17" Type="http://schemas.openxmlformats.org/officeDocument/2006/relationships/customXml" Target="../ink/ink42.xml"/><Relationship Id="rId2" Type="http://schemas.openxmlformats.org/officeDocument/2006/relationships/customXml" Target="../ink/ink34.xml"/><Relationship Id="rId16" Type="http://schemas.openxmlformats.org/officeDocument/2006/relationships/customXml" Target="../ink/ink41.xml"/><Relationship Id="rId20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.xml"/><Relationship Id="rId11" Type="http://schemas.openxmlformats.org/officeDocument/2006/relationships/image" Target="../media/image539.png"/><Relationship Id="rId5" Type="http://schemas.openxmlformats.org/officeDocument/2006/relationships/image" Target="../media/image2100.png"/><Relationship Id="rId15" Type="http://schemas.openxmlformats.org/officeDocument/2006/relationships/image" Target="../media/image710.png"/><Relationship Id="rId10" Type="http://schemas.openxmlformats.org/officeDocument/2006/relationships/customXml" Target="../ink/ink38.xml"/><Relationship Id="rId19" Type="http://schemas.openxmlformats.org/officeDocument/2006/relationships/customXml" Target="../ink/ink43.xml"/><Relationship Id="rId4" Type="http://schemas.openxmlformats.org/officeDocument/2006/relationships/customXml" Target="../ink/ink35.xml"/><Relationship Id="rId9" Type="http://schemas.openxmlformats.org/officeDocument/2006/relationships/image" Target="../media/image4100.png"/><Relationship Id="rId14" Type="http://schemas.openxmlformats.org/officeDocument/2006/relationships/customXml" Target="../ink/ink40.xml"/><Relationship Id="rId22" Type="http://schemas.openxmlformats.org/officeDocument/2006/relationships/image" Target="../media/image101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.xml"/><Relationship Id="rId18" Type="http://schemas.openxmlformats.org/officeDocument/2006/relationships/image" Target="../media/image1411.png"/><Relationship Id="rId26" Type="http://schemas.openxmlformats.org/officeDocument/2006/relationships/image" Target="../media/image1810.png"/><Relationship Id="rId39" Type="http://schemas.openxmlformats.org/officeDocument/2006/relationships/customXml" Target="../ink/ink64.xml"/><Relationship Id="rId21" Type="http://schemas.openxmlformats.org/officeDocument/2006/relationships/customXml" Target="../ink/ink55.xml"/><Relationship Id="rId34" Type="http://schemas.openxmlformats.org/officeDocument/2006/relationships/image" Target="../media/image2210.png"/><Relationship Id="rId42" Type="http://schemas.openxmlformats.org/officeDocument/2006/relationships/image" Target="../media/image2610.png"/><Relationship Id="rId47" Type="http://schemas.openxmlformats.org/officeDocument/2006/relationships/customXml" Target="../ink/ink68.xml"/><Relationship Id="rId50" Type="http://schemas.openxmlformats.org/officeDocument/2006/relationships/image" Target="../media/image3010.png"/><Relationship Id="rId55" Type="http://schemas.openxmlformats.org/officeDocument/2006/relationships/customXml" Target="../ink/ink72.xml"/><Relationship Id="rId7" Type="http://schemas.openxmlformats.org/officeDocument/2006/relationships/image" Target="../media/image3100.png"/><Relationship Id="rId2" Type="http://schemas.openxmlformats.org/officeDocument/2006/relationships/customXml" Target="../ink/ink45.xml"/><Relationship Id="rId16" Type="http://schemas.openxmlformats.org/officeDocument/2006/relationships/image" Target="../media/image1310.png"/><Relationship Id="rId29" Type="http://schemas.openxmlformats.org/officeDocument/2006/relationships/customXml" Target="../ink/ink59.xml"/><Relationship Id="rId11" Type="http://schemas.openxmlformats.org/officeDocument/2006/relationships/customXml" Target="../ink/ink50.xml"/><Relationship Id="rId24" Type="http://schemas.openxmlformats.org/officeDocument/2006/relationships/image" Target="../media/image1710.png"/><Relationship Id="rId32" Type="http://schemas.openxmlformats.org/officeDocument/2006/relationships/image" Target="../media/image2110.png"/><Relationship Id="rId37" Type="http://schemas.openxmlformats.org/officeDocument/2006/relationships/customXml" Target="../ink/ink63.xml"/><Relationship Id="rId40" Type="http://schemas.openxmlformats.org/officeDocument/2006/relationships/image" Target="../media/image2510.png"/><Relationship Id="rId45" Type="http://schemas.openxmlformats.org/officeDocument/2006/relationships/customXml" Target="../ink/ink67.xml"/><Relationship Id="rId53" Type="http://schemas.openxmlformats.org/officeDocument/2006/relationships/customXml" Target="../ink/ink71.xml"/><Relationship Id="rId58" Type="http://schemas.openxmlformats.org/officeDocument/2006/relationships/image" Target="../media/image3410.png"/><Relationship Id="rId5" Type="http://schemas.openxmlformats.org/officeDocument/2006/relationships/image" Target="../media/image2100.png"/><Relationship Id="rId19" Type="http://schemas.openxmlformats.org/officeDocument/2006/relationships/customXml" Target="../ink/ink54.xml"/><Relationship Id="rId4" Type="http://schemas.openxmlformats.org/officeDocument/2006/relationships/customXml" Target="../ink/ink46.xml"/><Relationship Id="rId9" Type="http://schemas.openxmlformats.org/officeDocument/2006/relationships/image" Target="../media/image539.png"/><Relationship Id="rId14" Type="http://schemas.openxmlformats.org/officeDocument/2006/relationships/image" Target="../media/image1210.png"/><Relationship Id="rId22" Type="http://schemas.openxmlformats.org/officeDocument/2006/relationships/image" Target="../media/image1610.png"/><Relationship Id="rId27" Type="http://schemas.openxmlformats.org/officeDocument/2006/relationships/customXml" Target="../ink/ink58.xml"/><Relationship Id="rId30" Type="http://schemas.openxmlformats.org/officeDocument/2006/relationships/image" Target="../media/image2010.png"/><Relationship Id="rId35" Type="http://schemas.openxmlformats.org/officeDocument/2006/relationships/customXml" Target="../ink/ink62.xml"/><Relationship Id="rId43" Type="http://schemas.openxmlformats.org/officeDocument/2006/relationships/customXml" Target="../ink/ink66.xml"/><Relationship Id="rId48" Type="http://schemas.openxmlformats.org/officeDocument/2006/relationships/image" Target="../media/image2910.png"/><Relationship Id="rId56" Type="http://schemas.openxmlformats.org/officeDocument/2006/relationships/image" Target="../media/image3310.png"/><Relationship Id="rId8" Type="http://schemas.openxmlformats.org/officeDocument/2006/relationships/customXml" Target="../ink/ink48.xml"/><Relationship Id="rId51" Type="http://schemas.openxmlformats.org/officeDocument/2006/relationships/customXml" Target="../ink/ink70.xml"/><Relationship Id="rId3" Type="http://schemas.openxmlformats.org/officeDocument/2006/relationships/image" Target="../media/image1100.png"/><Relationship Id="rId12" Type="http://schemas.openxmlformats.org/officeDocument/2006/relationships/image" Target="../media/image1110.png"/><Relationship Id="rId17" Type="http://schemas.openxmlformats.org/officeDocument/2006/relationships/customXml" Target="../ink/ink53.xml"/><Relationship Id="rId25" Type="http://schemas.openxmlformats.org/officeDocument/2006/relationships/customXml" Target="../ink/ink57.xml"/><Relationship Id="rId33" Type="http://schemas.openxmlformats.org/officeDocument/2006/relationships/customXml" Target="../ink/ink61.xml"/><Relationship Id="rId38" Type="http://schemas.openxmlformats.org/officeDocument/2006/relationships/image" Target="../media/image2410.png"/><Relationship Id="rId46" Type="http://schemas.openxmlformats.org/officeDocument/2006/relationships/image" Target="../media/image2810.png"/><Relationship Id="rId59" Type="http://schemas.openxmlformats.org/officeDocument/2006/relationships/customXml" Target="../ink/ink74.xml"/><Relationship Id="rId20" Type="http://schemas.openxmlformats.org/officeDocument/2006/relationships/image" Target="../media/image1510.png"/><Relationship Id="rId41" Type="http://schemas.openxmlformats.org/officeDocument/2006/relationships/customXml" Target="../ink/ink65.xml"/><Relationship Id="rId54" Type="http://schemas.openxmlformats.org/officeDocument/2006/relationships/image" Target="../media/image32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.xml"/><Relationship Id="rId15" Type="http://schemas.openxmlformats.org/officeDocument/2006/relationships/customXml" Target="../ink/ink52.xml"/><Relationship Id="rId23" Type="http://schemas.openxmlformats.org/officeDocument/2006/relationships/customXml" Target="../ink/ink56.xml"/><Relationship Id="rId28" Type="http://schemas.openxmlformats.org/officeDocument/2006/relationships/image" Target="../media/image1910.png"/><Relationship Id="rId36" Type="http://schemas.openxmlformats.org/officeDocument/2006/relationships/image" Target="../media/image2310.png"/><Relationship Id="rId49" Type="http://schemas.openxmlformats.org/officeDocument/2006/relationships/customXml" Target="../ink/ink69.xml"/><Relationship Id="rId57" Type="http://schemas.openxmlformats.org/officeDocument/2006/relationships/customXml" Target="../ink/ink73.xml"/><Relationship Id="rId10" Type="http://schemas.openxmlformats.org/officeDocument/2006/relationships/customXml" Target="../ink/ink49.xml"/><Relationship Id="rId31" Type="http://schemas.openxmlformats.org/officeDocument/2006/relationships/customXml" Target="../ink/ink60.xml"/><Relationship Id="rId44" Type="http://schemas.openxmlformats.org/officeDocument/2006/relationships/image" Target="../media/image2710.png"/><Relationship Id="rId52" Type="http://schemas.openxmlformats.org/officeDocument/2006/relationships/image" Target="../media/image3110.png"/><Relationship Id="rId60" Type="http://schemas.openxmlformats.org/officeDocument/2006/relationships/image" Target="../media/image351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7.xml"/><Relationship Id="rId21" Type="http://schemas.openxmlformats.org/officeDocument/2006/relationships/image" Target="../media/image4210.png"/><Relationship Id="rId34" Type="http://schemas.openxmlformats.org/officeDocument/2006/relationships/customXml" Target="../ink/ink91.xml"/><Relationship Id="rId42" Type="http://schemas.openxmlformats.org/officeDocument/2006/relationships/customXml" Target="../ink/ink95.xml"/><Relationship Id="rId47" Type="http://schemas.openxmlformats.org/officeDocument/2006/relationships/image" Target="../media/image55.png"/><Relationship Id="rId50" Type="http://schemas.openxmlformats.org/officeDocument/2006/relationships/customXml" Target="../ink/ink99.xml"/><Relationship Id="rId55" Type="http://schemas.openxmlformats.org/officeDocument/2006/relationships/image" Target="../media/image59.png"/><Relationship Id="rId63" Type="http://schemas.openxmlformats.org/officeDocument/2006/relationships/image" Target="../media/image63.png"/><Relationship Id="rId7" Type="http://schemas.openxmlformats.org/officeDocument/2006/relationships/image" Target="../media/image3100.png"/><Relationship Id="rId2" Type="http://schemas.openxmlformats.org/officeDocument/2006/relationships/customXml" Target="../ink/ink75.xml"/><Relationship Id="rId16" Type="http://schemas.openxmlformats.org/officeDocument/2006/relationships/customXml" Target="../ink/ink82.xml"/><Relationship Id="rId29" Type="http://schemas.openxmlformats.org/officeDocument/2006/relationships/image" Target="../media/image4610.png"/><Relationship Id="rId11" Type="http://schemas.openxmlformats.org/officeDocument/2006/relationships/image" Target="../media/image3710.png"/><Relationship Id="rId24" Type="http://schemas.openxmlformats.org/officeDocument/2006/relationships/customXml" Target="../ink/ink86.xml"/><Relationship Id="rId32" Type="http://schemas.openxmlformats.org/officeDocument/2006/relationships/customXml" Target="../ink/ink90.xml"/><Relationship Id="rId37" Type="http://schemas.openxmlformats.org/officeDocument/2006/relationships/image" Target="../media/image50.png"/><Relationship Id="rId40" Type="http://schemas.openxmlformats.org/officeDocument/2006/relationships/customXml" Target="../ink/ink94.xml"/><Relationship Id="rId45" Type="http://schemas.openxmlformats.org/officeDocument/2006/relationships/image" Target="../media/image54.png"/><Relationship Id="rId53" Type="http://schemas.openxmlformats.org/officeDocument/2006/relationships/image" Target="../media/image58.png"/><Relationship Id="rId58" Type="http://schemas.openxmlformats.org/officeDocument/2006/relationships/customXml" Target="../ink/ink103.xml"/><Relationship Id="rId66" Type="http://schemas.openxmlformats.org/officeDocument/2006/relationships/customXml" Target="../ink/ink107.xml"/><Relationship Id="rId5" Type="http://schemas.openxmlformats.org/officeDocument/2006/relationships/image" Target="../media/image2100.png"/><Relationship Id="rId61" Type="http://schemas.openxmlformats.org/officeDocument/2006/relationships/image" Target="../media/image62.png"/><Relationship Id="rId19" Type="http://schemas.openxmlformats.org/officeDocument/2006/relationships/image" Target="../media/image4110.png"/><Relationship Id="rId14" Type="http://schemas.openxmlformats.org/officeDocument/2006/relationships/customXml" Target="../ink/ink81.xml"/><Relationship Id="rId22" Type="http://schemas.openxmlformats.org/officeDocument/2006/relationships/customXml" Target="../ink/ink85.xml"/><Relationship Id="rId27" Type="http://schemas.openxmlformats.org/officeDocument/2006/relationships/image" Target="../media/image4510.png"/><Relationship Id="rId30" Type="http://schemas.openxmlformats.org/officeDocument/2006/relationships/customXml" Target="../ink/ink89.xml"/><Relationship Id="rId35" Type="http://schemas.openxmlformats.org/officeDocument/2006/relationships/image" Target="../media/image49.png"/><Relationship Id="rId43" Type="http://schemas.openxmlformats.org/officeDocument/2006/relationships/image" Target="../media/image53.png"/><Relationship Id="rId48" Type="http://schemas.openxmlformats.org/officeDocument/2006/relationships/customXml" Target="../ink/ink98.xml"/><Relationship Id="rId56" Type="http://schemas.openxmlformats.org/officeDocument/2006/relationships/customXml" Target="../ink/ink102.xml"/><Relationship Id="rId64" Type="http://schemas.openxmlformats.org/officeDocument/2006/relationships/customXml" Target="../ink/ink106.xml"/><Relationship Id="rId8" Type="http://schemas.openxmlformats.org/officeDocument/2006/relationships/customXml" Target="../ink/ink78.xml"/><Relationship Id="rId51" Type="http://schemas.openxmlformats.org/officeDocument/2006/relationships/image" Target="../media/image57.png"/><Relationship Id="rId3" Type="http://schemas.openxmlformats.org/officeDocument/2006/relationships/image" Target="../media/image1100.png"/><Relationship Id="rId12" Type="http://schemas.openxmlformats.org/officeDocument/2006/relationships/customXml" Target="../ink/ink80.xml"/><Relationship Id="rId17" Type="http://schemas.openxmlformats.org/officeDocument/2006/relationships/image" Target="../media/image4010.png"/><Relationship Id="rId25" Type="http://schemas.openxmlformats.org/officeDocument/2006/relationships/image" Target="../media/image4410.png"/><Relationship Id="rId33" Type="http://schemas.openxmlformats.org/officeDocument/2006/relationships/image" Target="../media/image48.png"/><Relationship Id="rId38" Type="http://schemas.openxmlformats.org/officeDocument/2006/relationships/customXml" Target="../ink/ink93.xml"/><Relationship Id="rId46" Type="http://schemas.openxmlformats.org/officeDocument/2006/relationships/customXml" Target="../ink/ink97.xml"/><Relationship Id="rId59" Type="http://schemas.openxmlformats.org/officeDocument/2006/relationships/image" Target="../media/image61.png"/><Relationship Id="rId67" Type="http://schemas.openxmlformats.org/officeDocument/2006/relationships/image" Target="../media/image65.png"/><Relationship Id="rId20" Type="http://schemas.openxmlformats.org/officeDocument/2006/relationships/customXml" Target="../ink/ink84.xml"/><Relationship Id="rId41" Type="http://schemas.openxmlformats.org/officeDocument/2006/relationships/image" Target="../media/image52.png"/><Relationship Id="rId54" Type="http://schemas.openxmlformats.org/officeDocument/2006/relationships/customXml" Target="../ink/ink101.xml"/><Relationship Id="rId62" Type="http://schemas.openxmlformats.org/officeDocument/2006/relationships/customXml" Target="../ink/ink1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.xml"/><Relationship Id="rId15" Type="http://schemas.openxmlformats.org/officeDocument/2006/relationships/image" Target="../media/image3910.png"/><Relationship Id="rId23" Type="http://schemas.openxmlformats.org/officeDocument/2006/relationships/image" Target="../media/image4310.png"/><Relationship Id="rId28" Type="http://schemas.openxmlformats.org/officeDocument/2006/relationships/customXml" Target="../ink/ink88.xml"/><Relationship Id="rId36" Type="http://schemas.openxmlformats.org/officeDocument/2006/relationships/customXml" Target="../ink/ink92.xml"/><Relationship Id="rId49" Type="http://schemas.openxmlformats.org/officeDocument/2006/relationships/image" Target="../media/image56.png"/><Relationship Id="rId57" Type="http://schemas.openxmlformats.org/officeDocument/2006/relationships/image" Target="../media/image60.png"/><Relationship Id="rId10" Type="http://schemas.openxmlformats.org/officeDocument/2006/relationships/customXml" Target="../ink/ink79.xml"/><Relationship Id="rId31" Type="http://schemas.openxmlformats.org/officeDocument/2006/relationships/image" Target="../media/image47.png"/><Relationship Id="rId44" Type="http://schemas.openxmlformats.org/officeDocument/2006/relationships/customXml" Target="../ink/ink96.xml"/><Relationship Id="rId52" Type="http://schemas.openxmlformats.org/officeDocument/2006/relationships/customXml" Target="../ink/ink100.xml"/><Relationship Id="rId60" Type="http://schemas.openxmlformats.org/officeDocument/2006/relationships/customXml" Target="../ink/ink104.xml"/><Relationship Id="rId65" Type="http://schemas.openxmlformats.org/officeDocument/2006/relationships/image" Target="../media/image64.png"/><Relationship Id="rId4" Type="http://schemas.openxmlformats.org/officeDocument/2006/relationships/customXml" Target="../ink/ink76.xml"/><Relationship Id="rId9" Type="http://schemas.openxmlformats.org/officeDocument/2006/relationships/image" Target="../media/image3610.png"/><Relationship Id="rId13" Type="http://schemas.openxmlformats.org/officeDocument/2006/relationships/image" Target="../media/image3810.png"/><Relationship Id="rId18" Type="http://schemas.openxmlformats.org/officeDocument/2006/relationships/customXml" Target="../ink/ink83.xml"/><Relationship Id="rId3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5.xml"/><Relationship Id="rId21" Type="http://schemas.openxmlformats.org/officeDocument/2006/relationships/customXml" Target="../ink/ink117.xml"/><Relationship Id="rId42" Type="http://schemas.openxmlformats.org/officeDocument/2006/relationships/image" Target="../media/image90.png"/><Relationship Id="rId63" Type="http://schemas.openxmlformats.org/officeDocument/2006/relationships/customXml" Target="../ink/ink138.xml"/><Relationship Id="rId84" Type="http://schemas.openxmlformats.org/officeDocument/2006/relationships/image" Target="../media/image111.png"/><Relationship Id="rId138" Type="http://schemas.openxmlformats.org/officeDocument/2006/relationships/image" Target="../media/image138.png"/><Relationship Id="rId107" Type="http://schemas.openxmlformats.org/officeDocument/2006/relationships/customXml" Target="../ink/ink160.xml"/><Relationship Id="rId11" Type="http://schemas.openxmlformats.org/officeDocument/2006/relationships/customXml" Target="../ink/ink112.xml"/><Relationship Id="rId32" Type="http://schemas.openxmlformats.org/officeDocument/2006/relationships/image" Target="../media/image85.png"/><Relationship Id="rId53" Type="http://schemas.openxmlformats.org/officeDocument/2006/relationships/customXml" Target="../ink/ink133.xml"/><Relationship Id="rId74" Type="http://schemas.openxmlformats.org/officeDocument/2006/relationships/image" Target="../media/image106.png"/><Relationship Id="rId128" Type="http://schemas.openxmlformats.org/officeDocument/2006/relationships/image" Target="../media/image133.png"/><Relationship Id="rId5" Type="http://schemas.openxmlformats.org/officeDocument/2006/relationships/customXml" Target="../ink/ink109.xml"/><Relationship Id="rId90" Type="http://schemas.openxmlformats.org/officeDocument/2006/relationships/image" Target="../media/image114.png"/><Relationship Id="rId95" Type="http://schemas.openxmlformats.org/officeDocument/2006/relationships/customXml" Target="../ink/ink154.xml"/><Relationship Id="rId22" Type="http://schemas.openxmlformats.org/officeDocument/2006/relationships/image" Target="../media/image80.png"/><Relationship Id="rId27" Type="http://schemas.openxmlformats.org/officeDocument/2006/relationships/customXml" Target="../ink/ink120.xml"/><Relationship Id="rId43" Type="http://schemas.openxmlformats.org/officeDocument/2006/relationships/customXml" Target="../ink/ink128.xml"/><Relationship Id="rId48" Type="http://schemas.openxmlformats.org/officeDocument/2006/relationships/image" Target="../media/image93.png"/><Relationship Id="rId64" Type="http://schemas.openxmlformats.org/officeDocument/2006/relationships/image" Target="../media/image101.png"/><Relationship Id="rId69" Type="http://schemas.openxmlformats.org/officeDocument/2006/relationships/customXml" Target="../ink/ink141.xml"/><Relationship Id="rId113" Type="http://schemas.openxmlformats.org/officeDocument/2006/relationships/customXml" Target="../ink/ink163.xml"/><Relationship Id="rId118" Type="http://schemas.openxmlformats.org/officeDocument/2006/relationships/image" Target="../media/image128.png"/><Relationship Id="rId134" Type="http://schemas.openxmlformats.org/officeDocument/2006/relationships/image" Target="../media/image136.png"/><Relationship Id="rId139" Type="http://schemas.openxmlformats.org/officeDocument/2006/relationships/customXml" Target="../ink/ink176.xml"/><Relationship Id="rId80" Type="http://schemas.openxmlformats.org/officeDocument/2006/relationships/image" Target="../media/image109.png"/><Relationship Id="rId85" Type="http://schemas.openxmlformats.org/officeDocument/2006/relationships/customXml" Target="../ink/ink149.xml"/><Relationship Id="rId12" Type="http://schemas.openxmlformats.org/officeDocument/2006/relationships/image" Target="../media/image75.png"/><Relationship Id="rId17" Type="http://schemas.openxmlformats.org/officeDocument/2006/relationships/customXml" Target="../ink/ink115.xml"/><Relationship Id="rId33" Type="http://schemas.openxmlformats.org/officeDocument/2006/relationships/customXml" Target="../ink/ink123.xml"/><Relationship Id="rId38" Type="http://schemas.openxmlformats.org/officeDocument/2006/relationships/image" Target="../media/image88.png"/><Relationship Id="rId59" Type="http://schemas.openxmlformats.org/officeDocument/2006/relationships/customXml" Target="../ink/ink136.xml"/><Relationship Id="rId103" Type="http://schemas.openxmlformats.org/officeDocument/2006/relationships/customXml" Target="../ink/ink158.xml"/><Relationship Id="rId108" Type="http://schemas.openxmlformats.org/officeDocument/2006/relationships/image" Target="../media/image123.png"/><Relationship Id="rId124" Type="http://schemas.openxmlformats.org/officeDocument/2006/relationships/image" Target="../media/image131.png"/><Relationship Id="rId129" Type="http://schemas.openxmlformats.org/officeDocument/2006/relationships/customXml" Target="../ink/ink171.xml"/><Relationship Id="rId54" Type="http://schemas.openxmlformats.org/officeDocument/2006/relationships/image" Target="../media/image96.png"/><Relationship Id="rId70" Type="http://schemas.openxmlformats.org/officeDocument/2006/relationships/image" Target="../media/image104.png"/><Relationship Id="rId75" Type="http://schemas.openxmlformats.org/officeDocument/2006/relationships/customXml" Target="../ink/ink144.xml"/><Relationship Id="rId91" Type="http://schemas.openxmlformats.org/officeDocument/2006/relationships/customXml" Target="../ink/ink152.xml"/><Relationship Id="rId96" Type="http://schemas.openxmlformats.org/officeDocument/2006/relationships/image" Target="../media/image117.png"/><Relationship Id="rId140" Type="http://schemas.openxmlformats.org/officeDocument/2006/relationships/image" Target="../media/image139.png"/><Relationship Id="rId145" Type="http://schemas.openxmlformats.org/officeDocument/2006/relationships/customXml" Target="../ink/ink17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23" Type="http://schemas.openxmlformats.org/officeDocument/2006/relationships/customXml" Target="../ink/ink118.xml"/><Relationship Id="rId28" Type="http://schemas.openxmlformats.org/officeDocument/2006/relationships/image" Target="../media/image83.png"/><Relationship Id="rId49" Type="http://schemas.openxmlformats.org/officeDocument/2006/relationships/customXml" Target="../ink/ink131.xml"/><Relationship Id="rId114" Type="http://schemas.openxmlformats.org/officeDocument/2006/relationships/image" Target="../media/image126.png"/><Relationship Id="rId119" Type="http://schemas.openxmlformats.org/officeDocument/2006/relationships/customXml" Target="../ink/ink166.xml"/><Relationship Id="rId44" Type="http://schemas.openxmlformats.org/officeDocument/2006/relationships/image" Target="../media/image91.png"/><Relationship Id="rId60" Type="http://schemas.openxmlformats.org/officeDocument/2006/relationships/image" Target="../media/image99.png"/><Relationship Id="rId65" Type="http://schemas.openxmlformats.org/officeDocument/2006/relationships/customXml" Target="../ink/ink139.xml"/><Relationship Id="rId81" Type="http://schemas.openxmlformats.org/officeDocument/2006/relationships/customXml" Target="../ink/ink147.xml"/><Relationship Id="rId86" Type="http://schemas.openxmlformats.org/officeDocument/2006/relationships/image" Target="../media/image112.png"/><Relationship Id="rId130" Type="http://schemas.openxmlformats.org/officeDocument/2006/relationships/image" Target="../media/image134.png"/><Relationship Id="rId135" Type="http://schemas.openxmlformats.org/officeDocument/2006/relationships/customXml" Target="../ink/ink174.xml"/><Relationship Id="rId13" Type="http://schemas.openxmlformats.org/officeDocument/2006/relationships/customXml" Target="../ink/ink113.xml"/><Relationship Id="rId18" Type="http://schemas.openxmlformats.org/officeDocument/2006/relationships/image" Target="../media/image78.png"/><Relationship Id="rId39" Type="http://schemas.openxmlformats.org/officeDocument/2006/relationships/customXml" Target="../ink/ink126.xml"/><Relationship Id="rId109" Type="http://schemas.openxmlformats.org/officeDocument/2006/relationships/customXml" Target="../ink/ink161.xml"/><Relationship Id="rId34" Type="http://schemas.openxmlformats.org/officeDocument/2006/relationships/image" Target="../media/image86.png"/><Relationship Id="rId50" Type="http://schemas.openxmlformats.org/officeDocument/2006/relationships/image" Target="../media/image94.png"/><Relationship Id="rId55" Type="http://schemas.openxmlformats.org/officeDocument/2006/relationships/customXml" Target="../ink/ink134.xml"/><Relationship Id="rId76" Type="http://schemas.openxmlformats.org/officeDocument/2006/relationships/image" Target="../media/image107.png"/><Relationship Id="rId97" Type="http://schemas.openxmlformats.org/officeDocument/2006/relationships/customXml" Target="../ink/ink155.xml"/><Relationship Id="rId104" Type="http://schemas.openxmlformats.org/officeDocument/2006/relationships/image" Target="../media/image121.png"/><Relationship Id="rId120" Type="http://schemas.openxmlformats.org/officeDocument/2006/relationships/image" Target="../media/image129.png"/><Relationship Id="rId125" Type="http://schemas.openxmlformats.org/officeDocument/2006/relationships/customXml" Target="../ink/ink169.xml"/><Relationship Id="rId141" Type="http://schemas.openxmlformats.org/officeDocument/2006/relationships/customXml" Target="../ink/ink177.xml"/><Relationship Id="rId146" Type="http://schemas.openxmlformats.org/officeDocument/2006/relationships/image" Target="../media/image142.png"/><Relationship Id="rId7" Type="http://schemas.openxmlformats.org/officeDocument/2006/relationships/customXml" Target="../ink/ink110.xml"/><Relationship Id="rId71" Type="http://schemas.openxmlformats.org/officeDocument/2006/relationships/customXml" Target="../ink/ink142.xml"/><Relationship Id="rId92" Type="http://schemas.openxmlformats.org/officeDocument/2006/relationships/image" Target="../media/image115.png"/><Relationship Id="rId2" Type="http://schemas.openxmlformats.org/officeDocument/2006/relationships/image" Target="../media/image70.png"/><Relationship Id="rId29" Type="http://schemas.openxmlformats.org/officeDocument/2006/relationships/customXml" Target="../ink/ink121.xml"/><Relationship Id="rId24" Type="http://schemas.openxmlformats.org/officeDocument/2006/relationships/image" Target="../media/image81.png"/><Relationship Id="rId40" Type="http://schemas.openxmlformats.org/officeDocument/2006/relationships/image" Target="../media/image89.png"/><Relationship Id="rId45" Type="http://schemas.openxmlformats.org/officeDocument/2006/relationships/customXml" Target="../ink/ink129.xml"/><Relationship Id="rId66" Type="http://schemas.openxmlformats.org/officeDocument/2006/relationships/image" Target="../media/image102.png"/><Relationship Id="rId87" Type="http://schemas.openxmlformats.org/officeDocument/2006/relationships/customXml" Target="../ink/ink150.xml"/><Relationship Id="rId110" Type="http://schemas.openxmlformats.org/officeDocument/2006/relationships/image" Target="../media/image124.png"/><Relationship Id="rId115" Type="http://schemas.openxmlformats.org/officeDocument/2006/relationships/customXml" Target="../ink/ink164.xml"/><Relationship Id="rId131" Type="http://schemas.openxmlformats.org/officeDocument/2006/relationships/customXml" Target="../ink/ink172.xml"/><Relationship Id="rId136" Type="http://schemas.openxmlformats.org/officeDocument/2006/relationships/image" Target="../media/image137.png"/><Relationship Id="rId61" Type="http://schemas.openxmlformats.org/officeDocument/2006/relationships/customXml" Target="../ink/ink137.xml"/><Relationship Id="rId82" Type="http://schemas.openxmlformats.org/officeDocument/2006/relationships/image" Target="../media/image110.png"/><Relationship Id="rId19" Type="http://schemas.openxmlformats.org/officeDocument/2006/relationships/customXml" Target="../ink/ink116.xml"/><Relationship Id="rId14" Type="http://schemas.openxmlformats.org/officeDocument/2006/relationships/image" Target="../media/image76.png"/><Relationship Id="rId30" Type="http://schemas.openxmlformats.org/officeDocument/2006/relationships/image" Target="../media/image84.png"/><Relationship Id="rId35" Type="http://schemas.openxmlformats.org/officeDocument/2006/relationships/customXml" Target="../ink/ink124.xml"/><Relationship Id="rId56" Type="http://schemas.openxmlformats.org/officeDocument/2006/relationships/image" Target="../media/image97.png"/><Relationship Id="rId77" Type="http://schemas.openxmlformats.org/officeDocument/2006/relationships/customXml" Target="../ink/ink145.xml"/><Relationship Id="rId100" Type="http://schemas.openxmlformats.org/officeDocument/2006/relationships/image" Target="../media/image119.png"/><Relationship Id="rId105" Type="http://schemas.openxmlformats.org/officeDocument/2006/relationships/customXml" Target="../ink/ink159.xml"/><Relationship Id="rId126" Type="http://schemas.openxmlformats.org/officeDocument/2006/relationships/image" Target="../media/image132.png"/><Relationship Id="rId8" Type="http://schemas.openxmlformats.org/officeDocument/2006/relationships/image" Target="../media/image73.png"/><Relationship Id="rId51" Type="http://schemas.openxmlformats.org/officeDocument/2006/relationships/customXml" Target="../ink/ink132.xml"/><Relationship Id="rId72" Type="http://schemas.openxmlformats.org/officeDocument/2006/relationships/image" Target="../media/image105.png"/><Relationship Id="rId93" Type="http://schemas.openxmlformats.org/officeDocument/2006/relationships/customXml" Target="../ink/ink153.xml"/><Relationship Id="rId98" Type="http://schemas.openxmlformats.org/officeDocument/2006/relationships/image" Target="../media/image118.png"/><Relationship Id="rId121" Type="http://schemas.openxmlformats.org/officeDocument/2006/relationships/customXml" Target="../ink/ink167.xml"/><Relationship Id="rId142" Type="http://schemas.openxmlformats.org/officeDocument/2006/relationships/image" Target="../media/image140.png"/><Relationship Id="rId3" Type="http://schemas.openxmlformats.org/officeDocument/2006/relationships/customXml" Target="../ink/ink108.xml"/><Relationship Id="rId25" Type="http://schemas.openxmlformats.org/officeDocument/2006/relationships/customXml" Target="../ink/ink119.xml"/><Relationship Id="rId46" Type="http://schemas.openxmlformats.org/officeDocument/2006/relationships/image" Target="../media/image92.png"/><Relationship Id="rId67" Type="http://schemas.openxmlformats.org/officeDocument/2006/relationships/customXml" Target="../ink/ink140.xml"/><Relationship Id="rId116" Type="http://schemas.openxmlformats.org/officeDocument/2006/relationships/image" Target="../media/image127.png"/><Relationship Id="rId137" Type="http://schemas.openxmlformats.org/officeDocument/2006/relationships/customXml" Target="../ink/ink175.xml"/><Relationship Id="rId20" Type="http://schemas.openxmlformats.org/officeDocument/2006/relationships/image" Target="../media/image79.png"/><Relationship Id="rId41" Type="http://schemas.openxmlformats.org/officeDocument/2006/relationships/customXml" Target="../ink/ink127.xml"/><Relationship Id="rId62" Type="http://schemas.openxmlformats.org/officeDocument/2006/relationships/image" Target="../media/image100.png"/><Relationship Id="rId83" Type="http://schemas.openxmlformats.org/officeDocument/2006/relationships/customXml" Target="../ink/ink148.xml"/><Relationship Id="rId88" Type="http://schemas.openxmlformats.org/officeDocument/2006/relationships/image" Target="../media/image113.png"/><Relationship Id="rId111" Type="http://schemas.openxmlformats.org/officeDocument/2006/relationships/customXml" Target="../ink/ink162.xml"/><Relationship Id="rId132" Type="http://schemas.openxmlformats.org/officeDocument/2006/relationships/image" Target="../media/image135.png"/><Relationship Id="rId15" Type="http://schemas.openxmlformats.org/officeDocument/2006/relationships/customXml" Target="../ink/ink114.xml"/><Relationship Id="rId36" Type="http://schemas.openxmlformats.org/officeDocument/2006/relationships/image" Target="../media/image87.png"/><Relationship Id="rId57" Type="http://schemas.openxmlformats.org/officeDocument/2006/relationships/customXml" Target="../ink/ink135.xml"/><Relationship Id="rId106" Type="http://schemas.openxmlformats.org/officeDocument/2006/relationships/image" Target="../media/image122.png"/><Relationship Id="rId127" Type="http://schemas.openxmlformats.org/officeDocument/2006/relationships/customXml" Target="../ink/ink170.xml"/><Relationship Id="rId10" Type="http://schemas.openxmlformats.org/officeDocument/2006/relationships/image" Target="../media/image74.png"/><Relationship Id="rId31" Type="http://schemas.openxmlformats.org/officeDocument/2006/relationships/customXml" Target="../ink/ink122.xml"/><Relationship Id="rId52" Type="http://schemas.openxmlformats.org/officeDocument/2006/relationships/image" Target="../media/image95.png"/><Relationship Id="rId73" Type="http://schemas.openxmlformats.org/officeDocument/2006/relationships/customXml" Target="../ink/ink143.xml"/><Relationship Id="rId78" Type="http://schemas.openxmlformats.org/officeDocument/2006/relationships/image" Target="../media/image108.png"/><Relationship Id="rId94" Type="http://schemas.openxmlformats.org/officeDocument/2006/relationships/image" Target="../media/image116.png"/><Relationship Id="rId99" Type="http://schemas.openxmlformats.org/officeDocument/2006/relationships/customXml" Target="../ink/ink156.xml"/><Relationship Id="rId101" Type="http://schemas.openxmlformats.org/officeDocument/2006/relationships/customXml" Target="../ink/ink157.xml"/><Relationship Id="rId122" Type="http://schemas.openxmlformats.org/officeDocument/2006/relationships/image" Target="../media/image130.png"/><Relationship Id="rId143" Type="http://schemas.openxmlformats.org/officeDocument/2006/relationships/customXml" Target="../ink/ink178.xml"/><Relationship Id="rId4" Type="http://schemas.openxmlformats.org/officeDocument/2006/relationships/image" Target="../media/image71.png"/><Relationship Id="rId9" Type="http://schemas.openxmlformats.org/officeDocument/2006/relationships/customXml" Target="../ink/ink111.xml"/><Relationship Id="rId26" Type="http://schemas.openxmlformats.org/officeDocument/2006/relationships/image" Target="../media/image82.png"/><Relationship Id="rId47" Type="http://schemas.openxmlformats.org/officeDocument/2006/relationships/customXml" Target="../ink/ink130.xml"/><Relationship Id="rId68" Type="http://schemas.openxmlformats.org/officeDocument/2006/relationships/image" Target="../media/image103.png"/><Relationship Id="rId89" Type="http://schemas.openxmlformats.org/officeDocument/2006/relationships/customXml" Target="../ink/ink151.xml"/><Relationship Id="rId112" Type="http://schemas.openxmlformats.org/officeDocument/2006/relationships/image" Target="../media/image125.png"/><Relationship Id="rId133" Type="http://schemas.openxmlformats.org/officeDocument/2006/relationships/customXml" Target="../ink/ink173.xml"/><Relationship Id="rId16" Type="http://schemas.openxmlformats.org/officeDocument/2006/relationships/image" Target="../media/image77.png"/><Relationship Id="rId37" Type="http://schemas.openxmlformats.org/officeDocument/2006/relationships/customXml" Target="../ink/ink125.xml"/><Relationship Id="rId58" Type="http://schemas.openxmlformats.org/officeDocument/2006/relationships/image" Target="../media/image98.png"/><Relationship Id="rId79" Type="http://schemas.openxmlformats.org/officeDocument/2006/relationships/customXml" Target="../ink/ink146.xml"/><Relationship Id="rId102" Type="http://schemas.openxmlformats.org/officeDocument/2006/relationships/image" Target="../media/image120.png"/><Relationship Id="rId123" Type="http://schemas.openxmlformats.org/officeDocument/2006/relationships/customXml" Target="../ink/ink168.xml"/><Relationship Id="rId144" Type="http://schemas.openxmlformats.org/officeDocument/2006/relationships/image" Target="../media/image1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0.png"/><Relationship Id="rId3" Type="http://schemas.openxmlformats.org/officeDocument/2006/relationships/customXml" Target="../ink/ink180.xml"/><Relationship Id="rId7" Type="http://schemas.openxmlformats.org/officeDocument/2006/relationships/customXml" Target="../ink/ink182.xml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0.png"/><Relationship Id="rId5" Type="http://schemas.openxmlformats.org/officeDocument/2006/relationships/customXml" Target="../ink/ink181.xml"/><Relationship Id="rId10" Type="http://schemas.openxmlformats.org/officeDocument/2006/relationships/image" Target="../media/image1430.png"/><Relationship Id="rId4" Type="http://schemas.openxmlformats.org/officeDocument/2006/relationships/image" Target="../media/image1400.png"/><Relationship Id="rId9" Type="http://schemas.openxmlformats.org/officeDocument/2006/relationships/customXml" Target="../ink/ink18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customXml" Target="../ink/ink188.xml"/><Relationship Id="rId18" Type="http://schemas.openxmlformats.org/officeDocument/2006/relationships/image" Target="../media/image152.png"/><Relationship Id="rId26" Type="http://schemas.openxmlformats.org/officeDocument/2006/relationships/image" Target="../media/image156.png"/><Relationship Id="rId3" Type="http://schemas.openxmlformats.org/officeDocument/2006/relationships/image" Target="../media/image144.png"/><Relationship Id="rId21" Type="http://schemas.openxmlformats.org/officeDocument/2006/relationships/customXml" Target="../ink/ink192.xml"/><Relationship Id="rId7" Type="http://schemas.openxmlformats.org/officeDocument/2006/relationships/customXml" Target="../ink/ink185.xml"/><Relationship Id="rId12" Type="http://schemas.openxmlformats.org/officeDocument/2006/relationships/image" Target="../media/image149.png"/><Relationship Id="rId17" Type="http://schemas.openxmlformats.org/officeDocument/2006/relationships/customXml" Target="../ink/ink190.xml"/><Relationship Id="rId25" Type="http://schemas.openxmlformats.org/officeDocument/2006/relationships/customXml" Target="../ink/ink194.xml"/><Relationship Id="rId2" Type="http://schemas.openxmlformats.org/officeDocument/2006/relationships/image" Target="../media/image143.png"/><Relationship Id="rId16" Type="http://schemas.openxmlformats.org/officeDocument/2006/relationships/image" Target="../media/image151.png"/><Relationship Id="rId20" Type="http://schemas.openxmlformats.org/officeDocument/2006/relationships/image" Target="../media/image153.png"/><Relationship Id="rId29" Type="http://schemas.openxmlformats.org/officeDocument/2006/relationships/customXml" Target="../ink/ink19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customXml" Target="../ink/ink187.xml"/><Relationship Id="rId24" Type="http://schemas.openxmlformats.org/officeDocument/2006/relationships/image" Target="../media/image155.png"/><Relationship Id="rId32" Type="http://schemas.openxmlformats.org/officeDocument/2006/relationships/image" Target="../media/image159.png"/><Relationship Id="rId5" Type="http://schemas.openxmlformats.org/officeDocument/2006/relationships/customXml" Target="../ink/ink184.xml"/><Relationship Id="rId15" Type="http://schemas.openxmlformats.org/officeDocument/2006/relationships/customXml" Target="../ink/ink189.xml"/><Relationship Id="rId23" Type="http://schemas.openxmlformats.org/officeDocument/2006/relationships/customXml" Target="../ink/ink193.xml"/><Relationship Id="rId28" Type="http://schemas.openxmlformats.org/officeDocument/2006/relationships/image" Target="../media/image157.png"/><Relationship Id="rId10" Type="http://schemas.openxmlformats.org/officeDocument/2006/relationships/image" Target="../media/image148.png"/><Relationship Id="rId19" Type="http://schemas.openxmlformats.org/officeDocument/2006/relationships/customXml" Target="../ink/ink191.xml"/><Relationship Id="rId31" Type="http://schemas.openxmlformats.org/officeDocument/2006/relationships/customXml" Target="../ink/ink197.xml"/><Relationship Id="rId4" Type="http://schemas.openxmlformats.org/officeDocument/2006/relationships/image" Target="../media/image145.png"/><Relationship Id="rId9" Type="http://schemas.openxmlformats.org/officeDocument/2006/relationships/customXml" Target="../ink/ink186.xml"/><Relationship Id="rId14" Type="http://schemas.openxmlformats.org/officeDocument/2006/relationships/image" Target="../media/image150.png"/><Relationship Id="rId22" Type="http://schemas.openxmlformats.org/officeDocument/2006/relationships/image" Target="../media/image154.png"/><Relationship Id="rId27" Type="http://schemas.openxmlformats.org/officeDocument/2006/relationships/customXml" Target="../ink/ink195.xml"/><Relationship Id="rId30" Type="http://schemas.openxmlformats.org/officeDocument/2006/relationships/image" Target="../media/image15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5.png"/><Relationship Id="rId21" Type="http://schemas.openxmlformats.org/officeDocument/2006/relationships/customXml" Target="../ink/ink207.xml"/><Relationship Id="rId34" Type="http://schemas.openxmlformats.org/officeDocument/2006/relationships/image" Target="../media/image179.png"/><Relationship Id="rId42" Type="http://schemas.openxmlformats.org/officeDocument/2006/relationships/image" Target="../media/image183.png"/><Relationship Id="rId47" Type="http://schemas.openxmlformats.org/officeDocument/2006/relationships/customXml" Target="../ink/ink220.xml"/><Relationship Id="rId50" Type="http://schemas.openxmlformats.org/officeDocument/2006/relationships/image" Target="../media/image187.png"/><Relationship Id="rId55" Type="http://schemas.openxmlformats.org/officeDocument/2006/relationships/customXml" Target="../ink/ink224.xml"/><Relationship Id="rId63" Type="http://schemas.openxmlformats.org/officeDocument/2006/relationships/customXml" Target="../ink/ink228.xml"/><Relationship Id="rId7" Type="http://schemas.openxmlformats.org/officeDocument/2006/relationships/customXml" Target="../ink/ink200.xml"/><Relationship Id="rId2" Type="http://schemas.openxmlformats.org/officeDocument/2006/relationships/image" Target="../media/image70.png"/><Relationship Id="rId16" Type="http://schemas.openxmlformats.org/officeDocument/2006/relationships/image" Target="../media/image170.png"/><Relationship Id="rId29" Type="http://schemas.openxmlformats.org/officeDocument/2006/relationships/customXml" Target="../ink/ink211.xml"/><Relationship Id="rId11" Type="http://schemas.openxmlformats.org/officeDocument/2006/relationships/customXml" Target="../ink/ink202.xml"/><Relationship Id="rId24" Type="http://schemas.openxmlformats.org/officeDocument/2006/relationships/image" Target="../media/image174.png"/><Relationship Id="rId32" Type="http://schemas.openxmlformats.org/officeDocument/2006/relationships/image" Target="../media/image178.png"/><Relationship Id="rId37" Type="http://schemas.openxmlformats.org/officeDocument/2006/relationships/customXml" Target="../ink/ink215.xml"/><Relationship Id="rId40" Type="http://schemas.openxmlformats.org/officeDocument/2006/relationships/image" Target="../media/image182.png"/><Relationship Id="rId45" Type="http://schemas.openxmlformats.org/officeDocument/2006/relationships/customXml" Target="../ink/ink219.xml"/><Relationship Id="rId53" Type="http://schemas.openxmlformats.org/officeDocument/2006/relationships/customXml" Target="../ink/ink223.xml"/><Relationship Id="rId58" Type="http://schemas.openxmlformats.org/officeDocument/2006/relationships/image" Target="../media/image191.png"/><Relationship Id="rId66" Type="http://schemas.openxmlformats.org/officeDocument/2006/relationships/image" Target="../media/image195.png"/><Relationship Id="rId5" Type="http://schemas.openxmlformats.org/officeDocument/2006/relationships/customXml" Target="../ink/ink199.xml"/><Relationship Id="rId61" Type="http://schemas.openxmlformats.org/officeDocument/2006/relationships/customXml" Target="../ink/ink227.xml"/><Relationship Id="rId19" Type="http://schemas.openxmlformats.org/officeDocument/2006/relationships/customXml" Target="../ink/ink206.xml"/><Relationship Id="rId14" Type="http://schemas.openxmlformats.org/officeDocument/2006/relationships/image" Target="../media/image169.png"/><Relationship Id="rId22" Type="http://schemas.openxmlformats.org/officeDocument/2006/relationships/image" Target="../media/image173.png"/><Relationship Id="rId27" Type="http://schemas.openxmlformats.org/officeDocument/2006/relationships/customXml" Target="../ink/ink210.xml"/><Relationship Id="rId30" Type="http://schemas.openxmlformats.org/officeDocument/2006/relationships/image" Target="../media/image177.png"/><Relationship Id="rId35" Type="http://schemas.openxmlformats.org/officeDocument/2006/relationships/customXml" Target="../ink/ink214.xml"/><Relationship Id="rId43" Type="http://schemas.openxmlformats.org/officeDocument/2006/relationships/customXml" Target="../ink/ink218.xml"/><Relationship Id="rId48" Type="http://schemas.openxmlformats.org/officeDocument/2006/relationships/image" Target="../media/image186.png"/><Relationship Id="rId56" Type="http://schemas.openxmlformats.org/officeDocument/2006/relationships/image" Target="../media/image190.png"/><Relationship Id="rId64" Type="http://schemas.openxmlformats.org/officeDocument/2006/relationships/image" Target="../media/image194.png"/><Relationship Id="rId8" Type="http://schemas.openxmlformats.org/officeDocument/2006/relationships/image" Target="../media/image166.png"/><Relationship Id="rId51" Type="http://schemas.openxmlformats.org/officeDocument/2006/relationships/customXml" Target="../ink/ink222.xml"/><Relationship Id="rId3" Type="http://schemas.openxmlformats.org/officeDocument/2006/relationships/customXml" Target="../ink/ink198.xml"/><Relationship Id="rId12" Type="http://schemas.openxmlformats.org/officeDocument/2006/relationships/image" Target="../media/image168.png"/><Relationship Id="rId17" Type="http://schemas.openxmlformats.org/officeDocument/2006/relationships/customXml" Target="../ink/ink205.xml"/><Relationship Id="rId25" Type="http://schemas.openxmlformats.org/officeDocument/2006/relationships/customXml" Target="../ink/ink209.xml"/><Relationship Id="rId33" Type="http://schemas.openxmlformats.org/officeDocument/2006/relationships/customXml" Target="../ink/ink213.xml"/><Relationship Id="rId38" Type="http://schemas.openxmlformats.org/officeDocument/2006/relationships/image" Target="../media/image181.png"/><Relationship Id="rId46" Type="http://schemas.openxmlformats.org/officeDocument/2006/relationships/image" Target="../media/image185.png"/><Relationship Id="rId59" Type="http://schemas.openxmlformats.org/officeDocument/2006/relationships/customXml" Target="../ink/ink226.xml"/><Relationship Id="rId20" Type="http://schemas.openxmlformats.org/officeDocument/2006/relationships/image" Target="../media/image172.png"/><Relationship Id="rId41" Type="http://schemas.openxmlformats.org/officeDocument/2006/relationships/customXml" Target="../ink/ink217.xml"/><Relationship Id="rId54" Type="http://schemas.openxmlformats.org/officeDocument/2006/relationships/image" Target="../media/image189.png"/><Relationship Id="rId62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5" Type="http://schemas.openxmlformats.org/officeDocument/2006/relationships/customXml" Target="../ink/ink204.xml"/><Relationship Id="rId23" Type="http://schemas.openxmlformats.org/officeDocument/2006/relationships/customXml" Target="../ink/ink208.xml"/><Relationship Id="rId28" Type="http://schemas.openxmlformats.org/officeDocument/2006/relationships/image" Target="../media/image176.png"/><Relationship Id="rId36" Type="http://schemas.openxmlformats.org/officeDocument/2006/relationships/image" Target="../media/image180.png"/><Relationship Id="rId49" Type="http://schemas.openxmlformats.org/officeDocument/2006/relationships/customXml" Target="../ink/ink221.xml"/><Relationship Id="rId57" Type="http://schemas.openxmlformats.org/officeDocument/2006/relationships/customXml" Target="../ink/ink225.xml"/><Relationship Id="rId10" Type="http://schemas.openxmlformats.org/officeDocument/2006/relationships/image" Target="../media/image167.png"/><Relationship Id="rId31" Type="http://schemas.openxmlformats.org/officeDocument/2006/relationships/customXml" Target="../ink/ink212.xml"/><Relationship Id="rId44" Type="http://schemas.openxmlformats.org/officeDocument/2006/relationships/image" Target="../media/image184.png"/><Relationship Id="rId52" Type="http://schemas.openxmlformats.org/officeDocument/2006/relationships/image" Target="../media/image188.png"/><Relationship Id="rId60" Type="http://schemas.openxmlformats.org/officeDocument/2006/relationships/image" Target="../media/image192.png"/><Relationship Id="rId65" Type="http://schemas.openxmlformats.org/officeDocument/2006/relationships/customXml" Target="../ink/ink229.xml"/><Relationship Id="rId4" Type="http://schemas.openxmlformats.org/officeDocument/2006/relationships/image" Target="../media/image164.png"/><Relationship Id="rId9" Type="http://schemas.openxmlformats.org/officeDocument/2006/relationships/customXml" Target="../ink/ink201.xml"/><Relationship Id="rId13" Type="http://schemas.openxmlformats.org/officeDocument/2006/relationships/customXml" Target="../ink/ink203.xml"/><Relationship Id="rId18" Type="http://schemas.openxmlformats.org/officeDocument/2006/relationships/image" Target="../media/image171.png"/><Relationship Id="rId39" Type="http://schemas.openxmlformats.org/officeDocument/2006/relationships/customXml" Target="../ink/ink21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customXml" Target="../ink/ink235.xml"/><Relationship Id="rId18" Type="http://schemas.openxmlformats.org/officeDocument/2006/relationships/image" Target="../media/image203.png"/><Relationship Id="rId3" Type="http://schemas.openxmlformats.org/officeDocument/2006/relationships/customXml" Target="../ink/ink230.xml"/><Relationship Id="rId21" Type="http://schemas.openxmlformats.org/officeDocument/2006/relationships/customXml" Target="../ink/ink239.xml"/><Relationship Id="rId7" Type="http://schemas.openxmlformats.org/officeDocument/2006/relationships/customXml" Target="../ink/ink232.xml"/><Relationship Id="rId12" Type="http://schemas.openxmlformats.org/officeDocument/2006/relationships/image" Target="../media/image200.png"/><Relationship Id="rId17" Type="http://schemas.openxmlformats.org/officeDocument/2006/relationships/customXml" Target="../ink/ink237.xml"/><Relationship Id="rId2" Type="http://schemas.openxmlformats.org/officeDocument/2006/relationships/image" Target="../media/image70.png"/><Relationship Id="rId16" Type="http://schemas.openxmlformats.org/officeDocument/2006/relationships/image" Target="../media/image202.png"/><Relationship Id="rId20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11" Type="http://schemas.openxmlformats.org/officeDocument/2006/relationships/customXml" Target="../ink/ink234.xml"/><Relationship Id="rId5" Type="http://schemas.openxmlformats.org/officeDocument/2006/relationships/customXml" Target="../ink/ink231.xml"/><Relationship Id="rId15" Type="http://schemas.openxmlformats.org/officeDocument/2006/relationships/customXml" Target="../ink/ink236.xml"/><Relationship Id="rId10" Type="http://schemas.openxmlformats.org/officeDocument/2006/relationships/image" Target="../media/image199.png"/><Relationship Id="rId19" Type="http://schemas.openxmlformats.org/officeDocument/2006/relationships/customXml" Target="../ink/ink238.xml"/><Relationship Id="rId4" Type="http://schemas.openxmlformats.org/officeDocument/2006/relationships/image" Target="../media/image196.png"/><Relationship Id="rId9" Type="http://schemas.openxmlformats.org/officeDocument/2006/relationships/customXml" Target="../ink/ink233.xml"/><Relationship Id="rId14" Type="http://schemas.openxmlformats.org/officeDocument/2006/relationships/image" Target="../media/image201.png"/><Relationship Id="rId22" Type="http://schemas.openxmlformats.org/officeDocument/2006/relationships/image" Target="../media/image205.png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7.png"/><Relationship Id="rId21" Type="http://schemas.openxmlformats.org/officeDocument/2006/relationships/customXml" Target="../ink/ink249.xml"/><Relationship Id="rId42" Type="http://schemas.openxmlformats.org/officeDocument/2006/relationships/image" Target="../media/image225.png"/><Relationship Id="rId47" Type="http://schemas.openxmlformats.org/officeDocument/2006/relationships/customXml" Target="../ink/ink262.xml"/><Relationship Id="rId63" Type="http://schemas.openxmlformats.org/officeDocument/2006/relationships/customXml" Target="../ink/ink270.xml"/><Relationship Id="rId68" Type="http://schemas.openxmlformats.org/officeDocument/2006/relationships/image" Target="../media/image238.png"/><Relationship Id="rId84" Type="http://schemas.openxmlformats.org/officeDocument/2006/relationships/image" Target="../media/image246.png"/><Relationship Id="rId89" Type="http://schemas.openxmlformats.org/officeDocument/2006/relationships/customXml" Target="../ink/ink283.xml"/><Relationship Id="rId16" Type="http://schemas.openxmlformats.org/officeDocument/2006/relationships/image" Target="../media/image212.png"/><Relationship Id="rId11" Type="http://schemas.openxmlformats.org/officeDocument/2006/relationships/customXml" Target="../ink/ink244.xml"/><Relationship Id="rId32" Type="http://schemas.openxmlformats.org/officeDocument/2006/relationships/image" Target="../media/image220.png"/><Relationship Id="rId37" Type="http://schemas.openxmlformats.org/officeDocument/2006/relationships/customXml" Target="../ink/ink257.xml"/><Relationship Id="rId53" Type="http://schemas.openxmlformats.org/officeDocument/2006/relationships/customXml" Target="../ink/ink265.xml"/><Relationship Id="rId58" Type="http://schemas.openxmlformats.org/officeDocument/2006/relationships/image" Target="../media/image233.png"/><Relationship Id="rId74" Type="http://schemas.openxmlformats.org/officeDocument/2006/relationships/image" Target="../media/image241.png"/><Relationship Id="rId79" Type="http://schemas.openxmlformats.org/officeDocument/2006/relationships/customXml" Target="../ink/ink278.xml"/><Relationship Id="rId102" Type="http://schemas.openxmlformats.org/officeDocument/2006/relationships/image" Target="../media/image255.png"/><Relationship Id="rId5" Type="http://schemas.openxmlformats.org/officeDocument/2006/relationships/customXml" Target="../ink/ink241.xml"/><Relationship Id="rId90" Type="http://schemas.openxmlformats.org/officeDocument/2006/relationships/image" Target="../media/image249.png"/><Relationship Id="rId95" Type="http://schemas.openxmlformats.org/officeDocument/2006/relationships/customXml" Target="../ink/ink286.xml"/><Relationship Id="rId22" Type="http://schemas.openxmlformats.org/officeDocument/2006/relationships/image" Target="../media/image215.png"/><Relationship Id="rId27" Type="http://schemas.openxmlformats.org/officeDocument/2006/relationships/customXml" Target="../ink/ink252.xml"/><Relationship Id="rId43" Type="http://schemas.openxmlformats.org/officeDocument/2006/relationships/customXml" Target="../ink/ink260.xml"/><Relationship Id="rId48" Type="http://schemas.openxmlformats.org/officeDocument/2006/relationships/image" Target="../media/image228.png"/><Relationship Id="rId64" Type="http://schemas.openxmlformats.org/officeDocument/2006/relationships/image" Target="../media/image236.png"/><Relationship Id="rId69" Type="http://schemas.openxmlformats.org/officeDocument/2006/relationships/customXml" Target="../ink/ink273.xml"/><Relationship Id="rId80" Type="http://schemas.openxmlformats.org/officeDocument/2006/relationships/image" Target="../media/image244.png"/><Relationship Id="rId85" Type="http://schemas.openxmlformats.org/officeDocument/2006/relationships/customXml" Target="../ink/ink281.xml"/><Relationship Id="rId12" Type="http://schemas.openxmlformats.org/officeDocument/2006/relationships/image" Target="../media/image210.png"/><Relationship Id="rId17" Type="http://schemas.openxmlformats.org/officeDocument/2006/relationships/customXml" Target="../ink/ink247.xml"/><Relationship Id="rId25" Type="http://schemas.openxmlformats.org/officeDocument/2006/relationships/customXml" Target="../ink/ink251.xml"/><Relationship Id="rId33" Type="http://schemas.openxmlformats.org/officeDocument/2006/relationships/customXml" Target="../ink/ink255.xml"/><Relationship Id="rId38" Type="http://schemas.openxmlformats.org/officeDocument/2006/relationships/image" Target="../media/image223.png"/><Relationship Id="rId46" Type="http://schemas.openxmlformats.org/officeDocument/2006/relationships/image" Target="../media/image227.png"/><Relationship Id="rId59" Type="http://schemas.openxmlformats.org/officeDocument/2006/relationships/customXml" Target="../ink/ink268.xml"/><Relationship Id="rId67" Type="http://schemas.openxmlformats.org/officeDocument/2006/relationships/customXml" Target="../ink/ink272.xml"/><Relationship Id="rId20" Type="http://schemas.openxmlformats.org/officeDocument/2006/relationships/image" Target="../media/image214.png"/><Relationship Id="rId41" Type="http://schemas.openxmlformats.org/officeDocument/2006/relationships/customXml" Target="../ink/ink259.xml"/><Relationship Id="rId54" Type="http://schemas.openxmlformats.org/officeDocument/2006/relationships/image" Target="../media/image231.png"/><Relationship Id="rId62" Type="http://schemas.openxmlformats.org/officeDocument/2006/relationships/image" Target="../media/image235.png"/><Relationship Id="rId70" Type="http://schemas.openxmlformats.org/officeDocument/2006/relationships/image" Target="../media/image239.png"/><Relationship Id="rId75" Type="http://schemas.openxmlformats.org/officeDocument/2006/relationships/customXml" Target="../ink/ink276.xml"/><Relationship Id="rId83" Type="http://schemas.openxmlformats.org/officeDocument/2006/relationships/customXml" Target="../ink/ink280.xml"/><Relationship Id="rId88" Type="http://schemas.openxmlformats.org/officeDocument/2006/relationships/image" Target="../media/image248.png"/><Relationship Id="rId91" Type="http://schemas.openxmlformats.org/officeDocument/2006/relationships/customXml" Target="../ink/ink284.xml"/><Relationship Id="rId96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7.png"/><Relationship Id="rId15" Type="http://schemas.openxmlformats.org/officeDocument/2006/relationships/customXml" Target="../ink/ink246.xml"/><Relationship Id="rId23" Type="http://schemas.openxmlformats.org/officeDocument/2006/relationships/customXml" Target="../ink/ink250.xml"/><Relationship Id="rId28" Type="http://schemas.openxmlformats.org/officeDocument/2006/relationships/image" Target="../media/image218.png"/><Relationship Id="rId36" Type="http://schemas.openxmlformats.org/officeDocument/2006/relationships/image" Target="../media/image222.png"/><Relationship Id="rId49" Type="http://schemas.openxmlformats.org/officeDocument/2006/relationships/customXml" Target="../ink/ink263.xml"/><Relationship Id="rId57" Type="http://schemas.openxmlformats.org/officeDocument/2006/relationships/customXml" Target="../ink/ink267.xml"/><Relationship Id="rId10" Type="http://schemas.openxmlformats.org/officeDocument/2006/relationships/image" Target="../media/image209.png"/><Relationship Id="rId31" Type="http://schemas.openxmlformats.org/officeDocument/2006/relationships/customXml" Target="../ink/ink254.xml"/><Relationship Id="rId44" Type="http://schemas.openxmlformats.org/officeDocument/2006/relationships/image" Target="../media/image226.png"/><Relationship Id="rId52" Type="http://schemas.openxmlformats.org/officeDocument/2006/relationships/image" Target="../media/image230.png"/><Relationship Id="rId60" Type="http://schemas.openxmlformats.org/officeDocument/2006/relationships/image" Target="../media/image234.png"/><Relationship Id="rId65" Type="http://schemas.openxmlformats.org/officeDocument/2006/relationships/customXml" Target="../ink/ink271.xml"/><Relationship Id="rId73" Type="http://schemas.openxmlformats.org/officeDocument/2006/relationships/customXml" Target="../ink/ink275.xml"/><Relationship Id="rId78" Type="http://schemas.openxmlformats.org/officeDocument/2006/relationships/image" Target="../media/image243.png"/><Relationship Id="rId81" Type="http://schemas.openxmlformats.org/officeDocument/2006/relationships/customXml" Target="../ink/ink279.xml"/><Relationship Id="rId86" Type="http://schemas.openxmlformats.org/officeDocument/2006/relationships/image" Target="../media/image247.png"/><Relationship Id="rId94" Type="http://schemas.openxmlformats.org/officeDocument/2006/relationships/image" Target="../media/image251.png"/><Relationship Id="rId99" Type="http://schemas.openxmlformats.org/officeDocument/2006/relationships/customXml" Target="../ink/ink288.xml"/><Relationship Id="rId101" Type="http://schemas.openxmlformats.org/officeDocument/2006/relationships/customXml" Target="../ink/ink289.xml"/><Relationship Id="rId4" Type="http://schemas.openxmlformats.org/officeDocument/2006/relationships/image" Target="../media/image206.png"/><Relationship Id="rId9" Type="http://schemas.openxmlformats.org/officeDocument/2006/relationships/customXml" Target="../ink/ink243.xml"/><Relationship Id="rId13" Type="http://schemas.openxmlformats.org/officeDocument/2006/relationships/customXml" Target="../ink/ink245.xml"/><Relationship Id="rId18" Type="http://schemas.openxmlformats.org/officeDocument/2006/relationships/image" Target="../media/image213.png"/><Relationship Id="rId39" Type="http://schemas.openxmlformats.org/officeDocument/2006/relationships/customXml" Target="../ink/ink258.xml"/><Relationship Id="rId34" Type="http://schemas.openxmlformats.org/officeDocument/2006/relationships/image" Target="../media/image221.png"/><Relationship Id="rId50" Type="http://schemas.openxmlformats.org/officeDocument/2006/relationships/image" Target="../media/image229.png"/><Relationship Id="rId55" Type="http://schemas.openxmlformats.org/officeDocument/2006/relationships/customXml" Target="../ink/ink266.xml"/><Relationship Id="rId76" Type="http://schemas.openxmlformats.org/officeDocument/2006/relationships/image" Target="../media/image242.png"/><Relationship Id="rId97" Type="http://schemas.openxmlformats.org/officeDocument/2006/relationships/customXml" Target="../ink/ink287.xml"/><Relationship Id="rId7" Type="http://schemas.openxmlformats.org/officeDocument/2006/relationships/customXml" Target="../ink/ink242.xml"/><Relationship Id="rId71" Type="http://schemas.openxmlformats.org/officeDocument/2006/relationships/customXml" Target="../ink/ink274.xml"/><Relationship Id="rId92" Type="http://schemas.openxmlformats.org/officeDocument/2006/relationships/image" Target="../media/image250.png"/><Relationship Id="rId2" Type="http://schemas.openxmlformats.org/officeDocument/2006/relationships/image" Target="../media/image70.png"/><Relationship Id="rId29" Type="http://schemas.openxmlformats.org/officeDocument/2006/relationships/customXml" Target="../ink/ink253.xml"/><Relationship Id="rId24" Type="http://schemas.openxmlformats.org/officeDocument/2006/relationships/image" Target="../media/image216.png"/><Relationship Id="rId40" Type="http://schemas.openxmlformats.org/officeDocument/2006/relationships/image" Target="../media/image224.png"/><Relationship Id="rId45" Type="http://schemas.openxmlformats.org/officeDocument/2006/relationships/customXml" Target="../ink/ink261.xml"/><Relationship Id="rId66" Type="http://schemas.openxmlformats.org/officeDocument/2006/relationships/image" Target="../media/image237.png"/><Relationship Id="rId87" Type="http://schemas.openxmlformats.org/officeDocument/2006/relationships/customXml" Target="../ink/ink282.xml"/><Relationship Id="rId61" Type="http://schemas.openxmlformats.org/officeDocument/2006/relationships/customXml" Target="../ink/ink269.xml"/><Relationship Id="rId82" Type="http://schemas.openxmlformats.org/officeDocument/2006/relationships/image" Target="../media/image245.png"/><Relationship Id="rId19" Type="http://schemas.openxmlformats.org/officeDocument/2006/relationships/customXml" Target="../ink/ink248.xml"/><Relationship Id="rId14" Type="http://schemas.openxmlformats.org/officeDocument/2006/relationships/image" Target="../media/image211.png"/><Relationship Id="rId30" Type="http://schemas.openxmlformats.org/officeDocument/2006/relationships/image" Target="../media/image219.png"/><Relationship Id="rId35" Type="http://schemas.openxmlformats.org/officeDocument/2006/relationships/customXml" Target="../ink/ink256.xml"/><Relationship Id="rId56" Type="http://schemas.openxmlformats.org/officeDocument/2006/relationships/image" Target="../media/image232.png"/><Relationship Id="rId77" Type="http://schemas.openxmlformats.org/officeDocument/2006/relationships/customXml" Target="../ink/ink277.xml"/><Relationship Id="rId100" Type="http://schemas.openxmlformats.org/officeDocument/2006/relationships/image" Target="../media/image254.png"/><Relationship Id="rId8" Type="http://schemas.openxmlformats.org/officeDocument/2006/relationships/image" Target="../media/image208.png"/><Relationship Id="rId51" Type="http://schemas.openxmlformats.org/officeDocument/2006/relationships/customXml" Target="../ink/ink264.xml"/><Relationship Id="rId72" Type="http://schemas.openxmlformats.org/officeDocument/2006/relationships/image" Target="../media/image240.png"/><Relationship Id="rId93" Type="http://schemas.openxmlformats.org/officeDocument/2006/relationships/customXml" Target="../ink/ink285.xml"/><Relationship Id="rId98" Type="http://schemas.openxmlformats.org/officeDocument/2006/relationships/image" Target="../media/image253.png"/><Relationship Id="rId3" Type="http://schemas.openxmlformats.org/officeDocument/2006/relationships/customXml" Target="../ink/ink240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5.xml"/><Relationship Id="rId18" Type="http://schemas.openxmlformats.org/officeDocument/2006/relationships/image" Target="../media/image263.png"/><Relationship Id="rId26" Type="http://schemas.openxmlformats.org/officeDocument/2006/relationships/image" Target="../media/image267.png"/><Relationship Id="rId39" Type="http://schemas.openxmlformats.org/officeDocument/2006/relationships/image" Target="../media/image273.png"/><Relationship Id="rId21" Type="http://schemas.openxmlformats.org/officeDocument/2006/relationships/customXml" Target="../ink/ink299.xml"/><Relationship Id="rId34" Type="http://schemas.openxmlformats.org/officeDocument/2006/relationships/customXml" Target="../ink/ink306.xml"/><Relationship Id="rId42" Type="http://schemas.openxmlformats.org/officeDocument/2006/relationships/customXml" Target="../ink/ink310.xml"/><Relationship Id="rId47" Type="http://schemas.openxmlformats.org/officeDocument/2006/relationships/image" Target="../media/image277.png"/><Relationship Id="rId50" Type="http://schemas.openxmlformats.org/officeDocument/2006/relationships/customXml" Target="../ink/ink314.xml"/><Relationship Id="rId55" Type="http://schemas.openxmlformats.org/officeDocument/2006/relationships/image" Target="../media/image281.png"/><Relationship Id="rId7" Type="http://schemas.openxmlformats.org/officeDocument/2006/relationships/customXml" Target="../ink/ink292.xml"/><Relationship Id="rId2" Type="http://schemas.openxmlformats.org/officeDocument/2006/relationships/image" Target="../media/image70.png"/><Relationship Id="rId16" Type="http://schemas.openxmlformats.org/officeDocument/2006/relationships/image" Target="../media/image262.png"/><Relationship Id="rId29" Type="http://schemas.openxmlformats.org/officeDocument/2006/relationships/customXml" Target="../ink/ink303.xml"/><Relationship Id="rId11" Type="http://schemas.openxmlformats.org/officeDocument/2006/relationships/customXml" Target="../ink/ink294.xml"/><Relationship Id="rId24" Type="http://schemas.openxmlformats.org/officeDocument/2006/relationships/image" Target="../media/image266.png"/><Relationship Id="rId32" Type="http://schemas.openxmlformats.org/officeDocument/2006/relationships/image" Target="../media/image270.png"/><Relationship Id="rId37" Type="http://schemas.openxmlformats.org/officeDocument/2006/relationships/image" Target="../media/image272.png"/><Relationship Id="rId40" Type="http://schemas.openxmlformats.org/officeDocument/2006/relationships/customXml" Target="../ink/ink309.xml"/><Relationship Id="rId45" Type="http://schemas.openxmlformats.org/officeDocument/2006/relationships/image" Target="../media/image276.png"/><Relationship Id="rId53" Type="http://schemas.openxmlformats.org/officeDocument/2006/relationships/image" Target="../media/image280.png"/><Relationship Id="rId5" Type="http://schemas.openxmlformats.org/officeDocument/2006/relationships/customXml" Target="../ink/ink291.xml"/><Relationship Id="rId19" Type="http://schemas.openxmlformats.org/officeDocument/2006/relationships/customXml" Target="../ink/ink298.xml"/><Relationship Id="rId4" Type="http://schemas.openxmlformats.org/officeDocument/2006/relationships/image" Target="../media/image256.png"/><Relationship Id="rId9" Type="http://schemas.openxmlformats.org/officeDocument/2006/relationships/customXml" Target="../ink/ink293.xml"/><Relationship Id="rId14" Type="http://schemas.openxmlformats.org/officeDocument/2006/relationships/image" Target="../media/image261.png"/><Relationship Id="rId22" Type="http://schemas.openxmlformats.org/officeDocument/2006/relationships/image" Target="../media/image265.png"/><Relationship Id="rId27" Type="http://schemas.openxmlformats.org/officeDocument/2006/relationships/customXml" Target="../ink/ink302.xml"/><Relationship Id="rId30" Type="http://schemas.openxmlformats.org/officeDocument/2006/relationships/image" Target="../media/image269.png"/><Relationship Id="rId35" Type="http://schemas.openxmlformats.org/officeDocument/2006/relationships/image" Target="../media/image271.png"/><Relationship Id="rId43" Type="http://schemas.openxmlformats.org/officeDocument/2006/relationships/image" Target="../media/image275.png"/><Relationship Id="rId48" Type="http://schemas.openxmlformats.org/officeDocument/2006/relationships/customXml" Target="../ink/ink313.xml"/><Relationship Id="rId56" Type="http://schemas.openxmlformats.org/officeDocument/2006/relationships/customXml" Target="../ink/ink317.xml"/><Relationship Id="rId8" Type="http://schemas.openxmlformats.org/officeDocument/2006/relationships/image" Target="../media/image258.png"/><Relationship Id="rId51" Type="http://schemas.openxmlformats.org/officeDocument/2006/relationships/image" Target="../media/image279.png"/><Relationship Id="rId3" Type="http://schemas.openxmlformats.org/officeDocument/2006/relationships/customXml" Target="../ink/ink290.xml"/><Relationship Id="rId12" Type="http://schemas.openxmlformats.org/officeDocument/2006/relationships/image" Target="../media/image260.png"/><Relationship Id="rId17" Type="http://schemas.openxmlformats.org/officeDocument/2006/relationships/customXml" Target="../ink/ink297.xml"/><Relationship Id="rId25" Type="http://schemas.openxmlformats.org/officeDocument/2006/relationships/customXml" Target="../ink/ink301.xml"/><Relationship Id="rId33" Type="http://schemas.openxmlformats.org/officeDocument/2006/relationships/customXml" Target="../ink/ink305.xml"/><Relationship Id="rId38" Type="http://schemas.openxmlformats.org/officeDocument/2006/relationships/customXml" Target="../ink/ink308.xml"/><Relationship Id="rId46" Type="http://schemas.openxmlformats.org/officeDocument/2006/relationships/customXml" Target="../ink/ink312.xml"/><Relationship Id="rId20" Type="http://schemas.openxmlformats.org/officeDocument/2006/relationships/image" Target="../media/image264.png"/><Relationship Id="rId41" Type="http://schemas.openxmlformats.org/officeDocument/2006/relationships/image" Target="../media/image274.png"/><Relationship Id="rId54" Type="http://schemas.openxmlformats.org/officeDocument/2006/relationships/customXml" Target="../ink/ink3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7.png"/><Relationship Id="rId15" Type="http://schemas.openxmlformats.org/officeDocument/2006/relationships/customXml" Target="../ink/ink296.xml"/><Relationship Id="rId23" Type="http://schemas.openxmlformats.org/officeDocument/2006/relationships/customXml" Target="../ink/ink300.xml"/><Relationship Id="rId28" Type="http://schemas.openxmlformats.org/officeDocument/2006/relationships/image" Target="../media/image268.png"/><Relationship Id="rId36" Type="http://schemas.openxmlformats.org/officeDocument/2006/relationships/customXml" Target="../ink/ink307.xml"/><Relationship Id="rId49" Type="http://schemas.openxmlformats.org/officeDocument/2006/relationships/image" Target="../media/image278.png"/><Relationship Id="rId57" Type="http://schemas.openxmlformats.org/officeDocument/2006/relationships/image" Target="../media/image282.png"/><Relationship Id="rId10" Type="http://schemas.openxmlformats.org/officeDocument/2006/relationships/image" Target="../media/image259.png"/><Relationship Id="rId31" Type="http://schemas.openxmlformats.org/officeDocument/2006/relationships/customXml" Target="../ink/ink304.xml"/><Relationship Id="rId44" Type="http://schemas.openxmlformats.org/officeDocument/2006/relationships/customXml" Target="../ink/ink311.xml"/><Relationship Id="rId52" Type="http://schemas.openxmlformats.org/officeDocument/2006/relationships/customXml" Target="../ink/ink3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75.xml"/><Relationship Id="rId21" Type="http://schemas.openxmlformats.org/officeDocument/2006/relationships/customXml" Target="../ink/ink327.xml"/><Relationship Id="rId42" Type="http://schemas.openxmlformats.org/officeDocument/2006/relationships/image" Target="../media/image302.png"/><Relationship Id="rId63" Type="http://schemas.openxmlformats.org/officeDocument/2006/relationships/customXml" Target="../ink/ink348.xml"/><Relationship Id="rId84" Type="http://schemas.openxmlformats.org/officeDocument/2006/relationships/image" Target="../media/image323.png"/><Relationship Id="rId138" Type="http://schemas.openxmlformats.org/officeDocument/2006/relationships/image" Target="../media/image350.png"/><Relationship Id="rId159" Type="http://schemas.openxmlformats.org/officeDocument/2006/relationships/customXml" Target="../ink/ink396.xml"/><Relationship Id="rId170" Type="http://schemas.openxmlformats.org/officeDocument/2006/relationships/image" Target="../media/image366.png"/><Relationship Id="rId191" Type="http://schemas.openxmlformats.org/officeDocument/2006/relationships/customXml" Target="../ink/ink412.xml"/><Relationship Id="rId205" Type="http://schemas.openxmlformats.org/officeDocument/2006/relationships/customXml" Target="../ink/ink419.xml"/><Relationship Id="rId226" Type="http://schemas.openxmlformats.org/officeDocument/2006/relationships/image" Target="../media/image394.png"/><Relationship Id="rId107" Type="http://schemas.openxmlformats.org/officeDocument/2006/relationships/customXml" Target="../ink/ink370.xml"/><Relationship Id="rId11" Type="http://schemas.openxmlformats.org/officeDocument/2006/relationships/customXml" Target="../ink/ink322.xml"/><Relationship Id="rId32" Type="http://schemas.openxmlformats.org/officeDocument/2006/relationships/image" Target="../media/image297.png"/><Relationship Id="rId53" Type="http://schemas.openxmlformats.org/officeDocument/2006/relationships/customXml" Target="../ink/ink343.xml"/><Relationship Id="rId74" Type="http://schemas.openxmlformats.org/officeDocument/2006/relationships/image" Target="../media/image318.png"/><Relationship Id="rId128" Type="http://schemas.openxmlformats.org/officeDocument/2006/relationships/image" Target="../media/image345.png"/><Relationship Id="rId149" Type="http://schemas.openxmlformats.org/officeDocument/2006/relationships/customXml" Target="../ink/ink391.xml"/><Relationship Id="rId5" Type="http://schemas.openxmlformats.org/officeDocument/2006/relationships/customXml" Target="../ink/ink319.xml"/><Relationship Id="rId95" Type="http://schemas.openxmlformats.org/officeDocument/2006/relationships/customXml" Target="../ink/ink364.xml"/><Relationship Id="rId160" Type="http://schemas.openxmlformats.org/officeDocument/2006/relationships/image" Target="../media/image361.png"/><Relationship Id="rId181" Type="http://schemas.openxmlformats.org/officeDocument/2006/relationships/customXml" Target="../ink/ink407.xml"/><Relationship Id="rId216" Type="http://schemas.openxmlformats.org/officeDocument/2006/relationships/image" Target="../media/image389.png"/><Relationship Id="rId22" Type="http://schemas.openxmlformats.org/officeDocument/2006/relationships/image" Target="../media/image292.png"/><Relationship Id="rId43" Type="http://schemas.openxmlformats.org/officeDocument/2006/relationships/customXml" Target="../ink/ink338.xml"/><Relationship Id="rId64" Type="http://schemas.openxmlformats.org/officeDocument/2006/relationships/image" Target="../media/image313.png"/><Relationship Id="rId118" Type="http://schemas.openxmlformats.org/officeDocument/2006/relationships/image" Target="../media/image340.png"/><Relationship Id="rId139" Type="http://schemas.openxmlformats.org/officeDocument/2006/relationships/customXml" Target="../ink/ink386.xml"/><Relationship Id="rId85" Type="http://schemas.openxmlformats.org/officeDocument/2006/relationships/customXml" Target="../ink/ink359.xml"/><Relationship Id="rId150" Type="http://schemas.openxmlformats.org/officeDocument/2006/relationships/image" Target="../media/image356.png"/><Relationship Id="rId171" Type="http://schemas.openxmlformats.org/officeDocument/2006/relationships/customXml" Target="../ink/ink402.xml"/><Relationship Id="rId192" Type="http://schemas.openxmlformats.org/officeDocument/2006/relationships/image" Target="../media/image377.png"/><Relationship Id="rId206" Type="http://schemas.openxmlformats.org/officeDocument/2006/relationships/image" Target="../media/image384.png"/><Relationship Id="rId227" Type="http://schemas.openxmlformats.org/officeDocument/2006/relationships/customXml" Target="../ink/ink430.xml"/><Relationship Id="rId12" Type="http://schemas.openxmlformats.org/officeDocument/2006/relationships/image" Target="../media/image287.png"/><Relationship Id="rId33" Type="http://schemas.openxmlformats.org/officeDocument/2006/relationships/customXml" Target="../ink/ink333.xml"/><Relationship Id="rId108" Type="http://schemas.openxmlformats.org/officeDocument/2006/relationships/image" Target="../media/image335.png"/><Relationship Id="rId129" Type="http://schemas.openxmlformats.org/officeDocument/2006/relationships/customXml" Target="../ink/ink381.xml"/><Relationship Id="rId54" Type="http://schemas.openxmlformats.org/officeDocument/2006/relationships/image" Target="../media/image308.png"/><Relationship Id="rId75" Type="http://schemas.openxmlformats.org/officeDocument/2006/relationships/customXml" Target="../ink/ink354.xml"/><Relationship Id="rId96" Type="http://schemas.openxmlformats.org/officeDocument/2006/relationships/image" Target="../media/image329.png"/><Relationship Id="rId140" Type="http://schemas.openxmlformats.org/officeDocument/2006/relationships/image" Target="../media/image351.png"/><Relationship Id="rId161" Type="http://schemas.openxmlformats.org/officeDocument/2006/relationships/customXml" Target="../ink/ink397.xml"/><Relationship Id="rId182" Type="http://schemas.openxmlformats.org/officeDocument/2006/relationships/image" Target="../media/image372.png"/><Relationship Id="rId217" Type="http://schemas.openxmlformats.org/officeDocument/2006/relationships/customXml" Target="../ink/ink425.xml"/><Relationship Id="rId6" Type="http://schemas.openxmlformats.org/officeDocument/2006/relationships/image" Target="../media/image284.png"/><Relationship Id="rId23" Type="http://schemas.openxmlformats.org/officeDocument/2006/relationships/customXml" Target="../ink/ink328.xml"/><Relationship Id="rId119" Type="http://schemas.openxmlformats.org/officeDocument/2006/relationships/customXml" Target="../ink/ink376.xml"/><Relationship Id="rId44" Type="http://schemas.openxmlformats.org/officeDocument/2006/relationships/image" Target="../media/image303.png"/><Relationship Id="rId65" Type="http://schemas.openxmlformats.org/officeDocument/2006/relationships/customXml" Target="../ink/ink349.xml"/><Relationship Id="rId86" Type="http://schemas.openxmlformats.org/officeDocument/2006/relationships/image" Target="../media/image324.png"/><Relationship Id="rId130" Type="http://schemas.openxmlformats.org/officeDocument/2006/relationships/image" Target="../media/image346.png"/><Relationship Id="rId151" Type="http://schemas.openxmlformats.org/officeDocument/2006/relationships/customXml" Target="../ink/ink392.xml"/><Relationship Id="rId172" Type="http://schemas.openxmlformats.org/officeDocument/2006/relationships/image" Target="../media/image367.png"/><Relationship Id="rId193" Type="http://schemas.openxmlformats.org/officeDocument/2006/relationships/customXml" Target="../ink/ink413.xml"/><Relationship Id="rId207" Type="http://schemas.openxmlformats.org/officeDocument/2006/relationships/customXml" Target="../ink/ink420.xml"/><Relationship Id="rId228" Type="http://schemas.openxmlformats.org/officeDocument/2006/relationships/image" Target="../media/image395.png"/><Relationship Id="rId13" Type="http://schemas.openxmlformats.org/officeDocument/2006/relationships/customXml" Target="../ink/ink323.xml"/><Relationship Id="rId109" Type="http://schemas.openxmlformats.org/officeDocument/2006/relationships/customXml" Target="../ink/ink371.xml"/><Relationship Id="rId34" Type="http://schemas.openxmlformats.org/officeDocument/2006/relationships/image" Target="../media/image298.png"/><Relationship Id="rId55" Type="http://schemas.openxmlformats.org/officeDocument/2006/relationships/customXml" Target="../ink/ink344.xml"/><Relationship Id="rId76" Type="http://schemas.openxmlformats.org/officeDocument/2006/relationships/image" Target="../media/image319.png"/><Relationship Id="rId97" Type="http://schemas.openxmlformats.org/officeDocument/2006/relationships/customXml" Target="../ink/ink365.xml"/><Relationship Id="rId120" Type="http://schemas.openxmlformats.org/officeDocument/2006/relationships/image" Target="../media/image341.png"/><Relationship Id="rId141" Type="http://schemas.openxmlformats.org/officeDocument/2006/relationships/customXml" Target="../ink/ink387.xml"/><Relationship Id="rId7" Type="http://schemas.openxmlformats.org/officeDocument/2006/relationships/customXml" Target="../ink/ink320.xml"/><Relationship Id="rId162" Type="http://schemas.openxmlformats.org/officeDocument/2006/relationships/image" Target="../media/image362.png"/><Relationship Id="rId183" Type="http://schemas.openxmlformats.org/officeDocument/2006/relationships/customXml" Target="../ink/ink408.xml"/><Relationship Id="rId218" Type="http://schemas.openxmlformats.org/officeDocument/2006/relationships/image" Target="../media/image390.png"/><Relationship Id="rId24" Type="http://schemas.openxmlformats.org/officeDocument/2006/relationships/image" Target="../media/image293.png"/><Relationship Id="rId45" Type="http://schemas.openxmlformats.org/officeDocument/2006/relationships/customXml" Target="../ink/ink339.xml"/><Relationship Id="rId66" Type="http://schemas.openxmlformats.org/officeDocument/2006/relationships/image" Target="../media/image314.png"/><Relationship Id="rId87" Type="http://schemas.openxmlformats.org/officeDocument/2006/relationships/customXml" Target="../ink/ink360.xml"/><Relationship Id="rId110" Type="http://schemas.openxmlformats.org/officeDocument/2006/relationships/image" Target="../media/image336.png"/><Relationship Id="rId131" Type="http://schemas.openxmlformats.org/officeDocument/2006/relationships/customXml" Target="../ink/ink382.xml"/><Relationship Id="rId152" Type="http://schemas.openxmlformats.org/officeDocument/2006/relationships/image" Target="../media/image357.png"/><Relationship Id="rId173" Type="http://schemas.openxmlformats.org/officeDocument/2006/relationships/customXml" Target="../ink/ink403.xml"/><Relationship Id="rId194" Type="http://schemas.openxmlformats.org/officeDocument/2006/relationships/image" Target="../media/image378.png"/><Relationship Id="rId208" Type="http://schemas.openxmlformats.org/officeDocument/2006/relationships/image" Target="../media/image385.png"/><Relationship Id="rId229" Type="http://schemas.openxmlformats.org/officeDocument/2006/relationships/customXml" Target="../ink/ink431.xml"/><Relationship Id="rId14" Type="http://schemas.openxmlformats.org/officeDocument/2006/relationships/image" Target="../media/image288.png"/><Relationship Id="rId35" Type="http://schemas.openxmlformats.org/officeDocument/2006/relationships/customXml" Target="../ink/ink334.xml"/><Relationship Id="rId56" Type="http://schemas.openxmlformats.org/officeDocument/2006/relationships/image" Target="../media/image309.png"/><Relationship Id="rId77" Type="http://schemas.openxmlformats.org/officeDocument/2006/relationships/customXml" Target="../ink/ink355.xml"/><Relationship Id="rId100" Type="http://schemas.openxmlformats.org/officeDocument/2006/relationships/image" Target="../media/image331.png"/><Relationship Id="rId8" Type="http://schemas.openxmlformats.org/officeDocument/2006/relationships/image" Target="../media/image285.png"/><Relationship Id="rId98" Type="http://schemas.openxmlformats.org/officeDocument/2006/relationships/image" Target="../media/image330.png"/><Relationship Id="rId121" Type="http://schemas.openxmlformats.org/officeDocument/2006/relationships/customXml" Target="../ink/ink377.xml"/><Relationship Id="rId142" Type="http://schemas.openxmlformats.org/officeDocument/2006/relationships/image" Target="../media/image352.png"/><Relationship Id="rId163" Type="http://schemas.openxmlformats.org/officeDocument/2006/relationships/customXml" Target="../ink/ink398.xml"/><Relationship Id="rId184" Type="http://schemas.openxmlformats.org/officeDocument/2006/relationships/image" Target="../media/image373.png"/><Relationship Id="rId219" Type="http://schemas.openxmlformats.org/officeDocument/2006/relationships/customXml" Target="../ink/ink426.xml"/><Relationship Id="rId230" Type="http://schemas.openxmlformats.org/officeDocument/2006/relationships/image" Target="../media/image396.png"/><Relationship Id="rId25" Type="http://schemas.openxmlformats.org/officeDocument/2006/relationships/customXml" Target="../ink/ink329.xml"/><Relationship Id="rId46" Type="http://schemas.openxmlformats.org/officeDocument/2006/relationships/image" Target="../media/image304.png"/><Relationship Id="rId67" Type="http://schemas.openxmlformats.org/officeDocument/2006/relationships/customXml" Target="../ink/ink350.xml"/><Relationship Id="rId116" Type="http://schemas.openxmlformats.org/officeDocument/2006/relationships/image" Target="../media/image339.png"/><Relationship Id="rId137" Type="http://schemas.openxmlformats.org/officeDocument/2006/relationships/customXml" Target="../ink/ink385.xml"/><Relationship Id="rId158" Type="http://schemas.openxmlformats.org/officeDocument/2006/relationships/image" Target="../media/image360.png"/><Relationship Id="rId20" Type="http://schemas.openxmlformats.org/officeDocument/2006/relationships/image" Target="../media/image291.png"/><Relationship Id="rId41" Type="http://schemas.openxmlformats.org/officeDocument/2006/relationships/customXml" Target="../ink/ink337.xml"/><Relationship Id="rId62" Type="http://schemas.openxmlformats.org/officeDocument/2006/relationships/image" Target="../media/image312.png"/><Relationship Id="rId83" Type="http://schemas.openxmlformats.org/officeDocument/2006/relationships/customXml" Target="../ink/ink358.xml"/><Relationship Id="rId88" Type="http://schemas.openxmlformats.org/officeDocument/2006/relationships/image" Target="../media/image325.png"/><Relationship Id="rId111" Type="http://schemas.openxmlformats.org/officeDocument/2006/relationships/customXml" Target="../ink/ink372.xml"/><Relationship Id="rId132" Type="http://schemas.openxmlformats.org/officeDocument/2006/relationships/image" Target="../media/image347.png"/><Relationship Id="rId153" Type="http://schemas.openxmlformats.org/officeDocument/2006/relationships/customXml" Target="../ink/ink393.xml"/><Relationship Id="rId174" Type="http://schemas.openxmlformats.org/officeDocument/2006/relationships/image" Target="../media/image368.png"/><Relationship Id="rId179" Type="http://schemas.openxmlformats.org/officeDocument/2006/relationships/customXml" Target="../ink/ink406.xml"/><Relationship Id="rId195" Type="http://schemas.openxmlformats.org/officeDocument/2006/relationships/customXml" Target="../ink/ink414.xml"/><Relationship Id="rId209" Type="http://schemas.openxmlformats.org/officeDocument/2006/relationships/customXml" Target="../ink/ink421.xml"/><Relationship Id="rId190" Type="http://schemas.openxmlformats.org/officeDocument/2006/relationships/image" Target="../media/image376.png"/><Relationship Id="rId204" Type="http://schemas.openxmlformats.org/officeDocument/2006/relationships/image" Target="../media/image383.png"/><Relationship Id="rId220" Type="http://schemas.openxmlformats.org/officeDocument/2006/relationships/image" Target="../media/image391.png"/><Relationship Id="rId225" Type="http://schemas.openxmlformats.org/officeDocument/2006/relationships/customXml" Target="../ink/ink429.xml"/><Relationship Id="rId15" Type="http://schemas.openxmlformats.org/officeDocument/2006/relationships/customXml" Target="../ink/ink324.xml"/><Relationship Id="rId36" Type="http://schemas.openxmlformats.org/officeDocument/2006/relationships/image" Target="../media/image299.png"/><Relationship Id="rId57" Type="http://schemas.openxmlformats.org/officeDocument/2006/relationships/customXml" Target="../ink/ink345.xml"/><Relationship Id="rId106" Type="http://schemas.openxmlformats.org/officeDocument/2006/relationships/image" Target="../media/image334.png"/><Relationship Id="rId127" Type="http://schemas.openxmlformats.org/officeDocument/2006/relationships/customXml" Target="../ink/ink380.xml"/><Relationship Id="rId10" Type="http://schemas.openxmlformats.org/officeDocument/2006/relationships/image" Target="../media/image286.png"/><Relationship Id="rId31" Type="http://schemas.openxmlformats.org/officeDocument/2006/relationships/customXml" Target="../ink/ink332.xml"/><Relationship Id="rId52" Type="http://schemas.openxmlformats.org/officeDocument/2006/relationships/image" Target="../media/image307.png"/><Relationship Id="rId73" Type="http://schemas.openxmlformats.org/officeDocument/2006/relationships/customXml" Target="../ink/ink353.xml"/><Relationship Id="rId78" Type="http://schemas.openxmlformats.org/officeDocument/2006/relationships/image" Target="../media/image320.png"/><Relationship Id="rId94" Type="http://schemas.openxmlformats.org/officeDocument/2006/relationships/image" Target="../media/image328.png"/><Relationship Id="rId99" Type="http://schemas.openxmlformats.org/officeDocument/2006/relationships/customXml" Target="../ink/ink366.xml"/><Relationship Id="rId101" Type="http://schemas.openxmlformats.org/officeDocument/2006/relationships/customXml" Target="../ink/ink367.xml"/><Relationship Id="rId122" Type="http://schemas.openxmlformats.org/officeDocument/2006/relationships/image" Target="../media/image342.png"/><Relationship Id="rId143" Type="http://schemas.openxmlformats.org/officeDocument/2006/relationships/customXml" Target="../ink/ink388.xml"/><Relationship Id="rId148" Type="http://schemas.openxmlformats.org/officeDocument/2006/relationships/image" Target="../media/image355.png"/><Relationship Id="rId164" Type="http://schemas.openxmlformats.org/officeDocument/2006/relationships/image" Target="../media/image363.png"/><Relationship Id="rId169" Type="http://schemas.openxmlformats.org/officeDocument/2006/relationships/customXml" Target="../ink/ink401.xml"/><Relationship Id="rId185" Type="http://schemas.openxmlformats.org/officeDocument/2006/relationships/customXml" Target="../ink/ink409.xml"/><Relationship Id="rId4" Type="http://schemas.openxmlformats.org/officeDocument/2006/relationships/image" Target="../media/image283.png"/><Relationship Id="rId9" Type="http://schemas.openxmlformats.org/officeDocument/2006/relationships/customXml" Target="../ink/ink321.xml"/><Relationship Id="rId180" Type="http://schemas.openxmlformats.org/officeDocument/2006/relationships/image" Target="../media/image371.png"/><Relationship Id="rId210" Type="http://schemas.openxmlformats.org/officeDocument/2006/relationships/image" Target="../media/image386.png"/><Relationship Id="rId215" Type="http://schemas.openxmlformats.org/officeDocument/2006/relationships/customXml" Target="../ink/ink424.xml"/><Relationship Id="rId26" Type="http://schemas.openxmlformats.org/officeDocument/2006/relationships/image" Target="../media/image294.png"/><Relationship Id="rId231" Type="http://schemas.openxmlformats.org/officeDocument/2006/relationships/customXml" Target="../ink/ink432.xml"/><Relationship Id="rId47" Type="http://schemas.openxmlformats.org/officeDocument/2006/relationships/customXml" Target="../ink/ink340.xml"/><Relationship Id="rId68" Type="http://schemas.openxmlformats.org/officeDocument/2006/relationships/image" Target="../media/image315.png"/><Relationship Id="rId89" Type="http://schemas.openxmlformats.org/officeDocument/2006/relationships/customXml" Target="../ink/ink361.xml"/><Relationship Id="rId112" Type="http://schemas.openxmlformats.org/officeDocument/2006/relationships/image" Target="../media/image337.png"/><Relationship Id="rId133" Type="http://schemas.openxmlformats.org/officeDocument/2006/relationships/customXml" Target="../ink/ink383.xml"/><Relationship Id="rId154" Type="http://schemas.openxmlformats.org/officeDocument/2006/relationships/image" Target="../media/image358.png"/><Relationship Id="rId175" Type="http://schemas.openxmlformats.org/officeDocument/2006/relationships/customXml" Target="../ink/ink404.xml"/><Relationship Id="rId196" Type="http://schemas.openxmlformats.org/officeDocument/2006/relationships/image" Target="../media/image379.png"/><Relationship Id="rId200" Type="http://schemas.openxmlformats.org/officeDocument/2006/relationships/image" Target="../media/image381.png"/><Relationship Id="rId16" Type="http://schemas.openxmlformats.org/officeDocument/2006/relationships/image" Target="../media/image289.png"/><Relationship Id="rId221" Type="http://schemas.openxmlformats.org/officeDocument/2006/relationships/customXml" Target="../ink/ink427.xml"/><Relationship Id="rId37" Type="http://schemas.openxmlformats.org/officeDocument/2006/relationships/customXml" Target="../ink/ink335.xml"/><Relationship Id="rId58" Type="http://schemas.openxmlformats.org/officeDocument/2006/relationships/image" Target="../media/image310.png"/><Relationship Id="rId79" Type="http://schemas.openxmlformats.org/officeDocument/2006/relationships/customXml" Target="../ink/ink356.xml"/><Relationship Id="rId102" Type="http://schemas.openxmlformats.org/officeDocument/2006/relationships/image" Target="../media/image332.png"/><Relationship Id="rId123" Type="http://schemas.openxmlformats.org/officeDocument/2006/relationships/customXml" Target="../ink/ink378.xml"/><Relationship Id="rId144" Type="http://schemas.openxmlformats.org/officeDocument/2006/relationships/image" Target="../media/image353.png"/><Relationship Id="rId90" Type="http://schemas.openxmlformats.org/officeDocument/2006/relationships/image" Target="../media/image326.png"/><Relationship Id="rId165" Type="http://schemas.openxmlformats.org/officeDocument/2006/relationships/customXml" Target="../ink/ink399.xml"/><Relationship Id="rId186" Type="http://schemas.openxmlformats.org/officeDocument/2006/relationships/image" Target="../media/image374.png"/><Relationship Id="rId211" Type="http://schemas.openxmlformats.org/officeDocument/2006/relationships/customXml" Target="../ink/ink422.xml"/><Relationship Id="rId232" Type="http://schemas.openxmlformats.org/officeDocument/2006/relationships/image" Target="../media/image397.png"/><Relationship Id="rId27" Type="http://schemas.openxmlformats.org/officeDocument/2006/relationships/customXml" Target="../ink/ink330.xml"/><Relationship Id="rId48" Type="http://schemas.openxmlformats.org/officeDocument/2006/relationships/image" Target="../media/image305.png"/><Relationship Id="rId69" Type="http://schemas.openxmlformats.org/officeDocument/2006/relationships/customXml" Target="../ink/ink351.xml"/><Relationship Id="rId113" Type="http://schemas.openxmlformats.org/officeDocument/2006/relationships/customXml" Target="../ink/ink373.xml"/><Relationship Id="rId134" Type="http://schemas.openxmlformats.org/officeDocument/2006/relationships/image" Target="../media/image348.png"/><Relationship Id="rId80" Type="http://schemas.openxmlformats.org/officeDocument/2006/relationships/image" Target="../media/image321.png"/><Relationship Id="rId155" Type="http://schemas.openxmlformats.org/officeDocument/2006/relationships/customXml" Target="../ink/ink394.xml"/><Relationship Id="rId176" Type="http://schemas.openxmlformats.org/officeDocument/2006/relationships/image" Target="../media/image369.png"/><Relationship Id="rId197" Type="http://schemas.openxmlformats.org/officeDocument/2006/relationships/customXml" Target="../ink/ink415.xml"/><Relationship Id="rId201" Type="http://schemas.openxmlformats.org/officeDocument/2006/relationships/customXml" Target="../ink/ink417.xml"/><Relationship Id="rId222" Type="http://schemas.openxmlformats.org/officeDocument/2006/relationships/image" Target="../media/image392.png"/><Relationship Id="rId17" Type="http://schemas.openxmlformats.org/officeDocument/2006/relationships/customXml" Target="../ink/ink325.xml"/><Relationship Id="rId38" Type="http://schemas.openxmlformats.org/officeDocument/2006/relationships/image" Target="../media/image300.png"/><Relationship Id="rId59" Type="http://schemas.openxmlformats.org/officeDocument/2006/relationships/customXml" Target="../ink/ink346.xml"/><Relationship Id="rId103" Type="http://schemas.openxmlformats.org/officeDocument/2006/relationships/customXml" Target="../ink/ink368.xml"/><Relationship Id="rId124" Type="http://schemas.openxmlformats.org/officeDocument/2006/relationships/image" Target="../media/image343.png"/><Relationship Id="rId70" Type="http://schemas.openxmlformats.org/officeDocument/2006/relationships/image" Target="../media/image316.png"/><Relationship Id="rId91" Type="http://schemas.openxmlformats.org/officeDocument/2006/relationships/customXml" Target="../ink/ink362.xml"/><Relationship Id="rId145" Type="http://schemas.openxmlformats.org/officeDocument/2006/relationships/customXml" Target="../ink/ink389.xml"/><Relationship Id="rId166" Type="http://schemas.openxmlformats.org/officeDocument/2006/relationships/image" Target="../media/image364.png"/><Relationship Id="rId187" Type="http://schemas.openxmlformats.org/officeDocument/2006/relationships/customXml" Target="../ink/ink410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87.png"/><Relationship Id="rId28" Type="http://schemas.openxmlformats.org/officeDocument/2006/relationships/image" Target="../media/image295.png"/><Relationship Id="rId49" Type="http://schemas.openxmlformats.org/officeDocument/2006/relationships/customXml" Target="../ink/ink341.xml"/><Relationship Id="rId114" Type="http://schemas.openxmlformats.org/officeDocument/2006/relationships/image" Target="../media/image338.png"/><Relationship Id="rId60" Type="http://schemas.openxmlformats.org/officeDocument/2006/relationships/image" Target="../media/image311.png"/><Relationship Id="rId81" Type="http://schemas.openxmlformats.org/officeDocument/2006/relationships/customXml" Target="../ink/ink357.xml"/><Relationship Id="rId135" Type="http://schemas.openxmlformats.org/officeDocument/2006/relationships/customXml" Target="../ink/ink384.xml"/><Relationship Id="rId156" Type="http://schemas.openxmlformats.org/officeDocument/2006/relationships/image" Target="../media/image359.png"/><Relationship Id="rId177" Type="http://schemas.openxmlformats.org/officeDocument/2006/relationships/customXml" Target="../ink/ink405.xml"/><Relationship Id="rId198" Type="http://schemas.openxmlformats.org/officeDocument/2006/relationships/image" Target="../media/image380.png"/><Relationship Id="rId202" Type="http://schemas.openxmlformats.org/officeDocument/2006/relationships/image" Target="../media/image382.png"/><Relationship Id="rId223" Type="http://schemas.openxmlformats.org/officeDocument/2006/relationships/customXml" Target="../ink/ink428.xml"/><Relationship Id="rId18" Type="http://schemas.openxmlformats.org/officeDocument/2006/relationships/image" Target="../media/image290.png"/><Relationship Id="rId39" Type="http://schemas.openxmlformats.org/officeDocument/2006/relationships/customXml" Target="../ink/ink336.xml"/><Relationship Id="rId50" Type="http://schemas.openxmlformats.org/officeDocument/2006/relationships/image" Target="../media/image306.png"/><Relationship Id="rId104" Type="http://schemas.openxmlformats.org/officeDocument/2006/relationships/image" Target="../media/image333.png"/><Relationship Id="rId125" Type="http://schemas.openxmlformats.org/officeDocument/2006/relationships/customXml" Target="../ink/ink379.xml"/><Relationship Id="rId146" Type="http://schemas.openxmlformats.org/officeDocument/2006/relationships/image" Target="../media/image354.png"/><Relationship Id="rId167" Type="http://schemas.openxmlformats.org/officeDocument/2006/relationships/customXml" Target="../ink/ink400.xml"/><Relationship Id="rId188" Type="http://schemas.openxmlformats.org/officeDocument/2006/relationships/image" Target="../media/image375.png"/><Relationship Id="rId71" Type="http://schemas.openxmlformats.org/officeDocument/2006/relationships/customXml" Target="../ink/ink352.xml"/><Relationship Id="rId92" Type="http://schemas.openxmlformats.org/officeDocument/2006/relationships/image" Target="../media/image327.png"/><Relationship Id="rId213" Type="http://schemas.openxmlformats.org/officeDocument/2006/relationships/customXml" Target="../ink/ink423.xml"/><Relationship Id="rId2" Type="http://schemas.openxmlformats.org/officeDocument/2006/relationships/image" Target="../media/image70.png"/><Relationship Id="rId29" Type="http://schemas.openxmlformats.org/officeDocument/2006/relationships/customXml" Target="../ink/ink331.xml"/><Relationship Id="rId40" Type="http://schemas.openxmlformats.org/officeDocument/2006/relationships/image" Target="../media/image301.png"/><Relationship Id="rId115" Type="http://schemas.openxmlformats.org/officeDocument/2006/relationships/customXml" Target="../ink/ink374.xml"/><Relationship Id="rId136" Type="http://schemas.openxmlformats.org/officeDocument/2006/relationships/image" Target="../media/image349.png"/><Relationship Id="rId157" Type="http://schemas.openxmlformats.org/officeDocument/2006/relationships/customXml" Target="../ink/ink395.xml"/><Relationship Id="rId178" Type="http://schemas.openxmlformats.org/officeDocument/2006/relationships/image" Target="../media/image370.png"/><Relationship Id="rId61" Type="http://schemas.openxmlformats.org/officeDocument/2006/relationships/customXml" Target="../ink/ink347.xml"/><Relationship Id="rId82" Type="http://schemas.openxmlformats.org/officeDocument/2006/relationships/image" Target="../media/image322.png"/><Relationship Id="rId199" Type="http://schemas.openxmlformats.org/officeDocument/2006/relationships/customXml" Target="../ink/ink416.xml"/><Relationship Id="rId203" Type="http://schemas.openxmlformats.org/officeDocument/2006/relationships/customXml" Target="../ink/ink418.xml"/><Relationship Id="rId19" Type="http://schemas.openxmlformats.org/officeDocument/2006/relationships/customXml" Target="../ink/ink326.xml"/><Relationship Id="rId224" Type="http://schemas.openxmlformats.org/officeDocument/2006/relationships/image" Target="../media/image393.png"/><Relationship Id="rId30" Type="http://schemas.openxmlformats.org/officeDocument/2006/relationships/image" Target="../media/image296.png"/><Relationship Id="rId105" Type="http://schemas.openxmlformats.org/officeDocument/2006/relationships/customXml" Target="../ink/ink369.xml"/><Relationship Id="rId126" Type="http://schemas.openxmlformats.org/officeDocument/2006/relationships/image" Target="../media/image344.png"/><Relationship Id="rId147" Type="http://schemas.openxmlformats.org/officeDocument/2006/relationships/customXml" Target="../ink/ink390.xml"/><Relationship Id="rId168" Type="http://schemas.openxmlformats.org/officeDocument/2006/relationships/image" Target="../media/image365.png"/><Relationship Id="rId51" Type="http://schemas.openxmlformats.org/officeDocument/2006/relationships/customXml" Target="../ink/ink342.xml"/><Relationship Id="rId72" Type="http://schemas.openxmlformats.org/officeDocument/2006/relationships/image" Target="../media/image317.png"/><Relationship Id="rId93" Type="http://schemas.openxmlformats.org/officeDocument/2006/relationships/customXml" Target="../ink/ink363.xml"/><Relationship Id="rId189" Type="http://schemas.openxmlformats.org/officeDocument/2006/relationships/customXml" Target="../ink/ink411.xml"/><Relationship Id="rId3" Type="http://schemas.openxmlformats.org/officeDocument/2006/relationships/customXml" Target="../ink/ink318.xml"/><Relationship Id="rId214" Type="http://schemas.openxmlformats.org/officeDocument/2006/relationships/image" Target="../media/image388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90.xml"/><Relationship Id="rId21" Type="http://schemas.openxmlformats.org/officeDocument/2006/relationships/customXml" Target="../ink/ink442.xml"/><Relationship Id="rId42" Type="http://schemas.openxmlformats.org/officeDocument/2006/relationships/image" Target="../media/image417.png"/><Relationship Id="rId63" Type="http://schemas.openxmlformats.org/officeDocument/2006/relationships/customXml" Target="../ink/ink463.xml"/><Relationship Id="rId84" Type="http://schemas.openxmlformats.org/officeDocument/2006/relationships/image" Target="../media/image438.png"/><Relationship Id="rId138" Type="http://schemas.openxmlformats.org/officeDocument/2006/relationships/image" Target="../media/image465.png"/><Relationship Id="rId159" Type="http://schemas.openxmlformats.org/officeDocument/2006/relationships/customXml" Target="../ink/ink511.xml"/><Relationship Id="rId170" Type="http://schemas.openxmlformats.org/officeDocument/2006/relationships/image" Target="../media/image481.png"/><Relationship Id="rId191" Type="http://schemas.openxmlformats.org/officeDocument/2006/relationships/customXml" Target="../ink/ink527.xml"/><Relationship Id="rId205" Type="http://schemas.openxmlformats.org/officeDocument/2006/relationships/customXml" Target="../ink/ink534.xml"/><Relationship Id="rId226" Type="http://schemas.openxmlformats.org/officeDocument/2006/relationships/image" Target="../media/image509.png"/><Relationship Id="rId247" Type="http://schemas.openxmlformats.org/officeDocument/2006/relationships/customXml" Target="../ink/ink555.xml"/><Relationship Id="rId107" Type="http://schemas.openxmlformats.org/officeDocument/2006/relationships/customXml" Target="../ink/ink485.xml"/><Relationship Id="rId11" Type="http://schemas.openxmlformats.org/officeDocument/2006/relationships/customXml" Target="../ink/ink437.xml"/><Relationship Id="rId32" Type="http://schemas.openxmlformats.org/officeDocument/2006/relationships/image" Target="../media/image412.png"/><Relationship Id="rId53" Type="http://schemas.openxmlformats.org/officeDocument/2006/relationships/customXml" Target="../ink/ink458.xml"/><Relationship Id="rId74" Type="http://schemas.openxmlformats.org/officeDocument/2006/relationships/image" Target="../media/image433.png"/><Relationship Id="rId128" Type="http://schemas.openxmlformats.org/officeDocument/2006/relationships/image" Target="../media/image460.png"/><Relationship Id="rId149" Type="http://schemas.openxmlformats.org/officeDocument/2006/relationships/customXml" Target="../ink/ink506.xml"/><Relationship Id="rId5" Type="http://schemas.openxmlformats.org/officeDocument/2006/relationships/customXml" Target="../ink/ink434.xml"/><Relationship Id="rId95" Type="http://schemas.openxmlformats.org/officeDocument/2006/relationships/customXml" Target="../ink/ink479.xml"/><Relationship Id="rId160" Type="http://schemas.openxmlformats.org/officeDocument/2006/relationships/image" Target="../media/image476.png"/><Relationship Id="rId181" Type="http://schemas.openxmlformats.org/officeDocument/2006/relationships/customXml" Target="../ink/ink522.xml"/><Relationship Id="rId216" Type="http://schemas.openxmlformats.org/officeDocument/2006/relationships/image" Target="../media/image504.png"/><Relationship Id="rId237" Type="http://schemas.openxmlformats.org/officeDocument/2006/relationships/customXml" Target="../ink/ink550.xml"/><Relationship Id="rId22" Type="http://schemas.openxmlformats.org/officeDocument/2006/relationships/image" Target="../media/image407.png"/><Relationship Id="rId43" Type="http://schemas.openxmlformats.org/officeDocument/2006/relationships/customXml" Target="../ink/ink453.xml"/><Relationship Id="rId64" Type="http://schemas.openxmlformats.org/officeDocument/2006/relationships/image" Target="../media/image428.png"/><Relationship Id="rId118" Type="http://schemas.openxmlformats.org/officeDocument/2006/relationships/image" Target="../media/image455.png"/><Relationship Id="rId139" Type="http://schemas.openxmlformats.org/officeDocument/2006/relationships/customXml" Target="../ink/ink501.xml"/><Relationship Id="rId85" Type="http://schemas.openxmlformats.org/officeDocument/2006/relationships/customXml" Target="../ink/ink474.xml"/><Relationship Id="rId150" Type="http://schemas.openxmlformats.org/officeDocument/2006/relationships/image" Target="../media/image471.png"/><Relationship Id="rId171" Type="http://schemas.openxmlformats.org/officeDocument/2006/relationships/customXml" Target="../ink/ink517.xml"/><Relationship Id="rId192" Type="http://schemas.openxmlformats.org/officeDocument/2006/relationships/image" Target="../media/image492.png"/><Relationship Id="rId206" Type="http://schemas.openxmlformats.org/officeDocument/2006/relationships/image" Target="../media/image499.png"/><Relationship Id="rId227" Type="http://schemas.openxmlformats.org/officeDocument/2006/relationships/customXml" Target="../ink/ink545.xml"/><Relationship Id="rId248" Type="http://schemas.openxmlformats.org/officeDocument/2006/relationships/image" Target="../media/image520.png"/><Relationship Id="rId12" Type="http://schemas.openxmlformats.org/officeDocument/2006/relationships/image" Target="../media/image402.png"/><Relationship Id="rId33" Type="http://schemas.openxmlformats.org/officeDocument/2006/relationships/customXml" Target="../ink/ink448.xml"/><Relationship Id="rId108" Type="http://schemas.openxmlformats.org/officeDocument/2006/relationships/image" Target="../media/image450.png"/><Relationship Id="rId129" Type="http://schemas.openxmlformats.org/officeDocument/2006/relationships/customXml" Target="../ink/ink496.xml"/><Relationship Id="rId54" Type="http://schemas.openxmlformats.org/officeDocument/2006/relationships/image" Target="../media/image423.png"/><Relationship Id="rId75" Type="http://schemas.openxmlformats.org/officeDocument/2006/relationships/customXml" Target="../ink/ink469.xml"/><Relationship Id="rId96" Type="http://schemas.openxmlformats.org/officeDocument/2006/relationships/image" Target="../media/image444.png"/><Relationship Id="rId140" Type="http://schemas.openxmlformats.org/officeDocument/2006/relationships/image" Target="../media/image466.png"/><Relationship Id="rId161" Type="http://schemas.openxmlformats.org/officeDocument/2006/relationships/customXml" Target="../ink/ink512.xml"/><Relationship Id="rId182" Type="http://schemas.openxmlformats.org/officeDocument/2006/relationships/image" Target="../media/image487.png"/><Relationship Id="rId217" Type="http://schemas.openxmlformats.org/officeDocument/2006/relationships/customXml" Target="../ink/ink540.xml"/><Relationship Id="rId6" Type="http://schemas.openxmlformats.org/officeDocument/2006/relationships/image" Target="../media/image399.png"/><Relationship Id="rId238" Type="http://schemas.openxmlformats.org/officeDocument/2006/relationships/image" Target="../media/image515.png"/><Relationship Id="rId23" Type="http://schemas.openxmlformats.org/officeDocument/2006/relationships/customXml" Target="../ink/ink443.xml"/><Relationship Id="rId119" Type="http://schemas.openxmlformats.org/officeDocument/2006/relationships/customXml" Target="../ink/ink491.xml"/><Relationship Id="rId44" Type="http://schemas.openxmlformats.org/officeDocument/2006/relationships/image" Target="../media/image418.png"/><Relationship Id="rId65" Type="http://schemas.openxmlformats.org/officeDocument/2006/relationships/customXml" Target="../ink/ink464.xml"/><Relationship Id="rId86" Type="http://schemas.openxmlformats.org/officeDocument/2006/relationships/image" Target="../media/image439.png"/><Relationship Id="rId130" Type="http://schemas.openxmlformats.org/officeDocument/2006/relationships/image" Target="../media/image461.png"/><Relationship Id="rId151" Type="http://schemas.openxmlformats.org/officeDocument/2006/relationships/customXml" Target="../ink/ink507.xml"/><Relationship Id="rId172" Type="http://schemas.openxmlformats.org/officeDocument/2006/relationships/image" Target="../media/image482.png"/><Relationship Id="rId193" Type="http://schemas.openxmlformats.org/officeDocument/2006/relationships/customXml" Target="../ink/ink528.xml"/><Relationship Id="rId207" Type="http://schemas.openxmlformats.org/officeDocument/2006/relationships/customXml" Target="../ink/ink535.xml"/><Relationship Id="rId228" Type="http://schemas.openxmlformats.org/officeDocument/2006/relationships/image" Target="../media/image510.png"/><Relationship Id="rId249" Type="http://schemas.openxmlformats.org/officeDocument/2006/relationships/customXml" Target="../ink/ink556.xml"/><Relationship Id="rId13" Type="http://schemas.openxmlformats.org/officeDocument/2006/relationships/customXml" Target="../ink/ink438.xml"/><Relationship Id="rId109" Type="http://schemas.openxmlformats.org/officeDocument/2006/relationships/customXml" Target="../ink/ink486.xml"/><Relationship Id="rId34" Type="http://schemas.openxmlformats.org/officeDocument/2006/relationships/image" Target="../media/image413.png"/><Relationship Id="rId55" Type="http://schemas.openxmlformats.org/officeDocument/2006/relationships/customXml" Target="../ink/ink459.xml"/><Relationship Id="rId76" Type="http://schemas.openxmlformats.org/officeDocument/2006/relationships/image" Target="../media/image434.png"/><Relationship Id="rId97" Type="http://schemas.openxmlformats.org/officeDocument/2006/relationships/customXml" Target="../ink/ink480.xml"/><Relationship Id="rId120" Type="http://schemas.openxmlformats.org/officeDocument/2006/relationships/image" Target="../media/image456.png"/><Relationship Id="rId141" Type="http://schemas.openxmlformats.org/officeDocument/2006/relationships/customXml" Target="../ink/ink502.xml"/><Relationship Id="rId7" Type="http://schemas.openxmlformats.org/officeDocument/2006/relationships/customXml" Target="../ink/ink435.xml"/><Relationship Id="rId162" Type="http://schemas.openxmlformats.org/officeDocument/2006/relationships/image" Target="../media/image477.png"/><Relationship Id="rId183" Type="http://schemas.openxmlformats.org/officeDocument/2006/relationships/customXml" Target="../ink/ink523.xml"/><Relationship Id="rId218" Type="http://schemas.openxmlformats.org/officeDocument/2006/relationships/image" Target="../media/image505.png"/><Relationship Id="rId239" Type="http://schemas.openxmlformats.org/officeDocument/2006/relationships/customXml" Target="../ink/ink551.xml"/><Relationship Id="rId250" Type="http://schemas.openxmlformats.org/officeDocument/2006/relationships/image" Target="../media/image521.png"/><Relationship Id="rId24" Type="http://schemas.openxmlformats.org/officeDocument/2006/relationships/image" Target="../media/image408.png"/><Relationship Id="rId45" Type="http://schemas.openxmlformats.org/officeDocument/2006/relationships/customXml" Target="../ink/ink454.xml"/><Relationship Id="rId66" Type="http://schemas.openxmlformats.org/officeDocument/2006/relationships/image" Target="../media/image429.png"/><Relationship Id="rId87" Type="http://schemas.openxmlformats.org/officeDocument/2006/relationships/customXml" Target="../ink/ink475.xml"/><Relationship Id="rId110" Type="http://schemas.openxmlformats.org/officeDocument/2006/relationships/image" Target="../media/image451.png"/><Relationship Id="rId131" Type="http://schemas.openxmlformats.org/officeDocument/2006/relationships/customXml" Target="../ink/ink497.xml"/><Relationship Id="rId152" Type="http://schemas.openxmlformats.org/officeDocument/2006/relationships/image" Target="../media/image472.png"/><Relationship Id="rId173" Type="http://schemas.openxmlformats.org/officeDocument/2006/relationships/customXml" Target="../ink/ink518.xml"/><Relationship Id="rId194" Type="http://schemas.openxmlformats.org/officeDocument/2006/relationships/image" Target="../media/image493.png"/><Relationship Id="rId208" Type="http://schemas.openxmlformats.org/officeDocument/2006/relationships/image" Target="../media/image500.png"/><Relationship Id="rId229" Type="http://schemas.openxmlformats.org/officeDocument/2006/relationships/customXml" Target="../ink/ink546.xml"/><Relationship Id="rId240" Type="http://schemas.openxmlformats.org/officeDocument/2006/relationships/image" Target="../media/image516.png"/><Relationship Id="rId14" Type="http://schemas.openxmlformats.org/officeDocument/2006/relationships/image" Target="../media/image403.png"/><Relationship Id="rId35" Type="http://schemas.openxmlformats.org/officeDocument/2006/relationships/customXml" Target="../ink/ink449.xml"/><Relationship Id="rId56" Type="http://schemas.openxmlformats.org/officeDocument/2006/relationships/image" Target="../media/image424.png"/><Relationship Id="rId77" Type="http://schemas.openxmlformats.org/officeDocument/2006/relationships/customXml" Target="../ink/ink470.xml"/><Relationship Id="rId100" Type="http://schemas.openxmlformats.org/officeDocument/2006/relationships/image" Target="../media/image446.png"/><Relationship Id="rId8" Type="http://schemas.openxmlformats.org/officeDocument/2006/relationships/image" Target="../media/image400.png"/><Relationship Id="rId98" Type="http://schemas.openxmlformats.org/officeDocument/2006/relationships/image" Target="../media/image445.png"/><Relationship Id="rId121" Type="http://schemas.openxmlformats.org/officeDocument/2006/relationships/customXml" Target="../ink/ink492.xml"/><Relationship Id="rId142" Type="http://schemas.openxmlformats.org/officeDocument/2006/relationships/image" Target="../media/image467.png"/><Relationship Id="rId163" Type="http://schemas.openxmlformats.org/officeDocument/2006/relationships/customXml" Target="../ink/ink513.xml"/><Relationship Id="rId184" Type="http://schemas.openxmlformats.org/officeDocument/2006/relationships/image" Target="../media/image488.png"/><Relationship Id="rId219" Type="http://schemas.openxmlformats.org/officeDocument/2006/relationships/customXml" Target="../ink/ink541.xml"/><Relationship Id="rId230" Type="http://schemas.openxmlformats.org/officeDocument/2006/relationships/image" Target="../media/image511.png"/><Relationship Id="rId251" Type="http://schemas.openxmlformats.org/officeDocument/2006/relationships/customXml" Target="../ink/ink557.xml"/><Relationship Id="rId25" Type="http://schemas.openxmlformats.org/officeDocument/2006/relationships/customXml" Target="../ink/ink444.xml"/><Relationship Id="rId46" Type="http://schemas.openxmlformats.org/officeDocument/2006/relationships/image" Target="../media/image419.png"/><Relationship Id="rId67" Type="http://schemas.openxmlformats.org/officeDocument/2006/relationships/customXml" Target="../ink/ink465.xml"/><Relationship Id="rId88" Type="http://schemas.openxmlformats.org/officeDocument/2006/relationships/image" Target="../media/image440.png"/><Relationship Id="rId111" Type="http://schemas.openxmlformats.org/officeDocument/2006/relationships/customXml" Target="../ink/ink487.xml"/><Relationship Id="rId132" Type="http://schemas.openxmlformats.org/officeDocument/2006/relationships/image" Target="../media/image462.png"/><Relationship Id="rId153" Type="http://schemas.openxmlformats.org/officeDocument/2006/relationships/customXml" Target="../ink/ink508.xml"/><Relationship Id="rId174" Type="http://schemas.openxmlformats.org/officeDocument/2006/relationships/image" Target="../media/image483.png"/><Relationship Id="rId195" Type="http://schemas.openxmlformats.org/officeDocument/2006/relationships/customXml" Target="../ink/ink529.xml"/><Relationship Id="rId209" Type="http://schemas.openxmlformats.org/officeDocument/2006/relationships/customXml" Target="../ink/ink536.xml"/><Relationship Id="rId220" Type="http://schemas.openxmlformats.org/officeDocument/2006/relationships/image" Target="../media/image506.png"/><Relationship Id="rId241" Type="http://schemas.openxmlformats.org/officeDocument/2006/relationships/customXml" Target="../ink/ink552.xml"/><Relationship Id="rId15" Type="http://schemas.openxmlformats.org/officeDocument/2006/relationships/customXml" Target="../ink/ink439.xml"/><Relationship Id="rId36" Type="http://schemas.openxmlformats.org/officeDocument/2006/relationships/image" Target="../media/image414.png"/><Relationship Id="rId57" Type="http://schemas.openxmlformats.org/officeDocument/2006/relationships/customXml" Target="../ink/ink460.xml"/><Relationship Id="rId78" Type="http://schemas.openxmlformats.org/officeDocument/2006/relationships/image" Target="../media/image435.png"/><Relationship Id="rId99" Type="http://schemas.openxmlformats.org/officeDocument/2006/relationships/customXml" Target="../ink/ink481.xml"/><Relationship Id="rId101" Type="http://schemas.openxmlformats.org/officeDocument/2006/relationships/customXml" Target="../ink/ink482.xml"/><Relationship Id="rId122" Type="http://schemas.openxmlformats.org/officeDocument/2006/relationships/image" Target="../media/image457.png"/><Relationship Id="rId143" Type="http://schemas.openxmlformats.org/officeDocument/2006/relationships/customXml" Target="../ink/ink503.xml"/><Relationship Id="rId164" Type="http://schemas.openxmlformats.org/officeDocument/2006/relationships/image" Target="../media/image478.png"/><Relationship Id="rId185" Type="http://schemas.openxmlformats.org/officeDocument/2006/relationships/customXml" Target="../ink/ink524.xml"/><Relationship Id="rId9" Type="http://schemas.openxmlformats.org/officeDocument/2006/relationships/customXml" Target="../ink/ink436.xml"/><Relationship Id="rId210" Type="http://schemas.openxmlformats.org/officeDocument/2006/relationships/image" Target="../media/image501.png"/><Relationship Id="rId26" Type="http://schemas.openxmlformats.org/officeDocument/2006/relationships/image" Target="../media/image409.png"/><Relationship Id="rId231" Type="http://schemas.openxmlformats.org/officeDocument/2006/relationships/customXml" Target="../ink/ink547.xml"/><Relationship Id="rId252" Type="http://schemas.openxmlformats.org/officeDocument/2006/relationships/image" Target="../media/image522.png"/><Relationship Id="rId47" Type="http://schemas.openxmlformats.org/officeDocument/2006/relationships/customXml" Target="../ink/ink455.xml"/><Relationship Id="rId68" Type="http://schemas.openxmlformats.org/officeDocument/2006/relationships/image" Target="../media/image430.png"/><Relationship Id="rId89" Type="http://schemas.openxmlformats.org/officeDocument/2006/relationships/customXml" Target="../ink/ink476.xml"/><Relationship Id="rId112" Type="http://schemas.openxmlformats.org/officeDocument/2006/relationships/image" Target="../media/image452.png"/><Relationship Id="rId133" Type="http://schemas.openxmlformats.org/officeDocument/2006/relationships/customXml" Target="../ink/ink498.xml"/><Relationship Id="rId154" Type="http://schemas.openxmlformats.org/officeDocument/2006/relationships/image" Target="../media/image473.png"/><Relationship Id="rId175" Type="http://schemas.openxmlformats.org/officeDocument/2006/relationships/customXml" Target="../ink/ink519.xml"/><Relationship Id="rId196" Type="http://schemas.openxmlformats.org/officeDocument/2006/relationships/image" Target="../media/image494.png"/><Relationship Id="rId200" Type="http://schemas.openxmlformats.org/officeDocument/2006/relationships/image" Target="../media/image496.png"/><Relationship Id="rId16" Type="http://schemas.openxmlformats.org/officeDocument/2006/relationships/image" Target="../media/image404.png"/><Relationship Id="rId221" Type="http://schemas.openxmlformats.org/officeDocument/2006/relationships/customXml" Target="../ink/ink542.xml"/><Relationship Id="rId242" Type="http://schemas.openxmlformats.org/officeDocument/2006/relationships/image" Target="../media/image517.png"/><Relationship Id="rId37" Type="http://schemas.openxmlformats.org/officeDocument/2006/relationships/customXml" Target="../ink/ink450.xml"/><Relationship Id="rId58" Type="http://schemas.openxmlformats.org/officeDocument/2006/relationships/image" Target="../media/image425.png"/><Relationship Id="rId79" Type="http://schemas.openxmlformats.org/officeDocument/2006/relationships/customXml" Target="../ink/ink471.xml"/><Relationship Id="rId102" Type="http://schemas.openxmlformats.org/officeDocument/2006/relationships/image" Target="../media/image447.png"/><Relationship Id="rId123" Type="http://schemas.openxmlformats.org/officeDocument/2006/relationships/customXml" Target="../ink/ink493.xml"/><Relationship Id="rId144" Type="http://schemas.openxmlformats.org/officeDocument/2006/relationships/image" Target="../media/image468.png"/><Relationship Id="rId90" Type="http://schemas.openxmlformats.org/officeDocument/2006/relationships/image" Target="../media/image441.png"/><Relationship Id="rId165" Type="http://schemas.openxmlformats.org/officeDocument/2006/relationships/customXml" Target="../ink/ink514.xml"/><Relationship Id="rId186" Type="http://schemas.openxmlformats.org/officeDocument/2006/relationships/image" Target="../media/image489.png"/><Relationship Id="rId211" Type="http://schemas.openxmlformats.org/officeDocument/2006/relationships/customXml" Target="../ink/ink537.xml"/><Relationship Id="rId232" Type="http://schemas.openxmlformats.org/officeDocument/2006/relationships/image" Target="../media/image512.png"/><Relationship Id="rId253" Type="http://schemas.openxmlformats.org/officeDocument/2006/relationships/customXml" Target="../ink/ink558.xml"/><Relationship Id="rId27" Type="http://schemas.openxmlformats.org/officeDocument/2006/relationships/customXml" Target="../ink/ink445.xml"/><Relationship Id="rId48" Type="http://schemas.openxmlformats.org/officeDocument/2006/relationships/image" Target="../media/image420.png"/><Relationship Id="rId69" Type="http://schemas.openxmlformats.org/officeDocument/2006/relationships/customXml" Target="../ink/ink466.xml"/><Relationship Id="rId113" Type="http://schemas.openxmlformats.org/officeDocument/2006/relationships/customXml" Target="../ink/ink488.xml"/><Relationship Id="rId134" Type="http://schemas.openxmlformats.org/officeDocument/2006/relationships/image" Target="../media/image463.png"/><Relationship Id="rId80" Type="http://schemas.openxmlformats.org/officeDocument/2006/relationships/image" Target="../media/image436.png"/><Relationship Id="rId155" Type="http://schemas.openxmlformats.org/officeDocument/2006/relationships/customXml" Target="../ink/ink509.xml"/><Relationship Id="rId176" Type="http://schemas.openxmlformats.org/officeDocument/2006/relationships/image" Target="../media/image484.png"/><Relationship Id="rId197" Type="http://schemas.openxmlformats.org/officeDocument/2006/relationships/customXml" Target="../ink/ink530.xml"/><Relationship Id="rId201" Type="http://schemas.openxmlformats.org/officeDocument/2006/relationships/customXml" Target="../ink/ink532.xml"/><Relationship Id="rId222" Type="http://schemas.openxmlformats.org/officeDocument/2006/relationships/image" Target="../media/image507.png"/><Relationship Id="rId243" Type="http://schemas.openxmlformats.org/officeDocument/2006/relationships/customXml" Target="../ink/ink553.xml"/><Relationship Id="rId17" Type="http://schemas.openxmlformats.org/officeDocument/2006/relationships/customXml" Target="../ink/ink440.xml"/><Relationship Id="rId38" Type="http://schemas.openxmlformats.org/officeDocument/2006/relationships/image" Target="../media/image415.png"/><Relationship Id="rId59" Type="http://schemas.openxmlformats.org/officeDocument/2006/relationships/customXml" Target="../ink/ink461.xml"/><Relationship Id="rId103" Type="http://schemas.openxmlformats.org/officeDocument/2006/relationships/customXml" Target="../ink/ink483.xml"/><Relationship Id="rId124" Type="http://schemas.openxmlformats.org/officeDocument/2006/relationships/image" Target="../media/image458.png"/><Relationship Id="rId70" Type="http://schemas.openxmlformats.org/officeDocument/2006/relationships/image" Target="../media/image431.png"/><Relationship Id="rId91" Type="http://schemas.openxmlformats.org/officeDocument/2006/relationships/customXml" Target="../ink/ink477.xml"/><Relationship Id="rId145" Type="http://schemas.openxmlformats.org/officeDocument/2006/relationships/customXml" Target="../ink/ink504.xml"/><Relationship Id="rId166" Type="http://schemas.openxmlformats.org/officeDocument/2006/relationships/image" Target="../media/image479.png"/><Relationship Id="rId187" Type="http://schemas.openxmlformats.org/officeDocument/2006/relationships/customXml" Target="../ink/ink52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02.png"/><Relationship Id="rId233" Type="http://schemas.openxmlformats.org/officeDocument/2006/relationships/customXml" Target="../ink/ink548.xml"/><Relationship Id="rId254" Type="http://schemas.openxmlformats.org/officeDocument/2006/relationships/customXml" Target="../ink/ink559.xml"/><Relationship Id="rId28" Type="http://schemas.openxmlformats.org/officeDocument/2006/relationships/image" Target="../media/image410.png"/><Relationship Id="rId49" Type="http://schemas.openxmlformats.org/officeDocument/2006/relationships/customXml" Target="../ink/ink456.xml"/><Relationship Id="rId114" Type="http://schemas.openxmlformats.org/officeDocument/2006/relationships/image" Target="../media/image453.png"/><Relationship Id="rId60" Type="http://schemas.openxmlformats.org/officeDocument/2006/relationships/image" Target="../media/image426.png"/><Relationship Id="rId81" Type="http://schemas.openxmlformats.org/officeDocument/2006/relationships/customXml" Target="../ink/ink472.xml"/><Relationship Id="rId135" Type="http://schemas.openxmlformats.org/officeDocument/2006/relationships/customXml" Target="../ink/ink499.xml"/><Relationship Id="rId156" Type="http://schemas.openxmlformats.org/officeDocument/2006/relationships/image" Target="../media/image474.png"/><Relationship Id="rId177" Type="http://schemas.openxmlformats.org/officeDocument/2006/relationships/customXml" Target="../ink/ink520.xml"/><Relationship Id="rId198" Type="http://schemas.openxmlformats.org/officeDocument/2006/relationships/image" Target="../media/image495.png"/><Relationship Id="rId202" Type="http://schemas.openxmlformats.org/officeDocument/2006/relationships/image" Target="../media/image497.png"/><Relationship Id="rId223" Type="http://schemas.openxmlformats.org/officeDocument/2006/relationships/customXml" Target="../ink/ink543.xml"/><Relationship Id="rId244" Type="http://schemas.openxmlformats.org/officeDocument/2006/relationships/image" Target="../media/image518.png"/><Relationship Id="rId18" Type="http://schemas.openxmlformats.org/officeDocument/2006/relationships/image" Target="../media/image405.png"/><Relationship Id="rId39" Type="http://schemas.openxmlformats.org/officeDocument/2006/relationships/customXml" Target="../ink/ink451.xml"/><Relationship Id="rId50" Type="http://schemas.openxmlformats.org/officeDocument/2006/relationships/image" Target="../media/image421.png"/><Relationship Id="rId104" Type="http://schemas.openxmlformats.org/officeDocument/2006/relationships/image" Target="../media/image448.png"/><Relationship Id="rId125" Type="http://schemas.openxmlformats.org/officeDocument/2006/relationships/customXml" Target="../ink/ink494.xml"/><Relationship Id="rId146" Type="http://schemas.openxmlformats.org/officeDocument/2006/relationships/image" Target="../media/image469.png"/><Relationship Id="rId167" Type="http://schemas.openxmlformats.org/officeDocument/2006/relationships/customXml" Target="../ink/ink515.xml"/><Relationship Id="rId188" Type="http://schemas.openxmlformats.org/officeDocument/2006/relationships/image" Target="../media/image490.png"/><Relationship Id="rId71" Type="http://schemas.openxmlformats.org/officeDocument/2006/relationships/customXml" Target="../ink/ink467.xml"/><Relationship Id="rId92" Type="http://schemas.openxmlformats.org/officeDocument/2006/relationships/image" Target="../media/image442.png"/><Relationship Id="rId213" Type="http://schemas.openxmlformats.org/officeDocument/2006/relationships/customXml" Target="../ink/ink538.xml"/><Relationship Id="rId234" Type="http://schemas.openxmlformats.org/officeDocument/2006/relationships/image" Target="../media/image513.png"/><Relationship Id="rId2" Type="http://schemas.openxmlformats.org/officeDocument/2006/relationships/image" Target="../media/image70.png"/><Relationship Id="rId29" Type="http://schemas.openxmlformats.org/officeDocument/2006/relationships/customXml" Target="../ink/ink446.xml"/><Relationship Id="rId40" Type="http://schemas.openxmlformats.org/officeDocument/2006/relationships/image" Target="../media/image416.png"/><Relationship Id="rId115" Type="http://schemas.openxmlformats.org/officeDocument/2006/relationships/customXml" Target="../ink/ink489.xml"/><Relationship Id="rId136" Type="http://schemas.openxmlformats.org/officeDocument/2006/relationships/image" Target="../media/image464.png"/><Relationship Id="rId157" Type="http://schemas.openxmlformats.org/officeDocument/2006/relationships/customXml" Target="../ink/ink510.xml"/><Relationship Id="rId178" Type="http://schemas.openxmlformats.org/officeDocument/2006/relationships/image" Target="../media/image485.png"/><Relationship Id="rId61" Type="http://schemas.openxmlformats.org/officeDocument/2006/relationships/customXml" Target="../ink/ink462.xml"/><Relationship Id="rId82" Type="http://schemas.openxmlformats.org/officeDocument/2006/relationships/image" Target="../media/image437.png"/><Relationship Id="rId199" Type="http://schemas.openxmlformats.org/officeDocument/2006/relationships/customXml" Target="../ink/ink531.xml"/><Relationship Id="rId203" Type="http://schemas.openxmlformats.org/officeDocument/2006/relationships/customXml" Target="../ink/ink533.xml"/><Relationship Id="rId19" Type="http://schemas.openxmlformats.org/officeDocument/2006/relationships/customXml" Target="../ink/ink441.xml"/><Relationship Id="rId224" Type="http://schemas.openxmlformats.org/officeDocument/2006/relationships/image" Target="../media/image508.png"/><Relationship Id="rId245" Type="http://schemas.openxmlformats.org/officeDocument/2006/relationships/customXml" Target="../ink/ink554.xml"/><Relationship Id="rId30" Type="http://schemas.openxmlformats.org/officeDocument/2006/relationships/image" Target="../media/image411.png"/><Relationship Id="rId105" Type="http://schemas.openxmlformats.org/officeDocument/2006/relationships/customXml" Target="../ink/ink484.xml"/><Relationship Id="rId126" Type="http://schemas.openxmlformats.org/officeDocument/2006/relationships/image" Target="../media/image459.png"/><Relationship Id="rId147" Type="http://schemas.openxmlformats.org/officeDocument/2006/relationships/customXml" Target="../ink/ink505.xml"/><Relationship Id="rId168" Type="http://schemas.openxmlformats.org/officeDocument/2006/relationships/image" Target="../media/image480.png"/><Relationship Id="rId51" Type="http://schemas.openxmlformats.org/officeDocument/2006/relationships/customXml" Target="../ink/ink457.xml"/><Relationship Id="rId72" Type="http://schemas.openxmlformats.org/officeDocument/2006/relationships/image" Target="../media/image432.png"/><Relationship Id="rId93" Type="http://schemas.openxmlformats.org/officeDocument/2006/relationships/customXml" Target="../ink/ink478.xml"/><Relationship Id="rId189" Type="http://schemas.openxmlformats.org/officeDocument/2006/relationships/customXml" Target="../ink/ink526.xml"/><Relationship Id="rId3" Type="http://schemas.openxmlformats.org/officeDocument/2006/relationships/customXml" Target="../ink/ink433.xml"/><Relationship Id="rId214" Type="http://schemas.openxmlformats.org/officeDocument/2006/relationships/image" Target="../media/image503.png"/><Relationship Id="rId235" Type="http://schemas.openxmlformats.org/officeDocument/2006/relationships/customXml" Target="../ink/ink549.xml"/><Relationship Id="rId116" Type="http://schemas.openxmlformats.org/officeDocument/2006/relationships/image" Target="../media/image454.png"/><Relationship Id="rId137" Type="http://schemas.openxmlformats.org/officeDocument/2006/relationships/customXml" Target="../ink/ink500.xml"/><Relationship Id="rId158" Type="http://schemas.openxmlformats.org/officeDocument/2006/relationships/image" Target="../media/image475.png"/><Relationship Id="rId20" Type="http://schemas.openxmlformats.org/officeDocument/2006/relationships/image" Target="../media/image406.png"/><Relationship Id="rId41" Type="http://schemas.openxmlformats.org/officeDocument/2006/relationships/customXml" Target="../ink/ink452.xml"/><Relationship Id="rId62" Type="http://schemas.openxmlformats.org/officeDocument/2006/relationships/image" Target="../media/image427.png"/><Relationship Id="rId83" Type="http://schemas.openxmlformats.org/officeDocument/2006/relationships/customXml" Target="../ink/ink473.xml"/><Relationship Id="rId179" Type="http://schemas.openxmlformats.org/officeDocument/2006/relationships/customXml" Target="../ink/ink521.xml"/><Relationship Id="rId190" Type="http://schemas.openxmlformats.org/officeDocument/2006/relationships/image" Target="../media/image491.png"/><Relationship Id="rId204" Type="http://schemas.openxmlformats.org/officeDocument/2006/relationships/image" Target="../media/image498.png"/><Relationship Id="rId225" Type="http://schemas.openxmlformats.org/officeDocument/2006/relationships/customXml" Target="../ink/ink544.xml"/><Relationship Id="rId246" Type="http://schemas.openxmlformats.org/officeDocument/2006/relationships/image" Target="../media/image519.png"/><Relationship Id="rId106" Type="http://schemas.openxmlformats.org/officeDocument/2006/relationships/image" Target="../media/image449.png"/><Relationship Id="rId127" Type="http://schemas.openxmlformats.org/officeDocument/2006/relationships/customXml" Target="../ink/ink495.xml"/><Relationship Id="rId10" Type="http://schemas.openxmlformats.org/officeDocument/2006/relationships/image" Target="../media/image401.png"/><Relationship Id="rId31" Type="http://schemas.openxmlformats.org/officeDocument/2006/relationships/customXml" Target="../ink/ink447.xml"/><Relationship Id="rId52" Type="http://schemas.openxmlformats.org/officeDocument/2006/relationships/image" Target="../media/image422.png"/><Relationship Id="rId73" Type="http://schemas.openxmlformats.org/officeDocument/2006/relationships/customXml" Target="../ink/ink468.xml"/><Relationship Id="rId94" Type="http://schemas.openxmlformats.org/officeDocument/2006/relationships/image" Target="../media/image443.png"/><Relationship Id="rId148" Type="http://schemas.openxmlformats.org/officeDocument/2006/relationships/image" Target="../media/image470.png"/><Relationship Id="rId169" Type="http://schemas.openxmlformats.org/officeDocument/2006/relationships/customXml" Target="../ink/ink516.xml"/><Relationship Id="rId4" Type="http://schemas.openxmlformats.org/officeDocument/2006/relationships/image" Target="../media/image398.png"/><Relationship Id="rId180" Type="http://schemas.openxmlformats.org/officeDocument/2006/relationships/image" Target="../media/image486.png"/><Relationship Id="rId215" Type="http://schemas.openxmlformats.org/officeDocument/2006/relationships/customXml" Target="../ink/ink539.xml"/><Relationship Id="rId236" Type="http://schemas.openxmlformats.org/officeDocument/2006/relationships/image" Target="../media/image514.png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2.xml"/><Relationship Id="rId21" Type="http://schemas.openxmlformats.org/officeDocument/2006/relationships/image" Target="../media/image468.png"/><Relationship Id="rId42" Type="http://schemas.openxmlformats.org/officeDocument/2006/relationships/image" Target="../media/image524.png"/><Relationship Id="rId47" Type="http://schemas.openxmlformats.org/officeDocument/2006/relationships/image" Target="../media/image525.png"/><Relationship Id="rId63" Type="http://schemas.openxmlformats.org/officeDocument/2006/relationships/image" Target="../media/image533.png"/><Relationship Id="rId68" Type="http://schemas.openxmlformats.org/officeDocument/2006/relationships/customXml" Target="../ink/ink595.xml"/><Relationship Id="rId7" Type="http://schemas.openxmlformats.org/officeDocument/2006/relationships/image" Target="../media/image461.png"/><Relationship Id="rId2" Type="http://schemas.openxmlformats.org/officeDocument/2006/relationships/customXml" Target="../ink/ink560.xml"/><Relationship Id="rId16" Type="http://schemas.openxmlformats.org/officeDocument/2006/relationships/customXml" Target="../ink/ink567.xml"/><Relationship Id="rId29" Type="http://schemas.openxmlformats.org/officeDocument/2006/relationships/image" Target="../media/image472.png"/><Relationship Id="rId11" Type="http://schemas.openxmlformats.org/officeDocument/2006/relationships/image" Target="../media/image463.png"/><Relationship Id="rId24" Type="http://schemas.openxmlformats.org/officeDocument/2006/relationships/customXml" Target="../ink/ink571.xml"/><Relationship Id="rId32" Type="http://schemas.openxmlformats.org/officeDocument/2006/relationships/customXml" Target="../ink/ink575.xml"/><Relationship Id="rId37" Type="http://schemas.openxmlformats.org/officeDocument/2006/relationships/image" Target="../media/image476.png"/><Relationship Id="rId40" Type="http://schemas.openxmlformats.org/officeDocument/2006/relationships/customXml" Target="../ink/ink579.xml"/><Relationship Id="rId45" Type="http://schemas.openxmlformats.org/officeDocument/2006/relationships/customXml" Target="../ink/ink583.xml"/><Relationship Id="rId53" Type="http://schemas.openxmlformats.org/officeDocument/2006/relationships/image" Target="../media/image528.png"/><Relationship Id="rId58" Type="http://schemas.openxmlformats.org/officeDocument/2006/relationships/customXml" Target="../ink/ink590.xml"/><Relationship Id="rId66" Type="http://schemas.openxmlformats.org/officeDocument/2006/relationships/customXml" Target="../ink/ink594.xml"/><Relationship Id="rId5" Type="http://schemas.openxmlformats.org/officeDocument/2006/relationships/image" Target="../media/image460.png"/><Relationship Id="rId61" Type="http://schemas.openxmlformats.org/officeDocument/2006/relationships/image" Target="../media/image532.png"/><Relationship Id="rId19" Type="http://schemas.openxmlformats.org/officeDocument/2006/relationships/image" Target="../media/image467.png"/><Relationship Id="rId14" Type="http://schemas.openxmlformats.org/officeDocument/2006/relationships/customXml" Target="../ink/ink566.xml"/><Relationship Id="rId22" Type="http://schemas.openxmlformats.org/officeDocument/2006/relationships/customXml" Target="../ink/ink570.xml"/><Relationship Id="rId27" Type="http://schemas.openxmlformats.org/officeDocument/2006/relationships/image" Target="../media/image471.png"/><Relationship Id="rId30" Type="http://schemas.openxmlformats.org/officeDocument/2006/relationships/customXml" Target="../ink/ink574.xml"/><Relationship Id="rId35" Type="http://schemas.openxmlformats.org/officeDocument/2006/relationships/image" Target="../media/image475.png"/><Relationship Id="rId43" Type="http://schemas.openxmlformats.org/officeDocument/2006/relationships/customXml" Target="../ink/ink581.xml"/><Relationship Id="rId48" Type="http://schemas.openxmlformats.org/officeDocument/2006/relationships/customXml" Target="../ink/ink585.xml"/><Relationship Id="rId56" Type="http://schemas.openxmlformats.org/officeDocument/2006/relationships/customXml" Target="../ink/ink589.xml"/><Relationship Id="rId64" Type="http://schemas.openxmlformats.org/officeDocument/2006/relationships/customXml" Target="../ink/ink593.xml"/><Relationship Id="rId69" Type="http://schemas.openxmlformats.org/officeDocument/2006/relationships/image" Target="../media/image536.png"/><Relationship Id="rId8" Type="http://schemas.openxmlformats.org/officeDocument/2006/relationships/customXml" Target="../ink/ink563.xml"/><Relationship Id="rId51" Type="http://schemas.openxmlformats.org/officeDocument/2006/relationships/image" Target="../media/image527.png"/><Relationship Id="rId3" Type="http://schemas.openxmlformats.org/officeDocument/2006/relationships/image" Target="../media/image459.png"/><Relationship Id="rId12" Type="http://schemas.openxmlformats.org/officeDocument/2006/relationships/customXml" Target="../ink/ink565.xml"/><Relationship Id="rId17" Type="http://schemas.openxmlformats.org/officeDocument/2006/relationships/image" Target="../media/image466.png"/><Relationship Id="rId25" Type="http://schemas.openxmlformats.org/officeDocument/2006/relationships/image" Target="../media/image470.png"/><Relationship Id="rId33" Type="http://schemas.openxmlformats.org/officeDocument/2006/relationships/image" Target="../media/image474.png"/><Relationship Id="rId38" Type="http://schemas.openxmlformats.org/officeDocument/2006/relationships/customXml" Target="../ink/ink578.xml"/><Relationship Id="rId46" Type="http://schemas.openxmlformats.org/officeDocument/2006/relationships/customXml" Target="../ink/ink584.xml"/><Relationship Id="rId59" Type="http://schemas.openxmlformats.org/officeDocument/2006/relationships/image" Target="../media/image531.png"/><Relationship Id="rId67" Type="http://schemas.openxmlformats.org/officeDocument/2006/relationships/image" Target="../media/image535.png"/><Relationship Id="rId20" Type="http://schemas.openxmlformats.org/officeDocument/2006/relationships/customXml" Target="../ink/ink569.xml"/><Relationship Id="rId41" Type="http://schemas.openxmlformats.org/officeDocument/2006/relationships/customXml" Target="../ink/ink580.xml"/><Relationship Id="rId54" Type="http://schemas.openxmlformats.org/officeDocument/2006/relationships/customXml" Target="../ink/ink588.xml"/><Relationship Id="rId62" Type="http://schemas.openxmlformats.org/officeDocument/2006/relationships/customXml" Target="../ink/ink59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2.xml"/><Relationship Id="rId15" Type="http://schemas.openxmlformats.org/officeDocument/2006/relationships/image" Target="../media/image465.png"/><Relationship Id="rId23" Type="http://schemas.openxmlformats.org/officeDocument/2006/relationships/image" Target="../media/image469.png"/><Relationship Id="rId28" Type="http://schemas.openxmlformats.org/officeDocument/2006/relationships/customXml" Target="../ink/ink573.xml"/><Relationship Id="rId36" Type="http://schemas.openxmlformats.org/officeDocument/2006/relationships/customXml" Target="../ink/ink577.xml"/><Relationship Id="rId49" Type="http://schemas.openxmlformats.org/officeDocument/2006/relationships/image" Target="../media/image526.png"/><Relationship Id="rId57" Type="http://schemas.openxmlformats.org/officeDocument/2006/relationships/image" Target="../media/image530.png"/><Relationship Id="rId10" Type="http://schemas.openxmlformats.org/officeDocument/2006/relationships/customXml" Target="../ink/ink564.xml"/><Relationship Id="rId31" Type="http://schemas.openxmlformats.org/officeDocument/2006/relationships/image" Target="../media/image473.png"/><Relationship Id="rId44" Type="http://schemas.openxmlformats.org/officeDocument/2006/relationships/customXml" Target="../ink/ink582.xml"/><Relationship Id="rId52" Type="http://schemas.openxmlformats.org/officeDocument/2006/relationships/customXml" Target="../ink/ink587.xml"/><Relationship Id="rId60" Type="http://schemas.openxmlformats.org/officeDocument/2006/relationships/customXml" Target="../ink/ink591.xml"/><Relationship Id="rId65" Type="http://schemas.openxmlformats.org/officeDocument/2006/relationships/image" Target="../media/image534.png"/><Relationship Id="rId4" Type="http://schemas.openxmlformats.org/officeDocument/2006/relationships/customXml" Target="../ink/ink561.xml"/><Relationship Id="rId9" Type="http://schemas.openxmlformats.org/officeDocument/2006/relationships/image" Target="../media/image462.png"/><Relationship Id="rId13" Type="http://schemas.openxmlformats.org/officeDocument/2006/relationships/image" Target="../media/image464.png"/><Relationship Id="rId18" Type="http://schemas.openxmlformats.org/officeDocument/2006/relationships/customXml" Target="../ink/ink568.xml"/><Relationship Id="rId39" Type="http://schemas.openxmlformats.org/officeDocument/2006/relationships/image" Target="../media/image523.png"/><Relationship Id="rId34" Type="http://schemas.openxmlformats.org/officeDocument/2006/relationships/customXml" Target="../ink/ink576.xml"/><Relationship Id="rId50" Type="http://schemas.openxmlformats.org/officeDocument/2006/relationships/customXml" Target="../ink/ink586.xml"/><Relationship Id="rId55" Type="http://schemas.openxmlformats.org/officeDocument/2006/relationships/image" Target="../media/image5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1         </a:t>
            </a:r>
            <a:r>
              <a:rPr lang="en-US" sz="3200" b="1" dirty="0">
                <a:solidFill>
                  <a:srgbClr val="0000FF"/>
                </a:solidFill>
              </a:rPr>
              <a:t>03</a:t>
            </a:r>
            <a:r>
              <a:rPr lang="ro-RO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>
                <a:solidFill>
                  <a:srgbClr val="0000FF"/>
                </a:solidFill>
              </a:rPr>
              <a:t>16</a:t>
            </a:r>
            <a:r>
              <a:rPr lang="ro-RO" sz="3200" b="1">
                <a:solidFill>
                  <a:srgbClr val="0000FF"/>
                </a:solidFill>
              </a:rPr>
              <a:t>:00</a:t>
            </a:r>
            <a:endParaRPr lang="ro-RO" sz="32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609660" y="594391"/>
            <a:ext cx="6583608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</a:rPr>
              <a:t>Agend</a:t>
            </a:r>
            <a:r>
              <a:rPr lang="ro-RO" sz="3200" b="1" dirty="0">
                <a:solidFill>
                  <a:srgbClr val="0000FF"/>
                </a:solidFill>
              </a:rPr>
              <a:t>ă:</a:t>
            </a:r>
          </a:p>
          <a:p>
            <a:endParaRPr lang="en-US" sz="32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1) Porți logice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Forme de reprezentare a funcțiilor binare: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Tabelul de adevăr complet;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Tabelul de adevăr redus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Forme canonice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Forme analitice reduse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Diagrame </a:t>
            </a:r>
            <a:r>
              <a:rPr lang="ro-RO" sz="2400" b="1" dirty="0" err="1">
                <a:solidFill>
                  <a:srgbClr val="0000FF"/>
                </a:solidFill>
              </a:rPr>
              <a:t>Veitch</a:t>
            </a:r>
            <a:r>
              <a:rPr lang="ro-RO" sz="2400" b="1" dirty="0">
                <a:solidFill>
                  <a:srgbClr val="0000FF"/>
                </a:solidFill>
              </a:rPr>
              <a:t> – </a:t>
            </a:r>
            <a:r>
              <a:rPr lang="ro-RO" sz="2400" b="1" dirty="0" err="1">
                <a:solidFill>
                  <a:srgbClr val="0000FF"/>
                </a:solidFill>
              </a:rPr>
              <a:t>Karnaugh</a:t>
            </a:r>
            <a:endParaRPr lang="ro-RO" sz="2400" b="1" dirty="0">
              <a:solidFill>
                <a:srgbClr val="0000FF"/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0D2D16DE-1110-4362-9398-36F31B704857}"/>
                  </a:ext>
                </a:extLst>
              </p14:cNvPr>
              <p14:cNvContentPartPr/>
              <p14:nvPr/>
            </p14:nvContentPartPr>
            <p14:xfrm>
              <a:off x="7377309" y="1217065"/>
              <a:ext cx="253080" cy="464040"/>
            </p14:xfrm>
          </p:contentPart>
        </mc:Choice>
        <mc:Fallback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0D2D16DE-1110-4362-9398-36F31B7048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9309" y="1199065"/>
                <a:ext cx="28872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7948D13-F390-4026-9A59-C110FD35CD93}"/>
                  </a:ext>
                </a:extLst>
              </p14:cNvPr>
              <p14:cNvContentPartPr/>
              <p14:nvPr/>
            </p14:nvContentPartPr>
            <p14:xfrm>
              <a:off x="7793109" y="1284745"/>
              <a:ext cx="1248840" cy="452160"/>
            </p14:xfrm>
          </p:contentPart>
        </mc:Choice>
        <mc:Fallback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7948D13-F390-4026-9A59-C110FD35CD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5109" y="1266745"/>
                <a:ext cx="128448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ACC6243-823F-4E5F-AB7F-3C7D57DBA12D}"/>
                  </a:ext>
                </a:extLst>
              </p14:cNvPr>
              <p14:cNvContentPartPr/>
              <p14:nvPr/>
            </p14:nvContentPartPr>
            <p14:xfrm>
              <a:off x="11689749" y="1414705"/>
              <a:ext cx="120600" cy="467640"/>
            </p14:xfrm>
          </p:contentPart>
        </mc:Choice>
        <mc:Fallback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ACC6243-823F-4E5F-AB7F-3C7D57DBA1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71749" y="1396719"/>
                <a:ext cx="156240" cy="503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6C9B58E6-E96A-4D59-801B-DFB0DC81FDCD}"/>
                  </a:ext>
                </a:extLst>
              </p14:cNvPr>
              <p14:cNvContentPartPr/>
              <p14:nvPr/>
            </p14:nvContentPartPr>
            <p14:xfrm>
              <a:off x="9259389" y="1142185"/>
              <a:ext cx="2306160" cy="838800"/>
            </p14:xfrm>
          </p:contentPart>
        </mc:Choice>
        <mc:Fallback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6C9B58E6-E96A-4D59-801B-DFB0DC81FD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1392" y="1124185"/>
                <a:ext cx="2341794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D0DFD3A8-D680-4D99-93B1-E6DCB2A0A6D6}"/>
                  </a:ext>
                </a:extLst>
              </p14:cNvPr>
              <p14:cNvContentPartPr/>
              <p14:nvPr/>
            </p14:nvContentPartPr>
            <p14:xfrm>
              <a:off x="7306029" y="2130025"/>
              <a:ext cx="270360" cy="397080"/>
            </p14:xfrm>
          </p:contentPart>
        </mc:Choice>
        <mc:Fallback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D0DFD3A8-D680-4D99-93B1-E6DCB2A0A6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8053" y="2112025"/>
                <a:ext cx="305953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475AB59D-9E35-430D-B9DB-B7F8743DB803}"/>
                  </a:ext>
                </a:extLst>
              </p14:cNvPr>
              <p14:cNvContentPartPr/>
              <p14:nvPr/>
            </p14:nvContentPartPr>
            <p14:xfrm>
              <a:off x="9345789" y="2043265"/>
              <a:ext cx="917640" cy="352080"/>
            </p14:xfrm>
          </p:contentPart>
        </mc:Choice>
        <mc:Fallback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475AB59D-9E35-430D-B9DB-B7F8743DB80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27789" y="2025265"/>
                <a:ext cx="95328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038AF29E-B390-4F5A-B6E5-32395D812CD8}"/>
                  </a:ext>
                </a:extLst>
              </p14:cNvPr>
              <p14:cNvContentPartPr/>
              <p14:nvPr/>
            </p14:nvContentPartPr>
            <p14:xfrm>
              <a:off x="7794909" y="2193025"/>
              <a:ext cx="1261440" cy="476640"/>
            </p14:xfrm>
          </p:contentPart>
        </mc:Choice>
        <mc:Fallback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038AF29E-B390-4F5A-B6E5-32395D812C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76904" y="2175025"/>
                <a:ext cx="129709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BAA8C64-26FD-423E-8379-EB329D776CB3}"/>
                  </a:ext>
                </a:extLst>
              </p14:cNvPr>
              <p14:cNvContentPartPr/>
              <p14:nvPr/>
            </p14:nvContentPartPr>
            <p14:xfrm>
              <a:off x="7329429" y="2945065"/>
              <a:ext cx="276120" cy="495720"/>
            </p14:xfrm>
          </p:contentPart>
        </mc:Choice>
        <mc:Fallback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BAA8C64-26FD-423E-8379-EB329D776C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11452" y="2927065"/>
                <a:ext cx="311714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61A8053-62A7-48A4-BCA5-F6F20BA81E6F}"/>
                  </a:ext>
                </a:extLst>
              </p14:cNvPr>
              <p14:cNvContentPartPr/>
              <p14:nvPr/>
            </p14:nvContentPartPr>
            <p14:xfrm>
              <a:off x="9961749" y="3156745"/>
              <a:ext cx="42120" cy="165960"/>
            </p14:xfrm>
          </p:contentPart>
        </mc:Choice>
        <mc:Fallback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61A8053-62A7-48A4-BCA5-F6F20BA81E6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943749" y="3138745"/>
                <a:ext cx="777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4F80182-2A32-41A1-AC58-0647695A825A}"/>
                  </a:ext>
                </a:extLst>
              </p14:cNvPr>
              <p14:cNvContentPartPr/>
              <p14:nvPr/>
            </p14:nvContentPartPr>
            <p14:xfrm>
              <a:off x="7948629" y="2895745"/>
              <a:ext cx="1722240" cy="320760"/>
            </p14:xfrm>
          </p:contentPart>
        </mc:Choice>
        <mc:Fallback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4F80182-2A32-41A1-AC58-0647695A825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30633" y="2877745"/>
                <a:ext cx="1757873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F41E5B65-4080-4EB6-8AAE-04BA5DF62C8B}"/>
                  </a:ext>
                </a:extLst>
              </p14:cNvPr>
              <p14:cNvContentPartPr/>
              <p14:nvPr/>
            </p14:nvContentPartPr>
            <p14:xfrm>
              <a:off x="10481589" y="2334145"/>
              <a:ext cx="23760" cy="138240"/>
            </p14:xfrm>
          </p:contentPart>
        </mc:Choice>
        <mc:Fallback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F41E5B65-4080-4EB6-8AAE-04BA5DF62C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63589" y="2316145"/>
                <a:ext cx="594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5C3435F-250B-41C3-B9FD-C24699A82182}"/>
                  </a:ext>
                </a:extLst>
              </p14:cNvPr>
              <p14:cNvContentPartPr/>
              <p14:nvPr/>
            </p14:nvContentPartPr>
            <p14:xfrm>
              <a:off x="10616229" y="2173585"/>
              <a:ext cx="807840" cy="259920"/>
            </p14:xfrm>
          </p:contentPart>
        </mc:Choice>
        <mc:Fallback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5C3435F-250B-41C3-B9FD-C24699A8218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98229" y="2155610"/>
                <a:ext cx="843480" cy="295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B2DBC20A-1024-497E-B35D-EC6AA7D7D230}"/>
                  </a:ext>
                </a:extLst>
              </p14:cNvPr>
              <p14:cNvContentPartPr/>
              <p14:nvPr/>
            </p14:nvContentPartPr>
            <p14:xfrm>
              <a:off x="7422309" y="3536905"/>
              <a:ext cx="283320" cy="355680"/>
            </p14:xfrm>
          </p:contentPart>
        </mc:Choice>
        <mc:Fallback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B2DBC20A-1024-497E-B35D-EC6AA7D7D23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04309" y="3518905"/>
                <a:ext cx="31896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2DB169C-AD13-4E49-94FD-7385C5A20A12}"/>
                  </a:ext>
                </a:extLst>
              </p14:cNvPr>
              <p14:cNvContentPartPr/>
              <p14:nvPr/>
            </p14:nvContentPartPr>
            <p14:xfrm>
              <a:off x="10316709" y="2906185"/>
              <a:ext cx="749880" cy="341640"/>
            </p14:xfrm>
          </p:contentPart>
        </mc:Choice>
        <mc:Fallback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2DB169C-AD13-4E49-94FD-7385C5A20A1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98709" y="2888185"/>
                <a:ext cx="7855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061714C-D425-4A70-93D8-58150F1A26BC}"/>
                  </a:ext>
                </a:extLst>
              </p14:cNvPr>
              <p14:cNvContentPartPr/>
              <p14:nvPr/>
            </p14:nvContentPartPr>
            <p14:xfrm>
              <a:off x="9711549" y="3508105"/>
              <a:ext cx="1150920" cy="554040"/>
            </p14:xfrm>
          </p:contentPart>
        </mc:Choice>
        <mc:Fallback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061714C-D425-4A70-93D8-58150F1A26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93549" y="3490105"/>
                <a:ext cx="118656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5696CEB-BC5B-4A55-BA35-D4D5E707DC4D}"/>
                  </a:ext>
                </a:extLst>
              </p14:cNvPr>
              <p14:cNvContentPartPr/>
              <p14:nvPr/>
            </p14:nvContentPartPr>
            <p14:xfrm>
              <a:off x="11192949" y="3562465"/>
              <a:ext cx="648720" cy="282960"/>
            </p14:xfrm>
          </p:contentPart>
        </mc:Choice>
        <mc:Fallback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5696CEB-BC5B-4A55-BA35-D4D5E707DC4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174939" y="3544465"/>
                <a:ext cx="6843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DC27D144-5D63-4C3F-98B2-72743971F7FC}"/>
                  </a:ext>
                </a:extLst>
              </p14:cNvPr>
              <p14:cNvContentPartPr/>
              <p14:nvPr/>
            </p14:nvContentPartPr>
            <p14:xfrm>
              <a:off x="8005149" y="3477865"/>
              <a:ext cx="1400040" cy="609840"/>
            </p14:xfrm>
          </p:contentPart>
        </mc:Choice>
        <mc:Fallback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DC27D144-5D63-4C3F-98B2-72743971F7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87144" y="3459865"/>
                <a:ext cx="1435689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943B6C4-CC1B-42CB-A89A-426DFAA00659}"/>
                  </a:ext>
                </a:extLst>
              </p14:cNvPr>
              <p14:cNvContentPartPr/>
              <p14:nvPr/>
            </p14:nvContentPartPr>
            <p14:xfrm>
              <a:off x="8100189" y="4208665"/>
              <a:ext cx="326880" cy="220320"/>
            </p14:xfrm>
          </p:contentPart>
        </mc:Choice>
        <mc:Fallback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943B6C4-CC1B-42CB-A89A-426DFAA0065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82189" y="4190636"/>
                <a:ext cx="362520" cy="256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067D0FC-B9B4-4257-B10A-10C108004E8A}"/>
                  </a:ext>
                </a:extLst>
              </p14:cNvPr>
              <p14:cNvContentPartPr/>
              <p14:nvPr/>
            </p14:nvContentPartPr>
            <p14:xfrm>
              <a:off x="7367949" y="4080865"/>
              <a:ext cx="364680" cy="466200"/>
            </p14:xfrm>
          </p:contentPart>
        </mc:Choice>
        <mc:Fallback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067D0FC-B9B4-4257-B10A-10C108004E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49949" y="4062865"/>
                <a:ext cx="40032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D3255016-D80F-418E-A9BC-AA5A0012FEF9}"/>
                  </a:ext>
                </a:extLst>
              </p14:cNvPr>
              <p14:cNvContentPartPr/>
              <p14:nvPr/>
            </p14:nvContentPartPr>
            <p14:xfrm>
              <a:off x="8830629" y="4239625"/>
              <a:ext cx="403920" cy="152640"/>
            </p14:xfrm>
          </p:contentPart>
        </mc:Choice>
        <mc:Fallback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D3255016-D80F-418E-A9BC-AA5A0012FEF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12613" y="4221667"/>
                <a:ext cx="439592" cy="1881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56DB35E2-C7D4-48C4-A39B-0789606DFDAE}"/>
                  </a:ext>
                </a:extLst>
              </p14:cNvPr>
              <p14:cNvContentPartPr/>
              <p14:nvPr/>
            </p14:nvContentPartPr>
            <p14:xfrm>
              <a:off x="9567549" y="4199305"/>
              <a:ext cx="726840" cy="229320"/>
            </p14:xfrm>
          </p:contentPart>
        </mc:Choice>
        <mc:Fallback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56DB35E2-C7D4-48C4-A39B-0789606DFDA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49558" y="4181277"/>
                <a:ext cx="762462" cy="265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B9AB9037-25D6-4CE7-B61F-1C3BA9354D7E}"/>
                  </a:ext>
                </a:extLst>
              </p14:cNvPr>
              <p14:cNvContentPartPr/>
              <p14:nvPr/>
            </p14:nvContentPartPr>
            <p14:xfrm>
              <a:off x="7355349" y="4817425"/>
              <a:ext cx="241200" cy="337320"/>
            </p14:xfrm>
          </p:contentPart>
        </mc:Choice>
        <mc:Fallback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B9AB9037-25D6-4CE7-B61F-1C3BA9354D7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37349" y="4799425"/>
                <a:ext cx="27684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A730EDD-40FD-4747-BF3F-4C2618D4C3E1}"/>
                  </a:ext>
                </a:extLst>
              </p14:cNvPr>
              <p14:cNvContentPartPr/>
              <p14:nvPr/>
            </p14:nvContentPartPr>
            <p14:xfrm>
              <a:off x="8176149" y="4706545"/>
              <a:ext cx="874800" cy="365760"/>
            </p14:xfrm>
          </p:contentPart>
        </mc:Choice>
        <mc:Fallback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A730EDD-40FD-4747-BF3F-4C2618D4C3E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158142" y="4688527"/>
                <a:ext cx="910455" cy="401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C0B148F-7548-44E5-8734-F8DDAD7F700B}"/>
                  </a:ext>
                </a:extLst>
              </p14:cNvPr>
              <p14:cNvContentPartPr/>
              <p14:nvPr/>
            </p14:nvContentPartPr>
            <p14:xfrm>
              <a:off x="10106829" y="4783585"/>
              <a:ext cx="793800" cy="327240"/>
            </p14:xfrm>
          </p:contentPart>
        </mc:Choice>
        <mc:Fallback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C0B148F-7548-44E5-8734-F8DDAD7F700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88837" y="4765585"/>
                <a:ext cx="829424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F0717A8-2DB1-4C58-9D6F-01D32F8B0B1A}"/>
                  </a:ext>
                </a:extLst>
              </p14:cNvPr>
              <p14:cNvContentPartPr/>
              <p14:nvPr/>
            </p14:nvContentPartPr>
            <p14:xfrm>
              <a:off x="9360549" y="4869985"/>
              <a:ext cx="318960" cy="173520"/>
            </p14:xfrm>
          </p:contentPart>
        </mc:Choice>
        <mc:Fallback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F0717A8-2DB1-4C58-9D6F-01D32F8B0B1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42549" y="4851948"/>
                <a:ext cx="354600" cy="2092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0244408-F972-4277-B0FE-74B7F912AD0F}"/>
                  </a:ext>
                </a:extLst>
              </p14:cNvPr>
              <p14:cNvContentPartPr/>
              <p14:nvPr/>
            </p14:nvContentPartPr>
            <p14:xfrm>
              <a:off x="11099709" y="4923265"/>
              <a:ext cx="61200" cy="205200"/>
            </p14:xfrm>
          </p:contentPart>
        </mc:Choice>
        <mc:Fallback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0244408-F972-4277-B0FE-74B7F912AD0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81709" y="4905265"/>
                <a:ext cx="968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68854E1-E78E-42C5-BD82-7CB1758993E7}"/>
                  </a:ext>
                </a:extLst>
              </p14:cNvPr>
              <p14:cNvContentPartPr/>
              <p14:nvPr/>
            </p14:nvContentPartPr>
            <p14:xfrm>
              <a:off x="11497149" y="4770985"/>
              <a:ext cx="451800" cy="231120"/>
            </p14:xfrm>
          </p:contentPart>
        </mc:Choice>
        <mc:Fallback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68854E1-E78E-42C5-BD82-7CB1758993E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479163" y="4752985"/>
                <a:ext cx="487412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E742470-E7A5-4E4F-BB96-832FA2B439AF}"/>
                  </a:ext>
                </a:extLst>
              </p14:cNvPr>
              <p14:cNvContentPartPr/>
              <p14:nvPr/>
            </p14:nvContentPartPr>
            <p14:xfrm>
              <a:off x="8961309" y="5678905"/>
              <a:ext cx="23040" cy="167400"/>
            </p14:xfrm>
          </p:contentPart>
        </mc:Choice>
        <mc:Fallback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E742470-E7A5-4E4F-BB96-832FA2B439A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43309" y="5660905"/>
                <a:ext cx="586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A559287-B14D-4837-B213-C8C11F01E9DD}"/>
                  </a:ext>
                </a:extLst>
              </p14:cNvPr>
              <p14:cNvContentPartPr/>
              <p14:nvPr/>
            </p14:nvContentPartPr>
            <p14:xfrm>
              <a:off x="10965069" y="5517985"/>
              <a:ext cx="118800" cy="130320"/>
            </p14:xfrm>
          </p:contentPart>
        </mc:Choice>
        <mc:Fallback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A559287-B14D-4837-B213-C8C11F01E9D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47069" y="5500035"/>
                <a:ext cx="154440" cy="165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AB73222-5B35-49F7-8493-61F789CA96A9}"/>
                  </a:ext>
                </a:extLst>
              </p14:cNvPr>
              <p14:cNvContentPartPr/>
              <p14:nvPr/>
            </p14:nvContentPartPr>
            <p14:xfrm>
              <a:off x="10211949" y="5467945"/>
              <a:ext cx="646920" cy="232560"/>
            </p14:xfrm>
          </p:contentPart>
        </mc:Choice>
        <mc:Fallback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AB73222-5B35-49F7-8493-61F789CA96A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193959" y="5449945"/>
                <a:ext cx="6825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7A466E5-2C59-48F8-9539-F3B7B6C592D8}"/>
                  </a:ext>
                </a:extLst>
              </p14:cNvPr>
              <p14:cNvContentPartPr/>
              <p14:nvPr/>
            </p14:nvContentPartPr>
            <p14:xfrm>
              <a:off x="9552789" y="5510425"/>
              <a:ext cx="422640" cy="255600"/>
            </p14:xfrm>
          </p:contentPart>
        </mc:Choice>
        <mc:Fallback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7A466E5-2C59-48F8-9539-F3B7B6C592D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34789" y="5492425"/>
                <a:ext cx="4582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B4E745A-4310-47DA-B8DB-3D878DEB400D}"/>
                  </a:ext>
                </a:extLst>
              </p14:cNvPr>
              <p14:cNvContentPartPr/>
              <p14:nvPr/>
            </p14:nvContentPartPr>
            <p14:xfrm>
              <a:off x="8108829" y="5463985"/>
              <a:ext cx="706320" cy="297360"/>
            </p14:xfrm>
          </p:contentPart>
        </mc:Choice>
        <mc:Fallback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B4E745A-4310-47DA-B8DB-3D878DEB400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090820" y="5446007"/>
                <a:ext cx="741978" cy="332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3B26DAE5-1A6A-4C43-B449-8A3BEC206BEB}"/>
                  </a:ext>
                </a:extLst>
              </p14:cNvPr>
              <p14:cNvContentPartPr/>
              <p14:nvPr/>
            </p14:nvContentPartPr>
            <p14:xfrm>
              <a:off x="7363269" y="5385145"/>
              <a:ext cx="349560" cy="447480"/>
            </p14:xfrm>
          </p:contentPart>
        </mc:Choice>
        <mc:Fallback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3B26DAE5-1A6A-4C43-B449-8A3BEC206BE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45288" y="5367145"/>
                <a:ext cx="385163" cy="4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360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704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o-RO" sz="2400" b="1" dirty="0">
              <a:solidFill>
                <a:srgbClr val="0000FF"/>
              </a:solidFill>
            </a:endParaRPr>
          </a:p>
          <a:p>
            <a:r>
              <a:rPr lang="en-US" sz="3200" b="1" dirty="0" err="1">
                <a:solidFill>
                  <a:srgbClr val="0000FF"/>
                </a:solidFill>
              </a:rPr>
              <a:t>Scurt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istoric</a:t>
            </a:r>
            <a:r>
              <a:rPr lang="ro-RO" sz="3200" b="1" dirty="0">
                <a:solidFill>
                  <a:srgbClr val="0000FF"/>
                </a:solidFill>
              </a:rPr>
              <a:t>: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În antichitate, Aristotel pune bazele </a:t>
            </a:r>
            <a:r>
              <a:rPr lang="ro-RO" sz="2400" b="1" i="1" dirty="0">
                <a:solidFill>
                  <a:srgbClr val="0000FF"/>
                </a:solidFill>
              </a:rPr>
              <a:t>Logicii Formale</a:t>
            </a:r>
            <a:r>
              <a:rPr lang="ro-RO" sz="2400" b="1" dirty="0">
                <a:solidFill>
                  <a:srgbClr val="0000FF"/>
                </a:solidFill>
              </a:rPr>
              <a:t>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Prin 1847, matematicianul George </a:t>
            </a:r>
            <a:r>
              <a:rPr lang="ro-RO" sz="2400" b="1" dirty="0" err="1">
                <a:solidFill>
                  <a:srgbClr val="0000FF"/>
                </a:solidFill>
              </a:rPr>
              <a:t>Bool</a:t>
            </a:r>
            <a:r>
              <a:rPr lang="ro-RO" sz="2400" b="1" dirty="0">
                <a:solidFill>
                  <a:srgbClr val="0000FF"/>
                </a:solidFill>
              </a:rPr>
              <a:t> propune un formalism matematic pentru logica formală (algebra binară, algebra booleană)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Prin 1937, matematicianul și inginerul Claude Shannon folosește algebra binară în proiectarea circuitelor de comutație din centralele telefonice;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Prin 1947 – primul tranzistor;</a:t>
            </a: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Prin 1960 – se fabrică primul circuit integrat (Texas </a:t>
            </a:r>
            <a:r>
              <a:rPr lang="ro-RO" sz="2400" b="1" dirty="0" err="1">
                <a:solidFill>
                  <a:srgbClr val="0000FF"/>
                </a:solidFill>
              </a:rPr>
              <a:t>Instruments</a:t>
            </a:r>
            <a:r>
              <a:rPr lang="ro-RO" sz="2400" b="1" dirty="0">
                <a:solidFill>
                  <a:srgbClr val="0000FF"/>
                </a:solidFill>
              </a:rPr>
              <a:t>);</a:t>
            </a: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Prin 1971 – se fabrică primul microprocesor pe 4 </a:t>
            </a:r>
            <a:r>
              <a:rPr lang="ro-RO" sz="2400" b="1" dirty="0" err="1">
                <a:solidFill>
                  <a:srgbClr val="0000FF"/>
                </a:solidFill>
              </a:rPr>
              <a:t>biti</a:t>
            </a:r>
            <a:r>
              <a:rPr lang="ro-RO" sz="2400" b="1" dirty="0">
                <a:solidFill>
                  <a:srgbClr val="0000FF"/>
                </a:solidFill>
              </a:rPr>
              <a:t> (Intel 4004);</a:t>
            </a: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Prin 1974 – se fabrică microprocesorul 8080;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Ce este un circuit logic? 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Are ca scop implementarea practică a unui tabel de adevăr sau a unei funcții logice;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Circuitele logice pot fi implementate în mai multe moduri: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/>
              <a:t>cu circuite pneumatice;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/>
              <a:t>cu circuite hidraulice;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/>
              <a:t>cu relee electromagnetice;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/>
              <a:t>cu tranzistoare;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cu circuite integrate (studiul acestor circuite face obiectul disciplinei Proiectare Logică și a disciplinei Electronică Digitală); </a:t>
            </a: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45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Ce conectăm la intrările unui circuit logic? 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Semnale electrice discrete ce provin de la alte 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     circuite logice (cazul ce mai des întâlnit);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Butoane/Contacte mecanice 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Senzori cu ieșiri digitale;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F1664FDA-4EE2-4D26-937C-976547AF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707" y="1143025"/>
            <a:ext cx="3108946" cy="1948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EFC22520-DF73-4FC8-B5D7-1D04B966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10" y="3246122"/>
            <a:ext cx="3206119" cy="1786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A819C79-EC06-48C2-999D-EF80A2B8D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853" y="3246122"/>
            <a:ext cx="32670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0057591B-2AD6-4170-BF6E-80D7FD8E1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10" y="5166341"/>
            <a:ext cx="21717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24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3200" b="1" dirty="0">
                <a:solidFill>
                  <a:srgbClr val="0000FF"/>
                </a:solidFill>
              </a:rPr>
              <a:t>Ce conectăm la ieșirile unui circuit logic? 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Intrările ce aparțin altor circuite logice (cazul ce mai des întâlnit);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Elemente de semnalizare 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 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Elemente de execuție (prin intermediul unor interfețe ) </a:t>
            </a:r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77E6CEA-75F2-486E-A3F2-880921432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293" y="1508781"/>
            <a:ext cx="5906146" cy="1920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47B64CB5-C7BB-4A7B-849C-1662228BC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67" y="4160512"/>
            <a:ext cx="3683790" cy="2534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6E2D9468-07D6-4EA9-99C4-C5854CCF6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683" y="4069073"/>
            <a:ext cx="4766702" cy="2638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916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777269"/>
            <a:ext cx="1060692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</a:rPr>
              <a:t>Agend</a:t>
            </a:r>
            <a:r>
              <a:rPr lang="ro-RO" sz="3200" b="1" dirty="0">
                <a:solidFill>
                  <a:srgbClr val="0000FF"/>
                </a:solidFill>
              </a:rPr>
              <a:t>ă:</a:t>
            </a:r>
          </a:p>
          <a:p>
            <a:endParaRPr lang="en-US" sz="3200" b="1" dirty="0">
              <a:solidFill>
                <a:srgbClr val="0000FF"/>
              </a:solidFill>
            </a:endParaRPr>
          </a:p>
          <a:p>
            <a:r>
              <a:rPr lang="ro-RO" sz="3200" b="1" dirty="0">
                <a:solidFill>
                  <a:srgbClr val="FF0000"/>
                </a:solidFill>
              </a:rPr>
              <a:t>1) Porți logice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</a:t>
            </a: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de reprezentare a funcțiilor binare:</a:t>
            </a:r>
          </a:p>
          <a:p>
            <a:endParaRPr 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complet;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redus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canonice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analitice reduse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Diagrame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Veitch</a:t>
            </a: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–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Karnaugh</a:t>
            </a:r>
            <a:endParaRPr 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45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466E6EBF-756B-4EDD-B9B6-C85AF7B1D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11125145" cy="6131295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</p:spTree>
    <p:extLst>
      <p:ext uri="{BB962C8B-B14F-4D97-AF65-F5344CB8AC3E}">
        <p14:creationId xmlns:p14="http://schemas.microsoft.com/office/powerpoint/2010/main" val="405650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6099D50-9669-48F0-832C-686FDCF0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1216584" cy="61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9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99EF502-E4F3-4238-8161-F4541780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1125145" cy="616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8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730D3E2-070F-4E90-8AC7-E20768C9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1125145" cy="618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3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C25A8DA2-713F-4518-8C55-4BD0F9403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0907840" cy="626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6BBE142A-E42D-40D9-8ED6-6F643AB4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10880784" cy="61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46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37B6BD9-BF1D-416F-ACD2-1DAE47D7F805}"/>
                  </a:ext>
                </a:extLst>
              </p14:cNvPr>
              <p14:cNvContentPartPr/>
              <p14:nvPr/>
            </p14:nvContentPartPr>
            <p14:xfrm>
              <a:off x="513549" y="476185"/>
              <a:ext cx="2766240" cy="83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37B6BD9-BF1D-416F-ACD2-1DAE47D7F8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551" y="458185"/>
                <a:ext cx="2801875" cy="8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1243DCF0-75E4-4A59-8203-77262A067365}"/>
                  </a:ext>
                </a:extLst>
              </p14:cNvPr>
              <p14:cNvContentPartPr/>
              <p14:nvPr/>
            </p14:nvContentPartPr>
            <p14:xfrm>
              <a:off x="639549" y="1687945"/>
              <a:ext cx="1849320" cy="2320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1243DCF0-75E4-4A59-8203-77262A0673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909" y="1670305"/>
                <a:ext cx="1884960" cy="23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E2380616-1F88-42AD-9F98-D1EFDAFCBCDF}"/>
                  </a:ext>
                </a:extLst>
              </p14:cNvPr>
              <p14:cNvContentPartPr/>
              <p14:nvPr/>
            </p14:nvContentPartPr>
            <p14:xfrm>
              <a:off x="3517389" y="245065"/>
              <a:ext cx="162360" cy="5347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E2380616-1F88-42AD-9F98-D1EFDAFCBC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9749" y="227425"/>
                <a:ext cx="198000" cy="53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7769742A-DD64-490A-8A42-CFDFF102BFC1}"/>
                  </a:ext>
                </a:extLst>
              </p14:cNvPr>
              <p14:cNvContentPartPr/>
              <p14:nvPr/>
            </p14:nvContentPartPr>
            <p14:xfrm>
              <a:off x="4591629" y="613345"/>
              <a:ext cx="217800" cy="1753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7769742A-DD64-490A-8A42-CFDFF102BF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3989" y="595705"/>
                <a:ext cx="2534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47D9992-1754-420F-BB5D-6E7AB48F5630}"/>
                  </a:ext>
                </a:extLst>
              </p14:cNvPr>
              <p14:cNvContentPartPr/>
              <p14:nvPr/>
            </p14:nvContentPartPr>
            <p14:xfrm>
              <a:off x="3912669" y="636025"/>
              <a:ext cx="498240" cy="1540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47D9992-1754-420F-BB5D-6E7AB48F56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95029" y="618385"/>
                <a:ext cx="5338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CC8633F-660B-4CA8-A8E7-4F12F617DBC2}"/>
                  </a:ext>
                </a:extLst>
              </p14:cNvPr>
              <p14:cNvContentPartPr/>
              <p14:nvPr/>
            </p14:nvContentPartPr>
            <p14:xfrm>
              <a:off x="6034509" y="365665"/>
              <a:ext cx="630720" cy="5634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CC8633F-660B-4CA8-A8E7-4F12F617D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16869" y="348025"/>
                <a:ext cx="666360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FAFF678-449D-4533-9DBD-8CC89D225443}"/>
                  </a:ext>
                </a:extLst>
              </p14:cNvPr>
              <p14:cNvContentPartPr/>
              <p14:nvPr/>
            </p14:nvContentPartPr>
            <p14:xfrm>
              <a:off x="5192469" y="399505"/>
              <a:ext cx="580320" cy="3520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FAFF678-449D-4533-9DBD-8CC89D22544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74469" y="381505"/>
                <a:ext cx="6159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FA7E7D05-3990-460D-9110-137D0CEC1623}"/>
                  </a:ext>
                </a:extLst>
              </p14:cNvPr>
              <p14:cNvContentPartPr/>
              <p14:nvPr/>
            </p14:nvContentPartPr>
            <p14:xfrm>
              <a:off x="4541537" y="1234464"/>
              <a:ext cx="1849320" cy="2320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FA7E7D05-3990-460D-9110-137D0CEC16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3897" y="1216824"/>
                <a:ext cx="1884960" cy="23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5E1528AC-4CDC-46DD-A35C-DFC8BF6E276E}"/>
                  </a:ext>
                </a:extLst>
              </p14:cNvPr>
              <p14:cNvContentPartPr/>
              <p14:nvPr/>
            </p14:nvContentPartPr>
            <p14:xfrm>
              <a:off x="7403229" y="637825"/>
              <a:ext cx="3600" cy="21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5E1528AC-4CDC-46DD-A35C-DFC8BF6E276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85589" y="620185"/>
                <a:ext cx="392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DD7A5BC3-0F5F-44AD-9758-0AF8BE41F42B}"/>
                  </a:ext>
                </a:extLst>
              </p14:cNvPr>
              <p14:cNvContentPartPr/>
              <p14:nvPr/>
            </p14:nvContentPartPr>
            <p14:xfrm>
              <a:off x="4384989" y="1621705"/>
              <a:ext cx="6918480" cy="37530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DD7A5BC3-0F5F-44AD-9758-0AF8BE41F42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66990" y="1604065"/>
                <a:ext cx="6954118" cy="37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D60D2BF1-9772-46EF-A005-8BA18259C3AE}"/>
                  </a:ext>
                </a:extLst>
              </p14:cNvPr>
              <p14:cNvContentPartPr/>
              <p14:nvPr/>
            </p14:nvContentPartPr>
            <p14:xfrm>
              <a:off x="8229429" y="5568745"/>
              <a:ext cx="2724480" cy="7549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D60D2BF1-9772-46EF-A005-8BA18259C3A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11429" y="5550754"/>
                <a:ext cx="2760120" cy="7905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1715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37B6BD9-BF1D-416F-ACD2-1DAE47D7F805}"/>
                  </a:ext>
                </a:extLst>
              </p14:cNvPr>
              <p14:cNvContentPartPr/>
              <p14:nvPr/>
            </p14:nvContentPartPr>
            <p14:xfrm>
              <a:off x="513549" y="476185"/>
              <a:ext cx="2766240" cy="83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37B6BD9-BF1D-416F-ACD2-1DAE47D7F8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551" y="458185"/>
                <a:ext cx="2801875" cy="8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1243DCF0-75E4-4A59-8203-77262A067365}"/>
                  </a:ext>
                </a:extLst>
              </p14:cNvPr>
              <p14:cNvContentPartPr/>
              <p14:nvPr/>
            </p14:nvContentPartPr>
            <p14:xfrm>
              <a:off x="639549" y="1687945"/>
              <a:ext cx="1849320" cy="2320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1243DCF0-75E4-4A59-8203-77262A0673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909" y="1670305"/>
                <a:ext cx="1884960" cy="23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E2380616-1F88-42AD-9F98-D1EFDAFCBCDF}"/>
                  </a:ext>
                </a:extLst>
              </p14:cNvPr>
              <p14:cNvContentPartPr/>
              <p14:nvPr/>
            </p14:nvContentPartPr>
            <p14:xfrm>
              <a:off x="3517389" y="245065"/>
              <a:ext cx="162360" cy="5347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E2380616-1F88-42AD-9F98-D1EFDAFCBC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9749" y="227425"/>
                <a:ext cx="198000" cy="53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47D9992-1754-420F-BB5D-6E7AB48F5630}"/>
                  </a:ext>
                </a:extLst>
              </p14:cNvPr>
              <p14:cNvContentPartPr/>
              <p14:nvPr/>
            </p14:nvContentPartPr>
            <p14:xfrm>
              <a:off x="3912669" y="636025"/>
              <a:ext cx="498240" cy="1540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47D9992-1754-420F-BB5D-6E7AB48F56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95029" y="618385"/>
                <a:ext cx="5338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2DC2962-6232-4196-A1CA-AD8053523215}"/>
                  </a:ext>
                </a:extLst>
              </p14:cNvPr>
              <p14:cNvContentPartPr/>
              <p14:nvPr/>
            </p14:nvContentPartPr>
            <p14:xfrm>
              <a:off x="4358659" y="1783098"/>
              <a:ext cx="1849320" cy="23205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2DC2962-6232-4196-A1CA-AD8053523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1019" y="1765458"/>
                <a:ext cx="1884960" cy="23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8076DF5-DC4F-46D5-B54C-3CB3BF1A934B}"/>
                  </a:ext>
                </a:extLst>
              </p14:cNvPr>
              <p14:cNvContentPartPr/>
              <p14:nvPr/>
            </p14:nvContentPartPr>
            <p14:xfrm>
              <a:off x="5216589" y="480505"/>
              <a:ext cx="569520" cy="4636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8076DF5-DC4F-46D5-B54C-3CB3BF1A93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98589" y="462865"/>
                <a:ext cx="60516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AB25CF8-6A2E-4B0B-8718-D028FC1118CB}"/>
                  </a:ext>
                </a:extLst>
              </p14:cNvPr>
              <p14:cNvContentPartPr/>
              <p14:nvPr/>
            </p14:nvContentPartPr>
            <p14:xfrm>
              <a:off x="4591269" y="558985"/>
              <a:ext cx="174960" cy="2307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AB25CF8-6A2E-4B0B-8718-D028FC1118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73269" y="541317"/>
                <a:ext cx="210600" cy="266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4728D8E-309B-4BFD-B38D-CAB309738EE1}"/>
                  </a:ext>
                </a:extLst>
              </p14:cNvPr>
              <p14:cNvContentPartPr/>
              <p14:nvPr/>
            </p14:nvContentPartPr>
            <p14:xfrm>
              <a:off x="7493229" y="599305"/>
              <a:ext cx="267480" cy="1368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4728D8E-309B-4BFD-B38D-CAB309738E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75229" y="581665"/>
                <a:ext cx="3031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170210C-FB07-4CBC-A957-1EC242E0C9DA}"/>
                  </a:ext>
                </a:extLst>
              </p14:cNvPr>
              <p14:cNvContentPartPr/>
              <p14:nvPr/>
            </p14:nvContentPartPr>
            <p14:xfrm>
              <a:off x="10650069" y="278905"/>
              <a:ext cx="966240" cy="549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170210C-FB07-4CBC-A957-1EC242E0C9D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632069" y="261265"/>
                <a:ext cx="100188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480B877-FA1D-44D1-905A-C7B79343177E}"/>
                  </a:ext>
                </a:extLst>
              </p14:cNvPr>
              <p14:cNvContentPartPr/>
              <p14:nvPr/>
            </p14:nvContentPartPr>
            <p14:xfrm>
              <a:off x="10154349" y="423265"/>
              <a:ext cx="293040" cy="209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480B877-FA1D-44D1-905A-C7B79343177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36349" y="405625"/>
                <a:ext cx="3286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910B18C-1CEA-4761-934C-6F89F4BE6543}"/>
                  </a:ext>
                </a:extLst>
              </p14:cNvPr>
              <p14:cNvContentPartPr/>
              <p14:nvPr/>
            </p14:nvContentPartPr>
            <p14:xfrm>
              <a:off x="9008829" y="372865"/>
              <a:ext cx="786240" cy="523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910B18C-1CEA-4761-934C-6F89F4BE654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91181" y="355225"/>
                <a:ext cx="821896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E164FEE-9853-453F-A839-693F1C820150}"/>
                  </a:ext>
                </a:extLst>
              </p14:cNvPr>
              <p14:cNvContentPartPr/>
              <p14:nvPr/>
            </p14:nvContentPartPr>
            <p14:xfrm>
              <a:off x="8104149" y="430465"/>
              <a:ext cx="782280" cy="2732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E164FEE-9853-453F-A839-693F1C82015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086509" y="412802"/>
                <a:ext cx="817920" cy="308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F818BE2E-54BB-4611-852E-EA32EE5DDE00}"/>
                  </a:ext>
                </a:extLst>
              </p14:cNvPr>
              <p14:cNvContentPartPr/>
              <p14:nvPr/>
            </p14:nvContentPartPr>
            <p14:xfrm>
              <a:off x="6296589" y="413545"/>
              <a:ext cx="748080" cy="4406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F818BE2E-54BB-4611-852E-EA32EE5DDE0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78589" y="395545"/>
                <a:ext cx="78372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3B6748E-57AE-4F65-9E7B-C7E8D5560C55}"/>
                  </a:ext>
                </a:extLst>
              </p14:cNvPr>
              <p14:cNvContentPartPr/>
              <p14:nvPr/>
            </p14:nvContentPartPr>
            <p14:xfrm>
              <a:off x="7656669" y="3060625"/>
              <a:ext cx="747720" cy="2761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3B6748E-57AE-4F65-9E7B-C7E8D5560C5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39029" y="3042625"/>
                <a:ext cx="78336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9F8408DB-7A89-4325-8AAD-8C4CE39E6714}"/>
                  </a:ext>
                </a:extLst>
              </p14:cNvPr>
              <p14:cNvContentPartPr/>
              <p14:nvPr/>
            </p14:nvContentPartPr>
            <p14:xfrm>
              <a:off x="6843429" y="3066025"/>
              <a:ext cx="606960" cy="2966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9F8408DB-7A89-4325-8AAD-8C4CE39E671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825429" y="3048364"/>
                <a:ext cx="642600" cy="332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A45CA856-5049-4602-AB03-B2582EFC4818}"/>
                  </a:ext>
                </a:extLst>
              </p14:cNvPr>
              <p14:cNvContentPartPr/>
              <p14:nvPr/>
            </p14:nvContentPartPr>
            <p14:xfrm>
              <a:off x="8397909" y="3692065"/>
              <a:ext cx="123840" cy="214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A45CA856-5049-4602-AB03-B2582EFC481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79909" y="3674395"/>
                <a:ext cx="159480" cy="249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44D078EB-4932-4CCB-8D49-A2FD424DF753}"/>
                  </a:ext>
                </a:extLst>
              </p14:cNvPr>
              <p14:cNvContentPartPr/>
              <p14:nvPr/>
            </p14:nvContentPartPr>
            <p14:xfrm>
              <a:off x="7820109" y="3599545"/>
              <a:ext cx="372240" cy="290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44D078EB-4932-4CCB-8D49-A2FD424DF75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02469" y="3581905"/>
                <a:ext cx="4078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5A714D01-9944-4591-A34F-1DFCD85B0F11}"/>
                  </a:ext>
                </a:extLst>
              </p14:cNvPr>
              <p14:cNvContentPartPr/>
              <p14:nvPr/>
            </p14:nvContentPartPr>
            <p14:xfrm>
              <a:off x="6886269" y="3666145"/>
              <a:ext cx="567720" cy="2995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5A714D01-9944-4591-A34F-1DFCD85B0F1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68269" y="3648505"/>
                <a:ext cx="6033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CCA5B206-2B4C-49C4-8856-B62A8985ACCD}"/>
                  </a:ext>
                </a:extLst>
              </p14:cNvPr>
              <p14:cNvContentPartPr/>
              <p14:nvPr/>
            </p14:nvContentPartPr>
            <p14:xfrm>
              <a:off x="4018149" y="2302825"/>
              <a:ext cx="2557080" cy="19562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CCA5B206-2B4C-49C4-8856-B62A8985ACC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000149" y="2285185"/>
                <a:ext cx="2592720" cy="19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9AAE0949-F193-4D55-B093-706BD25F21D0}"/>
                  </a:ext>
                </a:extLst>
              </p14:cNvPr>
              <p14:cNvContentPartPr/>
              <p14:nvPr/>
            </p14:nvContentPartPr>
            <p14:xfrm>
              <a:off x="8706069" y="2957665"/>
              <a:ext cx="1884960" cy="10303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9AAE0949-F193-4D55-B093-706BD25F21D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688069" y="2939665"/>
                <a:ext cx="1920600" cy="10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32D88E2B-DB4B-40BA-9C98-77AE540FCFAE}"/>
                  </a:ext>
                </a:extLst>
              </p14:cNvPr>
              <p14:cNvContentPartPr/>
              <p14:nvPr/>
            </p14:nvContentPartPr>
            <p14:xfrm>
              <a:off x="11706309" y="3247825"/>
              <a:ext cx="119160" cy="2775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32D88E2B-DB4B-40BA-9C98-77AE540FCFA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688669" y="3229825"/>
                <a:ext cx="1548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BFCEE69D-82D0-4EDF-96BD-98D504D99C56}"/>
                  </a:ext>
                </a:extLst>
              </p14:cNvPr>
              <p14:cNvContentPartPr/>
              <p14:nvPr/>
            </p14:nvContentPartPr>
            <p14:xfrm>
              <a:off x="11631789" y="3107065"/>
              <a:ext cx="294840" cy="338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BFCEE69D-82D0-4EDF-96BD-98D504D99C5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613789" y="3089065"/>
                <a:ext cx="3304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6E7ED125-3DD8-4953-948E-9D1DDF5DCA3A}"/>
                  </a:ext>
                </a:extLst>
              </p14:cNvPr>
              <p14:cNvContentPartPr/>
              <p14:nvPr/>
            </p14:nvContentPartPr>
            <p14:xfrm>
              <a:off x="10770309" y="3190225"/>
              <a:ext cx="816120" cy="38304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6E7ED125-3DD8-4953-948E-9D1DDF5DCA3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752661" y="3172568"/>
                <a:ext cx="851776" cy="418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A6EAC9EB-AF16-4659-93E9-2C11341FD6D3}"/>
                  </a:ext>
                </a:extLst>
              </p14:cNvPr>
              <p14:cNvContentPartPr/>
              <p14:nvPr/>
            </p14:nvContentPartPr>
            <p14:xfrm>
              <a:off x="8349669" y="4374265"/>
              <a:ext cx="403560" cy="1544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A6EAC9EB-AF16-4659-93E9-2C11341FD6D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332029" y="4356265"/>
                <a:ext cx="4392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3D7093D0-40D7-4F97-9429-4F252B7A562B}"/>
                  </a:ext>
                </a:extLst>
              </p14:cNvPr>
              <p14:cNvContentPartPr/>
              <p14:nvPr/>
            </p14:nvContentPartPr>
            <p14:xfrm>
              <a:off x="11253789" y="4266265"/>
              <a:ext cx="482760" cy="1094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3D7093D0-40D7-4F97-9429-4F252B7A562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236136" y="4248567"/>
                <a:ext cx="518427" cy="145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62B69314-1419-43F8-B5C2-46C6D67A37A1}"/>
                  </a:ext>
                </a:extLst>
              </p14:cNvPr>
              <p14:cNvContentPartPr/>
              <p14:nvPr/>
            </p14:nvContentPartPr>
            <p14:xfrm>
              <a:off x="9112509" y="4090945"/>
              <a:ext cx="1680480" cy="5839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62B69314-1419-43F8-B5C2-46C6D67A37A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094869" y="4073305"/>
                <a:ext cx="171612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5FE0B72E-CBE9-4E31-951F-0D109F5E1E8A}"/>
                  </a:ext>
                </a:extLst>
              </p14:cNvPr>
              <p14:cNvContentPartPr/>
              <p14:nvPr/>
            </p14:nvContentPartPr>
            <p14:xfrm>
              <a:off x="8460549" y="4741825"/>
              <a:ext cx="1615320" cy="22824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5FE0B72E-CBE9-4E31-951F-0D109F5E1E8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42553" y="4724185"/>
                <a:ext cx="1650952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17791C15-7A8A-4345-8BD8-D0B9AC0D43EF}"/>
                  </a:ext>
                </a:extLst>
              </p14:cNvPr>
              <p14:cNvContentPartPr/>
              <p14:nvPr/>
            </p14:nvContentPartPr>
            <p14:xfrm>
              <a:off x="3960549" y="5125225"/>
              <a:ext cx="3623760" cy="13345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17791C15-7A8A-4345-8BD8-D0B9AC0D43E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942909" y="5107230"/>
                <a:ext cx="3659400" cy="1370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E9A8E743-EC66-4152-86BF-F9270CA1DABF}"/>
                  </a:ext>
                </a:extLst>
              </p14:cNvPr>
              <p14:cNvContentPartPr/>
              <p14:nvPr/>
            </p14:nvContentPartPr>
            <p14:xfrm>
              <a:off x="7925589" y="5717425"/>
              <a:ext cx="740880" cy="3751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E9A8E743-EC66-4152-86BF-F9270CA1DAB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907598" y="5699425"/>
                <a:ext cx="776503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06062CD9-5EBF-4D8D-A065-834B8A029FCD}"/>
                  </a:ext>
                </a:extLst>
              </p14:cNvPr>
              <p14:cNvContentPartPr/>
              <p14:nvPr/>
            </p14:nvContentPartPr>
            <p14:xfrm>
              <a:off x="8951229" y="5582065"/>
              <a:ext cx="2523960" cy="7297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06062CD9-5EBF-4D8D-A065-834B8A029FC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933229" y="5564065"/>
                <a:ext cx="2559600" cy="76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807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37B6BD9-BF1D-416F-ACD2-1DAE47D7F805}"/>
                  </a:ext>
                </a:extLst>
              </p14:cNvPr>
              <p14:cNvContentPartPr/>
              <p14:nvPr/>
            </p14:nvContentPartPr>
            <p14:xfrm>
              <a:off x="513549" y="476185"/>
              <a:ext cx="2766240" cy="83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37B6BD9-BF1D-416F-ACD2-1DAE47D7F8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551" y="458185"/>
                <a:ext cx="2801875" cy="8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1243DCF0-75E4-4A59-8203-77262A067365}"/>
                  </a:ext>
                </a:extLst>
              </p14:cNvPr>
              <p14:cNvContentPartPr/>
              <p14:nvPr/>
            </p14:nvContentPartPr>
            <p14:xfrm>
              <a:off x="639549" y="1687945"/>
              <a:ext cx="1849320" cy="2320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1243DCF0-75E4-4A59-8203-77262A0673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909" y="1670305"/>
                <a:ext cx="1884960" cy="23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E2380616-1F88-42AD-9F98-D1EFDAFCBCDF}"/>
                  </a:ext>
                </a:extLst>
              </p14:cNvPr>
              <p14:cNvContentPartPr/>
              <p14:nvPr/>
            </p14:nvContentPartPr>
            <p14:xfrm>
              <a:off x="3517389" y="245065"/>
              <a:ext cx="162360" cy="5347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E2380616-1F88-42AD-9F98-D1EFDAFCBC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9749" y="227425"/>
                <a:ext cx="198000" cy="53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C1D5C26-61B5-4819-A25F-0EE50BD9011E}"/>
                  </a:ext>
                </a:extLst>
              </p14:cNvPr>
              <p14:cNvContentPartPr/>
              <p14:nvPr/>
            </p14:nvContentPartPr>
            <p14:xfrm>
              <a:off x="5024349" y="688945"/>
              <a:ext cx="286560" cy="3261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C1D5C26-61B5-4819-A25F-0EE50BD901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06709" y="670945"/>
                <a:ext cx="3222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4A64606-7BBE-44E1-94E5-319A281BAD1A}"/>
                  </a:ext>
                </a:extLst>
              </p14:cNvPr>
              <p14:cNvContentPartPr/>
              <p14:nvPr/>
            </p14:nvContentPartPr>
            <p14:xfrm>
              <a:off x="5827509" y="798385"/>
              <a:ext cx="279000" cy="147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4A64606-7BBE-44E1-94E5-319A281BAD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09869" y="780745"/>
                <a:ext cx="3146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5466134-1158-4D16-9CFB-764F83C66165}"/>
                  </a:ext>
                </a:extLst>
              </p14:cNvPr>
              <p14:cNvContentPartPr/>
              <p14:nvPr/>
            </p14:nvContentPartPr>
            <p14:xfrm>
              <a:off x="4490829" y="700825"/>
              <a:ext cx="398160" cy="288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5466134-1158-4D16-9CFB-764F83C6616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73173" y="682825"/>
                <a:ext cx="433832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0C94EE5F-9954-4D89-85A0-C6E010C71793}"/>
                  </a:ext>
                </a:extLst>
              </p14:cNvPr>
              <p14:cNvContentPartPr/>
              <p14:nvPr/>
            </p14:nvContentPartPr>
            <p14:xfrm>
              <a:off x="6515109" y="620545"/>
              <a:ext cx="3960" cy="140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0C94EE5F-9954-4D89-85A0-C6E010C717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97469" y="602545"/>
                <a:ext cx="396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2701ADE3-2291-449E-B592-DBEADC097E7B}"/>
                  </a:ext>
                </a:extLst>
              </p14:cNvPr>
              <p14:cNvContentPartPr/>
              <p14:nvPr/>
            </p14:nvContentPartPr>
            <p14:xfrm>
              <a:off x="6569109" y="696145"/>
              <a:ext cx="1814760" cy="2023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2701ADE3-2291-449E-B592-DBEADC097E7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51109" y="678177"/>
                <a:ext cx="1850400" cy="237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4842B103-05F3-4B45-85E8-B59BB614920E}"/>
                  </a:ext>
                </a:extLst>
              </p14:cNvPr>
              <p14:cNvContentPartPr/>
              <p14:nvPr/>
            </p14:nvContentPartPr>
            <p14:xfrm>
              <a:off x="8842869" y="414625"/>
              <a:ext cx="2282760" cy="4233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4842B103-05F3-4B45-85E8-B59BB61492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24869" y="396640"/>
                <a:ext cx="2318400" cy="458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C521CEF3-7345-45DF-A92B-BF5B53BEF065}"/>
                  </a:ext>
                </a:extLst>
              </p14:cNvPr>
              <p14:cNvContentPartPr/>
              <p14:nvPr/>
            </p14:nvContentPartPr>
            <p14:xfrm>
              <a:off x="4432509" y="1863265"/>
              <a:ext cx="272520" cy="1602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C521CEF3-7345-45DF-A92B-BF5B53BEF0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14509" y="1845625"/>
                <a:ext cx="3081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851E8E2-795A-4EFE-9970-7521EC1183C4}"/>
                  </a:ext>
                </a:extLst>
              </p14:cNvPr>
              <p14:cNvContentPartPr/>
              <p14:nvPr/>
            </p14:nvContentPartPr>
            <p14:xfrm>
              <a:off x="4980789" y="1872985"/>
              <a:ext cx="290880" cy="309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851E8E2-795A-4EFE-9970-7521EC1183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62789" y="1855345"/>
                <a:ext cx="3265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7C8801A-F793-481F-A524-A405036F9FFF}"/>
                  </a:ext>
                </a:extLst>
              </p14:cNvPr>
              <p14:cNvContentPartPr/>
              <p14:nvPr/>
            </p14:nvContentPartPr>
            <p14:xfrm>
              <a:off x="7366509" y="1619185"/>
              <a:ext cx="379080" cy="2358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7C8801A-F793-481F-A524-A405036F9FF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48869" y="1601545"/>
                <a:ext cx="4147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7C96031-3E08-428C-A0D2-787A12A9B5B2}"/>
                  </a:ext>
                </a:extLst>
              </p14:cNvPr>
              <p14:cNvContentPartPr/>
              <p14:nvPr/>
            </p14:nvContentPartPr>
            <p14:xfrm>
              <a:off x="8266149" y="1390585"/>
              <a:ext cx="1743120" cy="3711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7C96031-3E08-428C-A0D2-787A12A9B5B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48509" y="1372945"/>
                <a:ext cx="177876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ADCE2C6-D046-436D-8CA8-67C905508559}"/>
                  </a:ext>
                </a:extLst>
              </p14:cNvPr>
              <p14:cNvContentPartPr/>
              <p14:nvPr/>
            </p14:nvContentPartPr>
            <p14:xfrm>
              <a:off x="5524749" y="1587145"/>
              <a:ext cx="1338480" cy="3643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ADCE2C6-D046-436D-8CA8-67C90550855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06749" y="1569145"/>
                <a:ext cx="137412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9BE9748-945D-49F4-8C67-313663DEE854}"/>
                  </a:ext>
                </a:extLst>
              </p14:cNvPr>
              <p14:cNvContentPartPr/>
              <p14:nvPr/>
            </p14:nvContentPartPr>
            <p14:xfrm>
              <a:off x="4473549" y="2343505"/>
              <a:ext cx="126360" cy="285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9BE9748-945D-49F4-8C67-313663DEE85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55549" y="2325505"/>
                <a:ext cx="1620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8A820568-40F0-4AA0-AB58-27BC4423C7EE}"/>
                  </a:ext>
                </a:extLst>
              </p14:cNvPr>
              <p14:cNvContentPartPr/>
              <p14:nvPr/>
            </p14:nvContentPartPr>
            <p14:xfrm>
              <a:off x="4759389" y="2504065"/>
              <a:ext cx="296640" cy="320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8A820568-40F0-4AA0-AB58-27BC4423C7E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41749" y="2486425"/>
                <a:ext cx="3322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73A8C28-C860-4CC0-BA87-5F28015D7425}"/>
                  </a:ext>
                </a:extLst>
              </p14:cNvPr>
              <p14:cNvContentPartPr/>
              <p14:nvPr/>
            </p14:nvContentPartPr>
            <p14:xfrm>
              <a:off x="7600509" y="2132905"/>
              <a:ext cx="322200" cy="2480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73A8C28-C860-4CC0-BA87-5F28015D74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82869" y="2114905"/>
                <a:ext cx="3578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A403B16B-59FA-4D58-9DDB-332B5662772A}"/>
                  </a:ext>
                </a:extLst>
              </p14:cNvPr>
              <p14:cNvContentPartPr/>
              <p14:nvPr/>
            </p14:nvContentPartPr>
            <p14:xfrm>
              <a:off x="8531469" y="1950385"/>
              <a:ext cx="1560240" cy="3261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A403B16B-59FA-4D58-9DDB-332B5662772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13469" y="1932385"/>
                <a:ext cx="15958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D386E63-9CB2-4BA8-A37F-CB57DB812BB9}"/>
                  </a:ext>
                </a:extLst>
              </p14:cNvPr>
              <p14:cNvContentPartPr/>
              <p14:nvPr/>
            </p14:nvContentPartPr>
            <p14:xfrm>
              <a:off x="5529429" y="2170345"/>
              <a:ext cx="1506960" cy="3762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D386E63-9CB2-4BA8-A37F-CB57DB812BB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511429" y="2152362"/>
                <a:ext cx="1542600" cy="411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914A24A-D132-4071-9447-5CD693297461}"/>
                  </a:ext>
                </a:extLst>
              </p14:cNvPr>
              <p14:cNvContentPartPr/>
              <p14:nvPr/>
            </p14:nvContentPartPr>
            <p14:xfrm>
              <a:off x="4482549" y="3499105"/>
              <a:ext cx="247320" cy="1746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914A24A-D132-4071-9447-5CD6932974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64909" y="3481105"/>
                <a:ext cx="2829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03BC573F-BAED-4C1F-936E-5973C04DE790}"/>
                  </a:ext>
                </a:extLst>
              </p14:cNvPr>
              <p14:cNvContentPartPr/>
              <p14:nvPr/>
            </p14:nvContentPartPr>
            <p14:xfrm>
              <a:off x="6213069" y="3407305"/>
              <a:ext cx="492840" cy="2944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03BC573F-BAED-4C1F-936E-5973C04DE79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95069" y="3389305"/>
                <a:ext cx="5284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AB153968-07DC-4C3E-AA12-B23DB2EC9AB3}"/>
                  </a:ext>
                </a:extLst>
              </p14:cNvPr>
              <p14:cNvContentPartPr/>
              <p14:nvPr/>
            </p14:nvContentPartPr>
            <p14:xfrm>
              <a:off x="4985469" y="3500185"/>
              <a:ext cx="625320" cy="1663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AB153968-07DC-4C3E-AA12-B23DB2EC9A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67469" y="3482185"/>
                <a:ext cx="6609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60D51168-5874-44F9-8688-284783697F10}"/>
                  </a:ext>
                </a:extLst>
              </p14:cNvPr>
              <p14:cNvContentPartPr/>
              <p14:nvPr/>
            </p14:nvContentPartPr>
            <p14:xfrm>
              <a:off x="7218909" y="3286705"/>
              <a:ext cx="151560" cy="285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60D51168-5874-44F9-8688-284783697F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00909" y="3269065"/>
                <a:ext cx="18720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5D8487D-21C2-4992-B317-CDF9AD8F88D4}"/>
                  </a:ext>
                </a:extLst>
              </p14:cNvPr>
              <p14:cNvContentPartPr/>
              <p14:nvPr/>
            </p14:nvContentPartPr>
            <p14:xfrm>
              <a:off x="9254709" y="3063865"/>
              <a:ext cx="2171160" cy="446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5D8487D-21C2-4992-B317-CDF9AD8F88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236709" y="3045865"/>
                <a:ext cx="220680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CCFBA09F-2EE3-4F76-AFF7-29D359BEBB91}"/>
                  </a:ext>
                </a:extLst>
              </p14:cNvPr>
              <p14:cNvContentPartPr/>
              <p14:nvPr/>
            </p14:nvContentPartPr>
            <p14:xfrm>
              <a:off x="7709589" y="3258625"/>
              <a:ext cx="1119600" cy="3038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CCFBA09F-2EE3-4F76-AFF7-29D359BEBB9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91589" y="3240625"/>
                <a:ext cx="11552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D7BE9522-037C-4029-88C5-342691DE1441}"/>
                  </a:ext>
                </a:extLst>
              </p14:cNvPr>
              <p14:cNvContentPartPr/>
              <p14:nvPr/>
            </p14:nvContentPartPr>
            <p14:xfrm>
              <a:off x="4533309" y="4154665"/>
              <a:ext cx="233280" cy="160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D7BE9522-037C-4029-88C5-342691DE144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15669" y="4136665"/>
                <a:ext cx="2689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6301BD51-F9B2-43F7-BA6F-904F39A1B9BD}"/>
                  </a:ext>
                </a:extLst>
              </p14:cNvPr>
              <p14:cNvContentPartPr/>
              <p14:nvPr/>
            </p14:nvContentPartPr>
            <p14:xfrm>
              <a:off x="4913469" y="4186705"/>
              <a:ext cx="150120" cy="122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6301BD51-F9B2-43F7-BA6F-904F39A1B9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895469" y="4169065"/>
                <a:ext cx="185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A3DD00A0-6FA4-4655-8E7C-8A892C5F7E6E}"/>
                  </a:ext>
                </a:extLst>
              </p14:cNvPr>
              <p14:cNvContentPartPr/>
              <p14:nvPr/>
            </p14:nvContentPartPr>
            <p14:xfrm>
              <a:off x="4927869" y="4284625"/>
              <a:ext cx="212400" cy="187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A3DD00A0-6FA4-4655-8E7C-8A892C5F7E6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910229" y="4266625"/>
                <a:ext cx="2480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98581935-C579-4795-941E-9FBC6F2C5A7A}"/>
                  </a:ext>
                </a:extLst>
              </p14:cNvPr>
              <p14:cNvContentPartPr/>
              <p14:nvPr/>
            </p14:nvContentPartPr>
            <p14:xfrm>
              <a:off x="7223589" y="3926785"/>
              <a:ext cx="151560" cy="3610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98581935-C579-4795-941E-9FBC6F2C5A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05589" y="3908785"/>
                <a:ext cx="1872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9AAD0140-804B-4BD2-A099-BBB803F9ED65}"/>
                  </a:ext>
                </a:extLst>
              </p14:cNvPr>
              <p14:cNvContentPartPr/>
              <p14:nvPr/>
            </p14:nvContentPartPr>
            <p14:xfrm>
              <a:off x="6260949" y="4066465"/>
              <a:ext cx="455760" cy="2880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9AAD0140-804B-4BD2-A099-BBB803F9ED6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42949" y="4048465"/>
                <a:ext cx="4914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E73CB70F-0F98-4146-8A64-036A2DF1901A}"/>
                  </a:ext>
                </a:extLst>
              </p14:cNvPr>
              <p14:cNvContentPartPr/>
              <p14:nvPr/>
            </p14:nvContentPartPr>
            <p14:xfrm>
              <a:off x="5385069" y="4067185"/>
              <a:ext cx="201240" cy="2858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E73CB70F-0F98-4146-8A64-036A2DF190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67069" y="4049185"/>
                <a:ext cx="23688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E6D041B7-09F8-441F-9D5D-E7602EAFCF17}"/>
                  </a:ext>
                </a:extLst>
              </p14:cNvPr>
              <p14:cNvContentPartPr/>
              <p14:nvPr/>
            </p14:nvContentPartPr>
            <p14:xfrm>
              <a:off x="7772229" y="3969985"/>
              <a:ext cx="1039680" cy="3196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E6D041B7-09F8-441F-9D5D-E7602EAFCF1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54235" y="3952345"/>
                <a:ext cx="1075308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7550B480-96CC-4839-8407-46C87BBD7BD0}"/>
                  </a:ext>
                </a:extLst>
              </p14:cNvPr>
              <p14:cNvContentPartPr/>
              <p14:nvPr/>
            </p14:nvContentPartPr>
            <p14:xfrm>
              <a:off x="9235269" y="3832825"/>
              <a:ext cx="1845000" cy="3967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7550B480-96CC-4839-8407-46C87BBD7BD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217626" y="3815185"/>
                <a:ext cx="1880647" cy="4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1236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Porți logice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7008BE3F-420A-4052-9230-4708E6EC4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94391"/>
            <a:ext cx="10667950" cy="567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77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Aplicații cu porți logice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E9AB6F64-60ED-4B81-8F6C-0837ECDBA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11218487" cy="61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97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Aplicații cu porți logice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B8B607A4-E024-47F9-86FB-476DFB140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11075682" cy="613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90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F1294BB1-B012-4705-A7B0-3F7EEF4EFA5C}"/>
              </a:ext>
            </a:extLst>
          </p:cNvPr>
          <p:cNvSpPr/>
          <p:nvPr/>
        </p:nvSpPr>
        <p:spPr>
          <a:xfrm>
            <a:off x="426782" y="137196"/>
            <a:ext cx="3017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Aplicații cu porți logice </a:t>
            </a: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35A51D01-DDB5-474D-AD3D-25F15FF1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94391"/>
            <a:ext cx="10307903" cy="620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1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777269"/>
            <a:ext cx="1060692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</a:rPr>
              <a:t>Agend</a:t>
            </a:r>
            <a:r>
              <a:rPr lang="ro-RO" sz="3200" b="1" dirty="0">
                <a:solidFill>
                  <a:srgbClr val="0000FF"/>
                </a:solidFill>
              </a:rPr>
              <a:t>ă:</a:t>
            </a:r>
          </a:p>
          <a:p>
            <a:endParaRPr lang="en-US" sz="32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1) Porți logice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Forme de reprezentare a funcțiilor binare: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Tx/>
              <a:buChar char="-"/>
            </a:pPr>
            <a:r>
              <a:rPr lang="ro-RO" sz="3200" b="1" dirty="0">
                <a:solidFill>
                  <a:srgbClr val="0000FF"/>
                </a:solidFill>
              </a:rPr>
              <a:t>Tabelul de adevăr complet;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redus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canonice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analitice reduse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Diagrame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Veitch</a:t>
            </a: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–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Karnaugh</a:t>
            </a:r>
            <a:endParaRPr 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884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F5469F3-B90D-41D6-825D-B3A791929A9E}"/>
              </a:ext>
            </a:extLst>
          </p:cNvPr>
          <p:cNvSpPr/>
          <p:nvPr/>
        </p:nvSpPr>
        <p:spPr>
          <a:xfrm>
            <a:off x="426782" y="137196"/>
            <a:ext cx="96925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Forme de reprezentare a funcțiilor binare – Tabelul de adevăr complet</a:t>
            </a:r>
          </a:p>
          <a:p>
            <a:r>
              <a:rPr lang="ro-RO" b="1" dirty="0">
                <a:solidFill>
                  <a:srgbClr val="FF0000"/>
                </a:solidFill>
              </a:rPr>
              <a:t>(cazul unui circuit logic cu 3 intrări și o ieșire)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CCFF2A8-E369-4D93-BFD2-72F0FDF6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60147"/>
            <a:ext cx="2691208" cy="3779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68DC2D42-6ED6-405C-A464-9F86AB3DBAE2}"/>
                  </a:ext>
                </a:extLst>
              </p14:cNvPr>
              <p14:cNvContentPartPr/>
              <p14:nvPr/>
            </p14:nvContentPartPr>
            <p14:xfrm>
              <a:off x="5125148" y="1230381"/>
              <a:ext cx="48960" cy="2055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68DC2D42-6ED6-405C-A464-9F86AB3DBA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7148" y="1212381"/>
                <a:ext cx="846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2A4B7FD1-A9DA-44AA-96AF-1D8AE6CB5F8A}"/>
                  </a:ext>
                </a:extLst>
              </p14:cNvPr>
              <p14:cNvContentPartPr/>
              <p14:nvPr/>
            </p14:nvContentPartPr>
            <p14:xfrm>
              <a:off x="6462908" y="1294461"/>
              <a:ext cx="286200" cy="97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2A4B7FD1-A9DA-44AA-96AF-1D8AE6CB5F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44908" y="1277104"/>
                <a:ext cx="321840" cy="44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A5041C6-D63A-485E-A7E2-D28051EC9324}"/>
                  </a:ext>
                </a:extLst>
              </p14:cNvPr>
              <p14:cNvContentPartPr/>
              <p14:nvPr/>
            </p14:nvContentPartPr>
            <p14:xfrm>
              <a:off x="7011548" y="977301"/>
              <a:ext cx="1486080" cy="3927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A5041C6-D63A-485E-A7E2-D28051EC93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93548" y="959301"/>
                <a:ext cx="152172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1206925-E9D4-44D4-882B-489A0274D34C}"/>
                  </a:ext>
                </a:extLst>
              </p14:cNvPr>
              <p14:cNvContentPartPr/>
              <p14:nvPr/>
            </p14:nvContentPartPr>
            <p14:xfrm>
              <a:off x="5620868" y="1154781"/>
              <a:ext cx="440640" cy="2962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1206925-E9D4-44D4-882B-489A0274D34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02883" y="1136781"/>
                <a:ext cx="476251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FCD3228-FF4A-4004-B112-719CB4212245}"/>
                  </a:ext>
                </a:extLst>
              </p14:cNvPr>
              <p14:cNvContentPartPr/>
              <p14:nvPr/>
            </p14:nvContentPartPr>
            <p14:xfrm>
              <a:off x="4802588" y="1125981"/>
              <a:ext cx="207720" cy="2476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FCD3228-FF4A-4004-B112-719CB421224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84588" y="1108007"/>
                <a:ext cx="243360" cy="283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4750CD0-E132-4428-B9D1-4EF748EC845A}"/>
                  </a:ext>
                </a:extLst>
              </p14:cNvPr>
              <p14:cNvContentPartPr/>
              <p14:nvPr/>
            </p14:nvContentPartPr>
            <p14:xfrm>
              <a:off x="4138748" y="1130661"/>
              <a:ext cx="373680" cy="3337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4750CD0-E132-4428-B9D1-4EF748EC845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20765" y="1112661"/>
                <a:ext cx="409286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60C147B9-4E6A-414C-841D-E2050E5BA774}"/>
                  </a:ext>
                </a:extLst>
              </p14:cNvPr>
              <p14:cNvContentPartPr/>
              <p14:nvPr/>
            </p14:nvContentPartPr>
            <p14:xfrm>
              <a:off x="4225148" y="1905741"/>
              <a:ext cx="264600" cy="5536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60C147B9-4E6A-414C-841D-E2050E5BA77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07148" y="1887741"/>
                <a:ext cx="30024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5E5705D-D39C-431C-AA92-3425DC103665}"/>
                  </a:ext>
                </a:extLst>
              </p14:cNvPr>
              <p14:cNvContentPartPr/>
              <p14:nvPr/>
            </p14:nvContentPartPr>
            <p14:xfrm>
              <a:off x="4725908" y="2011581"/>
              <a:ext cx="208800" cy="12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5E5705D-D39C-431C-AA92-3425DC1036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07939" y="1993581"/>
                <a:ext cx="244379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05570FC-D0A7-41DA-98E0-2C71CC4BB453}"/>
                  </a:ext>
                </a:extLst>
              </p14:cNvPr>
              <p14:cNvContentPartPr/>
              <p14:nvPr/>
            </p14:nvContentPartPr>
            <p14:xfrm>
              <a:off x="5210828" y="1809261"/>
              <a:ext cx="937800" cy="2966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05570FC-D0A7-41DA-98E0-2C71CC4BB45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92828" y="1791261"/>
                <a:ext cx="97344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829A295-451F-4D4D-B951-EA2C066340A5}"/>
                  </a:ext>
                </a:extLst>
              </p14:cNvPr>
              <p14:cNvContentPartPr/>
              <p14:nvPr/>
            </p14:nvContentPartPr>
            <p14:xfrm>
              <a:off x="4312628" y="2819781"/>
              <a:ext cx="411840" cy="2797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829A295-451F-4D4D-B951-EA2C066340A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94628" y="2801781"/>
                <a:ext cx="4474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60B63BE3-524F-4732-9D0C-6F6008363448}"/>
                  </a:ext>
                </a:extLst>
              </p14:cNvPr>
              <p14:cNvContentPartPr/>
              <p14:nvPr/>
            </p14:nvContentPartPr>
            <p14:xfrm>
              <a:off x="5087348" y="2798541"/>
              <a:ext cx="364320" cy="306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60B63BE3-524F-4732-9D0C-6F600836344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69348" y="2780541"/>
                <a:ext cx="3999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DBF0D5F-7807-49B4-90AD-A6AA75523180}"/>
                  </a:ext>
                </a:extLst>
              </p14:cNvPr>
              <p14:cNvContentPartPr/>
              <p14:nvPr/>
            </p14:nvContentPartPr>
            <p14:xfrm>
              <a:off x="6963668" y="2906541"/>
              <a:ext cx="239760" cy="100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DBF0D5F-7807-49B4-90AD-A6AA7552318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945668" y="2887874"/>
                <a:ext cx="275400" cy="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376CCD8-E843-4D9A-9987-EA67899D6C45}"/>
                  </a:ext>
                </a:extLst>
              </p14:cNvPr>
              <p14:cNvContentPartPr/>
              <p14:nvPr/>
            </p14:nvContentPartPr>
            <p14:xfrm>
              <a:off x="5808428" y="2704941"/>
              <a:ext cx="729720" cy="3304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376CCD8-E843-4D9A-9987-EA67899D6C4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790428" y="2686941"/>
                <a:ext cx="76536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CEA7B46-A5C3-4F14-8671-BF9C2859F5F5}"/>
                  </a:ext>
                </a:extLst>
              </p14:cNvPr>
              <p14:cNvContentPartPr/>
              <p14:nvPr/>
            </p14:nvContentPartPr>
            <p14:xfrm>
              <a:off x="7006868" y="3007341"/>
              <a:ext cx="247320" cy="133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CEA7B46-A5C3-4F14-8671-BF9C2859F5F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988868" y="2989341"/>
                <a:ext cx="282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F367E67-0950-46C4-8066-6BE00E59085D}"/>
                  </a:ext>
                </a:extLst>
              </p14:cNvPr>
              <p14:cNvContentPartPr/>
              <p14:nvPr/>
            </p14:nvContentPartPr>
            <p14:xfrm>
              <a:off x="7746308" y="2679021"/>
              <a:ext cx="340920" cy="3337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F367E67-0950-46C4-8066-6BE00E59085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28327" y="2661021"/>
                <a:ext cx="376522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55D13F9-9AEA-4FE2-B6EA-34BBE36EEAC9}"/>
                  </a:ext>
                </a:extLst>
              </p14:cNvPr>
              <p14:cNvContentPartPr/>
              <p14:nvPr/>
            </p14:nvContentPartPr>
            <p14:xfrm>
              <a:off x="7950068" y="2225781"/>
              <a:ext cx="2071440" cy="3582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55D13F9-9AEA-4FE2-B6EA-34BBE36EEAC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32068" y="2207781"/>
                <a:ext cx="210708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6F483039-1A73-4C5A-919E-FDB2D19FA0F3}"/>
                  </a:ext>
                </a:extLst>
              </p14:cNvPr>
              <p14:cNvContentPartPr/>
              <p14:nvPr/>
            </p14:nvContentPartPr>
            <p14:xfrm>
              <a:off x="7083908" y="3414141"/>
              <a:ext cx="244440" cy="172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6F483039-1A73-4C5A-919E-FDB2D19FA0F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065881" y="3396141"/>
                <a:ext cx="280133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CC4D709-6820-4773-933E-0E3E6DB5BA5E}"/>
                  </a:ext>
                </a:extLst>
              </p14:cNvPr>
              <p14:cNvContentPartPr/>
              <p14:nvPr/>
            </p14:nvContentPartPr>
            <p14:xfrm>
              <a:off x="7122428" y="3520341"/>
              <a:ext cx="185760" cy="219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CC4D709-6820-4773-933E-0E3E6DB5BA5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104393" y="3502631"/>
                <a:ext cx="221469" cy="57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4BAD55DF-359D-4BC5-85E0-D572D5607EF9}"/>
                  </a:ext>
                </a:extLst>
              </p14:cNvPr>
              <p14:cNvContentPartPr/>
              <p14:nvPr/>
            </p14:nvContentPartPr>
            <p14:xfrm>
              <a:off x="8397548" y="3368061"/>
              <a:ext cx="118440" cy="15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4BAD55DF-359D-4BC5-85E0-D572D5607EF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79548" y="3350061"/>
                <a:ext cx="1540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64393AD-98DC-4508-B040-D4C81C791C6A}"/>
                  </a:ext>
                </a:extLst>
              </p14:cNvPr>
              <p14:cNvContentPartPr/>
              <p14:nvPr/>
            </p14:nvContentPartPr>
            <p14:xfrm>
              <a:off x="8388188" y="3442221"/>
              <a:ext cx="210600" cy="23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64393AD-98DC-4508-B040-D4C81C791C6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370219" y="3424221"/>
                <a:ext cx="246179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0CFB4306-77CB-4F91-B927-C888719C8F49}"/>
                  </a:ext>
                </a:extLst>
              </p14:cNvPr>
              <p14:cNvContentPartPr/>
              <p14:nvPr/>
            </p14:nvContentPartPr>
            <p14:xfrm>
              <a:off x="8737748" y="3265821"/>
              <a:ext cx="181800" cy="252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0CFB4306-77CB-4F91-B927-C888719C8F4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719712" y="3247821"/>
                <a:ext cx="217511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9397ACC-BF59-4C45-9162-63DB44BB893A}"/>
                  </a:ext>
                </a:extLst>
              </p14:cNvPr>
              <p14:cNvContentPartPr/>
              <p14:nvPr/>
            </p14:nvContentPartPr>
            <p14:xfrm>
              <a:off x="7771868" y="3187701"/>
              <a:ext cx="369720" cy="4194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9397ACC-BF59-4C45-9162-63DB44BB893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753850" y="3169701"/>
                <a:ext cx="405395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E67679BB-1ACC-4902-85D3-90EAB7C91AEC}"/>
                  </a:ext>
                </a:extLst>
              </p14:cNvPr>
              <p14:cNvContentPartPr/>
              <p14:nvPr/>
            </p14:nvContentPartPr>
            <p14:xfrm>
              <a:off x="9225548" y="3152421"/>
              <a:ext cx="777600" cy="3092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E67679BB-1ACC-4902-85D3-90EAB7C91AE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207540" y="3134421"/>
                <a:ext cx="813257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54AE36B7-7F74-48A5-AECF-FDB881CD9C52}"/>
                  </a:ext>
                </a:extLst>
              </p14:cNvPr>
              <p14:cNvContentPartPr/>
              <p14:nvPr/>
            </p14:nvContentPartPr>
            <p14:xfrm>
              <a:off x="302948" y="1642581"/>
              <a:ext cx="102600" cy="157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54AE36B7-7F74-48A5-AECF-FDB881CD9C5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84948" y="1624581"/>
                <a:ext cx="1382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22D99CD-7A01-42D3-9912-3368ED195009}"/>
                  </a:ext>
                </a:extLst>
              </p14:cNvPr>
              <p14:cNvContentPartPr/>
              <p14:nvPr/>
            </p14:nvContentPartPr>
            <p14:xfrm>
              <a:off x="370268" y="2019501"/>
              <a:ext cx="28080" cy="2008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22D99CD-7A01-42D3-9912-3368ED19500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52268" y="2001501"/>
                <a:ext cx="637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2C14C40-D433-40EF-B780-7E7DFCF8F7CF}"/>
                  </a:ext>
                </a:extLst>
              </p14:cNvPr>
              <p14:cNvContentPartPr/>
              <p14:nvPr/>
            </p14:nvContentPartPr>
            <p14:xfrm>
              <a:off x="336788" y="2432781"/>
              <a:ext cx="126360" cy="1854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2C14C40-D433-40EF-B780-7E7DFCF8F7C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18788" y="2414781"/>
                <a:ext cx="1620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8DA0FA8-6B3D-4CA9-B4DF-3F315200F6FF}"/>
                  </a:ext>
                </a:extLst>
              </p14:cNvPr>
              <p14:cNvContentPartPr/>
              <p14:nvPr/>
            </p14:nvContentPartPr>
            <p14:xfrm>
              <a:off x="326708" y="2801781"/>
              <a:ext cx="115920" cy="232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8DA0FA8-6B3D-4CA9-B4DF-3F315200F6F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08708" y="2783781"/>
                <a:ext cx="1515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D392909-AB8F-437B-813A-2D4682CD1321}"/>
                  </a:ext>
                </a:extLst>
              </p14:cNvPr>
              <p14:cNvContentPartPr/>
              <p14:nvPr/>
            </p14:nvContentPartPr>
            <p14:xfrm>
              <a:off x="351908" y="3204981"/>
              <a:ext cx="115560" cy="2584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D392909-AB8F-437B-813A-2D4682CD132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33852" y="3186981"/>
                <a:ext cx="151311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179C221-2714-45E9-9E58-1D00094E6EF0}"/>
                  </a:ext>
                </a:extLst>
              </p14:cNvPr>
              <p14:cNvContentPartPr/>
              <p14:nvPr/>
            </p14:nvContentPartPr>
            <p14:xfrm>
              <a:off x="383228" y="3922101"/>
              <a:ext cx="115560" cy="3081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179C221-2714-45E9-9E58-1D00094E6EF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5284" y="3904080"/>
                <a:ext cx="151089" cy="3438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4B44F0C-37CB-4A52-8913-1E11DFC6A934}"/>
                  </a:ext>
                </a:extLst>
              </p14:cNvPr>
              <p14:cNvContentPartPr/>
              <p14:nvPr/>
            </p14:nvContentPartPr>
            <p14:xfrm>
              <a:off x="288188" y="4369581"/>
              <a:ext cx="248760" cy="2487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4B44F0C-37CB-4A52-8913-1E11DFC6A93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70188" y="4351581"/>
                <a:ext cx="2844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11ED2F17-030A-479A-8BF7-49520B0C8D09}"/>
                  </a:ext>
                </a:extLst>
              </p14:cNvPr>
              <p14:cNvContentPartPr/>
              <p14:nvPr/>
            </p14:nvContentPartPr>
            <p14:xfrm>
              <a:off x="370268" y="3577581"/>
              <a:ext cx="144360" cy="2800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11ED2F17-030A-479A-8BF7-49520B0C8D0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52268" y="3559581"/>
                <a:ext cx="1800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4CC82541-24CC-4A28-9E49-688506CC2820}"/>
                  </a:ext>
                </a:extLst>
              </p14:cNvPr>
              <p14:cNvContentPartPr/>
              <p14:nvPr/>
            </p14:nvContentPartPr>
            <p14:xfrm>
              <a:off x="6155828" y="4192821"/>
              <a:ext cx="342360" cy="3020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4CC82541-24CC-4A28-9E49-688506CC282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137828" y="4174821"/>
                <a:ext cx="3780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3B214BF-2E27-484C-A110-13F53799CB2E}"/>
                  </a:ext>
                </a:extLst>
              </p14:cNvPr>
              <p14:cNvContentPartPr/>
              <p14:nvPr/>
            </p14:nvContentPartPr>
            <p14:xfrm>
              <a:off x="6904628" y="4335741"/>
              <a:ext cx="326160" cy="3643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3B214BF-2E27-484C-A110-13F53799CB2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886628" y="4317741"/>
                <a:ext cx="3618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4C531714-438B-4540-869A-218415B575BC}"/>
                  </a:ext>
                </a:extLst>
              </p14:cNvPr>
              <p14:cNvContentPartPr/>
              <p14:nvPr/>
            </p14:nvContentPartPr>
            <p14:xfrm>
              <a:off x="7733348" y="4036581"/>
              <a:ext cx="1270800" cy="4237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4C531714-438B-4540-869A-218415B575B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715343" y="4018566"/>
                <a:ext cx="1306450" cy="459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55B5780-213D-423C-9357-5951B740B2AB}"/>
                  </a:ext>
                </a:extLst>
              </p14:cNvPr>
              <p14:cNvContentPartPr/>
              <p14:nvPr/>
            </p14:nvContentPartPr>
            <p14:xfrm>
              <a:off x="4330988" y="4081941"/>
              <a:ext cx="1361160" cy="4564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55B5780-213D-423C-9357-5951B740B2A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312988" y="4063927"/>
                <a:ext cx="1396800" cy="492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D590876-76F0-4EE3-99A1-81ADB1408080}"/>
                  </a:ext>
                </a:extLst>
              </p14:cNvPr>
              <p14:cNvContentPartPr/>
              <p14:nvPr/>
            </p14:nvContentPartPr>
            <p14:xfrm>
              <a:off x="10322828" y="4147821"/>
              <a:ext cx="1187640" cy="5407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D590876-76F0-4EE3-99A1-81ADB140808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304828" y="4129821"/>
                <a:ext cx="122328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1872976-3C05-4B9F-B426-E6E878A6DBDE}"/>
                  </a:ext>
                </a:extLst>
              </p14:cNvPr>
              <p14:cNvContentPartPr/>
              <p14:nvPr/>
            </p14:nvContentPartPr>
            <p14:xfrm>
              <a:off x="9408428" y="4109661"/>
              <a:ext cx="264960" cy="4150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1872976-3C05-4B9F-B426-E6E878A6DBD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390428" y="4091661"/>
                <a:ext cx="30060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87E6E6C-7E01-4AED-8B90-6E4C5D8ADD4B}"/>
                  </a:ext>
                </a:extLst>
              </p14:cNvPr>
              <p14:cNvContentPartPr/>
              <p14:nvPr/>
            </p14:nvContentPartPr>
            <p14:xfrm>
              <a:off x="4388228" y="4794021"/>
              <a:ext cx="374400" cy="3078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87E6E6C-7E01-4AED-8B90-6E4C5D8ADD4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370211" y="4776021"/>
                <a:ext cx="410074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8433558C-1EE7-41B9-BDB5-6FE872F372E3}"/>
                  </a:ext>
                </a:extLst>
              </p14:cNvPr>
              <p14:cNvContentPartPr/>
              <p14:nvPr/>
            </p14:nvContentPartPr>
            <p14:xfrm>
              <a:off x="5151068" y="4746141"/>
              <a:ext cx="1560960" cy="5788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8433558C-1EE7-41B9-BDB5-6FE872F372E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133068" y="4728141"/>
                <a:ext cx="159660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4636F127-C78B-4172-A8AC-23C00602B2DD}"/>
                  </a:ext>
                </a:extLst>
              </p14:cNvPr>
              <p14:cNvContentPartPr/>
              <p14:nvPr/>
            </p14:nvContentPartPr>
            <p14:xfrm>
              <a:off x="2272148" y="1385541"/>
              <a:ext cx="909720" cy="3425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4636F127-C78B-4172-A8AC-23C00602B2D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254155" y="1367543"/>
                <a:ext cx="945346" cy="3461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28CF8AF2-FD20-4C8A-90A4-9FB6292D5E80}"/>
                  </a:ext>
                </a:extLst>
              </p14:cNvPr>
              <p14:cNvContentPartPr/>
              <p14:nvPr/>
            </p14:nvContentPartPr>
            <p14:xfrm>
              <a:off x="750068" y="1583181"/>
              <a:ext cx="1468080" cy="3398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28CF8AF2-FD20-4C8A-90A4-9FB6292D5E8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32064" y="1547181"/>
                <a:ext cx="1503729" cy="34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C0CAF9E-61D1-41E0-A482-848E24F264FA}"/>
                  </a:ext>
                </a:extLst>
              </p14:cNvPr>
              <p14:cNvContentPartPr/>
              <p14:nvPr/>
            </p14:nvContentPartPr>
            <p14:xfrm>
              <a:off x="1265588" y="5086701"/>
              <a:ext cx="239400" cy="5673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C0CAF9E-61D1-41E0-A482-848E24F264F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247588" y="5050701"/>
                <a:ext cx="27504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8772B98E-CD20-4DD7-B978-2CBDD4DBD184}"/>
                  </a:ext>
                </a:extLst>
              </p14:cNvPr>
              <p14:cNvContentPartPr/>
              <p14:nvPr/>
            </p14:nvContentPartPr>
            <p14:xfrm>
              <a:off x="1158668" y="5082021"/>
              <a:ext cx="299520" cy="2599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8772B98E-CD20-4DD7-B978-2CBDD4DBD18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40668" y="5046021"/>
                <a:ext cx="3351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C23625F-2014-4E70-8DB0-389193870AFC}"/>
                  </a:ext>
                </a:extLst>
              </p14:cNvPr>
              <p14:cNvContentPartPr/>
              <p14:nvPr/>
            </p14:nvContentPartPr>
            <p14:xfrm>
              <a:off x="1797308" y="5614101"/>
              <a:ext cx="369360" cy="2779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C23625F-2014-4E70-8DB0-389193870AF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779308" y="5578054"/>
                <a:ext cx="405000" cy="349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8941F62-B6ED-46A6-AB1D-B762E8A7EAB5}"/>
                  </a:ext>
                </a:extLst>
              </p14:cNvPr>
              <p14:cNvContentPartPr/>
              <p14:nvPr/>
            </p14:nvContentPartPr>
            <p14:xfrm>
              <a:off x="2051468" y="5495301"/>
              <a:ext cx="134640" cy="536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8941F62-B6ED-46A6-AB1D-B762E8A7EAB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033468" y="5459301"/>
                <a:ext cx="1702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6A69C38B-3977-4815-8593-AE3504404A98}"/>
                  </a:ext>
                </a:extLst>
              </p14:cNvPr>
              <p14:cNvContentPartPr/>
              <p14:nvPr/>
            </p14:nvContentPartPr>
            <p14:xfrm>
              <a:off x="2190428" y="5746221"/>
              <a:ext cx="80640" cy="172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6A69C38B-3977-4815-8593-AE3504404A9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172428" y="5710296"/>
                <a:ext cx="116280" cy="243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CF5C102-6D6C-4004-9933-56E4FCAF6665}"/>
                  </a:ext>
                </a:extLst>
              </p14:cNvPr>
              <p14:cNvContentPartPr/>
              <p14:nvPr/>
            </p14:nvContentPartPr>
            <p14:xfrm>
              <a:off x="2384468" y="5741181"/>
              <a:ext cx="506160" cy="1843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CF5C102-6D6C-4004-9933-56E4FCAF666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366468" y="5705181"/>
                <a:ext cx="5418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DFF8D05C-FF06-4F46-888A-13F46852EB0B}"/>
                  </a:ext>
                </a:extLst>
              </p14:cNvPr>
              <p14:cNvContentPartPr/>
              <p14:nvPr/>
            </p14:nvContentPartPr>
            <p14:xfrm>
              <a:off x="2750588" y="5486301"/>
              <a:ext cx="115920" cy="1166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DFF8D05C-FF06-4F46-888A-13F46852EB0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732588" y="5450301"/>
                <a:ext cx="1515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06784A83-23DD-42D4-BE98-CCD4798342C5}"/>
                  </a:ext>
                </a:extLst>
              </p14:cNvPr>
              <p14:cNvContentPartPr/>
              <p14:nvPr/>
            </p14:nvContentPartPr>
            <p14:xfrm>
              <a:off x="2882348" y="5837661"/>
              <a:ext cx="90360" cy="1173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06784A83-23DD-42D4-BE98-CCD4798342C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864348" y="5801661"/>
                <a:ext cx="1260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D583B2E-4ACB-4093-A785-DC86B6F05A92}"/>
                  </a:ext>
                </a:extLst>
              </p14:cNvPr>
              <p14:cNvContentPartPr/>
              <p14:nvPr/>
            </p14:nvContentPartPr>
            <p14:xfrm>
              <a:off x="3044708" y="5750181"/>
              <a:ext cx="297360" cy="1789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D583B2E-4ACB-4093-A785-DC86B6F05A92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026708" y="5714181"/>
                <a:ext cx="3330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55507239-AAB1-4290-ABEE-874832709061}"/>
                  </a:ext>
                </a:extLst>
              </p14:cNvPr>
              <p14:cNvContentPartPr/>
              <p14:nvPr/>
            </p14:nvContentPartPr>
            <p14:xfrm>
              <a:off x="3662108" y="5731101"/>
              <a:ext cx="519120" cy="179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55507239-AAB1-4290-ABEE-87483270906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644108" y="5695173"/>
                <a:ext cx="554760" cy="251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73CEB0C4-09A2-4749-9DDC-84E83359AA3F}"/>
                  </a:ext>
                </a:extLst>
              </p14:cNvPr>
              <p14:cNvContentPartPr/>
              <p14:nvPr/>
            </p14:nvContentPartPr>
            <p14:xfrm>
              <a:off x="4247108" y="5717781"/>
              <a:ext cx="142920" cy="2271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73CEB0C4-09A2-4749-9DDC-84E83359AA3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229108" y="5681781"/>
                <a:ext cx="1785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6012471-7079-41D9-B320-4C595B58E01E}"/>
                  </a:ext>
                </a:extLst>
              </p14:cNvPr>
              <p14:cNvContentPartPr/>
              <p14:nvPr/>
            </p14:nvContentPartPr>
            <p14:xfrm>
              <a:off x="4522868" y="5449941"/>
              <a:ext cx="755280" cy="5922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6012471-7079-41D9-B320-4C595B58E01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504859" y="5413919"/>
                <a:ext cx="790937" cy="663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6767CCA-18DC-416D-B9A6-E9F0D4D3475A}"/>
                  </a:ext>
                </a:extLst>
              </p14:cNvPr>
              <p14:cNvContentPartPr/>
              <p14:nvPr/>
            </p14:nvContentPartPr>
            <p14:xfrm>
              <a:off x="5136668" y="5658381"/>
              <a:ext cx="41760" cy="111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6767CCA-18DC-416D-B9A6-E9F0D4D3475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118668" y="5621181"/>
                <a:ext cx="77400" cy="851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47C0709-538B-4D5E-96D1-8014BA18CDE5}"/>
                  </a:ext>
                </a:extLst>
              </p14:cNvPr>
              <p14:cNvContentPartPr/>
              <p14:nvPr/>
            </p14:nvContentPartPr>
            <p14:xfrm>
              <a:off x="5368868" y="5798781"/>
              <a:ext cx="432360" cy="2365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47C0709-538B-4D5E-96D1-8014BA18CDE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350868" y="5762781"/>
                <a:ext cx="46800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22F5667F-CB00-464F-8532-2DEDA8E45FF4}"/>
                  </a:ext>
                </a:extLst>
              </p14:cNvPr>
              <p14:cNvContentPartPr/>
              <p14:nvPr/>
            </p14:nvContentPartPr>
            <p14:xfrm>
              <a:off x="5792588" y="5609061"/>
              <a:ext cx="142200" cy="4086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22F5667F-CB00-464F-8532-2DEDA8E45FF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774588" y="5573061"/>
                <a:ext cx="17784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BEC80CE-957D-4244-991E-99E6DDEF1ED0}"/>
                  </a:ext>
                </a:extLst>
              </p14:cNvPr>
              <p14:cNvContentPartPr/>
              <p14:nvPr/>
            </p14:nvContentPartPr>
            <p14:xfrm>
              <a:off x="5986628" y="5607261"/>
              <a:ext cx="648720" cy="4712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BEC80CE-957D-4244-991E-99E6DDEF1ED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968628" y="5571261"/>
                <a:ext cx="68436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7CCD3BE4-71F0-47E6-B5C2-D9C441144C80}"/>
                  </a:ext>
                </a:extLst>
              </p14:cNvPr>
              <p14:cNvContentPartPr/>
              <p14:nvPr/>
            </p14:nvContentPartPr>
            <p14:xfrm>
              <a:off x="6174548" y="5697981"/>
              <a:ext cx="323640" cy="399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7CCD3BE4-71F0-47E6-B5C2-D9C441144C8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156548" y="5661981"/>
                <a:ext cx="3592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CB1F80EA-9C0C-474D-9B03-3353FFA84758}"/>
                  </a:ext>
                </a:extLst>
              </p14:cNvPr>
              <p14:cNvContentPartPr/>
              <p14:nvPr/>
            </p14:nvContentPartPr>
            <p14:xfrm>
              <a:off x="7323308" y="5703381"/>
              <a:ext cx="354240" cy="3769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CB1F80EA-9C0C-474D-9B03-3353FFA8475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305308" y="5667381"/>
                <a:ext cx="38988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3902A880-B468-4C30-A1F0-BF30684A25AE}"/>
                  </a:ext>
                </a:extLst>
              </p14:cNvPr>
              <p14:cNvContentPartPr/>
              <p14:nvPr/>
            </p14:nvContentPartPr>
            <p14:xfrm>
              <a:off x="8262548" y="5638941"/>
              <a:ext cx="348120" cy="3830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3902A880-B468-4C30-A1F0-BF30684A25AE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244548" y="5602941"/>
                <a:ext cx="38376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C290E265-9E05-4ACD-88A6-7839D962C6BF}"/>
                  </a:ext>
                </a:extLst>
              </p14:cNvPr>
              <p14:cNvContentPartPr/>
              <p14:nvPr/>
            </p14:nvContentPartPr>
            <p14:xfrm>
              <a:off x="9091628" y="5917221"/>
              <a:ext cx="132480" cy="1357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C290E265-9E05-4ACD-88A6-7839D962C6B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073628" y="5881221"/>
                <a:ext cx="16812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ECB01098-E7EF-43CA-9F09-55BAA65D7BFB}"/>
                  </a:ext>
                </a:extLst>
              </p14:cNvPr>
              <p14:cNvContentPartPr/>
              <p14:nvPr/>
            </p14:nvContentPartPr>
            <p14:xfrm>
              <a:off x="9614348" y="5600781"/>
              <a:ext cx="713160" cy="7462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ECB01098-E7EF-43CA-9F09-55BAA65D7BF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596348" y="5564781"/>
                <a:ext cx="74880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325D070E-EF1F-40C9-9F10-BE456ED0FF54}"/>
                  </a:ext>
                </a:extLst>
              </p14:cNvPr>
              <p14:cNvContentPartPr/>
              <p14:nvPr/>
            </p14:nvContentPartPr>
            <p14:xfrm>
              <a:off x="10314908" y="5777901"/>
              <a:ext cx="22680" cy="165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325D070E-EF1F-40C9-9F10-BE456ED0FF5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97189" y="5742667"/>
                <a:ext cx="57763" cy="86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B0EC0403-7C21-4F8C-BA03-90FAD18AFD83}"/>
                  </a:ext>
                </a:extLst>
              </p14:cNvPr>
              <p14:cNvContentPartPr/>
              <p14:nvPr/>
            </p14:nvContentPartPr>
            <p14:xfrm>
              <a:off x="10450628" y="5597901"/>
              <a:ext cx="682200" cy="4978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B0EC0403-7C21-4F8C-BA03-90FAD18AFD8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432628" y="5561901"/>
                <a:ext cx="7178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232AD611-B239-472A-927A-E17EF47F26E7}"/>
                  </a:ext>
                </a:extLst>
              </p14:cNvPr>
              <p14:cNvContentPartPr/>
              <p14:nvPr/>
            </p14:nvContentPartPr>
            <p14:xfrm>
              <a:off x="11154428" y="5823981"/>
              <a:ext cx="73440" cy="666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232AD611-B239-472A-927A-E17EF47F26E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136428" y="5787981"/>
                <a:ext cx="1090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A5322541-EDE8-46C1-A853-2D1A46E779FB}"/>
                  </a:ext>
                </a:extLst>
              </p14:cNvPr>
              <p14:cNvContentPartPr/>
              <p14:nvPr/>
            </p14:nvContentPartPr>
            <p14:xfrm>
              <a:off x="11001428" y="5648301"/>
              <a:ext cx="219960" cy="313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A5322541-EDE8-46C1-A853-2D1A46E779F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983428" y="5612301"/>
                <a:ext cx="255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A970C4D-17F9-4CD3-823B-D260D3409CB0}"/>
                  </a:ext>
                </a:extLst>
              </p14:cNvPr>
              <p14:cNvContentPartPr/>
              <p14:nvPr/>
            </p14:nvContentPartPr>
            <p14:xfrm>
              <a:off x="11222828" y="5897421"/>
              <a:ext cx="183600" cy="2300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A970C4D-17F9-4CD3-823B-D260D3409CB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1204863" y="5861421"/>
                <a:ext cx="21917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F31D5648-D58B-4B30-9628-A2F71AA961E1}"/>
                  </a:ext>
                </a:extLst>
              </p14:cNvPr>
              <p14:cNvContentPartPr/>
              <p14:nvPr/>
            </p14:nvContentPartPr>
            <p14:xfrm>
              <a:off x="1684268" y="6152301"/>
              <a:ext cx="605160" cy="4201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F31D5648-D58B-4B30-9628-A2F71AA961E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666268" y="6116332"/>
                <a:ext cx="640800" cy="491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CCA995A-9F87-4A69-AADC-987128CAD7DC}"/>
                  </a:ext>
                </a:extLst>
              </p14:cNvPr>
              <p14:cNvContentPartPr/>
              <p14:nvPr/>
            </p14:nvContentPartPr>
            <p14:xfrm>
              <a:off x="2802428" y="6180021"/>
              <a:ext cx="705960" cy="4482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CCA995A-9F87-4A69-AADC-987128CAD7D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784419" y="6144021"/>
                <a:ext cx="741618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22E9FC2-A0D1-4516-AF6A-D349781FB92F}"/>
                  </a:ext>
                </a:extLst>
              </p14:cNvPr>
              <p14:cNvContentPartPr/>
              <p14:nvPr/>
            </p14:nvContentPartPr>
            <p14:xfrm>
              <a:off x="3233708" y="6370461"/>
              <a:ext cx="400320" cy="118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22E9FC2-A0D1-4516-AF6A-D349781FB92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215692" y="6334461"/>
                <a:ext cx="435992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09DDD233-71A4-4701-A442-7124C4863453}"/>
                  </a:ext>
                </a:extLst>
              </p14:cNvPr>
              <p14:cNvContentPartPr/>
              <p14:nvPr/>
            </p14:nvContentPartPr>
            <p14:xfrm>
              <a:off x="3520988" y="6474861"/>
              <a:ext cx="396720" cy="1645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09DDD233-71A4-4701-A442-7124C486345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502988" y="6438861"/>
                <a:ext cx="4323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4A00DF3D-111D-4FD6-BEF8-2C8FA70A8CEF}"/>
                  </a:ext>
                </a:extLst>
              </p14:cNvPr>
              <p14:cNvContentPartPr/>
              <p14:nvPr/>
            </p14:nvContentPartPr>
            <p14:xfrm>
              <a:off x="4143428" y="6594741"/>
              <a:ext cx="29520" cy="514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4A00DF3D-111D-4FD6-BEF8-2C8FA70A8CE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125645" y="6558991"/>
                <a:ext cx="64731" cy="1226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604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17806" y="137196"/>
            <a:ext cx="74240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Tabelul</a:t>
            </a:r>
            <a:r>
              <a:rPr lang="en-US" b="1" dirty="0">
                <a:solidFill>
                  <a:srgbClr val="0000FF"/>
                </a:solidFill>
              </a:rPr>
              <a:t> de </a:t>
            </a:r>
            <a:r>
              <a:rPr lang="en-US" b="1" dirty="0" err="1">
                <a:solidFill>
                  <a:srgbClr val="0000FF"/>
                </a:solidFill>
              </a:rPr>
              <a:t>adev</a:t>
            </a:r>
            <a:r>
              <a:rPr lang="ro-RO" b="1" dirty="0">
                <a:solidFill>
                  <a:srgbClr val="0000FF"/>
                </a:solidFill>
              </a:rPr>
              <a:t>ă</a:t>
            </a: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b="1" dirty="0" err="1">
                <a:solidFill>
                  <a:srgbClr val="0000FF"/>
                </a:solidFill>
              </a:rPr>
              <a:t>complet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cazul unui circuit logic cu 3 intrări și 2 ieșiri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endParaRPr lang="ro-RO" b="1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D1C4766-B867-4668-A506-9DB5536B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94391"/>
            <a:ext cx="4924425" cy="5629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7397E638-C2C5-4E6E-8743-9DD326D2E90A}"/>
                  </a:ext>
                </a:extLst>
              </p14:cNvPr>
              <p14:cNvContentPartPr/>
              <p14:nvPr/>
            </p14:nvContentPartPr>
            <p14:xfrm>
              <a:off x="6169509" y="1093225"/>
              <a:ext cx="4880520" cy="14576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7397E638-C2C5-4E6E-8743-9DD326D2E9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1868" y="1075225"/>
                <a:ext cx="4916163" cy="14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6AFAA96-F8BD-4A2A-8ECD-1C2193B9299E}"/>
                  </a:ext>
                </a:extLst>
              </p14:cNvPr>
              <p14:cNvContentPartPr/>
              <p14:nvPr/>
            </p14:nvContentPartPr>
            <p14:xfrm>
              <a:off x="1818549" y="2314345"/>
              <a:ext cx="1711800" cy="41497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6AFAA96-F8BD-4A2A-8ECD-1C2193B929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0909" y="2296345"/>
                <a:ext cx="1747440" cy="41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1203ADA0-9342-480A-B024-0906D100E9FF}"/>
                  </a:ext>
                </a:extLst>
              </p14:cNvPr>
              <p14:cNvContentPartPr/>
              <p14:nvPr/>
            </p14:nvContentPartPr>
            <p14:xfrm>
              <a:off x="2256669" y="3094465"/>
              <a:ext cx="14040" cy="3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1203ADA0-9342-480A-B024-0906D100E9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38669" y="3076465"/>
                <a:ext cx="49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040547D-5C31-4E76-961F-3BA80868EC30}"/>
                  </a:ext>
                </a:extLst>
              </p14:cNvPr>
              <p14:cNvContentPartPr/>
              <p14:nvPr/>
            </p14:nvContentPartPr>
            <p14:xfrm>
              <a:off x="2680389" y="3130825"/>
              <a:ext cx="12600" cy="25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040547D-5C31-4E76-961F-3BA80868EC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62749" y="3113185"/>
                <a:ext cx="48240" cy="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4614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4D1C4766-B867-4668-A506-9DB5536B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965976"/>
            <a:ext cx="3804568" cy="4349129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80ADD7BE-B47F-4829-8733-3DCD0793B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76" y="1965976"/>
            <a:ext cx="2696974" cy="442341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23E36F6D-4D8D-4A99-8439-42586FB2B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45" y="1965976"/>
            <a:ext cx="2804396" cy="4389072"/>
          </a:xfrm>
          <a:prstGeom prst="rect">
            <a:avLst/>
          </a:prstGeom>
        </p:spPr>
      </p:pic>
      <p:sp>
        <p:nvSpPr>
          <p:cNvPr id="7" name="Dreptunghi 6">
            <a:extLst>
              <a:ext uri="{FF2B5EF4-FFF2-40B4-BE49-F238E27FC236}">
                <a16:creationId xmlns:a16="http://schemas.microsoft.com/office/drawing/2014/main" id="{60B4CB1F-338E-4B13-93D8-682099B95B36}"/>
              </a:ext>
            </a:extLst>
          </p:cNvPr>
          <p:cNvSpPr/>
          <p:nvPr/>
        </p:nvSpPr>
        <p:spPr>
          <a:xfrm>
            <a:off x="317806" y="137196"/>
            <a:ext cx="74240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Tabelul</a:t>
            </a:r>
            <a:r>
              <a:rPr lang="en-US" b="1" dirty="0">
                <a:solidFill>
                  <a:srgbClr val="0000FF"/>
                </a:solidFill>
              </a:rPr>
              <a:t> de </a:t>
            </a:r>
            <a:r>
              <a:rPr lang="en-US" b="1" dirty="0" err="1">
                <a:solidFill>
                  <a:srgbClr val="0000FF"/>
                </a:solidFill>
              </a:rPr>
              <a:t>adev</a:t>
            </a:r>
            <a:r>
              <a:rPr lang="ro-RO" b="1" dirty="0">
                <a:solidFill>
                  <a:srgbClr val="0000FF"/>
                </a:solidFill>
              </a:rPr>
              <a:t>ă</a:t>
            </a:r>
            <a:r>
              <a:rPr lang="en-US" b="1" dirty="0">
                <a:solidFill>
                  <a:srgbClr val="0000FF"/>
                </a:solidFill>
              </a:rPr>
              <a:t>r </a:t>
            </a:r>
            <a:r>
              <a:rPr lang="en-US" b="1" dirty="0" err="1">
                <a:solidFill>
                  <a:srgbClr val="0000FF"/>
                </a:solidFill>
              </a:rPr>
              <a:t>complet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cazul unui circuit logic cu 3 intrări și 2 ieșiri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endParaRPr lang="ro-RO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FAF6F482-CB69-442F-AC5E-71A16126AE72}"/>
                  </a:ext>
                </a:extLst>
              </p14:cNvPr>
              <p14:cNvContentPartPr/>
              <p14:nvPr/>
            </p14:nvContentPartPr>
            <p14:xfrm>
              <a:off x="1356669" y="3318385"/>
              <a:ext cx="1259280" cy="31374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FAF6F482-CB69-442F-AC5E-71A16126AE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9029" y="3282745"/>
                <a:ext cx="1294920" cy="32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C754ED9-EE8B-4F62-8453-0189371D9E9B}"/>
                  </a:ext>
                </a:extLst>
              </p14:cNvPr>
              <p14:cNvContentPartPr/>
              <p14:nvPr/>
            </p14:nvContentPartPr>
            <p14:xfrm>
              <a:off x="2126709" y="6176065"/>
              <a:ext cx="3948120" cy="5965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C754ED9-EE8B-4F62-8453-0189371D9E9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9069" y="6140425"/>
                <a:ext cx="3983760" cy="6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C3F0E36C-E998-4220-AF6F-08EB45934D70}"/>
                  </a:ext>
                </a:extLst>
              </p14:cNvPr>
              <p14:cNvContentPartPr/>
              <p14:nvPr/>
            </p14:nvContentPartPr>
            <p14:xfrm>
              <a:off x="5539149" y="6282265"/>
              <a:ext cx="3721320" cy="4640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C3F0E36C-E998-4220-AF6F-08EB45934D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21149" y="6246265"/>
                <a:ext cx="375696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3D3E5C6B-23B3-45BD-97F9-115D852380E0}"/>
                  </a:ext>
                </a:extLst>
              </p14:cNvPr>
              <p14:cNvContentPartPr/>
              <p14:nvPr/>
            </p14:nvContentPartPr>
            <p14:xfrm>
              <a:off x="2954709" y="2852545"/>
              <a:ext cx="525240" cy="33555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3D3E5C6B-23B3-45BD-97F9-115D852380E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37069" y="2816905"/>
                <a:ext cx="560880" cy="342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4CA6F9D-3A05-44DF-96B4-94E6DDA5FD16}"/>
                  </a:ext>
                </a:extLst>
              </p14:cNvPr>
              <p14:cNvContentPartPr/>
              <p14:nvPr/>
            </p14:nvContentPartPr>
            <p14:xfrm>
              <a:off x="6768549" y="2592985"/>
              <a:ext cx="735120" cy="3625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4CA6F9D-3A05-44DF-96B4-94E6DDA5FD1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50909" y="2556985"/>
                <a:ext cx="770760" cy="36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0BAD0A2-6FFF-4E82-A953-5E3208C022C7}"/>
                  </a:ext>
                </a:extLst>
              </p14:cNvPr>
              <p14:cNvContentPartPr/>
              <p14:nvPr/>
            </p14:nvContentPartPr>
            <p14:xfrm>
              <a:off x="6132069" y="1549705"/>
              <a:ext cx="544680" cy="2782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0BAD0A2-6FFF-4E82-A953-5E3208C022C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14069" y="1513705"/>
                <a:ext cx="5803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94FF6A7-A7A9-4102-9592-F88D0678714C}"/>
                  </a:ext>
                </a:extLst>
              </p14:cNvPr>
              <p14:cNvContentPartPr/>
              <p14:nvPr/>
            </p14:nvContentPartPr>
            <p14:xfrm>
              <a:off x="3387429" y="2816545"/>
              <a:ext cx="577440" cy="34506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94FF6A7-A7A9-4102-9592-F88D0678714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69789" y="2798545"/>
                <a:ext cx="613080" cy="34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0532F06-E065-4608-AB3E-D330DBF18DC7}"/>
                  </a:ext>
                </a:extLst>
              </p14:cNvPr>
              <p14:cNvContentPartPr/>
              <p14:nvPr/>
            </p14:nvContentPartPr>
            <p14:xfrm>
              <a:off x="9745029" y="1740865"/>
              <a:ext cx="1382040" cy="48160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0532F06-E065-4608-AB3E-D330DBF18DC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27029" y="1723225"/>
                <a:ext cx="1417680" cy="48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0020C4DC-15C6-4E0D-883C-6C799EF463A4}"/>
                  </a:ext>
                </a:extLst>
              </p14:cNvPr>
              <p14:cNvContentPartPr/>
              <p14:nvPr/>
            </p14:nvContentPartPr>
            <p14:xfrm>
              <a:off x="4191669" y="4172305"/>
              <a:ext cx="299520" cy="4636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0020C4DC-15C6-4E0D-883C-6C799EF463A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73669" y="4154305"/>
                <a:ext cx="33516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2D0A0B7-8156-4066-9E42-25FE1534E5A5}"/>
                  </a:ext>
                </a:extLst>
              </p14:cNvPr>
              <p14:cNvContentPartPr/>
              <p14:nvPr/>
            </p14:nvContentPartPr>
            <p14:xfrm>
              <a:off x="7497909" y="4320625"/>
              <a:ext cx="196200" cy="1911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2D0A0B7-8156-4066-9E42-25FE1534E5A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79909" y="4302625"/>
                <a:ext cx="2318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E1B9C13A-4E34-4A76-B50D-FF4F45471154}"/>
                  </a:ext>
                </a:extLst>
              </p14:cNvPr>
              <p14:cNvContentPartPr/>
              <p14:nvPr/>
            </p14:nvContentPartPr>
            <p14:xfrm>
              <a:off x="9881109" y="1114105"/>
              <a:ext cx="216360" cy="1936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E1B9C13A-4E34-4A76-B50D-FF4F4547115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863469" y="1096465"/>
                <a:ext cx="2520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71D55B41-242C-4416-8D67-49A10061E684}"/>
                  </a:ext>
                </a:extLst>
              </p14:cNvPr>
              <p14:cNvContentPartPr/>
              <p14:nvPr/>
            </p14:nvContentPartPr>
            <p14:xfrm>
              <a:off x="8724789" y="916465"/>
              <a:ext cx="925200" cy="3877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71D55B41-242C-4416-8D67-49A10061E6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07149" y="898465"/>
                <a:ext cx="96084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0765087-EAAB-41D7-B13B-822292791955}"/>
                  </a:ext>
                </a:extLst>
              </p14:cNvPr>
              <p14:cNvContentPartPr/>
              <p14:nvPr/>
            </p14:nvContentPartPr>
            <p14:xfrm>
              <a:off x="6405309" y="1110145"/>
              <a:ext cx="231480" cy="2278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0765087-EAAB-41D7-B13B-82229279195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87309" y="1092145"/>
                <a:ext cx="2671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38C5928-CEDC-44A8-BC97-C53936DFE4E1}"/>
                  </a:ext>
                </a:extLst>
              </p14:cNvPr>
              <p14:cNvContentPartPr/>
              <p14:nvPr/>
            </p14:nvContentPartPr>
            <p14:xfrm>
              <a:off x="5152149" y="928345"/>
              <a:ext cx="993240" cy="3366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38C5928-CEDC-44A8-BC97-C53936DFE4E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34149" y="910705"/>
                <a:ext cx="102888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2447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777269"/>
            <a:ext cx="1060692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</a:rPr>
              <a:t>Agend</a:t>
            </a:r>
            <a:r>
              <a:rPr lang="ro-RO" sz="3200" b="1" dirty="0">
                <a:solidFill>
                  <a:srgbClr val="0000FF"/>
                </a:solidFill>
              </a:rPr>
              <a:t>ă:</a:t>
            </a:r>
          </a:p>
          <a:p>
            <a:endParaRPr lang="en-US" sz="32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1) Porți logice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Forme de reprezentare a funcțiilor binare: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complet;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redus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Forme canonice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analitice reduse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Diagrame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Veitch</a:t>
            </a: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–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Karnaugh</a:t>
            </a:r>
            <a:endParaRPr 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691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792538" y="137196"/>
            <a:ext cx="1060692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3200" b="1" dirty="0">
                <a:solidFill>
                  <a:srgbClr val="0000FF"/>
                </a:solidFill>
              </a:rPr>
              <a:t>Formele canonice : 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Ne ajută să facem trecerea de la tabelul de adevăr la o expresie algebrică;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Din tabelul de adevăr nu se poate sintetiza o schemă logică;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Dintr-o expresie algebrică se poate sintetiza o schemă logică;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Pentru fiecare tabel de adevăr se por scrie două forme canonice:</a:t>
            </a:r>
          </a:p>
          <a:p>
            <a:pPr marL="800100" lvl="1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800100" lvl="1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una este scrisă ținând cont de valorile de </a:t>
            </a:r>
            <a:r>
              <a:rPr lang="ro-RO" sz="2400" b="1" dirty="0">
                <a:solidFill>
                  <a:srgbClr val="FF0000"/>
                </a:solidFill>
              </a:rPr>
              <a:t>unu logic </a:t>
            </a:r>
            <a:r>
              <a:rPr lang="ro-RO" sz="2400" b="1" dirty="0">
                <a:solidFill>
                  <a:srgbClr val="0000FF"/>
                </a:solidFill>
              </a:rPr>
              <a:t>ale funcției binare;</a:t>
            </a:r>
          </a:p>
          <a:p>
            <a:pPr marL="800100" lvl="1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cealaltă este scrisă ținând cont de valorile de </a:t>
            </a:r>
            <a:r>
              <a:rPr lang="ro-RO" sz="2400" b="1" dirty="0">
                <a:solidFill>
                  <a:srgbClr val="FF0000"/>
                </a:solidFill>
              </a:rPr>
              <a:t>zero logic </a:t>
            </a:r>
            <a:r>
              <a:rPr lang="ro-RO" sz="2400" b="1" dirty="0">
                <a:solidFill>
                  <a:srgbClr val="0000FF"/>
                </a:solidFill>
              </a:rPr>
              <a:t>ale funcției binare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Cele două expresii canonice sunt echivalente din punct de vedere al comportamentului intrare/ieșire;</a:t>
            </a:r>
          </a:p>
          <a:p>
            <a:pPr marL="342900" indent="-3429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În scrierea formelor canonice folosim conceptul de </a:t>
            </a:r>
            <a:r>
              <a:rPr lang="ro-RO" sz="2400" b="1" dirty="0" err="1">
                <a:solidFill>
                  <a:srgbClr val="FF0000"/>
                </a:solidFill>
              </a:rPr>
              <a:t>Mintermeni</a:t>
            </a:r>
            <a:r>
              <a:rPr lang="ro-RO" sz="2400" b="1" dirty="0">
                <a:solidFill>
                  <a:srgbClr val="FF0000"/>
                </a:solidFill>
              </a:rPr>
              <a:t>/</a:t>
            </a:r>
            <a:r>
              <a:rPr lang="ro-RO" sz="2400" b="1" dirty="0" err="1">
                <a:solidFill>
                  <a:srgbClr val="FF0000"/>
                </a:solidFill>
              </a:rPr>
              <a:t>Maxtermeni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endParaRPr lang="ro-RO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892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F5469F3-B90D-41D6-825D-B3A791929A9E}"/>
              </a:ext>
            </a:extLst>
          </p:cNvPr>
          <p:cNvSpPr/>
          <p:nvPr/>
        </p:nvSpPr>
        <p:spPr>
          <a:xfrm>
            <a:off x="426782" y="137196"/>
            <a:ext cx="9692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Forme de reprezentare a funcțiilor binare – Formele canonice </a:t>
            </a:r>
          </a:p>
        </p:txBody>
      </p:sp>
      <p:pic>
        <p:nvPicPr>
          <p:cNvPr id="76" name="Imagine 75">
            <a:extLst>
              <a:ext uri="{FF2B5EF4-FFF2-40B4-BE49-F238E27FC236}">
                <a16:creationId xmlns:a16="http://schemas.microsoft.com/office/drawing/2014/main" id="{CA44E8F6-BD37-40A8-AC2A-A56B0501C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868708"/>
            <a:ext cx="10759389" cy="2582253"/>
          </a:xfrm>
          <a:prstGeom prst="rect">
            <a:avLst/>
          </a:prstGeom>
        </p:spPr>
      </p:pic>
      <p:pic>
        <p:nvPicPr>
          <p:cNvPr id="77" name="Imagine 76">
            <a:extLst>
              <a:ext uri="{FF2B5EF4-FFF2-40B4-BE49-F238E27FC236}">
                <a16:creationId xmlns:a16="http://schemas.microsoft.com/office/drawing/2014/main" id="{7A1A6713-67CC-4568-9AAC-C2A02FFE4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3611878"/>
            <a:ext cx="10576511" cy="1133198"/>
          </a:xfrm>
          <a:prstGeom prst="rect">
            <a:avLst/>
          </a:prstGeom>
        </p:spPr>
      </p:pic>
      <p:pic>
        <p:nvPicPr>
          <p:cNvPr id="78" name="Imagine 77">
            <a:extLst>
              <a:ext uri="{FF2B5EF4-FFF2-40B4-BE49-F238E27FC236}">
                <a16:creationId xmlns:a16="http://schemas.microsoft.com/office/drawing/2014/main" id="{41AE69C6-CC00-43BE-88AC-D5E6F3EB6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99" y="5074902"/>
            <a:ext cx="10576511" cy="131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93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35343" y="137196"/>
            <a:ext cx="75894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ro-RO" b="1" dirty="0">
                <a:solidFill>
                  <a:srgbClr val="0000FF"/>
                </a:solidFill>
              </a:rPr>
              <a:t> – Modul de scriere al </a:t>
            </a:r>
            <a:r>
              <a:rPr lang="ro-RO" b="1" dirty="0" err="1">
                <a:solidFill>
                  <a:srgbClr val="0000FF"/>
                </a:solidFill>
              </a:rPr>
              <a:t>Mintermenilor</a:t>
            </a:r>
            <a:r>
              <a:rPr lang="ro-RO" b="1" dirty="0">
                <a:solidFill>
                  <a:srgbClr val="0000FF"/>
                </a:solidFill>
              </a:rPr>
              <a:t>/</a:t>
            </a:r>
            <a:r>
              <a:rPr lang="ro-RO" b="1" dirty="0" err="1">
                <a:solidFill>
                  <a:srgbClr val="0000FF"/>
                </a:solidFill>
              </a:rPr>
              <a:t>Maxtermenilor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1F1D294-78E9-4781-B3E6-D85E536A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103060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02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777269"/>
            <a:ext cx="1060692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</a:rPr>
              <a:t>Agend</a:t>
            </a:r>
            <a:r>
              <a:rPr lang="ro-RO" sz="3200" b="1" dirty="0">
                <a:solidFill>
                  <a:srgbClr val="0000FF"/>
                </a:solidFill>
              </a:rPr>
              <a:t>ă:</a:t>
            </a:r>
          </a:p>
          <a:p>
            <a:endParaRPr lang="en-US" sz="32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1) Porți logice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Forme de reprezentare a funcțiilor binare: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complet;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redus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Forme canonice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analitice reduse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Diagrame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Veitch</a:t>
            </a: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–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Karnaugh</a:t>
            </a:r>
            <a:endParaRPr 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005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3EEAFC7-A67C-4143-B01E-D2FC2B1B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2691208" cy="3779502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35343" y="137196"/>
            <a:ext cx="1748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609E4CF-72BE-4C5D-9422-DC83D49F493F}"/>
                  </a:ext>
                </a:extLst>
              </p14:cNvPr>
              <p14:cNvContentPartPr/>
              <p14:nvPr/>
            </p14:nvContentPartPr>
            <p14:xfrm>
              <a:off x="234909" y="1307785"/>
              <a:ext cx="108000" cy="1515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609E4CF-72BE-4C5D-9422-DC83D49F49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909" y="1290145"/>
                <a:ext cx="1436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18B9169C-519F-4467-B621-AB9BDD9224B6}"/>
                  </a:ext>
                </a:extLst>
              </p14:cNvPr>
              <p14:cNvContentPartPr/>
              <p14:nvPr/>
            </p14:nvContentPartPr>
            <p14:xfrm>
              <a:off x="250029" y="1714585"/>
              <a:ext cx="67680" cy="1785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18B9169C-519F-4467-B621-AB9BDD9224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029" y="1696945"/>
                <a:ext cx="1033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5063E27-9878-42FF-AA56-25C5AB490A38}"/>
                  </a:ext>
                </a:extLst>
              </p14:cNvPr>
              <p14:cNvContentPartPr/>
              <p14:nvPr/>
            </p14:nvContentPartPr>
            <p14:xfrm>
              <a:off x="220869" y="2136505"/>
              <a:ext cx="150840" cy="1454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5063E27-9878-42FF-AA56-25C5AB490A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2869" y="2118865"/>
                <a:ext cx="1864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66168CC-B223-44B6-9DA8-39E19C6DA445}"/>
                  </a:ext>
                </a:extLst>
              </p14:cNvPr>
              <p14:cNvContentPartPr/>
              <p14:nvPr/>
            </p14:nvContentPartPr>
            <p14:xfrm>
              <a:off x="259389" y="2508745"/>
              <a:ext cx="126000" cy="1764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66168CC-B223-44B6-9DA8-39E19C6DA4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1749" y="2490745"/>
                <a:ext cx="1616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1E98E1C-91FD-4C2A-BD8D-122226770757}"/>
                  </a:ext>
                </a:extLst>
              </p14:cNvPr>
              <p14:cNvContentPartPr/>
              <p14:nvPr/>
            </p14:nvContentPartPr>
            <p14:xfrm>
              <a:off x="207549" y="2921305"/>
              <a:ext cx="117720" cy="1976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1E98E1C-91FD-4C2A-BD8D-1222267707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9909" y="2903305"/>
                <a:ext cx="1533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0637788-6D93-43F4-9639-8C9F94D47212}"/>
                  </a:ext>
                </a:extLst>
              </p14:cNvPr>
              <p14:cNvContentPartPr/>
              <p14:nvPr/>
            </p14:nvContentPartPr>
            <p14:xfrm>
              <a:off x="185229" y="3580465"/>
              <a:ext cx="113760" cy="2091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0637788-6D93-43F4-9639-8C9F94D4721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7589" y="3562465"/>
                <a:ext cx="1494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320BEB5-0D2D-49B7-94B9-E8BC18C202AF}"/>
                  </a:ext>
                </a:extLst>
              </p14:cNvPr>
              <p14:cNvContentPartPr/>
              <p14:nvPr/>
            </p14:nvContentPartPr>
            <p14:xfrm>
              <a:off x="187389" y="4058545"/>
              <a:ext cx="218160" cy="224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320BEB5-0D2D-49B7-94B9-E8BC18C202A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9778" y="4040545"/>
                <a:ext cx="253741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0FCEBB59-B487-4693-AF69-391081B13D3A}"/>
                  </a:ext>
                </a:extLst>
              </p14:cNvPr>
              <p14:cNvContentPartPr/>
              <p14:nvPr/>
            </p14:nvContentPartPr>
            <p14:xfrm>
              <a:off x="196749" y="3269785"/>
              <a:ext cx="158760" cy="2109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0FCEBB59-B487-4693-AF69-391081B13D3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8790" y="3251816"/>
                <a:ext cx="194319" cy="246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CCCCD567-78E8-4600-8CE0-9AB14734EDC7}"/>
                  </a:ext>
                </a:extLst>
              </p14:cNvPr>
              <p14:cNvContentPartPr/>
              <p14:nvPr/>
            </p14:nvContentPartPr>
            <p14:xfrm>
              <a:off x="2445309" y="6289825"/>
              <a:ext cx="175320" cy="1944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CCCCD567-78E8-4600-8CE0-9AB14734EDC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27309" y="6272185"/>
                <a:ext cx="2109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A49C6FA0-3A95-4673-A944-D50A58C6F63B}"/>
                  </a:ext>
                </a:extLst>
              </p14:cNvPr>
              <p14:cNvContentPartPr/>
              <p14:nvPr/>
            </p14:nvContentPartPr>
            <p14:xfrm>
              <a:off x="3496869" y="6341305"/>
              <a:ext cx="189360" cy="3816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A49C6FA0-3A95-4673-A944-D50A58C6F63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79229" y="6323665"/>
                <a:ext cx="2250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65858C35-8E1E-4C90-91B7-2F6D0EC4C32B}"/>
                  </a:ext>
                </a:extLst>
              </p14:cNvPr>
              <p14:cNvContentPartPr/>
              <p14:nvPr/>
            </p14:nvContentPartPr>
            <p14:xfrm>
              <a:off x="4080789" y="6467665"/>
              <a:ext cx="211320" cy="21204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65858C35-8E1E-4C90-91B7-2F6D0EC4C32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62789" y="6450025"/>
                <a:ext cx="2469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230C0B45-8AD3-4558-8FB1-9CE94A31E4F8}"/>
                  </a:ext>
                </a:extLst>
              </p14:cNvPr>
              <p14:cNvContentPartPr/>
              <p14:nvPr/>
            </p14:nvContentPartPr>
            <p14:xfrm>
              <a:off x="3408669" y="6506545"/>
              <a:ext cx="439920" cy="22320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230C0B45-8AD3-4558-8FB1-9CE94A31E4F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90669" y="6488545"/>
                <a:ext cx="4755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F330F335-C02A-407E-B596-BA69EEDDE216}"/>
                  </a:ext>
                </a:extLst>
              </p14:cNvPr>
              <p14:cNvContentPartPr/>
              <p14:nvPr/>
            </p14:nvContentPartPr>
            <p14:xfrm>
              <a:off x="2449629" y="6453625"/>
              <a:ext cx="832320" cy="24120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F330F335-C02A-407E-B596-BA69EEDDE21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31637" y="6435959"/>
                <a:ext cx="867945" cy="276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00E39C3C-56BF-49FF-83B8-3765E9284AE1}"/>
                  </a:ext>
                </a:extLst>
              </p14:cNvPr>
              <p14:cNvContentPartPr/>
              <p14:nvPr/>
            </p14:nvContentPartPr>
            <p14:xfrm>
              <a:off x="1308429" y="6251305"/>
              <a:ext cx="934920" cy="48312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00E39C3C-56BF-49FF-83B8-3765E9284AE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90782" y="6233305"/>
                <a:ext cx="970574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410C3F71-D7CA-45AB-8B01-A511529A57EB}"/>
                  </a:ext>
                </a:extLst>
              </p14:cNvPr>
              <p14:cNvContentPartPr/>
              <p14:nvPr/>
            </p14:nvContentPartPr>
            <p14:xfrm>
              <a:off x="4499469" y="6333385"/>
              <a:ext cx="220320" cy="720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410C3F71-D7CA-45AB-8B01-A511529A57E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481469" y="6315385"/>
                <a:ext cx="2559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5E061A31-9E59-418B-8F90-F3EA879FE5C1}"/>
                  </a:ext>
                </a:extLst>
              </p14:cNvPr>
              <p14:cNvContentPartPr/>
              <p14:nvPr/>
            </p14:nvContentPartPr>
            <p14:xfrm>
              <a:off x="4490109" y="6434185"/>
              <a:ext cx="370080" cy="26172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5E061A31-9E59-418B-8F90-F3EA879FE5C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472126" y="6416545"/>
                <a:ext cx="405685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5E6500F3-71D6-4D00-8E96-B2C75886767E}"/>
                  </a:ext>
                </a:extLst>
              </p14:cNvPr>
              <p14:cNvContentPartPr/>
              <p14:nvPr/>
            </p14:nvContentPartPr>
            <p14:xfrm>
              <a:off x="5649669" y="6593665"/>
              <a:ext cx="116280" cy="9144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5E6500F3-71D6-4D00-8E96-B2C75886767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632029" y="6576025"/>
                <a:ext cx="1519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E71EA6B5-01F3-45F0-8591-430E3643EBEF}"/>
                  </a:ext>
                </a:extLst>
              </p14:cNvPr>
              <p14:cNvContentPartPr/>
              <p14:nvPr/>
            </p14:nvContentPartPr>
            <p14:xfrm>
              <a:off x="6409989" y="6424465"/>
              <a:ext cx="300600" cy="22752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E71EA6B5-01F3-45F0-8591-430E3643EBE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392349" y="6406825"/>
                <a:ext cx="3362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5FBDD932-6DD3-45A8-8D47-A2188AD9D409}"/>
                  </a:ext>
                </a:extLst>
              </p14:cNvPr>
              <p14:cNvContentPartPr/>
              <p14:nvPr/>
            </p14:nvContentPartPr>
            <p14:xfrm>
              <a:off x="5991309" y="6448585"/>
              <a:ext cx="211320" cy="19692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5FBDD932-6DD3-45A8-8D47-A2188AD9D40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73669" y="6430585"/>
                <a:ext cx="2469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B01EA6D8-3B27-42BC-BFBD-3211E989FC81}"/>
                  </a:ext>
                </a:extLst>
              </p14:cNvPr>
              <p14:cNvContentPartPr/>
              <p14:nvPr/>
            </p14:nvContentPartPr>
            <p14:xfrm>
              <a:off x="5418909" y="6477745"/>
              <a:ext cx="124920" cy="16920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B01EA6D8-3B27-42BC-BFBD-3211E989FC8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400909" y="6459745"/>
                <a:ext cx="160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CC7DF482-267B-4F43-9A48-130B7EE5E686}"/>
                  </a:ext>
                </a:extLst>
              </p14:cNvPr>
              <p14:cNvContentPartPr/>
              <p14:nvPr/>
            </p14:nvContentPartPr>
            <p14:xfrm>
              <a:off x="5053149" y="6462985"/>
              <a:ext cx="240840" cy="2037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CC7DF482-267B-4F43-9A48-130B7EE5E68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035149" y="6445345"/>
                <a:ext cx="2764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1F248B8F-B6AA-4E73-9169-5572922B9D4F}"/>
                  </a:ext>
                </a:extLst>
              </p14:cNvPr>
              <p14:cNvContentPartPr/>
              <p14:nvPr/>
            </p14:nvContentPartPr>
            <p14:xfrm>
              <a:off x="7137189" y="6525625"/>
              <a:ext cx="12240" cy="11664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1F248B8F-B6AA-4E73-9169-5572922B9D4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119549" y="6507985"/>
                <a:ext cx="47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139E0991-8875-426F-BD0C-7A57FE38EDD6}"/>
                  </a:ext>
                </a:extLst>
              </p14:cNvPr>
              <p14:cNvContentPartPr/>
              <p14:nvPr/>
            </p14:nvContentPartPr>
            <p14:xfrm>
              <a:off x="7516989" y="6545785"/>
              <a:ext cx="116280" cy="11556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139E0991-8875-426F-BD0C-7A57FE38EDD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499349" y="6527785"/>
                <a:ext cx="1519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25107D79-25BF-4863-9DD2-67C3F94D1EDC}"/>
                  </a:ext>
                </a:extLst>
              </p14:cNvPr>
              <p14:cNvContentPartPr/>
              <p14:nvPr/>
            </p14:nvContentPartPr>
            <p14:xfrm>
              <a:off x="7286229" y="6419785"/>
              <a:ext cx="142920" cy="20232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25107D79-25BF-4863-9DD2-67C3F94D1ED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268229" y="6402145"/>
                <a:ext cx="1785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D893E0BE-A27B-4CD8-8F3F-7D937866E731}"/>
                  </a:ext>
                </a:extLst>
              </p14:cNvPr>
              <p14:cNvContentPartPr/>
              <p14:nvPr/>
            </p14:nvContentPartPr>
            <p14:xfrm>
              <a:off x="6886629" y="6400705"/>
              <a:ext cx="149400" cy="18288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D893E0BE-A27B-4CD8-8F3F-7D937866E73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68989" y="6382705"/>
                <a:ext cx="1850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1DA6C60B-86AE-4208-B18B-187A90E87A9E}"/>
                  </a:ext>
                </a:extLst>
              </p14:cNvPr>
              <p14:cNvContentPartPr/>
              <p14:nvPr/>
            </p14:nvContentPartPr>
            <p14:xfrm>
              <a:off x="11771109" y="3965305"/>
              <a:ext cx="90720" cy="26028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1DA6C60B-86AE-4208-B18B-187A90E87A9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753469" y="3947305"/>
                <a:ext cx="1263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63718AA3-F732-4BF2-BB40-3242268AAD0A}"/>
                  </a:ext>
                </a:extLst>
              </p14:cNvPr>
              <p14:cNvContentPartPr/>
              <p14:nvPr/>
            </p14:nvContentPartPr>
            <p14:xfrm>
              <a:off x="11493189" y="3936505"/>
              <a:ext cx="171360" cy="34380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63718AA3-F732-4BF2-BB40-3242268AAD0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475549" y="3918865"/>
                <a:ext cx="2070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84ABF255-2E44-445A-9CB1-A4D19A75BD88}"/>
                  </a:ext>
                </a:extLst>
              </p14:cNvPr>
              <p14:cNvContentPartPr/>
              <p14:nvPr/>
            </p14:nvContentPartPr>
            <p14:xfrm>
              <a:off x="8830629" y="6445705"/>
              <a:ext cx="201240" cy="14436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84ABF255-2E44-445A-9CB1-A4D19A75BD8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12989" y="6427705"/>
                <a:ext cx="2368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1965CE1F-63C4-46B2-9972-E24B883CC6E9}"/>
                  </a:ext>
                </a:extLst>
              </p14:cNvPr>
              <p14:cNvContentPartPr/>
              <p14:nvPr/>
            </p14:nvContentPartPr>
            <p14:xfrm>
              <a:off x="9119709" y="6390985"/>
              <a:ext cx="88920" cy="22644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1965CE1F-63C4-46B2-9972-E24B883CC6E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01709" y="6373345"/>
                <a:ext cx="1245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5005D29C-F372-4B6C-B41D-29F6ACE65BDC}"/>
                  </a:ext>
                </a:extLst>
              </p14:cNvPr>
              <p14:cNvContentPartPr/>
              <p14:nvPr/>
            </p14:nvContentPartPr>
            <p14:xfrm>
              <a:off x="8586189" y="6371905"/>
              <a:ext cx="72000" cy="22716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5005D29C-F372-4B6C-B41D-29F6ACE65BD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568549" y="6353905"/>
                <a:ext cx="1076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D6B5C103-4F3A-499B-BEA3-3CE79BE9C611}"/>
                  </a:ext>
                </a:extLst>
              </p14:cNvPr>
              <p14:cNvContentPartPr/>
              <p14:nvPr/>
            </p14:nvContentPartPr>
            <p14:xfrm>
              <a:off x="9706509" y="3227665"/>
              <a:ext cx="577800" cy="183600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D6B5C103-4F3A-499B-BEA3-3CE79BE9C61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688869" y="3191665"/>
                <a:ext cx="613440" cy="19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11" name="Cerneală 310">
                <a:extLst>
                  <a:ext uri="{FF2B5EF4-FFF2-40B4-BE49-F238E27FC236}">
                    <a16:creationId xmlns:a16="http://schemas.microsoft.com/office/drawing/2014/main" id="{88F9D185-7E5F-42BA-B3E7-A225D463C87C}"/>
                  </a:ext>
                </a:extLst>
              </p14:cNvPr>
              <p14:cNvContentPartPr/>
              <p14:nvPr/>
            </p14:nvContentPartPr>
            <p14:xfrm>
              <a:off x="672669" y="58945"/>
              <a:ext cx="10322280" cy="5942880"/>
            </p14:xfrm>
          </p:contentPart>
        </mc:Choice>
        <mc:Fallback xmlns="">
          <p:pic>
            <p:nvPicPr>
              <p:cNvPr id="311" name="Cerneală 310">
                <a:extLst>
                  <a:ext uri="{FF2B5EF4-FFF2-40B4-BE49-F238E27FC236}">
                    <a16:creationId xmlns:a16="http://schemas.microsoft.com/office/drawing/2014/main" id="{88F9D185-7E5F-42BA-B3E7-A225D463C87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54670" y="40945"/>
                <a:ext cx="10357919" cy="59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4793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3EEAFC7-A67C-4143-B01E-D2FC2B1B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2691208" cy="3779502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35343" y="137196"/>
            <a:ext cx="1748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974E98F-5359-4F82-A245-48D962BD1C10}"/>
                  </a:ext>
                </a:extLst>
              </p14:cNvPr>
              <p14:cNvContentPartPr/>
              <p14:nvPr/>
            </p14:nvContentPartPr>
            <p14:xfrm>
              <a:off x="2442069" y="1998985"/>
              <a:ext cx="454320" cy="697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974E98F-5359-4F82-A245-48D962BD1C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4069" y="1981345"/>
                <a:ext cx="489960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7769A4FB-9CBD-492D-AE76-6FF1A6671613}"/>
                  </a:ext>
                </a:extLst>
              </p14:cNvPr>
              <p14:cNvContentPartPr/>
              <p14:nvPr/>
            </p14:nvContentPartPr>
            <p14:xfrm>
              <a:off x="153549" y="1989265"/>
              <a:ext cx="1859400" cy="7642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7769A4FB-9CBD-492D-AE76-6FF1A66716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909" y="1971265"/>
                <a:ext cx="1895040" cy="7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A7AA3C86-6AF2-44A4-BEEF-691D6A22A4B5}"/>
                  </a:ext>
                </a:extLst>
              </p14:cNvPr>
              <p14:cNvContentPartPr/>
              <p14:nvPr/>
            </p14:nvContentPartPr>
            <p14:xfrm>
              <a:off x="2520549" y="3948385"/>
              <a:ext cx="333000" cy="2995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A7AA3C86-6AF2-44A4-BEEF-691D6A22A4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2909" y="3930385"/>
                <a:ext cx="3686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87FF2E6-6E02-4262-B9B7-F5882F49195D}"/>
                  </a:ext>
                </a:extLst>
              </p14:cNvPr>
              <p14:cNvContentPartPr/>
              <p14:nvPr/>
            </p14:nvContentPartPr>
            <p14:xfrm>
              <a:off x="3223269" y="2297065"/>
              <a:ext cx="8299800" cy="903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87FF2E6-6E02-4262-B9B7-F5882F4919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05629" y="2261065"/>
                <a:ext cx="83354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439AA194-4EEB-43EC-B662-8359FEBB73E8}"/>
                  </a:ext>
                </a:extLst>
              </p14:cNvPr>
              <p14:cNvContentPartPr/>
              <p14:nvPr/>
            </p14:nvContentPartPr>
            <p14:xfrm>
              <a:off x="3763269" y="42745"/>
              <a:ext cx="8014320" cy="218700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439AA194-4EEB-43EC-B662-8359FEBB73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5269" y="24745"/>
                <a:ext cx="8049960" cy="22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44E3B484-B477-4B4C-B02F-06BECDB36CDC}"/>
                  </a:ext>
                </a:extLst>
              </p14:cNvPr>
              <p14:cNvContentPartPr/>
              <p14:nvPr/>
            </p14:nvContentPartPr>
            <p14:xfrm>
              <a:off x="3469509" y="2502265"/>
              <a:ext cx="8363880" cy="426780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44E3B484-B477-4B4C-B02F-06BECDB36CD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51510" y="2484624"/>
                <a:ext cx="8399518" cy="4303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9" name="Cerneală 328">
                <a:extLst>
                  <a:ext uri="{FF2B5EF4-FFF2-40B4-BE49-F238E27FC236}">
                    <a16:creationId xmlns:a16="http://schemas.microsoft.com/office/drawing/2014/main" id="{2CD79E6A-E765-441E-B16A-903BD114B831}"/>
                  </a:ext>
                </a:extLst>
              </p14:cNvPr>
              <p14:cNvContentPartPr/>
              <p14:nvPr/>
            </p14:nvContentPartPr>
            <p14:xfrm>
              <a:off x="526509" y="5241505"/>
              <a:ext cx="322560" cy="260640"/>
            </p14:xfrm>
          </p:contentPart>
        </mc:Choice>
        <mc:Fallback xmlns="">
          <p:pic>
            <p:nvPicPr>
              <p:cNvPr id="329" name="Cerneală 328">
                <a:extLst>
                  <a:ext uri="{FF2B5EF4-FFF2-40B4-BE49-F238E27FC236}">
                    <a16:creationId xmlns:a16="http://schemas.microsoft.com/office/drawing/2014/main" id="{2CD79E6A-E765-441E-B16A-903BD114B8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8509" y="5223505"/>
                <a:ext cx="3582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4" name="Cerneală 333">
                <a:extLst>
                  <a:ext uri="{FF2B5EF4-FFF2-40B4-BE49-F238E27FC236}">
                    <a16:creationId xmlns:a16="http://schemas.microsoft.com/office/drawing/2014/main" id="{9FABF5FE-3355-4DA7-8EAD-24A94ED7E01C}"/>
                  </a:ext>
                </a:extLst>
              </p14:cNvPr>
              <p14:cNvContentPartPr/>
              <p14:nvPr/>
            </p14:nvContentPartPr>
            <p14:xfrm>
              <a:off x="1130589" y="5245465"/>
              <a:ext cx="233280" cy="317880"/>
            </p14:xfrm>
          </p:contentPart>
        </mc:Choice>
        <mc:Fallback xmlns="">
          <p:pic>
            <p:nvPicPr>
              <p:cNvPr id="334" name="Cerneală 333">
                <a:extLst>
                  <a:ext uri="{FF2B5EF4-FFF2-40B4-BE49-F238E27FC236}">
                    <a16:creationId xmlns:a16="http://schemas.microsoft.com/office/drawing/2014/main" id="{9FABF5FE-3355-4DA7-8EAD-24A94ED7E01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12949" y="5227825"/>
                <a:ext cx="26892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5" name="Cerneală 334">
                <a:extLst>
                  <a:ext uri="{FF2B5EF4-FFF2-40B4-BE49-F238E27FC236}">
                    <a16:creationId xmlns:a16="http://schemas.microsoft.com/office/drawing/2014/main" id="{60718866-EF8B-4E2B-AB28-3EE742B779BB}"/>
                  </a:ext>
                </a:extLst>
              </p14:cNvPr>
              <p14:cNvContentPartPr/>
              <p14:nvPr/>
            </p14:nvContentPartPr>
            <p14:xfrm>
              <a:off x="1222029" y="4724545"/>
              <a:ext cx="1384920" cy="360360"/>
            </p14:xfrm>
          </p:contentPart>
        </mc:Choice>
        <mc:Fallback xmlns="">
          <p:pic>
            <p:nvPicPr>
              <p:cNvPr id="335" name="Cerneală 334">
                <a:extLst>
                  <a:ext uri="{FF2B5EF4-FFF2-40B4-BE49-F238E27FC236}">
                    <a16:creationId xmlns:a16="http://schemas.microsoft.com/office/drawing/2014/main" id="{60718866-EF8B-4E2B-AB28-3EE742B779B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04029" y="4706563"/>
                <a:ext cx="1420560" cy="395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6" name="Cerneală 335">
                <a:extLst>
                  <a:ext uri="{FF2B5EF4-FFF2-40B4-BE49-F238E27FC236}">
                    <a16:creationId xmlns:a16="http://schemas.microsoft.com/office/drawing/2014/main" id="{A79E8426-A995-4D2F-B475-F7F7FA6068B1}"/>
                  </a:ext>
                </a:extLst>
              </p14:cNvPr>
              <p14:cNvContentPartPr/>
              <p14:nvPr/>
            </p14:nvContentPartPr>
            <p14:xfrm>
              <a:off x="445509" y="4693585"/>
              <a:ext cx="484200" cy="360000"/>
            </p14:xfrm>
          </p:contentPart>
        </mc:Choice>
        <mc:Fallback xmlns="">
          <p:pic>
            <p:nvPicPr>
              <p:cNvPr id="336" name="Cerneală 335">
                <a:extLst>
                  <a:ext uri="{FF2B5EF4-FFF2-40B4-BE49-F238E27FC236}">
                    <a16:creationId xmlns:a16="http://schemas.microsoft.com/office/drawing/2014/main" id="{A79E8426-A995-4D2F-B475-F7F7FA6068B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7522" y="4675585"/>
                <a:ext cx="519814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6235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3EEAFC7-A67C-4143-B01E-D2FC2B1B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2691208" cy="3779502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35343" y="137196"/>
            <a:ext cx="1748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AA918C4-9C62-4E82-A92E-DF31324C6D73}"/>
                  </a:ext>
                </a:extLst>
              </p14:cNvPr>
              <p14:cNvContentPartPr/>
              <p14:nvPr/>
            </p14:nvContentPartPr>
            <p14:xfrm>
              <a:off x="4417389" y="548545"/>
              <a:ext cx="52560" cy="435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AA918C4-9C62-4E82-A92E-DF31324C6D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9389" y="530545"/>
                <a:ext cx="882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B3DF8147-9A1D-456A-BF11-A2AE6A672D78}"/>
                  </a:ext>
                </a:extLst>
              </p14:cNvPr>
              <p14:cNvContentPartPr/>
              <p14:nvPr/>
            </p14:nvContentPartPr>
            <p14:xfrm>
              <a:off x="4446549" y="683185"/>
              <a:ext cx="61920" cy="601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B3DF8147-9A1D-456A-BF11-A2AE6A672D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28909" y="665545"/>
                <a:ext cx="975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188136BD-2FEB-4C90-BCAD-29599549BF0B}"/>
                  </a:ext>
                </a:extLst>
              </p14:cNvPr>
              <p14:cNvContentPartPr/>
              <p14:nvPr/>
            </p14:nvContentPartPr>
            <p14:xfrm>
              <a:off x="3580029" y="403825"/>
              <a:ext cx="546840" cy="3859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188136BD-2FEB-4C90-BCAD-29599549BF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62389" y="386185"/>
                <a:ext cx="58248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012486E0-6C2E-4FB4-9E02-0A1CA729B84B}"/>
                  </a:ext>
                </a:extLst>
              </p14:cNvPr>
              <p14:cNvContentPartPr/>
              <p14:nvPr/>
            </p14:nvContentPartPr>
            <p14:xfrm>
              <a:off x="11684709" y="836905"/>
              <a:ext cx="284040" cy="2088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012486E0-6C2E-4FB4-9E02-0A1CA729B8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666709" y="819265"/>
                <a:ext cx="3196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8D548E95-BDB8-432D-BB77-95819DB8840E}"/>
                  </a:ext>
                </a:extLst>
              </p14:cNvPr>
              <p14:cNvContentPartPr/>
              <p14:nvPr/>
            </p14:nvContentPartPr>
            <p14:xfrm>
              <a:off x="4922829" y="272425"/>
              <a:ext cx="6532200" cy="13744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8D548E95-BDB8-432D-BB77-95819DB8840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05188" y="254430"/>
                <a:ext cx="6567842" cy="1410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257BD9C0-200A-4AA7-9180-326A3E68411F}"/>
                  </a:ext>
                </a:extLst>
              </p14:cNvPr>
              <p14:cNvContentPartPr/>
              <p14:nvPr/>
            </p14:nvContentPartPr>
            <p14:xfrm>
              <a:off x="7618149" y="2328745"/>
              <a:ext cx="1162440" cy="2894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257BD9C0-200A-4AA7-9180-326A3E6841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00509" y="2311105"/>
                <a:ext cx="11980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EE6EDA7-0323-4ECA-801D-66EE2007B8A4}"/>
                  </a:ext>
                </a:extLst>
              </p14:cNvPr>
              <p14:cNvContentPartPr/>
              <p14:nvPr/>
            </p14:nvContentPartPr>
            <p14:xfrm>
              <a:off x="6732909" y="2334145"/>
              <a:ext cx="636120" cy="25992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EE6EDA7-0323-4ECA-801D-66EE2007B8A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14919" y="2316170"/>
                <a:ext cx="671740" cy="295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BB051FBE-A0A8-4A42-A19D-CD6FAACCE277}"/>
                  </a:ext>
                </a:extLst>
              </p14:cNvPr>
              <p14:cNvContentPartPr/>
              <p14:nvPr/>
            </p14:nvContentPartPr>
            <p14:xfrm>
              <a:off x="5943429" y="2352865"/>
              <a:ext cx="669240" cy="2606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BB051FBE-A0A8-4A42-A19D-CD6FAACCE27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25429" y="2335249"/>
                <a:ext cx="704880" cy="296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51821C4B-2021-4264-912D-815A27954EDF}"/>
                  </a:ext>
                </a:extLst>
              </p14:cNvPr>
              <p14:cNvContentPartPr/>
              <p14:nvPr/>
            </p14:nvContentPartPr>
            <p14:xfrm>
              <a:off x="5587029" y="2382025"/>
              <a:ext cx="203040" cy="1602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51821C4B-2021-4264-912D-815A27954ED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69389" y="2364025"/>
                <a:ext cx="2386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4BEE31F1-4558-4AA5-ADD3-D465D8772327}"/>
                  </a:ext>
                </a:extLst>
              </p14:cNvPr>
              <p14:cNvContentPartPr/>
              <p14:nvPr/>
            </p14:nvContentPartPr>
            <p14:xfrm>
              <a:off x="4258989" y="2314705"/>
              <a:ext cx="1112760" cy="2703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4BEE31F1-4558-4AA5-ADD3-D465D877232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40989" y="2297065"/>
                <a:ext cx="11484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771246F6-6E99-4C45-B03B-E7331E31CC03}"/>
                  </a:ext>
                </a:extLst>
              </p14:cNvPr>
              <p14:cNvContentPartPr/>
              <p14:nvPr/>
            </p14:nvContentPartPr>
            <p14:xfrm>
              <a:off x="3299949" y="2295265"/>
              <a:ext cx="712440" cy="5241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771246F6-6E99-4C45-B03B-E7331E31CC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81949" y="2277613"/>
                <a:ext cx="748080" cy="559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02BA381E-6C15-4A5B-A004-BC75E27C1FBD}"/>
                  </a:ext>
                </a:extLst>
              </p14:cNvPr>
              <p14:cNvContentPartPr/>
              <p14:nvPr/>
            </p14:nvContentPartPr>
            <p14:xfrm>
              <a:off x="4210749" y="2183665"/>
              <a:ext cx="239040" cy="1548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02BA381E-6C15-4A5B-A004-BC75E27C1FB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192749" y="2166025"/>
                <a:ext cx="2746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1942B573-DA4F-4B96-A9DE-69149048310B}"/>
                  </a:ext>
                </a:extLst>
              </p14:cNvPr>
              <p14:cNvContentPartPr/>
              <p14:nvPr/>
            </p14:nvContentPartPr>
            <p14:xfrm>
              <a:off x="4995189" y="2230465"/>
              <a:ext cx="240480" cy="75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1942B573-DA4F-4B96-A9DE-69149048310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977549" y="2212465"/>
                <a:ext cx="2761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9CBA1D1D-FA3A-4289-A8C6-E77A2F62BB44}"/>
                  </a:ext>
                </a:extLst>
              </p14:cNvPr>
              <p14:cNvContentPartPr/>
              <p14:nvPr/>
            </p14:nvContentPartPr>
            <p14:xfrm>
              <a:off x="5950269" y="2279065"/>
              <a:ext cx="175680" cy="169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9CBA1D1D-FA3A-4289-A8C6-E77A2F62BB4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32629" y="2261065"/>
                <a:ext cx="2113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BFBC4604-209A-4EAC-9D3E-A06091F0437D}"/>
                  </a:ext>
                </a:extLst>
              </p14:cNvPr>
              <p14:cNvContentPartPr/>
              <p14:nvPr/>
            </p14:nvContentPartPr>
            <p14:xfrm>
              <a:off x="9042669" y="2439985"/>
              <a:ext cx="184320" cy="68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BFBC4604-209A-4EAC-9D3E-A06091F0437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025029" y="2421985"/>
                <a:ext cx="219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EEB31A4C-DDEF-4546-A40A-28F4D3A9DE16}"/>
                  </a:ext>
                </a:extLst>
              </p14:cNvPr>
              <p14:cNvContentPartPr/>
              <p14:nvPr/>
            </p14:nvContentPartPr>
            <p14:xfrm>
              <a:off x="9081189" y="2517745"/>
              <a:ext cx="132480" cy="39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EEB31A4C-DDEF-4546-A40A-28F4D3A9DE1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63189" y="2499745"/>
                <a:ext cx="168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428EE38C-8152-4091-9A0A-40DC5C1C1F10}"/>
                  </a:ext>
                </a:extLst>
              </p14:cNvPr>
              <p14:cNvContentPartPr/>
              <p14:nvPr/>
            </p14:nvContentPartPr>
            <p14:xfrm>
              <a:off x="3912309" y="3200305"/>
              <a:ext cx="126000" cy="36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428EE38C-8152-4091-9A0A-40DC5C1C1F1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894309" y="3182305"/>
                <a:ext cx="161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46C2800-645C-4DCF-9E73-2BBF1428DC30}"/>
                  </a:ext>
                </a:extLst>
              </p14:cNvPr>
              <p14:cNvContentPartPr/>
              <p14:nvPr/>
            </p14:nvContentPartPr>
            <p14:xfrm>
              <a:off x="3926709" y="3257905"/>
              <a:ext cx="155880" cy="147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46C2800-645C-4DCF-9E73-2BBF1428DC3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909069" y="3240265"/>
                <a:ext cx="1915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1091F8B2-5206-4364-8022-BD555143E90E}"/>
                  </a:ext>
                </a:extLst>
              </p14:cNvPr>
              <p14:cNvContentPartPr/>
              <p14:nvPr/>
            </p14:nvContentPartPr>
            <p14:xfrm>
              <a:off x="4263669" y="2801065"/>
              <a:ext cx="4572000" cy="88164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1091F8B2-5206-4364-8022-BD555143E90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246029" y="2783058"/>
                <a:ext cx="4607640" cy="917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86A3D22E-7F0B-41D1-A01A-607FA6CCE863}"/>
                  </a:ext>
                </a:extLst>
              </p14:cNvPr>
              <p14:cNvContentPartPr/>
              <p14:nvPr/>
            </p14:nvContentPartPr>
            <p14:xfrm>
              <a:off x="5784309" y="4016785"/>
              <a:ext cx="224280" cy="1382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86A3D22E-7F0B-41D1-A01A-607FA6CCE86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766309" y="3998785"/>
                <a:ext cx="2599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7D408452-5493-497F-B872-7FC38027B21C}"/>
                  </a:ext>
                </a:extLst>
              </p14:cNvPr>
              <p14:cNvContentPartPr/>
              <p14:nvPr/>
            </p14:nvContentPartPr>
            <p14:xfrm>
              <a:off x="6944589" y="4047025"/>
              <a:ext cx="177120" cy="129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7D408452-5493-497F-B872-7FC38027B21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26589" y="4029385"/>
                <a:ext cx="2127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904B88B0-59FB-416F-961E-C81268B32BBD}"/>
                  </a:ext>
                </a:extLst>
              </p14:cNvPr>
              <p14:cNvContentPartPr/>
              <p14:nvPr/>
            </p14:nvContentPartPr>
            <p14:xfrm>
              <a:off x="6982749" y="4133785"/>
              <a:ext cx="159120" cy="198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904B88B0-59FB-416F-961E-C81268B32BB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964749" y="4115785"/>
                <a:ext cx="1947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F2F44C5C-0CB1-45DF-8102-A24EB2A43E44}"/>
                  </a:ext>
                </a:extLst>
              </p14:cNvPr>
              <p14:cNvContentPartPr/>
              <p14:nvPr/>
            </p14:nvContentPartPr>
            <p14:xfrm>
              <a:off x="7337349" y="4027225"/>
              <a:ext cx="343080" cy="1407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F2F44C5C-0CB1-45DF-8102-A24EB2A43E4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319349" y="4009225"/>
                <a:ext cx="378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090248C7-CEA3-4218-B141-73AEA2EA4C7B}"/>
                  </a:ext>
                </a:extLst>
              </p14:cNvPr>
              <p14:cNvContentPartPr/>
              <p14:nvPr/>
            </p14:nvContentPartPr>
            <p14:xfrm>
              <a:off x="6140349" y="3989425"/>
              <a:ext cx="569520" cy="2178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090248C7-CEA3-4218-B141-73AEA2EA4C7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22709" y="3971425"/>
                <a:ext cx="6051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4333BCA2-6F59-46E5-8E3F-71A1EE4B5EF9}"/>
                  </a:ext>
                </a:extLst>
              </p14:cNvPr>
              <p14:cNvContentPartPr/>
              <p14:nvPr/>
            </p14:nvContentPartPr>
            <p14:xfrm>
              <a:off x="4037589" y="4610785"/>
              <a:ext cx="140040" cy="468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4333BCA2-6F59-46E5-8E3F-71A1EE4B5EF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019589" y="4592785"/>
                <a:ext cx="1756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25B38FB7-50E9-4328-A0E5-956D9E7009A4}"/>
                  </a:ext>
                </a:extLst>
              </p14:cNvPr>
              <p14:cNvContentPartPr/>
              <p14:nvPr/>
            </p14:nvContentPartPr>
            <p14:xfrm>
              <a:off x="4042269" y="4725625"/>
              <a:ext cx="126360" cy="100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25B38FB7-50E9-4328-A0E5-956D9E7009A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024269" y="4707625"/>
                <a:ext cx="1620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B9E21186-C666-4608-A6BC-E429A49F782B}"/>
                  </a:ext>
                </a:extLst>
              </p14:cNvPr>
              <p14:cNvContentPartPr/>
              <p14:nvPr/>
            </p14:nvContentPartPr>
            <p14:xfrm>
              <a:off x="8465229" y="4557145"/>
              <a:ext cx="197640" cy="360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B9E21186-C666-4608-A6BC-E429A49F782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447229" y="4539505"/>
                <a:ext cx="2332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05F750A5-0E08-4F37-B359-74B7FF554EB7}"/>
                  </a:ext>
                </a:extLst>
              </p14:cNvPr>
              <p14:cNvContentPartPr/>
              <p14:nvPr/>
            </p14:nvContentPartPr>
            <p14:xfrm>
              <a:off x="8474949" y="4662985"/>
              <a:ext cx="946800" cy="28980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05F750A5-0E08-4F37-B359-74B7FF554EB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457309" y="4645345"/>
                <a:ext cx="9824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10B7983F-9034-45ED-8744-5EB1F1F5D6EF}"/>
                  </a:ext>
                </a:extLst>
              </p14:cNvPr>
              <p14:cNvContentPartPr/>
              <p14:nvPr/>
            </p14:nvContentPartPr>
            <p14:xfrm>
              <a:off x="7897149" y="4662985"/>
              <a:ext cx="252000" cy="22320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10B7983F-9034-45ED-8744-5EB1F1F5D6E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879509" y="4645345"/>
                <a:ext cx="2876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10BA4D45-E69C-490F-831A-BFD17CEF6F3C}"/>
                  </a:ext>
                </a:extLst>
              </p14:cNvPr>
              <p14:cNvContentPartPr/>
              <p14:nvPr/>
            </p14:nvContentPartPr>
            <p14:xfrm>
              <a:off x="9629829" y="4653625"/>
              <a:ext cx="246960" cy="20700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10BA4D45-E69C-490F-831A-BFD17CEF6F3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12189" y="4635625"/>
                <a:ext cx="2826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171F5C87-C0EC-417B-A72C-62D2A8622787}"/>
                  </a:ext>
                </a:extLst>
              </p14:cNvPr>
              <p14:cNvContentPartPr/>
              <p14:nvPr/>
            </p14:nvContentPartPr>
            <p14:xfrm>
              <a:off x="11122029" y="4398385"/>
              <a:ext cx="113760" cy="65124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171F5C87-C0EC-417B-A72C-62D2A862278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104029" y="4380745"/>
                <a:ext cx="14940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689E72E1-4251-48BA-AFC0-FCECB9A2C1DB}"/>
                  </a:ext>
                </a:extLst>
              </p14:cNvPr>
              <p14:cNvContentPartPr/>
              <p14:nvPr/>
            </p14:nvContentPartPr>
            <p14:xfrm>
              <a:off x="10429029" y="4633105"/>
              <a:ext cx="541800" cy="28080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689E72E1-4251-48BA-AFC0-FCECB9A2C1D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411041" y="4615465"/>
                <a:ext cx="577416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6CBD4D61-E183-47C1-A444-A7BFD3EE473B}"/>
                  </a:ext>
                </a:extLst>
              </p14:cNvPr>
              <p14:cNvContentPartPr/>
              <p14:nvPr/>
            </p14:nvContentPartPr>
            <p14:xfrm>
              <a:off x="10154349" y="4638865"/>
              <a:ext cx="146160" cy="21600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6CBD4D61-E183-47C1-A444-A7BFD3EE473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136349" y="4621225"/>
                <a:ext cx="1818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902DA1F6-4D41-43FF-BEBC-079C895FEF3E}"/>
                  </a:ext>
                </a:extLst>
              </p14:cNvPr>
              <p14:cNvContentPartPr/>
              <p14:nvPr/>
            </p14:nvContentPartPr>
            <p14:xfrm>
              <a:off x="3950829" y="5399545"/>
              <a:ext cx="147960" cy="720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902DA1F6-4D41-43FF-BEBC-079C895FEF3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933189" y="5381905"/>
                <a:ext cx="1836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041F9A35-B5E8-463B-B849-C2B115142582}"/>
                  </a:ext>
                </a:extLst>
              </p14:cNvPr>
              <p14:cNvContentPartPr/>
              <p14:nvPr/>
            </p14:nvContentPartPr>
            <p14:xfrm>
              <a:off x="3979629" y="5539225"/>
              <a:ext cx="113760" cy="900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041F9A35-B5E8-463B-B849-C2B11514258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961629" y="5521225"/>
                <a:ext cx="1494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B250AFDC-8052-42A4-B082-2F65D0E3C33C}"/>
                  </a:ext>
                </a:extLst>
              </p14:cNvPr>
              <p14:cNvContentPartPr/>
              <p14:nvPr/>
            </p14:nvContentPartPr>
            <p14:xfrm>
              <a:off x="4292469" y="4316305"/>
              <a:ext cx="3488400" cy="160344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B250AFDC-8052-42A4-B082-2F65D0E3C33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274469" y="4298305"/>
                <a:ext cx="3524040" cy="16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738BA486-2C28-4EFC-9866-34F3DD5F5805}"/>
                  </a:ext>
                </a:extLst>
              </p14:cNvPr>
              <p14:cNvContentPartPr/>
              <p14:nvPr/>
            </p14:nvContentPartPr>
            <p14:xfrm>
              <a:off x="9471069" y="5375425"/>
              <a:ext cx="105480" cy="4003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738BA486-2C28-4EFC-9866-34F3DD5F580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53069" y="5357425"/>
                <a:ext cx="1411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F97B3386-D398-45EF-8EDE-A2769D83D929}"/>
                  </a:ext>
                </a:extLst>
              </p14:cNvPr>
              <p14:cNvContentPartPr/>
              <p14:nvPr/>
            </p14:nvContentPartPr>
            <p14:xfrm>
              <a:off x="8107749" y="5361025"/>
              <a:ext cx="1248120" cy="50580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F97B3386-D398-45EF-8EDE-A2769D83D92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090104" y="5343385"/>
                <a:ext cx="128377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B4605563-ACA3-4345-8795-71C854794B96}"/>
                  </a:ext>
                </a:extLst>
              </p14:cNvPr>
              <p14:cNvContentPartPr/>
              <p14:nvPr/>
            </p14:nvContentPartPr>
            <p14:xfrm>
              <a:off x="9711549" y="5197225"/>
              <a:ext cx="693000" cy="78228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B4605563-ACA3-4345-8795-71C854794B9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693549" y="5179585"/>
                <a:ext cx="72864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12" name="Cerneală 311">
                <a:extLst>
                  <a:ext uri="{FF2B5EF4-FFF2-40B4-BE49-F238E27FC236}">
                    <a16:creationId xmlns:a16="http://schemas.microsoft.com/office/drawing/2014/main" id="{1222895B-C975-46AC-85C2-6C1C295F6E82}"/>
                  </a:ext>
                </a:extLst>
              </p14:cNvPr>
              <p14:cNvContentPartPr/>
              <p14:nvPr/>
            </p14:nvContentPartPr>
            <p14:xfrm>
              <a:off x="392949" y="4542745"/>
              <a:ext cx="1893240" cy="649080"/>
            </p14:xfrm>
          </p:contentPart>
        </mc:Choice>
        <mc:Fallback xmlns="">
          <p:pic>
            <p:nvPicPr>
              <p:cNvPr id="312" name="Cerneală 311">
                <a:extLst>
                  <a:ext uri="{FF2B5EF4-FFF2-40B4-BE49-F238E27FC236}">
                    <a16:creationId xmlns:a16="http://schemas.microsoft.com/office/drawing/2014/main" id="{1222895B-C975-46AC-85C2-6C1C295F6E8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74949" y="4524745"/>
                <a:ext cx="1928880" cy="68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320" name="Cerneală 319">
                <a:extLst>
                  <a:ext uri="{FF2B5EF4-FFF2-40B4-BE49-F238E27FC236}">
                    <a16:creationId xmlns:a16="http://schemas.microsoft.com/office/drawing/2014/main" id="{7EC3C4FF-D80A-4F37-B0B3-8A949A260BC5}"/>
                  </a:ext>
                </a:extLst>
              </p14:cNvPr>
              <p14:cNvContentPartPr/>
              <p14:nvPr/>
            </p14:nvContentPartPr>
            <p14:xfrm>
              <a:off x="407349" y="5311705"/>
              <a:ext cx="1743480" cy="556200"/>
            </p14:xfrm>
          </p:contentPart>
        </mc:Choice>
        <mc:Fallback xmlns="">
          <p:pic>
            <p:nvPicPr>
              <p:cNvPr id="320" name="Cerneală 319">
                <a:extLst>
                  <a:ext uri="{FF2B5EF4-FFF2-40B4-BE49-F238E27FC236}">
                    <a16:creationId xmlns:a16="http://schemas.microsoft.com/office/drawing/2014/main" id="{7EC3C4FF-D80A-4F37-B0B3-8A949A260BC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89349" y="5294065"/>
                <a:ext cx="177912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321" name="Cerneală 320">
                <a:extLst>
                  <a:ext uri="{FF2B5EF4-FFF2-40B4-BE49-F238E27FC236}">
                    <a16:creationId xmlns:a16="http://schemas.microsoft.com/office/drawing/2014/main" id="{43EDC9D1-F8CF-4735-A038-498CD06F172B}"/>
                  </a:ext>
                </a:extLst>
              </p14:cNvPr>
              <p14:cNvContentPartPr/>
              <p14:nvPr/>
            </p14:nvContentPartPr>
            <p14:xfrm>
              <a:off x="4076109" y="6246625"/>
              <a:ext cx="156600" cy="3960"/>
            </p14:xfrm>
          </p:contentPart>
        </mc:Choice>
        <mc:Fallback xmlns="">
          <p:pic>
            <p:nvPicPr>
              <p:cNvPr id="321" name="Cerneală 320">
                <a:extLst>
                  <a:ext uri="{FF2B5EF4-FFF2-40B4-BE49-F238E27FC236}">
                    <a16:creationId xmlns:a16="http://schemas.microsoft.com/office/drawing/2014/main" id="{43EDC9D1-F8CF-4735-A038-498CD06F172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058109" y="6228985"/>
                <a:ext cx="1922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322" name="Cerneală 321">
                <a:extLst>
                  <a:ext uri="{FF2B5EF4-FFF2-40B4-BE49-F238E27FC236}">
                    <a16:creationId xmlns:a16="http://schemas.microsoft.com/office/drawing/2014/main" id="{573E46FA-2B16-469F-B1B6-397991A47079}"/>
                  </a:ext>
                </a:extLst>
              </p14:cNvPr>
              <p14:cNvContentPartPr/>
              <p14:nvPr/>
            </p14:nvContentPartPr>
            <p14:xfrm>
              <a:off x="4080789" y="6352465"/>
              <a:ext cx="172440" cy="9720"/>
            </p14:xfrm>
          </p:contentPart>
        </mc:Choice>
        <mc:Fallback xmlns="">
          <p:pic>
            <p:nvPicPr>
              <p:cNvPr id="322" name="Cerneală 321">
                <a:extLst>
                  <a:ext uri="{FF2B5EF4-FFF2-40B4-BE49-F238E27FC236}">
                    <a16:creationId xmlns:a16="http://schemas.microsoft.com/office/drawing/2014/main" id="{573E46FA-2B16-469F-B1B6-397991A4707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062789" y="6334465"/>
                <a:ext cx="2080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326" name="Cerneală 325">
                <a:extLst>
                  <a:ext uri="{FF2B5EF4-FFF2-40B4-BE49-F238E27FC236}">
                    <a16:creationId xmlns:a16="http://schemas.microsoft.com/office/drawing/2014/main" id="{19FEB92A-E955-43BE-A25D-B70B2389D78E}"/>
                  </a:ext>
                </a:extLst>
              </p14:cNvPr>
              <p14:cNvContentPartPr/>
              <p14:nvPr/>
            </p14:nvContentPartPr>
            <p14:xfrm>
              <a:off x="4459509" y="6198745"/>
              <a:ext cx="340560" cy="375480"/>
            </p14:xfrm>
          </p:contentPart>
        </mc:Choice>
        <mc:Fallback xmlns="">
          <p:pic>
            <p:nvPicPr>
              <p:cNvPr id="326" name="Cerneală 325">
                <a:extLst>
                  <a:ext uri="{FF2B5EF4-FFF2-40B4-BE49-F238E27FC236}">
                    <a16:creationId xmlns:a16="http://schemas.microsoft.com/office/drawing/2014/main" id="{19FEB92A-E955-43BE-A25D-B70B2389D78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441869" y="6180745"/>
                <a:ext cx="3762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334" name="Cerneală 333">
                <a:extLst>
                  <a:ext uri="{FF2B5EF4-FFF2-40B4-BE49-F238E27FC236}">
                    <a16:creationId xmlns:a16="http://schemas.microsoft.com/office/drawing/2014/main" id="{39C67390-609C-4701-B102-10D753228E17}"/>
                  </a:ext>
                </a:extLst>
              </p14:cNvPr>
              <p14:cNvContentPartPr/>
              <p14:nvPr/>
            </p14:nvContentPartPr>
            <p14:xfrm>
              <a:off x="4969629" y="6114505"/>
              <a:ext cx="663480" cy="476280"/>
            </p14:xfrm>
          </p:contentPart>
        </mc:Choice>
        <mc:Fallback xmlns="">
          <p:pic>
            <p:nvPicPr>
              <p:cNvPr id="334" name="Cerneală 333">
                <a:extLst>
                  <a:ext uri="{FF2B5EF4-FFF2-40B4-BE49-F238E27FC236}">
                    <a16:creationId xmlns:a16="http://schemas.microsoft.com/office/drawing/2014/main" id="{39C67390-609C-4701-B102-10D753228E1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951629" y="6096852"/>
                <a:ext cx="699120" cy="511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41" name="Cerneală 340">
                <a:extLst>
                  <a:ext uri="{FF2B5EF4-FFF2-40B4-BE49-F238E27FC236}">
                    <a16:creationId xmlns:a16="http://schemas.microsoft.com/office/drawing/2014/main" id="{027D481D-D32E-476A-A23A-38BA50FF1B4F}"/>
                  </a:ext>
                </a:extLst>
              </p14:cNvPr>
              <p14:cNvContentPartPr/>
              <p14:nvPr/>
            </p14:nvContentPartPr>
            <p14:xfrm>
              <a:off x="5760189" y="6106945"/>
              <a:ext cx="866520" cy="502560"/>
            </p14:xfrm>
          </p:contentPart>
        </mc:Choice>
        <mc:Fallback xmlns="">
          <p:pic>
            <p:nvPicPr>
              <p:cNvPr id="341" name="Cerneală 340">
                <a:extLst>
                  <a:ext uri="{FF2B5EF4-FFF2-40B4-BE49-F238E27FC236}">
                    <a16:creationId xmlns:a16="http://schemas.microsoft.com/office/drawing/2014/main" id="{027D481D-D32E-476A-A23A-38BA50FF1B4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742549" y="6088945"/>
                <a:ext cx="90216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42" name="Cerneală 341">
                <a:extLst>
                  <a:ext uri="{FF2B5EF4-FFF2-40B4-BE49-F238E27FC236}">
                    <a16:creationId xmlns:a16="http://schemas.microsoft.com/office/drawing/2014/main" id="{A5517798-D12D-4D5C-A8D9-C9CEE43199F5}"/>
                  </a:ext>
                </a:extLst>
              </p14:cNvPr>
              <p14:cNvContentPartPr/>
              <p14:nvPr/>
            </p14:nvContentPartPr>
            <p14:xfrm>
              <a:off x="7102269" y="6338065"/>
              <a:ext cx="163080" cy="14760"/>
            </p14:xfrm>
          </p:contentPart>
        </mc:Choice>
        <mc:Fallback xmlns="">
          <p:pic>
            <p:nvPicPr>
              <p:cNvPr id="342" name="Cerneală 341">
                <a:extLst>
                  <a:ext uri="{FF2B5EF4-FFF2-40B4-BE49-F238E27FC236}">
                    <a16:creationId xmlns:a16="http://schemas.microsoft.com/office/drawing/2014/main" id="{A5517798-D12D-4D5C-A8D9-C9CEE43199F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084629" y="6320065"/>
                <a:ext cx="198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43" name="Cerneală 342">
                <a:extLst>
                  <a:ext uri="{FF2B5EF4-FFF2-40B4-BE49-F238E27FC236}">
                    <a16:creationId xmlns:a16="http://schemas.microsoft.com/office/drawing/2014/main" id="{E583C2B7-A554-4DE0-B1A5-C84D470113EC}"/>
                  </a:ext>
                </a:extLst>
              </p14:cNvPr>
              <p14:cNvContentPartPr/>
              <p14:nvPr/>
            </p14:nvContentPartPr>
            <p14:xfrm>
              <a:off x="7113069" y="6429145"/>
              <a:ext cx="168840" cy="7560"/>
            </p14:xfrm>
          </p:contentPart>
        </mc:Choice>
        <mc:Fallback xmlns="">
          <p:pic>
            <p:nvPicPr>
              <p:cNvPr id="343" name="Cerneală 342">
                <a:extLst>
                  <a:ext uri="{FF2B5EF4-FFF2-40B4-BE49-F238E27FC236}">
                    <a16:creationId xmlns:a16="http://schemas.microsoft.com/office/drawing/2014/main" id="{E583C2B7-A554-4DE0-B1A5-C84D470113E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095069" y="6411505"/>
                <a:ext cx="2044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53" name="Cerneală 352">
                <a:extLst>
                  <a:ext uri="{FF2B5EF4-FFF2-40B4-BE49-F238E27FC236}">
                    <a16:creationId xmlns:a16="http://schemas.microsoft.com/office/drawing/2014/main" id="{7ED6939D-E97B-4DBC-9DA0-0A8BE5634848}"/>
                  </a:ext>
                </a:extLst>
              </p14:cNvPr>
              <p14:cNvContentPartPr/>
              <p14:nvPr/>
            </p14:nvContentPartPr>
            <p14:xfrm>
              <a:off x="7714269" y="6255985"/>
              <a:ext cx="294480" cy="323280"/>
            </p14:xfrm>
          </p:contentPart>
        </mc:Choice>
        <mc:Fallback xmlns="">
          <p:pic>
            <p:nvPicPr>
              <p:cNvPr id="353" name="Cerneală 352">
                <a:extLst>
                  <a:ext uri="{FF2B5EF4-FFF2-40B4-BE49-F238E27FC236}">
                    <a16:creationId xmlns:a16="http://schemas.microsoft.com/office/drawing/2014/main" id="{7ED6939D-E97B-4DBC-9DA0-0A8BE563484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696269" y="6238345"/>
                <a:ext cx="3301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60" name="Cerneală 359">
                <a:extLst>
                  <a:ext uri="{FF2B5EF4-FFF2-40B4-BE49-F238E27FC236}">
                    <a16:creationId xmlns:a16="http://schemas.microsoft.com/office/drawing/2014/main" id="{F53ABE70-C582-423A-B6E8-5CC4407A48FE}"/>
                  </a:ext>
                </a:extLst>
              </p14:cNvPr>
              <p14:cNvContentPartPr/>
              <p14:nvPr/>
            </p14:nvContentPartPr>
            <p14:xfrm>
              <a:off x="8198469" y="6121345"/>
              <a:ext cx="1463400" cy="485640"/>
            </p14:xfrm>
          </p:contentPart>
        </mc:Choice>
        <mc:Fallback xmlns="">
          <p:pic>
            <p:nvPicPr>
              <p:cNvPr id="360" name="Cerneală 359">
                <a:extLst>
                  <a:ext uri="{FF2B5EF4-FFF2-40B4-BE49-F238E27FC236}">
                    <a16:creationId xmlns:a16="http://schemas.microsoft.com/office/drawing/2014/main" id="{F53ABE70-C582-423A-B6E8-5CC4407A48F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180469" y="6103705"/>
                <a:ext cx="1499040" cy="52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4258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ine 53">
            <a:extLst>
              <a:ext uri="{FF2B5EF4-FFF2-40B4-BE49-F238E27FC236}">
                <a16:creationId xmlns:a16="http://schemas.microsoft.com/office/drawing/2014/main" id="{698733A6-4490-473B-BB28-67F379B1B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320074"/>
            <a:ext cx="2691208" cy="3779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BAB8C73-063C-47DE-A586-8C8872BEEF78}"/>
                  </a:ext>
                </a:extLst>
              </p14:cNvPr>
              <p14:cNvContentPartPr/>
              <p14:nvPr/>
            </p14:nvContentPartPr>
            <p14:xfrm>
              <a:off x="3479229" y="504985"/>
              <a:ext cx="147960" cy="4345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BAB8C73-063C-47DE-A586-8C8872BEEF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1589" y="486985"/>
                <a:ext cx="18360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9403BAED-B59D-49DC-B4F1-6127243ECDE5}"/>
                  </a:ext>
                </a:extLst>
              </p14:cNvPr>
              <p14:cNvContentPartPr/>
              <p14:nvPr/>
            </p14:nvContentPartPr>
            <p14:xfrm>
              <a:off x="3830589" y="582025"/>
              <a:ext cx="146880" cy="3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9403BAED-B59D-49DC-B4F1-6127243ECD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12589" y="564025"/>
                <a:ext cx="182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9244BCF-D85C-4C11-849E-E4C89B06DB6C}"/>
                  </a:ext>
                </a:extLst>
              </p14:cNvPr>
              <p14:cNvContentPartPr/>
              <p14:nvPr/>
            </p14:nvContentPartPr>
            <p14:xfrm>
              <a:off x="3849669" y="683185"/>
              <a:ext cx="126000" cy="50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9244BCF-D85C-4C11-849E-E4C89B06DB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32029" y="665185"/>
                <a:ext cx="1616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176F3B0C-8482-447C-8838-BA4C70DCE010}"/>
                  </a:ext>
                </a:extLst>
              </p14:cNvPr>
              <p14:cNvContentPartPr/>
              <p14:nvPr/>
            </p14:nvContentPartPr>
            <p14:xfrm>
              <a:off x="6636429" y="499945"/>
              <a:ext cx="367200" cy="214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176F3B0C-8482-447C-8838-BA4C70DCE0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18447" y="482305"/>
                <a:ext cx="402805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A5F30F5-38DD-4ECC-A75F-9F79ED906193}"/>
                  </a:ext>
                </a:extLst>
              </p14:cNvPr>
              <p14:cNvContentPartPr/>
              <p14:nvPr/>
            </p14:nvContentPartPr>
            <p14:xfrm>
              <a:off x="6270669" y="485905"/>
              <a:ext cx="264600" cy="252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A5F30F5-38DD-4ECC-A75F-9F79ED9061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53053" y="468265"/>
                <a:ext cx="300192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C7D435F1-6B85-4E98-B719-719E7CEA47A0}"/>
                  </a:ext>
                </a:extLst>
              </p14:cNvPr>
              <p14:cNvContentPartPr/>
              <p14:nvPr/>
            </p14:nvContentPartPr>
            <p14:xfrm>
              <a:off x="5471829" y="524065"/>
              <a:ext cx="683280" cy="2448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C7D435F1-6B85-4E98-B719-719E7CEA47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54189" y="506425"/>
                <a:ext cx="7189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B2BC30A-0B6B-4183-B1EF-36FE3704DA5E}"/>
                  </a:ext>
                </a:extLst>
              </p14:cNvPr>
              <p14:cNvContentPartPr/>
              <p14:nvPr/>
            </p14:nvContentPartPr>
            <p14:xfrm>
              <a:off x="4947309" y="572665"/>
              <a:ext cx="268200" cy="2127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B2BC30A-0B6B-4183-B1EF-36FE3704DA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29309" y="554695"/>
                <a:ext cx="303840" cy="248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C7453CE-6EF6-42CC-820C-93F0FFBE0CE3}"/>
                  </a:ext>
                </a:extLst>
              </p14:cNvPr>
              <p14:cNvContentPartPr/>
              <p14:nvPr/>
            </p14:nvContentPartPr>
            <p14:xfrm>
              <a:off x="4278069" y="519385"/>
              <a:ext cx="544320" cy="2498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C7453CE-6EF6-42CC-820C-93F0FFBE0CE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60429" y="501385"/>
                <a:ext cx="5799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274B5E3-A259-409F-8FB5-6F6263B01C0D}"/>
                  </a:ext>
                </a:extLst>
              </p14:cNvPr>
              <p14:cNvContentPartPr/>
              <p14:nvPr/>
            </p14:nvContentPartPr>
            <p14:xfrm>
              <a:off x="4244589" y="398785"/>
              <a:ext cx="129600" cy="72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274B5E3-A259-409F-8FB5-6F6263B01C0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26589" y="381145"/>
                <a:ext cx="1652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AF758FA-6CAF-4A75-AA45-9606B2410831}"/>
                  </a:ext>
                </a:extLst>
              </p14:cNvPr>
              <p14:cNvContentPartPr/>
              <p14:nvPr/>
            </p14:nvContentPartPr>
            <p14:xfrm>
              <a:off x="4956669" y="469345"/>
              <a:ext cx="175680" cy="151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AF758FA-6CAF-4A75-AA45-9606B241083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39029" y="451705"/>
                <a:ext cx="2113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BBAC64B7-420C-4D9A-A2C9-5A0C0E73ABEF}"/>
                  </a:ext>
                </a:extLst>
              </p14:cNvPr>
              <p14:cNvContentPartPr/>
              <p14:nvPr/>
            </p14:nvContentPartPr>
            <p14:xfrm>
              <a:off x="5808789" y="439105"/>
              <a:ext cx="198360" cy="133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BBAC64B7-420C-4D9A-A2C9-5A0C0E73ABE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90789" y="421105"/>
                <a:ext cx="234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139D832-C30E-40F3-9172-96847A53007E}"/>
                  </a:ext>
                </a:extLst>
              </p14:cNvPr>
              <p14:cNvContentPartPr/>
              <p14:nvPr/>
            </p14:nvContentPartPr>
            <p14:xfrm>
              <a:off x="7199469" y="543505"/>
              <a:ext cx="164160" cy="151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139D832-C30E-40F3-9172-96847A53007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81829" y="525505"/>
                <a:ext cx="1998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7EAA492-BFBC-46E8-9104-F80A78BC4049}"/>
                  </a:ext>
                </a:extLst>
              </p14:cNvPr>
              <p14:cNvContentPartPr/>
              <p14:nvPr/>
            </p14:nvContentPartPr>
            <p14:xfrm>
              <a:off x="7483149" y="499945"/>
              <a:ext cx="1092240" cy="2710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7EAA492-BFBC-46E8-9104-F80A78BC404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65503" y="482282"/>
                <a:ext cx="1127892" cy="306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93F9D5D2-EDBD-4DE3-89DA-93333F6B2A6C}"/>
                  </a:ext>
                </a:extLst>
              </p14:cNvPr>
              <p14:cNvContentPartPr/>
              <p14:nvPr/>
            </p14:nvContentPartPr>
            <p14:xfrm>
              <a:off x="3474189" y="1255585"/>
              <a:ext cx="175680" cy="5166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93F9D5D2-EDBD-4DE3-89DA-93333F6B2A6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56549" y="1237945"/>
                <a:ext cx="211320" cy="55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280D3BC-0DC7-4804-97A8-FB281DC0BBC9}"/>
                  </a:ext>
                </a:extLst>
              </p14:cNvPr>
              <p14:cNvContentPartPr/>
              <p14:nvPr/>
            </p14:nvContentPartPr>
            <p14:xfrm>
              <a:off x="3916269" y="1356745"/>
              <a:ext cx="173520" cy="100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280D3BC-0DC7-4804-97A8-FB281DC0BB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98269" y="1339105"/>
                <a:ext cx="2091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3B209EB-3A64-4139-A266-4930CF32C029}"/>
                  </a:ext>
                </a:extLst>
              </p14:cNvPr>
              <p14:cNvContentPartPr/>
              <p14:nvPr/>
            </p14:nvContentPartPr>
            <p14:xfrm>
              <a:off x="3941469" y="1457905"/>
              <a:ext cx="127440" cy="50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3B209EB-3A64-4139-A266-4930CF32C0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23469" y="1440265"/>
                <a:ext cx="163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F58BCBE2-0909-4DAA-8A68-C46D3630DE5D}"/>
                  </a:ext>
                </a:extLst>
              </p14:cNvPr>
              <p14:cNvContentPartPr/>
              <p14:nvPr/>
            </p14:nvContentPartPr>
            <p14:xfrm>
              <a:off x="5709069" y="1164505"/>
              <a:ext cx="574200" cy="4881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F58BCBE2-0909-4DAA-8A68-C46D3630DE5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91429" y="1146505"/>
                <a:ext cx="60984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1DD0C9F7-E341-4253-8434-FD841B2A1491}"/>
                  </a:ext>
                </a:extLst>
              </p14:cNvPr>
              <p14:cNvContentPartPr/>
              <p14:nvPr/>
            </p14:nvContentPartPr>
            <p14:xfrm>
              <a:off x="9311229" y="529105"/>
              <a:ext cx="54360" cy="2646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1DD0C9F7-E341-4253-8434-FD841B2A149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93229" y="511465"/>
                <a:ext cx="900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2214BD02-8318-46AA-8F08-6D623F6AC147}"/>
                  </a:ext>
                </a:extLst>
              </p14:cNvPr>
              <p14:cNvContentPartPr/>
              <p14:nvPr/>
            </p14:nvContentPartPr>
            <p14:xfrm>
              <a:off x="6811389" y="1279705"/>
              <a:ext cx="72360" cy="3276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2214BD02-8318-46AA-8F08-6D623F6AC14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93749" y="1262065"/>
                <a:ext cx="10800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7024B5D9-018E-4376-A365-DE843B80E48C}"/>
                  </a:ext>
                </a:extLst>
              </p14:cNvPr>
              <p14:cNvContentPartPr/>
              <p14:nvPr/>
            </p14:nvContentPartPr>
            <p14:xfrm>
              <a:off x="6983109" y="1250905"/>
              <a:ext cx="268920" cy="3528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7024B5D9-018E-4376-A365-DE843B80E48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65469" y="1233265"/>
                <a:ext cx="30456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469E8660-83FF-4A2E-A60C-2B00F5080925}"/>
                  </a:ext>
                </a:extLst>
              </p14:cNvPr>
              <p14:cNvContentPartPr/>
              <p14:nvPr/>
            </p14:nvContentPartPr>
            <p14:xfrm>
              <a:off x="9484749" y="510025"/>
              <a:ext cx="291240" cy="2847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469E8660-83FF-4A2E-A60C-2B00F508092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67109" y="492025"/>
                <a:ext cx="3268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3550358E-947F-4676-A25C-6E546A7F63A4}"/>
                  </a:ext>
                </a:extLst>
              </p14:cNvPr>
              <p14:cNvContentPartPr/>
              <p14:nvPr/>
            </p14:nvContentPartPr>
            <p14:xfrm>
              <a:off x="3667509" y="2117065"/>
              <a:ext cx="98280" cy="3520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3550358E-947F-4676-A25C-6E546A7F63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49509" y="2099425"/>
                <a:ext cx="13392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4FE74BE9-A4B2-4F95-B127-A1EC85EE6DE8}"/>
                  </a:ext>
                </a:extLst>
              </p14:cNvPr>
              <p14:cNvContentPartPr/>
              <p14:nvPr/>
            </p14:nvContentPartPr>
            <p14:xfrm>
              <a:off x="5103189" y="2093305"/>
              <a:ext cx="414000" cy="3736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4FE74BE9-A4B2-4F95-B127-A1EC85EE6DE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85189" y="2075322"/>
                <a:ext cx="449640" cy="409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35855123-A9E2-43DB-AAD3-1FB6CF388C8D}"/>
                  </a:ext>
                </a:extLst>
              </p14:cNvPr>
              <p14:cNvContentPartPr/>
              <p14:nvPr/>
            </p14:nvContentPartPr>
            <p14:xfrm>
              <a:off x="4318029" y="2146225"/>
              <a:ext cx="686880" cy="3600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35855123-A9E2-43DB-AAD3-1FB6CF388C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00029" y="2128585"/>
                <a:ext cx="72252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E170129C-87EA-493E-B163-9B65FC82132F}"/>
                  </a:ext>
                </a:extLst>
              </p14:cNvPr>
              <p14:cNvContentPartPr/>
              <p14:nvPr/>
            </p14:nvContentPartPr>
            <p14:xfrm>
              <a:off x="3864429" y="2170345"/>
              <a:ext cx="360000" cy="3542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E170129C-87EA-493E-B163-9B65FC82132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46429" y="2152345"/>
                <a:ext cx="39564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3CA3C48A-FB31-42DC-820A-CD36ABC0405D}"/>
                  </a:ext>
                </a:extLst>
              </p14:cNvPr>
              <p14:cNvContentPartPr/>
              <p14:nvPr/>
            </p14:nvContentPartPr>
            <p14:xfrm>
              <a:off x="4320549" y="1145065"/>
              <a:ext cx="1231560" cy="4917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3CA3C48A-FB31-42DC-820A-CD36ABC0405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02549" y="1127425"/>
                <a:ext cx="126720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FB254FE3-BFE6-46A3-B530-9E2D2620706A}"/>
                  </a:ext>
                </a:extLst>
              </p14:cNvPr>
              <p14:cNvContentPartPr/>
              <p14:nvPr/>
            </p14:nvContentPartPr>
            <p14:xfrm>
              <a:off x="9086229" y="2219305"/>
              <a:ext cx="2406240" cy="6584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FB254FE3-BFE6-46A3-B530-9E2D262070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068229" y="2201305"/>
                <a:ext cx="244188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F6A9EA29-6E92-4797-B910-8CAC5CABBAAA}"/>
                  </a:ext>
                </a:extLst>
              </p14:cNvPr>
              <p14:cNvContentPartPr/>
              <p14:nvPr/>
            </p14:nvContentPartPr>
            <p14:xfrm>
              <a:off x="3847869" y="2945065"/>
              <a:ext cx="7345800" cy="287208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F6A9EA29-6E92-4797-B910-8CAC5CABBAA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30228" y="2927425"/>
                <a:ext cx="7381442" cy="29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397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777269"/>
            <a:ext cx="1060692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</a:rPr>
              <a:t>Agend</a:t>
            </a:r>
            <a:r>
              <a:rPr lang="ro-RO" sz="3200" b="1" dirty="0">
                <a:solidFill>
                  <a:srgbClr val="0000FF"/>
                </a:solidFill>
              </a:rPr>
              <a:t>ă:</a:t>
            </a:r>
          </a:p>
          <a:p>
            <a:endParaRPr lang="en-US" sz="32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1) Porți logice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2) Forme de reprezentare a funcțiilor binare: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complet;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Tabelul de adevăr redus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după valoarea de zero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Forme canonice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după valoarea de unu logic  </a:t>
            </a:r>
          </a:p>
          <a:p>
            <a:pPr marL="2628900" lvl="5" indent="-3429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după valoarea de zero logic;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Forme analitice reduse</a:t>
            </a:r>
          </a:p>
          <a:p>
            <a:pPr marL="1257300" lvl="2" indent="-342900">
              <a:buFontTx/>
              <a:buChar char="-"/>
            </a:pP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Diagrame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Veitch</a:t>
            </a:r>
            <a:r>
              <a:rPr 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– </a:t>
            </a:r>
            <a:r>
              <a:rPr 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Karnaugh</a:t>
            </a:r>
            <a:endParaRPr 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ro-RO" b="1" dirty="0">
              <a:solidFill>
                <a:srgbClr val="0000FF"/>
              </a:solidFill>
            </a:endParaRPr>
          </a:p>
          <a:p>
            <a:pPr algn="ctr"/>
            <a:r>
              <a:rPr lang="en-US" b="1" dirty="0">
                <a:solidFill>
                  <a:srgbClr val="0000FF"/>
                </a:solidFill>
              </a:rPr>
              <a:t> 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227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ine 37">
            <a:extLst>
              <a:ext uri="{FF2B5EF4-FFF2-40B4-BE49-F238E27FC236}">
                <a16:creationId xmlns:a16="http://schemas.microsoft.com/office/drawing/2014/main" id="{94C25EB8-FB63-4445-8DEE-4306158A0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2691208" cy="3779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09C255E9-EF78-4CF6-821C-7F07C71BDA11}"/>
                  </a:ext>
                </a:extLst>
              </p14:cNvPr>
              <p14:cNvContentPartPr/>
              <p14:nvPr/>
            </p14:nvContentPartPr>
            <p14:xfrm>
              <a:off x="3440709" y="1010425"/>
              <a:ext cx="360" cy="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09C255E9-EF78-4CF6-821C-7F07C71BDA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3069" y="9927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61623C5-2BFE-4A0B-BFAB-73C6559056A1}"/>
                  </a:ext>
                </a:extLst>
              </p14:cNvPr>
              <p14:cNvContentPartPr/>
              <p14:nvPr/>
            </p14:nvContentPartPr>
            <p14:xfrm>
              <a:off x="3145509" y="283585"/>
              <a:ext cx="21600" cy="172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61623C5-2BFE-4A0B-BFAB-73C6559056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7509" y="265945"/>
                <a:ext cx="572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A35B2E4-A83E-4B3F-9D2B-62CA9BDEE5DE}"/>
                  </a:ext>
                </a:extLst>
              </p14:cNvPr>
              <p14:cNvContentPartPr/>
              <p14:nvPr/>
            </p14:nvContentPartPr>
            <p14:xfrm>
              <a:off x="3253149" y="254785"/>
              <a:ext cx="9360" cy="1976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A35B2E4-A83E-4B3F-9D2B-62CA9BDEE5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35149" y="237145"/>
                <a:ext cx="450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439666A3-6532-45DD-9ED3-C49C086C9219}"/>
                  </a:ext>
                </a:extLst>
              </p14:cNvPr>
              <p14:cNvContentPartPr/>
              <p14:nvPr/>
            </p14:nvContentPartPr>
            <p14:xfrm>
              <a:off x="3016989" y="165145"/>
              <a:ext cx="309240" cy="219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439666A3-6532-45DD-9ED3-C49C086C92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99349" y="147145"/>
                <a:ext cx="344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4B17DDF-D1EE-468D-8D26-9D7F7C905E0B}"/>
                  </a:ext>
                </a:extLst>
              </p14:cNvPr>
              <p14:cNvContentPartPr/>
              <p14:nvPr/>
            </p14:nvContentPartPr>
            <p14:xfrm>
              <a:off x="2959389" y="565105"/>
              <a:ext cx="348120" cy="118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4B17DDF-D1EE-468D-8D26-9D7F7C905E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41749" y="547465"/>
                <a:ext cx="3837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E9C9BF6D-B3DA-4900-9156-179F1AE6F2AA}"/>
                  </a:ext>
                </a:extLst>
              </p14:cNvPr>
              <p14:cNvContentPartPr/>
              <p14:nvPr/>
            </p14:nvContentPartPr>
            <p14:xfrm>
              <a:off x="3785949" y="148225"/>
              <a:ext cx="202680" cy="2872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E9C9BF6D-B3DA-4900-9156-179F1AE6F2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67949" y="130585"/>
                <a:ext cx="2383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A446D69-F693-4A4E-8642-CAE70DF2D686}"/>
                  </a:ext>
                </a:extLst>
              </p14:cNvPr>
              <p14:cNvContentPartPr/>
              <p14:nvPr/>
            </p14:nvContentPartPr>
            <p14:xfrm>
              <a:off x="3777669" y="309505"/>
              <a:ext cx="204120" cy="100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A446D69-F693-4A4E-8642-CAE70DF2D68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59669" y="291865"/>
                <a:ext cx="2397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3F6279C-3D19-45D2-A413-739B48992F9F}"/>
                  </a:ext>
                </a:extLst>
              </p14:cNvPr>
              <p14:cNvContentPartPr/>
              <p14:nvPr/>
            </p14:nvContentPartPr>
            <p14:xfrm>
              <a:off x="3931389" y="332185"/>
              <a:ext cx="126720" cy="116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3F6279C-3D19-45D2-A413-739B48992F9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13749" y="314545"/>
                <a:ext cx="1623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FEEA74F-FE19-4E2A-BEC1-49662B2B0FE3}"/>
                  </a:ext>
                </a:extLst>
              </p14:cNvPr>
              <p14:cNvContentPartPr/>
              <p14:nvPr/>
            </p14:nvContentPartPr>
            <p14:xfrm>
              <a:off x="4124349" y="294745"/>
              <a:ext cx="590400" cy="1720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FEEA74F-FE19-4E2A-BEC1-49662B2B0FE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06709" y="277105"/>
                <a:ext cx="6260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EF7EAD4-A2BA-440D-A950-1F1AE60FF807}"/>
                  </a:ext>
                </a:extLst>
              </p14:cNvPr>
              <p14:cNvContentPartPr/>
              <p14:nvPr/>
            </p14:nvContentPartPr>
            <p14:xfrm>
              <a:off x="4702509" y="323185"/>
              <a:ext cx="262080" cy="1108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EF7EAD4-A2BA-440D-A950-1F1AE60FF80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84509" y="305545"/>
                <a:ext cx="2977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3CE7CEE-208D-4DCD-A55B-6351E698734E}"/>
                  </a:ext>
                </a:extLst>
              </p14:cNvPr>
              <p14:cNvContentPartPr/>
              <p14:nvPr/>
            </p14:nvContentPartPr>
            <p14:xfrm>
              <a:off x="5419629" y="312025"/>
              <a:ext cx="403560" cy="925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3CE7CEE-208D-4DCD-A55B-6351E698734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01989" y="294025"/>
                <a:ext cx="439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3A8E679-BBB7-4C4A-878C-639689C7266B}"/>
                  </a:ext>
                </a:extLst>
              </p14:cNvPr>
              <p14:cNvContentPartPr/>
              <p14:nvPr/>
            </p14:nvContentPartPr>
            <p14:xfrm>
              <a:off x="5851989" y="298345"/>
              <a:ext cx="399600" cy="1051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3A8E679-BBB7-4C4A-878C-639689C7266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33989" y="280345"/>
                <a:ext cx="4352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3EC084C-B123-4E09-981C-6568770D4411}"/>
                  </a:ext>
                </a:extLst>
              </p14:cNvPr>
              <p14:cNvContentPartPr/>
              <p14:nvPr/>
            </p14:nvContentPartPr>
            <p14:xfrm>
              <a:off x="6317469" y="283585"/>
              <a:ext cx="319320" cy="1360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3EC084C-B123-4E09-981C-6568770D441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99829" y="265945"/>
                <a:ext cx="3549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FA0E3B8-A4CC-4360-956C-0C197B063422}"/>
                  </a:ext>
                </a:extLst>
              </p14:cNvPr>
              <p14:cNvContentPartPr/>
              <p14:nvPr/>
            </p14:nvContentPartPr>
            <p14:xfrm>
              <a:off x="6596109" y="219865"/>
              <a:ext cx="30960" cy="216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FA0E3B8-A4CC-4360-956C-0C197B06342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78469" y="202225"/>
                <a:ext cx="666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8B0A7101-59B8-460D-91D7-68F3D699A154}"/>
                  </a:ext>
                </a:extLst>
              </p14:cNvPr>
              <p14:cNvContentPartPr/>
              <p14:nvPr/>
            </p14:nvContentPartPr>
            <p14:xfrm>
              <a:off x="6728589" y="294385"/>
              <a:ext cx="336240" cy="1144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8B0A7101-59B8-460D-91D7-68F3D699A15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10589" y="276385"/>
                <a:ext cx="3718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65EF9D6-E54D-43EF-A31A-9EE130DF10C1}"/>
                  </a:ext>
                </a:extLst>
              </p14:cNvPr>
              <p14:cNvContentPartPr/>
              <p14:nvPr/>
            </p14:nvContentPartPr>
            <p14:xfrm>
              <a:off x="6989589" y="175945"/>
              <a:ext cx="90000" cy="1033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65EF9D6-E54D-43EF-A31A-9EE130DF10C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71589" y="157945"/>
                <a:ext cx="1256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E5EFFCF-A071-4B8B-A6D8-11B44CDDCD6B}"/>
                  </a:ext>
                </a:extLst>
              </p14:cNvPr>
              <p14:cNvContentPartPr/>
              <p14:nvPr/>
            </p14:nvContentPartPr>
            <p14:xfrm>
              <a:off x="7093629" y="360625"/>
              <a:ext cx="58320" cy="216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E5EFFCF-A071-4B8B-A6D8-11B44CDDCD6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075989" y="342985"/>
                <a:ext cx="939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A483094D-FD6E-4854-AF72-A97C43813532}"/>
                  </a:ext>
                </a:extLst>
              </p14:cNvPr>
              <p14:cNvContentPartPr/>
              <p14:nvPr/>
            </p14:nvContentPartPr>
            <p14:xfrm>
              <a:off x="7635429" y="146425"/>
              <a:ext cx="852480" cy="534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A483094D-FD6E-4854-AF72-A97C4381353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17429" y="128425"/>
                <a:ext cx="88812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797E814-AED2-4545-A9F7-79E9BE28DD71}"/>
                  </a:ext>
                </a:extLst>
              </p14:cNvPr>
              <p14:cNvContentPartPr/>
              <p14:nvPr/>
            </p14:nvContentPartPr>
            <p14:xfrm>
              <a:off x="8440749" y="167305"/>
              <a:ext cx="82800" cy="54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797E814-AED2-4545-A9F7-79E9BE28DD7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422749" y="149305"/>
                <a:ext cx="1184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06DDF172-B2E6-4D56-AF9A-3F4049BC59A4}"/>
                  </a:ext>
                </a:extLst>
              </p14:cNvPr>
              <p14:cNvContentPartPr/>
              <p14:nvPr/>
            </p14:nvContentPartPr>
            <p14:xfrm>
              <a:off x="8513109" y="331825"/>
              <a:ext cx="110520" cy="432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06DDF172-B2E6-4D56-AF9A-3F4049BC59A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95469" y="313825"/>
                <a:ext cx="1461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FAF6B19D-83A5-4327-8643-9F6B21174332}"/>
                  </a:ext>
                </a:extLst>
              </p14:cNvPr>
              <p14:cNvContentPartPr/>
              <p14:nvPr/>
            </p14:nvContentPartPr>
            <p14:xfrm>
              <a:off x="11203389" y="243625"/>
              <a:ext cx="735120" cy="1724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FAF6B19D-83A5-4327-8643-9F6B2117433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185749" y="225625"/>
                <a:ext cx="7707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52CA9FD8-30F7-441F-ABD2-5A605EA8D7D5}"/>
                  </a:ext>
                </a:extLst>
              </p14:cNvPr>
              <p14:cNvContentPartPr/>
              <p14:nvPr/>
            </p14:nvContentPartPr>
            <p14:xfrm>
              <a:off x="10529829" y="117985"/>
              <a:ext cx="338760" cy="2685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52CA9FD8-30F7-441F-ABD2-5A605EA8D7D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512189" y="100345"/>
                <a:ext cx="3744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6BE73A8-C5B8-43CE-A68D-9DF9DDA863B3}"/>
                  </a:ext>
                </a:extLst>
              </p14:cNvPr>
              <p14:cNvContentPartPr/>
              <p14:nvPr/>
            </p14:nvContentPartPr>
            <p14:xfrm>
              <a:off x="8811909" y="83785"/>
              <a:ext cx="1414080" cy="322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6BE73A8-C5B8-43CE-A68D-9DF9DDA863B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793909" y="66125"/>
                <a:ext cx="1449720" cy="3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14EDB60-AD94-4CC7-959B-F399403E87E9}"/>
                  </a:ext>
                </a:extLst>
              </p14:cNvPr>
              <p14:cNvContentPartPr/>
              <p14:nvPr/>
            </p14:nvContentPartPr>
            <p14:xfrm>
              <a:off x="2390949" y="1524865"/>
              <a:ext cx="362160" cy="2854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14EDB60-AD94-4CC7-959B-F399403E87E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372949" y="1507225"/>
                <a:ext cx="39780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5664F988-753E-4C8F-8286-AA35C893E2A0}"/>
                  </a:ext>
                </a:extLst>
              </p14:cNvPr>
              <p14:cNvContentPartPr/>
              <p14:nvPr/>
            </p14:nvContentPartPr>
            <p14:xfrm>
              <a:off x="1857069" y="1537465"/>
              <a:ext cx="217080" cy="2559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5664F988-753E-4C8F-8286-AA35C893E2A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839069" y="1519465"/>
                <a:ext cx="25272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CEC7D010-DA51-40DB-9BA4-3B422289A249}"/>
                  </a:ext>
                </a:extLst>
              </p14:cNvPr>
              <p14:cNvContentPartPr/>
              <p14:nvPr/>
            </p14:nvContentPartPr>
            <p14:xfrm>
              <a:off x="2420829" y="1889905"/>
              <a:ext cx="284760" cy="3006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CEC7D010-DA51-40DB-9BA4-3B422289A24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402829" y="1871905"/>
                <a:ext cx="3204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89B5440C-7B5D-4167-BBB8-769ABF998434}"/>
                  </a:ext>
                </a:extLst>
              </p14:cNvPr>
              <p14:cNvContentPartPr/>
              <p14:nvPr/>
            </p14:nvContentPartPr>
            <p14:xfrm>
              <a:off x="1900629" y="1981345"/>
              <a:ext cx="195840" cy="1454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89B5440C-7B5D-4167-BBB8-769ABF99843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882629" y="1963345"/>
                <a:ext cx="2314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FA3090F4-99AD-4329-B080-525311743E98}"/>
                  </a:ext>
                </a:extLst>
              </p14:cNvPr>
              <p14:cNvContentPartPr/>
              <p14:nvPr/>
            </p14:nvContentPartPr>
            <p14:xfrm>
              <a:off x="2677509" y="2444665"/>
              <a:ext cx="17640" cy="3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FA3090F4-99AD-4329-B080-525311743E9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659869" y="2426665"/>
                <a:ext cx="53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244B7BDA-6AB6-4543-8ACF-FA660F54E54A}"/>
                  </a:ext>
                </a:extLst>
              </p14:cNvPr>
              <p14:cNvContentPartPr/>
              <p14:nvPr/>
            </p14:nvContentPartPr>
            <p14:xfrm>
              <a:off x="1977669" y="2798905"/>
              <a:ext cx="3240" cy="68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244B7BDA-6AB6-4543-8ACF-FA660F54E54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959669" y="2780905"/>
                <a:ext cx="388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8B6EEFC-9AB0-4E86-9860-3D56D34C6400}"/>
                  </a:ext>
                </a:extLst>
              </p14:cNvPr>
              <p14:cNvContentPartPr/>
              <p14:nvPr/>
            </p14:nvContentPartPr>
            <p14:xfrm>
              <a:off x="2411469" y="3044425"/>
              <a:ext cx="349560" cy="3218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8B6EEFC-9AB0-4E86-9860-3D56D34C640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93829" y="3026425"/>
                <a:ext cx="3852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42BF6DEB-7FC1-462C-9CEB-C7D0A3CD6006}"/>
                  </a:ext>
                </a:extLst>
              </p14:cNvPr>
              <p14:cNvContentPartPr/>
              <p14:nvPr/>
            </p14:nvContentPartPr>
            <p14:xfrm>
              <a:off x="1919709" y="3116425"/>
              <a:ext cx="171720" cy="1573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42BF6DEB-7FC1-462C-9CEB-C7D0A3CD600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902069" y="3098785"/>
                <a:ext cx="2073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6F99ACA9-2008-4ECE-ADB4-63C0208561E1}"/>
                  </a:ext>
                </a:extLst>
              </p14:cNvPr>
              <p14:cNvContentPartPr/>
              <p14:nvPr/>
            </p14:nvContentPartPr>
            <p14:xfrm>
              <a:off x="2466189" y="3437545"/>
              <a:ext cx="291240" cy="3024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6F99ACA9-2008-4ECE-ADB4-63C0208561E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448189" y="3419545"/>
                <a:ext cx="32688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73493DAA-267B-439B-9001-C50E0B31E2F5}"/>
                  </a:ext>
                </a:extLst>
              </p14:cNvPr>
              <p14:cNvContentPartPr/>
              <p14:nvPr/>
            </p14:nvContentPartPr>
            <p14:xfrm>
              <a:off x="1910349" y="3503425"/>
              <a:ext cx="231120" cy="1713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73493DAA-267B-439B-9001-C50E0B31E2F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892349" y="3485785"/>
                <a:ext cx="2667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5B67553-8756-405D-982F-86913AA5320C}"/>
                  </a:ext>
                </a:extLst>
              </p14:cNvPr>
              <p14:cNvContentPartPr/>
              <p14:nvPr/>
            </p14:nvContentPartPr>
            <p14:xfrm>
              <a:off x="2429109" y="3869185"/>
              <a:ext cx="345960" cy="271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5B67553-8756-405D-982F-86913AA5320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411469" y="3851185"/>
                <a:ext cx="3816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C965A1D-FD60-43BF-B0DE-9F3124C84377}"/>
                  </a:ext>
                </a:extLst>
              </p14:cNvPr>
              <p14:cNvContentPartPr/>
              <p14:nvPr/>
            </p14:nvContentPartPr>
            <p14:xfrm>
              <a:off x="1895589" y="3935065"/>
              <a:ext cx="233640" cy="123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C965A1D-FD60-43BF-B0DE-9F3124C8437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877949" y="3917425"/>
                <a:ext cx="2692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FFADC8C0-B3C5-4181-952A-C639064D8119}"/>
                  </a:ext>
                </a:extLst>
              </p14:cNvPr>
              <p14:cNvContentPartPr/>
              <p14:nvPr/>
            </p14:nvContentPartPr>
            <p14:xfrm>
              <a:off x="3622869" y="1232545"/>
              <a:ext cx="841320" cy="5526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FFADC8C0-B3C5-4181-952A-C639064D811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605229" y="1214545"/>
                <a:ext cx="87696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42E4CEFF-37AB-4701-AED1-E85A79AE2699}"/>
                  </a:ext>
                </a:extLst>
              </p14:cNvPr>
              <p14:cNvContentPartPr/>
              <p14:nvPr/>
            </p14:nvContentPartPr>
            <p14:xfrm>
              <a:off x="211509" y="1588225"/>
              <a:ext cx="82440" cy="1062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42E4CEFF-37AB-4701-AED1-E85A79AE269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93509" y="1570225"/>
                <a:ext cx="1180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C0F3FCE3-22A7-4884-A454-959CCFF6C972}"/>
                  </a:ext>
                </a:extLst>
              </p14:cNvPr>
              <p14:cNvContentPartPr/>
              <p14:nvPr/>
            </p14:nvContentPartPr>
            <p14:xfrm>
              <a:off x="259389" y="1937065"/>
              <a:ext cx="49320" cy="1551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C0F3FCE3-22A7-4884-A454-959CCFF6C97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41749" y="1919425"/>
                <a:ext cx="849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125A9A5F-1582-404E-BE85-4A827D913282}"/>
                  </a:ext>
                </a:extLst>
              </p14:cNvPr>
              <p14:cNvContentPartPr/>
              <p14:nvPr/>
            </p14:nvContentPartPr>
            <p14:xfrm>
              <a:off x="211509" y="2296345"/>
              <a:ext cx="144720" cy="1724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125A9A5F-1582-404E-BE85-4A827D91328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93509" y="2278345"/>
                <a:ext cx="1803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35DB1A67-88FF-45F8-87D6-6A6831DFAE32}"/>
                  </a:ext>
                </a:extLst>
              </p14:cNvPr>
              <p14:cNvContentPartPr/>
              <p14:nvPr/>
            </p14:nvContentPartPr>
            <p14:xfrm>
              <a:off x="172989" y="2643385"/>
              <a:ext cx="163440" cy="2498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35DB1A67-88FF-45F8-87D6-6A6831DFAE3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54989" y="2625745"/>
                <a:ext cx="1990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9FB02399-F7AE-4223-84BF-B4D68772C707}"/>
                  </a:ext>
                </a:extLst>
              </p14:cNvPr>
              <p14:cNvContentPartPr/>
              <p14:nvPr/>
            </p14:nvContentPartPr>
            <p14:xfrm>
              <a:off x="188109" y="3089785"/>
              <a:ext cx="101520" cy="2350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9FB02399-F7AE-4223-84BF-B4D68772C70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70109" y="3071785"/>
                <a:ext cx="1371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A7A7BE7B-6251-488D-848E-842E54AE090F}"/>
                  </a:ext>
                </a:extLst>
              </p14:cNvPr>
              <p14:cNvContentPartPr/>
              <p14:nvPr/>
            </p14:nvContentPartPr>
            <p14:xfrm>
              <a:off x="194949" y="3931825"/>
              <a:ext cx="96840" cy="1825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A7A7BE7B-6251-488D-848E-842E54AE090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76949" y="3913825"/>
                <a:ext cx="1324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67F27599-EDF5-4677-8710-2CD6A9B87BAD}"/>
                  </a:ext>
                </a:extLst>
              </p14:cNvPr>
              <p14:cNvContentPartPr/>
              <p14:nvPr/>
            </p14:nvContentPartPr>
            <p14:xfrm>
              <a:off x="187389" y="4250785"/>
              <a:ext cx="171720" cy="1897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67F27599-EDF5-4677-8710-2CD6A9B87BA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69749" y="4233145"/>
                <a:ext cx="2073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13846F3F-2B05-47F2-B861-AA095730BA62}"/>
                  </a:ext>
                </a:extLst>
              </p14:cNvPr>
              <p14:cNvContentPartPr/>
              <p14:nvPr/>
            </p14:nvContentPartPr>
            <p14:xfrm>
              <a:off x="177669" y="3464185"/>
              <a:ext cx="129240" cy="25596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13846F3F-2B05-47F2-B861-AA095730BA6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59719" y="3446210"/>
                <a:ext cx="164781" cy="291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64812B5B-9598-452A-97D1-F144E9A28A4F}"/>
                  </a:ext>
                </a:extLst>
              </p14:cNvPr>
              <p14:cNvContentPartPr/>
              <p14:nvPr/>
            </p14:nvContentPartPr>
            <p14:xfrm>
              <a:off x="4753989" y="1110505"/>
              <a:ext cx="795600" cy="5065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64812B5B-9598-452A-97D1-F144E9A28A4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736341" y="1092505"/>
                <a:ext cx="831256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7014F444-22BB-4F12-B43C-240F00FF933B}"/>
                  </a:ext>
                </a:extLst>
              </p14:cNvPr>
              <p14:cNvContentPartPr/>
              <p14:nvPr/>
            </p14:nvContentPartPr>
            <p14:xfrm>
              <a:off x="6956469" y="1128505"/>
              <a:ext cx="386640" cy="3852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7014F444-22BB-4F12-B43C-240F00FF933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938829" y="1110488"/>
                <a:ext cx="422280" cy="420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7B762789-14F2-4CAB-8A61-1E5B5EE3019D}"/>
                  </a:ext>
                </a:extLst>
              </p14:cNvPr>
              <p14:cNvContentPartPr/>
              <p14:nvPr/>
            </p14:nvContentPartPr>
            <p14:xfrm>
              <a:off x="5711229" y="1120225"/>
              <a:ext cx="1128240" cy="4910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7B762789-14F2-4CAB-8A61-1E5B5EE3019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693589" y="1102225"/>
                <a:ext cx="116388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AA48670C-99C9-4FD4-89AB-ECF7F42256A6}"/>
                  </a:ext>
                </a:extLst>
              </p14:cNvPr>
              <p14:cNvContentPartPr/>
              <p14:nvPr/>
            </p14:nvContentPartPr>
            <p14:xfrm>
              <a:off x="4805469" y="2386705"/>
              <a:ext cx="186840" cy="169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AA48670C-99C9-4FD4-89AB-ECF7F42256A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787469" y="2369065"/>
                <a:ext cx="2224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F4EDBA84-5876-4997-A45E-C8F87551DFFF}"/>
                  </a:ext>
                </a:extLst>
              </p14:cNvPr>
              <p14:cNvContentPartPr/>
              <p14:nvPr/>
            </p14:nvContentPartPr>
            <p14:xfrm>
              <a:off x="4822029" y="2502265"/>
              <a:ext cx="142560" cy="108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F4EDBA84-5876-4997-A45E-C8F87551DFFF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804389" y="2484625"/>
                <a:ext cx="178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B0F974A8-BC1A-4AE3-BEC5-08A590324471}"/>
                  </a:ext>
                </a:extLst>
              </p14:cNvPr>
              <p14:cNvContentPartPr/>
              <p14:nvPr/>
            </p14:nvContentPartPr>
            <p14:xfrm>
              <a:off x="4287429" y="2272585"/>
              <a:ext cx="331920" cy="33156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B0F974A8-BC1A-4AE3-BEC5-08A590324471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269789" y="2254926"/>
                <a:ext cx="367560" cy="367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A192381E-0028-48CA-AFDE-DF44FF4D5610}"/>
                  </a:ext>
                </a:extLst>
              </p14:cNvPr>
              <p14:cNvContentPartPr/>
              <p14:nvPr/>
            </p14:nvContentPartPr>
            <p14:xfrm>
              <a:off x="5779629" y="2386705"/>
              <a:ext cx="169200" cy="16524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A192381E-0028-48CA-AFDE-DF44FF4D561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761629" y="2369065"/>
                <a:ext cx="2048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B8F0AF5D-B3FF-4E37-99AF-65F8A23C4FFD}"/>
                  </a:ext>
                </a:extLst>
              </p14:cNvPr>
              <p14:cNvContentPartPr/>
              <p14:nvPr/>
            </p14:nvContentPartPr>
            <p14:xfrm>
              <a:off x="5274189" y="2319385"/>
              <a:ext cx="392400" cy="30924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B8F0AF5D-B3FF-4E37-99AF-65F8A23C4FF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256533" y="2301745"/>
                <a:ext cx="428073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ACAFD19C-963A-4E08-9E4F-5F80EEB7E772}"/>
                  </a:ext>
                </a:extLst>
              </p14:cNvPr>
              <p14:cNvContentPartPr/>
              <p14:nvPr/>
            </p14:nvContentPartPr>
            <p14:xfrm>
              <a:off x="6169509" y="2343505"/>
              <a:ext cx="159120" cy="20160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ACAFD19C-963A-4E08-9E4F-5F80EEB7E77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151869" y="2325505"/>
                <a:ext cx="1947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22B45518-ACC0-4F51-B2B1-BC75C675AEA7}"/>
                  </a:ext>
                </a:extLst>
              </p14:cNvPr>
              <p14:cNvContentPartPr/>
              <p14:nvPr/>
            </p14:nvContentPartPr>
            <p14:xfrm>
              <a:off x="6448509" y="2484625"/>
              <a:ext cx="49320" cy="17388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22B45518-ACC0-4F51-B2B1-BC75C675AEA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430869" y="2466985"/>
                <a:ext cx="849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EA38B343-5C4C-430D-9E39-EE397E1DF9F2}"/>
                  </a:ext>
                </a:extLst>
              </p14:cNvPr>
              <p14:cNvContentPartPr/>
              <p14:nvPr/>
            </p14:nvContentPartPr>
            <p14:xfrm>
              <a:off x="7136829" y="2386705"/>
              <a:ext cx="370080" cy="22860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EA38B343-5C4C-430D-9E39-EE397E1DF9F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119172" y="2369037"/>
                <a:ext cx="405755" cy="264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78BF6B73-4144-43BA-9663-78FAAF6BC573}"/>
                  </a:ext>
                </a:extLst>
              </p14:cNvPr>
              <p14:cNvContentPartPr/>
              <p14:nvPr/>
            </p14:nvContentPartPr>
            <p14:xfrm>
              <a:off x="6727509" y="2386705"/>
              <a:ext cx="191880" cy="20916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78BF6B73-4144-43BA-9663-78FAAF6BC57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709869" y="2369065"/>
                <a:ext cx="2275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4C83524A-7F2D-4A7A-A88A-EC621FD6E1F1}"/>
                  </a:ext>
                </a:extLst>
              </p14:cNvPr>
              <p14:cNvContentPartPr/>
              <p14:nvPr/>
            </p14:nvContentPartPr>
            <p14:xfrm>
              <a:off x="9297549" y="1905385"/>
              <a:ext cx="15120" cy="30600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4C83524A-7F2D-4A7A-A88A-EC621FD6E1F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279549" y="1887745"/>
                <a:ext cx="507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CD86DB27-910F-488A-8B06-47FC30BFE9C8}"/>
                  </a:ext>
                </a:extLst>
              </p14:cNvPr>
              <p14:cNvContentPartPr/>
              <p14:nvPr/>
            </p14:nvContentPartPr>
            <p14:xfrm>
              <a:off x="9283149" y="2285545"/>
              <a:ext cx="62640" cy="3132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CD86DB27-910F-488A-8B06-47FC30BFE9C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265509" y="2267545"/>
                <a:ext cx="982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A43E64AF-1FAB-4677-AA19-CF808883D71A}"/>
                  </a:ext>
                </a:extLst>
              </p14:cNvPr>
              <p14:cNvContentPartPr/>
              <p14:nvPr/>
            </p14:nvContentPartPr>
            <p14:xfrm>
              <a:off x="8695989" y="2419465"/>
              <a:ext cx="423360" cy="2700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A43E64AF-1FAB-4677-AA19-CF808883D71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678349" y="2401825"/>
                <a:ext cx="4590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70E51FBB-A299-4C69-AAB6-8D056F7EAA13}"/>
                  </a:ext>
                </a:extLst>
              </p14:cNvPr>
              <p14:cNvContentPartPr/>
              <p14:nvPr/>
            </p14:nvContentPartPr>
            <p14:xfrm>
              <a:off x="11285109" y="1948585"/>
              <a:ext cx="719640" cy="30996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70E51FBB-A299-4C69-AAB6-8D056F7EAA1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267460" y="1930945"/>
                <a:ext cx="755298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3B603BA1-2C67-4E5B-8783-ACCB5A5ABCC1}"/>
                  </a:ext>
                </a:extLst>
              </p14:cNvPr>
              <p14:cNvContentPartPr/>
              <p14:nvPr/>
            </p14:nvContentPartPr>
            <p14:xfrm>
              <a:off x="11353149" y="2453665"/>
              <a:ext cx="325080" cy="23796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3B603BA1-2C67-4E5B-8783-ACCB5A5ABCC1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1335149" y="2435665"/>
                <a:ext cx="3607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8291B580-0F1D-47BC-B3B2-F7607DC0EC27}"/>
                  </a:ext>
                </a:extLst>
              </p14:cNvPr>
              <p14:cNvContentPartPr/>
              <p14:nvPr/>
            </p14:nvContentPartPr>
            <p14:xfrm>
              <a:off x="9624789" y="2808265"/>
              <a:ext cx="656280" cy="30024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8291B580-0F1D-47BC-B3B2-F7607DC0EC2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607149" y="2790604"/>
                <a:ext cx="691920" cy="335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CF1B6882-F131-4BA9-976A-73A611D560F0}"/>
                  </a:ext>
                </a:extLst>
              </p14:cNvPr>
              <p14:cNvContentPartPr/>
              <p14:nvPr/>
            </p14:nvContentPartPr>
            <p14:xfrm>
              <a:off x="9592029" y="1959385"/>
              <a:ext cx="1523880" cy="72000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CF1B6882-F131-4BA9-976A-73A611D560F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574385" y="1941385"/>
                <a:ext cx="1559528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FEADBDEA-3E23-4D89-9E99-2A8DF0011112}"/>
                  </a:ext>
                </a:extLst>
              </p14:cNvPr>
              <p14:cNvContentPartPr/>
              <p14:nvPr/>
            </p14:nvContentPartPr>
            <p14:xfrm>
              <a:off x="10580229" y="2986465"/>
              <a:ext cx="486000" cy="13752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FEADBDEA-3E23-4D89-9E99-2A8DF001111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562589" y="2968825"/>
                <a:ext cx="5216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2C95EBE2-AAC4-4593-9BB2-DB83C1A72F00}"/>
                  </a:ext>
                </a:extLst>
              </p14:cNvPr>
              <p14:cNvContentPartPr/>
              <p14:nvPr/>
            </p14:nvContentPartPr>
            <p14:xfrm>
              <a:off x="11396349" y="3284185"/>
              <a:ext cx="245520" cy="22428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2C95EBE2-AAC4-4593-9BB2-DB83C1A72F00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1378349" y="3266545"/>
                <a:ext cx="281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3509AB1A-FAC6-4EED-8011-BD0FFA46A983}"/>
                  </a:ext>
                </a:extLst>
              </p14:cNvPr>
              <p14:cNvContentPartPr/>
              <p14:nvPr/>
            </p14:nvContentPartPr>
            <p14:xfrm>
              <a:off x="9740709" y="3193825"/>
              <a:ext cx="1361880" cy="28152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3509AB1A-FAC6-4EED-8011-BD0FFA46A98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722709" y="3175848"/>
                <a:ext cx="1397520" cy="317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938C536C-AE4F-4F4F-9A97-1FA049387954}"/>
                  </a:ext>
                </a:extLst>
              </p14:cNvPr>
              <p14:cNvContentPartPr/>
              <p14:nvPr/>
            </p14:nvContentPartPr>
            <p14:xfrm>
              <a:off x="4422069" y="2909425"/>
              <a:ext cx="99720" cy="20988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938C536C-AE4F-4F4F-9A97-1FA04938795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404069" y="2891425"/>
                <a:ext cx="1353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C84937FD-26D5-4B74-9A2F-3DF684650505}"/>
                  </a:ext>
                </a:extLst>
              </p14:cNvPr>
              <p14:cNvContentPartPr/>
              <p14:nvPr/>
            </p14:nvContentPartPr>
            <p14:xfrm>
              <a:off x="4643829" y="2983225"/>
              <a:ext cx="120960" cy="2340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C84937FD-26D5-4B74-9A2F-3DF68465050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626189" y="2965585"/>
                <a:ext cx="15660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A3A71DE0-0343-4918-8BCD-C513648404AB}"/>
                  </a:ext>
                </a:extLst>
              </p14:cNvPr>
              <p14:cNvContentPartPr/>
              <p14:nvPr/>
            </p14:nvContentPartPr>
            <p14:xfrm>
              <a:off x="4643829" y="3089785"/>
              <a:ext cx="143640" cy="1728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A3A71DE0-0343-4918-8BCD-C513648404AB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26189" y="3071785"/>
                <a:ext cx="1792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B1D23804-3568-4E47-8623-1FEEB68AE6C2}"/>
                  </a:ext>
                </a:extLst>
              </p14:cNvPr>
              <p14:cNvContentPartPr/>
              <p14:nvPr/>
            </p14:nvContentPartPr>
            <p14:xfrm>
              <a:off x="6928389" y="2940025"/>
              <a:ext cx="16920" cy="4284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B1D23804-3568-4E47-8623-1FEEB68AE6C2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910389" y="2922385"/>
                <a:ext cx="52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08E345BD-BF9D-453F-B046-921CE6C0AD0C}"/>
                  </a:ext>
                </a:extLst>
              </p14:cNvPr>
              <p14:cNvContentPartPr/>
              <p14:nvPr/>
            </p14:nvContentPartPr>
            <p14:xfrm>
              <a:off x="7242669" y="2930665"/>
              <a:ext cx="6120" cy="2484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08E345BD-BF9D-453F-B046-921CE6C0AD0C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7225029" y="2912665"/>
                <a:ext cx="417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BB8328E1-67E6-4B0F-A215-BE78F7D4691C}"/>
                  </a:ext>
                </a:extLst>
              </p14:cNvPr>
              <p14:cNvContentPartPr/>
              <p14:nvPr/>
            </p14:nvContentPartPr>
            <p14:xfrm>
              <a:off x="8465229" y="3196345"/>
              <a:ext cx="107640" cy="2088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BB8328E1-67E6-4B0F-A215-BE78F7D4691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447229" y="3178345"/>
                <a:ext cx="1432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5D95F9DF-9E9F-4B41-AFBE-011CBBA932F3}"/>
                  </a:ext>
                </a:extLst>
              </p14:cNvPr>
              <p14:cNvContentPartPr/>
              <p14:nvPr/>
            </p14:nvContentPartPr>
            <p14:xfrm>
              <a:off x="3315069" y="2242345"/>
              <a:ext cx="453600" cy="38880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5D95F9DF-9E9F-4B41-AFBE-011CBBA932F3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297069" y="2224345"/>
                <a:ext cx="48924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31F67C3D-F40D-4E0C-808E-AE234D7059E6}"/>
                  </a:ext>
                </a:extLst>
              </p14:cNvPr>
              <p14:cNvContentPartPr/>
              <p14:nvPr/>
            </p14:nvContentPartPr>
            <p14:xfrm>
              <a:off x="7662429" y="2921305"/>
              <a:ext cx="682560" cy="27900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31F67C3D-F40D-4E0C-808E-AE234D7059E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644429" y="2903305"/>
                <a:ext cx="7182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EEDFC321-0873-4CB4-AAC2-0327DC0DF819}"/>
                  </a:ext>
                </a:extLst>
              </p14:cNvPr>
              <p14:cNvContentPartPr/>
              <p14:nvPr/>
            </p14:nvContentPartPr>
            <p14:xfrm>
              <a:off x="6684309" y="3036505"/>
              <a:ext cx="749160" cy="15804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EEDFC321-0873-4CB4-AAC2-0327DC0DF81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666669" y="3018505"/>
                <a:ext cx="7848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0D68BCD0-FED0-4F2B-BC6E-98BA84CE4EA7}"/>
                  </a:ext>
                </a:extLst>
              </p14:cNvPr>
              <p14:cNvContentPartPr/>
              <p14:nvPr/>
            </p14:nvContentPartPr>
            <p14:xfrm>
              <a:off x="5923989" y="2983225"/>
              <a:ext cx="358920" cy="24084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0D68BCD0-FED0-4F2B-BC6E-98BA84CE4EA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906349" y="2965585"/>
                <a:ext cx="3945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5F01F970-DB48-409D-9F54-4AA3724B1039}"/>
                  </a:ext>
                </a:extLst>
              </p14:cNvPr>
              <p14:cNvContentPartPr/>
              <p14:nvPr/>
            </p14:nvContentPartPr>
            <p14:xfrm>
              <a:off x="4981149" y="2942185"/>
              <a:ext cx="566280" cy="24984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5F01F970-DB48-409D-9F54-4AA3724B103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963149" y="2924545"/>
                <a:ext cx="60192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FA9A6223-6774-4783-AC82-33619BFCC362}"/>
                  </a:ext>
                </a:extLst>
              </p14:cNvPr>
              <p14:cNvContentPartPr/>
              <p14:nvPr/>
            </p14:nvContentPartPr>
            <p14:xfrm>
              <a:off x="3240549" y="3519985"/>
              <a:ext cx="460080" cy="41220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FA9A6223-6774-4783-AC82-33619BFCC362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3222909" y="3501985"/>
                <a:ext cx="49572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43BD864C-AAB9-434E-8E16-03832D5AAC3B}"/>
                  </a:ext>
                </a:extLst>
              </p14:cNvPr>
              <p14:cNvContentPartPr/>
              <p14:nvPr/>
            </p14:nvContentPartPr>
            <p14:xfrm>
              <a:off x="4557429" y="3768025"/>
              <a:ext cx="183960" cy="1872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43BD864C-AAB9-434E-8E16-03832D5AAC3B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539429" y="3750385"/>
                <a:ext cx="2196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90485B8B-1C63-44C0-AD32-29D9BC90A3E4}"/>
                  </a:ext>
                </a:extLst>
              </p14:cNvPr>
              <p14:cNvContentPartPr/>
              <p14:nvPr/>
            </p14:nvContentPartPr>
            <p14:xfrm>
              <a:off x="4609989" y="3863785"/>
              <a:ext cx="136080" cy="1044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90485B8B-1C63-44C0-AD32-29D9BC90A3E4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592349" y="3845785"/>
                <a:ext cx="1717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7BAC79C4-D539-4B68-965E-892E39048738}"/>
                  </a:ext>
                </a:extLst>
              </p14:cNvPr>
              <p14:cNvContentPartPr/>
              <p14:nvPr/>
            </p14:nvContentPartPr>
            <p14:xfrm>
              <a:off x="6833709" y="3720145"/>
              <a:ext cx="351720" cy="30744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7BAC79C4-D539-4B68-965E-892E39048738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816069" y="3702145"/>
                <a:ext cx="38736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307" name="Cerneală 306">
                <a:extLst>
                  <a:ext uri="{FF2B5EF4-FFF2-40B4-BE49-F238E27FC236}">
                    <a16:creationId xmlns:a16="http://schemas.microsoft.com/office/drawing/2014/main" id="{E9A1E041-E2FC-424E-B54F-107F17E01957}"/>
                  </a:ext>
                </a:extLst>
              </p14:cNvPr>
              <p14:cNvContentPartPr/>
              <p14:nvPr/>
            </p14:nvContentPartPr>
            <p14:xfrm>
              <a:off x="6386229" y="3787465"/>
              <a:ext cx="194040" cy="191880"/>
            </p14:xfrm>
          </p:contentPart>
        </mc:Choice>
        <mc:Fallback xmlns="">
          <p:pic>
            <p:nvPicPr>
              <p:cNvPr id="307" name="Cerneală 306">
                <a:extLst>
                  <a:ext uri="{FF2B5EF4-FFF2-40B4-BE49-F238E27FC236}">
                    <a16:creationId xmlns:a16="http://schemas.microsoft.com/office/drawing/2014/main" id="{E9A1E041-E2FC-424E-B54F-107F17E0195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368229" y="3769465"/>
                <a:ext cx="2296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308" name="Cerneală 307">
                <a:extLst>
                  <a:ext uri="{FF2B5EF4-FFF2-40B4-BE49-F238E27FC236}">
                    <a16:creationId xmlns:a16="http://schemas.microsoft.com/office/drawing/2014/main" id="{AC6F0E16-5440-459F-8449-ACCAF12DBF72}"/>
                  </a:ext>
                </a:extLst>
              </p14:cNvPr>
              <p14:cNvContentPartPr/>
              <p14:nvPr/>
            </p14:nvContentPartPr>
            <p14:xfrm>
              <a:off x="5808789" y="3753625"/>
              <a:ext cx="294840" cy="247320"/>
            </p14:xfrm>
          </p:contentPart>
        </mc:Choice>
        <mc:Fallback xmlns="">
          <p:pic>
            <p:nvPicPr>
              <p:cNvPr id="308" name="Cerneală 307">
                <a:extLst>
                  <a:ext uri="{FF2B5EF4-FFF2-40B4-BE49-F238E27FC236}">
                    <a16:creationId xmlns:a16="http://schemas.microsoft.com/office/drawing/2014/main" id="{AC6F0E16-5440-459F-8449-ACCAF12DBF7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790789" y="3735625"/>
                <a:ext cx="33048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309" name="Cerneală 308">
                <a:extLst>
                  <a:ext uri="{FF2B5EF4-FFF2-40B4-BE49-F238E27FC236}">
                    <a16:creationId xmlns:a16="http://schemas.microsoft.com/office/drawing/2014/main" id="{5CC3056B-8DC0-41F3-85EB-D7D5037DC816}"/>
                  </a:ext>
                </a:extLst>
              </p14:cNvPr>
              <p14:cNvContentPartPr/>
              <p14:nvPr/>
            </p14:nvContentPartPr>
            <p14:xfrm>
              <a:off x="5476509" y="3753625"/>
              <a:ext cx="192960" cy="188280"/>
            </p14:xfrm>
          </p:contentPart>
        </mc:Choice>
        <mc:Fallback xmlns="">
          <p:pic>
            <p:nvPicPr>
              <p:cNvPr id="309" name="Cerneală 308">
                <a:extLst>
                  <a:ext uri="{FF2B5EF4-FFF2-40B4-BE49-F238E27FC236}">
                    <a16:creationId xmlns:a16="http://schemas.microsoft.com/office/drawing/2014/main" id="{5CC3056B-8DC0-41F3-85EB-D7D5037DC816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458869" y="3735625"/>
                <a:ext cx="2286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310" name="Cerneală 309">
                <a:extLst>
                  <a:ext uri="{FF2B5EF4-FFF2-40B4-BE49-F238E27FC236}">
                    <a16:creationId xmlns:a16="http://schemas.microsoft.com/office/drawing/2014/main" id="{5A013B78-3377-4AC2-812F-BF136D1D0D95}"/>
                  </a:ext>
                </a:extLst>
              </p14:cNvPr>
              <p14:cNvContentPartPr/>
              <p14:nvPr/>
            </p14:nvContentPartPr>
            <p14:xfrm>
              <a:off x="4922829" y="3690985"/>
              <a:ext cx="405720" cy="299520"/>
            </p14:xfrm>
          </p:contentPart>
        </mc:Choice>
        <mc:Fallback xmlns="">
          <p:pic>
            <p:nvPicPr>
              <p:cNvPr id="310" name="Cerneală 309">
                <a:extLst>
                  <a:ext uri="{FF2B5EF4-FFF2-40B4-BE49-F238E27FC236}">
                    <a16:creationId xmlns:a16="http://schemas.microsoft.com/office/drawing/2014/main" id="{5A013B78-3377-4AC2-812F-BF136D1D0D9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905173" y="3672985"/>
                <a:ext cx="441392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311" name="Cerneală 310">
                <a:extLst>
                  <a:ext uri="{FF2B5EF4-FFF2-40B4-BE49-F238E27FC236}">
                    <a16:creationId xmlns:a16="http://schemas.microsoft.com/office/drawing/2014/main" id="{B856DC3A-1543-41FC-A807-B2B372133E83}"/>
                  </a:ext>
                </a:extLst>
              </p14:cNvPr>
              <p14:cNvContentPartPr/>
              <p14:nvPr/>
            </p14:nvContentPartPr>
            <p14:xfrm>
              <a:off x="3990789" y="3602425"/>
              <a:ext cx="310680" cy="385920"/>
            </p14:xfrm>
          </p:contentPart>
        </mc:Choice>
        <mc:Fallback xmlns="">
          <p:pic>
            <p:nvPicPr>
              <p:cNvPr id="311" name="Cerneală 310">
                <a:extLst>
                  <a:ext uri="{FF2B5EF4-FFF2-40B4-BE49-F238E27FC236}">
                    <a16:creationId xmlns:a16="http://schemas.microsoft.com/office/drawing/2014/main" id="{B856DC3A-1543-41FC-A807-B2B372133E83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972789" y="3584769"/>
                <a:ext cx="346320" cy="421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312" name="Cerneală 311">
                <a:extLst>
                  <a:ext uri="{FF2B5EF4-FFF2-40B4-BE49-F238E27FC236}">
                    <a16:creationId xmlns:a16="http://schemas.microsoft.com/office/drawing/2014/main" id="{A0A39801-D392-413D-BBC6-10DE80B59A14}"/>
                  </a:ext>
                </a:extLst>
              </p14:cNvPr>
              <p14:cNvContentPartPr/>
              <p14:nvPr/>
            </p14:nvContentPartPr>
            <p14:xfrm>
              <a:off x="4639149" y="4184905"/>
              <a:ext cx="183960" cy="271080"/>
            </p14:xfrm>
          </p:contentPart>
        </mc:Choice>
        <mc:Fallback xmlns="">
          <p:pic>
            <p:nvPicPr>
              <p:cNvPr id="312" name="Cerneală 311">
                <a:extLst>
                  <a:ext uri="{FF2B5EF4-FFF2-40B4-BE49-F238E27FC236}">
                    <a16:creationId xmlns:a16="http://schemas.microsoft.com/office/drawing/2014/main" id="{A0A39801-D392-413D-BBC6-10DE80B59A14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621149" y="4167265"/>
                <a:ext cx="2196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313" name="Cerneală 312">
                <a:extLst>
                  <a:ext uri="{FF2B5EF4-FFF2-40B4-BE49-F238E27FC236}">
                    <a16:creationId xmlns:a16="http://schemas.microsoft.com/office/drawing/2014/main" id="{3A160D9F-7DF0-4A0F-88BE-BCB5E17117EE}"/>
                  </a:ext>
                </a:extLst>
              </p14:cNvPr>
              <p14:cNvContentPartPr/>
              <p14:nvPr/>
            </p14:nvContentPartPr>
            <p14:xfrm>
              <a:off x="4995189" y="4307305"/>
              <a:ext cx="164880" cy="16920"/>
            </p14:xfrm>
          </p:contentPart>
        </mc:Choice>
        <mc:Fallback xmlns="">
          <p:pic>
            <p:nvPicPr>
              <p:cNvPr id="313" name="Cerneală 312">
                <a:extLst>
                  <a:ext uri="{FF2B5EF4-FFF2-40B4-BE49-F238E27FC236}">
                    <a16:creationId xmlns:a16="http://schemas.microsoft.com/office/drawing/2014/main" id="{3A160D9F-7DF0-4A0F-88BE-BCB5E17117EE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977549" y="4289305"/>
                <a:ext cx="2005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314" name="Cerneală 313">
                <a:extLst>
                  <a:ext uri="{FF2B5EF4-FFF2-40B4-BE49-F238E27FC236}">
                    <a16:creationId xmlns:a16="http://schemas.microsoft.com/office/drawing/2014/main" id="{8E2975D2-3646-4673-9983-677F2BC4090D}"/>
                  </a:ext>
                </a:extLst>
              </p14:cNvPr>
              <p14:cNvContentPartPr/>
              <p14:nvPr/>
            </p14:nvContentPartPr>
            <p14:xfrm>
              <a:off x="4999869" y="4422505"/>
              <a:ext cx="133560" cy="17640"/>
            </p14:xfrm>
          </p:contentPart>
        </mc:Choice>
        <mc:Fallback xmlns="">
          <p:pic>
            <p:nvPicPr>
              <p:cNvPr id="314" name="Cerneală 313">
                <a:extLst>
                  <a:ext uri="{FF2B5EF4-FFF2-40B4-BE49-F238E27FC236}">
                    <a16:creationId xmlns:a16="http://schemas.microsoft.com/office/drawing/2014/main" id="{8E2975D2-3646-4673-9983-677F2BC4090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982229" y="4404865"/>
                <a:ext cx="16920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657E59AB-B8BC-4592-BFC5-324D6CB23639}"/>
                  </a:ext>
                </a:extLst>
              </p14:cNvPr>
              <p14:cNvContentPartPr/>
              <p14:nvPr/>
            </p14:nvContentPartPr>
            <p14:xfrm>
              <a:off x="5315229" y="4297585"/>
              <a:ext cx="580680" cy="22752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657E59AB-B8BC-4592-BFC5-324D6CB23639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5297229" y="4279945"/>
                <a:ext cx="616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326" name="Cerneală 325">
                <a:extLst>
                  <a:ext uri="{FF2B5EF4-FFF2-40B4-BE49-F238E27FC236}">
                    <a16:creationId xmlns:a16="http://schemas.microsoft.com/office/drawing/2014/main" id="{48BA9097-8219-4A0E-B584-B42B0784768E}"/>
                  </a:ext>
                </a:extLst>
              </p14:cNvPr>
              <p14:cNvContentPartPr/>
              <p14:nvPr/>
            </p14:nvContentPartPr>
            <p14:xfrm>
              <a:off x="7178949" y="4206145"/>
              <a:ext cx="797760" cy="283320"/>
            </p14:xfrm>
          </p:contentPart>
        </mc:Choice>
        <mc:Fallback xmlns="">
          <p:pic>
            <p:nvPicPr>
              <p:cNvPr id="326" name="Cerneală 325">
                <a:extLst>
                  <a:ext uri="{FF2B5EF4-FFF2-40B4-BE49-F238E27FC236}">
                    <a16:creationId xmlns:a16="http://schemas.microsoft.com/office/drawing/2014/main" id="{48BA9097-8219-4A0E-B584-B42B0784768E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160949" y="4188145"/>
                <a:ext cx="8334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327" name="Cerneală 326">
                <a:extLst>
                  <a:ext uri="{FF2B5EF4-FFF2-40B4-BE49-F238E27FC236}">
                    <a16:creationId xmlns:a16="http://schemas.microsoft.com/office/drawing/2014/main" id="{3407FDE9-4654-47EA-88D2-BF9D849DCDB1}"/>
                  </a:ext>
                </a:extLst>
              </p14:cNvPr>
              <p14:cNvContentPartPr/>
              <p14:nvPr/>
            </p14:nvContentPartPr>
            <p14:xfrm>
              <a:off x="6525909" y="4302265"/>
              <a:ext cx="315720" cy="210600"/>
            </p14:xfrm>
          </p:contentPart>
        </mc:Choice>
        <mc:Fallback xmlns="">
          <p:pic>
            <p:nvPicPr>
              <p:cNvPr id="327" name="Cerneală 326">
                <a:extLst>
                  <a:ext uri="{FF2B5EF4-FFF2-40B4-BE49-F238E27FC236}">
                    <a16:creationId xmlns:a16="http://schemas.microsoft.com/office/drawing/2014/main" id="{3407FDE9-4654-47EA-88D2-BF9D849DCDB1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507930" y="4284265"/>
                <a:ext cx="351319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341" name="Cerneală 340">
                <a:extLst>
                  <a:ext uri="{FF2B5EF4-FFF2-40B4-BE49-F238E27FC236}">
                    <a16:creationId xmlns:a16="http://schemas.microsoft.com/office/drawing/2014/main" id="{F8ECE795-D0D1-4A9B-90BD-E534568AA29E}"/>
                  </a:ext>
                </a:extLst>
              </p14:cNvPr>
              <p14:cNvContentPartPr/>
              <p14:nvPr/>
            </p14:nvContentPartPr>
            <p14:xfrm>
              <a:off x="11155509" y="4210825"/>
              <a:ext cx="400320" cy="274320"/>
            </p14:xfrm>
          </p:contentPart>
        </mc:Choice>
        <mc:Fallback xmlns="">
          <p:pic>
            <p:nvPicPr>
              <p:cNvPr id="341" name="Cerneală 340">
                <a:extLst>
                  <a:ext uri="{FF2B5EF4-FFF2-40B4-BE49-F238E27FC236}">
                    <a16:creationId xmlns:a16="http://schemas.microsoft.com/office/drawing/2014/main" id="{F8ECE795-D0D1-4A9B-90BD-E534568AA29E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1137509" y="4193185"/>
                <a:ext cx="4359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342" name="Cerneală 341">
                <a:extLst>
                  <a:ext uri="{FF2B5EF4-FFF2-40B4-BE49-F238E27FC236}">
                    <a16:creationId xmlns:a16="http://schemas.microsoft.com/office/drawing/2014/main" id="{39C3AA2A-535D-4E46-8CF1-1FB7BF1CAC0F}"/>
                  </a:ext>
                </a:extLst>
              </p14:cNvPr>
              <p14:cNvContentPartPr/>
              <p14:nvPr/>
            </p14:nvContentPartPr>
            <p14:xfrm>
              <a:off x="9427869" y="4096705"/>
              <a:ext cx="1453320" cy="370800"/>
            </p14:xfrm>
          </p:contentPart>
        </mc:Choice>
        <mc:Fallback xmlns="">
          <p:pic>
            <p:nvPicPr>
              <p:cNvPr id="342" name="Cerneală 341">
                <a:extLst>
                  <a:ext uri="{FF2B5EF4-FFF2-40B4-BE49-F238E27FC236}">
                    <a16:creationId xmlns:a16="http://schemas.microsoft.com/office/drawing/2014/main" id="{39C3AA2A-535D-4E46-8CF1-1FB7BF1CAC0F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409873" y="4079048"/>
                <a:ext cx="1488951" cy="406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343" name="Cerneală 342">
                <a:extLst>
                  <a:ext uri="{FF2B5EF4-FFF2-40B4-BE49-F238E27FC236}">
                    <a16:creationId xmlns:a16="http://schemas.microsoft.com/office/drawing/2014/main" id="{2FC63988-02E4-4466-8EB7-570F857EC564}"/>
                  </a:ext>
                </a:extLst>
              </p14:cNvPr>
              <p14:cNvContentPartPr/>
              <p14:nvPr/>
            </p14:nvContentPartPr>
            <p14:xfrm>
              <a:off x="8253189" y="4180585"/>
              <a:ext cx="756720" cy="461160"/>
            </p14:xfrm>
          </p:contentPart>
        </mc:Choice>
        <mc:Fallback xmlns="">
          <p:pic>
            <p:nvPicPr>
              <p:cNvPr id="343" name="Cerneală 342">
                <a:extLst>
                  <a:ext uri="{FF2B5EF4-FFF2-40B4-BE49-F238E27FC236}">
                    <a16:creationId xmlns:a16="http://schemas.microsoft.com/office/drawing/2014/main" id="{2FC63988-02E4-4466-8EB7-570F857EC564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235549" y="4162945"/>
                <a:ext cx="79236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344" name="Cerneală 343">
                <a:extLst>
                  <a:ext uri="{FF2B5EF4-FFF2-40B4-BE49-F238E27FC236}">
                    <a16:creationId xmlns:a16="http://schemas.microsoft.com/office/drawing/2014/main" id="{FD58BA03-D1A6-4CEF-8E16-80E972658AB0}"/>
                  </a:ext>
                </a:extLst>
              </p14:cNvPr>
              <p14:cNvContentPartPr/>
              <p14:nvPr/>
            </p14:nvContentPartPr>
            <p14:xfrm>
              <a:off x="5721309" y="4183105"/>
              <a:ext cx="245880" cy="490680"/>
            </p14:xfrm>
          </p:contentPart>
        </mc:Choice>
        <mc:Fallback xmlns="">
          <p:pic>
            <p:nvPicPr>
              <p:cNvPr id="344" name="Cerneală 343">
                <a:extLst>
                  <a:ext uri="{FF2B5EF4-FFF2-40B4-BE49-F238E27FC236}">
                    <a16:creationId xmlns:a16="http://schemas.microsoft.com/office/drawing/2014/main" id="{FD58BA03-D1A6-4CEF-8E16-80E972658AB0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703669" y="4147465"/>
                <a:ext cx="28152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345" name="Cerneală 344">
                <a:extLst>
                  <a:ext uri="{FF2B5EF4-FFF2-40B4-BE49-F238E27FC236}">
                    <a16:creationId xmlns:a16="http://schemas.microsoft.com/office/drawing/2014/main" id="{07190027-1BCF-445E-B0BA-685D107472E8}"/>
                  </a:ext>
                </a:extLst>
              </p14:cNvPr>
              <p14:cNvContentPartPr/>
              <p14:nvPr/>
            </p14:nvContentPartPr>
            <p14:xfrm>
              <a:off x="6837669" y="3599905"/>
              <a:ext cx="357840" cy="39240"/>
            </p14:xfrm>
          </p:contentPart>
        </mc:Choice>
        <mc:Fallback xmlns="">
          <p:pic>
            <p:nvPicPr>
              <p:cNvPr id="345" name="Cerneală 344">
                <a:extLst>
                  <a:ext uri="{FF2B5EF4-FFF2-40B4-BE49-F238E27FC236}">
                    <a16:creationId xmlns:a16="http://schemas.microsoft.com/office/drawing/2014/main" id="{07190027-1BCF-445E-B0BA-685D107472E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819669" y="3563905"/>
                <a:ext cx="3934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350" name="Cerneală 349">
                <a:extLst>
                  <a:ext uri="{FF2B5EF4-FFF2-40B4-BE49-F238E27FC236}">
                    <a16:creationId xmlns:a16="http://schemas.microsoft.com/office/drawing/2014/main" id="{A58C64F7-5121-4FF8-ADF4-351FF5E28870}"/>
                  </a:ext>
                </a:extLst>
              </p14:cNvPr>
              <p14:cNvContentPartPr/>
              <p14:nvPr/>
            </p14:nvContentPartPr>
            <p14:xfrm>
              <a:off x="3902949" y="4948105"/>
              <a:ext cx="128880" cy="244800"/>
            </p14:xfrm>
          </p:contentPart>
        </mc:Choice>
        <mc:Fallback xmlns="">
          <p:pic>
            <p:nvPicPr>
              <p:cNvPr id="350" name="Cerneală 349">
                <a:extLst>
                  <a:ext uri="{FF2B5EF4-FFF2-40B4-BE49-F238E27FC236}">
                    <a16:creationId xmlns:a16="http://schemas.microsoft.com/office/drawing/2014/main" id="{A58C64F7-5121-4FF8-ADF4-351FF5E2887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884949" y="4930465"/>
                <a:ext cx="1645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351" name="Cerneală 350">
                <a:extLst>
                  <a:ext uri="{FF2B5EF4-FFF2-40B4-BE49-F238E27FC236}">
                    <a16:creationId xmlns:a16="http://schemas.microsoft.com/office/drawing/2014/main" id="{3D99250B-DF0C-4299-82FD-614D4A8644F4}"/>
                  </a:ext>
                </a:extLst>
              </p14:cNvPr>
              <p14:cNvContentPartPr/>
              <p14:nvPr/>
            </p14:nvContentPartPr>
            <p14:xfrm>
              <a:off x="3210669" y="4873225"/>
              <a:ext cx="414360" cy="381600"/>
            </p14:xfrm>
          </p:contentPart>
        </mc:Choice>
        <mc:Fallback xmlns="">
          <p:pic>
            <p:nvPicPr>
              <p:cNvPr id="351" name="Cerneală 350">
                <a:extLst>
                  <a:ext uri="{FF2B5EF4-FFF2-40B4-BE49-F238E27FC236}">
                    <a16:creationId xmlns:a16="http://schemas.microsoft.com/office/drawing/2014/main" id="{3D99250B-DF0C-4299-82FD-614D4A8644F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192669" y="4855585"/>
                <a:ext cx="4500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352" name="Cerneală 351">
                <a:extLst>
                  <a:ext uri="{FF2B5EF4-FFF2-40B4-BE49-F238E27FC236}">
                    <a16:creationId xmlns:a16="http://schemas.microsoft.com/office/drawing/2014/main" id="{016F2EDF-1D66-4946-8B3D-EE7F2693499B}"/>
                  </a:ext>
                </a:extLst>
              </p14:cNvPr>
              <p14:cNvContentPartPr/>
              <p14:nvPr/>
            </p14:nvContentPartPr>
            <p14:xfrm>
              <a:off x="4154589" y="5072305"/>
              <a:ext cx="115560" cy="257760"/>
            </p14:xfrm>
          </p:contentPart>
        </mc:Choice>
        <mc:Fallback xmlns="">
          <p:pic>
            <p:nvPicPr>
              <p:cNvPr id="352" name="Cerneală 351">
                <a:extLst>
                  <a:ext uri="{FF2B5EF4-FFF2-40B4-BE49-F238E27FC236}">
                    <a16:creationId xmlns:a16="http://schemas.microsoft.com/office/drawing/2014/main" id="{016F2EDF-1D66-4946-8B3D-EE7F2693499B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136949" y="5054305"/>
                <a:ext cx="1512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353" name="Cerneală 352">
                <a:extLst>
                  <a:ext uri="{FF2B5EF4-FFF2-40B4-BE49-F238E27FC236}">
                    <a16:creationId xmlns:a16="http://schemas.microsoft.com/office/drawing/2014/main" id="{0C67A11D-50FF-4B68-9B34-F5E67D7EB656}"/>
                  </a:ext>
                </a:extLst>
              </p14:cNvPr>
              <p14:cNvContentPartPr/>
              <p14:nvPr/>
            </p14:nvContentPartPr>
            <p14:xfrm>
              <a:off x="4451589" y="5076985"/>
              <a:ext cx="159120" cy="29520"/>
            </p14:xfrm>
          </p:contentPart>
        </mc:Choice>
        <mc:Fallback xmlns="">
          <p:pic>
            <p:nvPicPr>
              <p:cNvPr id="353" name="Cerneală 352">
                <a:extLst>
                  <a:ext uri="{FF2B5EF4-FFF2-40B4-BE49-F238E27FC236}">
                    <a16:creationId xmlns:a16="http://schemas.microsoft.com/office/drawing/2014/main" id="{0C67A11D-50FF-4B68-9B34-F5E67D7EB656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433589" y="5059345"/>
                <a:ext cx="1947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354" name="Cerneală 353">
                <a:extLst>
                  <a:ext uri="{FF2B5EF4-FFF2-40B4-BE49-F238E27FC236}">
                    <a16:creationId xmlns:a16="http://schemas.microsoft.com/office/drawing/2014/main" id="{9BA804FE-B7AF-4807-BB4B-6CE995AB939C}"/>
                  </a:ext>
                </a:extLst>
              </p14:cNvPr>
              <p14:cNvContentPartPr/>
              <p14:nvPr/>
            </p14:nvContentPartPr>
            <p14:xfrm>
              <a:off x="4504149" y="5182825"/>
              <a:ext cx="102240" cy="20160"/>
            </p14:xfrm>
          </p:contentPart>
        </mc:Choice>
        <mc:Fallback xmlns="">
          <p:pic>
            <p:nvPicPr>
              <p:cNvPr id="354" name="Cerneală 353">
                <a:extLst>
                  <a:ext uri="{FF2B5EF4-FFF2-40B4-BE49-F238E27FC236}">
                    <a16:creationId xmlns:a16="http://schemas.microsoft.com/office/drawing/2014/main" id="{9BA804FE-B7AF-4807-BB4B-6CE995AB939C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486509" y="5165185"/>
                <a:ext cx="1378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376" name="Cerneală 375">
                <a:extLst>
                  <a:ext uri="{FF2B5EF4-FFF2-40B4-BE49-F238E27FC236}">
                    <a16:creationId xmlns:a16="http://schemas.microsoft.com/office/drawing/2014/main" id="{A26BA210-D3B7-413E-8351-348C44AFBF8E}"/>
                  </a:ext>
                </a:extLst>
              </p14:cNvPr>
              <p14:cNvContentPartPr/>
              <p14:nvPr/>
            </p14:nvContentPartPr>
            <p14:xfrm>
              <a:off x="4642749" y="5635345"/>
              <a:ext cx="124920" cy="289440"/>
            </p14:xfrm>
          </p:contentPart>
        </mc:Choice>
        <mc:Fallback xmlns="">
          <p:pic>
            <p:nvPicPr>
              <p:cNvPr id="376" name="Cerneală 375">
                <a:extLst>
                  <a:ext uri="{FF2B5EF4-FFF2-40B4-BE49-F238E27FC236}">
                    <a16:creationId xmlns:a16="http://schemas.microsoft.com/office/drawing/2014/main" id="{A26BA210-D3B7-413E-8351-348C44AFBF8E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4625109" y="5617705"/>
                <a:ext cx="1605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377" name="Cerneală 376">
                <a:extLst>
                  <a:ext uri="{FF2B5EF4-FFF2-40B4-BE49-F238E27FC236}">
                    <a16:creationId xmlns:a16="http://schemas.microsoft.com/office/drawing/2014/main" id="{6470152A-B121-4099-8FD6-94246C77841D}"/>
                  </a:ext>
                </a:extLst>
              </p14:cNvPr>
              <p14:cNvContentPartPr/>
              <p14:nvPr/>
            </p14:nvContentPartPr>
            <p14:xfrm>
              <a:off x="6409989" y="5091745"/>
              <a:ext cx="348840" cy="237960"/>
            </p14:xfrm>
          </p:contentPart>
        </mc:Choice>
        <mc:Fallback xmlns="">
          <p:pic>
            <p:nvPicPr>
              <p:cNvPr id="377" name="Cerneală 376">
                <a:extLst>
                  <a:ext uri="{FF2B5EF4-FFF2-40B4-BE49-F238E27FC236}">
                    <a16:creationId xmlns:a16="http://schemas.microsoft.com/office/drawing/2014/main" id="{6470152A-B121-4099-8FD6-94246C77841D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392349" y="5073745"/>
                <a:ext cx="3844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378" name="Cerneală 377">
                <a:extLst>
                  <a:ext uri="{FF2B5EF4-FFF2-40B4-BE49-F238E27FC236}">
                    <a16:creationId xmlns:a16="http://schemas.microsoft.com/office/drawing/2014/main" id="{BA0E60E6-6A0D-4D6E-816E-EF891F993394}"/>
                  </a:ext>
                </a:extLst>
              </p14:cNvPr>
              <p14:cNvContentPartPr/>
              <p14:nvPr/>
            </p14:nvContentPartPr>
            <p14:xfrm>
              <a:off x="6078069" y="5120185"/>
              <a:ext cx="181440" cy="153720"/>
            </p14:xfrm>
          </p:contentPart>
        </mc:Choice>
        <mc:Fallback xmlns="">
          <p:pic>
            <p:nvPicPr>
              <p:cNvPr id="378" name="Cerneală 377">
                <a:extLst>
                  <a:ext uri="{FF2B5EF4-FFF2-40B4-BE49-F238E27FC236}">
                    <a16:creationId xmlns:a16="http://schemas.microsoft.com/office/drawing/2014/main" id="{BA0E60E6-6A0D-4D6E-816E-EF891F993394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6060069" y="5102545"/>
                <a:ext cx="2170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379" name="Cerneală 378">
                <a:extLst>
                  <a:ext uri="{FF2B5EF4-FFF2-40B4-BE49-F238E27FC236}">
                    <a16:creationId xmlns:a16="http://schemas.microsoft.com/office/drawing/2014/main" id="{8E60C76A-5086-426C-BC4B-F1BD522F6A34}"/>
                  </a:ext>
                </a:extLst>
              </p14:cNvPr>
              <p14:cNvContentPartPr/>
              <p14:nvPr/>
            </p14:nvContentPartPr>
            <p14:xfrm>
              <a:off x="5656869" y="5043505"/>
              <a:ext cx="258120" cy="295560"/>
            </p14:xfrm>
          </p:contentPart>
        </mc:Choice>
        <mc:Fallback xmlns="">
          <p:pic>
            <p:nvPicPr>
              <p:cNvPr id="379" name="Cerneală 378">
                <a:extLst>
                  <a:ext uri="{FF2B5EF4-FFF2-40B4-BE49-F238E27FC236}">
                    <a16:creationId xmlns:a16="http://schemas.microsoft.com/office/drawing/2014/main" id="{8E60C76A-5086-426C-BC4B-F1BD522F6A34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5638869" y="5025865"/>
                <a:ext cx="2937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380" name="Cerneală 379">
                <a:extLst>
                  <a:ext uri="{FF2B5EF4-FFF2-40B4-BE49-F238E27FC236}">
                    <a16:creationId xmlns:a16="http://schemas.microsoft.com/office/drawing/2014/main" id="{250A6337-D138-4202-9293-E00BFDBC5563}"/>
                  </a:ext>
                </a:extLst>
              </p14:cNvPr>
              <p14:cNvContentPartPr/>
              <p14:nvPr/>
            </p14:nvContentPartPr>
            <p14:xfrm>
              <a:off x="5298309" y="5096425"/>
              <a:ext cx="204480" cy="143280"/>
            </p14:xfrm>
          </p:contentPart>
        </mc:Choice>
        <mc:Fallback xmlns="">
          <p:pic>
            <p:nvPicPr>
              <p:cNvPr id="380" name="Cerneală 379">
                <a:extLst>
                  <a:ext uri="{FF2B5EF4-FFF2-40B4-BE49-F238E27FC236}">
                    <a16:creationId xmlns:a16="http://schemas.microsoft.com/office/drawing/2014/main" id="{250A6337-D138-4202-9293-E00BFDBC5563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5280669" y="5078425"/>
                <a:ext cx="2401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381" name="Cerneală 380">
                <a:extLst>
                  <a:ext uri="{FF2B5EF4-FFF2-40B4-BE49-F238E27FC236}">
                    <a16:creationId xmlns:a16="http://schemas.microsoft.com/office/drawing/2014/main" id="{B25978F4-AEC0-4E86-B4DE-07B3FE0FFAA9}"/>
                  </a:ext>
                </a:extLst>
              </p14:cNvPr>
              <p14:cNvContentPartPr/>
              <p14:nvPr/>
            </p14:nvContentPartPr>
            <p14:xfrm>
              <a:off x="4860189" y="5019025"/>
              <a:ext cx="317160" cy="301320"/>
            </p14:xfrm>
          </p:contentPart>
        </mc:Choice>
        <mc:Fallback xmlns="">
          <p:pic>
            <p:nvPicPr>
              <p:cNvPr id="381" name="Cerneală 380">
                <a:extLst>
                  <a:ext uri="{FF2B5EF4-FFF2-40B4-BE49-F238E27FC236}">
                    <a16:creationId xmlns:a16="http://schemas.microsoft.com/office/drawing/2014/main" id="{B25978F4-AEC0-4E86-B4DE-07B3FE0FFAA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4842549" y="5001364"/>
                <a:ext cx="352800" cy="337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83" name="Cerneală 382">
                <a:extLst>
                  <a:ext uri="{FF2B5EF4-FFF2-40B4-BE49-F238E27FC236}">
                    <a16:creationId xmlns:a16="http://schemas.microsoft.com/office/drawing/2014/main" id="{3CB49FBF-72A4-4CB0-8EB9-B76ABB4A2FE1}"/>
                  </a:ext>
                </a:extLst>
              </p14:cNvPr>
              <p14:cNvContentPartPr/>
              <p14:nvPr/>
            </p14:nvContentPartPr>
            <p14:xfrm>
              <a:off x="4898709" y="5460745"/>
              <a:ext cx="813960" cy="528480"/>
            </p14:xfrm>
          </p:contentPart>
        </mc:Choice>
        <mc:Fallback xmlns="">
          <p:pic>
            <p:nvPicPr>
              <p:cNvPr id="383" name="Cerneală 382">
                <a:extLst>
                  <a:ext uri="{FF2B5EF4-FFF2-40B4-BE49-F238E27FC236}">
                    <a16:creationId xmlns:a16="http://schemas.microsoft.com/office/drawing/2014/main" id="{3CB49FBF-72A4-4CB0-8EB9-B76ABB4A2FE1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881061" y="5443105"/>
                <a:ext cx="849616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384" name="Cerneală 383">
                <a:extLst>
                  <a:ext uri="{FF2B5EF4-FFF2-40B4-BE49-F238E27FC236}">
                    <a16:creationId xmlns:a16="http://schemas.microsoft.com/office/drawing/2014/main" id="{BD04A826-86D4-4B0D-9DC2-662C43891F33}"/>
                  </a:ext>
                </a:extLst>
              </p14:cNvPr>
              <p14:cNvContentPartPr/>
              <p14:nvPr/>
            </p14:nvContentPartPr>
            <p14:xfrm>
              <a:off x="4839309" y="4864585"/>
              <a:ext cx="318240" cy="51480"/>
            </p14:xfrm>
          </p:contentPart>
        </mc:Choice>
        <mc:Fallback xmlns="">
          <p:pic>
            <p:nvPicPr>
              <p:cNvPr id="384" name="Cerneală 383">
                <a:extLst>
                  <a:ext uri="{FF2B5EF4-FFF2-40B4-BE49-F238E27FC236}">
                    <a16:creationId xmlns:a16="http://schemas.microsoft.com/office/drawing/2014/main" id="{BD04A826-86D4-4B0D-9DC2-662C43891F33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821309" y="4846945"/>
                <a:ext cx="3538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385" name="Cerneală 384">
                <a:extLst>
                  <a:ext uri="{FF2B5EF4-FFF2-40B4-BE49-F238E27FC236}">
                    <a16:creationId xmlns:a16="http://schemas.microsoft.com/office/drawing/2014/main" id="{0B29992E-ABED-4A4C-ADE8-9FF03044A74C}"/>
                  </a:ext>
                </a:extLst>
              </p14:cNvPr>
              <p14:cNvContentPartPr/>
              <p14:nvPr/>
            </p14:nvContentPartPr>
            <p14:xfrm>
              <a:off x="3588309" y="5898865"/>
              <a:ext cx="6840" cy="14760"/>
            </p14:xfrm>
          </p:contentPart>
        </mc:Choice>
        <mc:Fallback xmlns="">
          <p:pic>
            <p:nvPicPr>
              <p:cNvPr id="385" name="Cerneală 384">
                <a:extLst>
                  <a:ext uri="{FF2B5EF4-FFF2-40B4-BE49-F238E27FC236}">
                    <a16:creationId xmlns:a16="http://schemas.microsoft.com/office/drawing/2014/main" id="{0B29992E-ABED-4A4C-ADE8-9FF03044A74C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3570309" y="5881225"/>
                <a:ext cx="424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386" name="Cerneală 385">
                <a:extLst>
                  <a:ext uri="{FF2B5EF4-FFF2-40B4-BE49-F238E27FC236}">
                    <a16:creationId xmlns:a16="http://schemas.microsoft.com/office/drawing/2014/main" id="{2195BAC4-3C69-44DD-AFE8-1AEE1616CEF8}"/>
                  </a:ext>
                </a:extLst>
              </p14:cNvPr>
              <p14:cNvContentPartPr/>
              <p14:nvPr/>
            </p14:nvContentPartPr>
            <p14:xfrm>
              <a:off x="3576429" y="6106945"/>
              <a:ext cx="3960" cy="5400"/>
            </p14:xfrm>
          </p:contentPart>
        </mc:Choice>
        <mc:Fallback xmlns="">
          <p:pic>
            <p:nvPicPr>
              <p:cNvPr id="386" name="Cerneală 385">
                <a:extLst>
                  <a:ext uri="{FF2B5EF4-FFF2-40B4-BE49-F238E27FC236}">
                    <a16:creationId xmlns:a16="http://schemas.microsoft.com/office/drawing/2014/main" id="{2195BAC4-3C69-44DD-AFE8-1AEE1616CEF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3558429" y="6088945"/>
                <a:ext cx="396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387" name="Cerneală 386">
                <a:extLst>
                  <a:ext uri="{FF2B5EF4-FFF2-40B4-BE49-F238E27FC236}">
                    <a16:creationId xmlns:a16="http://schemas.microsoft.com/office/drawing/2014/main" id="{541536A5-E680-48C4-815A-104528FA63B1}"/>
                  </a:ext>
                </a:extLst>
              </p14:cNvPr>
              <p14:cNvContentPartPr/>
              <p14:nvPr/>
            </p14:nvContentPartPr>
            <p14:xfrm>
              <a:off x="3560229" y="6217465"/>
              <a:ext cx="1440" cy="23040"/>
            </p14:xfrm>
          </p:contentPart>
        </mc:Choice>
        <mc:Fallback xmlns="">
          <p:pic>
            <p:nvPicPr>
              <p:cNvPr id="387" name="Cerneală 386">
                <a:extLst>
                  <a:ext uri="{FF2B5EF4-FFF2-40B4-BE49-F238E27FC236}">
                    <a16:creationId xmlns:a16="http://schemas.microsoft.com/office/drawing/2014/main" id="{541536A5-E680-48C4-815A-104528FA63B1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3542229" y="6199825"/>
                <a:ext cx="370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388" name="Cerneală 387">
                <a:extLst>
                  <a:ext uri="{FF2B5EF4-FFF2-40B4-BE49-F238E27FC236}">
                    <a16:creationId xmlns:a16="http://schemas.microsoft.com/office/drawing/2014/main" id="{4D348E13-96E1-4E29-815B-126A31141DBA}"/>
                  </a:ext>
                </a:extLst>
              </p14:cNvPr>
              <p14:cNvContentPartPr/>
              <p14:nvPr/>
            </p14:nvContentPartPr>
            <p14:xfrm>
              <a:off x="3540789" y="6400705"/>
              <a:ext cx="6120" cy="20520"/>
            </p14:xfrm>
          </p:contentPart>
        </mc:Choice>
        <mc:Fallback xmlns="">
          <p:pic>
            <p:nvPicPr>
              <p:cNvPr id="388" name="Cerneală 387">
                <a:extLst>
                  <a:ext uri="{FF2B5EF4-FFF2-40B4-BE49-F238E27FC236}">
                    <a16:creationId xmlns:a16="http://schemas.microsoft.com/office/drawing/2014/main" id="{4D348E13-96E1-4E29-815B-126A31141DBA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3523149" y="6382705"/>
                <a:ext cx="417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389" name="Cerneală 388">
                <a:extLst>
                  <a:ext uri="{FF2B5EF4-FFF2-40B4-BE49-F238E27FC236}">
                    <a16:creationId xmlns:a16="http://schemas.microsoft.com/office/drawing/2014/main" id="{D47F9B6B-8486-4AA1-8BEA-6C4A6A816676}"/>
                  </a:ext>
                </a:extLst>
              </p14:cNvPr>
              <p14:cNvContentPartPr/>
              <p14:nvPr/>
            </p14:nvContentPartPr>
            <p14:xfrm>
              <a:off x="3512709" y="6557665"/>
              <a:ext cx="16200" cy="2160"/>
            </p14:xfrm>
          </p:contentPart>
        </mc:Choice>
        <mc:Fallback xmlns="">
          <p:pic>
            <p:nvPicPr>
              <p:cNvPr id="389" name="Cerneală 388">
                <a:extLst>
                  <a:ext uri="{FF2B5EF4-FFF2-40B4-BE49-F238E27FC236}">
                    <a16:creationId xmlns:a16="http://schemas.microsoft.com/office/drawing/2014/main" id="{D47F9B6B-8486-4AA1-8BEA-6C4A6A816676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3495069" y="6539665"/>
                <a:ext cx="51840" cy="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933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35343" y="137196"/>
            <a:ext cx="1748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649FCCA1-9552-4CFA-9D53-50A503AF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2691208" cy="3779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6C4CBAB8-FDCD-4B18-9F2C-D1DF80783720}"/>
                  </a:ext>
                </a:extLst>
              </p14:cNvPr>
              <p14:cNvContentPartPr/>
              <p14:nvPr/>
            </p14:nvContentPartPr>
            <p14:xfrm>
              <a:off x="171549" y="1591465"/>
              <a:ext cx="87840" cy="1306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6C4CBAB8-FDCD-4B18-9F2C-D1DF807837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549" y="1573465"/>
                <a:ext cx="1234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8D300C5-7158-4B08-86FB-B23F510B12B9}"/>
                  </a:ext>
                </a:extLst>
              </p14:cNvPr>
              <p14:cNvContentPartPr/>
              <p14:nvPr/>
            </p14:nvContentPartPr>
            <p14:xfrm>
              <a:off x="167949" y="1923385"/>
              <a:ext cx="34920" cy="153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8D300C5-7158-4B08-86FB-B23F510B12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309" y="1905385"/>
                <a:ext cx="70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41057D9-FDED-4560-A4BF-DC0F56303B2E}"/>
                  </a:ext>
                </a:extLst>
              </p14:cNvPr>
              <p14:cNvContentPartPr/>
              <p14:nvPr/>
            </p14:nvContentPartPr>
            <p14:xfrm>
              <a:off x="175149" y="2306785"/>
              <a:ext cx="124200" cy="189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41057D9-FDED-4560-A4BF-DC0F56303B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149" y="2289145"/>
                <a:ext cx="1598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C43CCFE-9AB3-4FFE-ADFD-DFB6C1BE7BB1}"/>
                  </a:ext>
                </a:extLst>
              </p14:cNvPr>
              <p14:cNvContentPartPr/>
              <p14:nvPr/>
            </p14:nvContentPartPr>
            <p14:xfrm>
              <a:off x="163269" y="2688385"/>
              <a:ext cx="137880" cy="2026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C43CCFE-9AB3-4FFE-ADFD-DFB6C1BE7B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5629" y="2670385"/>
                <a:ext cx="1735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4615DDD6-98F9-46E4-9895-692934DFE406}"/>
                  </a:ext>
                </a:extLst>
              </p14:cNvPr>
              <p14:cNvContentPartPr/>
              <p14:nvPr/>
            </p14:nvContentPartPr>
            <p14:xfrm>
              <a:off x="186669" y="3110305"/>
              <a:ext cx="94320" cy="2286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4615DDD6-98F9-46E4-9895-692934DFE40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8669" y="3092305"/>
                <a:ext cx="1299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AF44FE5-1DB5-453C-8832-7D13F401494F}"/>
                  </a:ext>
                </a:extLst>
              </p14:cNvPr>
              <p14:cNvContentPartPr/>
              <p14:nvPr/>
            </p14:nvContentPartPr>
            <p14:xfrm>
              <a:off x="167949" y="3873145"/>
              <a:ext cx="97920" cy="1706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AF44FE5-1DB5-453C-8832-7D13F40149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9949" y="3855505"/>
                <a:ext cx="1335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2DA909A-48FA-4A39-B9D5-D74E689DFB15}"/>
                  </a:ext>
                </a:extLst>
              </p14:cNvPr>
              <p14:cNvContentPartPr/>
              <p14:nvPr/>
            </p14:nvContentPartPr>
            <p14:xfrm>
              <a:off x="134109" y="4246825"/>
              <a:ext cx="173160" cy="1868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2DA909A-48FA-4A39-B9D5-D74E689DFB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6432" y="4229185"/>
                <a:ext cx="208874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72F309AE-72FF-44FE-B0A6-A0A02311BAF4}"/>
                  </a:ext>
                </a:extLst>
              </p14:cNvPr>
              <p14:cNvContentPartPr/>
              <p14:nvPr/>
            </p14:nvContentPartPr>
            <p14:xfrm>
              <a:off x="158589" y="3507385"/>
              <a:ext cx="128520" cy="2070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72F309AE-72FF-44FE-B0A6-A0A02311BAF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0589" y="3489385"/>
                <a:ext cx="1641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EDF6C9E3-366E-464B-8E88-4BFF825D15EE}"/>
                  </a:ext>
                </a:extLst>
              </p14:cNvPr>
              <p14:cNvContentPartPr/>
              <p14:nvPr/>
            </p14:nvContentPartPr>
            <p14:xfrm>
              <a:off x="4580829" y="817465"/>
              <a:ext cx="145440" cy="2998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EDF6C9E3-366E-464B-8E88-4BFF825D15E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62829" y="799825"/>
                <a:ext cx="18108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068906E3-486F-4248-ACFB-1066AE6BB0B7}"/>
                  </a:ext>
                </a:extLst>
              </p14:cNvPr>
              <p14:cNvContentPartPr/>
              <p14:nvPr/>
            </p14:nvContentPartPr>
            <p14:xfrm>
              <a:off x="4119309" y="1005385"/>
              <a:ext cx="131760" cy="867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068906E3-486F-4248-ACFB-1066AE6BB0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01309" y="987818"/>
                <a:ext cx="167400" cy="122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051EC68-A5B5-4B05-AAE8-30DA00F4FA6F}"/>
                  </a:ext>
                </a:extLst>
              </p14:cNvPr>
              <p14:cNvContentPartPr/>
              <p14:nvPr/>
            </p14:nvContentPartPr>
            <p14:xfrm>
              <a:off x="3488949" y="822865"/>
              <a:ext cx="525240" cy="6102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051EC68-A5B5-4B05-AAE8-30DA00F4FA6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70961" y="804865"/>
                <a:ext cx="560856" cy="6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729DBBC-206E-4C41-976F-9D0432D10DD0}"/>
                  </a:ext>
                </a:extLst>
              </p14:cNvPr>
              <p14:cNvContentPartPr/>
              <p14:nvPr/>
            </p14:nvContentPartPr>
            <p14:xfrm>
              <a:off x="5024349" y="1010425"/>
              <a:ext cx="12240" cy="169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729DBBC-206E-4C41-976F-9D0432D10DD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06349" y="992785"/>
                <a:ext cx="478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7E6885E-DF53-4554-9AB9-DA95581C20F6}"/>
                  </a:ext>
                </a:extLst>
              </p14:cNvPr>
              <p14:cNvContentPartPr/>
              <p14:nvPr/>
            </p14:nvContentPartPr>
            <p14:xfrm>
              <a:off x="5208669" y="856345"/>
              <a:ext cx="143280" cy="3009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7E6885E-DF53-4554-9AB9-DA95581C20F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90669" y="838345"/>
                <a:ext cx="1789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DDB197CB-2175-4BB1-BE4D-1E771F456A45}"/>
                  </a:ext>
                </a:extLst>
              </p14:cNvPr>
              <p14:cNvContentPartPr/>
              <p14:nvPr/>
            </p14:nvContentPartPr>
            <p14:xfrm>
              <a:off x="5424669" y="1040665"/>
              <a:ext cx="24480" cy="1753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DDB197CB-2175-4BB1-BE4D-1E771F456A4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406669" y="1022665"/>
                <a:ext cx="60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EA40BDB-F5C6-4D21-8B9E-ECC88F2DB7B5}"/>
                  </a:ext>
                </a:extLst>
              </p14:cNvPr>
              <p14:cNvContentPartPr/>
              <p14:nvPr/>
            </p14:nvContentPartPr>
            <p14:xfrm>
              <a:off x="5638149" y="1000705"/>
              <a:ext cx="11880" cy="14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EA40BDB-F5C6-4D21-8B9E-ECC88F2DB7B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20149" y="982705"/>
                <a:ext cx="475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80359DE9-741C-4B98-A32B-F0FBFC8BC6B4}"/>
                  </a:ext>
                </a:extLst>
              </p14:cNvPr>
              <p14:cNvContentPartPr/>
              <p14:nvPr/>
            </p14:nvContentPartPr>
            <p14:xfrm>
              <a:off x="4867749" y="1040305"/>
              <a:ext cx="70200" cy="1065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80359DE9-741C-4B98-A32B-F0FBFC8BC6B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49749" y="1022305"/>
                <a:ext cx="1058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58D4E88-6E93-41CB-AE9C-71CC3A9D3010}"/>
                  </a:ext>
                </a:extLst>
              </p14:cNvPr>
              <p14:cNvContentPartPr/>
              <p14:nvPr/>
            </p14:nvContentPartPr>
            <p14:xfrm>
              <a:off x="6317829" y="991345"/>
              <a:ext cx="7200" cy="39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58D4E88-6E93-41CB-AE9C-71CC3A9D301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00189" y="973345"/>
                <a:ext cx="428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E47BDDC6-70B3-4882-B6DF-73A22BD226E3}"/>
                  </a:ext>
                </a:extLst>
              </p14:cNvPr>
              <p14:cNvContentPartPr/>
              <p14:nvPr/>
            </p14:nvContentPartPr>
            <p14:xfrm>
              <a:off x="6486669" y="845545"/>
              <a:ext cx="329760" cy="3398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E47BDDC6-70B3-4882-B6DF-73A22BD226E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68669" y="827545"/>
                <a:ext cx="3654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B190032-55A4-4AF5-B619-467397C16D2D}"/>
                  </a:ext>
                </a:extLst>
              </p14:cNvPr>
              <p14:cNvContentPartPr/>
              <p14:nvPr/>
            </p14:nvContentPartPr>
            <p14:xfrm>
              <a:off x="5842269" y="845905"/>
              <a:ext cx="335880" cy="4161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B190032-55A4-4AF5-B619-467397C16D2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824269" y="827905"/>
                <a:ext cx="37152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9582939-B6A5-4EF0-B3EA-7A1B1652EAC3}"/>
                  </a:ext>
                </a:extLst>
              </p14:cNvPr>
              <p14:cNvContentPartPr/>
              <p14:nvPr/>
            </p14:nvContentPartPr>
            <p14:xfrm>
              <a:off x="6976989" y="976585"/>
              <a:ext cx="14400" cy="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9582939-B6A5-4EF0-B3EA-7A1B1652EAC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958989" y="958945"/>
                <a:ext cx="50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3B2C4062-4AD5-4936-A57D-630F154FFF49}"/>
                  </a:ext>
                </a:extLst>
              </p14:cNvPr>
              <p14:cNvContentPartPr/>
              <p14:nvPr/>
            </p14:nvContentPartPr>
            <p14:xfrm>
              <a:off x="7156269" y="820345"/>
              <a:ext cx="379800" cy="3344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3B2C4062-4AD5-4936-A57D-630F154FFF4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138629" y="802686"/>
                <a:ext cx="415440" cy="370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E8D824D-F7ED-409D-B8FB-A9E4FEC03228}"/>
                  </a:ext>
                </a:extLst>
              </p14:cNvPr>
              <p14:cNvContentPartPr/>
              <p14:nvPr/>
            </p14:nvContentPartPr>
            <p14:xfrm>
              <a:off x="4066389" y="2093305"/>
              <a:ext cx="160200" cy="133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E8D824D-F7ED-409D-B8FB-A9E4FEC0322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48749" y="2075305"/>
                <a:ext cx="1958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7A1881D-C59A-469C-80C6-9C1B8C7828F0}"/>
                  </a:ext>
                </a:extLst>
              </p14:cNvPr>
              <p14:cNvContentPartPr/>
              <p14:nvPr/>
            </p14:nvContentPartPr>
            <p14:xfrm>
              <a:off x="4114629" y="2189425"/>
              <a:ext cx="102600" cy="54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7A1881D-C59A-469C-80C6-9C1B8C7828F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96629" y="2171785"/>
                <a:ext cx="138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F44C39C4-0B97-4440-9D3D-8D0DF681FE90}"/>
                  </a:ext>
                </a:extLst>
              </p14:cNvPr>
              <p14:cNvContentPartPr/>
              <p14:nvPr/>
            </p14:nvContentPartPr>
            <p14:xfrm>
              <a:off x="5427909" y="2131825"/>
              <a:ext cx="5760" cy="107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F44C39C4-0B97-4440-9D3D-8D0DF681FE9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410269" y="2113825"/>
                <a:ext cx="414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DCA47E8A-0233-49A5-AF97-933B01EEB701}"/>
                  </a:ext>
                </a:extLst>
              </p14:cNvPr>
              <p14:cNvContentPartPr/>
              <p14:nvPr/>
            </p14:nvContentPartPr>
            <p14:xfrm>
              <a:off x="6251589" y="1799545"/>
              <a:ext cx="174600" cy="4824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DCA47E8A-0233-49A5-AF97-933B01EEB70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33589" y="1781905"/>
                <a:ext cx="21024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7C217348-B017-4758-B694-14E61A75E11C}"/>
                  </a:ext>
                </a:extLst>
              </p14:cNvPr>
              <p14:cNvContentPartPr/>
              <p14:nvPr/>
            </p14:nvContentPartPr>
            <p14:xfrm>
              <a:off x="5848029" y="1987465"/>
              <a:ext cx="303840" cy="1976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7C217348-B017-4758-B694-14E61A75E11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830389" y="1969465"/>
                <a:ext cx="3394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D10ABBF3-3C69-4F6E-AAF7-185CF8924DE2}"/>
                  </a:ext>
                </a:extLst>
              </p14:cNvPr>
              <p14:cNvContentPartPr/>
              <p14:nvPr/>
            </p14:nvContentPartPr>
            <p14:xfrm>
              <a:off x="5582349" y="2011225"/>
              <a:ext cx="186840" cy="2098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D10ABBF3-3C69-4F6E-AAF7-185CF8924DE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564709" y="1993585"/>
                <a:ext cx="2224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DB2CB0AC-E4F0-456E-BA4D-2320BEED78D0}"/>
                  </a:ext>
                </a:extLst>
              </p14:cNvPr>
              <p14:cNvContentPartPr/>
              <p14:nvPr/>
            </p14:nvContentPartPr>
            <p14:xfrm>
              <a:off x="3380229" y="1896025"/>
              <a:ext cx="501840" cy="6357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DB2CB0AC-E4F0-456E-BA4D-2320BEED78D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362229" y="1878025"/>
                <a:ext cx="53748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A8507FF-07AE-4047-AEDE-179E21A3AF2E}"/>
                  </a:ext>
                </a:extLst>
              </p14:cNvPr>
              <p14:cNvContentPartPr/>
              <p14:nvPr/>
            </p14:nvContentPartPr>
            <p14:xfrm>
              <a:off x="4437549" y="1915105"/>
              <a:ext cx="913320" cy="4129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A8507FF-07AE-4047-AEDE-179E21A3AF2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19549" y="1897465"/>
                <a:ext cx="9489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4AB8C302-7151-4EBD-ADE9-0E84B7902D35}"/>
                  </a:ext>
                </a:extLst>
              </p14:cNvPr>
              <p14:cNvContentPartPr/>
              <p14:nvPr/>
            </p14:nvContentPartPr>
            <p14:xfrm>
              <a:off x="6497829" y="1864705"/>
              <a:ext cx="122760" cy="4226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4AB8C302-7151-4EBD-ADE9-0E84B7902D3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80189" y="1847065"/>
                <a:ext cx="15840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91FAE0D0-B2AC-4B1C-A672-E7E4787F8F3F}"/>
                  </a:ext>
                </a:extLst>
              </p14:cNvPr>
              <p14:cNvContentPartPr/>
              <p14:nvPr/>
            </p14:nvContentPartPr>
            <p14:xfrm>
              <a:off x="6679629" y="1987465"/>
              <a:ext cx="103680" cy="1674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91FAE0D0-B2AC-4B1C-A672-E7E4787F8F3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661989" y="1969465"/>
                <a:ext cx="1393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84E5812F-D485-49B2-9656-3F01D5BFCB43}"/>
                  </a:ext>
                </a:extLst>
              </p14:cNvPr>
              <p14:cNvContentPartPr/>
              <p14:nvPr/>
            </p14:nvContentPartPr>
            <p14:xfrm>
              <a:off x="6687909" y="1992145"/>
              <a:ext cx="112320" cy="18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84E5812F-D485-49B2-9656-3F01D5BFCB4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70269" y="1974145"/>
                <a:ext cx="1479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7B3407F0-D81B-45E9-BEFE-CB574ECDCC38}"/>
                  </a:ext>
                </a:extLst>
              </p14:cNvPr>
              <p14:cNvContentPartPr/>
              <p14:nvPr/>
            </p14:nvContentPartPr>
            <p14:xfrm>
              <a:off x="6876909" y="2083945"/>
              <a:ext cx="123120" cy="1443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7B3407F0-D81B-45E9-BEFE-CB574ECDCC3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858909" y="2066305"/>
                <a:ext cx="1587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5D75D98-AA20-4351-AA07-E80CA3A4D9F7}"/>
                  </a:ext>
                </a:extLst>
              </p14:cNvPr>
              <p14:cNvContentPartPr/>
              <p14:nvPr/>
            </p14:nvContentPartPr>
            <p14:xfrm>
              <a:off x="7001829" y="2049745"/>
              <a:ext cx="185040" cy="72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5D75D98-AA20-4351-AA07-E80CA3A4D9F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984189" y="2032105"/>
                <a:ext cx="2206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F61DCD0C-9676-43D4-ACDF-2597411EA1B3}"/>
                  </a:ext>
                </a:extLst>
              </p14:cNvPr>
              <p14:cNvContentPartPr/>
              <p14:nvPr/>
            </p14:nvContentPartPr>
            <p14:xfrm>
              <a:off x="7114869" y="1982425"/>
              <a:ext cx="12600" cy="1508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F61DCD0C-9676-43D4-ACDF-2597411EA1B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097229" y="1964785"/>
                <a:ext cx="482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453D131B-E6A7-4300-A8A3-3D503A98295A}"/>
                  </a:ext>
                </a:extLst>
              </p14:cNvPr>
              <p14:cNvContentPartPr/>
              <p14:nvPr/>
            </p14:nvContentPartPr>
            <p14:xfrm>
              <a:off x="7275429" y="1968025"/>
              <a:ext cx="124560" cy="1818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453D131B-E6A7-4300-A8A3-3D503A98295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257789" y="1950025"/>
                <a:ext cx="1602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5D7E7C87-7B9B-4A08-81AF-281EF88CF23F}"/>
                  </a:ext>
                </a:extLst>
              </p14:cNvPr>
              <p14:cNvContentPartPr/>
              <p14:nvPr/>
            </p14:nvContentPartPr>
            <p14:xfrm>
              <a:off x="7270389" y="2005465"/>
              <a:ext cx="126720" cy="1796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5D7E7C87-7B9B-4A08-81AF-281EF88CF23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252749" y="1987825"/>
                <a:ext cx="1623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CCCF0880-67E2-441C-B34E-C213378810BA}"/>
                  </a:ext>
                </a:extLst>
              </p14:cNvPr>
              <p14:cNvContentPartPr/>
              <p14:nvPr/>
            </p14:nvContentPartPr>
            <p14:xfrm>
              <a:off x="7461909" y="2093305"/>
              <a:ext cx="27000" cy="1317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CCCF0880-67E2-441C-B34E-C213378810B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443909" y="2075305"/>
                <a:ext cx="626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6922DCE-89B1-4B31-B540-0470A833727E}"/>
                  </a:ext>
                </a:extLst>
              </p14:cNvPr>
              <p14:cNvContentPartPr/>
              <p14:nvPr/>
            </p14:nvContentPartPr>
            <p14:xfrm>
              <a:off x="7579629" y="1896025"/>
              <a:ext cx="690120" cy="4096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6922DCE-89B1-4B31-B540-0470A833727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561998" y="1878025"/>
                <a:ext cx="725741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9CF76DBC-1A55-49B6-ADF4-B6959B8A1667}"/>
                  </a:ext>
                </a:extLst>
              </p14:cNvPr>
              <p14:cNvContentPartPr/>
              <p14:nvPr/>
            </p14:nvContentPartPr>
            <p14:xfrm>
              <a:off x="9504909" y="1818985"/>
              <a:ext cx="721440" cy="4888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9CF76DBC-1A55-49B6-ADF4-B6959B8A166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486909" y="1800985"/>
                <a:ext cx="75708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7E5AAE25-7F06-456E-BF5A-2BA7F13997F3}"/>
                  </a:ext>
                </a:extLst>
              </p14:cNvPr>
              <p14:cNvContentPartPr/>
              <p14:nvPr/>
            </p14:nvContentPartPr>
            <p14:xfrm>
              <a:off x="9167949" y="1958665"/>
              <a:ext cx="231120" cy="2541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7E5AAE25-7F06-456E-BF5A-2BA7F13997F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150336" y="1940665"/>
                <a:ext cx="266705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A556FBBC-730C-4DA4-AD2D-AE0A25D07C42}"/>
                  </a:ext>
                </a:extLst>
              </p14:cNvPr>
              <p14:cNvContentPartPr/>
              <p14:nvPr/>
            </p14:nvContentPartPr>
            <p14:xfrm>
              <a:off x="8367309" y="1876225"/>
              <a:ext cx="695520" cy="4626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A556FBBC-730C-4DA4-AD2D-AE0A25D07C4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349309" y="1858225"/>
                <a:ext cx="73116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9E654471-136C-4152-B994-38FA6F0BF574}"/>
                  </a:ext>
                </a:extLst>
              </p14:cNvPr>
              <p14:cNvContentPartPr/>
              <p14:nvPr/>
            </p14:nvContentPartPr>
            <p14:xfrm>
              <a:off x="10364589" y="2045785"/>
              <a:ext cx="25200" cy="316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9E654471-136C-4152-B994-38FA6F0BF57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346949" y="2028145"/>
                <a:ext cx="608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048A7A02-AAC1-45F8-987E-3D0B8F06D100}"/>
                  </a:ext>
                </a:extLst>
              </p14:cNvPr>
              <p14:cNvContentPartPr/>
              <p14:nvPr/>
            </p14:nvContentPartPr>
            <p14:xfrm>
              <a:off x="4371669" y="2708185"/>
              <a:ext cx="37080" cy="370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048A7A02-AAC1-45F8-987E-3D0B8F06D10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354029" y="2690545"/>
                <a:ext cx="727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886EC279-973B-42E7-BA0A-6E804CAD9148}"/>
                  </a:ext>
                </a:extLst>
              </p14:cNvPr>
              <p14:cNvContentPartPr/>
              <p14:nvPr/>
            </p14:nvContentPartPr>
            <p14:xfrm>
              <a:off x="4516749" y="2535745"/>
              <a:ext cx="74520" cy="34740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886EC279-973B-42E7-BA0A-6E804CAD914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499109" y="2518105"/>
                <a:ext cx="1101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6190A706-79BD-44B7-AE90-F4ABAA31A44E}"/>
                  </a:ext>
                </a:extLst>
              </p14:cNvPr>
              <p14:cNvContentPartPr/>
              <p14:nvPr/>
            </p14:nvContentPartPr>
            <p14:xfrm>
              <a:off x="6573789" y="2511985"/>
              <a:ext cx="77760" cy="4572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6190A706-79BD-44B7-AE90-F4ABAA31A44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555789" y="2493985"/>
                <a:ext cx="11340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52852575-69CA-4531-B06F-0687B4EBF4FE}"/>
                  </a:ext>
                </a:extLst>
              </p14:cNvPr>
              <p14:cNvContentPartPr/>
              <p14:nvPr/>
            </p14:nvContentPartPr>
            <p14:xfrm>
              <a:off x="5813469" y="2675785"/>
              <a:ext cx="577440" cy="2239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52852575-69CA-4531-B06F-0687B4EBF4F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795469" y="2657814"/>
                <a:ext cx="613080" cy="259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E4CE6EE8-1364-4E0A-A433-8750998041EC}"/>
                  </a:ext>
                </a:extLst>
              </p14:cNvPr>
              <p14:cNvContentPartPr/>
              <p14:nvPr/>
            </p14:nvContentPartPr>
            <p14:xfrm>
              <a:off x="5086629" y="2661025"/>
              <a:ext cx="486360" cy="2491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E4CE6EE8-1364-4E0A-A433-8750998041E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068629" y="2643359"/>
                <a:ext cx="522000" cy="284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8F9E8475-C51D-423F-A946-0B1ECB4CF685}"/>
                  </a:ext>
                </a:extLst>
              </p14:cNvPr>
              <p14:cNvContentPartPr/>
              <p14:nvPr/>
            </p14:nvContentPartPr>
            <p14:xfrm>
              <a:off x="4672269" y="2622505"/>
              <a:ext cx="243360" cy="3186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8F9E8475-C51D-423F-A946-0B1ECB4CF68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54629" y="2604505"/>
                <a:ext cx="2790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B3E4BA6B-BE45-495C-84CB-72DAE2F3B4C9}"/>
                  </a:ext>
                </a:extLst>
              </p14:cNvPr>
              <p14:cNvContentPartPr/>
              <p14:nvPr/>
            </p14:nvContentPartPr>
            <p14:xfrm>
              <a:off x="4665429" y="2545105"/>
              <a:ext cx="192960" cy="201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B3E4BA6B-BE45-495C-84CB-72DAE2F3B4C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647429" y="2527105"/>
                <a:ext cx="2286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50573F62-9133-4319-B8EB-D221C98D40E0}"/>
                  </a:ext>
                </a:extLst>
              </p14:cNvPr>
              <p14:cNvContentPartPr/>
              <p14:nvPr/>
            </p14:nvContentPartPr>
            <p14:xfrm>
              <a:off x="6109389" y="2555545"/>
              <a:ext cx="223200" cy="194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50573F62-9133-4319-B8EB-D221C98D40E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091389" y="2537545"/>
                <a:ext cx="2588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34EBB76B-330B-4290-A319-D6819DEFAACE}"/>
                  </a:ext>
                </a:extLst>
              </p14:cNvPr>
              <p14:cNvContentPartPr/>
              <p14:nvPr/>
            </p14:nvContentPartPr>
            <p14:xfrm>
              <a:off x="6769629" y="2747785"/>
              <a:ext cx="14760" cy="180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34EBB76B-330B-4290-A319-D6819DEFAAC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751629" y="2729785"/>
                <a:ext cx="504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20BD2564-9CAE-49B9-A269-C05654D75CE1}"/>
                  </a:ext>
                </a:extLst>
              </p14:cNvPr>
              <p14:cNvContentPartPr/>
              <p14:nvPr/>
            </p14:nvContentPartPr>
            <p14:xfrm>
              <a:off x="6987789" y="2574625"/>
              <a:ext cx="107640" cy="4712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20BD2564-9CAE-49B9-A269-C05654D75CE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969789" y="2556625"/>
                <a:ext cx="14328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4326D00B-1A05-4FA8-A01F-6BCDB3D57337}"/>
                  </a:ext>
                </a:extLst>
              </p14:cNvPr>
              <p14:cNvContentPartPr/>
              <p14:nvPr/>
            </p14:nvContentPartPr>
            <p14:xfrm>
              <a:off x="7177869" y="2615665"/>
              <a:ext cx="226080" cy="169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4326D00B-1A05-4FA8-A01F-6BCDB3D5733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160229" y="2597665"/>
                <a:ext cx="2617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5AD2038E-E61B-448D-8977-CE95516BB413}"/>
                  </a:ext>
                </a:extLst>
              </p14:cNvPr>
              <p14:cNvContentPartPr/>
              <p14:nvPr/>
            </p14:nvContentPartPr>
            <p14:xfrm>
              <a:off x="8022429" y="2617465"/>
              <a:ext cx="213120" cy="1044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5AD2038E-E61B-448D-8977-CE95516BB41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004429" y="2599825"/>
                <a:ext cx="2487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C9578DC2-8644-4133-8740-F51F8FE10678}"/>
                  </a:ext>
                </a:extLst>
              </p14:cNvPr>
              <p14:cNvContentPartPr/>
              <p14:nvPr/>
            </p14:nvContentPartPr>
            <p14:xfrm>
              <a:off x="9259749" y="2579305"/>
              <a:ext cx="121680" cy="5115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C9578DC2-8644-4133-8740-F51F8FE1067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242109" y="2561305"/>
                <a:ext cx="15732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2A8D5081-E046-43D3-B4FE-9F379BDE8BCC}"/>
                  </a:ext>
                </a:extLst>
              </p14:cNvPr>
              <p14:cNvContentPartPr/>
              <p14:nvPr/>
            </p14:nvContentPartPr>
            <p14:xfrm>
              <a:off x="8811909" y="2708905"/>
              <a:ext cx="340920" cy="2404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2A8D5081-E046-43D3-B4FE-9F379BDE8BC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793928" y="2691265"/>
                <a:ext cx="376522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3EEC6FF3-3336-447C-BA50-AB069DF2440B}"/>
                  </a:ext>
                </a:extLst>
              </p14:cNvPr>
              <p14:cNvContentPartPr/>
              <p14:nvPr/>
            </p14:nvContentPartPr>
            <p14:xfrm>
              <a:off x="8460549" y="2757505"/>
              <a:ext cx="194040" cy="1940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3EEC6FF3-3336-447C-BA50-AB069DF2440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442549" y="2739505"/>
                <a:ext cx="2296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7BD1A45A-2984-4A04-99DF-A6FA984ADAC7}"/>
                  </a:ext>
                </a:extLst>
              </p14:cNvPr>
              <p14:cNvContentPartPr/>
              <p14:nvPr/>
            </p14:nvContentPartPr>
            <p14:xfrm>
              <a:off x="8017749" y="2708905"/>
              <a:ext cx="264600" cy="28476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7BD1A45A-2984-4A04-99DF-A6FA984ADAC7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999773" y="2691265"/>
                <a:ext cx="300192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4E9ED18E-29FF-4A63-A2D9-146A0EA3C5E3}"/>
                  </a:ext>
                </a:extLst>
              </p14:cNvPr>
              <p14:cNvContentPartPr/>
              <p14:nvPr/>
            </p14:nvContentPartPr>
            <p14:xfrm>
              <a:off x="7723989" y="2762185"/>
              <a:ext cx="194760" cy="1861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4E9ED18E-29FF-4A63-A2D9-146A0EA3C5E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706349" y="2744545"/>
                <a:ext cx="2304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2F8D0B0C-DDE5-476C-A49B-A2B941355CB7}"/>
                  </a:ext>
                </a:extLst>
              </p14:cNvPr>
              <p14:cNvContentPartPr/>
              <p14:nvPr/>
            </p14:nvContentPartPr>
            <p14:xfrm>
              <a:off x="7189749" y="2714305"/>
              <a:ext cx="393120" cy="2826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2F8D0B0C-DDE5-476C-A49B-A2B941355CB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171749" y="2696328"/>
                <a:ext cx="428760" cy="318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5F87F727-F817-4271-AD0E-4E626244A124}"/>
                  </a:ext>
                </a:extLst>
              </p14:cNvPr>
              <p14:cNvContentPartPr/>
              <p14:nvPr/>
            </p14:nvContentPartPr>
            <p14:xfrm>
              <a:off x="3869109" y="4340785"/>
              <a:ext cx="60120" cy="3132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5F87F727-F817-4271-AD0E-4E626244A12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851109" y="4322785"/>
                <a:ext cx="9576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47B4C140-F90E-4387-A2AA-5E74EB91D5D3}"/>
                  </a:ext>
                </a:extLst>
              </p14:cNvPr>
              <p14:cNvContentPartPr/>
              <p14:nvPr/>
            </p14:nvContentPartPr>
            <p14:xfrm>
              <a:off x="4201029" y="3787465"/>
              <a:ext cx="403560" cy="2534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47B4C140-F90E-4387-A2AA-5E74EB91D5D3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183373" y="3769825"/>
                <a:ext cx="439232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F837939-6824-4CC0-A19A-E6C76E0879BC}"/>
                  </a:ext>
                </a:extLst>
              </p14:cNvPr>
              <p14:cNvContentPartPr/>
              <p14:nvPr/>
            </p14:nvContentPartPr>
            <p14:xfrm>
              <a:off x="3285549" y="3883585"/>
              <a:ext cx="503280" cy="7624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F837939-6824-4CC0-A19A-E6C76E0879BC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267896" y="3865593"/>
                <a:ext cx="538946" cy="798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745B17E-329B-4A2D-8196-F864F52CC0C3}"/>
                  </a:ext>
                </a:extLst>
              </p14:cNvPr>
              <p14:cNvContentPartPr/>
              <p14:nvPr/>
            </p14:nvContentPartPr>
            <p14:xfrm>
              <a:off x="4759389" y="3536905"/>
              <a:ext cx="128160" cy="16441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745B17E-329B-4A2D-8196-F864F52CC0C3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741749" y="3519265"/>
                <a:ext cx="163800" cy="16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F950BCF6-59CB-4536-BEDF-1F6E699CB055}"/>
                  </a:ext>
                </a:extLst>
              </p14:cNvPr>
              <p14:cNvContentPartPr/>
              <p14:nvPr/>
            </p14:nvContentPartPr>
            <p14:xfrm>
              <a:off x="5515029" y="3551665"/>
              <a:ext cx="70560" cy="158328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F950BCF6-59CB-4536-BEDF-1F6E699CB05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497389" y="3533665"/>
                <a:ext cx="106200" cy="161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6537F767-202D-42C4-98D1-F835C1250945}"/>
                  </a:ext>
                </a:extLst>
              </p14:cNvPr>
              <p14:cNvContentPartPr/>
              <p14:nvPr/>
            </p14:nvContentPartPr>
            <p14:xfrm>
              <a:off x="4971429" y="4826785"/>
              <a:ext cx="315720" cy="19368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6537F767-202D-42C4-98D1-F835C125094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953429" y="4808785"/>
                <a:ext cx="3513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CDD85FF7-1ECA-4B0E-9D82-839566D1A720}"/>
                  </a:ext>
                </a:extLst>
              </p14:cNvPr>
              <p14:cNvContentPartPr/>
              <p14:nvPr/>
            </p14:nvContentPartPr>
            <p14:xfrm>
              <a:off x="5004909" y="4287865"/>
              <a:ext cx="245880" cy="2426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CDD85FF7-1ECA-4B0E-9D82-839566D1A72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986909" y="4270225"/>
                <a:ext cx="281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C7CE94EB-4981-4DFD-9B3B-91736B7392A3}"/>
                  </a:ext>
                </a:extLst>
              </p14:cNvPr>
              <p14:cNvContentPartPr/>
              <p14:nvPr/>
            </p14:nvContentPartPr>
            <p14:xfrm>
              <a:off x="4984749" y="3763345"/>
              <a:ext cx="415080" cy="3178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C7CE94EB-4981-4DFD-9B3B-91736B7392A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966749" y="3745705"/>
                <a:ext cx="45072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ADD7F61C-99BE-4F19-9287-1C44ECE9B8DA}"/>
                  </a:ext>
                </a:extLst>
              </p14:cNvPr>
              <p14:cNvContentPartPr/>
              <p14:nvPr/>
            </p14:nvContentPartPr>
            <p14:xfrm>
              <a:off x="4181949" y="4273465"/>
              <a:ext cx="296280" cy="417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ADD7F61C-99BE-4F19-9287-1C44ECE9B8D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163949" y="4255465"/>
                <a:ext cx="331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F42079D-7C5A-4CE0-A2AD-DB0EB64F09FE}"/>
                  </a:ext>
                </a:extLst>
              </p14:cNvPr>
              <p14:cNvContentPartPr/>
              <p14:nvPr/>
            </p14:nvContentPartPr>
            <p14:xfrm>
              <a:off x="4157829" y="4138465"/>
              <a:ext cx="327240" cy="198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F42079D-7C5A-4CE0-A2AD-DB0EB64F09F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140208" y="4120465"/>
                <a:ext cx="362841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22946ADE-B58A-485F-A635-CC6798C494E1}"/>
                  </a:ext>
                </a:extLst>
              </p14:cNvPr>
              <p14:cNvContentPartPr/>
              <p14:nvPr/>
            </p14:nvContentPartPr>
            <p14:xfrm>
              <a:off x="5777829" y="4364545"/>
              <a:ext cx="223200" cy="2437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22946ADE-B58A-485F-A635-CC6798C494E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760189" y="4346879"/>
                <a:ext cx="258840" cy="279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38D6BD37-C06D-482D-9A51-791B47F11AE8}"/>
                  </a:ext>
                </a:extLst>
              </p14:cNvPr>
              <p14:cNvContentPartPr/>
              <p14:nvPr/>
            </p14:nvContentPartPr>
            <p14:xfrm>
              <a:off x="5760189" y="3835345"/>
              <a:ext cx="372600" cy="2944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38D6BD37-C06D-482D-9A51-791B47F11AE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742549" y="3817683"/>
                <a:ext cx="408240" cy="330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609C6DCA-C974-488F-82AD-46A681E95F86}"/>
                  </a:ext>
                </a:extLst>
              </p14:cNvPr>
              <p14:cNvContentPartPr/>
              <p14:nvPr/>
            </p14:nvContentPartPr>
            <p14:xfrm>
              <a:off x="5731749" y="4775305"/>
              <a:ext cx="251640" cy="75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609C6DCA-C974-488F-82AD-46A681E95F8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713749" y="4757305"/>
                <a:ext cx="2872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4F76B95C-1F57-4BA3-A665-F0AC1A5AD17F}"/>
                  </a:ext>
                </a:extLst>
              </p14:cNvPr>
              <p14:cNvContentPartPr/>
              <p14:nvPr/>
            </p14:nvContentPartPr>
            <p14:xfrm>
              <a:off x="5716989" y="4889425"/>
              <a:ext cx="326160" cy="26352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4F76B95C-1F57-4BA3-A665-F0AC1A5AD17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699349" y="4871425"/>
                <a:ext cx="3618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C3BF23C6-D355-4BA3-96E6-9380C63A32DF}"/>
                  </a:ext>
                </a:extLst>
              </p14:cNvPr>
              <p14:cNvContentPartPr/>
              <p14:nvPr/>
            </p14:nvContentPartPr>
            <p14:xfrm>
              <a:off x="6227109" y="3517825"/>
              <a:ext cx="554760" cy="176364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C3BF23C6-D355-4BA3-96E6-9380C63A32D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209109" y="3499825"/>
                <a:ext cx="590400" cy="179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5B140936-FBFB-4D9F-BC4C-2CDFB1CB79F3}"/>
                  </a:ext>
                </a:extLst>
              </p14:cNvPr>
              <p14:cNvContentPartPr/>
              <p14:nvPr/>
            </p14:nvContentPartPr>
            <p14:xfrm>
              <a:off x="6920109" y="3585145"/>
              <a:ext cx="619200" cy="172980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5B140936-FBFB-4D9F-BC4C-2CDFB1CB79F3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902109" y="3567145"/>
                <a:ext cx="654840" cy="17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A554093B-C33A-4DA0-A840-5C7C573EB49B}"/>
                  </a:ext>
                </a:extLst>
              </p14:cNvPr>
              <p14:cNvContentPartPr/>
              <p14:nvPr/>
            </p14:nvContentPartPr>
            <p14:xfrm>
              <a:off x="7666389" y="3493705"/>
              <a:ext cx="608400" cy="175572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A554093B-C33A-4DA0-A840-5C7C573EB49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648389" y="3476065"/>
                <a:ext cx="644040" cy="179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4254716E-CAE8-4417-9B3E-B7FB43E29E47}"/>
                  </a:ext>
                </a:extLst>
              </p14:cNvPr>
              <p14:cNvContentPartPr/>
              <p14:nvPr/>
            </p14:nvContentPartPr>
            <p14:xfrm>
              <a:off x="8353269" y="3517825"/>
              <a:ext cx="30960" cy="181116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4254716E-CAE8-4417-9B3E-B7FB43E29E47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335629" y="3499825"/>
                <a:ext cx="66600" cy="18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0F6F70F8-21BE-4BE2-9E0C-49ADFDFF0335}"/>
                  </a:ext>
                </a:extLst>
              </p14:cNvPr>
              <p14:cNvContentPartPr/>
              <p14:nvPr/>
            </p14:nvContentPartPr>
            <p14:xfrm>
              <a:off x="2357829" y="1468705"/>
              <a:ext cx="472320" cy="330480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0F6F70F8-21BE-4BE2-9E0C-49ADFDFF033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340189" y="1433065"/>
                <a:ext cx="507960" cy="33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E5F1E835-757A-4028-9A95-444F89F3870B}"/>
                  </a:ext>
                </a:extLst>
              </p14:cNvPr>
              <p14:cNvContentPartPr/>
              <p14:nvPr/>
            </p14:nvContentPartPr>
            <p14:xfrm>
              <a:off x="2452149" y="4773865"/>
              <a:ext cx="394920" cy="62424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E5F1E835-757A-4028-9A95-444F89F3870B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434509" y="4738225"/>
                <a:ext cx="430560" cy="6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95B6075D-11B6-45E0-A6FC-51B3A9783533}"/>
                  </a:ext>
                </a:extLst>
              </p14:cNvPr>
              <p14:cNvContentPartPr/>
              <p14:nvPr/>
            </p14:nvContentPartPr>
            <p14:xfrm>
              <a:off x="2598669" y="5332225"/>
              <a:ext cx="286920" cy="7524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95B6075D-11B6-45E0-A6FC-51B3A9783533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580669" y="5296225"/>
                <a:ext cx="3225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F7F2C73B-BB84-49EC-A408-53018B9B5E7A}"/>
                  </a:ext>
                </a:extLst>
              </p14:cNvPr>
              <p14:cNvContentPartPr/>
              <p14:nvPr/>
            </p14:nvContentPartPr>
            <p14:xfrm>
              <a:off x="2845269" y="5199025"/>
              <a:ext cx="79560" cy="24660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F7F2C73B-BB84-49EC-A408-53018B9B5E7A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827629" y="5163385"/>
                <a:ext cx="1152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D9FFB152-5737-43F1-B59D-1681364135C8}"/>
                  </a:ext>
                </a:extLst>
              </p14:cNvPr>
              <p14:cNvContentPartPr/>
              <p14:nvPr/>
            </p14:nvContentPartPr>
            <p14:xfrm>
              <a:off x="3363669" y="5379745"/>
              <a:ext cx="217440" cy="27216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D9FFB152-5737-43F1-B59D-1681364135C8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346029" y="5343745"/>
                <a:ext cx="2530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6D87C8CC-E3E7-4DFD-AA6D-72D14BD36DF1}"/>
                  </a:ext>
                </a:extLst>
              </p14:cNvPr>
              <p14:cNvContentPartPr/>
              <p14:nvPr/>
            </p14:nvContentPartPr>
            <p14:xfrm>
              <a:off x="3748509" y="5447785"/>
              <a:ext cx="137520" cy="17748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6D87C8CC-E3E7-4DFD-AA6D-72D14BD36DF1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730869" y="5411785"/>
                <a:ext cx="1731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E747590F-0E5B-410D-90D7-14D7FB8FFEAF}"/>
                  </a:ext>
                </a:extLst>
              </p14:cNvPr>
              <p14:cNvContentPartPr/>
              <p14:nvPr/>
            </p14:nvContentPartPr>
            <p14:xfrm>
              <a:off x="3950109" y="5227465"/>
              <a:ext cx="515520" cy="41688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E747590F-0E5B-410D-90D7-14D7FB8FFEA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932109" y="5191825"/>
                <a:ext cx="55116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C9AA6E25-EA25-4576-A422-80B8AA2DCCC2}"/>
                  </a:ext>
                </a:extLst>
              </p14:cNvPr>
              <p14:cNvContentPartPr/>
              <p14:nvPr/>
            </p14:nvContentPartPr>
            <p14:xfrm>
              <a:off x="4506669" y="5500705"/>
              <a:ext cx="377280" cy="18540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C9AA6E25-EA25-4576-A422-80B8AA2DCCC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489029" y="5465065"/>
                <a:ext cx="4129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8A43126B-0E72-4BE8-88DA-3219B7EA690F}"/>
                  </a:ext>
                </a:extLst>
              </p14:cNvPr>
              <p14:cNvContentPartPr/>
              <p14:nvPr/>
            </p14:nvContentPartPr>
            <p14:xfrm>
              <a:off x="4801869" y="5394505"/>
              <a:ext cx="34920" cy="4284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8A43126B-0E72-4BE8-88DA-3219B7EA690F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784229" y="5358865"/>
                <a:ext cx="705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48A02489-5E20-4CFE-9D14-83105799E694}"/>
                  </a:ext>
                </a:extLst>
              </p14:cNvPr>
              <p14:cNvContentPartPr/>
              <p14:nvPr/>
            </p14:nvContentPartPr>
            <p14:xfrm>
              <a:off x="5170149" y="5277505"/>
              <a:ext cx="457560" cy="41256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48A02489-5E20-4CFE-9D14-83105799E694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152509" y="5241505"/>
                <a:ext cx="49320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D0B2E632-A078-44F2-ADDA-BE3860596383}"/>
                  </a:ext>
                </a:extLst>
              </p14:cNvPr>
              <p14:cNvContentPartPr/>
              <p14:nvPr/>
            </p14:nvContentPartPr>
            <p14:xfrm>
              <a:off x="6063669" y="5413945"/>
              <a:ext cx="70200" cy="29664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D0B2E632-A078-44F2-ADDA-BE3860596383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046029" y="5378305"/>
                <a:ext cx="10584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649A1E48-9C1D-4427-B1C4-80DBF5F5EFD1}"/>
                  </a:ext>
                </a:extLst>
              </p14:cNvPr>
              <p14:cNvContentPartPr/>
              <p14:nvPr/>
            </p14:nvContentPartPr>
            <p14:xfrm>
              <a:off x="6068349" y="5709505"/>
              <a:ext cx="223560" cy="324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649A1E48-9C1D-4427-B1C4-80DBF5F5EFD1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050709" y="5673505"/>
                <a:ext cx="2592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E25A27E0-473B-4A34-B175-B00BF9D15B22}"/>
                  </a:ext>
                </a:extLst>
              </p14:cNvPr>
              <p14:cNvContentPartPr/>
              <p14:nvPr/>
            </p14:nvContentPartPr>
            <p14:xfrm>
              <a:off x="3358989" y="5926945"/>
              <a:ext cx="172080" cy="4104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E25A27E0-473B-4A34-B175-B00BF9D15B22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340989" y="5891305"/>
                <a:ext cx="2077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59" name="Cerneală 258">
                <a:extLst>
                  <a:ext uri="{FF2B5EF4-FFF2-40B4-BE49-F238E27FC236}">
                    <a16:creationId xmlns:a16="http://schemas.microsoft.com/office/drawing/2014/main" id="{28DC6E7A-06D4-454B-BD29-ED2E5072B78D}"/>
                  </a:ext>
                </a:extLst>
              </p14:cNvPr>
              <p14:cNvContentPartPr/>
              <p14:nvPr/>
            </p14:nvContentPartPr>
            <p14:xfrm>
              <a:off x="3310749" y="5976985"/>
              <a:ext cx="202680" cy="285480"/>
            </p14:xfrm>
          </p:contentPart>
        </mc:Choice>
        <mc:Fallback xmlns="">
          <p:pic>
            <p:nvPicPr>
              <p:cNvPr id="259" name="Cerneală 258">
                <a:extLst>
                  <a:ext uri="{FF2B5EF4-FFF2-40B4-BE49-F238E27FC236}">
                    <a16:creationId xmlns:a16="http://schemas.microsoft.com/office/drawing/2014/main" id="{28DC6E7A-06D4-454B-BD29-ED2E5072B78D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293109" y="5941345"/>
                <a:ext cx="2383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FB600A67-02A4-4247-8574-796C5B36CFA0}"/>
                  </a:ext>
                </a:extLst>
              </p14:cNvPr>
              <p14:cNvContentPartPr/>
              <p14:nvPr/>
            </p14:nvContentPartPr>
            <p14:xfrm>
              <a:off x="3700629" y="6041785"/>
              <a:ext cx="211320" cy="18324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FB600A67-02A4-4247-8574-796C5B36CFA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682629" y="6006145"/>
                <a:ext cx="2469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6EB07A08-9BB6-4026-B91E-7E1BDF6C78B2}"/>
                  </a:ext>
                </a:extLst>
              </p14:cNvPr>
              <p14:cNvContentPartPr/>
              <p14:nvPr/>
            </p14:nvContentPartPr>
            <p14:xfrm>
              <a:off x="3937509" y="5900305"/>
              <a:ext cx="570240" cy="37008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6EB07A08-9BB6-4026-B91E-7E1BDF6C78B2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919869" y="5864305"/>
                <a:ext cx="6058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47848473-E5B9-4303-B8A8-3DE5D462C285}"/>
                  </a:ext>
                </a:extLst>
              </p14:cNvPr>
              <p14:cNvContentPartPr/>
              <p14:nvPr/>
            </p14:nvContentPartPr>
            <p14:xfrm>
              <a:off x="4557789" y="6102625"/>
              <a:ext cx="398520" cy="20592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47848473-E5B9-4303-B8A8-3DE5D462C285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4540149" y="6066625"/>
                <a:ext cx="4341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914042E6-6163-4A9C-A41F-1E4908FA50ED}"/>
                  </a:ext>
                </a:extLst>
              </p14:cNvPr>
              <p14:cNvContentPartPr/>
              <p14:nvPr/>
            </p14:nvContentPartPr>
            <p14:xfrm>
              <a:off x="4886469" y="6037465"/>
              <a:ext cx="46800" cy="2196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914042E6-6163-4A9C-A41F-1E4908FA50ED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868469" y="6001825"/>
                <a:ext cx="824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6F13E060-86D3-467A-9B2C-D5DA1AD4F2A5}"/>
                  </a:ext>
                </a:extLst>
              </p14:cNvPr>
              <p14:cNvContentPartPr/>
              <p14:nvPr/>
            </p14:nvContentPartPr>
            <p14:xfrm>
              <a:off x="5399829" y="5917585"/>
              <a:ext cx="381960" cy="41148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6F13E060-86D3-467A-9B2C-D5DA1AD4F2A5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381829" y="5881585"/>
                <a:ext cx="41760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855FA0CD-51A3-4FFB-8E3D-F17ED598802A}"/>
                  </a:ext>
                </a:extLst>
              </p14:cNvPr>
              <p14:cNvContentPartPr/>
              <p14:nvPr/>
            </p14:nvContentPartPr>
            <p14:xfrm>
              <a:off x="6300549" y="6078865"/>
              <a:ext cx="146880" cy="18108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855FA0CD-51A3-4FFB-8E3D-F17ED598802A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282909" y="6042865"/>
                <a:ext cx="1825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3789915C-A162-4DC1-A249-608E91347296}"/>
                  </a:ext>
                </a:extLst>
              </p14:cNvPr>
              <p14:cNvContentPartPr/>
              <p14:nvPr/>
            </p14:nvContentPartPr>
            <p14:xfrm>
              <a:off x="6135669" y="5909665"/>
              <a:ext cx="83160" cy="10116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3789915C-A162-4DC1-A249-608E9134729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118029" y="5874025"/>
                <a:ext cx="1188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0165E9C5-D1D5-4C9A-94BF-8474D035664E}"/>
                  </a:ext>
                </a:extLst>
              </p14:cNvPr>
              <p14:cNvContentPartPr/>
              <p14:nvPr/>
            </p14:nvContentPartPr>
            <p14:xfrm>
              <a:off x="6487029" y="5827945"/>
              <a:ext cx="51840" cy="11988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0165E9C5-D1D5-4C9A-94BF-8474D035664E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469389" y="5791945"/>
                <a:ext cx="874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3E35856B-8054-4736-BE57-33D3B4FEDA52}"/>
                  </a:ext>
                </a:extLst>
              </p14:cNvPr>
              <p14:cNvContentPartPr/>
              <p14:nvPr/>
            </p14:nvContentPartPr>
            <p14:xfrm>
              <a:off x="5832909" y="5293345"/>
              <a:ext cx="79200" cy="6444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3E35856B-8054-4736-BE57-33D3B4FEDA5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5814909" y="5257705"/>
                <a:ext cx="1148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C4986A32-F947-480C-A649-410B0EC04779}"/>
                  </a:ext>
                </a:extLst>
              </p14:cNvPr>
              <p14:cNvContentPartPr/>
              <p14:nvPr/>
            </p14:nvContentPartPr>
            <p14:xfrm>
              <a:off x="6294789" y="5308105"/>
              <a:ext cx="39960" cy="12708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C4986A32-F947-480C-A649-410B0EC04779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276789" y="5272105"/>
                <a:ext cx="756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90DC7AD2-DC53-47AB-B888-CCD72FA337A1}"/>
                  </a:ext>
                </a:extLst>
              </p14:cNvPr>
              <p14:cNvContentPartPr/>
              <p14:nvPr/>
            </p14:nvContentPartPr>
            <p14:xfrm>
              <a:off x="7050429" y="5548945"/>
              <a:ext cx="628560" cy="3240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90DC7AD2-DC53-47AB-B888-CCD72FA337A1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032429" y="5512945"/>
                <a:ext cx="6642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996A446A-A68A-49E2-9A57-DCED3E701099}"/>
                  </a:ext>
                </a:extLst>
              </p14:cNvPr>
              <p14:cNvContentPartPr/>
              <p14:nvPr/>
            </p14:nvContentPartPr>
            <p14:xfrm>
              <a:off x="7578909" y="5458585"/>
              <a:ext cx="205200" cy="28512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996A446A-A68A-49E2-9A57-DCED3E701099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560909" y="5422945"/>
                <a:ext cx="2408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D905D4B3-DC56-454D-A081-E3B6016F2929}"/>
                  </a:ext>
                </a:extLst>
              </p14:cNvPr>
              <p14:cNvContentPartPr/>
              <p14:nvPr/>
            </p14:nvContentPartPr>
            <p14:xfrm>
              <a:off x="8094429" y="5534905"/>
              <a:ext cx="157320" cy="15372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D905D4B3-DC56-454D-A081-E3B6016F2929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8076429" y="5498905"/>
                <a:ext cx="1929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26710133-2C28-4A20-9C8E-2FCED6BDEACE}"/>
                  </a:ext>
                </a:extLst>
              </p14:cNvPr>
              <p14:cNvContentPartPr/>
              <p14:nvPr/>
            </p14:nvContentPartPr>
            <p14:xfrm>
              <a:off x="8351829" y="5472625"/>
              <a:ext cx="597960" cy="19656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26710133-2C28-4A20-9C8E-2FCED6BDEACE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333829" y="5436625"/>
                <a:ext cx="6336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1D058BE9-8B9F-4E3E-B44A-CFC70C3841DF}"/>
                  </a:ext>
                </a:extLst>
              </p14:cNvPr>
              <p14:cNvContentPartPr/>
              <p14:nvPr/>
            </p14:nvContentPartPr>
            <p14:xfrm>
              <a:off x="8852589" y="5355985"/>
              <a:ext cx="61200" cy="6012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1D058BE9-8B9F-4E3E-B44A-CFC70C3841DF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8834949" y="5320345"/>
                <a:ext cx="968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3A63C7C8-AD13-4999-A63B-4DD292432A7E}"/>
                  </a:ext>
                </a:extLst>
              </p14:cNvPr>
              <p14:cNvContentPartPr/>
              <p14:nvPr/>
            </p14:nvContentPartPr>
            <p14:xfrm>
              <a:off x="9042669" y="5537425"/>
              <a:ext cx="202680" cy="11520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3A63C7C8-AD13-4999-A63B-4DD292432A7E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9025029" y="5501785"/>
                <a:ext cx="238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FBFF0464-5465-4396-8987-08DC176B1490}"/>
                  </a:ext>
                </a:extLst>
              </p14:cNvPr>
              <p14:cNvContentPartPr/>
              <p14:nvPr/>
            </p14:nvContentPartPr>
            <p14:xfrm>
              <a:off x="9754749" y="5290105"/>
              <a:ext cx="168840" cy="63216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FBFF0464-5465-4396-8987-08DC176B1490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9737109" y="5254465"/>
                <a:ext cx="20448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CAAE4986-39C5-4CCA-95A9-BE1CADE64A4C}"/>
                  </a:ext>
                </a:extLst>
              </p14:cNvPr>
              <p14:cNvContentPartPr/>
              <p14:nvPr/>
            </p14:nvContentPartPr>
            <p14:xfrm>
              <a:off x="9746109" y="5604745"/>
              <a:ext cx="356760" cy="5040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CAAE4986-39C5-4CCA-95A9-BE1CADE64A4C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9728109" y="5568745"/>
                <a:ext cx="3924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9248C1F8-D1FD-408A-B87E-C0B7E7FA4585}"/>
                  </a:ext>
                </a:extLst>
              </p14:cNvPr>
              <p14:cNvContentPartPr/>
              <p14:nvPr/>
            </p14:nvContentPartPr>
            <p14:xfrm>
              <a:off x="10461789" y="5515825"/>
              <a:ext cx="440280" cy="23976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9248C1F8-D1FD-408A-B87E-C0B7E7FA458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0443789" y="5480185"/>
                <a:ext cx="4759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2317F8AE-859E-4600-8ADF-E942A3C3D987}"/>
                  </a:ext>
                </a:extLst>
              </p14:cNvPr>
              <p14:cNvContentPartPr/>
              <p14:nvPr/>
            </p14:nvContentPartPr>
            <p14:xfrm>
              <a:off x="10958949" y="5611585"/>
              <a:ext cx="423360" cy="13536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2317F8AE-859E-4600-8ADF-E942A3C3D987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0941309" y="5575585"/>
                <a:ext cx="4590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5BE5260C-A632-4B9E-B3D1-1DC15D57106C}"/>
                  </a:ext>
                </a:extLst>
              </p14:cNvPr>
              <p14:cNvContentPartPr/>
              <p14:nvPr/>
            </p14:nvContentPartPr>
            <p14:xfrm>
              <a:off x="11428749" y="5630665"/>
              <a:ext cx="345240" cy="14004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5BE5260C-A632-4B9E-B3D1-1DC15D57106C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1411109" y="5595025"/>
                <a:ext cx="3808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D4E567CB-F0DC-44AB-8BCF-29E92A36A2AB}"/>
                  </a:ext>
                </a:extLst>
              </p14:cNvPr>
              <p14:cNvContentPartPr/>
              <p14:nvPr/>
            </p14:nvContentPartPr>
            <p14:xfrm>
              <a:off x="11768229" y="5529505"/>
              <a:ext cx="8280" cy="219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D4E567CB-F0DC-44AB-8BCF-29E92A36A2AB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1750589" y="5493865"/>
                <a:ext cx="4392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F446D872-67C3-40D6-A89A-81CBB1AAD2B9}"/>
                  </a:ext>
                </a:extLst>
              </p14:cNvPr>
              <p14:cNvContentPartPr/>
              <p14:nvPr/>
            </p14:nvContentPartPr>
            <p14:xfrm>
              <a:off x="11815749" y="5647225"/>
              <a:ext cx="238680" cy="14940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F446D872-67C3-40D6-A89A-81CBB1AAD2B9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1798109" y="5611585"/>
                <a:ext cx="2743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B0C8FD3C-B614-4C46-B07B-2F7596F2EA4B}"/>
                  </a:ext>
                </a:extLst>
              </p14:cNvPr>
              <p14:cNvContentPartPr/>
              <p14:nvPr/>
            </p14:nvContentPartPr>
            <p14:xfrm>
              <a:off x="11989629" y="5505025"/>
              <a:ext cx="100080" cy="11628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B0C8FD3C-B614-4C46-B07B-2F7596F2EA4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1971629" y="5469385"/>
                <a:ext cx="1357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5C039BED-1880-4592-985C-13E3431CFF11}"/>
                  </a:ext>
                </a:extLst>
              </p14:cNvPr>
              <p14:cNvContentPartPr/>
              <p14:nvPr/>
            </p14:nvContentPartPr>
            <p14:xfrm>
              <a:off x="12036069" y="5769985"/>
              <a:ext cx="68760" cy="9792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5C039BED-1880-4592-985C-13E3431CFF11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12018429" y="5734345"/>
                <a:ext cx="1044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3125F828-B4ED-455C-A78D-E652E474B9EB}"/>
                  </a:ext>
                </a:extLst>
              </p14:cNvPr>
              <p14:cNvContentPartPr/>
              <p14:nvPr/>
            </p14:nvContentPartPr>
            <p14:xfrm>
              <a:off x="8206389" y="5812105"/>
              <a:ext cx="1000800" cy="62748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3125F828-B4ED-455C-A78D-E652E474B9EB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8188389" y="5776465"/>
                <a:ext cx="103644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3EBDDB81-C69A-4D5F-BB94-4C649AA69D86}"/>
                  </a:ext>
                </a:extLst>
              </p14:cNvPr>
              <p14:cNvContentPartPr/>
              <p14:nvPr/>
            </p14:nvContentPartPr>
            <p14:xfrm>
              <a:off x="9166869" y="5880505"/>
              <a:ext cx="380160" cy="30528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3EBDDB81-C69A-4D5F-BB94-4C649AA69D86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9148869" y="5844865"/>
                <a:ext cx="4158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65E59A04-D51E-4783-9B79-181B148B22F8}"/>
                  </a:ext>
                </a:extLst>
              </p14:cNvPr>
              <p14:cNvContentPartPr/>
              <p14:nvPr/>
            </p14:nvContentPartPr>
            <p14:xfrm>
              <a:off x="10130229" y="6091465"/>
              <a:ext cx="126000" cy="25020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65E59A04-D51E-4783-9B79-181B148B22F8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0112229" y="6055825"/>
                <a:ext cx="1616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32E2B430-2277-4334-8823-BAA3ADF5E59A}"/>
                  </a:ext>
                </a:extLst>
              </p14:cNvPr>
              <p14:cNvContentPartPr/>
              <p14:nvPr/>
            </p14:nvContentPartPr>
            <p14:xfrm>
              <a:off x="10183149" y="6381985"/>
              <a:ext cx="192240" cy="1404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32E2B430-2277-4334-8823-BAA3ADF5E59A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0165509" y="6346345"/>
                <a:ext cx="2278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16B8D0CB-3314-4220-886D-594740E21FC9}"/>
                  </a:ext>
                </a:extLst>
              </p14:cNvPr>
              <p14:cNvContentPartPr/>
              <p14:nvPr/>
            </p14:nvContentPartPr>
            <p14:xfrm>
              <a:off x="10056069" y="5908585"/>
              <a:ext cx="63360" cy="9288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16B8D0CB-3314-4220-886D-594740E21FC9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0038429" y="5872945"/>
                <a:ext cx="990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DCF552CA-769A-44B2-92A6-133624354594}"/>
                  </a:ext>
                </a:extLst>
              </p14:cNvPr>
              <p14:cNvContentPartPr/>
              <p14:nvPr/>
            </p14:nvContentPartPr>
            <p14:xfrm>
              <a:off x="10421469" y="5909665"/>
              <a:ext cx="38160" cy="17100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DCF552CA-769A-44B2-92A6-133624354594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10403469" y="5874025"/>
                <a:ext cx="738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5CB306FA-2744-4822-8637-D537ECA8F728}"/>
                  </a:ext>
                </a:extLst>
              </p14:cNvPr>
              <p14:cNvContentPartPr/>
              <p14:nvPr/>
            </p14:nvContentPartPr>
            <p14:xfrm>
              <a:off x="10674189" y="803425"/>
              <a:ext cx="360" cy="36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5CB306FA-2744-4822-8637-D537ECA8F728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10656189" y="7677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101B2EC6-C486-44C5-8B65-FAF9D8B75AAD}"/>
                  </a:ext>
                </a:extLst>
              </p14:cNvPr>
              <p14:cNvContentPartPr/>
              <p14:nvPr/>
            </p14:nvContentPartPr>
            <p14:xfrm>
              <a:off x="10087029" y="629905"/>
              <a:ext cx="360" cy="36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101B2EC6-C486-44C5-8B65-FAF9D8B75AAD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10069029" y="594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B8A21CBD-05F1-46E0-9C85-E2DA2BA75FB5}"/>
                  </a:ext>
                </a:extLst>
              </p14:cNvPr>
              <p14:cNvContentPartPr/>
              <p14:nvPr/>
            </p14:nvContentPartPr>
            <p14:xfrm>
              <a:off x="11122029" y="331825"/>
              <a:ext cx="360" cy="36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B8A21CBD-05F1-46E0-9C85-E2DA2BA75FB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11104029" y="295825"/>
                <a:ext cx="3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260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243904" y="21688"/>
            <a:ext cx="1748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5F87F727-F817-4271-AD0E-4E626244A124}"/>
                  </a:ext>
                </a:extLst>
              </p14:cNvPr>
              <p14:cNvContentPartPr/>
              <p14:nvPr/>
            </p14:nvContentPartPr>
            <p14:xfrm>
              <a:off x="7304121" y="960156"/>
              <a:ext cx="60120" cy="3132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5F87F727-F817-4271-AD0E-4E626244A1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6121" y="942156"/>
                <a:ext cx="9576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47B4C140-F90E-4387-A2AA-5E74EB91D5D3}"/>
                  </a:ext>
                </a:extLst>
              </p14:cNvPr>
              <p14:cNvContentPartPr/>
              <p14:nvPr/>
            </p14:nvContentPartPr>
            <p14:xfrm>
              <a:off x="7636041" y="406836"/>
              <a:ext cx="403560" cy="2534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47B4C140-F90E-4387-A2AA-5E74EB91D5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8385" y="389196"/>
                <a:ext cx="439232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EF837939-6824-4CC0-A19A-E6C76E0879BC}"/>
                  </a:ext>
                </a:extLst>
              </p14:cNvPr>
              <p14:cNvContentPartPr/>
              <p14:nvPr/>
            </p14:nvContentPartPr>
            <p14:xfrm>
              <a:off x="6720561" y="502956"/>
              <a:ext cx="503280" cy="7624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EF837939-6824-4CC0-A19A-E6C76E0879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02908" y="484964"/>
                <a:ext cx="538946" cy="798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745B17E-329B-4A2D-8196-F864F52CC0C3}"/>
                  </a:ext>
                </a:extLst>
              </p14:cNvPr>
              <p14:cNvContentPartPr/>
              <p14:nvPr/>
            </p14:nvContentPartPr>
            <p14:xfrm>
              <a:off x="8194401" y="156276"/>
              <a:ext cx="128160" cy="16441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745B17E-329B-4A2D-8196-F864F52CC0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76761" y="138636"/>
                <a:ext cx="163800" cy="16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F950BCF6-59CB-4536-BEDF-1F6E699CB055}"/>
                  </a:ext>
                </a:extLst>
              </p14:cNvPr>
              <p14:cNvContentPartPr/>
              <p14:nvPr/>
            </p14:nvContentPartPr>
            <p14:xfrm>
              <a:off x="8950041" y="171036"/>
              <a:ext cx="70560" cy="158328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F950BCF6-59CB-4536-BEDF-1F6E699CB0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32401" y="153036"/>
                <a:ext cx="106200" cy="161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6537F767-202D-42C4-98D1-F835C1250945}"/>
                  </a:ext>
                </a:extLst>
              </p14:cNvPr>
              <p14:cNvContentPartPr/>
              <p14:nvPr/>
            </p14:nvContentPartPr>
            <p14:xfrm>
              <a:off x="8406441" y="1446156"/>
              <a:ext cx="315720" cy="19368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6537F767-202D-42C4-98D1-F835C125094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88441" y="1428156"/>
                <a:ext cx="3513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CDD85FF7-1ECA-4B0E-9D82-839566D1A720}"/>
                  </a:ext>
                </a:extLst>
              </p14:cNvPr>
              <p14:cNvContentPartPr/>
              <p14:nvPr/>
            </p14:nvContentPartPr>
            <p14:xfrm>
              <a:off x="8439921" y="907236"/>
              <a:ext cx="245880" cy="2426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CDD85FF7-1ECA-4B0E-9D82-839566D1A72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21921" y="889596"/>
                <a:ext cx="28152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C7CE94EB-4981-4DFD-9B3B-91736B7392A3}"/>
                  </a:ext>
                </a:extLst>
              </p14:cNvPr>
              <p14:cNvContentPartPr/>
              <p14:nvPr/>
            </p14:nvContentPartPr>
            <p14:xfrm>
              <a:off x="8419761" y="382716"/>
              <a:ext cx="415080" cy="3178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C7CE94EB-4981-4DFD-9B3B-91736B7392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01761" y="365076"/>
                <a:ext cx="45072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ADD7F61C-99BE-4F19-9287-1C44ECE9B8DA}"/>
                  </a:ext>
                </a:extLst>
              </p14:cNvPr>
              <p14:cNvContentPartPr/>
              <p14:nvPr/>
            </p14:nvContentPartPr>
            <p14:xfrm>
              <a:off x="7616961" y="892836"/>
              <a:ext cx="296280" cy="417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ADD7F61C-99BE-4F19-9287-1C44ECE9B8D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98961" y="874836"/>
                <a:ext cx="331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F42079D-7C5A-4CE0-A2AD-DB0EB64F09FE}"/>
                  </a:ext>
                </a:extLst>
              </p14:cNvPr>
              <p14:cNvContentPartPr/>
              <p14:nvPr/>
            </p14:nvContentPartPr>
            <p14:xfrm>
              <a:off x="7592841" y="757836"/>
              <a:ext cx="327240" cy="198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F42079D-7C5A-4CE0-A2AD-DB0EB64F09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75220" y="739836"/>
                <a:ext cx="362841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22946ADE-B58A-485F-A635-CC6798C494E1}"/>
                  </a:ext>
                </a:extLst>
              </p14:cNvPr>
              <p14:cNvContentPartPr/>
              <p14:nvPr/>
            </p14:nvContentPartPr>
            <p14:xfrm>
              <a:off x="9212841" y="983916"/>
              <a:ext cx="223200" cy="2437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22946ADE-B58A-485F-A635-CC6798C494E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95201" y="966250"/>
                <a:ext cx="258840" cy="279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38D6BD37-C06D-482D-9A51-791B47F11AE8}"/>
                  </a:ext>
                </a:extLst>
              </p14:cNvPr>
              <p14:cNvContentPartPr/>
              <p14:nvPr/>
            </p14:nvContentPartPr>
            <p14:xfrm>
              <a:off x="9195201" y="454716"/>
              <a:ext cx="372600" cy="2944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38D6BD37-C06D-482D-9A51-791B47F11A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77561" y="437054"/>
                <a:ext cx="408240" cy="330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609C6DCA-C974-488F-82AD-46A681E95F86}"/>
                  </a:ext>
                </a:extLst>
              </p14:cNvPr>
              <p14:cNvContentPartPr/>
              <p14:nvPr/>
            </p14:nvContentPartPr>
            <p14:xfrm>
              <a:off x="9166761" y="1394676"/>
              <a:ext cx="251640" cy="75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609C6DCA-C974-488F-82AD-46A681E95F8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48761" y="1376676"/>
                <a:ext cx="2872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4F76B95C-1F57-4BA3-A665-F0AC1A5AD17F}"/>
                  </a:ext>
                </a:extLst>
              </p14:cNvPr>
              <p14:cNvContentPartPr/>
              <p14:nvPr/>
            </p14:nvContentPartPr>
            <p14:xfrm>
              <a:off x="9152001" y="1508796"/>
              <a:ext cx="326160" cy="26352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4F76B95C-1F57-4BA3-A665-F0AC1A5AD17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134361" y="1490796"/>
                <a:ext cx="3618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C3BF23C6-D355-4BA3-96E6-9380C63A32DF}"/>
                  </a:ext>
                </a:extLst>
              </p14:cNvPr>
              <p14:cNvContentPartPr/>
              <p14:nvPr/>
            </p14:nvContentPartPr>
            <p14:xfrm>
              <a:off x="9662121" y="137196"/>
              <a:ext cx="554760" cy="176364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C3BF23C6-D355-4BA3-96E6-9380C63A32D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44121" y="119196"/>
                <a:ext cx="590400" cy="179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5B140936-FBFB-4D9F-BC4C-2CDFB1CB79F3}"/>
                  </a:ext>
                </a:extLst>
              </p14:cNvPr>
              <p14:cNvContentPartPr/>
              <p14:nvPr/>
            </p14:nvContentPartPr>
            <p14:xfrm>
              <a:off x="10355121" y="204516"/>
              <a:ext cx="619200" cy="172980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5B140936-FBFB-4D9F-BC4C-2CDFB1CB79F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337121" y="186516"/>
                <a:ext cx="654840" cy="17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A554093B-C33A-4DA0-A840-5C7C573EB49B}"/>
                  </a:ext>
                </a:extLst>
              </p14:cNvPr>
              <p14:cNvContentPartPr/>
              <p14:nvPr/>
            </p14:nvContentPartPr>
            <p14:xfrm>
              <a:off x="11101401" y="113076"/>
              <a:ext cx="608400" cy="175572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A554093B-C33A-4DA0-A840-5C7C573EB4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083401" y="95436"/>
                <a:ext cx="644040" cy="179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4254716E-CAE8-4417-9B3E-B7FB43E29E47}"/>
                  </a:ext>
                </a:extLst>
              </p14:cNvPr>
              <p14:cNvContentPartPr/>
              <p14:nvPr/>
            </p14:nvContentPartPr>
            <p14:xfrm>
              <a:off x="11788281" y="137196"/>
              <a:ext cx="30960" cy="181116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4254716E-CAE8-4417-9B3E-B7FB43E29E4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770641" y="119196"/>
                <a:ext cx="66600" cy="18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087DE554-3B38-4056-A39B-1C50392D950E}"/>
                  </a:ext>
                </a:extLst>
              </p14:cNvPr>
              <p14:cNvContentPartPr/>
              <p14:nvPr/>
            </p14:nvContentPartPr>
            <p14:xfrm>
              <a:off x="1249733" y="868708"/>
              <a:ext cx="605880" cy="56516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087DE554-3B38-4056-A39B-1C50392D95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31733" y="850709"/>
                <a:ext cx="641520" cy="5687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6966DEB3-9466-4FAC-86C6-0BAAD8EA5E4F}"/>
                  </a:ext>
                </a:extLst>
              </p14:cNvPr>
              <p14:cNvContentPartPr/>
              <p14:nvPr/>
            </p14:nvContentPartPr>
            <p14:xfrm>
              <a:off x="2072684" y="868708"/>
              <a:ext cx="605880" cy="56516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6966DEB3-9466-4FAC-86C6-0BAAD8EA5E4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54684" y="850709"/>
                <a:ext cx="641520" cy="5687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EAA6127A-F6B9-4443-90D6-4D05E1EB3CAA}"/>
                  </a:ext>
                </a:extLst>
              </p14:cNvPr>
              <p14:cNvContentPartPr/>
              <p14:nvPr/>
            </p14:nvContentPartPr>
            <p14:xfrm>
              <a:off x="3256149" y="2622265"/>
              <a:ext cx="718200" cy="5245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EAA6127A-F6B9-4443-90D6-4D05E1EB3CA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8509" y="2604265"/>
                <a:ext cx="75384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BB55B9B5-8495-4ABE-B397-1886AD4A949E}"/>
                  </a:ext>
                </a:extLst>
              </p14:cNvPr>
              <p14:cNvContentPartPr/>
              <p14:nvPr/>
            </p14:nvContentPartPr>
            <p14:xfrm>
              <a:off x="3261391" y="4251951"/>
              <a:ext cx="718200" cy="5245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BB55B9B5-8495-4ABE-B397-1886AD4A949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43751" y="4233951"/>
                <a:ext cx="75384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8D35D8C4-07F0-4ABF-B4B2-7BD89DAA7AA6}"/>
                  </a:ext>
                </a:extLst>
              </p14:cNvPr>
              <p14:cNvContentPartPr/>
              <p14:nvPr/>
            </p14:nvContentPartPr>
            <p14:xfrm>
              <a:off x="3261391" y="4983463"/>
              <a:ext cx="718200" cy="5245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8D35D8C4-07F0-4ABF-B4B2-7BD89DAA7AA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43751" y="4965463"/>
                <a:ext cx="75384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44C5B3BC-DB4B-4F83-82B7-92F43041D0E5}"/>
                  </a:ext>
                </a:extLst>
              </p14:cNvPr>
              <p14:cNvContentPartPr/>
              <p14:nvPr/>
            </p14:nvContentPartPr>
            <p14:xfrm>
              <a:off x="3261391" y="5806414"/>
              <a:ext cx="718200" cy="5245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44C5B3BC-DB4B-4F83-82B7-92F43041D0E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43751" y="5788414"/>
                <a:ext cx="753840" cy="56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70C9CD01-2AA6-4508-B1D7-9BB73ABEEC37}"/>
                  </a:ext>
                </a:extLst>
              </p14:cNvPr>
              <p14:cNvContentPartPr/>
              <p14:nvPr/>
            </p14:nvContentPartPr>
            <p14:xfrm>
              <a:off x="10800909" y="2001145"/>
              <a:ext cx="132480" cy="3160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70C9CD01-2AA6-4508-B1D7-9BB73ABEEC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783269" y="1983485"/>
                <a:ext cx="168120" cy="351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C6D699B2-623E-4FD6-9929-CC6171B1210D}"/>
                  </a:ext>
                </a:extLst>
              </p14:cNvPr>
              <p14:cNvContentPartPr/>
              <p14:nvPr/>
            </p14:nvContentPartPr>
            <p14:xfrm>
              <a:off x="10067589" y="2069185"/>
              <a:ext cx="528120" cy="6220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C6D699B2-623E-4FD6-9929-CC6171B121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49949" y="2051185"/>
                <a:ext cx="563760" cy="65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18275A60-601B-4A1C-8060-4A6460879C04}"/>
                  </a:ext>
                </a:extLst>
              </p14:cNvPr>
              <p14:cNvContentPartPr/>
              <p14:nvPr/>
            </p14:nvContentPartPr>
            <p14:xfrm>
              <a:off x="10949949" y="2411185"/>
              <a:ext cx="286200" cy="26388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18275A60-601B-4A1C-8060-4A6460879C0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931949" y="2393521"/>
                <a:ext cx="321840" cy="299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46FCEB9A-BD7C-416F-B3AE-25C53773812A}"/>
                  </a:ext>
                </a:extLst>
              </p14:cNvPr>
              <p14:cNvContentPartPr/>
              <p14:nvPr/>
            </p14:nvContentPartPr>
            <p14:xfrm>
              <a:off x="11647989" y="2324425"/>
              <a:ext cx="256680" cy="29052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46FCEB9A-BD7C-416F-B3AE-25C53773812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630324" y="2306425"/>
                <a:ext cx="29237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79B3FD85-B739-490F-912B-4ED75DCA837E}"/>
                  </a:ext>
                </a:extLst>
              </p14:cNvPr>
              <p14:cNvContentPartPr/>
              <p14:nvPr/>
            </p14:nvContentPartPr>
            <p14:xfrm>
              <a:off x="11386629" y="2001505"/>
              <a:ext cx="172800" cy="3171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79B3FD85-B739-490F-912B-4ED75DCA837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368989" y="1983505"/>
                <a:ext cx="2084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15EFA9E5-51A9-495A-B14F-DA325F95180C}"/>
                  </a:ext>
                </a:extLst>
              </p14:cNvPr>
              <p14:cNvContentPartPr/>
              <p14:nvPr/>
            </p14:nvContentPartPr>
            <p14:xfrm>
              <a:off x="8005869" y="161905"/>
              <a:ext cx="1663200" cy="228744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15EFA9E5-51A9-495A-B14F-DA325F95180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87869" y="144265"/>
                <a:ext cx="1698840" cy="23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83B4D2CD-B644-4F57-A126-07B861D6B25E}"/>
                  </a:ext>
                </a:extLst>
              </p14:cNvPr>
              <p14:cNvContentPartPr/>
              <p14:nvPr/>
            </p14:nvContentPartPr>
            <p14:xfrm>
              <a:off x="285309" y="495265"/>
              <a:ext cx="6601680" cy="611892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83B4D2CD-B644-4F57-A126-07B861D6B25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7309" y="477625"/>
                <a:ext cx="6637320" cy="615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D2C8508D-900E-435A-ABF6-EF1AEDB488D0}"/>
                  </a:ext>
                </a:extLst>
              </p14:cNvPr>
              <p14:cNvContentPartPr/>
              <p14:nvPr/>
            </p14:nvContentPartPr>
            <p14:xfrm>
              <a:off x="10598229" y="3867745"/>
              <a:ext cx="105120" cy="5112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D2C8508D-900E-435A-ABF6-EF1AEDB488D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580589" y="3850105"/>
                <a:ext cx="140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24169BF3-EC80-4E36-A428-A7D4039FEE46}"/>
                  </a:ext>
                </a:extLst>
              </p14:cNvPr>
              <p14:cNvContentPartPr/>
              <p14:nvPr/>
            </p14:nvContentPartPr>
            <p14:xfrm>
              <a:off x="10512549" y="4350145"/>
              <a:ext cx="894600" cy="46044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24169BF3-EC80-4E36-A428-A7D4039FEE4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494549" y="4332505"/>
                <a:ext cx="93024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E05E4E3B-E3B1-435D-BB0F-11B2148A380F}"/>
                  </a:ext>
                </a:extLst>
              </p14:cNvPr>
              <p14:cNvContentPartPr/>
              <p14:nvPr/>
            </p14:nvContentPartPr>
            <p14:xfrm>
              <a:off x="8617149" y="3872785"/>
              <a:ext cx="1638720" cy="77580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E05E4E3B-E3B1-435D-BB0F-11B2148A380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99509" y="3854785"/>
                <a:ext cx="1674360" cy="81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62584265-C82C-4465-8FD4-B2FC8CE480F5}"/>
                  </a:ext>
                </a:extLst>
              </p14:cNvPr>
              <p14:cNvContentPartPr/>
              <p14:nvPr/>
            </p14:nvContentPartPr>
            <p14:xfrm>
              <a:off x="10372869" y="4041625"/>
              <a:ext cx="471960" cy="10620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62584265-C82C-4465-8FD4-B2FC8CE480F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354869" y="4023564"/>
                <a:ext cx="507600" cy="1419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16D4E167-34EE-4ABF-8F6F-650DCA895CD3}"/>
                  </a:ext>
                </a:extLst>
              </p14:cNvPr>
              <p14:cNvContentPartPr/>
              <p14:nvPr/>
            </p14:nvContentPartPr>
            <p14:xfrm>
              <a:off x="8537229" y="4891585"/>
              <a:ext cx="3345120" cy="107964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16D4E167-34EE-4ABF-8F6F-650DCA895CD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519229" y="4873939"/>
                <a:ext cx="3380760" cy="11152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5941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335343" y="137196"/>
            <a:ext cx="1748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solidFill>
                  <a:srgbClr val="0000FF"/>
                </a:solidFill>
              </a:rPr>
              <a:t>Forme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canonice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D529E5F-819A-461E-ABE6-6C72CF2AC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1399462" cy="341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02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Imagine 287">
            <a:extLst>
              <a:ext uri="{FF2B5EF4-FFF2-40B4-BE49-F238E27FC236}">
                <a16:creationId xmlns:a16="http://schemas.microsoft.com/office/drawing/2014/main" id="{2A34DE9F-9EAE-47AD-A48D-A1E88E6F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411513"/>
            <a:ext cx="25717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09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4109</TotalTime>
  <Words>811</Words>
  <Application>Microsoft Office PowerPoint</Application>
  <PresentationFormat>Ecran lat</PresentationFormat>
  <Paragraphs>199</Paragraphs>
  <Slides>39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217</cp:revision>
  <dcterms:created xsi:type="dcterms:W3CDTF">2020-09-24T15:20:51Z</dcterms:created>
  <dcterms:modified xsi:type="dcterms:W3CDTF">2024-10-03T09:15:04Z</dcterms:modified>
</cp:coreProperties>
</file>