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495" r:id="rId2"/>
    <p:sldId id="349" r:id="rId3"/>
    <p:sldId id="429" r:id="rId4"/>
    <p:sldId id="430" r:id="rId5"/>
    <p:sldId id="431" r:id="rId6"/>
    <p:sldId id="432" r:id="rId7"/>
    <p:sldId id="433" r:id="rId8"/>
    <p:sldId id="394" r:id="rId9"/>
    <p:sldId id="395" r:id="rId10"/>
    <p:sldId id="434" r:id="rId11"/>
    <p:sldId id="435" r:id="rId12"/>
    <p:sldId id="439" r:id="rId13"/>
    <p:sldId id="497" r:id="rId14"/>
    <p:sldId id="500" r:id="rId15"/>
    <p:sldId id="442" r:id="rId16"/>
    <p:sldId id="440" r:id="rId17"/>
    <p:sldId id="354" r:id="rId18"/>
    <p:sldId id="368" r:id="rId19"/>
    <p:sldId id="369" r:id="rId20"/>
    <p:sldId id="358" r:id="rId21"/>
    <p:sldId id="498" r:id="rId22"/>
    <p:sldId id="501" r:id="rId23"/>
    <p:sldId id="356" r:id="rId24"/>
    <p:sldId id="360" r:id="rId25"/>
    <p:sldId id="371" r:id="rId26"/>
    <p:sldId id="372" r:id="rId27"/>
    <p:sldId id="444" r:id="rId28"/>
    <p:sldId id="496" r:id="rId29"/>
    <p:sldId id="398" r:id="rId30"/>
    <p:sldId id="399" r:id="rId31"/>
    <p:sldId id="400" r:id="rId32"/>
    <p:sldId id="401" r:id="rId33"/>
    <p:sldId id="402" r:id="rId34"/>
    <p:sldId id="403" r:id="rId35"/>
    <p:sldId id="404" r:id="rId36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2:00.6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374 798,'-1'0,"1"0,-1 0,0 0,1 0,-1 1,0-1,0 0,1 1,-1-1,1 1,-1-1,0 0,1 1,-1-1,1 1,-1 0,1-1,-1 1,1-1,-1 1,1 0,0-1,-1 1,1 0,0-1,0 1,-1 0,1 0,0-1,0 1,0 0,0 0,0-1,0 1,0 0,0 0,0-1,1 1,-1 0,0-1,0 1,1 0,-1 0,0-1,1 1,-1 0,0-1,1 1,-1-1,1 1,0-1,7 24,2 0,1-1,1-1,1 0,0-1,2 0,0-1,14 13,-7-13,0 0,2-2,0-1,1-1,0-1,1-1,1-2,0 0,1-2,0-1,0-1,1-1,0-2,1-1,-1-1,0-2,27-1,-34 0,-1 0,1-1,0-1,-1-1,1-1,-1-1,0-1,0 0,-1-2,0 0,0-2,-1 0,0-1,-1-1,0-1,3-3,0-3,0-2,-1 0,-1-1,-2 0,0-2,-1 0,-1-1,-2-1,0 0,-2 0,-1-1,-1-1,-1 0,-2 0,0 0,-2-1,-2 0,0 1,-2-1,-1 0,-1 0,-1 0,-2 1,-1 0,-9-26,5 29,-1 0,-1 0,-1 2,-1-1,-1 2,-1 0,-1 0,0 2,-2 0,-1 1,0 1,-1 1,-1 1,-1 1,0 1,-1 1,0 0,-1 2,0 1,-1 2,0 0,0 1,-5 1,-15 4,-1 2,0 1,1 3,-1 2,1 2,0 1,1 3,0 2,1 2,1 1,0 3,2 1,-33 22,36-20,1 2,2 1,0 2,2 1,1 1,1 2,2 1,0 3,16-19,1 1,1-1,0 2,2 0,0 0,1 0,1 1,0 0,2 1,1-1,0 1,1 0,2 0,0 0,1 0,1 0,3 14,17 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2:03.7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438 10,'-19'-3,"0"0,-1 1,1 1,-1 1,1 0,-1 2,1 0,0 1,0 1,0 1,0 0,1 2,-1 0,2 1,-1 1,1 0,1 2,-1 0,2 0,0 2,-11 10,24-21,0-1,0 1,0-1,0 1,0 0,0 0,0 0,1 0,-1 0,1 0,0 1,-1-1,1 0,0 1,0-1,1 0,-1 1,0 0,1-1,0 1,-1-1,1 1,0-1,0 1,0 0,1-1,-1 1,1-1,-1 1,1-1,0 1,0-1,0 0,0 1,1-1,-1 0,1 0,-1 0,1 0,0 0,0 1,12 5,1-1,0 0,0-1,0-1,1 0,13 2,16 5,-11-3,-2 3,1 0,-2 3,23 13,-45-24,-1 1,0 1,0 0,0 0,-1 0,0 1,0 0,-1 0,0 1,0 0,0 0,-1 0,-1 1,1 0,-1 0,-1 0,0 0,0 0,0 2,-3-7,1 0,0 0,-1 0,0 0,0 0,0 0,0 0,0 0,-1 0,0-1,0 1,0 0,0 0,-1-1,1 1,-1 0,0-1,0 0,0 1,-1-1,1 0,-1 0,0 0,0-1,0 1,0-1,0 1,0-1,-1 0,1 0,-1 0,1-1,-1 1,0-1,0 0,-19 3,1 0,-1-2,0 0,0-1,0-2,-13-2,-40 1,50 7,26-4,-1-1,1 0,0 0,0 1,-1-1,1 0,0 1,0-1,-1 0,1 1,0-1,0 0,0 1,0-1,-1 0,1 1,0-1,0 0,0 1,0-1,0 0,0 1,0-1,0 1,0-1,0 0,0 1,0-1,0 0,1 1,-1-1,0 1,0-1,0 0,0 1,1-1,-1 0,0 0,0 1,1-1,-1 0,0 0,1 1,-1-1,0 0,0 0,1 0,-1 1,1-1,-1 0,0 0,1 0,-1 0,0 0,1 0,-1 0,0 0,1 0,-1 0,1 0,-1 0,0 0,1 0,-1 0,1 0,20 6,4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2:03.9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 1,'-4'2,"-2"8,-2 13,0 15,2 11,2 10,3 7,5 5,4 4,2-2,2-3,0-12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2:04.4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1,'4'0,"9"0,11 0,13 0,13 0,13 2,11 3,6 1,4 1,-13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2:09.2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48 0,'-2'23,"1"26,1 22,1 18,-1 13,-1 9,-6 1,-4-6,0-8,2-13,4-15,4-21</inkml:trace>
  <inkml:trace contextRef="#ctx0" brushRef="#br0" timeOffset="1587.28">289 496,'24'58,"-16"-45,14 24,-2 1,-2 1,-2 1,3 10,25 73,-44-122,1 0,-1-1,0 1,1 0,0 0,-1-1,1 1,-1 0,1-1,0 1,-1 0,1-1,0 1,0-1,-1 0,1 1,0-1,0 1,0-1,0 0,0 0,-1 0,1 1,0-1,0 0,0 0,0 0,0 0,0 0,0-1,0 1,-1 0,1 0,0-1,0 1,0 0,0-1,-1 1,1-1,0 1,0-1,-1 1,1-1,0 1,-1-1,1 0,0 1,-1-1,1 0,-1 0,1 0,30-46,-28 43,27-53,-2-2,-3 0,2-17,-20 62,-5 20,-4 29,1-29,0 7,-2 14,1 0,1 1,2-1,1 0,2 10,-3-31,0 0,0 0,1 0,-1-1,1 1,1 0,-1-1,1 1,0-1,0 0,1 0,0 0,0 0,0-1,0 0,0 0,1 0,0 0,0 0,0-1,0 0,1 0,-1-1,1 1,-1-1,7 1,-5-2,0 0,0 0,0-1,1 0,-1-1,0 1,0-1,0-1,0 1,0-1,0 0,0-1,0 0,-1 0,1 0,-1-1,3-2,93-84,-77 60,-1-1,-2-1,17-33,-27 55,-8 30,11 315,-11-283,7 86,-5 0,-13 115,3-223,4-30,0-1,0 1,-1 0,1 0,0-1,0 1,0 0,0 0,0-1,-1 1,1 0,0 0,0 0,-1 0,1-1,0 1,0 0,0 0,-1 0,1 0,0 0,-1 0,1-1,0 1,0 0,-1 0,1 0,0 0,-1 0,1 0,0 0,0 0,-1 0,1 0,0 1,0-1,-1 0,1 0,0 0,-8-230,-28-550,41 706,-3 73,-1 0,0 1,1-1,-1 1,0-1,1 1,-1 0,1-1,-1 1,1 0,-1 0,1 0,-1 0,0 0,1 0,-1 1,1-1,-1 0,1 1,-1-1,0 1,1-1,-1 1,0 0,1 0,-1 0,0-1,0 1,0 0,0 0,0 1,0-1,0 0,0 0,0 0,-1 1,1-1,0 0,-1 1,1 0,1 0,49 53,-3 3,33 53,-79-110,-1 0,1 1,-1-1,1 1,-1-1,1 1,-1 0,0 0,0 0,0-1,0 1,0 0,0 0,0 0,-1 0,1 0,-1 1,0-1,1 0,-1 0,0 0,0 0,0 0,-1 1,1-1,0 0,-1 0,1 0,-1 0,0 0,0 0,0 0,0 0,0 0,0-1,0 1,-1 0,1-1,-1 1,0 0,-6 1,0 0,1 0,-1-1,-1 0,1-1,0 0,0 0,-1-1,1 0,0 0,0-1,-1 0,1 0,0-1,6 2,1-1,-1 1,1-1,0 1,-1-1,1 0,0 1,0-1,0 0,-1 0,1 0,0 0,0 0,0 0,0 0,0 0,1 0,-1 0,0 0,0-1,1 1,-1 0,1-1,-1 1,1 0,0-1,-1 1,1-1,0 1,0-1,0 1,0 0,0-1,0 1,0-1,1 1,-1-1,0 1,1 0,0-2,32-48,-12 34,-1 2,2 0,0 1,1 1,0 2,1 0,0 1,1 2,-1 0,8 1,64-8,-93 15,0-1,0 2,0-1,0 0,0 1,0-1,0 1,0 0,0 0,0 0,0 0,0 1,-1-1,1 1,0 0,-1 0,1 0,-1 0,0 0,0 0,0 0,0 1,0-1,0 1,-1 0,1-1,-1 1,0 0,1 1,19 121,-21-121,1-1,0 1,-1-1,1 1,0-1,1 1,-1-1,1 0,-1 0,1 0,0 0,0 0,1 0,-1 0,0 0,1-1,0 1,0-1,-1 0,1 0,0 0,1 0,-1-1,0 1,1-1,-1 0,0 0,1 0,-1 0,1 0,0-1,-1 0,1 0,-1 0,1 0,0 0,-1-1,1 0,10-6,-1-2,0 0,-1 0,0-1,0-1,-1 0,0-1,-1 0,-1 0,0-1,0 0,-2-1,1 0,-2 0,2-5,-2 8,39-67,-45 77,1 1,-1 0,1 0,-1 0,1 0,-1 0,1 0,0 0,-1 0,1 0,-1 0,1 0,-1 0,1 0,-1 0,1 0,-1 1,1-1,-1 0,0 0,1 1,-1-1,1 0,-1 0,1 1,-1-1,0 1,1-1,-1 0,0 1,1-1,-1 1,0-1,0 1,0-1,1 1,-1-1,0 1,0-1,0 1,0-1,0 1,0-1,0 1,0-1,0 1,0-1,0 1,0-1,0 1,0-1,0 1,-1-1,1 1,0-1,0 0,-1 1,1-1,0 1,0-1,-1 1,1-1,0 0,-1 1,1-1,-1 0,1 1,0 1,-3 32,1-26,0 1,0-1,1 1,0 0,1-1,0 1,0 0,1-1,0 1,1-1,0 1,0-1,0 1,1-1,1 0,-1 0,1-1,1 1,-1-1,1 0,0 0,1 0,0-1,3 3,-1-4,1-1,1 0,-1 0,1-1,-1 0,1-1,0 0,0-1,0 0,0 0,0-1,0 0,0-1,0 0,0-1,0 0,0 0,0-1,-1 0,1-1,-1 0,0 0,0-1,-1-1,1 1,-1-1,0-1,-1 1,1-2,8-9,-1 0,0-1,-2 0,0-1,-1 0,-1-1,-1-1,-1 0,0 0,-2-1,1-6,8-33,-4-1,-2 1,-1-34,-5-100,-19 137,14 58,0 0,0-1,1 1,-1-1,0 1,0 0,0 0,0-1,1 1,-1 0,0 0,0 0,0 0,0 0,0 0,1 0,-1 0,0 1,0-1,0 0,0 0,1 1,-1-1,0 0,0 1,1-1,-1 1,0-1,0 1,1-1,-1 1,1 0,-1-1,1 1,-1 0,1 0,-1-1,1 1,-1 0,1 0,0-1,-1 1,1 1,-9 17,0 0,2 1,0 0,1 1,1-1,1 1,1 0,1 0,0 20,2-38,-3 36,1-1,2 1,2 0,1-1,2 1,4 7,-6-31,1 0,1 0,0 0,2 0,-1-1,2 0,0 0,0-1,1 0,1 0,0-1,1-1,0 1,1-2,0 0,7 4,-12-8,1-1,1 0,-1 0,1-1,0 0,0-1,0 0,0 0,1-1,-1 0,1-1,-1 0,1 0,-1-1,1-1,0 1,0-2,16-6</inkml:trace>
  <inkml:trace contextRef="#ctx0" brushRef="#br0" timeOffset="1860.601">2187 255,'25'-2,"24"-1,25-1,19 2,13 0,6 4,-4 5,-14 4,-23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2:05.1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119 819,'-3'0,"-2"0,-3 0,-1 0</inkml:trace>
  <inkml:trace contextRef="#ctx0" brushRef="#br0" timeOffset="300.239">426 431,'-5'0,"-1"0</inkml:trace>
  <inkml:trace contextRef="#ctx0" brushRef="#br0" timeOffset="572.138">65 939,'0'4,"0"0,0-4,0-3,2-4,4-4,-1 2</inkml:trace>
  <inkml:trace contextRef="#ctx0" brushRef="#br0" timeOffset="1236.369">613 150,'-12'-6,"0"0,-1 1,0 0,1 1,-1 1,-1 0,1 1,0 0,-1 1,1 1,-1 0,1 1,0 0,-1 1,1 0,0 1,0 1,-6 2,-21 16,1 2,1 2,1 1,1 1,2 3,-14 15,44-42,-6 6,0-1,0 2,1-1,0 1,1 1,0-1,-5 12,12-21,1 0,-1 0,0 0,1 0,-1 0,1 0,-1 0,1 0,0 0,0 1,0-1,0 0,0 0,1 0,-1 0,1 0,-1 0,1 0,0 0,-1 0,1 0,0 0,0 0,1-1,-1 1,0 0,1-1,-1 1,1-1,-1 1,1-1,0 0,-1 0,1 0,1 1,71 24,62-7,-111-19,1 2,-1 1,1 1,-1 2,-1 0,1 1,-1 2,0 0,-1 2,0 0,0 2,0 2,-16-10,-1 0,1 1,-1 0,-1 0,1 0,-1 1,0 0,-1 0,0 0,0 0,0 1,-1 0,0-1,-1 1,0 1,1 0,-4-6,0 1,0-1,0 0,-1 0,1 0,-1 0,1 0,-1 0,0-1,0 1,0 0,-1-1,1 0,0 1,-1-1,0 0,1 0,-1 0,0-1,0 1,0-1,0 0,0 1,-1-1,1-1,0 1,0 0,-1-1,1 0,0 0,-1 0,1 0,-1 0,-2 1,-387 42,357-33,39-7,40-1,-12-4</inkml:trace>
  <inkml:trace contextRef="#ctx0" brushRef="#br0" timeOffset="2342.42">774 711,'6'5,"2"-2,-1 1,0-1,1 0,-1-1,1 0,0 0,0-1,0 1,0-2,0 1,0-1,0-1,0 1,-1-1,1-1,0 1,0-1,0-1,-1 1,1-1,-1-1,0 1,0-1,0-1,-1 1,1-1,-1 0,0 0,-1-1,1 0,-1 0,0 0,0-1,-1 0,0 1,3-7,-7 10,0 1,0-1,0 0,0 1,0-1,0 1,-1-1,0 1,1-1,-1 1,0-1,0 1,0 0,0-1,0 1,-1 0,1 0,-1 0,1 0,-1 0,0 0,0 0,0 1,0-1,0 1,0-1,-1 1,1 0,0 0,0 0,-1 0,1 0,-1 1,1-1,-1 1,1-1,-1 1,0 0,1 0,-1 0,1 0,-1 1,1-1,-1 1,1-1,-1 1,1 0,-1 0,1 0,-2 1,-4 2,2 0,-1 0,0 1,1-1,0 1,0 1,0-1,1 1,0 0,0 0,0 1,1 0,0-1,0 1,0 1,1-1,0 0,1 1,0 0,0-1,1 1,-1 0,2 0,-1 0,1 0,0 0,1 0,0-1,0 1,1 0,0 0,0-1,1 1,0-1,0 1,1-1,0 0,0-1,0 1,4 3,-1-2,0 0,1-1,0 0,0 0,1 0,0-1,0 0,1-1,-1 0,1-1,0 0,1 0,-1-1,1 0,-1-1,1 0,0-1,-1 0,3-1,-5 0,1 0,-1 0,0-1,1 0,-1 0,0-1,0 0,0-1,0 0,0 0,0 0,-1-1,0-1,0 1,0-1,0 0,-1 0,0-1,0 0,0 0,-1-1,1 1,-2-1,4-6,-1-5,-1 0,-1 0,0-1,-2 0,0 1,-1-1,-1 0,-1 0,0 0,-4-17,4 29,0 2,0 1,0-1,0 0,0 1,-1-1,0 0,0 1,0-1,-1 1,0-1,1 1,-2 0,1 0,0 0,-1 0,0 0,2 4,0 0,-1 0,1 1,0-1,-1 0,1 0,0 1,-1-1,1 1,0 0,0-1,-1 1,1 0,0-1,0 1,0 0,0 0,0 0,0 0,0 0,1 0,-1 0,0 1,0-1,1 0,-1 0,1 1,-1-1,1 0,-1 1,1-1,0 0,0 1,0-1,0 0,0 1,0-1,0 1,-1 0,1 1,0-1,-1 0,1 1,0-1,0 0,1 1,-1-1,0 1,1-1,-1 0,1 0,0 1,0-1,0 0,0 0,0 0,0 0,1 0,-1 0,1 0,-1 0,1-1,0 1,0 0,-1-1,1 0,0 1,0-1,1 0,-1 0,0 0,0 0,0 0,1-1,0 1,15 2,-1-1,1 0,-1-1,1-1,-1-1,1 0,-1-1,7-3,-3 2,120-14,-138 16,-1 1,1 0,0-1,-1 1,1 0,-1 0,1 1,0-1,-1 1,1-1,-1 1,1 0,-1-1,1 1,-1 1,0-1,1 0,-1 0,0 1,0 0,0-1,0 1,0 0,-1 0,1 0,0 0,-1 0,1 0,-1 0,0 1,0-1,0 1,0-1,0 0,0 1,0 2,0 71,5 30,-5-102,0-1,1 1,-1 0,1-1,0 0,0 1,0-1,0 0,0 0,1 0,0 0,-1-1,1 1,0-1,0 1,0-1,1 0,-1 0,0 0,1-1,-1 1,1-1,0 0,-1 0,4 0,3-1,1 0,-1-1,0-1,0 0,0 0,0-1,0 0,0 0,-1-1,1-1,-1 0,0 0,-1 0,1-1,-1-1,0 1,-1-1,1-1,-1 1,-1-1,0 0,0-1,1-2,0-1,0 1,-2-1,1 0,-1 0,-1 0,0-1,-1 1,-1-1,1 0,-2 0,0 0,-1 0,0 0,-1-3,3 31,20 113,-20-120,0-1,1 0,0 1,0-1,1-1,0 1,0 0,0-1,1 0,0 0,0 0,1-1,0 1,0-1,0-1,1 1,15 6</inkml:trace>
  <inkml:trace contextRef="#ctx0" brushRef="#br0" timeOffset="2607.713">1990 229,'18'19,"7"5</inkml:trace>
  <inkml:trace contextRef="#ctx0" brushRef="#br0" timeOffset="3211.23">2725 671,'-6'-8,"1"1,-1 0,-1 0,1 1,-1-1,0 1,-1 1,0-1,1 1,-2 1,1 0,0 0,-1 0,0 1,0 0,0 1,0 0,0 0,0 1,-1 1,1-1,0 1,-1 1,1 0,0 0,0 1,0 0,0 0,0 1,0 0,0 1,1 0,0 0,0 1,0 0,-5 4,7-2,1-1,-1 1,1 0,1 0,-1 1,1-1,0 1,1 0,0 0,0 0,0 3,2-8,1 1,-1-1,0 0,1 0,0 0,-1 1,1-1,0 0,1 0,-1 1,1-1,-1 0,1 0,0 0,0 0,0 0,1 0,-1 0,1 0,0 0,0 0,0-1,0 1,0-1,0 0,0 1,1-1,0 0,-1 0,3 1,5 0,-1-1,1 1,0-2,0 1,0-1,0-1,1 0,-1 0,0-1,0 0,0-1,0 0,0-1,-1 0,1 0,-1-1,0 0,0-1,0 0,0 0,-1-1,0 0,0-1,-1 0,1 0,4-6,-8 9,-1 0,1-1,-1 1,0-1,0 1,-1-1,1 0,-1 0,0 0,0 0,-1-1,1 1,-11 65,8-53,1 0,0 0,0 0,1-1,0 1,0 0,0-1,1 1,0-1,0 1,1-1,0 0,0 0,0 0,1 0,0-1,0 1,0-1,1 0,0-1,0 1,0-1,0 0,1 0,0 0,0-1,0 0,0 0,0 0,0-1,1 0,-1 0,1-1,0 1,-1-2,1 1,0-1,0 0,0 0,11-5,0-1,0 0,-1-1,0-1,0-1,-1 0,0-1,-1-1,0 0,0-1,-2-1,1 0,-2-1,1 0,-2-1,0-1,-1 1,-1-2,0 1,4-14,2-6,-1-1,-2 0,-2-1,-1 0,-2-1,-2 0,-2 1,-1-2,-2 1,-1 0,-6-28,7 66,0-9,-1 0,0 0,-1 0,0 0,0 0,-1 0,0 1,-1-1,0 1,0 0,-1 0,0 1,-1-1,0 1,-2-2,5 8,-1 1,1 0,-1 0,1 1,-1-1,1 1,-1-1,1 1,-1 0,1 1,-1-1,1 1,-1-1,1 1,0 0,-1 0,1 1,0-1,0 1,-1-1,1 1,1 0,-1 0,0 0,0 1,1-1,-1 1,1-1,0 1,0 0,0 0,0 0,0 0,1 0,-1 2,-13 19,1 1,2 0,0 1,2 0,1 1,1 0,1 1,1 0,2 0,1 0,0 11,1-20,0 0,1 0,2 0,-1 1,2-1,1 0,0 0,1 0,2-1,-1 1,2-1,1 0,0-1,1 0,0 0,2-1,0 0,1-1,0 0,1-1,9 7,-6-10,1 0,1-1,0 0,0-2,0 0,1-1,0-1,1-1,-1 0,1-2,0 0,0-1,8-1,24-2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2:20.2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157 201,'-1'-1,"0"0,0 0,0 0,0 1,0-1,0 0,0 0,0 1,-1-1,1 0,0 1,0-1,-1 1,1 0,0-1,-1 1,1 0,0 0,-1 0,1 0,0 0,-1 0,1 0,0 0,-1 1,1-1,0 0,0 1,-1-1,0 1,0 0,-1-1,1 0,-1 1,1 0,0 0,-1-1,1 1,0 0,0 1,0-1,-1 0,1 1,1-1,-1 1,0 0,0-1,0 1,1 0,-1 0,1 0,0 0,0 1,-1-1,1 0,1 0,-1 1,0-1,0 0,1 1,0-1,-1 1,1-1,0 1,0-1,0 1,1-1,-1 1,0-1,1 0,0 1,-1-1,1 0,0 1,0-1,1 0,-1 0,0 0,2 2,1-1,1 0,-1 0,1-1,-1 1,1-1,0-1,0 1,0 0,0-1,0 0,0 0,2-1,-5 1,0-1,0 0,0 0,0 0,0 0,0 0,0-1,0 1,0-1,0 1,0-1,0 0,-1 1,1-1,0 0,-1 0,1 0,0-1,-1 1,1 0,-1 0,0-1,1 1,-1-1,0 1,0-1,0 0,0 0,0 1,0-1,0 0,-1 0,1 0,0-3,0 0,0 0,-1 0,0 0,0 0,0 0,0 0,-1 0,0 0,0 0,0 0,-1 1,1-1,-1 0,0 1,-1-1,1 1,-1 0,0 0,0 0,0 0,0 0,-1 0,0 1,1 0,-1 0,0 0,-1 0,1 1,0-1,-1 1,0 0,1 1,-1-1,0 1,0 0,0 0,0 0,-2 0,2 2,1 0,0 0,0 0,0 0,0 1,0-1,0 1,0 0,0 0,0 0,1 1,-1 0,1-1,0 1,0 0,0 1,0-1,0 0,1 1,0 0,-1-1,1 1,1 0,-1 0,0 0,1 0,0 0,0 1,0-1,1 0,-1 1,1-1,0 0,0 1,1-1,-1 0,1 0,0 1,0-1,0 0,1 0,-1 0,1 0,0 0,0 0,1-1,-1 1,1-1,0 1,0-1,1 1,1 0,1-1,-1 1,0-1,1 0,0 0,0-1,0 0,0 0,0 0,0-1,0 0,0 0,1-1,-1 1,0-1,1-1,-1 1,0-1,0 0,1 0,-1-1,0 0,0 0,-1-1,1 1,0-1,-1 0,1-1,-1 1,0-1,0 0,-1-1,1 1,-1-1,0 0,0 0,-1 0,1 0,0-2,-2 4,-1 0,1 0,-1 0,1 0,-1 0,0-1,0 1,0 0,-1-1,1 1,-1-1,0 1,0-1,0 1,0-1,0 1,-1 0,0-1,0 1,0-1,0 1,0 0,-1 0,1 0,-1 0,0 0,0 0,0 0,0 0,0 1,-1-1,1 1,-1 0,0 0,0 0,1 0,-1 0,-1 0,1 1,0 0,-3-1,2-1,-1 1,0 0,0 1,0-1,0 1,0 0,0 0,0 1,-1-1,1 1,0 1,0-1,0 0,-1 1,1 0,0 1,0-1,0 1,0 0,1 0,-1 0,0 1,1-1,0 1,-1 0,1 1,1-1,-1 1,0 0,1 0,0 0,-1 0,2 0,-1 1,0-1,1 1,0 0,0 0,1 0,-1 0,1 1,1-2,0-1,0 1,0-1,1 1,0 0,0-1,0 1,0-1,0 1,1-1,-1 0,1 0,0 1,0-1,0 0,1-1,-1 1,1 0,-1-1,1 1,0-1,0 0,0 0,0 0,0 0,1-1,-1 1,0-1,1 0,-1 0,1 0,0 0,-1-1,1 1,3-1,-3 1,1-1,-1 1,1-1,-1 0,1 0,-1-1,1 1,-1-1,0 0,1 0,-1 0,0-1,0 0,0 0,0 0,0 0,0 0,0-1,-1 0,1 1,-1-1,0-1,0 1,0 0,0-1,-1 0,1 1,-1-1,1-3,-2 5,0-1,0 0,0 1,0-1,-1 0,1 0,-1 0,0 1,0-1,0 0,0 0,0 0,-1 1,1-1,-1 0,0 1,0-1,0 0,0 1,0-1,-1 1,1-1,-1 1,1 0,-1 0,0-1,0 1,0 1,0-1,0 0,0 0,-1 1,1-1,-1 1,1 0,-1 0,1 0,-1 0,0 0,1 0,-1 1,0-1,0 1,0 0,0 0,-65 1,68-1,-1 1,1-1,-1 1,1-1,0 1,-1-1,1 1,0 0,0-1,-1 1,1 0,0-1,0 1,0-1,0 1,0 0,0-1,0 1,0 0,0-1,0 1,0 0,0-1,0 1,1 0,-1-1,0 1,0-1,1 1,-1 0,0-1,1 1,-1-1,1 1,-1-1,1 1,-1-1,1 0,-1 1,1-1,-1 1,1-1,-1 0,1 0,0 1,-1-1,1 0,0 0,-1 0,1 0,0 1,-1-1,1 0,-1 0,1 0,0-1,-1 1,1 0,0 0,-1 0,1 0,0-1,-1 1,1 0,173 4,825 46,-386-21,-595-34,-33-9,-2 3</inkml:trace>
  <inkml:trace contextRef="#ctx0" brushRef="#br0" timeOffset="433.843">1359 0,'1'0,"-1"1,0-1,0 0,1 1,-1-1,0 0,0 0,0 1,0-1,1 0,-1 1,0-1,0 0,0 1,0-1,0 0,0 1,0-1,0 1,0-1,0 0,0 1,0-1,0 0,0 1,0-1,-1 0,1 1,0-1,0 0,0 1,0-1,-1 0,1 0,0 1,0-1,-1 0,1 0,0 1,0-1,-1 0,1 0,0 0,-1 1,1-1,0 0,-1 0,1 0,-1 0,168 82,-152-75,9 3,-2 1,0 0,0 2,-1 1,1 2,-20-15,0 0,0 1,0-1,0 0,-1 1,1 0,-1-1,1 1,-1 0,0 0,0 0,1-1,-1 1,0 0,-1 1,1-1,0 0,-1 0,1 0,-1 0,0 1,1-1,-1 0,0 0,0 0,-1 1,1-1,0 0,-1 0,1 0,-1 1,0-1,0 0,0 0,0 0,0 0,0 0,0-1,-1 1,1 0,-1-1,1 1,-1 0,-1 0,-17 11,1-1,-1 0,-1-2,0 0,-1-2,1 0,-2-1,0-2,-1 3,-282 79,281-76,19-3,10-3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2:22.0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194 72,'4'64,"3"-1,3 0,2-1,4 0,5 11,-12-43,201 796,-114-332,76 315,-155-745,-2-16</inkml:trace>
  <inkml:trace contextRef="#ctx0" brushRef="#br0" timeOffset="1126.37">127 153,'-2'25,"0"1,-2-1,0 1,-2-1,-1-1,-1 1,-1-1,-1 0,-1-1,-1-1,-1 1,-9 8,10-13,12-18,0-1,0 1,0 0,0 0,0 0,-1 0,1 0,0 0,0 0,0 0,0 0,0 0,-1 0,1-1,0 1,0 0,0 0,0 0,0 0,-1 0,1 0,0 0,0 0,0 0,0 0,-1 0,1 1,0-1,0 0,0 0,0 0,0 0,0 0,-1 0,1 0,0 0,6-16,13-39,-2-1,-3 0,-2-1,-3 0,-2-1,-2-42,4 67,-9 33,1-1,0 1,-1-1,1 1,0 0,-1-1,1 1,0 0,0-1,-1 1,1 0,0 0,0 0,-1 0,1 0,0 0,0 0,0 0,-1 0,1 0,0 0,0 0,0 0,-1 1,1-1,0 0,0 1,-1-1,1 1,0-1,-1 0,1 1,-1-1,1 1,0 0,-1-1,1 1,-1-1,1 2,110 114,108 75,-215-188,0-1,-1 0,0 1,0-1,0 0,0 1,-1 0,1-1,-1 1,0 0,1 0,-1 1,0-1,-1 0,1 1,-1-1,1 1,-1-1,0 1,-1 0,1 0,-2-2,-1 0,0 0,1 0,-1 0,0-1,0 1,0 0,0-1,0 1,0-1,-1 0,1 0,0 0,-1 0,1 0,-1 0,1-1,-1 1,1-1,-1 0,0 1,0-1,0 0,-303 15,274-5,32-9,-1-1,1 1,-1-1,1 0,0 1,-1-1,1 1,0-1,0 1,-1-1,1 1,0-1,0 1,0 0,0-1,0 1,0-1,0 1,0-1,0 1,0 0,0-1,0 1,0-1,0 1,0-1,0 1,1-1,-1 1,0-1,0 1,1-1,-1 1,0-1,1 1,-1-1,1 0,-1 1,0-1,1 1,-1-1,1 0,-1 1,1-1,-1 0,1 0,-1 0,1 1,-1-1,1 0,16 10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2:27.5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1 804,'92'-276,"-91"270,0 1,1 0,0-1,0 1,0 0,0 0,1 0,-1 1,1-1,0 1,1-1,-1 1,1 0,0 0,0 1,0-1,1 1,-1 0,1 0,0 0,-1 1,1-1,0 1,1 0,-1 1,0-1,2 1,-4 1,0 1,-1 0,1-1,0 1,-1 0,1 1,0-1,-1 0,1 1,-1-1,0 1,0 0,1 0,-1 0,0 0,-1 0,1 0,0 0,-1 1,1-1,-1 1,1-1,-1 1,0-1,0 4,16 70,-14-64,-2 0,1 0,-1 0,-1 0,0 0,-1 0,-1 0,1 0,-2 0,0 0,0-1,-1 1,0-1,-5 9,-7-11,18-22,6 5,0 1,1 0,0 0,1 1,-1 1,1-1,0 1,0 1,9-3,6-3,-3 1,0 0,-1-2,0 0,0-1,-2-2,0 0,0 0,-1-2,-1 0,9-12,-25 27,1 0,-1 0,1 0,-1-1,1 1,-1 0,0-1,1 1,-1-1,0 0,0 1,0-1,-1 0,1 1,0-1,-1 0,1 0,-1 0,1 0,-1 0,0 0,0 1,0-1,0 0,0 0,0 0,0 0,-1 0,1 0,-1 0,1 0,-1 1,0-1,0 0,0 1,0-1,0 0,0 1,0-1,-1 1,1-1,0 1,-1 0,-1-1,0 1,-1 0,1 1,-1-1,1 1,-1 0,1 0,-1 0,1 1,-1-1,1 1,-1 0,1 0,-1 0,1 0,0 1,0-1,0 1,0 0,0 0,0 0,0 0,0 0,1 1,-1-1,1 1,0 0,0 0,0 0,0 0,0 0,1 0,-1 0,1 1,0-1,0 0,0 1,0-1,1 1,0-1,-1 1,1-1,0 1,1-1,-1 1,1 2,3 8,0-1,1 0,1 0,0 0,1 0,0-1,0 0,2-1,-1 1,2-2,-1 1,1-1,1-1,0 0,0 0,1-1,0-1,13 7,-16-8,1 0,-1 0,1-1,1 0,-1-1,1 0,0 0,-1-2,2 1,-1-1,0-1,0 0,2 0,-10-2,-1 1,1-1,0 0,0 0,0 0,-1-1,1 1,-1 0,1-1,-1 0,1 0,-1 0,0 0,0 0,0 0,0 0,0 0,-1-1,1 1,-1-1,1 0,-1 1,0-1,0 0,0-1,12-73,-11-77,-2 152,1 1,-1-1,0 1,0-1,1 1,-1 0,0-1,1 1,0-1,-1 1,1 0,0-1,-1 1,1 0,0 0,0 0,0 0,0 0,0 0,1 0,-1 0,0 0,0 0,1 0,-1 1,0-1,1 0,-1 1,0 0,1-1,-1 1,1 0,-1-1,1 1,-1 0,1 0,-1 0,1 1,-1-1,1 0,-1 0,1 1,-1-1,0 1,2 0,64 33,-63-31,12 6,-1 1,-1 1,0 0,-1 1,0 1,0 0,-1 1,-1 0,-1 0,0 1,-1 1,0 0,-1 0,-1 0,-1 1,2 5,-8-16,1-1,0 1,1-1,-1 1,1-1,0 1,1-1,-1 0,1 0,0 0,0-1,1 1,-1 0,1-1,0 0,0 0,1 0,-1-1,1 0,0 1,0-1,0-1,0 1,0-1,0 0,1 0,-1-1,1 1,0-1,-1 0,1-1,0 0,4 0,-3-3,1-1,-1 0,1 0,-1-1,0 0,-1 0,0-1,1 0,-2 0,1 0,-1-1,0 1,0-1,-1-1,1 1,-2-1,1 1,-1-1,-1 0,2-6,1 4,49-128,-53 137,8-16,-10 17,1 0,0 0,0 1,0-1,0 0,0 0,0 0,0 1,0-1,0 0,0 0,0 0,0 1,0-1,1 0,-1 0,0 1,0-1,0 0,0 0,0 0,0 0,0 1,1-1,-1 0,0 0,0 0,0 0,0 0,1 1,-1-1,0 0,0 0,0 0,1 0,-1 0,0 0,0 0,0 0,1 0,-1 0,0 0,0 0,0 0,1 0,-1 0,0 0,0 0,1 0,-1 0,0 0,0 0,0 0,0 0,1 0,-1 0,0-1,0 1,0 0,1 0,-1 0,0 0,0-1,2 118,-4-102,1-1,0 1,1 0,1 0,0-1,1 1,1 0,0-1,1 0,0 0,1 0,6 12,35 15,-21-31</inkml:trace>
  <inkml:trace contextRef="#ctx0" brushRef="#br0" timeOffset="181.512">1765 256,'-14'-2,"-11"-1,-3 2,0 9,5 9,9 8,13 10,14 8,5-4</inkml:trace>
  <inkml:trace contextRef="#ctx0" brushRef="#br0" timeOffset="1155.589">2299 831,'-14'-17,"-1"1,0 1,-1 0,-1 1,-1 1,0 0,0 2,-8-4,19 12,0-1,0 1,-1 0,0 1,1 0,-1 0,0 1,0 0,0 0,0 0,0 1,0 1,0-1,0 1,1 1,-1 0,0 0,0 0,1 1,-1 0,1 0,0 1,0 0,0 0,0 1,1 0,0 0,0 0,1 1,0 0,0 0,0 0,1 0,0 1,0 0,0 0,1 0,-2 6,4-10,0 1,0-1,0 1,1 0,-1-1,1 1,0 0,0-1,0 1,1 0,-1-1,1 1,0 0,0-1,0 1,0-1,1 0,-1 1,1-1,0 0,0 0,0 0,0 0,1 0,-1 0,1-1,0 1,0-1,2 1,3 3,1-1,0-1,0 1,0-2,0 1,1-1,-1-1,1 1,0-2,0 1,0-2,0 1,0-1,0-1,0 0,0 0,0-1,-1 0,1 0,0-1,-1-1,0 0,0 0,0 0,0-1,-1-1,0 0,0 0,0 0,-1-1,0 0,0 0,-1-1,1 0,-2 0,1-1,-1 1,-1-1,0 0,0 0,0-2,-8-33,4 43,0 1,-1-1,1 0,0 0,-1 0,1 1,-1-1,1 0,-1 1,1-1,-1 1,0-1,1 0,-1 1,0-1,1 1,-1 0,0-1,0 1,1-1,-1 1,0 0,0 0,0-1,1 1,-1 0,0 0,0 0,0 0,0 0,1 0,-1 0,0 0,0 1,0-1,1 0,-1 0,0 1,0-1,0 0,1 1,-1-1,0 1,1-1,-1 1,0-1,1 1,-1-1,0 2,-2 1,0 0,0 0,0 0,0 1,1 0,-1-1,1 1,0 0,0 0,1 0,-1 0,1 1,0-1,0 0,0 1,0-1,1 0,0 1,0-1,0 1,0-1,1 1,0-1,0 0,0 1,0-1,1 0,-1 0,1 0,0 0,0 0,1 0,-1-1,1 1,0-1,0 0,0 1,0-1,2 1,7 4,-1-1,1 0,0-1,0 0,1-1,0 0,0-1,0 0,0-1,1-1,-1 0,1-1,0 0,-1-1,1 0,0-1,-1-1,1-1,-1 1,0-2,13-4,-14 2,0 0,-1 0,0-1,0-1,0 1,-1-2,0 1,-1-2,0 1,0-1,-1-1,0 1,-1-1,-1 0,1-1,-2 0,4-10,8-25,-2 0,-3-2,-1 1,-2-4,-7 38,12-65,-3 0,-4-1,-2-66,-5 138,0 0,0 1,-1-1,0 0,0 1,-1-1,0 1,0-1,-1 1,0 0,0 0,-2-2,5 8,-1 0,0-1,0 1,-1 0,1 0,0 0,0 1,0-1,-1 0,1 0,0 1,-1-1,1 0,-1 1,1 0,0-1,-1 1,1 0,-1 0,1 0,-1-1,1 2,-1-1,1 0,-1 0,1 0,-1 1,1-1,-1 1,1-1,0 1,-1 0,1-1,0 1,-1 0,-42 39,27-14,1 0,1 2,1 0,1 0,2 2,1-1,1 1,2 1,0-1,3 1,0 0,1 21,3-27,0 0,2-1,0 1,2-1,0 0,2 0,1 0,0-1,2 0,4 6,-7-15,2-1,-1 0,1 0,1-1,0 0,1-1,0 0,1 0,0-1,1 0,0-1,1-1,-1 0,1 0,1-1,0-1,4 1,-10-4,-1-1,1 1,0-2,0 1,0-1,1 0,-1-1,0 0,0 0,0-1,0 0,1 0,-1-1,-1 0,1-1,0 1,0-1,-1-1,0 0,0 0,0 0,0-1,0 0,-1 0,0 0,0-1,-1 0,1 0,2-6,11-22,-32 73,12-33,0-1,1 1,-1-1,1 1,0-1,1 1,-1-1,1 0,0 1,0-1,1 0,0 1,0-1,0 0,0 0,1-1,0 1,0 0,0-1,0 0,1 1,0-1,0-1,0 1,0-1,0 1,1-1,0 0,-1-1,1 1,0-1,0 0,1 0,-1-1,0 1,0-1,1 0,-1-1,1 1,-1-1,3 0,-3-1,0 0,1 0,-1 0,1-1,-1 0,0 0,0 0,0-1,0 1,-1-1,1 0,0-1,-1 1,0-1,0 0,0 0,-1 0,1 0,-1-1,0 1,0-1,0 0,-1 0,0 0,0 0,0 0,-1-1,1 1,-1 0,0-1,-1 1,0-2,2 0,-1 0,-1 0,0 0,0 0,0 0,-1 0,0 0,0 0,-1 0,0 0,0 0,0 0,-1 1,0-1,0 1,-1 0,0 0,0 0,0 1,-1-1,0 1,0 0,0 0,-1 1,0-1,-2 1,0 1,0 0,-1 0,1 1,-1 0,0 1,0 0,1 0,-1 1,0 0,0 0,0 1,1 0,-1 1,0-1,1 2,-1-1,1 1,0 1,0 0,0 0,0 0,1 1,0 0,0 0,0 1,0 0,1 0,0 1,1 0,-1 0,1 0,1 1,-1-1,1 1,0 0,1 0,-1 3,4-6,0 1,0-1,1 1,-1-1,1 1,0-1,1 0,-1 1,1-1,0 0,0 0,1 0,-1 0,1 0,0-1,1 1,-1-1,1 0,0 0,0 0,0-1,0 1,1-1,-1 0,1 0,0 0,0-1,3 1,30 14</inkml:trace>
  <inkml:trace contextRef="#ctx0" brushRef="#br0" timeOffset="1414.282">3396 350,'-14'-9,"-9"-3,-7 2,-1 8,3 11,3 13,7 15,5 0</inkml:trace>
  <inkml:trace contextRef="#ctx0" brushRef="#br0" timeOffset="1583.381">3449 1058,'16'7,"17"4,14 3,12-1,8-1,6-2,2-2,-7-4,-15-2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2:24.5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30 361,'-3'-2,"0"4,1 5,-1 10,2 10,0 7,0 5,1 5,0 0,-2-2,-1-5,-3-6,1-9</inkml:trace>
  <inkml:trace contextRef="#ctx0" brushRef="#br0" timeOffset="260.317">69 0,'-9'0,"2"5,8 6,12 5,9 5,2-1</inkml:trace>
  <inkml:trace contextRef="#ctx0" brushRef="#br0" timeOffset="509.779">270 603,'12'-2,"-1"1,0-2,0 0,0 0,0-1,0 0,-1 0,1-2,-1 1,-1-1,1-1,-1 1,0-2,0 1,-1-1,0 0,-1-1,1 0,-2 0,1-1,-1 0,-1 0,0 0,0-1,-1 1,2-12,-5 20,0 0,-1 0,0 0,1 1,-1-1,0 0,0 0,0 0,0 0,0 0,-1 0,1 0,-1 0,1 0,-1 0,0 1,1-1,-1 0,0 0,0 1,0-1,0 0,-1 1,1-1,0 1,-1 0,1-1,-1 1,1 0,-1 0,0 0,1 0,-1 0,0 0,0 1,0-1,0 1,1-1,-1 1,0 0,0-1,0 1,0 0,0 0,0 0,-7 2,1 1,-1 0,1 0,-1 0,1 1,0 1,1-1,-1 1,1 0,0 1,0 0,0 0,1 0,0 1,1 0,-1 0,1 1,0-1,1 1,-1 3,2-7,0 1,0 1,0-1,1 0,0 1,0-1,1 1,-1-1,1 1,1 0,-1 0,1-1,0 1,0 0,0 0,1 0,0-1,0 1,1 0,-1-1,1 1,0-1,1 0,0 1,-1-1,1 0,1-1,-1 1,1-1,3 4,2-3,0 0,0 0,1-1,0 0,0 0,0-1,0 0,0-1,1-1,-1 1,6-1,29 2</inkml:trace>
  <inkml:trace contextRef="#ctx0" brushRef="#br0" timeOffset="1032.889">925 322,'-10'-3,"0"2,0-1,-1 1,1 1,0 0,0 0,-1 1,1 0,0 1,0 0,0 1,0 0,1 1,-1 0,1 0,0 1,0 0,0 0,1 1,-4 3,10-6,0-1,0 1,0 0,0 0,1 0,-1 0,1 0,-1 1,1-1,0 0,1 0,-1 1,1-1,-1 1,1-1,0 0,0 1,0-1,1 1,-1-1,1 0,0 1,0-1,0 0,0 0,1 1,-1-1,1 0,0 0,1 1,72 81,-63-75,12 12,-16-16,1 1,-1 1,0 0,0 0,-1 0,0 1,-1 0,0 0,0 0,-1 1,2 5,-6-13,-1 0,0-1,0 1,0-1,0 1,0-1,0 1,-1 0,1-1,0 1,-1-1,1 1,-1-1,1 1,-1-1,0 0,0 1,0-1,0 0,0 1,0-1,0 0,0 0,0 0,0 0,-1 0,1 0,0 0,-1 0,1-1,-1 1,1-1,-1 1,1-1,-55 12,54-12,-1 0,0 0,1 0,-1 0,1 0,-1 0,1 0,-1-1,1 1,-1-1,1 0,-1 0,1 0,0 0,0 0,-1-1,1 1,0-1,0 1,0-1,0 0,1 1,-1-1,0 0,1 0,-1-1,1 1,0 0,0 0,0-1,0 1,0 0,0-1,1 1,-1-1,1 1,-1-1,1 1,0-1,0 0,0 1,1-1,-1 1,0-1,1 1,0-2,6-6,0-1,0 1,1 0,0 0,1 1,0 0,0 1,1 0,0 0,1 1,-1 0,8-2,-10 4,47-29,1 3,58-23,-109 52,-4 1,0 0,0 0,-1 0,1 1,0-1,0 0,1 0,-1 0,0 1,0-1,0 0,0 1,0-1,1 1,-1 0,0-1,1 1,-1 0,0 0,0 0,1 0,-1 0,0 0,1 0,-1 0,0 0,1 1,-1-1,0 0,0 1,1-1,-1 1,0-1,0 1,0 0,0 0,0-1,0 1,0 0,0 0,0 0,0 0,0 0,-1 0,1 1,0-1,-1 0,1 0,-22 159,20-152,1 0,-1 0,1 0,0 0,1 0,0 0,0 0,1 0,0 0,0-1,1 1,0-1,0 1,1-1,0 0,0 0,1-1,0 1,0-1,3 3,12-3,-2-6</inkml:trace>
  <inkml:trace contextRef="#ctx0" brushRef="#br0" timeOffset="1293.196">1313 13,'-14'0,"-8"5,-2 8,4 11,6 11,9 10,12 7,13 6,2-7</inkml:trace>
  <inkml:trace contextRef="#ctx0" brushRef="#br0" timeOffset="1784.331">1500 776,'0'-49,"-2"4,2-1,2 1,2-1,2 1,2 0,10-30,-18 72,1 1,-1 0,1-1,-1 1,1 0,0 0,0-1,0 1,0 0,0 0,0 0,1 0,-1 0,1 0,-1 1,1-1,0 0,0 1,-1-1,1 1,0 0,0 0,1 0,-1 0,0 0,0 0,0 0,1 1,-1-1,0 1,1-1,-1 1,0 0,1 0,-1 0,1 0,102 52,-71-32,-29-17,2-1,0 1,0 0,0 0,-1 1,0 0,1 0,-1 0,-1 1,1 0,-1 0,0 0,0 1,0 0,-1 0,0 0,0 0,0 1,-1-1,0 1,0 0,-1 0,0 0,0 1,0 0,-23 83,18-84,-1 0,2 0,-1 1,1-1,0 1,0 0,1-1,0 1,0 0,1 0,0 0,0 0,1 0,0 0,1-1,-1 1,2 0,-1-1,1 1,0-1,0 0,1 0,3 4,-2-6,1 0,0-1,0 0,0 0,1 0,-1-1,1 0,0 0,0-1,0 0,0 0,0-1,0 1,1-2,-1 1,0-1,1 0,-1 0,0-1,1 0,-1-1,0 1,0-1,0-1,0 1,0-1,-1 0,1-1,-1 0,0 0,0 0,0-1,-1 0,1 0,4-7,-1-1,-1 1,-1-1,0-1,0 1,-1-1,-1-1,0 1,-1-1,-1 1,0-1,-1 0,-1 0,0-10,-10-44,8 68,1-1,-1 1,0-1,0 1,1 0,-1-1,0 1,0 0,0 0,-1 0,1 0,0 0,0 0,0 0,-1 0,1 0,-1 0,1 1,0-1,-1 0,1 1,-1 0,1-1,-1 1,0 0,1 0,-1-1,1 1,-1 1,0-1,1 0,-1 0,1 0,-1 1,1-1,-1 1,1-1,-1 1,1 0,0 0,-2 0,-3 3,0 0,0 0,0 1,0 0,1 0,-1 0,1 0,1 1,-1 0,1 0,0 0,0 1,1 0,0-1,0 1,0 0,1 0,0 1,1-1,-1 0,2 0,-1 1,1-1,0 1,0-1,1 1,0-1,0 0,1 1,0-1,0 0,1 0,-1 0,2-1,-1 1,1-1,0 1,1 0,9 5,1-1,0 0,1-1,0-1,1 0,-1-1,2-1,-1-1,1 0,0-1,7 1,64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2:33.2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750 856,'18'7,"15"2,14 2,12-1,9-2,8-3,1-2,0-1,-3-2,-6 0,-13 2,-16 1</inkml:trace>
  <inkml:trace contextRef="#ctx0" brushRef="#br0" timeOffset="1212.601">2006 1151,'6'-28,"2"0,0 0,2 1,1 0,4-3,14-39,-15 33,-2 0,-2-1,-1 0,-2-1,-1 1,-2-1,-2 0,-2-23,-2 46,2 15,0 0,1 0,-1 0,0 0,1 0,-1 0,0 1,0-1,1 0,-1 0,0 0,1 0,-1 0,0 0,1 0,-1 0,0-1,0 1,1 0,-1 0,0 0,1 0,-1 0,0 0,0-1,1 1,-1 0,0 0,0 0,1 0,-1-1,0 1,0 0,0 0,1-1,-1 1,0 0,0-1,0 1,0 0,0 0,0-1,0 1,0 0,0-1,1 1,205 110,-200-103,-1 1,0-1,0 1,-1 1,0-1,-1 0,0 1,0 0,-1 0,0 0,0 0,-1 0,0 0,-1 0,0 1,0-1,-1 0,0 0,-2 6,1 27,2-25,0-1,1 1,1-1,1 1,0-1,1 0,2 4,-5-15,1 0,1 0,-1-1,1 1,-1-1,1 1,1-1,-1 0,1 0,-1 0,1 0,0-1,0 0,1 1,-1-2,1 1,0 0,-1-1,1 0,0 0,0 0,1-1,-1 0,1 0,8 1,0-2,0 1,-1-2,1 0,0-1,-1 0,1-1,-1-1,1 0,-2 0,1-1,0-1,-1 0,0-1,0-1,-1 1,0-2,0 0,-1 0,8-9,-12 8,0 1,-1-1,0 0,-1 0,0-1,0 1,-1-1,0 0,-1 0,-1 0,1 0,-2 0,0 0,0 0,-1 0,-1-8,-10-16,11 35,1-1,-1 1,1-1,-1 1,1 0,-1-1,1 1,-1-1,1 1,-1 0,1 0,-1-1,0 1,1 0,-1 0,0 0,1 0,-1-1,0 1,1 0,-1 0,1 0,-1 1,0-1,1 0,-1 0,0 0,1 0,-1 0,0 1,1-1,-1 0,1 1,-1-1,1 0,-1 1,1-1,-1 1,1-1,-1 1,1-1,-1 1,1-1,0 1,-1-1,1 1,0 0,0-1,-1 1,1-1,0 1,0 0,-4 7,0-1,0 1,1 0,0-1,1 2,-1-1,2 0,-1 0,1 1,0-1,1 1,0-1,0 0,1 1,0-1,1 0,0 1,0-1,0 0,1 0,1 0,-1-1,1 1,0-1,1 0,0 0,0 0,0-1,1 0,0 0,6 5,4-1,0-1,0-1,1 0,1-1,-1-1,1-1,0 0,0-1,0-1,1-1,-1-1,1 0,-1-2,1 0,-1 0,0-2,1 0,-1-2,-1 0,1 0,16-9,-23 10,0 0,0-1,-1 0,1-1,-1 0,0-1,-1 0,0 0,0-1,0-1,-1 1,-1-1,1 0,-1-1,-1 0,0 0,0 0,-1-1,0 0,-1 0,0 0,-1 0,0-1,-1 1,-1-1,1 0,-2 0,1-1,-2 9,1 1,-1-1,0 1,0 0,0-1,0 1,-1 0,1 0,-1 0,0 0,0 0,0 0,0 1,0-1,0 1,-1-1,0 1,1 0,-1 0,0 0,0 0,0 1,0-1,0 1,0-1,-1 1,1 0,0 1,-1-1,1 0,-3 1,-2-1,-1 1,0 0,1 1,-1 0,1 0,-1 1,1 0,-1 0,1 1,0 0,0 1,-1 0,2 0,0 1,0 0,0 0,0 1,1 0,0 0,0 0,1 0,-1 1,1 0,1 1,-1 0,3-6,1 1,0 0,-1-1,1 1,0 0,1 0,-1-1,0 1,1 0,0 0,-1 0,1 0,0 0,1 0,-1 0,0 0,1-1,0 1,0 0,-1 0,2 0,-1-1,0 1,0-1,1 1,0-1,-1 1,1-1,0 0,0 0,0 0,0 0,1 0,-1 0,0-1,2 2,7 1,0 0,0-1,0 0,0-1,0 0,1-1,-1 0,0-1,1 0,-1 0,0-1,1-1,-1 0,0-1,0 0,0-1,-1 0,1 0,-1-1,0-1,2-1,-11 7,0-1,0 1,0 0,0 0,0-1,0 1,0 0,0 0,0 0,0 0,0 0,0 0,0 0,0 0,0 0,0 1,0-1,-1 0,1 1,0-1,0 0,0 1,0-1,0 1,0 0,-1-1,1 1,0 0,0-1,-1 1,1 0,-1 0,1-1,-1 1,1 0,-1 0,1 0,-1 0,0 0,1 0,-1 0,0 0,0 0,0 0,0 0,0 0,0 0,0 0,0 0,0 0,0 0,0 0,-1 0,1 0,0 0,-1-1,1 1,-1 0,1 0,-9 413,17 95,-21-384,12-122,0 1,0-1,0 1,0-1,-1 0,1 1,-1-1,0 0,0 0,0 0,0-1,-1 1,1 0,-1-1,1 1,-1-1,0 0,0 0,0 0,0 0,0-1,-1 1,1-1,0 0,-1 0,1 0,-1 0,1-1,-1 1,1-1,-1 0,-3 0,-3-3,-1 0,1-1,-1-1,1 1,0-2,1 1,-1-1,1-1,0 0,1 0,0-1,0 0,0 0,1 0,1-1,-1 0,1-1,-2-6,-2 3,1 0,1-1,0 0,1-1,1 0,0 0,1 0,1 0,0-1,1 0,1 0,0 0,1 0,1 0,1 0,1-14,1 23,-1 1,1-1,1 1,-1 0,1 0,0 0,0 1,1-1,0 1,0 0,0 0,0 0,1 1,0 0,-1 0,2 1,-1-1,0 1,2 0,127-37,-64 27</inkml:trace>
  <inkml:trace contextRef="#ctx0" brushRef="#br0" timeOffset="2268.818">5522 1218,'26'-109,"66"-216,-91 323,-1 1,0 0,0 0,0 0,0 0,0 0,0 0,0 0,1 0,-1 0,0 0,0 0,1 0,-1 1,0-1,1 0,-1 0,1 0,0 0,-1 1,1-1,-1 0,1 1,0-1,0 0,-1 1,1-1,0 1,0-1,0 1,0 0,0-1,-1 1,1 0,0-1,0 1,0 0,0 0,0 0,0 0,0 0,0 0,0 0,0 0,0 0,44 94,-32-60,74 164,-86-198,0 1,-1 0,1 0,0 0,0 0,-1-1,1 1,-1 0,1 0,-1 0,1 0,-1 1,1-1,-1 0,0 0,0 0,1 0,-1 0,0 0,0 0,0 1,0-1,-1 0,1 0,0 0,0 0,-1 0,1 0,0 0,-1 0,1 0,-1 0,0 0,1 0,-1 0,0 0,1 0,-1 0,0 0,0-1,0 1,0 0,0-1,0 1,0-1,0 1,0-1,0 1,0-1,-3-1,0 0,0 0,0-1,0 1,0-1,0 0,0 0,1 0,-1-1,1 1,0-1,0 0,0 0,0 0,0 0,0 0,1-1,0 1,-1-1,1-1,3 3,-1-1,1 1,0 0,0-1,0 1,0 0,1-1,-1 1,1 0,-1 0,1 0,0 1,0-1,0 0,0 0,0 1,0 0,0-1,0 1,0 0,1 0,-1 0,1 0,-1 0,1 1,-1-1,2 1,8-5,-6 2,16-5,-1-1,0 0,0-2,-1-1,0 0,-1-2,0 0,-1-1,-1 0,0-2,-2 0,1-1,7-13,-12-15,-11 45,0 0,0 0,0 0,0 0,0 0,-1 1,1-1,0 0,0 0,-1 0,1 0,-1 0,1 1,-1-1,1 0,-1 0,1 1,-1-1,0 0,1 1,-1-1,0 1,0-1,1 1,-1-1,0 1,0-1,0 1,0 0,0-1,0 1,1 0,-1 0,0 0,0 0,0 0,0 0,0 0,0 0,0 0,0 0,0 0,0 1,1-1,-1 0,0 1,0-1,0 1,-5 2,0 0,1 0,-1 0,1 1,0 0,0 0,1 0,-1 1,1-1,0 1,0 0,1 1,-1-1,1 1,0-1,1 1,-1 0,1 0,0 0,1 0,-1 0,1 0,0 1,1-1,0 0,0 1,0-1,1 0,-1 1,2-1,-1 0,1 0,0 0,2 6,3 0,0 1,0-2,1 1,0-1,1 0,1-1,0 0,0 0,1-1,0-1,0 0,1 0,0-1,0 0,1-1,0-1,0 0,0-1,1 0,-1-1,1 0,0-1,2-1,-9-1,0-1,0 0,0 0,0 0,0-1,-1 0,1 0,0-1,-1 0,0 0,1 0,-1-1,-1 0,1 0,0-1,-1 1,0-1,0 0,-1-1,1 1,-1-1,0 0,0 0,-1 0,0 0,0-1,-1 0,1 1,-1-1,-1 0,1 0,-1-2,-1-7,-3 5</inkml:trace>
  <inkml:trace contextRef="#ctx0" brushRef="#br0" timeOffset="3105.98">6431 1070,'31'-184,"6"-60,-37 246,0 1,1 0,-1-1,1 1,-1 0,1-1,0 1,0-1,0 1,0-1,1 1,-1-1,1 0,-1 0,1 1,0-1,0-1,0 1,0 0,0 0,0-1,0 1,1-1,-1 1,0-1,1 0,0 0,76 23,-69-21,-1-1,-2-2,1 1,-1 0,0 0,1 1,-1 0,0 1,0-1,0 1,0 0,-1 1,1 0,-1 0,0 0,0 1,0 0,-1 0,0 0,0 1,0 0,0 0,-1 0,0 0,0 2,8 155,-11-158,0-1,0 0,1 0,-1 0,1 0,0 0,0 0,0 0,1-1,-1 1,1-1,0 1,0-1,0 0,0 0,1 0,-1-1,1 1,0-1,0 0,0 0,0 0,0-1,0 1,0-1,0 0,1 0,-1-1,0 1,1-1,0 0,5 1,1-1,-1-1,0 1,1-2,-1 1,0-2,0 1,0-1,0-1,-1 0,1 0,7-5,-11 5,1-1,-1 0,0 0,0-1,0 0,-1 0,0 0,0-1,0 1,-1-1,0 0,-1 0,1-1,-1 1,-1-1,1 0,-1 0,-1 1,1-7,-10 20,3 9,0 0,1 0,1 1,0 0,1-1,1 1,0 0,1 0,1 0,2 8,-3-19,1 1,0 0,1-1,-1 1,1-1,1 0,-1 1,1-1,-1 0,1 0,1-1,-1 1,1-1,0 0,0 1,0-2,0 1,19 11</inkml:trace>
  <inkml:trace contextRef="#ctx0" brushRef="#br0" timeOffset="3381.34">7220 535,'-16'-13,"-10"-5,0 5,4 12,13 13,12 11,12 8,4 0</inkml:trace>
  <inkml:trace contextRef="#ctx0" brushRef="#br0" timeOffset="3660.249">7407 1016,'8'4,"1"-1,-1-1,1 1,0-2,0 1,0-1,0 0,0-1,0 0,0-1,0 1,0-2,-1 1,1-1,0-1,-1 0,1 0,-1 0,0-1,0-1,0 1,-1-1,1 0,-1-1,0 0,-1 0,0 0,0-1,0 0,-1 0,1 0,-2-1,1 0,-1 0,-1 0,1-1,0-4,-2 8,-1 1,1-1,-1 1,-1-1,1 0,-1 1,0-1,0 0,0 1,0-1,-1 0,0 1,0-1,0 1,0-1,-1 1,0 0,0-1,0 1,0 0,-1 0,0 0,0 1,0-1,0 1,0-1,-1 1,1 0,-1 0,0 1,0-1,0 1,0 0,0 0,-1 0,1 1,-1-1,1 1,-1 0,1 0,-3 0,1 2,0 0,0 0,0 0,1 1,-1-1,0 1,1 1,-1-1,1 1,0 0,0 0,0 1,0-1,0 1,1 0,0 0,-1 1,2-1,-1 1,0 0,1 0,0 0,0 1,1-1,-1 1,-1 4,0-1,1 1,0 0,1 0,0 0,0 0,1 0,0 0,1 0,0 1,1-1,0 0,1 0,1 5,1-4,0 0,0-1,1 0,1 0,0-1,0 1,1-1,0 0,0-1,1 0,0 0,1-1,-1 0,1 0,1 0,13 7,1 0,1-2,-1-1,2 0,15 2,32 9</inkml:trace>
  <inkml:trace contextRef="#ctx0" brushRef="#br0" timeOffset="3954.741">9092 1097,'20'0,"21"0,19 0,20 0,14 3,5-1,-14 1</inkml:trace>
  <inkml:trace contextRef="#ctx0" brushRef="#br0" timeOffset="5396.416">10442 1324,'52'-127,"55"-225,-105 349,-2 2,0-1,0 1,0 0,0-1,0 1,1 0,-1 0,0-1,1 1,-1 0,1 0,-1 0,1 0,0 0,0-1,-1 1,1 0,0 1,0-1,0 0,0 0,0 0,0 0,0 1,0-1,0 0,1 1,-1-1,0 1,0 0,0-1,1 1,-1 0,0 0,1 0,-1-1,0 1,1 1,-1-1,0 0,0 0,1 0,-1 1,58 92,64 120,-110-170,-13-42,0 1,0-1,0 0,-1 0,1 0,-1 0,1 0,0 0,-1 0,0 0,1-1,-1 1,1 0,-1 0,0 0,0 0,1-1,-1 1,0 0,0-1,0 1,0-1,0 1,0-1,0 1,0-1,0 0,0 1,0-1,0 0,0 0,0 0,0 0,0 0,-1 0,1 0,0 0,-1-1,-43-15,44 15,1 1,-1-1,0 1,1-1,-1 0,1 1,-1-1,1 0,-1 0,1 1,0-1,-1 0,1 0,0 0,-1 1,1-1,0 0,0 0,0 0,0 0,0 0,0 1,0-1,0 0,0 0,1 0,-1 0,0 1,0-1,1 0,-1 0,0 0,1 1,-1-1,1 0,-1 1,1-1,-1 0,1 1,0-1,-1 1,1-1,0 0,0 1,-1 0,1-1,0 1,0 0,-1-1,1 1,0 0,0 0,0-1,144-50,-130 46,0 0,0 0,0-1,-1-1,0-1,0 0,-1-1,0 0,0-1,-1 0,0-1,-1-1,0 0,-1 0,-1-1,0 0,0-1,-1 1,-1-2,1-2,-7 15,0 0,0 0,-1-1,1 1,0 0,-1-1,1 1,-1 0,0-1,0 1,0 0,0-1,0 1,0-1,-1 1,1 0,-1-1,1 1,-1 0,0 0,0 0,0-1,0 1,-1 0,1 0,0 0,-1 1,0-1,1 0,-1 0,0 1,0-1,0 1,0 0,0 0,0-1,0 1,0 1,0-1,-1 0,1 0,0 1,-1-1,1 1,0 0,-1 0,-1 0,0 0,1 1,-1-1,0 1,1 0,-1 0,1 0,-1 0,1 1,0 0,-1-1,1 1,0 0,0 1,0-1,1 0,-1 1,0 0,1 0,0-1,-1 1,1 1,1-1,-1 0,0 0,1 1,-2 2,0 5,-1-1,2 0,-1 1,1 0,1 0,0-1,0 1,1 0,1 0,1 4,2-1,-1 0,2 0,-1-1,2 0,0 1,1-2,0 1,1-1,0 0,1-1,0 0,1 0,0-1,1 0,0-1,0 0,1 0,0-2,1 1,-1-2,1 0,1 0,-1-1,1-1,0 0,0-1,12 1,-19-3,0 0,-1-1,1 0,0 0,-1-1,1 0,0 0,-1 0,1-1,-1 0,0 0,1-1,-1 0,0 0,0 0,-1-1,1 0,-1 0,0 0,0-1,0 1,-1-1,1 0,-1-1,0 1,-1-1,1 0,-1 0,0 0,-1 0,8-22,-2 0,-1-1,-1 1,-2-1,-1-1,-1 1,-1 0,-3-24,-14-40,42 106,1-2,0-1,0-1,1-1,3-1,12 4,-9-2,-13-5,-1 2,0 0,0 1,0 1,15 9,-32-14,0 0,0 0,0 1,-1-1,0 1,0-1,1 1,-2 0,1 0,0 0,-1 0,0 0,0 0,0 0,-1 0,1 0,-1 0,0 1,0-1,0 0,-1 0,1 0,-1 0,0 1,0-1,-1 0,1-1,-1 1,0 0,0 0,0-1,-2 4,-9 32,12-35,0-1,0 1,0 0,1 0,0 0,-1-1,1 1,1 0,-1 0,1 0,-1-1,1 1,0 0,1-1,-1 1,0-1,1 1,0-1,0 0,0 1,0-1,1 0,-1 0,1-1,0 1,-1 0,1-1,0 0,1 0,-1 0,0 0,1 0,-1 0,1-1,0 0,4 3,0-1,1-1,-1 1,1-1,0-1,-1 0,1 0,0-1,0 0,0 0,0-1,-1 0,1 0,0-1,-1-1,1 1,-1-1,0-1,0 0,0 0,0 0,-1-1,1 0,-1 0,-1-1,1 0,-1 0,0-1,0 0,-1 0,0 0,0 0,0-1,-1 0,-1 0,2-5,-1-1,-1 0,-1-1,0 0,-1 1,-1-1,0 0,-1 0,-2-10,-8 49,8-6,2-1,0 0,0 1,2-1,0 1,1-1,1 0,0 0,2 0,0 0,1-1,0 1,7 11,1-6</inkml:trace>
  <inkml:trace contextRef="#ctx0" brushRef="#br0" timeOffset="5642.729">12246 441,'7'16,"11"13,3 0</inkml:trace>
  <inkml:trace contextRef="#ctx0" brushRef="#br0" timeOffset="5988.415">12500 937,'20'7,"-1"-1,1-1,1-1,-1 0,1-2,-1 0,1-1,0-2,-1 0,1-1,0 0,-1-2,0-1,0 0,3-3,-12 5,-1 0,1-2,-1 1,0-1,0 0,-1-1,1 0,-1-1,-1 0,1-1,-1 1,0-1,-1-1,0 0,0 0,-1 0,0 0,-1-1,0 0,-1-1,0 1,0-1,-1 1,0-1,-1-1,-2 9,0 1,0-1,0 0,-1 0,1 1,-1-1,1 0,-1 1,0-1,0 1,0-1,-1 1,1-1,-1 1,1 0,-1 0,0-1,0 1,1 1,-2-1,1 0,0 0,0 1,0-1,-1 1,1 0,-1-1,1 1,-1 0,0 1,1-1,-1 0,0 1,1 0,-1-1,0 1,-8-1,1 0,0 1,-1 0,1 1,0 0,-1 1,1 0,0 0,-2 2,1 1,-1 1,1 1,0 0,1 0,-1 1,1 0,1 1,0 0,0 0,1 1,0 0,1 1,0 0,0 0,1 0,1 1,0 0,0 0,2 0,-1 1,1-1,1 1,1 0,-1 0,2-1,0 1,0 0,1 0,1 0,0-1,1 1,0-1,1 1,1-1,0 0,0-1,1 1,0-1,1 0,1-1,8 10,1-5,1-2,1 0,0-1,1 0,1-2,-1 0,2-2,-1 0,1-1,0-2,0 0,1-1,22 1,52-5,-66-6</inkml:trace>
  <inkml:trace contextRef="#ctx0" brushRef="#br0" timeOffset="18797.623">4465 2100,'16'0,"15"2,15 1,11 0,8-1,4-3,-1 0,-3-2,-7 1,-13 1,-15-1,-17 4,-18 3,-8 1</inkml:trace>
  <inkml:trace contextRef="#ctx0" brushRef="#br0" timeOffset="23859.882">4600 3249,'6'0,"10"0,11 0,12 0,11 0,8-2,8-1,4 0,2 0,-12 2</inkml:trace>
  <inkml:trace contextRef="#ctx0" brushRef="#br0" timeOffset="24121.716">5856 3089,'0'9,"-2"10,-1 8,-2 7,-1 4,2 3,1-2,0-4,2-7,3-7,3-8,1-6</inkml:trace>
  <inkml:trace contextRef="#ctx0" brushRef="#br0" timeOffset="24371.395">5802 2781,'-2'-2,"6"3,7 7,1 2</inkml:trace>
  <inkml:trace contextRef="#ctx0" brushRef="#br0" timeOffset="24660.661">5990 3263,'14'-1,"-1"0,1-2,-1 1,1-1,-1-1,0-1,-1 0,1 0,-1-1,0-1,0 0,-1 0,0-1,0-1,-1 0,0 0,8-11,-16 18,-1 1,1-1,-1 0,0 0,0 0,0 0,0 0,0 0,0-1,0 1,-1 0,1 0,-1 0,0-1,0 1,1 0,-1-1,-1 1,1 0,0-1,-1 1,1 0,-1 0,1 0,-1-1,0 1,0 0,0 0,0 0,-1 0,1 0,0 0,-1 1,1-1,-1 0,0 1,0-1,1 1,-1 0,0-1,0 1,0 0,0 0,-1 0,1 1,0-1,0 0,0 1,-1 0,1-1,0 1,-2 0,-3 1,0-1,-1 2,1-1,0 1,0 0,1 0,-1 1,0 0,1 0,-1 1,1-1,0 1,0 1,1-1,-1 1,1 0,0 0,0 1,1-1,0 1,0 0,0 1,1-1,-1 0,2 1,-1 0,1 0,0 0,0 0,1 0,0 0,0 0,0 0,1 1,0-1,1 0,0 0,0 0,0 1,1-1,0-1,1 1,-1 0,2 0,3 3,0-1,1 0,1-1,0 0,0 0,0-1,1 0,0-1,0 0,1-1,0 0,0 0,0-1,0 0,1-1,-1-1,1 0,0 0,0-1,6-1,36 5</inkml:trace>
  <inkml:trace contextRef="#ctx0" brushRef="#br0" timeOffset="25195.396">6671 3049,'-6'-3,"-1"0,1 1,-1 0,0 0,0 1,0 0,0 0,0 1,0-1,0 2,0-1,0 1,0 0,0 0,0 1,0 0,1 0,-1 1,1-1,-1 2,1-1,0 1,0 0,1 0,-1 0,0 1,5 0,0 0,0-1,0 1,1 0,0 0,0 0,0 0,0-1,1 1,0 0,0 0,0 0,0-1,1 1,0-1,0 1,0-1,0 0,1 1,0-1,-1 0,2-1,-1 1,0-1,1 1,-1-1,1 0,4 2,58 55,-47-45,0 0,-2 2,0 0,-1 1,-1 1,2 4,-16-22,0 0,0 0,1 0,-1 1,-1-1,1 0,0 0,0 1,0-1,-1 1,1-1,-1 0,1 1,-1-1,1 1,-1 0,0-1,0 1,0-1,0 1,0-1,0 1,0-1,-1 1,1-1,0 1,-1-1,1 1,-1-1,0 1,1-1,-1 0,0 1,0-1,0 0,0 0,0 1,0-1,0 0,0 0,-1 0,1-1,0 1,-1 0,-3 1,-1 0,1-1,0 1,-1-1,1-1,-1 1,1-1,-1 0,1 0,-1-1,1 0,-1 1,1-2,-1 1,1-1,0 0,0 0,3 0,1 0,0 0,0 0,0 0,0 0,0 0,1 0,-1 0,0 0,1-1,0 1,0 0,-1 0,1-1,0 1,1 0,-1 0,0 0,1-1,-1 1,1 0,0 0,0 0,0 0,0 0,0 0,0 0,0 0,1 0,-1 0,0 1,1-1,0 1,-1-1,1 1,0-1,0 1,31-32,1 2,1 1,1 2,2 1,20-9,22-18,-78 53,22-12,-13 32,-11-3,0 1,0 1,1 0,1-1,0 1,2-1,0 0,1 0,0 0,1 0,1-1,1 0,3 4,3-6,-3-5</inkml:trace>
  <inkml:trace contextRef="#ctx0" brushRef="#br0" timeOffset="25463.696">7126 2849,'-2'15,"3"13,7 11,2-2</inkml:trace>
  <inkml:trace contextRef="#ctx0" brushRef="#br0" timeOffset="25929.863">7380 3409,'13'-93,"-4"-1,-3-17,-3 60,-2 51,0-1,0 0,0 1,0-1,0 1,0 0,0-1,0 1,0 0,1 0,-1-1,0 1,0 0,0 0,0 0,0 1,0-1,1 0,-1 0,0 0,0 1,0-1,0 1,0-1,0 1,0-1,0 1,0-1,0 1,-1 0,1 0,0-1,0 1,0 0,0 1,4 1,45 26,84 59,-129-84,-1 1,0 0,-1 0,1 1,-1-1,0 1,-1-1,1 1,-1 0,0 0,-1 0,1 0,-1 0,0 0,-1 1,1-1,-1 0,-1 0,1 1,-1-1,0 0,0 0,-2 4,2-7,0 0,0 0,1 1,-1-1,1 1,0-1,0 0,0 1,0-1,1 1,-1-1,1 0,0 1,0-1,0 0,0 0,1 0,-1 0,1 0,0 0,-1 0,2 0,-1-1,0 1,0-1,1 1,-1-1,1 0,0 0,0 0,0 0,0-1,0 1,0-1,3 1,5 1,1-1,0 0,0 0,-1-2,1 1,0-1,0-1,0 0,0-1,-1 0,1-1,-1 0,1-1,-1 0,0-1,0 0,-1-1,0 0,0-1,0 0,-1 0,0-1,0 0,-1-1,0 1,-1-2,1 1,-2-1,1 0,-2-1,1 1,-2-1,1 0,-1-1,-1 1,0 0,1-10,-4 19,1-1,-1 1,0-1,0 1,0-1,0 1,0-1,0 1,-1-1,1 1,-1 0,0-1,0 1,1 0,-2-1,1 1,0 0,0 0,-1 0,1 0,-1 0,0 0,1 0,-1 1,0-1,0 1,0-1,0 1,0 0,-1 0,1 0,0 0,-1 0,1 0,0 0,-1 1,1-1,-1 1,1 0,-1 0,1 0,-1 0,1 0,-1 1,1-1,0 1,-1-1,0 2,0 0,0 0,0 1,1-1,-1 0,1 1,-1 0,1 0,0-1,0 1,0 1,0-1,1 0,-1 0,1 1,0-1,0 0,0 1,0-1,1 1,-1 0,1-1,0 1,0-1,1 1,-1 0,0-1,1 1,0-1,0 1,0-1,1 0,-1 1,1-1,-1 0,2 2,2 3,1 1,-1-1,2 0,-1 0,1-1,0 0,0 0,1 0,0-1,0 0,1-1,-1 0,1 0,0-1,8 3,11 3,0-2,1 0,0-2,21 2,13 0</inkml:trace>
  <inkml:trace contextRef="#ctx0" brushRef="#br0" timeOffset="22332.503">10682 1765,'-22'-7,"8"1,0 1,0 1,0 0,0 1,0 0,-1 1,1 1,-1 0,0 1,1 1,-7 1,8 0,-1 0,1 2,0-1,0 2,0 0,0 0,1 1,0 1,0 0,0 1,1 0,1 0,-4 5,13-13,0 1,0 0,0 0,0 0,0 1,0-1,0 0,1 0,-1 0,0 1,1-1,-1 0,1 0,-1 1,1-1,0 1,0-1,0 0,-1 1,1-1,0 1,1-1,-1 0,0 1,0-1,1 0,-1 1,1-1,-1 0,1 1,-1-1,1 0,0 0,-1 1,1-1,0 0,0 0,0 0,0 0,0 0,0-1,0 1,1 0,-1 0,0-1,1 1,66 24,-65-24,76 17,-56-16,-1 2,0 1,-1 1,1 1,-1 1,0 0,-1 2,0 0,0 1,-2 1,4 3,-18-12,0 1,-1-1,1 1,0-1,-1 1,0 0,0 0,0 1,-1-1,1 1,-1-1,0 1,0 0,-1 0,1 0,-1 0,0 0,0 0,-1 0,0 0,0 0,0 0,0 0,-1 0,0 0,0 0,0 0,-1 0,1 0,-1 0,0-1,-1 1,1-1,-1 1,0-1,-2 3,-6 0,-1 1,1-2,-2 0,1-1,0 0,-1 0,0-1,0-1,0-1,0 1,-1-2,1 0,-1-1,1 0,0-1,-1 0,1-1,0-1,-8-2,0-1,15 1,8 1</inkml:trace>
  <inkml:trace contextRef="#ctx0" brushRef="#br0" timeOffset="22601.76">11110 1845,'-3'-2,"-2"4,-3 8,-2 11,0 14,2 10,2 9,5 4,5 3,1-1,2-4,1-8,-2-6,-4-9,-2-10</inkml:trace>
  <inkml:trace contextRef="#ctx0" brushRef="#br0" timeOffset="22881.009">10950 2313,'16'-2,"14"1,9 1,5 1,-1-1,-6 1,-8-1</inkml:trace>
  <inkml:trace contextRef="#ctx0" brushRef="#br0" timeOffset="23146.318">10989 1752,'3'-11,"7"-4,11 0,13 6,13 6,7 8,3 4,-8 0</inkml:trace>
  <inkml:trace contextRef="#ctx0" brushRef="#br0" timeOffset="19390.87">5709 1993,'-4'16,"-2"12,0 8,1 4,2 3,0-1,2-6,1-7,0-8</inkml:trace>
  <inkml:trace contextRef="#ctx0" brushRef="#br0" timeOffset="20111.235">5575 1778,'30'0,"-1"0,1 2,0 1,-1 1,0 2,0 1,0 1,-1 1,15 8,-37-14,0 1,0-1,0 1,-1 0,1 0,-1 1,0-1,0 1,-1 0,0 1,0-1,0 1,0 0,-1 0,0 0,0 0,-1 0,1 1,-1 0,-1-1,1 1,-1 0,-1-1,1 1,-1 0,0 0,0 0,-4 14,0 1,-1-1,-1 0,-2-1,1 1,-5 4,-15 45,26-69,0 0,0 0,0 0,1 0,-1 1,0-1,1 0,-1 0,1 0,-1 1,1-1,-1 0,1 1,0-1,0 1,0-1,0 0,0 1,0-1,0 0,0 1,0-1,1 0,-1 1,1-1,-1 0,1 1,-1-1,1 0,0 0,-1 0,1 0,0 0,0 1,0-2,0 1,0 0,0 0,0 0,0 0,0-1,1 1,-1 0,0-1,0 1,1-1,-1 1,0-1,1 0,-1 0,0 1,1-1,-1 0,1 0,0-1,14-2,-1-1,0-1,0-1,0 0,-1-1,0-1,0 0,-1 0,0-2,-1 1,1-2,-2 0,5-5,11-16,-26 32,-1 0,1 0,-1 0,1 0,-1 0,0 0,1 0,-1 0,1 0,-1 0,0 0,1 1,-1-1,1 0,-1 0,0 0,1 1,-1-1,0 0,1 0,-1 1,0-1,0 0,1 1,-1-1,0 0,0 1,1-1,-1 1,0-1,0 0,0 1,0-1,0 1,0-1,0 0,1 1,-1-1,0 1,-1-1,1 1,0-1,0 0,0 1,0-1,0 1,0-1,0 0,-1 1,1-1,0 1,0-1,0 0,-1 1,1-1,0 0,-1 0,1 1,0 1,-1 3,0 1,1-1,0 0,0 1,0-1,1 0,0 1,0-1,0 0,0 0,1 1,0-1,0 0,0-1,1 1,0 0,0-1,0 1,0-1,1 0,-1 0,1 0,0-1,0 1,1-1,-1 0,1 0,0-1,-1 1,1-1,0 0,4 1,-3-2,1-1,-1 0,1 1,-1-2,0 1,1-1,-1 0,1-1,-1 1,0-1,0 0,0-1,0 0,0 0,0 0,-1 0,5-5,79-79,-60 44,-2-2,-2 0,-2-2,-1 0,7-33,11-35,-5-3,-5-3,-30 114,-5 20,-7 37,2 1,2 1,2 0,2 43,2-65,0 1,2 0,1-1,2 1,1-1,1 0,2 0,1 0,1-1,1 0,2-1,6 11,-15-34,0 0,0 0,1-1,-1 1,1-1,0 0,1 1,-1-2,1 1,-1-1,1 1,0-1,0 0,0-1,1 1,-1-1,1 0,-1-1,1 1,0-1,0 0,-1-1,2 1,17-5</inkml:trace>
  <inkml:trace contextRef="#ctx0" brushRef="#br0" timeOffset="20396.917">6444 1739,'27'0,"30"0,25 2,18 3,4 3,-15 1</inkml:trace>
  <inkml:trace contextRef="#ctx0" brushRef="#br0" timeOffset="21560.261">6965 2207,'6'-4,"-1"0,0-1,0 0,0 0,0 0,-1 0,0-1,0 1,-1-1,1 0,-1 0,-1 0,1-1,-1 1,0-1,0 1,-1-1,0 0,0 0,-1 1,0-1,0 0,-1-2,-5-109,6 117,-1 0,1 0,0 0,0 0,0 0,0 0,0 0,1 1,-1-1,0 0,0 0,1 0,-1 0,0 0,1 0,-1 1,1-1,-1 0,1 0,-1 1,1-1,0 0,-1 1,1-1,0 0,-1 1,1-1,0 1,0-1,0 1,-1 0,1-1,0 1,0 0,0 0,0-1,0 1,0 0,0 0,0 0,0 0,48 0,-35 1,158 7,-170-8,1 0,0 0,0 0,-1 0,1 1,0 0,-1-1,1 1,-1 0,1 0,-1 0,1 0,-1 1,0-1,0 1,0 0,1-1,-1 1,-1 0,1 0,0 0,0 0,-1 0,1 1,-1-1,0 0,0 1,0-1,0 1,0 0,0-1,-1 1,1 2,-27 164,26-166,1-1,-1 0,0 0,1 1,0-1,0 0,-1 0,1 1,1-1,-1 0,0 0,0 0,1-1,-1 1,1 0,-1 0,1-1,0 1,0-1,0 1,0-1,0 0,0 0,0 0,0 0,0 0,1 0,-1-1,0 1,71 7,-42-8,1-2,-1-2,0-1,0-1,0-1,-1-2,0-1,-1-2,12-6,-34 16,0-1,0 0,-1-1,1 0,-1 0,0 0,0 0,0-1,-1 0,0 0,0-1,0 0,0 1,-1-2,0 1,0 0,-1-1,0 0,0 0,0 0,0-5,-4 8,-1 0,0 1,0 0,0 0,0-1,-1 1,1 0,-1 1,0-1,0 0,0 1,0 0,-1 0,1 0,0 0,-1 0,1 1,-1-1,0 1,0 0,1 0,-1 0,0 1,0-1,0 1,0 0,0 0,0 0,-3 1,0-1,0-1,0 1,0 0,0 0,0 1,0 0,0 0,1 1,-1 0,0 0,1 0,-1 1,1 0,0 0,0 1,0 0,0 0,1 0,-1 1,1-1,0 1,0 1,1-1,0 1,0-1,0 1,1 0,0 1,0-1,-2 6,5-10,0 0,0 0,0 0,0 0,1 1,-1-1,0 0,1 0,0 0,-1 0,1 0,0 0,0 0,0 0,0-1,1 1,-1 0,0 0,1-1,-1 1,1-1,0 0,-1 1,1-1,0 0,0 0,0 0,0 0,0 0,0 0,66 14,-55-15,1 0,-1 0,1-1,-1-1,1 0,-1-1,0 0,0-1,0-1,0 0,7-5,-20 10,0-1,0 1,1-1,-1 1,0-1,1 1,-1-1,1 1,-1-1,1 1,-1-1,1 1,-1 0,1-1,-1 1,1 0,-1-1,1 1,0 0,-1 0,1 0,-1 0,1-1,0 1,-1 0,1 0,0 0,-1 0,1 0,0 1,-1-1,1 0,-1 0,1 0,0 0,-1 1,1-1,-1 0,1 1,-1-1,1 0,-1 1,1-1,-1 1,1-1,-1 1,1-1,-1 1,0-1,1 1,-1-1,0 1,0-1,1 1,-1-1,0 1,0 0,0-1,0 1,1 0,-1-1,0 1,0 0,0-1,-1 1,1-1,0 1,0 0,0-1,0 1,-1 1,0 1,0-1,1 0,-1 0,1 1,0-1,0 0,0 1,0-1,0 0,0 1,0-1,1 0,-1 1,1-1,0 0,0 0,0 0,0 0,0 0,0 0,0 0,1 0,-1 0,1 0,-1 0,1-1,0 1,-1-1,1 1,0-1,0 0,0 0,0 0,1 0,-1 0,0 0,0-1,0 1,1-1,-1 1,0-1,1 0,-1 0,0 0,3 0,2-4,1 0,-1 0,0 0,-1-1,1 0,-1-1,0 1,0-1,0 0,-1-1,0 1,-1-1,1 0,-1 0,0 0,-1-1,0 0,0 1,-1-1,0 0,0 0,0 0,-1-1,13-96,-12 103,0 0,0 0,0-1,0 1,1 1,-1-1,0 0,1 1,-1-1,1 1,0 0,-1-1,1 1,0 1,0-1,0 0,-1 1,1-1,0 1,0 0,0 0,0 0,0 0,0 1,0-1,0 1,-1 0,1 0,0 0,0 0,2 0,0-1,1 1,-1 0,0 0,0 1,0 0,0 0,0 0,0 0,0 1,-1-1,1 1,-1 1,0-1,0 1,0-1,0 1,0 0,-1 0,0 1,0-1,0 1,-1 0,1-1,-1 1,0 0,0 0,-1 0,0 1,0-1,0 0,0 1,-1 2,0 94,1-99,-1 0,0-1,1 1,0 0,0-1,0 1,0-1,0 1,0-1,0 1,1-1,0 0,-1 0,1 0,0 1,0-2,0 1,0 0,0 0,0-1,1 1,-1-1,1 0,-1 1,1-1,-1 0,1-1,-1 1,1 0,0-1,0 0,0 1,90-6,-78 1,-1 0,1-1,-1-1,0 0,-1-1,0-1,0 0,0-1,7-7,-14 11,-1 1,1-2,-1 1,-1 0,1-1,-1 0,0 0,0-1,-1 1,0-1,0 1,0-1,-1 0,0 0,-1 0,1 0,-1 0,-1-1,1 1,-1 0,0-1,-1 6,1 0,0-1,0 1,-1 0,1 0,-1 0,1 0,-1 0,0 0,0 0,0 0,0 0,0 1,-1-1,1 0,0 1,-1-1,1 1,-1-1,0 1,1 0,-1 0,0-1,0 1,0 0,0 1,0-1,0 0,0 1,0-1,0 1,0-1,0 1,0 0,-1 0,1 0,0 0,0 0,0 1,0-1,0 1,0-1,0 1,0 0,0-1,0 1,0 0,0 1,0-1,1 0,-1 0,-1 2,-1 0,0 1,0 0,0 0,1 0,-1 0,1 1,0-1,1 1,-1 0,1 0,0 0,0 0,0 0,1 0,-1 1,1-1,1 1,-1-1,1 1,0-1,0 0,1 1,-1-1,1 1,0-1,1 0,-1 1,1-1,0 0,0 0,1 0,0-1,0 1,1 2,8 3,0-1,1 0,0 0,0-2,1 1,0-2,0 0,0 0,1-2,0 0,0 0,0-1,0-1,3 0,45 6</inkml:trace>
  <inkml:trace contextRef="#ctx0" brushRef="#br0" timeOffset="27466.087">10081 2942,'-4'-3,"1"1,-1 0,1 0,-1 0,0 0,0 1,0 0,0 0,0 0,0 0,-1 0,1 1,0 0,0 0,0 0,-1 0,1 1,0 0,0-1,0 2,0-1,0 0,0 1,0 0,0 0,1 0,-1 0,1 0,-3 3,-90 86,84-79,1 1,1 1,0 0,1 0,0 1,1 0,1 0,0 1,1 0,1 0,0 0,2 1,-2 11,5-26,0 0,0 1,0-1,0 0,0 1,1-1,-1 0,1 0,0 1,0-1,0 0,0 0,0 0,0 0,0 0,1 0,-1 0,1 0,-1-1,1 1,0-1,-1 1,1-1,0 1,0-1,0 0,0 0,1 0,-1 0,0-1,0 1,0 0,1-1,-1 1,0-1,1 0,-1 0,0 0,1 0,1-1,93-23,-75 13,-1-1,-1-1,0-1,-1-1,0 0,-1-2,-1 0,-1 0,0-2,-2 0,0-1,-1 0,0-1,-2 0,-1-1,-1 0,0-1,-2 0,-1 0,0-1,-2 0,-1 0,-1 0,0 0,-2-4,-1 16,1 1,-1-1,-1 1,0-1,0 1,-2 0,1 0,-3-4,5 11,-1 0,0 1,0-1,0 1,-1 0,1-1,-1 1,1 0,-1 1,0-1,0 0,-1 1,1-1,0 1,-1 0,1 0,-1 1,0-1,0 1,1 0,-1 0,0 0,0 0,0 1,-2-1,-2 3,1 0,0 0,0 0,0 1,1 0,-1 0,1 1,-1 0,1 0,0 0,1 1,-1 0,1 0,0 1,0-1,0 1,1 0,0 0,0 1,1-1,0 1,0 0,-2 5,-5 10,0 0,1 1,1 0,2 1,0 0,1 0,2 0,0 0,1 1,2-1,1 1,0-1,2 0,1 0,1 0,1 0,1 0,1-1,9 19,105 192,-104-173,-13-50,1-5</inkml:trace>
  <inkml:trace contextRef="#ctx0" brushRef="#br0" timeOffset="28084.862">10455 3236,'200'2,"-146"15,-52-16,-1 0,0-1,0 1,0 0,0 0,0 1,0-1,0 0,0 0,0 0,-1 1,1-1,0 0,-1 1,1-1,-1 1,0-1,1 0,-1 1,0-1,0 1,0-1,0 1,0-1,0 1,0-1,0 1,-1-1,1 1,-1-1,1 0,-1 1,1-1,-1 0,0 1,0-1,-5 8,-1 0,1 0,-2-1,1 0,-1 0,-1-1,1 0,-1 0,-1-1,1 0,-3 0,-44 34,55-40,1 0,0 0,-1 0,1 1,0-1,-1 0,1 0,0 0,0 1,-1-1,1 0,0 0,0 1,-1-1,1 0,0 1,0-1,0 0,-1 1,1-1,0 0,0 1,0-1,0 0,0 1,0-1,0 0,0 1,0-1,0 0,0 1,0-1,0 0,0 1,0-1,0 1,0-1,0 0,1 1,-1-1,0 0,0 0,0 1,1-1,-1 0,0 1,0-1,1 0,-1 0,0 1,0-1,1 0,-1 0,0 0,1 0,-1 1,0-1,1 0,-1 0,0 0,1 0,-1 0,1 0,29 5,-21-4,11 1,0 0,1 2,-2 1,1 0,0 1,-1 1,0 1,9 6,-26-13,0 0,0 0,0 0,0 0,0 0,-1 1,1-1,0 0,-1 1,1 0,-1-1,0 1,1 0,-1 0,0 0,0-1,0 1,0 0,-1 0,1 1,0-1,-1 0,0 0,1 0,-1 0,0 0,0 1,0-1,0 0,-1 0,1 0,0 0,-1 1,0-1,1 0,-1 0,0 0,0 0,0 0,0-1,-2 3,-6 4,-1 0,-1 0,1-1,-1 0,0 0,-1-2,0 1,0-2,0 1,0-2,-11 3,-24-2,33-9</inkml:trace>
  <inkml:trace contextRef="#ctx0" brushRef="#br0" timeOffset="30005.293">68 241,'32'788,"-14"-482,27 951,-12-602,-29-548,-5 1,-4 4,-1 114,6-225,1 1,-1-1,1 0,0 0,-1 1,1-1,0 0,0 0,0 0,0 0,0 0,0 0,0 0,0-1,0 1,0 0,0 0,1-1,-1 1,0-1,1 1,-1-1,0 0,1 1,-1-1,0 0,1 0,-1 0,0 0,1 0,-1 0,0 0,1-1,-1 1,0 0,1-1,-1 1,0-1,1 1,-1-1,0 0,0 0,0 1,0-1,1-1,14-3,25 1,1 0,0 3,-1 2,1 1,-1 2,40 9,17 1,301 29,115-14,532-19,448 33,23-1,194 28,-630-40,-83 4,481-76,157-26,-1515 66,0-6,23-7,-82-1,-61 10,-19 0,-8 1</inkml:trace>
  <inkml:trace contextRef="#ctx0" brushRef="#br0" timeOffset="32172.873">1 134,'8'-9,"1"1,0 0,0 0,1 1,0 0,0 1,1 0,-1 0,1 1,1 0,-1 1,1 1,10-2,160-15,612 19,2249-25,-822 42,798 47,-1327 24,-597-18,-898-62,319 13,410 70,-668-46,285 39,-441-78,-101-4,1 1,0-1,-1 1,1-1,-1 1,1 0,-1-1,0 1,0 0,0 0,0 0,0 0,0 0,-1 0,1 0,-1 1,1-1,-1 0,0 0,0 0,0 1,0-1,0 0,0 0,0 0,-1 0,1 1,-1-1,0 0,0 0,0 1,0 4,-81 409,-2 196,68-505,-26 185,2 147,36-190,5-118,-6 0,-5 0,-6-1,-15 47,22-142,1 1,2-1,2 1,1 1,2 6,2-30,0-7,-1 0,1 0,-1 1,0-1,-1 0,1 0,-1 0,-1 0,1 0,-1-1,0 1,0 0,0-1,-1 1,0-1,0 0,0 0,-4 5,2-5,0 0,-1-1,1 1,-1-1,0 0,0 0,0-1,0 0,-1 0,1 0,-1-1,0 0,0 0,0-1,0 0,0 0,0-1,-5 0,-261-11,-146 18,-83 25,401-24,-135 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3:06.9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0 594,'10'426,"35"756,-46-316,1-824</inkml:trace>
  <inkml:trace contextRef="#ctx0" brushRef="#br0" timeOffset="1340.967">27 420,'1'-3,"1"0,-1 1,1-1,-1 1,1-1,0 1,0-1,0 1,0 0,0 0,1 0,-1 0,1 0,-1 1,1-1,0 1,-1 0,1 0,0-1,0 2,0-1,0 0,0 1,0-1,0 1,0 0,0 0,0 0,2 1,2-2,175-17,85 6,-259 11,1223 2,-559 7,2052-8,-942 26,306-26,-1223 26,-752-25,-111-1</inkml:trace>
  <inkml:trace contextRef="#ctx0" brushRef="#br0" timeOffset="2479.741">348 1062,'18'0,"15"0,14 0,14-3,13 1,10-1,6-2,-12 1</inkml:trace>
  <inkml:trace contextRef="#ctx0" brushRef="#br0" timeOffset="3710.367">1658 1182,'48'-134,"-39"104,-2 0,-2-1,0 0,-2 0,-1 0,-2 0,-1 0,-2 0,0 1,-2-1,-4-7,-5 7,14 31,-1-1,1 1,0-1,0 1,0-1,0 1,-1-1,1 1,0-1,0 1,-1-1,1 1,0-1,-1 1,1 0,0-1,-1 1,1 0,-1-1,1 1,-1 0,1-1,-1 1,1 0,-1 0,1 0,-1 0,1-1,-1 1,1 0,-1 0,1 0,-1 0,1 0,-1 0,1 0,-1 0,1 1,-1-1,1 0,-1 0,1 0,-1 0,1 1,-1-1,1 0,-1 1,1-1,-1 0,1 1,0-1,-1 0,1 1,-1-1,0 3,0-1,0 1,0-1,0 1,1-1,-1 1,1 0,-1-1,1 1,0 0,0-1,0 1,1 0,-1-1,1 1,-1 0,1-1,0 1,0-1,0 1,0-1,0 1,1-1,-1 0,1 0,-1 0,1 0,1 1,60 49,-40-42,1-1,1-1,-1-1,1-1,0-1,25 1,69 16,-114-21,0 0,1 0,-1 1,0-1,0 1,0 0,-1 1,1-1,-1 1,1 0,-1 0,0 0,0 1,0-1,0 1,-1 0,1 0,-1 1,0-1,-1 1,1-1,-1 1,0 0,0 0,1 4,-7 89,-3-34,7-61,1 0,-1 0,0 0,1 0,0 0,0 0,0 0,0 0,0-1,0 1,1 0,-1-1,1 1,0-1,0 0,0 1,0-1,0 0,0 0,1 0,-1-1,1 1,-1-1,1 1,0-1,-1 0,1 0,0 0,0 0,0 0,0-1,0 1,98 3,-81-7,-1 0,0-1,-1-1,1-1,-1 0,0-2,0 0,-1-1,4-3,-14 8,-1 0,1 0,-1-1,0 0,0 0,0-1,-1 0,0 0,0 0,0 0,-1-1,0 0,0 0,-1 0,0 0,0-1,-1 1,0-1,0 1,0-1,-1 0,0 0,-1-6,0 10,0-1,-1 0,1 0,-1 1,0-1,-1 0,1 1,-1-1,0 1,0 0,0-1,-1 1,1 0,-1 0,0 1,0-1,0 0,-1 1,1 0,-1 0,0 0,0 0,0 1,0-1,0 1,-1 0,1 0,-1 1,1-1,-1 1,0 0,1 0,-1 1,0 0,0-1,0 1,-3 1,5 0,0 0,0 1,0-1,0 1,0 0,0 0,1 0,-1 0,0 0,1 0,0 1,0-1,0 1,0 0,0-1,0 1,1 0,-1 0,1 0,0 0,0 1,0-1,0 0,1 0,-1 1,1-1,-1 6,0 0,0 0,1-1,1 1,0 0,0-1,0 1,1 0,2 3,0 1,2-1,0-1,0 1,1-1,0 0,1 0,0-1,1 0,0-1,0 0,1 0,0-1,1 0,0-1,0 0,1-1,2 1,12 5,0-2,1 0,1-2,-1-1,1-1,0-1,12-1,-19-1,-1-1,1-1,-1-1,0-1,1-1,-1 0,0-2,0 0,0-2,0 0,-1-1,0 0,0-2,0-1,-13 6,-1-1,0 1,0-1,0 0,0 0,-1-1,0 1,0-1,0 0,-1 0,0 0,0-1,-1 1,1-1,-1 1,-1-1,1 0,-1-5,0 8,-1 0,0-1,0 1,0 0,0-1,-1 1,0 0,0-1,0 1,0 0,-1 0,1 0,-1 0,0 0,0 1,-1-1,1 0,-1 1,0 0,1-1,-2 1,1 0,0 1,-1-1,1 1,-1-1,1 1,-1 0,0 0,-1 0,-4-1,-1 1,1-1,-1 1,0 1,0 0,0 0,0 1,0 1,0-1,0 1,0 1,0 0,0 1,1-1,-1 2,1-1,0 2,0-1,0 1,1 0,-1 1,1 0,0 0,1 1,-5 4,11-9,0-1,0 0,0 0,0 0,0 1,0-1,0 0,0 1,1-1,-1 1,1-1,-1 1,1-1,-1 1,1-1,0 1,0 0,-1-1,1 1,1-1,-1 1,0 0,0-1,0 1,1-1,-1 1,1-1,-1 1,1-1,0 1,0-1,0 1,-1-1,1 0,0 0,0 1,1-1,-1 0,0 0,0 0,1 0,-1 0,66 24,-52-22,1-1,-1 0,1-1,-1-1,1 0,-1-2,1 1,-1-2,0 0,0-1,0 0,0-2,-1 1,5-4,-19 9,0 1,0 0,0-1,0 1,0-1,0 1,0-1,0 1,0-1,0 1,0-1,0 1,0 0,0-1,1 1,-1-1,0 1,0-1,1 0,-1 1,0-1,1 1,-1-1,0 1,1-1,-1 0,1 1,-1-1,1 0,-1 0,1 1,-1-1,1 0,-1 0,1 1,-1-1,1 0,-1 0,1 0,-1 0,1 0,-1 0,1 0,-1 0,1 0,0 0,-1 0,1 0,-1-1,1 1,-1 0,-2 10,-11 57,3-1,3 2,3-1,4 43,0-65,-3 325,3-356,0 1,0-1,-2 0,1 1,-2-1,0 0,-1-1,0 1,-1-1,-1 1,0-1,-1-1,0 1,0-1,-2-1,-4 6,10-15,0 1,0-1,0 0,0 0,0 0,0 0,-1-1,1 1,-1-1,1 0,-1 0,0 0,1 0,-1-1,0 0,0 1,1-1,-1-1,0 1,0-1,1 1,-1-1,0 0,1 0,-1 0,1-1,-1 0,1 1,0-1,-1-1,-6-3,1-1,1-1,-1 1,1-1,0-1,1 1,0-1,1-1,-4-5,-6-14,2-1,1-1,1 0,1 0,2-1,2 0,0-1,3 0,0 0,2-9,1 34,0 0,1 0,0 1,1-1,-1 0,1 0,1 1,0-1,0 1,0-1,1 1,0 0,0 0,1 0,0 0,0 1,0-1,1 1,0 0,1 1,-1-1,1 1,0 0,0 0,3-1,10-1,0 0,0 2,1 0,0 1,0 1,0 0,0 2,6 1,-4-2,60-2</inkml:trace>
  <inkml:trace contextRef="#ctx0" brushRef="#br0" timeOffset="5174.89">4586 1463,'71'-219,"-41"87,-29 130,0 0,0 0,0 1,0-1,0 0,0 1,0-1,1 1,-1-1,0 1,1 0,0-1,-1 1,1 0,0 0,-1 0,1 0,0 1,0-1,0 0,0 1,0-1,0 1,-1 0,1 0,0 0,0-1,0 2,0-1,0 0,0 0,0 1,0-1,0 1,0 0,0-1,0 1,-1 0,2 1,65 47,-57-38,0 0,-1 1,0 1,-1 0,0 0,-1 1,-1 0,0 0,-1 1,0-1,3 16,-9-27,1-1,-1 0,0 0,0 0,0 0,0 0,-1 1,1-1,0 0,-1 0,0 0,1 0,-1 0,0 0,0 0,0 0,0 0,0-1,-1 1,1 0,-1-1,1 1,-1-1,1 1,-1-1,0 0,0 0,1 0,-1 0,0 0,0 0,0 0,0 0,0-1,0 1,-1-1,1 0,0 1,0-1,0 0,0 0,0-1,-1 1,1 0,0-1,0 1,0-1,0 0,0 1,0-1,-2-1,2 1,-1 0,0 0,1 0,-1 0,1-1,-1 1,1-1,0 1,0-1,-1 0,1 0,1 0,-1 0,0 0,0-1,1 1,-1 0,1-1,0 1,-1-1,1 0,1 1,-1-1,0 0,1 0,-1 1,1-1,0 0,0 0,0 0,0 1,0-1,1 0,-1 0,1 0,0 1,0-1,0 0,0 1,0-1,0 1,1-1,-1 1,1 0,0 0,0 0,0 0,0 0,0 0,2-2,15-6,0 1,1 0,0 1,0 1,17-3,26-9,-54 17,0 0,0-1,-1 0,1 0,-1-1,0 0,0-1,0 0,-1 0,1 0,-1-1,0 0,-1-1,0 1,0-1,0-1,-1 1,0-1,0 0,0-1,-5 8,0 0,1 0,-1 0,0-1,0 1,0 0,0 0,0-1,0 1,0 0,0 0,0 0,-1-1,1 1,-1 0,1 0,0 0,-1 0,0-1,1 1,-1 0,0 0,0 0,1 1,-1-1,0 0,0 0,0 0,0 0,0 1,0-1,0 1,0-1,-1 1,1-1,0 1,0-1,0 1,-1 0,1 0,-1-1,-50 9,46-4,0-1,1 1,-1 0,1 0,0 1,1 0,-1 0,1 0,0 0,0 0,0 1,1 0,0 0,0 0,1 0,-1 0,1 0,1 1,-1-1,1 1,0-1,1 1,-1 0,1-1,0 1,1 0,0-1,0 1,0-1,1 1,0-1,0 0,1 1,0-1,4 4,0 1,1-2,1 1,-1-1,2 0,-1-1,1 0,0 0,1-1,0-1,0 0,0 0,1-1,-1 0,1-1,0-1,1 0,-1 0,1-1,-1-1,1 0,0-1,-1 0,1-1,-1 0,2-2,-6 1,-1 0,1-1,0 0,-1 0,0-1,0 0,0 0,0-1,-1 0,1 0,-1-1,-1 1,1-1,-1-1,0 1,0-1,-1 0,0 0,0 0,0 0,-1-1,-1 1,1-3,5-13,-2-1,0 0,-2-1,-1 1,-1-1,-1 0,-1-1,1 21,-1 0,0 0,0 0,0 0,0 0,-1 0,0 1,0-1,0 0,-1 0,1 1,-1-1,0 1,0-1,-1 1,1 0,-1 0,0 0,-1 0,3 3,0 1,0 0,1 0,-1 0,0 0,0 0,0 1,0-1,1 0,-1 0,0 0,0 1,0-1,1 0,-1 1,0-1,1 1,-1-1,0 1,1-1,-1 1,0-1,1 1,-1 0,1-1,-1 1,1 0,0-1,-1 1,1 0,0 0,-1-1,1 1,0 0,0 0,-1 0,1-1,0 1,0 0,0 0,0 0,0 0,1-1,-1 1,0 0,0 0,0 0,1-1,-1 1,0 0,1 0,-1-1,1 1,-1 0,1-1,-1 1,1 0,-1-1,1 1,0-1,0 1,6 7,2 0,-1-1,1 0,0-1,0 0,0 0,1-1,0 0,0-1,1 0,-1 0,12 1,-16-3,199 52,-201-54,0 0,1 1,-1 0,0 0,0 0,0 1,0-1,0 1,0 0,-1 0,1 1,-1-1,1 1,-1-1,0 1,0 0,0 0,0 1,-1-1,1 0,-1 1,0 0,0-1,0 1,0 0,-1 0,1 0,-1 0,0 0,0 4,-8 40,5-45,1 1,0-1,-1 0,1 1,1-1,-1 1,0 0,1-1,0 1,0-1,0 1,0-1,0 1,1 0,0-1,-1 1,1-1,1 1,-1-1,0 0,1 0,0 1,0-1,0 0,0 0,0-1,0 1,1 0,-1-1,1 1,2 1,5-1,1 0,-1 0,1 0,-1-2,1 1,0-1,-1-1,1 0,0 0,0-1,-1-1,1 0,-1 0,1-1,-1 0,0-1,0 0,0-1,0 0,-1 0,0-1,0 0,-1-1,8-7,-9 7,-1 0,1 0,-2-1,1 0,-1 0,0-1,-1 1,0-1,0 0,-1 0,0 0,-1-1,0 1,0-1,-1 1,-1-1,1 0,-1 1,-1-1,0-3,0 14,1-1,0 1,0 0,-1 0,1-1,0 1,-1 0,1-1,-1 1,1-1,-1 1,1-1,-1 1,0 0,1-1,-1 0,0 1,1-1,-1 1,0-1,1 0,-1 0,0 1,0-1,0 0,1 0,-1 0,0 0,0 0,1 0,-1 0,0 0,0 0,0 0,1 0,-1 0,0-1,0 1,1 0,-1-1,0 1,1 0,-1-1,0 1,1-1,-1 1,1-1,-1 1,1-1,-1 0,1 1,-1-1,1 0,-1 1,1-1,0 0,-1 1,1-1,0 0,0 0,0 1,-1-1,-3 13,0 1,1 0,0-1,1 2,0-1,1 0,0 0,2 0,-1 1,1-1,1 0,1 0,0 0,0 0,0-6,0 1,0-1,0 0,1-1,0 1,1-1,0 1,0-1,0-1,0 1,1-1,0 0,0 0,0 0,4 1,21 11</inkml:trace>
  <inkml:trace contextRef="#ctx0" brushRef="#br0" timeOffset="5457.726">6217 755,'-7'15,"7"11,12 7,5-2</inkml:trace>
  <inkml:trace contextRef="#ctx0" brushRef="#br0" timeOffset="5729.001">6524 1343,'14'-5,"-1"-1,0 0,0 0,0-1,-1-1,0 0,-1-1,0 0,0-1,-1 0,2-3,-7 8,-1 0,0 0,0 0,-1-1,1 0,-1 0,-1 0,1 0,-1 0,0-1,0 1,-1-1,0 1,0-1,0 1,-1-1,0 0,0 1,-1-1,0 0,0 1,0-1,-1 1,0-1,0 1,0 2,0-1,-1 1,1-1,-1 1,0 0,0 0,0 0,0 1,-1-1,1 1,-1 0,0 0,0 0,0 0,-1 0,1 1,-1 0,1 0,-1 0,0 1,1 0,-1 0,0 0,0 0,0 1,0-1,0 1,0 1,0-1,0 1,0 0,1 0,-1 0,0 0,0 1,1 0,-1 0,-3 2,3 1,0 0,1 0,0 0,0 1,0-1,0 1,1 0,0 0,0 0,1 1,-1-1,2 1,-1-1,1 1,-1 0,2-1,-1 1,1 0,0 0,1-1,-1 1,1 0,1 0,-1-1,1 1,0-1,1 0,-1 1,1-1,0 0,1 0,0-1,0 1,0-1,0 0,4 3,7 1,0 0,1-1,-1-1,2 0,-1-2,1 1,0-2,0 0,0-2,1 1,-1-2,1 0,-1-2,16-1,25 0</inkml:trace>
  <inkml:trace contextRef="#ctx0" brushRef="#br0" timeOffset="6006.884">7473 1089,'16'-2,"21"1,22 3,23 2,21 2,16-1,-12 0</inkml:trace>
  <inkml:trace contextRef="#ctx0" brushRef="#br0" timeOffset="6365.464">8850 862,'-2'25,"-1"24,0 22,1 17,3 14,1 10,2 5,1-1,0-3,-2-5,-5-9,-5-16,-1-21</inkml:trace>
  <inkml:trace contextRef="#ctx0" brushRef="#br0" timeOffset="6656.718">8769 1276,'-29'-176,"28"173,0 0,1 0,-1 0,1 0,0 0,0 0,0-1,0 1,0 0,0 0,1 0,0 0,0 0,0 0,0 0,0 0,0 0,1 0,-1 0,1 1,0-1,0 0,0 1,0 0,0-1,1 1,-1 0,1 0,-1 1,1-1,0 0,0 1,0 0,0-1,0 1,2 0,8 1,0 0,-1 1,1 0,0 1,-1 1,0 0,1 1,-1 0,0 1,-1 0,1 1,-1 0,-1 1,1 0,-2-2,-1-1,0 2,0-1,-1 1,1 0,-1 1,0 0,-1 0,0 0,0 1,-1 0,1 0,-2 0,1 1,-1 0,-1 0,3 9,-6-14,-1 1,0-1,-1 0,1 0,-1 0,0 1,0-2,0 1,-1 0,1 0,-1-1,0 1,0-1,0 0,0 0,-1 0,1 0,-1-1,0 1,0-1,1 0,-2 0,1 0,0-1,0 0,0 1,-1-1,1-1,-1 1,1-1,-1 0,-1 0,-4 3,-1 0,0-1,-1-1,1 0,0-1,0 0,0 0,0-1,0-1,0 0,0 0,0-1,0-1,1 0,0 0,-1-1,1 0,-5-9</inkml:trace>
  <inkml:trace contextRef="#ctx0" brushRef="#br0" timeOffset="8437.346">9385 1169,'-3'-7,"1"1,-1-1,-1 1,1 0,-1 0,0 0,-1 1,1-1,-1 1,0 0,0 0,-1 1,1 0,-1 0,0 0,0 0,-1 1,1 0,-1 1,1-1,-1 1,0 0,0 1,0 0,0 0,0 0,0 1,0 0,0 0,0 1,0 0,0 0,0 1,0 0,1 0,-1 0,0 1,1 0,0 0,0 1,0 0,0 0,-3 3,7-4,-1-1,1 1,-1 0,1 0,0 0,0 1,1-1,-1 0,1 1,-1-1,1 1,0 0,0-1,1 1,-1 0,1 0,0-1,0 1,0 0,0 0,1-1,-1 1,1 0,0-1,0 1,0 0,1-1,-1 1,1-1,0 0,0 0,0 0,0 0,1 0,-1 0,1 0,0-1,0 1,0-1,0 0,0 0,0 0,1 0,-1 0,0-1,2 1,7 2,0 1,0-2,1 0,-1 0,1-1,-1 0,1-1,0-1,0 0,-1-1,1 0,0-1,-1 0,8-3,-20 5,1-1,-1 1,1 0,0-1,-1 1,1 0,0-1,0 1,-1 0,1 0,0 0,-1 0,1 0,0 0,0 0,-1 0,1 0,0 0,0 0,-1 1,1-1,0 0,-1 0,1 1,0-1,-1 0,1 1,-1-1,1 1,0-1,-1 1,1-1,-1 1,1-1,-1 1,0-1,1 1,-1 0,1-1,-1 1,0 0,0-1,1 1,-1 0,0-1,0 1,0 0,0 0,0-1,0 1,0 0,0 0,0-1,0 1,0 0,-1-1,1 1,0 0,0 0,0 3,1-1,0 1,0 0,0-1,0 1,0-1,0 0,1 1,0-1,0 0,0 0,0 0,0 0,1 0,-1 0,1-1,0 1,-1-1,1 0,0 0,1 0,-1 0,0-1,0 1,1-1,-1 0,1 0,-1 0,1 0,0 0,-1-1,1 0,0 0,-1 0,1 0,0 0,-1-1,1 0,0 1,0-2,2 0,-1 0,1 0,0-1,0 0,-1-1,0 1,0-1,0 0,0 0,0-1,-1 1,0-1,0 0,0 0,-1 0,1-1,-1 1,0-1,-1-1,36-117,-34 96,-3 21,-1 1,1-1,0 0,0 0,1 0,0 1,0-1,1 1,0-1,0 1,0 0,1 0,3-4,-1 7,-1 0,1 1,0 0,-1 0,1 1,0 0,0 0,0 0,0 0,0 1,0 0,0 1,0-1,0 1,0 0,0 0,0 1,-1 0,1 0,1-2,0 1,0 0,0 1,0-1,0 1,-1 0,1 1,0 0,-1 0,0 0,0 1,0 0,0 0,-1 0,1 1,-1 0,0 0,-1 0,1 0,-1 1,0 0,0 0,-1 0,0 0,0 1,0-1,-1 1,0 0,1 3,-3 0,-1 1,0-1,-1 1,1-1,-2 0,0 0,0 0,-3 5,-12 53,17-66,1 0,0-1,0 1,0 0,0 0,1-1,-1 1,0 0,1-1,-1 1,1 0,-1-1,1 1,0 0,0-1,0 1,0-1,0 0,0 1,0-1,0 0,0 0,1 1,-1-1,0 0,1 0,-1 0,1-1,-1 1,1 0,0-1,-1 1,1-1,0 1,1-1,64 4,-34-8,0-2,-1-1,1-2,-1-1,-1-1,0-2,-1-1,0-1,-2-2,1-1,22-20,-41 32,-1-1,0-1,0 1,-1-1,0-1,-1 0,0 0,0 0,5-10,-12 17,1 1,-1-1,1 0,-1 1,0-1,0 1,0-1,0 1,0-1,0 1,0-1,0 0,-1 1,1-1,-1 1,1-1,-1 1,0 0,1-1,-1 1,0 0,0-1,0 1,0 0,0 0,0 0,0 0,0 0,-1 0,1 0,0 0,-1 0,1 0,0 1,-1-1,1 1,-2-1,-59-16,57 16,0 0,0 0,0 0,0 0,0 1,-1 0,1 0,0 0,0 1,0-1,0 1,-1 0,1 1,1-1,-1 1,0 0,0 1,1-1,-1 1,1 0,-1 0,1 0,0 0,1 1,-1 0,1 0,-1 0,1 0,0 0,0 1,1-1,0 1,-1 0,1-1,1 1,-1 2,1-3,1-1,0 0,1 1,-1-1,0 1,1-1,0 0,0 0,0 1,0-1,0 0,1 0,-1 0,1 0,0 0,0-1,0 1,0 0,1-1,-1 0,1 1,-1-1,1 0,0 0,0 0,0-1,0 1,0-1,0 0,1 1,6 2,1-1,-1 0,1 0,-1-1,1 0,0-1,-1 0,1-1,0 0,-3-1,0 1,-1-1,1-1,-1 1,1-1,-1-1,0 1,0-1,0 0,0-1,-1 0,1 0,-1 0,0-1,1-1,-7 6,0 1,0-1,0 0,1 0,-1 1,0-1,0 0,0 1,0-1,0 0,0 0,1 0,-1 1,0-1,0 0,0 0,1 0,-1 1,0-1,0 0,1 0,-1 0,0 0,0 0,1 0,-1 1,0-1,0 0,1 0,-1 0,0 0,1 0,-1 0,0 0,0 0,1 0,-1 0,0 0,0-1,1 1,-1 0,0 0,1 0,-1 0,0 0,0 0,0-1,1 1,-1 0,0 0,0 0,0-1,1 1,-1 0,0 0,0 0,0-1,0 1,0 0,1 0,-1-1,0 1,0 0,2 8,2-3,-1 0,1 1,0-1,1 0,-1-1,1 1,0-1,0 0,0 0,1-1,0 0,-1 0,1 0,0 0,0-1,0 0,1 0,-1-1,0 0,1 0,-1 0,1-1,-1 0,1 0,-1-1,1 1,-1-1,1-1,-1 1,0-1,0-1,2 0,11-4,0-2,0 0,-1-1,-1-1,0-1,0 0,-1-1,-1-1,0-1,-1 0,12-16,6-11,-2-2,-2-2,-2 0,0-6,3-9,-2-1,-3-1,-2-1,-2-9,-12-18,-9 89,1-1,0 1,-1 0,1 0,-1-1,0 1,0 0,0 0,0 0,0 0,0 0,-1 0,1 0,-1 0,1 1,-1-1,0 1,1-1,-1 1,0-1,0 1,0 0,0 0,0 0,0 0,-1 0,1 1,0-1,0 1,-1-1,1 1,0 0,0 0,-1 0,1 0,-2 0,-8 3,0 1,0 0,1 0,-1 1,1 1,0-1,1 2,-1 0,1 0,1 1,-1 0,1 1,1 0,0 0,0 1,1 0,0 0,0 1,1 1,-4 6,1 0,1 1,1 0,1 0,0 1,2-1,0 1,1 0,1 1,1-1,1 0,1 1,0-1,2 0,0 0,1 0,1 0,1-1,1 0,1 0,0 0,1-1,1-1,1 1,0-2,10 11,-6-5,2 0,0-2,2 1,0-2,1-1,0 0,2-2,0 0,1-1,0-2,24 10,-42-21,0-1,0 1,1-1,-1 0,1-1,-1 0,1 0,-1 0,1 0,-1-1,0 0,1 0,-1 0,0-1,1 1,-1-1,0-1,0 1,-1-1,1 0,0 0,-1 0,0 0,1-1,-2 0,1 0,0 0,-1 0,1-1,11-18,-1 0,0-2,-2 0,-1 0,-1-1,-1 0,-1-1,-1 0,-2 0,1-9,-6-22,-1 58,1 0,0-1,-1 1,1-1,-1 1,1 0,-1-1,1 1,-1 0,1 0,-1 0,1-1,-1 1,0 0,1 0,-1 0,1 0,-1 0,1 0,-1 0,0 0,1 0,-1 0,1 0,-1 0,1 1,-1-1,0 0,1 0,-1 1,1-1,-1 0,1 1,0-1,-1 0,1 1,-1-1,1 0,-1 1,1-1,0 1,-1-1,1 1,0-1,0 1,-1-1,1 1,0 0,-6 6,0 1,1-1,0 1,1 0,-1 0,2 1,-1 0,1-1,0 1,1 0,0 0,0 1,1-1,1 0,-1 0,1 1,1-1,0 0,0 1,1-1,0 0,0 0,1 0,0-1,1 1,0-1,1 1,2 3,3-2,1-1,-1 0,2-1,-1 0,1-1,0 0,1-1,0 0,0-1,0-1,0 0,1 0,-1-1,1-1,0-1,0 0,0 0,0-2,0 1,0-2,-1 0,1-1,0 0,-1-1,11-4,-9 2,-1-1,0 0,0-1,-1-1,0 0,-1-1,1 0,-2-1,0 0,0-1,-1 0,0 0,-1-1,2-5,10-18,-2-1,-2-1,-1 0,9-37,-6 11,-3-2,-2 1,-3-2,-4 0,-2 0,-3-5,-1 60,-1 0,0 0,-1-1,0 1,-1 0,0 0,-1 0,0 0,-1 1,0-1,-1 1,0 0,-3-3,6 11,-1 1,1 0,0 1,-1-1,1 0,-1 1,1-1,-1 1,0 0,1 0,-1 0,0 0,0 0,0 1,0-1,0 1,0 0,0 0,0 0,1 0,-1 1,0-1,0 1,0-1,0 1,0 0,1 0,-1 1,0-1,1 0,-1 1,1 0,-1-1,1 1,0 0,0 0,0 0,0 1,0-1,0 0,1 1,-1-1,1 1,-1 0,1 1,-10 18,1 1,1 0,1 0,1 1,1 0,2 0,0 1,1 0,2-1,0 1,2 0,1 0,3 19,0 2,2 0,2-1,2 0,2 0,1-2,3 1,1-2,3 0,1-2,2 0,1-2,2 0,2-2,2-1,0-2,19 14,71 26,-74-55</inkml:trace>
  <inkml:trace contextRef="#ctx0" brushRef="#br0" timeOffset="9593.856">9893 447,'0'0,"-1"0,1 0,-1-1,1 1,-1 0,1-1,-1 1,1 0,-1-1,1 1,0 0,-1-1,1 1,-1-1,1 1,0-1,0 1,-1-1,1 1,0-1,0 1,0-1,-1 1,1-1,0 0,0 1,0-1,0 1,0-1,0 1,0-1,0 0,1 1,-1-1,0 1,0-1,0 1,1-1,-1 1,0-1,0 1,1-1,-1 1,0-1,1 1,-1-1,1 1,-1 0,1-1,-1 1,0 0,1-1,35-7,-28 7,470-44,-257 28,334-47,18-29,-423 66,218-40,2 15,232 4,-515 48,-86 0,-1 0,0 0,1 0,-1 0,0 0,1-1,-1 1,0 0,1 0,-1 0,0 0,1 0,-1 0,0 0,0 0,1 0,-1 1,0-1,1 0,-1 0,0 0,1 0,-1 0,0 0,0 1,1-1,-1 0,0 0,0 0,1 1,-1-1,0 0,0 0,0 1,1-1,-1 0,0 1,0-1,0 0,0 0,0 1,0-1,1 0,-1 1,0-1,0 0,0 1,0-1,0 0,0 1,0-1,-1 0,1 1,0-1,0 0,0 1,0-1,0 0,0 0,-1 1,1-1,0 0,-19 17,10-10,4 0,1 1,0-1,0 1,1 0,0 0,0 0,1 0,0 0,0 1,1-1,0 1,1-1,0 1,0 0,-1 15,-56 675,57-689,-27 224,11 1,10 1,11 0,20 105,9-129,-6-46,4 128,-32-293,-1-11</inkml:trace>
  <inkml:trace contextRef="#ctx0" brushRef="#br0" timeOffset="10602.164">3636 2345,'7'0,"11"0,16 0,19-2,18-3,15-1,12 1,6 1,5 1,-17 2</inkml:trace>
  <inkml:trace contextRef="#ctx0" brushRef="#br0" timeOffset="11016.76">5093 2184,'-9'21,"-3"15,0 9,3 4,5 2,5-3,5-5,4-7,2-8,2-9,-2-7</inkml:trace>
  <inkml:trace contextRef="#ctx0" brushRef="#br0" timeOffset="11745.335">4867 2025,'31'-5,"1"2,0 0,0 3,0 1,0 1,0 1,0 2,-1 1,0 2,0 1,8 5,-27-10,-1 1,0 0,-1 1,1 0,-1 1,0 0,-1 1,1 0,-2 0,1 1,-1 0,0 0,-1 1,0 0,-1 0,0 1,0 0,-2 0,1 0,-1 1,-1-1,0 1,1 4,-2 7,-1 0,-2 0,0-1,-1 1,-1 0,-1 2,4-24,-1 0,0 1,0-1,1 0,-1 1,1-1,-1 1,1-1,0 1,-1-1,1 1,0-1,0 1,0-1,0 1,0-1,0 1,1-1,-1 1,1-1,-1 1,1-1,-1 1,1-1,0 0,-1 1,1-1,0 0,0 0,0 0,0 1,0-1,0 0,0 0,1-1,-1 1,0 0,1 0,-1 0,0-1,1 1,-1-1,2 1,5-3,1 0,-1-1,0 0,0-1,0 0,0 0,0 0,-1-1,0 0,0-1,0 0,-1 0,0 0,0-1,0 1,3-7,39-58,-47 72,0 0,0-1,0 1,-1 0,1 0,0 0,0 0,-1-1,1 1,0 0,-1 0,1 0,-1 0,1 0,-1 0,0 1,1-1,-1 0,0 0,0 0,0 0,1 0,-1 0,-1 1,1-1,0 0,0 0,0 0,-1 0,1 0,-1 1,1-1,0 7,-1 0,1 0,1 0,-1 0,1 0,1 0,0 0,0 0,0-1,1 1,0-1,0 1,1-1,0 0,0 0,1-1,0 1,0-1,0 0,1 0,0-1,0 0,1 0,-1 0,1-1,5 3,-5-5,0 1,1-1,-1 0,1 0,0-1,-1 0,1 0,0-1,0 0,-1-1,1 1,0-2,0 1,-1-1,1 0,-1 0,0-1,0 0,0-1,0 1,0-1,0 0,-1-1,0 0,0 0,0 0,-1-1,0 0,0 0,0 0,-1 0,4-8,4-14,-1-1,-1 0,-2-1,0 0,-3 0,0-1,-2 0,-1 1,-2-9,1 28,24-395,-29 393,-7 37,-3 21,2 0,2 1,2 0,2 1,2 0,2-1,2 21,1-39,2 0,0 0,2 0,1-1,1 0,1 0,2 1,-6-16,1-1,1 1,0-1,0 0,1-1,0 0,1 0,0 0,1-1,0 0,0-1,1 0,0 0,0-1,1 0,8 3,12-1,-6-8</inkml:trace>
  <inkml:trace contextRef="#ctx0" brushRef="#br0" timeOffset="11916.382">5735 1958,'2'-2,"19"-2,27 4,34 1,36 2,29 4,23 2,-16 0</inkml:trace>
  <inkml:trace contextRef="#ctx0" brushRef="#br0" timeOffset="13211.643">8075 1984,'-38'-5,"0"1,-1 2,0 1,1 3,-1 1,1 1,0 2,-33 11,24 4,46-21,0 1,0-1,0 0,0 1,0-1,0 1,0 0,0-1,1 1,-1 0,0-1,1 1,-1 0,0 0,1 0,-1 0,1-1,-1 1,1 0,-1 0,1 0,0 0,0 0,-1 0,1 0,0 0,0 0,0 0,0 0,0 0,0 0,0 0,1 0,-1 0,0 0,0 0,1 0,-1 0,1 0,-1 0,1 0,-1 0,1 0,0 0,-1-1,1 1,8 6,1-1,-1 0,1-1,0 0,0-1,1 0,-1-1,1 1,0-2,6 1,6 3,34 7,-33-9,-1 1,0 1,0 1,0 1,-1 1,0 1,-1 1,0 0,-1 2,9 7,-23-15,-1 0,0 0,0 0,-1 1,1 0,-1-1,-1 1,1 1,-1-1,0 0,0 1,-1 0,0 0,0 0,-1 0,0 0,0 0,0 0,-1 0,0 0,0 0,-1 0,0 0,-1 0,1 0,-1 0,-1 2,-3-4,0 0,-1 0,1 0,-1-1,0 0,0 0,0-1,-1 0,1 0,-1-1,0 0,0 0,0-1,0 0,0 0,0-1,0 0,0 0,-3-2,-13 2,-1-1,1-1,0-2,1 0,-15-5,18 1,16 2,8 2</inkml:trace>
  <inkml:trace contextRef="#ctx0" brushRef="#br0" timeOffset="13504.909">8369 2064,'-2'-4,"-4"0,0 6,-1 9,0 10,1 10,5 9,4 7,3 4,7 3,2-1,1-3,1-5,-4-6,-5-9,-7-10,-3-9</inkml:trace>
  <inkml:trace contextRef="#ctx0" brushRef="#br0" timeOffset="13758.612">8288 2479,'12'-3,"10"3,8 0,4 0,3 1,-1-1,-3 1,-6-1,-7-2,-7-1</inkml:trace>
  <inkml:trace contextRef="#ctx0" brushRef="#br0" timeOffset="13940.131">8248 1851,'-2'-7,"6"0,11 4,13 4,14 4,10 4,5 1,-5 0,-11-2</inkml:trace>
  <inkml:trace contextRef="#ctx0" brushRef="#br0" timeOffset="14701.192">3837 3294,'-2'0,"3"0,11 0,13 0,15 0,17 0,15 2,13 4,8 2,2 3,-15-2</inkml:trace>
  <inkml:trace contextRef="#ctx0" brushRef="#br0" timeOffset="14926.606">5000 3227,'0'19,"0"9,0 8,0 2,0 2,2-2,4-3,-1-5,3-5,-1-7</inkml:trace>
  <inkml:trace contextRef="#ctx0" brushRef="#br0" timeOffset="15186.956">4933 2853,'-13'-6,"-6"1,2 7,8 7,9 7,10 8,4-1</inkml:trace>
  <inkml:trace contextRef="#ctx0" brushRef="#br0" timeOffset="15402.384">5161 3401,'25'-6,"-1"-1,1-1,-2-1,1-1,-1-1,-1-1,0-1,0-1,-2-1,10-9,-25 20,-1 1,0-1,0 0,-1 0,1 0,-1 0,0-1,0 0,-1 1,1-1,-1 0,0 0,0 0,-1-1,1-1,-3 5,-1 0,1 0,-1 0,1 0,-1 0,0 0,0 1,0-1,0 0,0 1,0 0,0-1,0 1,-1 0,1 0,-1 0,1 1,0-1,-1 1,1-1,-1 1,1 0,-1 0,1 0,-1 0,0 0,1 0,-1 1,1-1,0 1,-1 0,1 0,-2 0,-3 2,-1 0,0 0,1 0,-1 1,1 0,0 1,0-1,1 1,0 1,-1-1,2 1,-1 0,1 1,0-1,0 1,1 0,-1 0,1 1,2-4,0 0,0 0,0 0,1 0,0 0,-1 0,2 0,-1 0,0 1,1-1,0 0,0 1,0-1,0 0,1 0,-1 1,1-1,0 0,1 0,-1 0,1 0,-1 0,1 0,1-1,-1 1,0 0,1-1,0 0,-1 1,1-1,1-1,-1 1,0 0,1-1,0 1,9 4,-1-1,1-1,0 0,0 0,1-2,-1 1,1-2,0 0,14 0,24 1</inkml:trace>
  <inkml:trace contextRef="#ctx0" brushRef="#br0" timeOffset="15888.081">5842 3107,'-8'1,"1"0,-1 1,1 0,0 0,-1 0,1 1,0 0,0 0,1 1,-1 0,1 0,0 1,0 0,0 0,0 0,1 1,0 0,0 0,1 0,0 0,0 1,0-1,1 1,0 1,4-1,0 0,1 0,0 0,0 0,1 0,0-1,0 1,0-1,1 0,0 0,0 0,1 0,-1-1,1 1,1-1,-1-1,1 1,0-1,0 0,0 0,5 2,2 4,23 16,63 58,-98-83,0-1,0 1,-1 0,1 0,0 0,0 0,0 0,-1 0,1 0,0 0,-1 0,1 0,-1 1,0-1,1 0,-1 0,0 0,1 1,-1-1,0 0,0 0,0 1,0-1,0 0,-1 0,1 0,0 1,-1-1,1 0,0 0,-1 0,1 0,-1 1,0-1,1 0,-1 0,0 0,0 0,0-1,1 1,-1 0,0 0,0 0,0-1,0 1,-1 0,1-1,0 1,-1-1,-1 2,-1-1,0 0,0 1,1-2,-1 1,0 0,0-1,0 0,0 0,0 0,0 0,0 0,0-1,0 0,1 0,-1 0,0 0,0-1,1 1,-1-1,1 0,-1 0,1 0,0-1,0 1,0-1,0 0,0 1,1-1,-1-1,1 1,0 0,0 0,0-1,0 1,1-1,-1 0,1 0,0 1,0-1,0 0,1-2,3-5,1 1,1-1,0 1,0 0,1 0,0 1,1-1,0 2,0-1,1 1,0 0,1 0,-1 1,1 0,8-4,7-7,0 1,0 1,2 0,0 2,23-8,-49 21,1 1,0-1,0 1,0-1,0 1,-1-1,1 1,0-1,0 1,0 0,0-1,0 1,0 0,0 0,0 0,0 0,0 0,0 0,1 0,-1 0,0 0,0 1,0-1,0 0,-1 0,1 1,0-1,0 1,0-1,0 1,0-1,0 1,-1 0,1-1,0 1,0 0,-1 0,1 0,-1-1,1 1,0 0,-1 0,0 0,1 0,-1 0,0 0,1 0,-1 0,0 0,0 0,0 0,0 1,-9 59,7-56,0 0,1 0,-1 0,1 0,0 0,0 0,0 0,1 0,0 1,0-1,0 0,1 0,0 0,0 0,0 1,0-1,1-1,0 1,0 0,0 0,1-1,-1 1,1-1,0 0,1 1,2 2,-1-4,0 0,0 0,0-1,0 1,0-1,0-1,1 1,-1-1,1 1,-1-2,1 1,-1-1,1 1,-1-1,5-1,18-3</inkml:trace>
  <inkml:trace contextRef="#ctx0" brushRef="#br0" timeOffset="16132.848">6256 2853,'-13'-11,"-5"-2,0 6,5 9,5 11,7 10,8 10,3-1</inkml:trace>
  <inkml:trace contextRef="#ctx0" brushRef="#br0" timeOffset="17031.466">6404 3468,'5'-30,"-1"0,-1 0,-2 0,-2-20,1 39,-6-115,6 124,-1 1,1-1,0 0,0 1,-1-1,1 1,0-1,0 0,1 1,-1-1,0 1,0-1,1 0,-1 1,1-1,0 1,-1-1,1 1,0 0,0-1,0 1,0 0,0-1,0 1,0 0,0 0,0 0,1 0,-1 0,0 0,1 0,-1 1,1-1,-1 0,1 1,-1-1,1 1,105 24,-83-16,-16-7,1 1,-1-1,0 2,0-1,0 1,-1 0,1 1,-1 0,0 0,1 0,-2 1,1 0,-1 1,0-1,0 1,0 0,-1 1,0-1,0 1,0 0,-1 0,0 1,-1-1,0 2,-2 1,0 0,-1 0,-1 0,0 0,0 0,-1 0,0 0,-2 4,-5 78,10-90,-1 1,1 0,0 0,0 0,1-1,-1 1,0-1,1 1,0-1,-1 1,1-1,0 0,0 0,0 0,1 0,-1 0,0 0,1-1,-1 1,1-1,0 0,-1 1,1-1,0-1,0 1,-1 0,1-1,0 1,2-1,4 1,0 0,-1-1,1 0,0-1,-1 0,1 0,-1-1,1 0,4-3,-2 1,0-2,0 0,0 0,-1-1,0 0,-1-1,0 0,0 0,-1-1,1 0,-2 0,0-1,0 0,0-1,-2 0,1 1,-1-2,-1 1,0 0,0-1,-1 0,-1 0,0 0,-1 0,0-1,0 12,-1 0,1 0,-1 0,1 0,-1 0,0 0,1-1,-1 1,0 0,0 0,0 0,0-1,0 1,0 0,0 0,0 0,0-1,-1 1,1 0,0 0,-1 0,1 0,-1-1,0 1,1 0,-1 0,0 0,1 0,-1 0,0 1,0-1,0 0,0 0,0 0,0 1,0-1,0 1,0-1,0 1,0-1,-1 1,1-1,0 1,0 0,0 0,-1 0,1 0,0 0,0 0,0 0,-1 0,1 0,0 0,0 1,0-1,-1 0,1 1,0-1,-3 3,0 0,0 0,0 1,0-1,1 1,-1 0,1 0,0 0,0 0,1 1,-1-1,1 1,0 0,0-1,0 1,1 0,0 0,0 0,0 0,0 0,1 1,0-1,0 0,0 0,1 0,0 0,0 0,0 0,0 0,1 0,0 0,0-1,0 1,1 0,0-1,-1 0,1 0,1 0,-1 0,3 2,10 3,0-1,1 0,0-1,0-1,1-1,0-1,0 0,0-1,0-1,0 0,1-2,10-1,2 2,0-1,0-2,0-1,-1-1,1-1,-1-2,-1-2,1 0,13-8,-37 14,-1 0,1 0,-1-1,0 1,0-1,-1 0,1-1,-1 1,0-1,0 0,0 0,-1 0,0 0,0-1,0 1,-1-1,1 0,-1 0,-1 1,1-2,-1 1,0 0,-1 0,1 0,-1 0,0 0,-1-1,1 1,-1 0,-1 0,1 0,-1 0,-1-3,1 6,1 0,-1 0,0 0,0 1,0-1,0 0,0 1,0 0,-1-1,1 1,-1 0,0 0,0 1,1-1,-1 1,0-1,0 1,-1 0,1 0,0 0,0 0,0 1,-1-1,1 1,0 0,-1 0,1 0,-91 16,82-11,-1 0,1 0,0 1,0 1,1 0,0 0,0 1,1 0,0 1,0 1,1-1,0 2,7-9,1-1,-1 1,1 0,-1 0,1 0,0 0,0 0,0 0,0 0,0 1,0-1,1 0,-1 0,1 1,0-1,-1 0,1 1,0-1,1 1,-1-1,0 0,1 1,-1-1,1 0,-1 0,1 1,0-1,0 0,0 0,0 0,1 0,-1 0,1 0,-1-1,1 1,-1 0,1-1,0 1,0-1,0 1,0-1,0 0,7 3,0-1,0 0,1 0,-1-1,0 0,1-1,0 0,-1-1,1 0,-1 0,1-1,0 0,-1 0,0-1,1-1,-1 0,0 0,0-1,0 0,7-5,-12 7,0-1,-1 0,0 0,1 0,-1 0,0 0,-1-1,1 0,0 1,-1-1,0 0,0 0,0 0,-1 0,1-1,-1 1,0 0,0-1,0 1,-1-1,0-1,1 41,2-29,1-1,0 1,0-1,0 0,1 0,-1-1,1 1,0-1,0 0,1-1,-1 1,1-1,0 0,0 0,0-1,0 0,0 0,1 0,-1-1,4 0,49 11,0-3,0-3,1-2,22-3,-67 0,73 0</inkml:trace>
  <inkml:trace contextRef="#ctx0" brushRef="#br0" timeOffset="18206.4">9572 2894,'-17'1,"-1"1,1 0,0 1,0 1,1 1,-1 0,1 1,0 1,0 1,1 0,0 1,1 0,0 1,0 1,1 0,0 1,1 1,1 0,0 0,0 1,2 0,0 1,0 0,1 0,-5 16,11-26,0 1,-1-1,2 1,-1 0,1-1,0 1,0 0,0 0,1 0,0 0,0 0,1 0,0 0,0 0,0 0,0-1,1 1,0 0,0-1,1 1,0-1,0 0,0 0,0 0,1 0,0-1,0 1,0-1,0 0,1 0,0-1,-1 1,1-1,1 0,-1 0,0-1,1 1,-1-1,1 0,0-1,0 0,-1 1,1-2,1 1,4-2,0 0,-1-1,1 0,-1-1,1 0,-1-1,0 0,0 0,0-1,-1 0,0-1,0 0,0-1,-1 0,4-3,6-7,-1-1,-1-1,0 0,-2-1,0-1,2-6,-6 12,-2-1,0 0,0 0,-2 0,0-1,0 0,-2-1,0 1,-2-1,1 0,-2 1,-1-1,0 0,-1 0,-1 0,0 1,-5-17,4 28,0 0,0 0,0 0,-1 1,0 0,0-1,-1 1,1 1,-1-1,0 1,0-1,-1 2,1-1,-1 0,0 1,0 0,0 1,0-1,0 1,-1 0,1 1,0-1,-1 1,0 1,1-1,-1 1,0 0,1 1,-1 0,1 0,-1 0,1 0,-1 1,1 0,0 1,0 0,0 0,0 0,0 0,1 1,0 0,-1 0,2 1,0 0,1 0,-1 0,1 0,1 1,-1-1,1 1,0-1,0 1,0 0,1 0,0 0,0 0,1 0,0 0,0 0,0 0,0 0,1 0,1 3,37 117,123 208,-143-257,-18-61</inkml:trace>
  <inkml:trace contextRef="#ctx0" brushRef="#br0" timeOffset="18659.826">9879 3294,'-7'6,"0"0,0 1,1 0,0 0,0 0,0 1,1 0,0 0,1 0,0 1,0-1,1 1,0 0,0 0,1 0,1 1,-1 5,2-11,1-1,0 0,0 0,0 0,0 0,0 0,1 0,-1 0,1-1,0 1,0-1,0 1,0-1,0 1,1-1,-1 0,1 0,0 0,-1-1,1 1,0-1,0 1,0-1,0 0,0 0,0 0,0 0,0-1,0 1,2-1,2 1,-1-1,1 1,-1-1,1 0,-1-1,1 0,-1 0,1 0,-1-1,0 0,0 0,1 0,-1-1,3-2,-4 1,0-1,-1 1,0-1,0 0,0 0,0 0,-1-1,0 1,0-1,-1 0,1 0,-1 0,0 0,-1 0,0 0,0 0,0-1,0 1,-1 0,0-1,-1 1,1 0,-1-1,-1 1,1 0,-1 0,0 0,0 0,-1 0,1 0,-2 1,1-1,0 1,-1 0,0 0,0 0,-1 0,1 1,-5-4,4 5,1 0,-1 1,0-1,0 1,0 0,-1 0,1 0,0 1,-1 0,1 0,-1 1,1-1,-1 1,1 0,-1 0,0 1,1 0,0 0,-1 0,1 1,0-1,-1 1,1 1,0-1,0 1,1 0,-1 0,0 0,1 0,0 1,0 0,0 0,-2 3,5-5,0-1,1 1,-1-1,1 1,0-1,0 1,-1 0,1-1,0 1,0 0,0-1,1 1,-1-1,0 1,1 0,-1-1,1 1,-1-1,1 1,0-1,-1 1,1-1,0 0,0 1,0-1,1 1,15 14</inkml:trace>
  <inkml:trace contextRef="#ctx0" brushRef="#br0" timeOffset="18906.168">10267 3214,'23'-2,"16"-1,16 0,9 1,6-2,1 0,-3 1,-10-2,-12-2,-14 0</inkml:trace>
  <inkml:trace contextRef="#ctx0" brushRef="#br0" timeOffset="19198.498">10535 2826,'-11'3,"-5"2,2 3,5 3,6-1,6-3,4-1,4-5,0-4,-2-5,-2-2,-6-1,-2 3</inkml:trace>
  <inkml:trace contextRef="#ctx0" brushRef="#br0" timeOffset="19519.792">10535 3442,'2'-1,"-1"1,1-1,0 1,0-1,-1 1,1-1,0 0,-1 0,1 0,-1 0,1 0,-1 0,0 0,1 0,-1-1,0 1,0 0,0-1,0 1,0-1,0 0,0 1,0-1,-1 0,1 1,-1-1,1 0,-1 0,1 1,-1-1,0 0,0-1,1 1,-1 1,1-1,0 1,-1-1,1 1,-1-1,1 1,-1-1,0 0,0 1,0-1,0 0,0 1,0-1,0 1,-1-1,1 0,0 1,-1-1,1 1,-1-1,0 1,1-1,-1 1,0-1,0 1,0 0,0-1,0 1,0 0,-1 0,1 0,0 0,-1 0,1 0,0 0,-1 0,1 1,-1-1,1 1,-1-1,0 1,1-1,-1 1,0 0,1 0,-1 0,1 0,-1 0,0 0,1 0,-1 0,0 1,-1 0,0 0,-1 1,1-1,0 1,-1 1,1-1,0 0,0 1,0-1,1 1,-1 0,1 0,-1 0,1 0,0 0,0 1,0-1,1 0,-1 1,1 0,0-1,0 1,0 0,1 0,-1-1,1 1,0 0,0 0,0 0,0 0,1-1,-1 1,1 0,0 0,0-1,1 1,-1-1,1 1,0-1,0 1,20 9,4-4</inkml:trace>
  <inkml:trace contextRef="#ctx0" brushRef="#br0" timeOffset="20082.173">11243 2933,'-9'-3,"-1"-1,0 1,1 1,-1 0,0 0,0 1,-1 0,1 1,0 0,0 1,0 0,0 0,0 1,0 1,0-1,1 2,-1-1,1 1,0 1,0-1,0 2,1-1,-1 1,1 0,1 1,-1 0,1 0,1 1,-1 0,1 0,0 0,1 1,0 0,1 0,-1 0,2 1,-1-1,1 1,1 0,0 0,0 0,1 0,0 0,1 0,1 9,1-11,1-1,-1 0,2 0,-1 1,1-2,0 1,1 0,-1-1,1 0,0 0,1-1,0 1,-1-1,2 0,-1-1,1 1,-1-1,1-1,0 1,0-1,1 0,-1-1,1 0,-1 0,1 0,0-1,0 0,0-1,-1 0,1 0,0-1,0 0,0 0,-1 0,1-1,-1-1,1 1,-1-1,0 0,0-1,0 0,2-1,3-8,0-1,-1 1,-1-2,-1 0,0 0,0 0,-2-1,0 0,-1-1,0 0,-1 0,-1 0,-1 0,-1-1,0 1,-1-11,5-13,-2 0,-1 0,-3-1,-1 1,-3-13,2 46,1 1,-1-1,0 0,0 1,-1 0,0-1,-1 1,0 0,0 1,0-1,-1 0,3 5,0 0,0-1,0 1,-1 0,1 0,-1 1,1-1,-1 0,0 1,1-1,-1 1,0 0,0 0,0 0,0 1,0-1,0 1,0-1,0 1,0 0,-1 0,1 0,0 1,0-1,0 1,0 0,0-1,-3 3,-1 0,0 0,0 1,0 0,0 0,1 1,0 0,0 0,0 0,0 1,1 0,0 0,0 0,0 1,1 0,0 0,1 0,-1 0,1 0,0 2,-2 8,0 0,0 0,2 1,0-1,1 1,1-1,1 1,1 4,3 8,1-1,2 0,1-1,1 0,2 0,1-1,0 0,2-1,2 0,0-1,1-1,1-1,2-1,16 16,-15-19,-4-5</inkml:trace>
  <inkml:trace contextRef="#ctx0" brushRef="#br0" timeOffset="20546.668">11537 3107,'7'-4,"1"1,-1 0,0 0,1 1,0 0,0 0,-1 1,1 0,0 0,0 1,0 0,0 0,0 1,0 0,0 0,0 1,-1 0,1 0,-1 1,1 0,4 3,-10-5,0 1,0-1,0 0,0 1,0 0,-1-1,1 1,0 0,-1 0,0 0,1 0,-1 0,0 1,0-1,0 0,0 0,0 1,-1-1,1 1,-1-1,1 1,-1-1,0 0,0 1,0-1,0 1,-1-1,1 1,-1-1,1 1,-1-1,0 0,0 0,0 1,0-1,0 0,-1 0,1 0,-1 0,1 0,-1 0,0 0,1-1,-1 1,0-1,0 1,0-1,-2 1,-33 24,37-25,0 0,0 0,0 0,0 0,0-1,0 1,1 0,-1 0,0 0,1 0,-1-1,1 1,-1 0,1-1,-1 1,1 0,-1-1,1 1,0 0,-1-1,1 1,0-1,-1 1,1-1,0 0,0 1,0-1,-1 0,1 1,0-1,0 0,0 0,0 0,-1 0,1 0,0 0,1 0,1 1,0 0,17 5,1 1,-2 0,1 2,-1 0,-1 1,0 1,11 9,-27-19,-1-1,0 1,1 0,-1 0,0 0,0 1,0-1,1 0,-1 0,0 1,-1-1,1 0,0 1,0-1,-1 1,1-1,0 1,-1 0,0-1,1 1,-1-1,0 1,0 0,0-1,0 1,0 0,0-1,0 1,-1 0,1-1,0 1,-1-1,0 1,1-1,-1 1,0-1,0 1,0-1,0 0,0 1,0-1,0 0,-1 1,-11 6,0 0,-1-1,-1 0,1-1,-1 0,0-1,0-1,-1-1,1 0,-1-1,-14 0,15 0</inkml:trace>
  <inkml:trace contextRef="#ctx0" brushRef="#br0" timeOffset="21277.162">13302 2774,'-7'15,"-2"16,0 12,2 11,7 10,10 6,7 1,9-1,1-6,-3-10,-6-14</inkml:trace>
  <inkml:trace contextRef="#ctx0" brushRef="#br0" timeOffset="23150.654">67 2987,'-19'87,"5"1,3 0,4 16,5-87,1-8,0 1,0-1,1 1,0 0,0-1,1 1,1-1,-1 1,2-1,-1 0,1 1,1-1,0 0,1-5,0-1,0 0,0 0,1 0,0 0,-1-1,1 0,0-1,0 1,0-1,0 0,0 0,0-1,0 0,0 0,0 0,0-1,1 0,-1 0,-1 0,1-1,0 0,2-1,6 0,15-4,1 1,0 1,0 2,25 0,309 38,832 11,-646-9,-360-24,116-9,126 23,-360-26,0 3,42 9,162 22,-220-34,-46-1</inkml:trace>
  <inkml:trace contextRef="#ctx0" brushRef="#br0" timeOffset="25965.189">4278 3722,'-108'0,"524"11,277 4,-16-2,-500-2,117-12,145-26,-321 18,114 8,-111 3,257 6,76 15,179 0,-255-14,83-6,-116-24,-146 4,-126 12,517-19,84 25,-326 12,-49-3,51-7,-114-17,180 14,-243-25,-170 24,1 0,-1 0,1-1,-1 1,0-1,1 0,-1 0,0 0,0 0,0 0,0-1,-1 1,1-1,-1 0,1 0,-1 0,0 0,0 0,-1 0,1-1,0 1,-1-1,23-86,-20 71,5-41,-3 1,-2-1,-4-42,5-89,1 138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4:09.9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1193,'604'-28,"-476"27,-128 2,1-1,0 0,0 1,0-1,0 1,-1-1,1 0,0 0,0 0,0 1,0-1,0 0,0 0,-1 0,1 0,0 0,0-1,0 1,0 0,0 0,0 0,-1-1,1 1,0-1,0 1,0 0,-1-1,1 1,0-1,0 0,-1 1,1-1,-1 0,1 1,0-1,-1 0,0 0,1 1,-1-1,1 0,-1 0,0 0,1 1,-1-1,0 0,0 0,0 0,0 0,0 0,0 0,0 0,0 0,0 1,0-1,0 0,-1 0,1 0,0 0,-1 0,1 1,0-1,-1 0,0 0,-15-29,1-1,2-1,1 0,1-1,2 0,1 0,2-1,1 0,2 0,1 0,2-15,-10-432,10 476,0-13,0 0,-2-1,0 1,-1 0,-1 0,0 1,-2-1,-4-9,-17 4,62 38,10-5,1-2,0-2,0-1,1-3,-1-2,36-5,71-7,87-21,-147 12,-93 21,-1 0,1 0,0 0,-1-1,1 1,-1 0,1 0,-1 0,1 0,0-1,-1 1,1 0,0 0,-1-1,1 1,0 0,-1-1,1 1,0 0,-1-1,1 1,0 0,0-1,0 1,-1-1,1 1,0 0,0-1,0 1,0-1,0 1,0-1,0 1,0-1,0 1,0 0,0-1,0 1,0-1,0 1,0-1,0 1,0-1,1 1,-1 0,0-1,0 1,0 0,1-1,-1 1,0-1,1 1,-19-2</inkml:trace>
  <inkml:trace contextRef="#ctx0" brushRef="#br0" timeOffset="1113.419">575 484,'1'0,"-1"0,1 0,-1 0,0 0,1 0,-1 0,0 0,1 1,-1-1,1 0,-1 0,0 0,1 0,-1 0,0 1,1-1,-1 0,0 0,1 1,-1-1,0 0,0 1,1-1,-1 0,0 1,0-1,1 0,-1 1,0-1,0 0,0 1,0-1,0 0,0 1,0-1,0 1,0-1,0 0,0 1,0-1,0 1,0-1,0 0,0 1,0-1,0 1,0-1,0 0,-1 1,1-1,0 0,0 1,0-1,-1 0,1 1,-1-1,-4 18,0 0,-2-1,0 0,-1 0,-1 0,-10 13,9-13,-29 50,83-108,-40 39,0 1,0-1,1 1,-1 0,1 0,-1 0,0 1,1 0,-1 0,1 0,-1 0,1 1,-1-1,0 1,1 0,-1 0,0 1,0 0,0-1,0 1,0 1,0-1,0 0,-1 1,2 1,39 17,-39-19,0 0,0 0,1-1,-1 1,0-1,1 0,-1-1,1 1,-1-1,1 0,-1 0,1-1,-1 0,0 0,1 0,4-2,-8-1,0 1,0-1,-1 1,1-1,-1 0,0 0,0 0,0 0,0 1,-1-1,0 0,0-1,0 1,0 0,0 0,-1 0,0 1,0-1,-1-4,-1-7,-1-1,-1 0,0 1,-1 0,-1 0,0 0,-1 1,-1 0,0 1,-1 0,0 0,-2 0,-18-7,18 18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4:14.9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1,'16'0,"14"0,14 0,12 0,7 0,1 2,-4 3,-7 3,-12 5,-14 0</inkml:trace>
  <inkml:trace contextRef="#ctx0" brushRef="#br0" timeOffset="281.441">133 147,'23'0,"21"0,14 0,10-2,-2-1,-8 0,-15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4:13.7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429 139,'-30'-23,"22"13,-3-1,0 0,-1 1,-1 0,1 1,-1 1,-1 0,0 0,0 1,0 1,-9-2,16 6,1 0,-1 0,0 1,1 0,-1 0,0 1,1 0,-1 0,0 0,0 1,1 0,-1 1,0-1,1 1,0 0,-1 1,1 0,0 0,0 0,0 1,1-1,-1 1,1 1,0-1,-2 3,-2 5,1 0,0 1,0 0,1 0,1 1,0 0,1 0,1 1,0-1,1 1,0 0,1 0,1 0,0 0,2 0,-1 0,2 0,0 0,0 0,2-1,0 1,0-1,2 0,-1 0,2 0,0-1,0 0,9 11,-11-18,1 0,-1 0,1 0,0-1,1 1,-1-2,1 1,0-1,0 0,1 0,-1-1,1 0,0 0,-1-1,1 0,0 0,1-1,-1 0,0-1,0 1,0-2,0 1,1-1,-1 0,0-1,0 0,-1 0,2-1,34-15,-4-3</inkml:trace>
  <inkml:trace contextRef="#ctx0" brushRef="#br0" timeOffset="382.842">509 45,'-20'236,"14"-201,1-13,2 1,0 0,2 0,0 0,2 0,1 14,-1-34,0 1,0-1,0 0,0 1,1-1,-1 0,1 0,0 0,0 0,0 0,0 0,1-1,-1 1,1-1,-1 1,1-1,0 0,0 0,0 0,0-1,0 1,1-1,-1 1,0-1,1 0,-1 0,1-1,1 1,101-1,-61-7,0-1,-1-3,0-2,7-4,-31 10</inkml:trace>
  <inkml:trace contextRef="#ctx0" brushRef="#br0" timeOffset="635.283">1071 112,'-2'-2,"-1"6,2 8,2 13,0 12,0 12,0 7,0 4,0 0,-1-4,0-9,0-13</inkml:trace>
  <inkml:trace contextRef="#ctx0" brushRef="#br0" timeOffset="1009.314">1391 31,'-8'25,"-2"0,-1-1,-1 0,-1-1,0-1,-2 0,-1-1,-1 0,0-1,-2-2,0 1,-1-2,-1-1,-20 13,4-15,37-13,-1-1,1 1,0-1,0 0,-1 1,1-1,0 0,0 1,0-1,0 1,0-1,0 0,-1 1,1-1,0 1,0-1,0 1,0-1,1 0,-1 1,0-1,0 1,0-1,0 1,0-1,0 0,1 1,-1-1,0 0,0 1,1-1,-1 0,0 1,0-1,1 0,-1 1,0-1,1 0,-1 0,1 1,-1-1,0 0,1 0,-1 0,1 0,-1 0,0 1,1-1,-1 0,1 0,-1 0,0 0,1 0,-1 0,1 0,-1 0,1-1,3 4,27 15,224 123,-157-110,-73-28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5:41.7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138 378,'-57'459,"49"-345,4 0,12 112,-8-226,1 13,0-1,0 0,1 0,1 0,0-1,1 1,0-1,0 1,1-1,1 0,0 0,-3-9,0 0,0 0,0-1,0 1,0-1,0 0,0 0,0 0,1 0,-1-1,0 1,1-1,-1 0,0 0,1 0,-1 0,0-1,0 1,1-1,-1 0,3-1,5 1,144-20,1 7,1 7,-1 7,109 15,-78 8,-92-8,1-4,0-4,0-5,1-4,33-7,-117 7,76-22,-86 22,-1 0,0 0,0-1,-1 1,1-1,0 1,-1-1,1 0,-1 0,0 1,0-1,0 0,-1 0,1 0,0 0,-1 0,0-1,4-12,100-302,-77 193,-5-2,-5 0,-7-2,-4 1,-9-69,-9 90,10 105,1 0,-1 0,0 0,0 1,0-1,0 1,0-1,0 1,0 0,0-1,0 1,-1 0,1 1,0-1,-1 0,1 1,-1-1,1 1,-1 0,1-1,-1 1,1 0,-1 1,1-1,0 0,-1 1,1 0,-1-1,1 1,0 0,-1 0,1 0,0 0,-2 2,-15 2,-101 15,-1-5,0-5,0-6,-39-7,-121-15,2-13,-72-25,200 31,-38 6,184 19,1 1,0-1,-1 1,1 0,0 0,0 0,0 1,0-1,0 1,0 0,0 0,0 0,1 1,-1-1,1 1,0 0,0 0,0 0,0 1,0-1,1 1,-1-1,1 1,0 0,0 0,0 0,1 0,-1 0,1 0,0 1,-64 181,33-107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5:44.2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365 15,'-10'-2,"-1"1,1 0,-1 1,0 0,1 1,-1 0,1 1,-1 0,1 0,0 1,0 1,0-1,0 2,0-1,1 2,0-1,0 1,0 0,1 1,0 0,-6 7,0-1,1 1,0 0,1 1,1 0,0 1,1 0,1 0,0 1,1 1,1-1,1 1,1 0,0 1,1-1,1 1,1 0,1 0,0 0,1 0,2 0,0 0,0-1,6 17,5 4,3 0,2 0,1-2,1 0,2-2,2 0,1-2,2 0,6 3,-24-24,0-1,0-1,1 1,0-1,1-1,0 0,1-1,-1 0,2-1,-1 0,1-1,0 0,0-1,1 0,-1-1,1-1,4 0,10-4,-1-2,0-2,0 0,0-2,-1 0,1-2,-2-1,0-1,0-2,1-1,1 2,-1-1,1-1,-2-2,0 0,-1-2,-1 0,-1-2,5-6,-20 16,0 0,0 0,-1-1,-1 0,0 0,-1 0,0 0,0-1,-1 0,-1 1,0-1,0 0,-1 0,-1-10,-1-4,-1-1,-1 1,-1 0,-2 0,0 0,-4-6,4 9,-2 0,0 0,-2 1,-1 0,0 1,-1 0,-2 0,0 2,-1 0,-1 0,0 2,-2 0,0 0,0 2,-2 1,0 0,-1 1,0 1,0 1,-1 1,-1 1,-23-6,14 10,-1 1,0 1,0 2,0 1,0 2,-6 1,-79 13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7:37.8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91 1062,'-83'8,"76"-6,12 0,16-1,278-1,-95-1,199 23,-396-21,-6 0,0 0,0-1,0 1,0-1,0 1,0-1,0 0,0 1,1-1,-1 0,0 0,0 0,0 0,0 0,1 0,-1 0,0 0,0 0,0 0,0-1,0 1,0-1,1 1,-1 0,0-1,0 0,0 1,0-1,0 0,-1 1,1-1,0 0,0 0,0 0,-1 0,1 0,0 0,-1 0,1 0,-1 0,1 0,-1 0,0 0,1 0,-1-1,0 1,0 0,0 0,0 0,0-1,-3-22,-2 1,-1 0,0 0,-2 0,0 1,-2 0,-1 1,-6-10,-30-69,27 36,3-1,3 0,3-1,3-1,2 0,4 0,3-24,-4-29,-7 35,36 89,20 1,-1-1,1-3,0-1,17-4,-2 1,235-6,-252 6</inkml:trace>
  <inkml:trace contextRef="#ctx0" brushRef="#br0" timeOffset="833.72">787 447,'-1'-1,"1"1,-1 0,0-1,1 1,-1 0,1 0,-1 0,0-1,1 1,-1 0,1 0,-1 0,0 0,1 0,-1 0,0 0,1 1,-1-1,1 0,-1 0,0 0,1 1,-1-1,1 0,-1 1,1-1,-1 0,1 1,-1-1,1 1,-1-1,1 0,-1 1,1-1,0 1,-1 0,1-1,0 1,0-1,-1 1,1-1,0 1,-85 135,50-72,-36 59,101-188,-4-1,-2-1,3-26,8-18,-14 69,-20 42,1 1,-1-1,0 1,0-1,1 1,-1 0,0-1,0 1,0 0,0 0,0 0,0 0,0 0,0 0,0 0,-1 0,1 1,0-1,-1 0,1 0,-1 1,1-1,-1 0,0 1,1-1,-1 0,0 1,0-1,0 0,0 1,0-1,0 1,-1 0,2 0,4 31,2-1,2 0,0 0,2-1,2 0,14 26,74 68,-101-125,1 0,-1 0,1 0,-1 0,0 0,1 0,-1 1,0-1,1 0,-1 0,0 0,1 1,-1-1,0 0,0 1,1-1,-1 0,0 1,0-1,0 0,1 1,-1-1,0 0,0 1,0-1,0 0,0 1,0-1,0 1,0-1,0 0,0 1,0-1,0 0,0 1,0-1,0 1,0-1,0 0,0 1,0-1,-1 0,1 1,0-1,0 0,0 1,-1-1,1 0,0 1,-1-1,1 0,0 0,0 1,-1-1,1 0,0 0,-1 0,1 1,0-1,-1 0,1 0,-28-2,26 2,-42-7,0 1,0 3,-1 2,1 1,-41 7,79-6,15-2,7-1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7:49.0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590 42,'-44'-17,"-47"-8,-56 27,136 1,0 1,0 0,0 1,1 0,-1 1,1 0,1 0,-1 1,1 1,0-1,0 1,1 1,1 0,-1 0,-4 7,-2 1,1 1,0 0,1 0,1 1,1 1,0 0,2 0,0 1,1 0,-3 20,-3 16,-9 95,22-134,0 0,2 0,0 0,1 0,1 0,0 0,8 16,-9-24,1 1,0 0,1-1,0 0,1 0,0-1,1 1,0-1,0-1,1 1,0-1,2 1,13 10,-14-11,0 0,1 0,0-1,0 0,1-1,-1 0,1 0,1-1,-1-1,1 0,0 0,0-1,6 0,177-4,-180-1,-1-1,1-1,-1 0,1 0,-1-2,-1 0,1 0,-1-2,0 1,-1-2,1 1,-2-2,1 0,2-3,-8 5,0 1,-1-1,0 0,0-1,0 1,-1-1,-1 0,0 0,0 0,0 0,-1 0,-1-1,1-8,6-20,2-1,-2 0,-2 0,-2-1,0-24,-5 42,0 1,-1-1,-1 1,-2 0,0 0,-1 0,0 0,-10-17,11 27,0 1,-1 0,0 1,0-1,-1 1,0 0,-1 1,0 0,0 0,-1 1,0 0,0 0,0 1,-1 0,0 1,0 0,-8-2,-4 1,0 2,0 0,-1 2,1 0,-1 2,1 0,-5 2,16-2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7:58.3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113 41,'-1'0,"0"0,1 0,-1 0,0 0,1 0,-1 0,1 1,-1-1,1 0,-1 0,0 1,1-1,-1 0,1 1,-1-1,1 0,-1 1,1-1,0 1,-1-1,1 1,0-1,-1 1,1-1,0 1,-1-1,1 1,0 0,0-1,0 1,0-1,-1 1,1 0,0-1,0 1,0 0,0-1,0 1,1-1,-1 1,0 0,0-1,0 1,0-1,1 1,-1-1,0 1,1 0,-1-1,1 1,-44 502,-12-67,55-435,-1 0,1 0,-1 0,1 0,0 0,-1 1,1-1,0 0,0 0,0 0,0 1,0-1,0 0,0 0,0 0,1 0,-1 1,0-1,1 0,-1 0,1 0,-1 0,1 0,-1 0,1 0,0 0,-1 0,1 0,0 0,0 0,0-1,0 1,0 0,0-1,0 1,0 0,0-1,0 1,0-1,0 0,0 1,1-1,-1 0,0 0,0 1,0-1,0 0,1 0,-1-1,0 1,0 0,0 0,1 0,-1-1,195-50,50 37,-145 12,-100 2,0 1,-1-1,1 0,0 0,-1 0,1 0,-1 1,1-1,0 0,-1 0,1 0,0 0,-1 0,1 0,0-1,-1 1,1 0,0 0,-1 0,1-1,-1 1,1 0,0-1,-1 1,1 0,-1-1,1 1,-1-1,1 1,-1-1,1 1,-1-1,0 1,1-1,-1 1,0-1,1 1,-1-1,0 0,0 1,0-1,1 0,-1 1,0-1,0 0,0 1,0-1,0 0,0 1,0-1,-1 0,1 1,0-1,0 1,0-1,-1 0,1 1,0-1,-1 1,1-1,0 0,-1 1,1-1,-1 1,1-1,-1 1,1 0,-1-1,1 1,-1-1,-10-12</inkml:trace>
  <inkml:trace contextRef="#ctx0" brushRef="#br0" timeOffset="601.433">192 94,'-37'-37,"37"35,0 1,0 0,0 0,1 0,-1-1,0 1,0 0,1 0,-1 0,1 0,-1 0,1 0,-1 0,1 0,0 0,0 0,-1 0,1 0,0 0,0 0,0 1,0-1,0 0,0 1,0-1,0 0,0 1,0 0,0-1,1 1,-1-1,0 1,0 0,0 0,0 0,1 0,-1 0,0 0,0 0,0 0,1 0,-1 1,0-1,0 0,0 1,3-2,349-20,-283 19,222-3,-253 11,-39-5,1-1,-1 1,1-1,-1 1,1-1,-1 1,1-1,-1 1,1-1,-1 1,0-1,1 1,-1 0,0-1,0 1,1 0,-1-1,0 1,0 0,0-1,0 1,0 0,0-1,0 1,0 0,0-1,0 1,0 0,-1-1,1 1,0 0,0-1,-1 1,1 0,0-1,-1 1,1-1,-1 1,1-1,-1 1,1-1,-1 1,1-1,-1 1,1-1,-1 0,1 1,-1-1,0 0,-22 23,19-21,0 1,1 0,-1 0,1 0,0 1,0-1,0 1,0 0,1 0,0 0,-1 0,1 0,1 0,-1 0,1 1,-1-1,1 1,0-1,0 5,31 137,-20-41,-6 0,-4 0,-5-1,-4 1,-5-1,-7 15,9-36,11-82,1 0,0 0,0-1,-1 1,1 0,-1 0,1 0,0 0,-1 0,0-1,1 1,-1 0,1-1,-1 1,0 0,0-1,1 1,-1-1,0 1,0-1,0 1,0-1,1 1,-1-1,0 0,0 0,0 1,0-1,0 0,0 0,0 0,0 0,0 0,0 0,0 0,0 0,0-1,0 1,1 0,-1-1,0 1,0 0,0-1,0 1,0-1,1 1,-1-1,0 0,1 1,-1-1,0 0,1 1,-1-1,1 0,-1 0,0 0,-9-5,-11-3,0 0,0 2,-1 0,1 1,-2 2,1 0,0 1,-1 1,0 2,-13 0,-12 4,0 1,0 2,1 2,-21 9,11-2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8:11.3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1045,'44'11,"0"-1,1-2,21 0,-16-2,423 52,-462-57,-8 0,-1 0,0 0,1 0,-1 0,0-1,1 1,-1-1,1 0,-1 1,1-1,-1 0,1-1,-1 1,1 0,-1-1,1 1,-1-1,0 0,1 0,-1 0,0 0,0 0,0 0,1-1,-1 1,-1-1,1 0,0 1,0-1,-1 0,1 0,0-1,-22-71,13 57,-39-97,-7-12,6-3,-5-40,23 42,5 0,5-16,18 134,0 8,0-1,0 1,1-1,-1 1,1-1,-1 0,1 1,0-1,-1 0,1 0,0 1,0-1,0 0,0 0,1 1,-1-1,0 0,1 1,-1-1,1 0,0 1,-1-1,1 1,0-1,0 1,0-1,0 1,0 0,0 0,1-1,-1 1,0 0,1 0,-1 0,0 0,1 0,-1 0,1 1,0-1,-1 1,168 11,-81-16,-1-4,29-8,-61 8,35 2,-62 9</inkml:trace>
  <inkml:trace contextRef="#ctx0" brushRef="#br0" timeOffset="654.719">656 470,'-68'154,"-20"-5,73-133,15-16,0 1,-1-1,1 0,0 0,-1 0,1 0,0 0,0 0,-1 0,1 0,0 0,-1 0,1 0,0 0,-1 0,1 0,0 0,-1 0,1 0,0-1,-1 1,1 0,0 0,0 0,-1 0,1-1,0 1,0 0,-1 0,1-1,0 1,0 0,0 0,-1-1,1 1,0 0,0 0,0-1,0 1,0 0,0-1,0 1,0 0,0-1,0 1,0 0,0-1,0 1,0 0,0-1,0 1,0 0,0-1,0 1,0 0,0 0,0-1,1 1,-1 0,0-1,0 1,0 0,0 0,1 0,-1-1,0 1,5-27,96-245,-81 209,-20 62,0 1,0 0,0-1,0 1,0 0,0-1,0 1,0 0,0-1,1 1,-1 0,0-1,0 1,0 0,0-1,1 1,-1 0,0-1,0 1,1 0,-1 0,0-1,0 1,1 0,-1 0,0 0,1-1,-1 1,0 0,1 0,-1 0,0 0,1 0,-1 0,0 0,1 0,-1 0,0 0,1 0,-1 0,1 0,-1 0,0 0,1 0,-1 0,0 0,1 0,-1 0,0 1,1-1,-1 0,0 0,0 0,1 1,-1-1,0 0,1 0,-1 1,0-1,0 0,0 1,1-1,-1 0,0 1,0-1,0 0,0 1,0-1,0 0,14 32,-11-25,2 9,2-2,0 1,0-1,2 0,0-1,0 0,1 0,0-1,2 0,-1-1,1-1,1 1,-1-2,9 5,-9-8,-10-6,1 1,-1-1,0 1,0-1,1 1,-1 0,0 0,0 0,0 0,0 0,0 0,0 0,0 1,0-1,-1 1,1 0,0-1,-1 1,1 0,-1 0,0 0,0 0,0 0,0 0,0 0,0 1,0-1,-1 0,1 1,-1-1,0 0,1 0,-1 1,0-1,0 1,-1-1,1 0,0 1,-1 1,-8 3,1-1,-1 1,0-2,0 1,0-1,-1-1,0 1,0-2,0 1,0-1,-1-1,1 0,-1-1,1 0,-1 0,0-1,-7-1,-87 3,86-3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8:27.9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275 556,'-7'20,"0"-1,2 1,0 0,1 1,1-1,1 1,1-1,0 1,2 0,0-1,2 1,0-1,1 1,1-1,1 0,1-1,1 1,4 6,6-2,1-2,1 0,1-1,1-1,1-1,0-1,2-1,0-1,0-2,2 0,0-2,0-1,1 0,0-3,1 0,10 0,-24-4,0-1,1 0,-1-1,1-1,0 0,-1-2,1 1,-1-2,1 0,-1-1,0 0,1-2,-2 1,1-2,-1 0,1-1,4-3,6-9,0-1,-1-2,-2 0,0-1,-1-1,-1-1,-2-1,0-1,-2 0,-1-1,-1-1,-1 0,-2-1,-1 0,4-23,-9 31,-1 1,0-1,-2 0,-1 0,0 0,-2 0,0 0,-2 0,0 0,-2 0,0 1,-1 0,-1 0,-2 0,-2-5,-4-1,-1 0,-1 1,-1 1,-1 0,-1 2,-1 0,-1 2,-1 0,-1 1,-1 1,0 2,-2 1,0 0,0 2,-1 1,-1 2,0 0,-1 2,0 2,0 0,-1 2,0 1,1 2,-17 1,25 3,-1 1,1 1,0 2,0 0,1 1,0 1,0 1,1 0,0 2,0 1,1 0,1 1,0 1,1 1,1 0,-9 11,-8 12,2 1,2 1,1 2,2 0,2 2,-16 43,-8 33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8:28.9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950 236,'-34'-19,"-1"2,0 1,-1 2,-1 2,0 1,-1 2,0 1,0 2,-16 1,36 5,-1 1,0 1,1 1,0 0,-1 1,2 2,-1-1,0 2,1 0,0 1,1 1,0 1,0 0,1 1,1 0,-1 2,2-1,0 2,0 0,2 0,-1 1,2 0,-3 6,-15 29,2 0,2 2,2 1,3 0,2 2,2 0,3 0,2 1,-1 44,6-55,2-1,2 1,2 0,2 0,2-1,4 9,-5-34,1 1,1-1,0 0,2 0,0 0,1-1,1-1,1 1,0-2,1 1,1-2,0 0,1 0,13 9,-1-7,0 0,1-2,1-1,1-2,-1 0,2-2,0-1,0-2,0-1,1-1,0-1,0-2,0-1,0-2,24-3,-29 2,0-1,0-1,0-1,0-1,-1-1,0-2,-1 0,0-2,0 0,-1-2,0-1,-2 0,1-2,-2 0,0-2,-1 0,-1-1,0 0,-2-2,0 0,-2-1,0 0,4-12,-1-12,-1-1,-3 0,-2 0,-2-1,-2 0,-2-1,-3 0,-1 0,-3 1,-1-1,-3 0,-2 1,-7-18,4 17,-2 0,-2 2,-2 0,-3 0,-1 2,-4-2,13 25,-1 1,-2 0,1 1,-2 1,-1 1,0 0,-1 1,-1 1,-1 0,0 2,-1 0,0 1,-4 0,8 7,0 0,0 1,-1 0,0 2,0 0,0 1,0 0,0 2,0 0,0 1,0 1,0 1,0 0,0 2,1 0,-1 0,1 2,1 0,-1 1,-5 5,-120 78,12 12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8:41.1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1271,'0'0,"0"-1,0 0,1 1,-1-1,1 0,-1 1,0-1,1 1,-1-1,1 0,-1 1,1-1,0 1,-1 0,1-1,-1 1,1-1,0 1,-1 0,1 0,0-1,-1 1,1 0,0 0,0 0,-1 0,1 0,0 0,0 0,-1 0,1 0,0 0,0 0,-1 0,1 0,0 1,-1-1,1 0,1 0,122-5,-1 6,1 5,-1 5,194 44,-316-54,0 0,-1-1,1 1,0-1,0 1,0-1,-1 0,1 1,0-1,0 0,0 0,0 1,0-1,0 0,0 0,0 0,-1 0,1 0,0 0,0 0,0-1,0 1,0 0,0 0,0-1,-1 1,1 0,0-1,0 1,0-1,-1 1,1-1,0 0,0 1,-1-1,1 0,-1 1,1-1,-1 0,1 0,-1 1,1-1,-1 0,0 0,1 0,-1 0,0 0,0 0,1 1,-1-1,0 0,0 0,0 0,0 0,0 0,-1 0,1 0,0 0,-49-114,-41-98,8-4,5-22,42 128,-5 3,-38-70,75 172,2 6,0-1,0 0,0 1,1-1,-1 0,0 0,0 1,1-1,-1 0,1 0,-1 0,1 0,-1 0,1 0,-1 0,1 0,0 0,0 0,-1 0,1 0,0-1,0 1,0 0,0 0,0 0,0 0,1 0,-1 0,0 0,0 0,1 0,-1 0,1 0,-1 0,1 0,-1 0,1 0,0 0,-1 0,1 1,0-1,0 0,0 0,-1 1,1-1,0 1,0-1,0 0,0 1,0 0,1-1,159 5,-55-10,-1-4,73-19,29-3,-81 30,-89 10</inkml:trace>
  <inkml:trace contextRef="#ctx0" brushRef="#br0" timeOffset="887.76">455 563,'0'0,"0"0,0 0,0 0,-1 0,1 0,0 0,0 0,0 0,0 0,-1 0,1 0,0 0,0 0,0 0,0 0,-1 0,1-1,0 1,0 0,0 0,0 0,0 0,-1 0,1 0,0 0,0-1,0 1,0 0,0 0,0 0,0 0,0-1,-1 1,1 0,0 0,0 0,0 0,0-1,-7 22,6-20,-63 213,58-173,11-45,9-22,-1 1,-1-2,-2 1,0-2,-2 1,0-8,3-2,-10 33,3-15,1 1,1 0,0 0,1 1,1 0,1 0,1 1,0 0,4-4,-13 20,-1-1,0 0,1 0,-1 1,1-1,-1 0,1 1,0-1,-1 1,1-1,0 1,-1-1,1 1,0-1,-1 1,1-1,0 1,0 0,0 0,-1-1,1 1,0 0,0 0,0 0,0 0,0 0,-1 0,1 0,0 0,0 0,0 0,0 1,-1-1,1 0,0 1,0-1,-1 0,1 1,0-1,0 1,-1-1,1 1,0-1,-1 1,1 0,-1-1,1 1,-1 0,1-1,-1 2,17 44,-14-36,-1 3,1-1,1 1,0-1,0 0,1-1,1 1,0-1,1 0,0 0,0-1,1 0,0 0,1-1,4 3,43 24,-46-31,-1 0,0 0,0 1,0 0,-1 0,0 1,0 0,0 0,-1 1,0 0,-1 1,0-1,0 1,4 9,-10-16,1 0,0 1,-1-1,1 0,-1 1,0-1,0 1,0-1,0 0,0 1,-1-1,1 1,-1-1,1 0,-1 1,0-1,0 0,0 0,0 0,0 0,0 0,-1 0,1 0,-1 0,0 0,1 0,-1-1,0 1,0-1,0 1,0-1,0 0,0 0,0 0,-1 0,-1 0,-88 22,0-17,0-4,0-4,-31-7,91 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18:56.6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303 1044,'-19'30,"2"1,1 0,1 2,2 0,1 0,2 1,1 0,2 1,1 0,2 0,1 1,2-1,1 6,-3 9,2-1,2 1,2-1,2 1,3-1,1-1,3 0,2 0,1-1,20 37,3-11,3-2,3-2,3-3,3-1,3-2,2-3,8 2,-5-11,3-3,2-2,1-3,70 34,291 120,-280-133,235 92,39-6,-380-137,234 78,81 8,-147-56,171 13,-362-54,414 41,53-17,52-29,-403-8,0-5,-1-7,123-37,-208 48,0-3,-1-2,-1-2,0-1,-2-3,0-1,2-5,289-212,-245 187,-26 20,-3-3,-1-2,-1-3,-3-2,-2-3,-1-2,4-10,-21 14,-3-2,-2-1,-2-1,-2-1,-2-1,-2-1,-3-2,-2 1,-2-7,86-391,-90 343,-4-1,-4 0,-6 0,-14-83,14 131,-4 0,-2 1,-2 0,-4 1,-11-28,18 68,-1 0,0 1,-2 0,0 1,-1 0,0 1,-2 0,0 1,0 0,-2 2,1 0,-10-5,-35-20,-2 3,-67-27,103 49,-85-38,-2 4,-2 5,-1 6,-75-12,-296-25,294 48,-370-76,148 49,-316 5,-489 7,563 32,568 13,1 5,0 3,0 4,2 4,0 3,-26 15,-578 245,660-272,1 1,0 2,1 1,0 1,2 1,0 2,1 0,1 2,1 1,1 1,1 1,1 0,-7 13,1 20,2 1,3 1,2 1,3 1,3 0,2 1,4 1,2-1,2 54,2-20,5 1,3-1,5 0,5-1,6 10,23 73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0:03.4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0:08.7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237 3975,'-2'2,"1"1,-1 0,1-1,-1 1,1 0,0 0,0 0,0 0,1 0,-1 0,1 0,-1 0,1 0,0 0,0 0,1 0,-1 0,1 0,-1 0,1 0,0 0,0 0,0 0,0 0,1-1,-1 1,1 0,0-1,0 1,0-2,-1 0,1 0,-1 0,1-1,-1 1,1-1,-1 1,1-1,-1 0,1 0,0 1,-1-1,1 0,-1 0,1-1,0 1,-1 0,1 0,0-1,-1 1,1-1,-1 1,1-1,-1 0,0 0,1 0,-1 1,0-1,1 0,-1-1,0 1,0 0,0 0,0 0,0-1,0 1,0-1,0 1,-1-1,3-1,-1 0,0 0,-1 0,1-1,0 1,-1 0,0-1,0 0,0 1,0-1,-1 1,1-1,-1 0,0 0,0 1,0-1,-1-2,-2 2,1 1,-1-1,0 0,-1 1,1 0,-1 0,1 0,-1 0,0 1,0-1,0 1,0 0,0 0,-1 1,1-1,0 1,-1 0,1 0,-1 0,0 1,1-1,-1 1,1 0,-1 1,0-1,1 1,-1 0,1 0,-1 0,1 1,0-1,-1 1,1 0,0 1,0-1,0 1,-2 2,0 0,1 1,0-1,1 2,-1-1,1 0,0 1,1 0,-1 0,1 0,1 0,0 0,0 0,0 1,1-1,-1 1,2 0,-1-1,1 1,1 0,-1-1,1 1,1-1,1 7,-2-12,0 0,0 0,0 0,0 0,0 0,0 0,1 0,-1 0,1 0,0 0,-1-1,1 1,0-1,0 1,0-1,0 0,0 0,0 0,0 0,1 0,-1 0,0 0,0-1,1 0,-1 1,1-1,-1 0,0 0,1 0,-1 0,0 0,1-1,0 0,3 0,0-1,0 0,0 0,-1 0,1-1,-1 0,0 0,0 0,0-1,0 0,0 0,2-2,-2 1,0-1,-1 1,0-1,1 0,-2 0,1 0,-1-1,0 1,0-1,-1 0,0 1,0-1,-1 0,1 0,-2 0,1-1,-1 1,0 0,0 0,-1 0,0 0,0 0,-1 0,0 0,0 0,0 0,-1 1,0-1,-1 1,1 0,-1 0,0 0,-1 0,0 1,1 0,-1 0,-5-3,8 6,0 1,-1-1,1 1,0 0,-1 0,1 0,-1 0,1 1,-1-1,0 1,1 0,-1-1,0 1,1 0,-1 0,0 1,1-1,-1 1,1-1,-1 1,1 0,-1 0,1 0,-1 0,1 0,0 0,-1 1,1-1,0 1,0 0,0 0,0-1,1 1,-1 0,0 1,1-1,-5 6,1 0,0 0,0 1,1 0,1 0,-1 0,1 0,1 1,-1 3,2 68,2-79,-1 0,0 0,1 0,0 0,-1 0,1 0,0 0,0 0,0 0,0 0,0-1,1 1,-1 0,0-1,1 1,-1-1,1 1,0-1,-1 0,1 0,0 0,0 0,0 0,0 0,0 0,0 0,0-1,0 1,0-1,0 0,0 1,0-1,1 0,-1 0,0-1,0 1,1 0,-1-1,1 1,-1-1,1 0,-1 0,0 0,1 0,-1 0,0-1,0 1,0-1,0 1,0-1,0 0,0 0,-1 0,1 0,0 0,-1 0,0 0,0 0,1-1,-1 1,0 0,-1-1,1 1,0-1,-1 1,0-1,1 1,-1-1,0 0,0 1,0-1,0-3,0-1,-1 1,0 0,0 0,0 0,0 0,-1 0,0 0,-1 0,1 1,-1-1,0 1,-3-5,5 8,1 1,-1-1,0 1,0-1,0 0,0 1,0 0,-1-1,1 1,0 0,-1 0,1 0,-1-1,1 1,-1 1,1-1,-1 0,0 0,1 1,-1-1,0 1,0-1,1 1,-1 0,0-1,0 1,0 0,1 0,-1 1,0-1,0 0,0 1,1-1,-1 1,0-1,1 1,-1 0,0-1,1 1,-1 0,1 0,-1 0,1 1,0-1,-1 0,1 0,0 1,0-1,0 1,0-1,0 1,0-1,0 1,-71 196,65-170,2 0,1 1,1-1,1 1,2 0,1 1,-4 86,-2-91,2-1,0 1,2-1,1 1,1 0,0-1,2 1,1-1,2 1,0-1,1-1,1 1,11 19,-10-28,-2-2,1 0,0 0,1-1,0 0,1-1,0 0,1 0,1-1,-1-1,1 0,1 0,147 57,-94-43,-15-5,0-3,1-1,1-3,0-3,47 3,292-11,-157-14,417-54,-523 55,116-28,-25 4,-91 15,120-37,-160 38,1 5,12 2,-66 9,16-2,26-5,1 4,33 3,-79 5,-6-1,0 1,0 2,-1 0,1 2,-1 0,0 2,10 4,4 3,39 21,30 84,-94-99,-1 1,-1 0,-1 1,-1 1,1 5,-4-3,-1 0,-1 1,-1-1,-1 1,-2 0,0 0,-2 0,0 0,-2 0,2 23,-1-48,1 1,-1 0,1 0,-1 0,1-1,0 1,0 0,-1 0,1 0,0 0,0 0,0 0,0-1,0 1,0 0,0 0,0 0,0 0,1 0,-1 0,0 0,0-1,1 1,-1 0,1 0,-1 0,1-1,-1 1,1 0,-1-1,1 1,0 0,-1-1,1 1,0-1,-1 1,1-1,0 1,0-1,0 0,-1 1,1-1,0 0,0 1,0-1,0 0,0 0,0 0,-1 0,1 0,0 0,0 0,0 0,0 0,0-1,0 1,0 0,-1-1,1 1,0 0,0-1,0 1,-1-1,1 1,0-1,0 0,0 0,0 0,0 0,0 0,0 0,0 0,-1-1,1 1,0 0,0-1,-1 1,1 0,-1-1,1 1,-1-1,0 1,0-1,0 1,1-1,-1 1,-1-1,1 1,0-1,0 1,0-1,-1 1,1-1,-6-10</inkml:trace>
  <inkml:trace contextRef="#ctx0" brushRef="#br0" timeOffset="1178.773">1261 4916,'43'18,"31"8,-1 4,61 34,-131-63,1 0,-1 0,1 1,-1-1,1 1,-1 0,0 0,0 0,0 1,0-1,0 1,0-1,-1 1,1 0,-1 0,0 0,0 0,0 1,0-1,0 0,-1 1,0 0,0-1,0 1,0 0,0-1,-1 1,1 0,-1 0,0 2,-4 0,-1 0,1 0,-1-1,-1 1,1-1,-1 0,1 0,-1-1,-1 1,1-1,-1-1,1 1,-1-1,-4 1,7-2,-247 107,229-95,10-4</inkml:trace>
  <inkml:trace contextRef="#ctx0" brushRef="#br0" timeOffset="3863.013">4211 5149,'0'7,"0"4,0 4,0 0,0-1</inkml:trace>
  <inkml:trace contextRef="#ctx0" brushRef="#br0" timeOffset="10085.744">14726 14,'-8'-1,"0"0,1 1,-1 0,0 0,0 1,0 0,0 0,1 0,-1 1,1 1,-1-1,1 1,0 0,0 1,0 0,0 0,1 0,-1 1,1 0,0 0,1 1,0 0,-1 0,2 0,-1 0,1 1,0-1,-1 3,3-5,-1 1,1-1,0 0,0 1,1-1,-1 1,1 0,0-1,1 1,-1 0,1 0,0 0,0 0,0-1,1 1,-1 0,1 0,0-1,1 1,-1 0,1-1,0 0,0 1,0-1,1 0,0 0,0 0,0 0,0-1,0 1,1 0,2-2,0 1,1-1,-1 0,1-1,-1 0,1 0,0 0,-1-1,1 0,0 0,-1-1,1 1,-1-1,1-1,-1 1,1-1,-1-1,0 1,0-1,0 0,0 0,0-1,-1 0,1 0,-1 0,0 0,-1-1,1 0,-1 0,0 0,0-1,0 1,-1-1,0 0,0 0,0 0,-1 0,0-1,0 1,0-5,0 7,-1-1,0 1,0-1,0 1,0-1,-1 1,0-1,0 1,0-1,-1 1,1-1,-1 1,0-1,0 1,-1 0,0-1,1 1,-1 0,0 0,-1 0,1 0,-1 1,0-1,0 1,0-1,0 1,-1 0,1 0,-1 0,1 1,-1-1,0 1,0 0,-1 0,1 1,0-1,0 1,-1 0,1 0,-3 0,-1 2,-1 0,1 0,-1 1,1 1,0 0,0 0,0 0,0 1,1 0,-1 0,1 1,0 0,0 0,1 1,0 0,0 0,0 0,0 1,1 0,0 0,1 0,0 1,0 0,0-1,1 1,0 1,1-1,0 0,0 1,0 4,2-8,-1 0,1-1,1 1,-1 0,1 0,0-1,0 1,0 0,0-1,1 1,0-1,0 0,0 1,1-1,-1 0,1 0,0 0,0-1,0 1,1-1,-1 0,1 0,0 0,0 0,0 0,0-1,0 0,0 0,1 0,-1 0,1-1,0 0,2 1,3 0,0 0,-1 0,1-1,0 0,0-1,-1 0,1 0,0-1,0 0,-1-1,1 0,-1-1,1 0,-1 0,0-1,3-2,-7 3,0 0,-1-1,1 0,-1 0,0 0,0 0,-1-1,1 1,-1-1,0 0,0 0,0 0,-1 0,0-1,0 1,0-1,-1 0,0 1,0-1,0 0,-1 1,1-1,-1 0,-1 0,1 0,-1 1,0-1,-1 0,1 1,-1-1,0 1,0 0,-1-1,1 1,-1 0,-1 0,1 1,-1-1,1 1,-1-1,0 1,-1 1,-2-3,0 2,1 0,-1 0,0 1,0 0,0 1,0 0,0 0,-1 0,1 1,-1 0,1 0,-1 1,-3 0,8 0,-1 0,1 1,0-1,0 1,0-1,0 1,0 0,0 0,0 0,0 1,0-1,0 1,1-1,-1 1,1 0,-1 0,1 0,0 0,-1 1,1-1,0 0,1 1,-1 0,0-1,1 1,-1 0,1 0,0 0,0 0,0 0,1 0,-1 0,1 1,-1-1,1-1,0 1,0 0,0 0,1 0,-1 0,1 0,-1 0,1 0,0-1,0 1,0 0,1-1,-1 1,1-1,-1 1,1-1,0 0,0 1,0-1,0 0,0 0,1-1,-1 1,3 1,67 29,-67-30,-5-2,0 0,0 1,1-1,-1 1,0-1,0 0,0 1,0-1,0 1,0-1,1 1,-1-1,0 0,0 1,0-1,-1 1,1-1,0 1,0-1,0 1,0-1,0 0,0 1,-1-1,1 1,0-1,0 0,-1 1,1-1,0 0,0 1,-1-1,1 0,0 1,-1-1,1 0,-1 0,1 1,0-1,-1 0,1 0,-1 0,1 0,0 1,-1-1,1 0,-1 0,1 0,-1 0,1 0,-1 0,1 0,-1 0,1 0,0-1,-1 1,-2 2,-6 4,0 0,0 1,1-1,0 2,0-1,1 1,0 1,0-1,1 1,0 0,1 1,0-1,0 1,1 0,0 0,1 1,-1 5,-4 20,1 0,2 0,2 1,1 22,-13 312,-11-194,-8-2,-12 18,22-112,-4-1,-3-1,-31 54,30-56,3 2,4 0,3 2,4 0,3 1,2 15,-87 391,38 92,-27-12,81-457,4 0,5 0,6 16,45 201,-23-176,87 336,5-70,21 109,-52-173,-81-323,-2-1,0 1,-3 0,0 1,-1 27,-5 544,-1-570,-2 0,-2 0,-1-1,-1 0,-1-1,-3 0,0 0,-16 24,21-37,-1-3,-1-1,0 0,-1-1,0 0,-1-1,-1 0,0-1,0 0,-1-1,-1 0,1-2,-2 1,-3 0,-119 89,89-67,0-2,-2-3,-1-2,-1-2,-50 14,-14-7,-2-4,-1-6,-38-2,-200 18,271-23,-140 12,-45-17,-17 26,-123 17,-7-31,-49 15,55-19,70 6,242-8,0-5,-36-3,-472-6,241-14,-181 7,51 2,305 7,-332 7,193 4,77 32,-218-2,381-33,-130 13,-99-8,-21 12,321-26,0-1,0-1,0-1,0 0,0-2,1 0,0-2,-7-3,13 3,2-2,-1 1,1-2,1 0,-1 0,2-1,-1 0,2-1,0 0,0-1,1 0,0 0,1 0,1-1,0 0,1-1,1 1,-2-9,-29-110,33 119,1 0,0 0,1 0,0 0,1 1,1-1,2-10,-2 14,-2 9,2-7,-1 1,0-1,0 0,-1-1,1 1,-2 0,1 0,-1 0,0 0,-1 0,0 1,-1-4,3 12,0-1,0 0,0 1,0-1,-1 0,1 1,0-1,0 0,0 0,0 1,0-1,0 0,-1 1,1-1,0 0,0 0,0 1,-1-1,1 0,0 0,0 0,-1 1,1-1,0 0,-1 0,1 0,0 0,0 1,-1-1,1 0,0 0,-1 0,1 0,0 0,-1 0,1 0,0 0,-1 0,1 0,0 0,-1 0,1 0,0 0,-1-1,1 1,0 0,0 0,-1 0,1 0,0-1,-1 1,1 0,0 0,0 0,-1-1,1 1,0 0,0 0,0-1,0 1,-1 0,1-1,0 1,0 0,0-1,0 1,0 0,0 0,0-1,-5 25,4-9</inkml:trace>
  <inkml:trace contextRef="#ctx0" brushRef="#br0" timeOffset="11348.423">9318 8536,'-26'13,"-272"90,32-23,263-80,0 1,0 0,0 0,0-1,1 2,-1-1,0 0,1 1,-1-1,1 1,-1 0,1 0,0 0,0 0,-1 0,2 0,-1 0,0 1,0-1,1 1,-1-1,1 1,0 0,0 0,0 0,2-1,1 0,-1 0,1 0,0-1,-1 1,1 0,0-1,0 1,0-1,1 0,-1 0,0 0,0 0,1 0,-1 0,0 0,1-1,-1 0,3 1,2 1,83 22,-43-13,-1 2,-1 2,0 2,1 3,9 9,-37-17,1-2,0 0,1-1,0-1,0-1,1 0,0-2,0 0,0-2,10 1,-27-4,0 0,1 0,-1 0,0-1,0 1,0-1,0 0,0 0,0-1,0 1,0-1,0 0,0 0,-1 0,1-1,-1 1,1-1,-1 0,0 0,0 0,-1 0,1 0,0-1,-1 1,0-1,0 1,0-1,0 0,-1 0,0 0,1 0,-1 0,-1 0,1-1,-1 1,1 0,-1 0,-1-4,-1-20,-3-1,0 1,-2 0,0 0,-3 1,0 0,-14-25,-9-31,11 33,8 71,0 46,-15 43,27-106,0 0,-1 1,1-1,-1 0,0 0,0-1,-1 1,1-1,-1 0,0 1,0-2,0 1,0 0,0-1,-1 0,1 0,-1 0,1 0,-1-1,0 0,-4 1,-172 10,159-9,0 1,1 2,0 0,0 1,1 0,-19 11,14-4</inkml:trace>
  <inkml:trace contextRef="#ctx0" brushRef="#br0" timeOffset="13672.436">1316 4971,'0'368,"-24"-461,17 72,-1 0,0 0,-2 0,0 2,-1-1,-1 1,-1 1,-12-14,25 32,0 1,0 0,0 0,0 0,0-1,0 1,0 0,0 0,0-1,0 1,-1 0,1 0,0-1,0 1,-1 0,1-1,0 1,-1 0,1-1,-1 1,1 0,-1-1,1 1,-1-1,1 1,-1-1,1 1,-1-1,0 0,1 1,-1-1,0 0,0 1,1-1,-1 0,0 0,1 0,-1 1,0-1,0 0,0 0,1 0,-1 0,0 0,0-1,1 1,-1 0,0 0,0 0,1-1,-1 1,0 0,1-1,-1 1,0-1,1 1,-1 0,1-1,-1 0,1 1,-1-1,1 1,-1-1,1 0,-1 1,1-1,0 0,-1 1,1-1,0 0,4 8,0 1,1-1,0 0,0 0,1-1,-1 1,2-1,-1 0,1-1,-1 0,2 0,-1 0,0-1,1 0,0-1,0 1,6 1,19 11,-28-14,15 8,0 1,0 1,-1 1,-1 0,0 1,7 10,-24-24,0 1,0-1,0 1,-1-1,1 1,0-1,-1 1,1 0,-1-1,1 1,0 0,-1 0,0-1,1 1,-1 0,1 0,-1 0,0 0,0 0,1-1,-1 1,0 0,0 0,0 0,0 0,0 0,0 0,0 0,-1 0,1-1,0 1,0 0,-1 0,1 0,0 0,-1 0,1-1,-1 1,1 0,-1 0,1-1,-1 1,0 0,1-1,-1 1,0-1,0 1,1-1,-1 1,0-1,0 0,0 1,0-1,-144 28,41-8,141-19,15-9,-1-3,-1-2,0-2,16-8,-27 5,-55 19,-139 45,154-46,0 0,0 0,1 1,-1-1,0 0,0 0,0 0,0 0,0 0,1 0,-1 0,0 0,0 0,0 0,0 0,1 0,-1-1,0 1,0 0,0-1,1 1,-1-1,0 1,0-1,1 1,-1-1,1 1,-1-1,0 0,1 1,-1-1,1 0,-1 1,1-1,0 0,-1 0,1 1,0-1,-1 0,1 0,0 0,0 0,0 1,0-1,0 0,0 0,0 0,0 0,0 0,0 1,0-1,1 0,-1 0,0 0,1 1,-1-2,25-46,-23 45,2-4,38-76,-41 80,0 0,0 0,0 0,-1 0,0-1,1 1,-1 0,0 0,0 0,-1-1,1 1,-1 0,0 0,1 0,-1 0,-1 0,1 0,0 0,-1 0,1 0,-1 0,0 1,0-1,0 1,0-1,-3-1,1 0,-1 0,0 0,0 1,-1-1,1 1,-1 0,1 1,-1-1,0 1,0 0,-2 0,7 2,-1 1,1 0,0-1,0 1,0 0,0-1,0 1,0 0,0 0,0 0,1 0,-1 0,0 0,0 0,1 0,-1 0,1 0,-1 0,1 1,-1-1,1 0,0 0,0 1,-1-1,1 0,0 0,0 1,0-1,0 0,1 0,-1 1,0 1,0 238,9-187,-9-55,-1 1,1 0,0-1,0 1,0-1,0 1,1 0,-1-1,0 1,0 0,0-1,0 1,0 0,0-1,0 1,1 0,-1 0,0-1,0 1,0 0,1-1,-1 1,0 0,0 0,1 0,-1-1,0 1,1 0,-1 0,0 0,1 0,-1-1,0 1,1 0,-1 0,0 0,1 0,-1 0,0 0,1 0,-1 0,0 0,1 0,-1 0,0 0,1 0,-1 0,0 1,1-1,-1 0,0 0,1 0,-1 0,0 1,1-1,-1-14</inkml:trace>
  <inkml:trace contextRef="#ctx0" brushRef="#br0" timeOffset="18798.141">9236 8522,'0'-1,"0"0,-1 0,1 0,-1 0,1 0,-1 1,1-1,-1 0,1 0,-1 0,0 1,0-1,1 0,-1 1,0-1,0 0,0 1,0-1,0 1,0 0,0-1,0 1,0 0,0-1,0 1,0 0,0 0,0 0,0 0,0 0,0 0,0 0,0 0,0 1,0-1,0 0,0 0,0 1,0-1,0 1,1-1,-1 1,0-1,1 0,-249 59,-37 17,278-74,5-1,0 0,0-1,0 1,1 0,-1 0,0 1,0-1,1 0,-1 1,0 0,1-1,0 1,-1 0,1 1,0-1,-1 1,4-2,0 1,0-1,0 0,0 0,0 0,0 1,0-1,1 0,-1 0,0 0,1-1,-1 1,0 0,1 0,-1-1,1 1,-1-1,1 1,-1-1,1 0,0 0,-1 1,1-1,-1 0,2-1,0 2,95 18,-31-8,0 4,-1 2,34 16,83 68,-171-93,1-2,-1 0,2 0,-1-1,0-1,1 0,0-1,0 0,0-1,0-1,0 0,11-1,-24 0,0 0,1 0,-1 0,0 1,0-1,0-1,1 1,-1 0,0 0,0 0,1 0,-1-1,0 1,0-1,0 1,0-1,0 1,0-1,0 0,0 1,0-1,0 0,0 0,0 0,0 0,0 0,-1 0,1 0,0 0,-1 0,1 0,-1 0,1 0,-1 0,0-1,1 1,-1 0,0 0,0 0,0-1,0 1,0 0,0 0,0-1,0 1,0 0,-1 0,1 0,-1-2,-5-10,-2 0,1 0,-2 1,0 0,0 0,-1 1,0 1,-1-1,-10-6,20 16,-85-74,85 75,-1 0,1 1,0-1,0 0,-1 0,1 1,0-1,0 0,0 1,-1 0,1-1,0 1,0 0,0-1,0 1,0 0,0 0,1 0,-1 0,0 0,0 0,1 0,-1 0,0 0,1 0,-1 0,1 0,-1 0,1 1,0-1,-1 0,1 0,0 1,-7 11,-10 9,-1-2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0:55.7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50 7,'0'0,"-1"1,1-1,0 0,0 0,0 1,-1-1,1 0,0 0,0 1,-1-1,1 0,0 0,0 0,-1 0,1 0,0 1,0-1,-1 0,1 0,0 0,-1 0,1 0,0 0,-1 0,1 0,0 0,-1 0,1 0,0 0,0 0,-1 0,1 0,0-1,-1 1,1 0,0 0,0 0,-1 0,1 0,0-1,0 1,-1 0,1 0,0-1,0 1,0 0,-1 0,1-1,0 1,0 0,0 0,0-1,0 1,-1 0,1-1,0 1,0 0,0 0,0-1,0 1,0 0,0-1,0 1,0 0,0-1,0 1,1 0,-1-1,0 1,-4 27,-15 368,5-262,15-133,-1-1,0 1,0 0,0 0,1 0,-1 0,0 0,0 0,0 0,1 0,-1 0,0 0,0 0,1 0,-1 0,0 0,0 0,0 0,1 0,-1 0,0 0,0 1,0-1,1 0,-1 0,0 0,0 0,0 0,10-32,-9 29,36-88,-35 89,-1 0,0 0,1 0,0 0,-1 0,1 0,0 1,0-1,0 1,0-1,0 1,0 0,1-1,-1 1,0 0,1 1,-1-1,1 0,-1 1,1-1,-1 1,1 0,-1 0,1 0,-1 0,1 0,-1 0,1 1,-1-1,1 1,-1 0,0 0,1 0,-1 0,0 0,2 2,11 7,-2 0,0 1,0 1,-1 1,0-1,-1 2,-1 0,0 0,-1 1,4 7,-12-20,1 0,0-1,0 1,0 0,0 0,-1 0,1 1,-1-1,1 0,-1 1,0-1,0 0,0 1,0 0,0-1,-1 1,1-1,-1 1,1 0,-1-1,0 1,0 0,-1-1,1 1,0 0,-1-1,0 1,1 0,-1-1,0 1,0-1,-1 1,1-1,0 0,-1 0,1 1,-1-1,0 0,0 0,0-1,0 1,-1 1,-18 3,-1-1,0-1,0-1,0 0,0-2,0-1,0 0,-1-2,-1 2,-2-2,27 2</inkml:trace>
  <inkml:trace contextRef="#ctx0" brushRef="#br0" timeOffset="1395">623 595,'0'-4,"-1"-1,1 1,-1 1,1-1,-1 0,0 0,-1 0,1 0,-1 0,1 1,-1-1,0 1,-1-1,1 1,0 0,-1 0,0 0,0 0,0 1,0-1,0 1,0-1,-1 1,1 0,-1 0,1 1,-1-1,0 1,0 0,0 0,-2 0,-2-1,-1 0,1 1,-1 0,0 1,0 0,1 0,-1 1,0 0,1 1,-1 0,1 0,0 1,-1 0,-1 1,7-2,0-1,-1 1,1 0,0 0,1 0,-1 0,0 0,1 1,-1-1,1 1,0-1,0 1,0 0,0 0,0 0,1 0,-1 1,1-1,0 0,0 1,0-1,0 0,1 1,-1-1,1 1,0-1,0 1,0-1,0 1,1-1,0 1,-1-1,1 1,1-1,-1 0,0 1,1-1,-1 0,1 0,0 0,2 2,1 0,0-1,1 1,-1-1,1 0,0-1,0 0,0 1,1-2,-1 1,1-1,-1 0,1 0,0-1,0 0,0 0,0-1,0 1,-1-2,1 1,3-1,-5 1,0-1,0 0,0 0,0 0,-1-1,1 0,0 0,0 0,-1 0,0-1,1 1,-1-1,0 0,0 0,0-1,-1 1,1-1,-1 0,0 0,0 0,0-1,-1 1,1 0,-1-1,0 0,0 1,0-5,2-48,0 99,-1-34,-1-1,1 1,0 0,1-1,0 0,0 0,1 0,-1 0,2-1,-1 0,1 0,-1 0,2-1,-1 1,1-1,-1-1,1 0,1 0,-1 0,0-1,1 0,8 2,-10-5,0-1,1-1,-1 1,0-1,0-1,0 1,0-1,0 0,-1 0,1 0,-1-1,0 0,0 0,0 0,-1-1,1 0,-1 0,0 0,-1 0,1 0,-1-1,0 0,0 0,-1 1,0-2,0 1,1-3,2-4,0 1,-1-1,0 0,-1 0,0 0,-1 0,-1 0,0-1,0 1,-2 0,0-1,0 1,-1 0,-1 0,0 0,-1 0,-5-12,-34-10,41 34,1 0,0 1,0-1,-1 1,1 0,-1-1,1 1,0 0,-1 0,1 0,-1 0,1 0,0 0,-1 0,1 1,0-1,-1 0,1 1,0-1,-1 1,1-1,0 1,0 0,-1 0,1-1,0 1,0 0,0 0,0 0,0 0,0 0,0 1,1-1,-1 0,0 0,1 0,-1 2,1-1,0 1,0-1,0 1,1 0,-1-1,1 1,0-1,0 0,-1 1,2-1,-1 0,0 1,0-1,1 0,-1 0,1 0,0 0,0 0,-1-1,1 1,0 0,1-1,-1 0,0 1,0-1,1 0,-1 0,0 0,1 0,-1-1,1 1,-1-1,1 1,0-1,29 7,0-1,0-1,0-2,1-2,13-1,71 6,-113-6,-1-1,1 1,-1 0,1 1,-1-1,1 1,-1 0,1-1,-1 2,0-1,0 0,1 1,-1-1,0 1,0 0,0 0,-1 0,1 0,0 1,-1-1,1 1,-1-1,0 1,0 0,0 0,0 0,-1 0,1 0,-1 1,-9 74,5-72,1 1,1 0,-1-1,1 1,1 0,-1 0,1 0,0 0,0 0,1-1,1 5,2-6,-1 0,2 0,-1 0,1-1,-1 1,1-1,0 0,1-1,-1 1,1-1,0 0,-1-1,1 1,0-1,1 0,-1-1,0 1,0-1,1 0,-1-1,1 0,-1 0,1 0,1-1,9 2,-1 0,1-1,-1-1,0-1,1-1,-1 0,0 0,0-2,-1 0,1-1,-1-1,0 0,9-6,26-50,-50 66,0 0,0 0,0 0,1 0,-1 1,1-1,-1 0,1 0,0 0,0 0,0-1,1 1,-1 0,1 0,0-1,-1 1,2 1,0-2,-1 1,0 0,1-1,0 0,0 0,-1 1,1-2,0 1,1 0,-1 0,0-1,0 0,1 0,-1 0,1 0,-1 0,1-1,-1 1,1-1,-1 0,1 0,-1-1,1 1,-1-1,1 1,-1-1,1 0,-1 0,0-1,1 1,-1-1,0 1,0-1,0 0,0 0,-1-1,1 1,0-1,-1 1,0-1,1 0,-1 1,0-1,-1 0,1-1,0 1,-1 0,0 0,0-1,0 1,0-2,1 0,0-1,-1 0,0 0,0 1,0-1,-1 0,0 0,0 0,0 0,-1 0,0 0,0 0,-1 1,1-1,-1 0,0 1,-1 0,0-1,1 1,-1 0,-1 0,1 0,-1 1,0-1,0 1,0 0,-1 0,0 0,1 1,-1 0,0 0,-1 0,1 0,0 1,-1 0,0 0,1 0,-1 1,0 0,0 0,0 0,1 1,-1 0,0 0,0 1,0-1,0 1,-2 1,0 0,0 1,1 0,-1 0,1 1,0 0,0 0,0 1,0-1,1 2,0-1,0 1,0-1,1 2,0-1,0 1,0-1,1 1,0 1,0-1,1 0,0 1,0 0,1 0,0 0,0 0,1 0,0 0,1 3,1-6,1 0,1 0,-1-1,1 1,-1 0,1-1,1 0,-1 1,1-1,-1-1,1 1,0 0,1-1,-1 0,1 0,-1 0,1-1,0 1,0-1,0 0,0-1,0 1,0-1,1 0,-1 0,0-1,1 1,0-1,36 5</inkml:trace>
  <inkml:trace contextRef="#ctx0" brushRef="#br0" timeOffset="1656.327">1811 62,'-12'16,"-3"10,2 6,5-4</inkml:trace>
  <inkml:trace contextRef="#ctx0" brushRef="#br0" timeOffset="1904.638">1893 608,'14'9,"14"4,11-2,9-1,7-3,7-3,1-4,-10-2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0:57.8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82 463,'-5'16,"-1"20,0 17,1 14,1 9,2 6,-1 0,-3-4,-2-9,-2-11,0-15</inkml:trace>
  <inkml:trace contextRef="#ctx0" brushRef="#br0" timeOffset="635.324">0 805,'5'-88,"11"-67,-16 153,1 0,-1 0,0 0,0 0,1 1,-1-1,1 0,0 0,-1 0,1 0,0 1,0-1,0 0,0 1,1-1,-1 1,0-1,1 1,-1-1,1 1,-1 0,1 0,-1 0,1 0,0 0,0 0,-1 0,1 1,0-1,0 1,0-1,0 1,0 0,0 0,0 0,0 0,0 0,0 0,0 0,0 0,0 1,-1-1,1 1,0 0,8 4,-1 0,0 1,0 0,-1 1,0 0,0 0,-1 1,0 0,0 0,0 1,-1 0,-1 0,0 0,0 1,0-1,-1 1,-1 0,3 10,-6-17,1-1,-1 1,1-1,-1 1,0 0,0-1,0 1,0-1,0 1,-1 0,1-1,-1 1,0-1,0 1,0-1,0 0,0 1,0-1,-1 0,1 0,-1 0,1 0,-1 0,0 0,0 0,0 0,0-1,0 1,0-1,0 1,-1-1,1 0,0 0,-1 0,1 0,-3 0,-2 1,1-1,-1 0,0 0,0 0,1-1,-1 0,0 0,0 0,0-1,1 0,-1-1,0 0,-4-1,8 2,1 1,0-1,-1 0,1 0,0 0,0 0,0 0,0 0,0 0,0-1,0 1,0-1,1 0,-1 1,0-1,1 0,-1 0,1 0,0 0,0 0,0 0,0 0,0-1,0 1,0 0,1 0,-1-1,1 1,0 0,0-1,0 1,0-1,0 1,0 0,1-1,-1 1,1-1,4-3,0 1,0 0,1 0,-1 0,1 1,1 0,-1 0,0 0,1 1,0 0,0 1,0-1,1 1,2-2,43-16,106-51,-149 65,0 0,-1-1,0-1,0 1,-1-1,0-1,0 1,-1-2,0 1,-1-1,0 1,0-2,-1 1,0-1,0-8,0 1,-2-1,0 0,-1 0,-1-1,-1 1,0 0,-2 0,0 0,-1 0,-1 0,0 0,-2 1,0 0,-1 0,-1 0,-1 1,8 14,-1-2,0 0,0 0,0 1,-1-1,1 1,-1-1,0 1,-1 0,1 0,-1 1,1-1,-1 1,0-1,-1 1,1 0,-2 0,4 3,0 1,0-1,0 1,0 0,0 0,0-1,0 1,0 1,0-1,1 0,-1 0,0 1,0-1,1 1,-1-1,1 1,0 0,-1-1,1 1,0 0,0 0,0 0,0 0,1 0,-1 0,0 0,1 0,-1 0,1 0,0 1,0-1,0 0,0 0,-7 39,1 0,3 0,1 1,2-1,2 0,1 1,4 3,-3-15,1-1,2-1,1 1,2-1,0-1,2 0,5 8,-11-24,0-1,0 0,1 0,0 0,1-1,0 0,0-1,1 0,0 0,1-1,0 0,0 0,0-1,1-1,0 0,0 0,0-1,0 0,4 0,-8-4,1 0,0 0,0 0,-1-1,1 0,0 0,-1-1,1 0,-1 0,0-1,1 0,-1-1,-1 1,1-1,0 0,-1-1,0 0,0 0,0 0,-1-1,0 1,0-1,0-1,-1 1,0-1,0 1,0-1,-1 0,0-1,-1 1,1 0,-1-3,15-41,-17 51,0 0,0 0,0 1,1-1,-1 0,0 0,0 0,0 0,0 0,0 0,0 1,0-1,0 0,1 0,-1 0,0 0,0 0,0 0,0 0,1 0,-1 0,0 1,0-1,0 0,0 0,0 0,1 0,-1 0,0 0,0 0,0 0,0 0,1 0,-1 0,0 0,0-1,0 1,0 0,1 0,-1 0,0 0,0 0,0 0,1 22,-1-22,-1 12,1-1,0 1,0-1,1 0,1 0,0 1,0-1,1 0,1 0,0-1,0 1,1-1,0 0,1 0,0 0,0-1,6 5,6 2</inkml:trace>
  <inkml:trace contextRef="#ctx0" brushRef="#br0" timeOffset="1402.9">709 203,'19'21,"1"0,0-2,1 0,1-1,1-2,0 0,19 9,1 1,-36-21,5 1,0 1,0 1,0 0,-1 0,0 1,-1 1,0-1,0 2,-1-1,0 2,-1-1,0 1,-1 0,-1 1,2 3,2 52,-10-59,1-1,-1 1,2-1,-1 1,1 0,0-1,1 0,0 0,0 0,1 0,0 0,3 4,-3-9,-1 1,1-1,0 0,0 0,0 0,1-1,-1 1,1-1,-1 0,1-1,0 1,0-1,0 0,0 0,0 0,0-1,0 1,0-1,0 0,0-1,0 1,3-2,3 0,0 0,-1-1,0 0,0-1,0 0,0 0,-1-1,1 0,-1-1,2-1,-1-2,-1-1,0 0,0 0,-1-1,0 1,-1-2,0 1,-1-1,0 0,-1-1,0 37,-4-17,1 0,0 0,0 0,1 0,-1 0,1-1,1 1,-1-1,1 0,1 0,-1 0,1 0,0-1,0 0,0 0,1 0,0-1,0 0,0 0,0 0,1-1,-1 0,1 0,0-1,0 1,0-1,0-1,0 0,0 0,1 0,-1-1,0 0,1 0,-1-1,3 0,92-23,-98 25,0-1,0 0,0 1,0 0,0 0,0 0,-1 1,1-1,-1 1,1 0,-1 0,1 0,-1 0,2 3,29 14,-29-17,0 0,0 0,1-1,-1 0,0 0,1 0,-1 0,1-1,-1 0,1 0,-1 0,1-1,-1 0,0 0,1 0,-1-1,0 0,0 0,0 0,0-1,0 1,0-1,-1 0,1-1,-1 1,0-1,0 0,0 0,-1 0,1 0,-1-1,0 1,0-1,-1 0,1 0,-1 0,0-1,0 0,0 0,0 0,-1 0,0 0,0-1,-1 1,1 0,-2 0,1-1,0 1,-1 0,0 0,-1 0,0 0,0 0,0 0,0 0,-1 0,0 1,0-1,0 1,-1 0,0 0,0 0,0 1,-1-1,1 1,-1 0,0 0,0 1,-1 0,1-1,-1 2,1-1,-1 1,0 0,0 0,0 0,-3 0,0 3,0-1,0 1,0 1,1 0,-1 0,0 0,1 1,0 1,-1-1,1 1,1 1,-1 0,1 0,-1 0,2 1,-1 0,0 0,1 0,0 1,1 0,0 0,0 1,0 0,1-1,0 2,0-1,1 0,1 1,-1-1,1 1,0 0,0 8,2-13,-1 1,1-1,0 1,1-1,-1 1,1-1,-1 0,1 1,1-1,-1 0,1 0,-1 0,1 0,0 0,1 0,-1 0,1-1,-1 1,1-1,0 0,1 1,-1-2,0 1,1 0,0-1,-1 1,1-1,0 0,0 0,2 0,22 8</inkml:trace>
  <inkml:trace contextRef="#ctx0" brushRef="#br0" timeOffset="1640.266">1912 95,'-14'2,"-7"6,-2 5,3 8,6 8,12 3,5-4</inkml:trace>
  <inkml:trace contextRef="#ctx0" brushRef="#br0" timeOffset="1797.859">2062 764,'16'11,"15"7,14 0,10-4,13-5,6-12,-10-6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15.9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437 738,'-18'-13,"-1"0,0 2,0 0,-2 1,1 1,-1 1,0 1,-7-1,18 6,1 0,-1 0,0 1,0 0,0 1,0 0,0 0,0 1,0 1,0 0,0 0,1 1,-1 0,1 0,0 1,0 0,0 1,0 0,-2 3,6-4,0 0,0 0,1 1,0 0,-1-1,2 2,-1-1,1 0,0 1,0-1,0 1,1 0,0 0,-1 3,2-6,1-1,-1 1,1 0,0-1,0 1,0 0,0-1,0 1,1 0,-1-1,1 1,0-1,0 1,0-1,0 1,0-1,0 0,0 1,1-1,0 0,-1 0,1 0,0 0,0 0,0 0,0-1,0 1,0-1,0 1,1-1,-1 0,1 0,-1 0,1 0,0 0,12 2,0 0,1-1,0-1,-1 0,1-1,0-1,-1 0,1-2,-1 1,1-2,-1 0,0-1,-1 0,1-1,-1-1,0 0,6-5,64-48,-83 60,-1 0,1 0,-1 0,1 0,-1 0,1 0,-1 0,1 0,-1 0,1 0,0 1,-1-1,1 0,-1 0,1 0,-1 1,1-1,-1 0,0 1,1-1,-1 0,1 1,-1-1,0 0,1 1,-1-1,0 1,1-1,-1 1,0-1,1 1,-1-1,0 1,0-1,0 1,0-1,0 1,0-1,1 1,-1 0,0-1,-1 1,1-1,0 1,0-1,0 1,0-1,0 1,0-1,-1 1,1 0,0 0,-8 241,6-116,-10 156,11-273,1 0,-1 1,-1-1,1-1,-1 1,-1 0,0 0,0-1,-1 0,0 1,0-1,-1-1,0 1,-1-1,1 0,-1 0,-2 1,7-7,0 0,-1-1,1 1,0 0,-1-1,1 1,-1-1,1 1,-1-1,1 0,-1 0,1 0,-1 0,1 0,-1 0,1 0,-1 0,1 0,-1-1,1 1,-1-1,1 1,-1-1,1 0,0 1,-1-1,1 0,0 0,0 0,0 0,0 0,-1 0,1 0,1 0,-2-1,-24-51,21 24,0-1,2 0,2 1,0-1,2 0,1 0,2 0,1 1,1-1,1 1,2 1,9-21,-11 24,2 0,1 0,1 2,1-1,1 1,1 1,1 0,1 1,1 1,1 1,0 0,1 1,9-5,-27 22,0 0,0 0,0-1,0 1,0 0,0 0,0 0,1 1,-1-1,0 0,1 0,-1 1,1-1,-1 1,1-1,-1 1,1 0,-1 0,1-1,-1 1,1 0,0 0,-1 0,1 1,-1-1,1 0,-1 1,1-1,-1 1,1-1,-1 1,0-1,1 1,-1 0,0 0,1 0,-1 0,0 0,0 0,0 0,0 0,0 1,0-1,0 0,0 0,-1 1,1-1,10 55,-11-50,1-1,-1 1,1 0,0-1,0 0,0 1,1-1,0 0,0 1,0-1,1 0,0 0,-1-1,2 1,-1-1,1 1,-1-1,1 0,3 2,-2-3,1 0,-1 0,0 0,1-1,-1 0,1 0,-1 0,1-1,0 0,0 0,0 0,0-1,0 0,-1 0,1-1,0 1,0-1,0-1,0 1,-1-1,1 0,-1 0,1 0,-1-1,0 0,0 0,0 0,0-1,-1 0,1 0,-1 0,0 0,0-1,0 1,-1-1,0 0,0 0,0 0,0-1,-1 1,0-1,0 0,-1 0,1-1,-1 1,-1 0,1 0,-1 0,0-1,-1 1,1 0,-1 0,-1 0,1-1,-1 1,0 1,0-1,-1 0,1 0,-1 1,-1 0,1-1,-1 1,0 0,0 1,0-1,-1 1,1 0,-1 0,0 0,0 1,-1-1,1 1,-1 1,0-1,1 1,-1 0,0 0,0 1,-1-1,1 2,0-1,0 0,-5 1,9 0,-1 0,1 0,0 0,-1 1,1-1,0 0,-1 1,1 0,0 0,-1-1,1 1,0 0,0 1,0-1,0 0,0 1,0-1,0 1,1-1,-1 1,0 0,1 0,-1 0,1 0,0 0,0 0,0 0,0 0,0 1,0-1,0 0,1 0,-1 1,1-1,0 1,0-1,-1 0,2 1,-1 0,15 18,6-4</inkml:trace>
  <inkml:trace contextRef="#ctx0" brushRef="#br0" timeOffset="967.381">1243 779,'-4'-9,"0"-1,-1 0,0 1,0 0,-1 0,0 1,-1 0,0 0,0 0,0 1,-1 0,0 0,-1 1,0 0,0 1,0 0,0 0,-1 1,0 0,0 0,0 1,0 1,0 0,-1 0,1 1,-1 0,1 1,-1 0,-1 1,8 0,0 0,1 0,-1 0,0 0,1 1,-1-1,1 1,-1 0,1 0,0 1,-1-1,1 1,1-1,-1 1,0 0,1 0,-1 0,1 0,0 1,0-1,0 1,1-1,-1 1,1 0,0-1,0 1,0 0,0 0,1 0,-1 0,1 0,0 0,0 0,1-1,-1 1,1 0,0 0,0 0,0 0,1-1,-1 1,1-1,0 1,0-1,0 1,0-1,3 3,2 1,1-1,0 0,0 0,0 0,1-1,0 0,0-1,0 0,0 0,1-1,-1-1,1 1,0-1,0-1,0 0,0 0,0-1,0 0,0-1,0 0,0-1,0 0,0-1,-1 1,1-2,7-3,-13 5,0 0,0 0,0 0,-1-1,1 0,-1 0,1 0,-1 0,0 0,0 0,0-1,-1 0,1 1,-1-1,0 0,0 0,0-1,1-2,-10 37,8-28,0 1,-1-1,1 1,0-1,0 1,0-1,1 0,-1 0,1 0,-1 1,1-1,0-1,-1 1,1 0,0 0,0-1,0 1,0-1,1 1,-1-1,0 0,1 0,-1 0,1 0,-1-1,1 1,-1-1,1 1,-1-1,1 0,0 0,82-10,-64-2,0-1,0 0,-2-1,0-1,0-1,-1-1,-1 0,-1-2,-1 0,0 0,-1-1,-2-1,0 0,-1-1,-1 0,-1-1,-1 0,-1-1,2-12,1-3,-2-1,-1 0,-2 0,-3-1,0 1,-4-27,1 57,0 0,0 0,-1 0,0 1,0-1,-1 1,-1-1,0 1,-1-3,4 10,0 0,0 1,0-1,0 1,-1-1,1 1,0-1,0 1,-1 0,1 0,-1-1,1 1,-1 0,0 0,1 1,-1-1,0 0,0 1,0-1,1 1,-1-1,0 1,0 0,0 0,0-1,0 1,0 1,0-1,1 0,-1 0,0 1,0-1,0 1,0 0,1-1,-1 1,-53 48,44-32,2 0,0 1,0 0,2 1,0 0,1 0,1 1,1-1,1 1,1 0,0 0,2 0,0 1,1-1,1 0,1-1,1 1,0 0,4 7,1-4,0 0,1-1,2-1,0 0,1-1,1 0,1 0,0-2,2 0,0-1,1-1,1 0,0-1,16 8,-31-20,-1 1,1-2,0 1,0 0,1-1,-1 0,0 0,1 0,0 0,-1-1,1 0,0 0,0 0,-1-1,1 1,0-1,0 0,0-1,0 1,-1-1,1 0,0 0,0 0,-1-1,1 1,-1-1,1-1,49-82,-53 85,1 0,-1 0,0 0,1 0,-1 0,1 1,-1-1,0 0,1 1,-1-1,0 1,0-1,1 1,-1-1,0 1,0 0,0 0,0 0,0-1,0 1,0 0,0 0,0 0,0 1,-1-1,1 0,0 0,-1 0,1 1,-1-1,1 1,3 3,-2-1,1 1,-1-1,1 0,0 0,1 0,-1-1,1 1,-1-1,1 0,0 0,1 0,-1-1,0 1,1-1,-1 0,1 0,0-1,-1 1,1-1,0 0,0 0,0-1,0 1,0-1,0 0,0-1,0 1,0-1,0 0,-1 0,1-1,0 1,0-1,-1 0,1 0,-1-1,0 1,4-3,-5 3,0-1,0 1,0 0,-1-1,1 1,-1-1,1 0,-1 0,0 0,0 0,0-1,0 1,-1 0,0-1,1 1,-1-1,0 1,-1-1,1 0,-1 0,1 1,-1-1,0 0,0 1,-1-1,1 0,-1 1,0-1,0 0,0 1,0-1,-1 1,1 0,-1-1,0 1,0 0,0 0,-1 0,1 0,-1 0,1 1,-1-1,0 1,0 0,-3-2,-2 0,0 1,-1 0,0 0,0 1,0 0,0 1,0-1,0 2,0-1,0 1,-1 1,1 0,0 0,-4 2,8-2,0 0,0 0,0 1,0-1,0 1,0 0,1 1,-1-1,1 1,0 0,0 0,0 0,0 1,0-1,1 1,-1 0,1 0,0 0,0 0,1 1,-1-1,1 1,0 0,0-1,1 1,-1 2,2-3,0 0,1 0,-1 0,1 0,0 0,0 0,1-1,-1 1,1 0,-1 0,1-1,1 1,-1-1,0 0,1 0,-1 0,1 0,0 0,0 0,0-1,1 1,-1-1,0 0,1 0,0 0,-1 0,1-1,0 0,0 1,0-1,0-1,0 1,0-1,0 1,1-1,30 7</inkml:trace>
  <inkml:trace contextRef="#ctx0" brushRef="#br0" timeOffset="1215.72">2307 220,'-16'-12,"-12"-3,-9 0,-2 8,0 9,5 12,8 10,9 8,9 8,6-3</inkml:trace>
  <inkml:trace contextRef="#ctx0" brushRef="#br0" timeOffset="1384.267">2403 834,'19'7,"17"2,15 0,12-2,10-6,5-9,5-9,-1-10,-7-6,-17 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13.7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1,'-1'89,"5"-1,3 1,9 33,17 22,-70-289,36 142,1 1,-1-1,1-1,0 1,0 0,1 0,-1 0,0 0,1 0,0 1,0-1,0 0,0 0,0 0,0 1,1-1,-1 0,1 1,0-1,0 1,0 0,0 0,0 0,1 0,-1 0,0 0,1 0,-1 1,1-1,0 1,0 0,-1 0,1 0,0 0,2 0,6-1,0 1,0 0,0 1,0 0,0 1,0 0,0 1,-1 0,1 1,0 0,-1 0,0 1,1 1,-1 0,-1 0,1 1,-1 0,0 0,-1 1,8 8,-14-14,0 1,0-1,0 1,0 0,-1 0,1-1,-1 1,1 1,-1-1,0 0,0 0,0 0,0 0,0 1,0-1,-1 1,1-1,-1 0,1 1,-1-1,0 1,0-1,0 1,-1-1,1 1,0-1,-1 0,0 1,1-1,-1 0,0 1,0-1,0 0,-1 0,1 0,-1 0,1 0,-1 0,1 0,-10 4,0-1,0 0,0-1,0-1,-1 1,1-2,-1 1,0-2,0 1,0-2,0 0,0 0,-2-1,2 1,-26-2,52 1</inkml:trace>
  <inkml:trace contextRef="#ctx0" brushRef="#br0" timeOffset="969.182">547 383,'-24'-9,"-1"2,0 1,0 1,0 2,0 0,-5 1,28 2,0 0,-1 0,1 0,0 0,0 0,-1 0,1 1,0-1,0 1,0 0,0-1,0 1,0 0,0 0,0 1,0-1,0 0,0 1,1-1,-1 1,0-1,1 1,0 0,-1-1,1 1,0 0,0 0,0 0,0 0,0 0,0 0,1 1,-1-1,1 0,-1 0,1 0,0 1,0-1,0 0,0 0,0 0,1 1,-1-1,1 0,-1 0,2 2,1 2,1 0,0 0,0 0,1-1,-1 0,1 1,1-2,-1 1,1 0,-1-1,1 0,0-1,1 1,-1-1,1 0,-1-1,1 0,0 0,0 0,0-1,0 0,0 0,0-1,0 0,1 0,-1 0,0-1,0 0,0-1,0 0,0 0,-1 0,1-1,-1 0,1 0,3-2,44-42,-54 47,0 1,0-1,0 0,0 1,0-1,0 0,0 1,0-1,0 0,1 1,-1-1,0 0,0 1,1-1,-1 0,0 0,0 1,1-1,-1 0,0 0,0 0,1 1,-1-1,0 0,1 0,-1 0,0 0,1 0,-1 1,0-1,1 0,-1 0,1 0,-1 0,0 0,1 0,-1 0,0 0,1-1,-1 1,0 0,1 0,-1 0,0 0,1 0,-1 0,0-1,1 1,-1 0,0 0,0-1,1 1,-1 0,0 0,0-1,1 1,-1 0,0-1,0 1,0 0,1 0,-1-1,0 1,0-1,0 1,0 0,0-1,0 1,0 0,-3 32,1-24,1 48,1-55,0 0,1 1,-1-1,0 0,0 1,1-1,-1 0,1 1,-1-1,1 0,0 0,-1 1,1-1,0 0,0 0,0 0,0 0,0 0,0 0,0 0,0-1,0 1,0 0,1-1,-1 1,0 0,0-1,1 0,-1 1,0-1,1 0,-1 1,0-1,1 0,-1 0,1 0,-1 0,1-1,5-1,-1-1,1 0,-1-1,0 0,0 0,-1 0,1-1,-1 1,0-1,0-1,0 1,-1-1,0 1,0-1,0-1,2-4,1-3,0 0,-1 0,0-1,-2 1,1-1,-2-1,0 1,0-13,-2 27,-1-1,0 1,0-1,1 1,-1-1,1 1,-1 0,1-1,-1 1,1 0,0-1,0 1,0 0,0 0,0-1,0 1,0 0,0 0,0 0,0 1,1-1,-1 0,0 0,1 1,-1-1,1 0,-1 1,0-1,1 1,-1 0,1 0,-1-1,1 1,-1 0,1 0,0 1,-1-1,2 0,62 18,-54-14,-4-3,-1 1,-1 0,1 0,0 0,0 1,-1-1,1 1,-1 1,0-1,0 1,0 0,-1 0,1 0,-1 0,0 1,0 0,0 0,-1 0,0 0,0 1,0-1,-1 1,1 0,-1 0,-1 0,1 0,-1 0,-1 22,-1-25,1 0,-1 0,1 0,-1 0,1 0,0 0,0 0,0 0,1 0,-1 0,1-1,0 1,0 0,-1 0,2 0,-1-1,0 1,1 0,-1-1,1 0,0 1,-1-1,1 0,1 0,-1 0,0 0,0 0,2 1,5-2,0 0,0 0,1-1,-1 0,0 0,0-1,1 0,-1-1,0 0,0 0,0-1,-1 0,1-1,-1 0,0 0,0-1,0 0,0 0,4-5,36-38,-35 84,-11-32,0-1,0 1,1-1,-1 1,1-1,0 0,0 0,0 0,1-1,-1 1,1-1,-1 1,1-1,0-1,0 1,0 0,0-1,0 0,0 0,0 0,0 0,0-1,3 1,1 0,-1-1,1 0,0 0,0 0,0-1,-1 0,1-1,0 0,-1 0,1-1,-1 1,4-3,-7 2,-1 1,1-1,-1 0,1 0,-1 0,0 0,0-1,-1 1,1-1,-1 0,1 1,-1-1,0 0,-1 0,1-1,-1 1,0 0,0-1,0 1,0 0,-1-1,0 1,0-1,0 1,0-1,-1 1,1 0,-1-1,0 1,-1 0,1-1,-1 1,0 0,0 0,0 0,-1 1,1-1,-1 0,0 1,0 0,0 0,0 0,0 0,-1 0,0 0,1 1,-1 0,0 0,0 0,0 0,0 0,-1 1,1 0,-2 0,1 0,-1 1,1 0,0 0,-1 0,1 1,0-1,0 2,-1-1,1 0,0 1,0 0,0 0,0 0,1 1,-1 0,1 0,-1 0,1 0,0 1,0 0,1-1,-1 1,1 1,0-1,0 0,0 1,0 0,1-1,0 1,0 0,0 0,0 1,1-1,0 0,0 0,1 1,-1-1,1 0,0 1,1 4,1-7,-1 1,1-1,0 0,-1 0,1 0,1 0,-1 0,0-1,1 1,-1-1,1 1,0-1,0 0,0 0,0 0,0 0,1-1,-1 1,0-1,1 0,-1 0,1 0,-1 0,1-1,-1 0,1 1,0-1,-1 0,1-1,0 1,29 0</inkml:trace>
  <inkml:trace contextRef="#ctx0" brushRef="#br0" timeOffset="1217.519">1653 96,'-14'-14,"-11"-7,-7 0,1 4,0 7,5 10,8 9,6 11,6 1</inkml:trace>
  <inkml:trace contextRef="#ctx0" brushRef="#br0" timeOffset="1401.16">1557 451,'7'16,"7"8,4 2,5-3,6-6,7-6,10-7,5-6,4-5,-7-2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19.7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0 181,'17'2,"16"2,15 1,15 0,11 0,7-2,1-1,-2-1,-7 0,-14-1,-12 0,-15 0</inkml:trace>
  <inkml:trace contextRef="#ctx0" brushRef="#br0" timeOffset="702.124">478 4,'-8'-3,"7"3,28 9,264 82,-221-44,-69-45,1 0,0 0,-1 0,1 1,-1-1,1 0,-1 1,0-1,0 1,-1-1,1 1,0 0,-1-1,1 1,-1-1,0 1,0 0,0 0,0-1,-1 1,1 0,-1-1,1 1,-1-1,0 1,0-1,0 1,0-1,-2 2,-7 10,-2 0,0-1,-1-1,0 0,-1 0,0-1,0-1,-2-1,-12 7,19-11,-86 50,57-33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23.6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 18,'-10'-18,"2"22,1 36,4 353,12-255,-9-138,1 0,-1-1,0 1,0 0,1 0,-1 0,0 0,1 0,-1 0,0-1,1 1,-1 0,0 0,1 0,-1 0,0 0,1 0,-1 0,0 0,0 0,1 1,-1-1,0 0,1 0,-1 0,0 0,1 0,-1 1,0-1,0 0,1 0,-1 0,0 1,0-1,1 0,-1 0,0 1,0-1,0 0,0 0,1 1,-1-1,0 0,0 1,0-1,0 0,0 1,0-1,0 0,0 1,0-1,0 0,0 1,0-1,0 0,0 1,0-1,11-30,-9 25,4-15,-4 11,0 0,0 1,1-1,0 0,0 1,1 0,1 0,-1 0,1 1,0-1,1 1,0 0,0 1,0-1,1 1,5-4,-9 9,0 0,0 0,0 1,1-1,-1 1,0-1,0 1,1 0,-1 0,0 1,0-1,1 1,-1-1,0 1,0 0,0 0,0 1,0-1,0 0,0 1,0 0,-1 0,1 0,-1 0,1 0,54 64,-20 4,-35-67,-1-1,0 1,0 0,-1 0,1 0,0-1,-1 1,0 0,0 0,0 0,0 0,0 0,0 0,-1-1,0 1,1 0,-1 0,0 0,0-1,0 1,-1-1,1 1,-1-1,1 1,-3 1,-8 4,0 0,-1-1,0 0,0-1,-1-1,0 0,0-1,0 0,0-1,-1 0,-9-1,-62 7,76-9</inkml:trace>
  <inkml:trace contextRef="#ctx0" brushRef="#br0" timeOffset="1032.019">575 496,'-11'-10,"1"0,-1 1,-1 0,0 1,0 0,0 1,-13-5,21 10,1 0,-1 1,1 0,-1 0,0 0,0 0,1 0,-1 1,0 0,0 0,0 0,0 0,1 0,-1 1,0 0,0 0,1 0,-1 0,0 0,1 1,-1 0,1 0,0 0,0 0,0 0,0 0,0 1,0 0,0-1,1 1,-2 2,1-1,0 0,0 1,1-1,-1 1,1 0,0-1,0 1,1 0,0 0,-1 1,2-1,-1 0,1 0,-1 0,1 1,1-1,-1 0,1 0,0 0,0 0,0 0,1 0,0 0,0 0,0 0,0-1,1 1,0-1,0 1,0-1,1 0,-1 0,1-1,0 1,0-1,0 0,0 0,1 0,-1 0,1-1,0 0,2 1,-1 0,-1-1,1 0,-1 0,1 0,0-1,0 0,-1 0,1 0,0-1,0 0,0 0,0-1,0 1,0-1,-1-1,1 1,0-1,0 0,-1 0,0 0,1-1,-1 0,0 0,0 0,0-1,-1 0,1 1,-1-2,0 1,0 0,-1-1,1 0,-1 0,0 0,0 0,0 0,-1-1,0 1,0-1,1-26,11 57,-11-17,1 0,0 0,1-1,-1 1,1-1,1 0,0 0,0 0,0-1,0 0,1 0,0-1,0 0,1 0,0-1,0 0,0 0,0 0,0-1,1-1,-1 1,1-1,0-1,1 0,-7-1,0 0,1-1,-1 0,0 0,0 0,1 0,-1 0,0-1,0 1,0-1,-1 0,1 0,0 0,-1 0,1-1,-1 1,1-1,-1 1,0-1,0 0,-1 0,1 0,0 0,-1 0,0 0,0 0,0 0,0-2,16-97,-16-40,-1 140,0 0,-1 0,1 0,0 0,0 0,1 0,-1 0,0 0,1 0,-1 0,1 1,-1-1,1 0,0 0,0 0,0 1,0-1,0 0,0 1,0-1,0 1,1 0,-1-1,1 1,-1 0,1 0,0 0,-1 0,1 0,0 0,-1 0,1 0,0 1,0-1,1 1,21-3,0 1,0 2,0 0,0 2,0 0,16 5,-34-7,0 0,0 0,0 1,0 0,0 0,0 0,-1 1,1 0,0 0,-1 0,1 1,-1 0,0 0,0 0,0 1,0 0,-1-1,1 2,-1-1,0 0,-1 1,1 0,-1 0,1 0,-2 0,1 1,0-1,-1 2,-3 166,1-171,0 0,0 0,0 0,1 0,-1 0,1 0,-1 0,1 0,0 0,0 0,0 0,0 0,0-1,0 1,0 0,0-1,1 1,-1-1,1 1,-1-1,1 0,0 1,0-1,-1 0,1 0,0 0,0 0,0-1,0 1,0-1,0 1,0-1,0 1,0-1,0 0,0 0,0 0,0 0,1-1,18 2,0-1,-1-2,1 0,0-1,0-1,-1-1,0 0,0-2,-1-1,1 0,9-6,-28 13,1 0,-1 0,1 0,0 0,0 1,-1-1,1 1,0 0,0-1,0 1,0 0,-1 0,1 0,0 0,0 0,0 1,0-1,-1 0,1 1,0 0,0-1,-1 1,1 0,0 0,-1 0,1 0,-1 0,1 0,-1 0,0 0,2 2,7 2,0 0,1 0,0-1,0 0,0-1,0 0,0-1,1 0,-1-1,1-1,-1 1,1-2,-1 0,9-1,-10 1,-1 0,0-1,0 1,0-2,-1 1,1-2,-1 1,1-1,2-2,-8 5,-1-1,1 0,0 0,0 0,-1 0,1 0,-1-1,0 1,0-1,0 0,0 0,0 1,-1-1,1 0,-1-1,0 1,0 0,0 0,0 0,0-1,-1 1,1 0,-1-1,0 1,0 0,-1-4,-1 0,-1 0,-1 0,1 0,-1 1,-1-1,1 1,-1 0,0 0,0 0,-1 1,1-1,-1 2,0-1,-1 0,1 1,-1 1,0-1,0 1,0 0,-7-2,9 2,0 0,0 1,0-1,0 1,-1 0,1 0,-1 1,0 0,1 0,-1 0,0 1,0-1,0 1,1 1,-1-1,0 1,0 0,1 0,-1 1,1 0,-1 0,1 0,0 0,0 1,0 0,0 0,0 0,0 1,1 0,0 0,0 0,0 0,-1 2,2-1,0 0,1 0,0 0,0 1,0-1,0 0,1 1,0-1,0 1,1 0,0-1,-1 1,2 0,-1-1,1 1,0 0,0-1,0 1,1-1,0 0,0 1,0-1,1 0,0 0,0 0,0-1,0 1,1-1,0 0,0 0,0 0,0 0,1-1,-1 1,1-1,4 2,31 8,-1-5</inkml:trace>
  <inkml:trace contextRef="#ctx0" brushRef="#br0" timeOffset="1279.36">1858 18,'-17'-2,"-6"-1,-6 4,1 8,5 8,7 9,5 7,10 4,4-4</inkml:trace>
  <inkml:trace contextRef="#ctx0" brushRef="#br0" timeOffset="1463.444">1844 483,'7'16,"7"10,6 3,4-1,7-6,8-3,8-6,9-5,5-6,-6-3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31.9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457 36,'-37'-6,"0"2,-1 2,1 1,0 2,-1 1,1 2,0 2,-24 7,-11 19,70-31,0 0,1 0,-1 0,1 0,-1 0,1 0,0 1,-1-1,1 0,0 1,0-1,0 1,0 0,0-1,0 1,0 0,1-1,-1 1,0 0,1 0,0 0,-1-1,1 1,0 0,0 0,0 0,0 0,0 0,1 0,-1-1,0 1,1 0,0 0,-1 0,1-1,0 1,0 0,0-1,0 2,7 6,1-1,-1 0,1 0,1-1,-1 0,1 0,0-1,1 0,0-1,9 3,-5-1,82 37,-34-17,-2 3,-1 2,6 8,-5 18,-60-56,0-1,-1 1,1-1,0 1,-1 0,0-1,1 1,-1 0,0-1,0 1,0 0,0-1,0 1,0 0,-1 0,1-1,0 1,-1-1,1 1,-1 0,0-1,0 1,1-1,-1 1,0-1,0 0,0 1,-1-1,1 0,0 0,0 0,-1 0,1 0,0 0,-1 0,1 0,-1 0,1-1,-2 1,-66 23,0-10,0-3,-46 0,65-7</inkml:trace>
  <inkml:trace contextRef="#ctx0" brushRef="#br0" timeOffset="310.17">621 582,'-2'-14,"-1"-9,0-6,3 0,1 3,1 13,0 15,0 14,-1 15,-1 7,3 6,2 1,4-1,1-5,3-6,3-8,-2-9</inkml:trace>
  <inkml:trace contextRef="#ctx0" brushRef="#br0" timeOffset="728.17">1086 8,'-11'-2,"1"0,-1 0,1 1,-1 1,0 0,1 0,-1 1,0 1,1-1,-4 3,11-4,-1 1,1 0,-1 1,1-1,-1 0,1 1,0 0,0 0,0 0,0 0,0 1,1-1,-1 1,1-1,-1 1,1 0,0 0,0 0,0 0,0 0,1 1,-1-1,1 0,0 1,0-1,0 1,1-1,-1 1,1 0,0-1,0 3,3 5,0 1,1-1,1-1,0 1,0-1,1 1,0-2,1 1,0-1,1 0,0 0,0-1,1 0,0 0,0-1,0 0,6 1,199 129,-107-74,-50-15,-57-46,0 0,-1 0,1 0,-1 0,1 0,-1 0,0 0,0 0,1 0,-2 0,1 0,0-1,0 1,0 0,-1-1,1 1,-1-1,0 1,1-1,-1 0,0 0,0 1,1-1,-1-1,0 1,0 0,0 0,0-1,0 1,0-1,-1 1,1-1,0 0,0 0,0 0,-2-1,2 2,-78 14,-1-4,0-3,-12-4,82-3,-18 0,21-3,12 0</inkml:trace>
  <inkml:trace contextRef="#ctx0" brushRef="#br0" timeOffset="1044.857">1564 582,'10'10,"1"-1,-1-1,2 0,-1 0,1-1,1-1,-1 0,1 0,0-1,0-1,1 0,-1-1,1 0,0-1,0-1,0 0,-1-1,1-1,10-1,-21 2,1 0,-1 0,1 0,-1-1,0 1,1-1,-1 0,0 0,1 0,-1-1,0 1,0-1,0 0,0 1,0-1,-1-1,1 1,-1 0,1-1,-1 1,0-1,0 0,0 1,0-1,0 0,-1 0,1 0,-1-1,0 1,0 0,0 0,0-1,-1 1,1-1,-1 1,0 0,0-1,-1-3,-1 0,0 0,0 1,-1-1,0 1,0-1,0 1,-1 0,0 0,0 0,0 1,-1 0,0 0,0 0,0 0,-1 1,1-1,-1 1,-1 0,-5-3,0 0,0 1,-1 0,0 1,0 1,0 0,-1 0,1 1,-7 0,11 3,0-1,-1 1,1 1,-1 0,1 0,0 1,-1 0,1 1,0-1,0 2,6-3,0 0,0 0,1 1,-1-1,0 1,1-1,-1 1,1 0,-1 0,1 0,0 0,0 1,0-1,0 1,0-1,1 1,-1 0,1-1,-1 1,1 0,0 0,0 0,1 0,-1 0,1 0,-1 0,1 0,0 0,0 0,0 0,0 1,1-1,0 2,1 0,0 0,0-1,0 1,1 0,-1-1,1 1,0-1,1 0,-1 0,1 0,-1 0,1-1,0 0,4 3,32 22</inkml:trace>
  <inkml:trace contextRef="#ctx0" brushRef="#br0" timeOffset="1323.264">2000 159,'24'0,"23"2,20 3,13 1,-7 0</inkml:trace>
  <inkml:trace contextRef="#ctx0" brushRef="#br0" timeOffset="1573.15">2178 377,'19'7,"22"2,20 2,17-1,10-2,5-2,-13-3</inkml:trace>
  <inkml:trace contextRef="#ctx0" brushRef="#br0" timeOffset="1842.451">2943 240,'-5'9,"-1"-1,2 1,0-1,0 1,0 1,1-1,0 0,1 1,0 0,1-1,0 1,0 0,1 0,0-1,1 1,1 5,-1-13,0 1,0-1,0 1,0-1,0 0,1 1,-1-1,1 0,-1 0,1 0,0 0,0 0,0 0,0-1,0 1,0-1,1 1,-1-1,0 0,1 0,-1 0,1 0,-1 0,1-1,0 1,-1-1,1 1,0-1,-1 0,79-10,-73 7,0 0,0-1,-1 0,1 0,-1 0,0-1,-1-1,1 1,-1-1,0 0,0 0,0-1,-1 1,0-1,-1-1,1 1,-2-1,1 1,-1-1,0 0,0 0,-1-1,0 1,-1 0,1-1,-2 1,1-1,-1 1,-1-1,1 1,-2-1,1 1,-1 0,-1-3,2 6,-1 1,1 0,-1 0,0 0,-1 0,1 0,-1 0,1 1,-1-1,0 1,0 0,-1 0,1 0,-1 0,1 0,-1 1,0 0,0-1,0 2,0-1,0 0,-1 1,1 0,0 0,-1 0,1 0,-1 1,1 0,-1-1,1 2,-1-1,-3 1,1 0,-1 1,1 0,0 0,-1 0,1 1,0 0,1 0,-1 1,1 0,-1 0,1 0,0 1,1 0,-1 0,1 0,0 1,0 0,1 0,-2 3,2-2,1 0,0 0,0 1,1-1,0 1,1-1,-1 1,1 0,1-1,-1 1,2 0,-1 0,1-1,0 1,0 0,1-1,0 1,0-1,1 1,17 37</inkml:trace>
  <inkml:trace contextRef="#ctx0" brushRef="#br0" timeOffset="2117.604">3448 391,'2'-21,"4"-19,4-11,2-4,0 2,1 8,-2 10,-2 12,-4 18,-2 19,-4 20,-4 24,-1 18,0 14,1 9,2 1,1-5,1-18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30.9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1 137,'18'2,"21"1,17 2,13 1,9-1,0 1,-8 1,-17 3,-16-1</inkml:trace>
  <inkml:trace contextRef="#ctx0" brushRef="#br0" timeOffset="274.265">96 287,'16'12,"22"6,23-1,22 0,15-3,10-4,0-4,-6-7,-21-4</inkml:trace>
  <inkml:trace contextRef="#ctx0" brushRef="#br0" timeOffset="522.256">656 0,'169'44,"-135"-33,20 4,-1 3,-1 2,0 2,-2 3,-1 2,-1 1,13 13,1 30,-60-68,-1 0,0 0,1 0,-1 0,-1 0,1 0,0 1,-1-1,1 0,-1 0,0 0,0 1,0-1,-1 0,1 0,-1 1,0-1,0 0,0 0,0 0,0 0,-1 0,1 0,-1-1,0 1,0 0,0 0,-10 8,0 0,-1-1,0 0,0-1,-1 0,-1-1,1-1,-1 0,-12 3,16-5,-196 80,155-62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29.3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338 12,'-17'-4,"-1"1,1 1,-1 0,0 2,0 0,0 1,1 0,-1 2,1 0,-1 1,1 1,0 0,0 1,1 1,0 1,-6 4,20-11,-1 1,0 0,0 0,1 1,-1-1,1 1,0-1,0 1,0 0,0-1,0 1,0 0,1 0,-1 1,1-1,0 0,0 0,0 1,1-1,-1 0,1 1,0-1,0 1,0-1,0 0,0 1,1-1,-1 1,1-1,0 0,0 0,1 1,0 1,7 5,0-1,1-1,-1 1,2-2,-1 1,1-1,0-1,1 0,-1-1,1 0,0-1,1 0,8 1,-17-3,222 72,-223-73,-1-1,0 1,1-1,-1 1,0 0,1 0,-1 0,0 0,0 0,0 0,0 1,0-1,0 1,0-1,0 1,-1 0,1 0,-1 0,1 0,-1 0,0 0,0 0,0 0,0 1,0-1,0 0,0 1,-1-1,1 0,-1 1,0-1,0 1,0-1,0 0,0 1,0-1,-1 1,1-1,-1 0,0 1,0-1,0 0,0 1,0-1,0 0,0 0,-1 0,1 0,-13 8,0-1,0 0,-1-1,0 0,0-2,-1 0,0 0,0-1,0-1,-1-1,-3 0,18-3,-142 21,143-20,-1-1,1 1,0-1,0 0,0 1,-1-1,1 0,0 0,0 0,-1 0,1 0,0 0,0 0,-1 0,1 0,0-1,0 1,-1-1,1 1,0-1,0 1,0-1,0 1,0-1,0 0,0 0,0 1,0-1,0 0,0 0,0 0,1 0,-1 0,0 0,1 0,-1-1,1 1,-1 0,1 0,-1 0,1 0,0-1,0 1,0-1,10-13</inkml:trace>
  <inkml:trace contextRef="#ctx0" brushRef="#br0" timeOffset="277.779">571 107,'-3'14,"0"11,3 9,3 8,8 6,9 1,9 0,6-1,6-7,3-8,1-8,1-7,-2-7,-1-8,-3-6,-6-8,-8-2</inkml:trace>
  <inkml:trace contextRef="#ctx0" brushRef="#br0" timeOffset="449.339">543 271,'21'0,"20"2,19 1,11 0,6-1,-3 0,-9-1,-14-3,-16-1</inkml:trace>
  <inkml:trace contextRef="#ctx0" brushRef="#br0" timeOffset="806.906">639 53,'65'-5,"1"3,-1 3,1 3,0 3,0-1,-46-5,78 6,-1 5,76 19,-170-31,-1 0,1 0,0 0,-1 1,1-1,-1 1,1 0,-1-1,1 1,-1 0,1 1,-1-1,0 0,0 1,0-1,0 1,0-1,0 1,0 0,0 0,-1 0,1 0,-1 0,1 1,-1-1,0 0,0 1,0-1,0 1,0-1,0 1,-1-1,0 1,1-1,-1 1,0 1,-23 195,21-180,1-1,1 1,0 0,1-1,2 1,0-1,0 1,2-1,6 16,7-16,-11-22</inkml:trace>
  <inkml:trace contextRef="#ctx0" brushRef="#br0" timeOffset="1031.308">1130 53,'16'0,"20"0,20 0,18 2,14 1,5 0,1-1,-8 0,-15-1,-17 2,-22 0,-23 0,-14-1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28.2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1 178,'9'4,"13"2,13 2,14 0,9-2,4-1,-1-2,-9-2,-14 0</inkml:trace>
  <inkml:trace contextRef="#ctx0" brushRef="#br0" timeOffset="172.538">96 314,'14'9,"16"6,17 0,17-3,11-3,5-3,-3-3,-6-3,-16-3</inkml:trace>
  <inkml:trace contextRef="#ctx0" brushRef="#br0" timeOffset="454.784">465 0,'28'11,"55"26,-29-15,-1 3,-1 1,-1 3,-2 2,-1 3,4 5,-47-36,0 1,1 0,-1 1,-1-1,1 1,-1 0,0 0,0 0,0 1,-1-1,1 1,-1 0,-1 0,1 0,-1 0,0 0,-1 1,1-1,-1 1,-1-1,1 1,-1-1,0 1,0 0,-1-1,0 1,0-1,-2 6,-6 2,-1-1,0 0,-1-1,0 0,0-1,-1 0,-1-1,0 0,-1-1,1-1,-2 0,-5 2,12-5,-133 75,112-63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45.3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1 349,'134'-330,"-126"312,-11 53,-5 8,2 0,2 0,2 0,1 1,3-1,2 8,16 136,-25-158,-2-8</inkml:trace>
  <inkml:trace contextRef="#ctx0" brushRef="#br0" timeOffset="179.518">14 609,'21'0,"18"2,15 1,9 3,6-1,0 0,-2-2,-12 0</inkml:trace>
  <inkml:trace contextRef="#ctx0" brushRef="#br0" timeOffset="477.094">670 363,'-5'5,"1"0,0 1,0 0,1-1,0 1,0 0,0 1,1-1,0 0,0 1,1 0,-1-1,1 1,1 0,-1-1,1 1,1 0,-1 0,1-1,0 1,1 0,-1-1,1 1,1-1,-1 0,1 0,0 0,0 0,1 0,0-1,0 1,0-1,1 0,-1 0,1-1,1 1,-1-1,0 0,1 0,0-1,0 0,0 0,0 0,1-1,-1 0,0 0,1-1,0 1,5-1,-7-1,1 0,0-1,-1 1,1-1,-1 0,1-1,-1 1,0-1,1 0,-1-1,0 1,0-1,-1 0,1 0,0-1,-1 1,0-1,0 0,0 0,0 0,-1-1,0 1,0-1,0 0,0 0,-1 0,7-12,-2 0,0 0,-1-1,-1 0,-1 0,0 0,-1-7,0 6,-1 0,-1 0,0 0,-2 0,0 0,-4-18,4 34,1 1,0-1,-1 0,0 1,0-1,1 1,-1-1,-1 1,1-1,0 1,-1 0,1-1,-1 1,0 0,1 0,-1 0,0 0,0 1,0-1,-1 0,1 1,0 0,-1-1,1 1,0 0,-1 0,0 0,1 1,-1-1,1 1,-1-1,0 1,1 0,-1 0,0 0,0 0,1 1,-1-1,-1 1,-12 5,0 0,0 1,0 0,1 2,1 0,-12 8,22-14,-65 44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43.6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383 46,'-21'-8,"1"0,-1 1,-1 1,1 1,-1 1,0 0,0 2,0 1,0 1,-1 0,-7 3,25-3,-1 1,1 0,0 0,0 1,0-1,0 1,0 0,0 0,0 1,1-1,-1 1,1 0,0 1,-1-1,2 1,-1-1,0 1,1 0,0 1,-1-1,2 0,-1 1,1 0,-1-1,1 1,0 0,1 0,-1 1,1-1,0 0,1 0,-1 1,1-1,0 0,0 1,1-1,-1 0,1 0,0 1,1-1,-1 0,3 3,4 5,1 0,1-1,0 0,1 0,0-1,1 0,0-1,0-1,1 0,0-1,1 0,9 4,12 8,-25-13,2-2,-1 1,-1 1,1 0,-1 1,-1 0,1 0,-1 1,-1 0,1 1,-2 0,5 7,-10-15,-2 1,1-1,0 1,0-1,-1 1,1-1,-1 1,0-1,0 1,0-1,0 1,0-1,0 1,-1-1,1 1,-1-1,0 1,0-1,0 1,0-1,0 0,0 0,-1 1,1-1,-1 0,1 0,-1 0,0-1,0 1,0 0,0-1,0 1,0-1,0 0,0 0,-3 1,-88 31,77-30,-1 1,1-2,-1 0,0-1,0-1,1 0,-1-1,0-1,0-1,8-1</inkml:trace>
  <inkml:trace contextRef="#ctx0" brushRef="#br0" timeOffset="280.429">519 565,'5'-16,"1"-10,2-6,0-1,-1 2,-3 4,-1 12,-2 14,0 18,-1 17,2 12,1 7,2 3,0 0,1-5,3-6,0-11</inkml:trace>
  <inkml:trace contextRef="#ctx0" brushRef="#br0" timeOffset="685.146">1093 73,'-7'-6,"0"1,-1-1,1 1,-1 1,0-1,-1 1,1 1,-1 0,0 0,1 0,-1 1,0 1,-1 0,1 0,0 0,0 1,0 1,0-1,0 1,-1 1,2 0,-1 0,0 1,-5 2,11-3,0-1,1 1,-1 0,1 0,-1 1,1-1,0 0,-1 1,1-1,0 1,1 0,-1-1,0 1,1 0,0 0,0 0,-1 0,2 1,-1-1,0 0,1 0,-1 0,1 1,0-1,0 0,1 1,-1-1,0 0,1 0,0 0,1 3,1 2,0 0,1 0,0 0,0-1,1 1,0-1,1 0,-1 0,1-1,1 0,1 2,125 87,-98-73,0 2,-2 1,20 20,-51-44,0 1,0-1,1 1,-1-1,0 1,-1 0,1-1,0 1,0 0,-1 0,1 1,-1-1,0 0,1 0,-1 1,0-1,-1 1,1-1,0 1,-1-1,1 1,-1-1,0 1,0-1,0 1,0 0,0-1,0 1,-1-1,1 1,-1-1,0 1,0-1,0 1,0-1,0 0,0 1,-1-1,1 0,-1 0,0 0,0 0,-9 4,-1 0,0-1,0-1,-1 0,1-1,-1 0,0 0,0-2,0 0,-5 0,0 1,-85 1,102-2,1-1,-1 0,1 0,-1 0,1 0,-1 0,1 0,-1 0,1 0,0 0,-1 0,1 0,-1-1,1 1,-1 0,1 0,-1 0,1-1,0 1,-1 0,1 0,-1-1,1 1,0 0,-1-1,1 1,0 0,-1-1,1 1,0-1,0 1,-1 0,1-1,0 1,0-1,0 1,0-1,0 1,0-1,-1 1,1-1,0 1,0-1,0 1,1-1,-1 1,0-1,0 1,7-9</inkml:trace>
  <inkml:trace contextRef="#ctx0" brushRef="#br0" timeOffset="996.11">1352 456,'-2'4,"1"0,-1 0,1 0,0 0,0 0,0 0,1 0,0 0,-1 0,1 1,1-1,-1 0,0 0,1 0,0 0,0 0,0 0,1 0,-1 0,1 0,0 0,0-1,1 1,-1-1,1 1,-1-1,1 0,0 0,0 0,0 0,1-1,-1 0,1 1,-1-1,1 0,0 0,0-1,0 1,1-1,4 2,-1 0,1-1,0 0,0 0,0-1,0 0,0-1,0 0,0-1,0 1,1-2,-2 1,2-2,-5 2,-1 0,0-1,1 1,-1-1,0 0,0-1,0 1,0-1,-1 1,1-1,-1 0,0-1,1 1,-1 0,-1-1,1 0,0 0,-1 0,0 0,0 0,0 0,-1 0,1-1,-1 1,0-1,0-2,0 0,0 1,-1-1,0 0,0 1,0-1,-1 1,0-1,-1 1,1-1,-1 1,0 0,-1 0,1 0,-1 0,-1 0,1 0,-1 1,0 0,0-1,0 1,-1 1,0-1,0 1,0 0,0 0,-1 0,0 1,0 0,1 0,-2 0,1 1,0 0,0 0,-1 1,1 0,-1 0,1 0,-1 1,0 0,1 0,-1 0,1 1,-1 0,-1 1,5-1,0 0,0 0,0 0,0 1,0-1,0 1,1 0,-1 0,1 0,-1 0,1 0,0 1,0-1,0 1,0-1,0 1,0 0,1-1,-1 1,1 0,0 0,0 0,0 1,0-1,1 0,-1 0,1 0,0 1,0-1,0 0,0 0,0 0,1 1,-1-1,1 0,0 0,0 0,1 2,13 24</inkml:trace>
  <inkml:trace contextRef="#ctx0" brushRef="#br0" timeOffset="1227.492">1845 142,'20'0,"22"3,19 2,14 3,5 0,-6 2,-16-2</inkml:trace>
  <inkml:trace contextRef="#ctx0" brushRef="#br0" timeOffset="1395.045">1940 333,'16'10,"19"2,21 2,14-1,9-4,-9-2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42.7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29 259,'16'5,"20"4,19 0,17-2,12-1,2-2,-14-2</inkml:trace>
  <inkml:trace contextRef="#ctx0" brushRef="#br0" timeOffset="290.777">1 382,'21'7,"23"3,25 1,20-1,12-2,-10-3</inkml:trace>
  <inkml:trace contextRef="#ctx0" brushRef="#br0" timeOffset="552.959">493 0,'19'7,"19"9,18 9,13 5,9 5,3 2,-4 5,-12 2,-17 1,-19 1,-24 1,-24-1,-21-4,-17-2,-11-3,-3-6,11-8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40.2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201 86,'-7'21,"-7"16,-8 14,-5 7,-2 3,1-2,3-6,3-8,6-18,6-14</inkml:trace>
  <inkml:trace contextRef="#ctx0" brushRef="#br0" timeOffset="339.732">23 360,'17'-264,"-17"260,0-1,0 1,0 0,1 0,0 0,0 0,0 0,0 1,1-1,-1 0,1 0,0 1,0-1,0 1,1 0,-1 0,1 0,0 0,0 0,0 0,0 1,0-1,1 1,-1 0,1 0,-1 0,1 0,0 1,0 0,3-2,4 4,-1-1,1 2,-1-1,1 1,-1 1,0 0,0 0,0 1,0 0,-1 1,0 0,0 0,0 1,0 0,-1 1,0 0,0 0,-1 1,-4-5,0-1,0 1,0 0,-1 0,1 0,-1 0,0 0,0 1,0-1,0 0,-1 1,1 0,-1-1,0 1,0 0,0-1,-1 1,1 0,-1 0,0 0,0 0,0 0,-1-1,1 1,-1 0,0 0,0 0,-1-1,1 1,-1-1,1 1,-1-1,-2 3,-7 6,-1-2,0 1,0-2,-1 1,0-2,-1 0,0 0,0-2,-1 1,1-2,-2 0,1-1,0 0,-1-1,-2-1,-34 11,51-13,0 0,0 1,0-1,0 0,0 0,0 1,0-1,0 0,0 1,0-1,0 1,0-1,0 1,0-1,0 1,1 0,-1 0,0-1,0 1,1 0,-1 0,0 0,1 0,-1 0,1 0,-1 0,1 0,0 0,-1 0,1 0,0 0,0 0,0 0,0 0,-1 0,1 0,1 0,-1 0,0 0,0 0,0 0,1 0,-1 0,0 0,1 0,-1 0,1 0,-1 0,1 0,0 0,-1 0,1 0,0-1,-1 1,1 0,0 0,0-1,0 1,0-1,0 1,13 12,2 0,-1-1,1 0,1-2,0 0,0-1,1 0,1-2,-1 0,1-1,0-1,0 0,13 0,-24-4,0 0,0 0,0-1,1 0,-1 0,0-1,0 0,0 0,0-1,0 0,0-1,0 1,0-2,-1 1,1-1,-1 0,0 0,-1-1,1 0,3-4,11-13</inkml:trace>
  <inkml:trace contextRef="#ctx0" brushRef="#br0" timeOffset="604.313">515 169,'-8'15,"0"0,1 1,1-1,1 2,0-1,2 0,-1 1,2 0,0 0,1 10,-1-10,1 0,1 1,0-1,1 1,1-1,1 0,4 13,-5-23,0 1,1-1,1 0,-1 0,1-1,0 1,0-1,1 0,0 0,0 0,0 0,1-1,0 0,0 0,0-1,0 1,1-2,5 4,-2-3,1 0,0 0,0-1,1-1,-1 0,1 0,-1-1,1-1,-1 0,1 0,-1-1,1 0,-1-1,1-1,-1 0,0 0,0-1,-1 0,1-1,-1-1,0 1,0-2,3-1,15-16</inkml:trace>
  <inkml:trace contextRef="#ctx0" brushRef="#br0" timeOffset="893.092">365 333,'16'0,"17"0,17 0,14 0,10 0,4-3,-5-2,-14-1</inkml:trace>
  <inkml:trace contextRef="#ctx0" brushRef="#br0" timeOffset="1190.377">556 73,'630'0,"-840"20,203-19,-39 11,45-11,0-1,0 0,0 0,0 1,0-1,1 1,-1-1,0 1,0-1,0 1,1 0,-1-1,0 1,1 0,-1-1,0 1,1 0,-1 0,1 0,-1-1,1 1,0 0,-1 0,1 0,0 0,0 0,0 0,-1 0,1 0,0 0,0 0,0 0,0 0,1 0,-1 0,0 0,0 0,1-1,-1 1,1 1,3 5,1-1,0 1,0-1,1 0,0 0,0 0,0-1,1 0,0 0,0-1,13 11,-15-11,138 120,-134-114,0 0,0 1,-1 0,-1 0,1 1,-2 0,0 0,0 1,-1-1,-1 1,0 0,1 11,-4-19,-1 1,0-1,0 1,-1-1,1 0,-1 1,0-1,-1 0,1 0,-1 0,0 0,-1 0,1 0,-1-1,0 1,0-1,0 1,0-1,-1 0,0-1,0 1,0 0,0-1,0 0,-1 0,0-1,1 1,-1-1,0 0,0 0,0 0,-1-1,1 0,0 0,0 0,-1-1,1 1,0-1,-1 0,-3-1,6 0,0 0,-1 0,1 0,0-1,-1 1,1-1,0 0,0 1,0-1,1-1,-1 1,0 0,1-1,-1 1,1-1,0 0,0 0,0 0,0 0,1 0,-1 0,1 0,0-1,0 1,0-1,0 1,0 0,1-1,-1-3,0-20</inkml:trace>
  <inkml:trace contextRef="#ctx0" brushRef="#br0" timeOffset="1437.717">1457 196,'-14'18,"-6"14,-1 10,4 5,4 2,10 1,12 0,11-2,12-5,7-4,4-7,2-9,0-8,-1-10,-5-9,-7-9,-10-3</inkml:trace>
  <inkml:trace contextRef="#ctx0" brushRef="#br0" timeOffset="1645.187">1266 360,'14'4,"16"5,17 0,14-1,12-2,4-3,-4 0,-12-2,-17-6,-15-1</inkml:trace>
  <inkml:trace contextRef="#ctx0" brushRef="#br0" timeOffset="1935.415">1471 224,'414'2,"-386"-1,-1 1,0 1,0 2,0 0,5 4,-26-8,0 1,0 0,0 1,0-1,-1 1,0 0,1 0,-1 1,0 0,-1 0,1 0,-1 0,1 1,-1 0,-1 0,1 0,-1 0,0 0,0 1,0-1,-1 1,0 0,0 0,0 0,0 5,0 305,-1-316,-2 1,1 0,0 0,0 0,0 0,0 0,0 0,0 0,0 0,0 0,0 0,1 0,-1-1,0 1,1 0,-1 0,0 0,1 0,-1 0,1-1,-1 1,1 0,0-1,-1 1,1 0,0-1,0 1,-1 0,1-1,0 1,0-1,0 0,-1 1,1-1,0 0,6-6</inkml:trace>
  <inkml:trace contextRef="#ctx0" brushRef="#br0" timeOffset="2210.675">1894 141,'4'-5,"19"-1,26 1,29 0,29 2,-6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39.4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84 124,'16'2,"19"2,18-1,12-1,5 0,-8-1</inkml:trace>
  <inkml:trace contextRef="#ctx0" brushRef="#br0" timeOffset="252.324">1 288,'21'5,"23"1,23 0,20-1,15-4,6-5,-4-3,-10-6,-15-4,-20-1</inkml:trace>
  <inkml:trace contextRef="#ctx0" brushRef="#br0" timeOffset="501.657">670 1,'9'7,"13"7,14 8,12 7,8 6,1 2,-5 1,-8-1,-12 0,-14-2,-19 1,-21 0,-21 2,-17-1,-12-3,6-6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26.6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287 430,'-15'-5,"0"2,-1 0,1 1,0 1,-1 0,1 1,-1 0,-10 3,20-3,-1 2,1-1,-1 1,1 0,0 0,0 0,0 1,0 0,0 1,1-1,-1 1,1 0,0 0,0 1,1-1,-1 1,1 0,0 0,0 1,1-1,-2 4,4-8,0 1,0-1,0 1,0-1,0 1,1-1,-1 1,0 0,1-1,0 1,-1 0,1-1,0 1,0 0,0 0,0-1,0 1,0 0,0-1,1 1,-1 0,1-1,-1 1,1 0,0-1,-1 1,1-1,0 1,0-1,0 1,0-1,0 0,1 0,-1 1,0-1,0 0,1 0,-1 0,1 0,-1-1,2 2,12 1,-1-1,1 0,-1-2,1 1,0-1,-1-1,1-1,-1 0,1-1,-1-1,0 0,0 0,0-2,-1 0,1 0,10-8,43-31,-56 47,-13 19,1-15,-7 68,3 0,4-1,2 1,4 0,3-1,4 2,31 160,-42-232,0 0,0-1,-1 1,1 0,-1 0,1-1,-1 1,0 0,0 0,-1-1,1 1,0 0,-1 0,0-1,0 1,0 0,0-1,0 1,0-1,0 1,-1-1,0 0,1 0,-1 0,0 1,0-1,0-1,0 1,0 0,-1-1,1 1,0-1,-1 1,1-1,-1 0,0 0,-3 0,1-1,-1 0,0 0,0-1,0 1,1-1,-1 0,0-1,1 0,-1 1,1-2,-1 1,1-1,0 1,0-2,0 1,1 0,-1-1,1 0,-1 0,-6-7,0 0,1-1,1 0,0 0,0-1,1 0,0-3,-2-4,1-1,1-1,1 1,1-1,1 0,1 0,1-1,0 1,2-1,1 1,1-1,1 0,0 1,3-6,-2 13,1 0,0 0,1 0,1 1,0 0,0 0,2 0,0 1,0 0,1 0,1 1,0 1,1-1,0 2,1 0,0 0,0 1,1 0,0 1,1 0,1 1,0 0,1 1,-1 0,1 1,0 1,0 1,1 0,-1 1,1 0,-1 2,14 1,-26 0,0 1,-1 0,1 0,-1 0,1 0,-1 0,0 1,0 0,0 0,0-1,-1 2,1-1,-1 0,0 0,0 1,0-1,0 1,0 0,-1 0,0-1,0 1,0 0,1 4,6 14,45 58,-52-78,1 0,1 0,-1 0,0-1,0 1,1-1,-1 1,1-1,-1 0,1 1,0-1,-1-1,1 1,0 0,0-1,-1 1,1-1,0 0,0 0,0 0,0 0,-1-1,1 1,0-1,0 1,0-1,-1 0,1 0,-1-1,1 1,-1 0,1-1,4-4,-2 0,1-1,-1 1,0-1,0 0,0-1,-1 1,-1-1,1 0,-1 0,0 0,-1 0,0 0,0-1,-1 1,0-1,-1 1,0-1,0 1,0-1,-1 0,0 3,0 0,1 1,-2-1,1 0,-1 1,1 0,-1-1,-1 1,1 0,-1 0,0 0,0 0,-1 1,1-1,-1 1,0 0,0 0,-1 0,1 1,-1-1,1 1,-1 0,0 0,0 1,-1 0,1 0,0 0,-1 0,0 1,1 0,-1 0,1 0,-1 1,0 0,-5 0,9 0,1 0,-1 1,0-1,1 0,-1 0,1 1,-1-1,1 1,-1-1,1 1,-1 0,1 0,0-1,-1 1,1 0,0 0,0 0,0 1,-1-1,1 0,1 0,-1 1,0-1,0 0,0 1,1-1,-1 1,0-1,1 1,-1-1,1 1,0-1,0 1,0-1,-1 1,1 0,1-1,-1 1,0-1,0 1,0 0,1-1,-1 1,1-1,0 1,-1-1,1 0,0 1,0-1,-1 1,1-1,0 0,1 0,0 1,26 21,7-2</inkml:trace>
  <inkml:trace contextRef="#ctx0" brushRef="#br0" timeOffset="582.986">1270 539,'-28'-11,"-1"1,0 1,0 2,-1 1,0 1,-3 1,30 4,0-1,0 1,0 0,0 0,0 0,0 1,0-1,0 1,0-1,0 1,0 0,1 0,-1 0,0 0,0 1,1-1,-1 1,1 0,0-1,-1 1,1 0,0 1,0-1,0 0,0 1,1-1,-1 1,0-1,1 1,0-1,0 1,0 0,0 0,0 0,0 0,1 0,0 0,-1 0,1 0,0 0,1 2,-1-1,1 1,0-1,1 1,-1-1,1 0,0 0,0 0,0 0,0 0,1 0,-1 0,1-1,0 1,0-1,1 0,-1 0,1 0,-1-1,1 1,0-1,0 0,0 0,0 0,0 0,1-1,-1 1,7 1,-1 0,1-1,0 0,0-1,0 0,0 0,0-1,0-1,0 0,4-1,-7 1,1-1,-1-1,0 0,1 0,-1 0,-1-1,1 0,-1-1,1 0,-1 0,-1 0,1-1,-1 0,6-7,5 42,-14-25,-1 0,1 0,0-1,0 0,0 1,0-1,1 0,0 0,-1-1,1 1,0-1,0 0,0 0,0 0,0 0,1-1,-1 1,1-1,-1-1,1 1,-1 0,1-1,-1 0,1 0,-1-1,1 1,-1-1,1 0,6-1,1 0,-1-1,0-1,0 0,0-1,-1 0,1 0,-1-1,0 0,4-5,2-4,0-1,-1 0,-1-1,-1-1,0 0,-2 0,0-1,-1-1,-1 0,0 0,-2-1,0 0,-2-1,0 1,-1-1,-2 0,0 0,-1 0,-1 0,-1 0,-1 0,-3-7,5 20,-1 1,-1 0,1 0,-1 0,-1 1,0-1,0 0,0 1,-1 0,0 0,0 0,-1 0,0 0,0 1,0 0,-1 0,0 1,0-1,-1 1,-2-1,6 5,1 0,-1 1,0-1,0 1,0-1,1 1,-1 0,0 0,0 0,0 1,0-1,1 1,-1-1,0 1,1 0,-1 0,0 0,1 1,-1-1,1 1,-1-1,1 1,0 0,0-1,0 1,0 0,0 1,-42 67,37-49,0 0,1 1,2 0,0 0,1 0,1 0,1 0,1 1,1-1,1 0,1 0,1 0,1 0,1-1,4 9,-6-16,2-1,-1 0,2 0,0 0,0-1,1 0,1 0,0-1,0 0,1-1,1 0,-1 0,2-1,-1-1,1 0,1 0,-1-1,1-1,0 0,1-1,-1 0,1-1,0-1,3 1,35 0,-6-5</inkml:trace>
  <inkml:trace contextRef="#ctx0" brushRef="#br0" timeOffset="897.197">2007 580,'0'6,"-1"0,1 0,0 1,0-1,1 0,0 0,0 0,0 0,1-1,-1 1,2 0,-1-1,0 1,1-1,0 1,1-1,-1 0,1-1,0 1,0 0,0-1,1 0,-1 0,1-1,0 1,0-1,1 0,-1 0,0-1,1 1,0-1,0 0,-1-1,6 1,-4-1,0 0,0 0,0-1,1 0,-1 0,0-1,0 0,0 0,0 0,0-1,-1 0,1-1,0 0,-1 0,0 0,0-1,4-2,-6 3,0 1,-1-1,0 0,0 0,0-1,0 1,0 0,-1-1,1 0,-1 0,0 0,0 0,-1 0,1 0,-1 0,0 0,0-1,0 1,0 0,-1-1,0 1,0 0,0-1,0 1,-1-1,0 1,0 0,-1-5,0 4,0 0,0 0,0 0,-1 0,0 1,0-1,0 1,0-1,-1 1,0 0,0 0,0 1,0-1,-1 1,1 0,-1 0,0 0,0 1,0 0,0 0,0 0,0 0,0 1,-1 0,1 0,-1 0,1 1,-3 0,0 0,0 0,0 0,0 1,1 0,-1 1,0 0,1 0,0 0,-1 1,1 0,0 1,0 0,1 0,-1 0,1 1,0 0,0 0,0 0,-4 6,7-7,0 0,0 0,0 0,0 0,1 0,0 1,0-1,0 1,0 0,1-1,0 1,0 0,0 0,1 0,-1 0,1 0,0 0,0 0,1 0,0 0,0 0,0-1,0 1,1 0,0-1,0 1,0-1,0 1,1-1,-1 0,1 0,1 0,-1 0,0-1,1 1,0-1,-1 0,1 0,1 0,35 15,0-6</inkml:trace>
  <inkml:trace contextRef="#ctx0" brushRef="#br0" timeOffset="1153.54">2213 171,'-21'-3,"-12"0,-4 5,-1 9,6 9,8 9,11 8,15 8,6-5</inkml:trace>
  <inkml:trace contextRef="#ctx0" brushRef="#br0" timeOffset="1308.658">2294 717,'10'16,"4"8,6 0,5-2,7-5,6-5,6-10,-4-4</inkml:trace>
  <inkml:trace contextRef="#ctx0" brushRef="#br0" timeOffset="10724.445">137 1591,'-5'21,"-1"20,2 21,5 17,4 12,4 9,0 6,-2 1,-1-1,-7-2,-10-8,-8-10,-7-16,-5-19,-1-21,5-16</inkml:trace>
  <inkml:trace contextRef="#ctx0" brushRef="#br0" timeOffset="11366.039">1 2192,'39'-330,"-17"247,-21 81,0 0,1-1,-1 1,1 0,-1 0,1 0,0 0,0 1,-1-1,1 0,0 1,1-1,-1 1,0 0,0-1,1 1,-1 1,1-1,-1 0,1 0,-1 1,1-1,-1 1,1 0,-1 0,1 0,-1 0,1 0,0 1,-1-1,2 1,16 5,0 2,0 0,0 1,-1 0,-1 2,1 0,-2 1,0 1,11 11,-25-22,1-1,-1 1,0 0,0 1,0-1,0 0,0 1,-1 0,1 0,-1 0,1 0,-1 0,0 0,0 0,-1 1,1-1,-1 1,1-1,-1 1,0 0,-1-1,1 1,-1 0,1 0,-1 0,0-1,-1 1,1 0,0 0,-1-1,0 1,0 0,0-1,-1 2,-7 2,1-1,-1 0,0 0,-1-1,1-1,-1 1,0-1,0-1,0 0,-1-1,1 1,-1-2,0 0,1 0,-8-1,-66-8,82 8,0-1,0 1,1-1,-1 0,0 1,1-1,-1 0,0 0,1 0,-1 0,1 0,-1-1,1 1,0 0,0-1,-1 1,1 0,0-1,0 0,1 1,-1-1,0 0,0 1,1-1,-1 0,1 0,-1 1,1-1,0 0,0 0,0 0,0 0,0 1,0-1,0 0,1 0,-1 0,1 1,-1-1,1 0,0 0,0 1,0-2,6-8,0 1,0 0,1 0,0 1,0 0,1 0,0 1,1 1,0-1,9-4,2-3,19-14,-6 7,-1-2,-1-1,0-1,-3-2,0 0,-1-3,-2 0,-2-1,0-2,3-10,-16 22,-2 1,-1-2,-1 1,-1-1,0 0,-2 0,-1-1,-1 1,-1-1,0 1,-2-2,-18-42,18 65,0 0,0 1,0-1,0 1,0-1,0 1,-1-1,1 1,0 0,-1 0,1-1,-1 1,1 0,-1 0,0 1,1-1,-1 0,0 0,1 1,-1-1,0 1,0 0,0-1,0 1,1 0,-1 0,0 0,0 0,0 1,0-1,0 0,1 1,-1-1,-1 2,-6 2,2 1,-1 1,1 0,-1 0,2 0,-1 1,1 0,0 0,0 1,1-1,0 1,0 0,1 1,0-1,-1 6,-5 9,1 1,1-1,1 2,1-1,1 1,1-1,2 1,0 0,2 0,0 1,2-1,1 0,1-1,1 1,1-1,1 0,1 0,1-1,1 0,1 0,13 17,-12-19,2 0,0-1,1 0,1-1,1-1,1-1,0 0,1-2,1 0,0-1,1-1,9 4,-25-14,0-1,1 0,-1-1,0 1,0-1,1 0,-1 0,0-1,1 0,-1 0,1 0,-1 0,1-1,-1 0,0 0,1 0,-1-1,0 0,0 0,0 0,0 0,0-1,-1 0,1 0,-1 0,0-1,0 0,0 1,0-1,-1-1,1 1,-1 0,0-1,1-2,3-5,-1 0,0 0,-1-1,0 0,-1 0,0 0,-1 0,-1-1,0 1,-1-1,0 0,-1-1,0 15,0 1,0-1,0 0,0 0,0 0,0 1,-1-1,1 0,0 0,0 0,0 1,0-1,0 0,-1 0,1 0,0 0,0 0,0 1,0-1,-1 0,1 0,0 0,0 0,-1 0,1 0,0 0,0 0,0 0,-1 0,1 0,0 0,0 0,-1 0,1 0,0 0,0 0,0 0,-1 0,1 0,0 0,0 0,0 0,-1 0,1 0,0-1,0 1,0 0,-4 11,1 0,1 0,-1 0,2 0,0 1,0-1,1 1,1-1,0 0,0 1,1-1,1 1,-2-6,0 0,1 0,0 0,1 0,-1 0,1 0,0-1,0 1,1-1,0 0,0 0,0-1,0 1,1-1,0 0,0 0,0 0,0-1,0 1,1-1,0-1,2 2,21 3</inkml:trace>
  <inkml:trace contextRef="#ctx0" brushRef="#br0" timeOffset="11629.329">806 1455,'16'-3,"20"0,17 0,-1 0</inkml:trace>
  <inkml:trace contextRef="#ctx0" brushRef="#br0" timeOffset="12189.864">1312 1755,'-1'17,"1"-1,0 0,1 1,1-1,1 0,1 1,0-2,0 1,2 0,0-1,4 6,-7-17,0 0,-1 0,2-1,-1 1,0-1,1 0,0 0,-1 0,1-1,0 1,1-1,-1 0,0 0,1-1,-1 1,1-1,-1 0,1 0,-1 0,1-1,0 1,0-1,-1 0,1-1,0 1,-1-1,1 0,0 0,-1 0,1-1,-1 0,0 0,0 0,1 0,-1-1,0 1,-1-1,1 0,0 0,-1 0,0-1,1-1,2-3,0 0,-1 0,0-1,-1 0,1 0,-2 0,1-1,-2 1,1-1,-1 1,-1-1,1-5,15 72,-14-48,1-1,0 0,1 0,0-1,0 1,0-1,1 0,0-1,0 1,1-1,0 0,0-1,0 0,1 0,0 0,-1-1,2 0,-1-1,0 0,1 0,0-1,-1 0,1 0,7 0,-3-1,0 0,0 0,-1-1,1-1,0 0,0-1,-1 0,1-1,-1 0,1-1,-1-1,-1 0,1 0,-1-1,0-1,0 0,2-2,-8 5,-5 3,1 1,-1-1,0 0,1 1,-1-1,1 1,-1-1,1 0,-1 1,1 0,-1-1,1 1,0-1,-1 1,1 0,0-1,-1 1,1 0,0-1,-1 1,1 0,0 0,0 0,-1 0,1 0,0 0,-1 0,1 0,0 0,0 0,-1 0,1 0,0 1,0-1,-1 0,1 0,0 1,-1-1,1 1,-1-1,1 0,0 1,-1-1,1 1,-1-1,1 1,-1 0,0-1,1 1,-1-1,1 2,2 1,1 0,0 0,0-1,0 1,0-1,0 0,1 0,-1 0,0 0,1-1,0 0,-1 0,1 0,0 0,0-1,-1 0,1 0,0 0,0-1,-1 1,1-1,0 0,-1-1,1 1,-1-1,1 0,-1 0,0 0,0 0,0-1,0 0,0 0,-1 0,1 0,-1 0,0-1,0 0,0 1,0-1,0 0,-1-1,0 1,0 0,0-1,-1 1,1-1,-1 1,0-1,0 0,-1 1,1-1,-2-2,1 1,-1 0,0 0,0-1,0 1,-1 0,0 0,-1 0,1 1,-1-1,0 0,0 1,-1 0,1 0,-1 0,-1 0,1 1,-1-1,1 1,-1 0,0 0,-1 1,1 0,-3-2,-1 0,-1 1,0-1,1 2,-1-1,-1 1,1 1,0 0,-1 0,1 1,-1 1,1-1,-1 2,1-1,-4 2,8-1,0 0,1 0,-1 1,0-1,1 1,-1 1,1-1,0 1,0 0,0 0,0 0,0 1,1 0,0 0,-1 0,1 0,1 1,-1-1,1 1,0 0,0 0,0 1,1-1,-1 0,1 1,1-1,-1 1,1 0,0 0,0-1,1 1,-1 0,1 0,1 0,-1 0,1 0,0-1,0 1,1 0,-1-1,3 5,0-4,0 1,1-1,0 0,0 0,0-1,1 1,0-1,0 0,0-1,1 1,-1-1,1-1,0 1,0-1,0-1,1 1,1-1,35 11</inkml:trace>
  <inkml:trace contextRef="#ctx0" brushRef="#br0" timeOffset="12375.364">1967 1387,'-16'2,"-8"5,0 7,7 5,10 7,16 2,7-2</inkml:trace>
  <inkml:trace contextRef="#ctx0" brushRef="#br0" timeOffset="12563.621">2226 1973,'21'-5,"18"-5,13-9,8-6,-6 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35.6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1,'21'101,"8"29,-7 0,5 108,-27-229,0-25,0 9,0 0,1-1,-1 1,2 0,-1 0,1 0,0 0,0 0,1 0,0 1,0-1,1 1,0 0,0 0,0 0,1 1,0-1,0 1,0 0,1 0,-1 1,1 0,0 0,1 0,-1 1,0 0,1 0,0 0,0 1,0 0,1 0,-2 1,-1 0,1 1,-1-1,1 1,-1 0,1 1,-1-1,1 1,-1 0,0 1,1-1,-1 1,0 0,0 0,0 1,0 0,0-1,-1 1,1 1,-1-1,0 1,0 0,0 0,-1 0,1 0,-1 1,0-1,0 1,-1 0,1 0,-1 0,0 0,0 2,-2-4,0 1,0-1,-1 1,0-1,1 0,-1 1,-1-1,1 0,0 0,-1 0,1 0,-1 0,0 0,0 0,0 0,-1-1,1 1,0-1,-1 0,0 1,0-1,1 0,-1-1,-2 2,-77 32,68-30,0-1,0 0,-1-1,1-1,-1 0,0-1,1-1,-1 0,-11-2,5-3</inkml:trace>
  <inkml:trace contextRef="#ctx0" brushRef="#br0" timeOffset="1014.479">642 424,'-20'-9,"9"3,0 1,-1 0,0 0,0 1,0 1,0 0,0 0,-1 1,1 1,-1 0,-4 1,12 2,0 0,0 1,0-1,1 1,-1 0,1 0,0 1,0-1,0 1,0 0,1 0,-1 0,1 0,0 1,0-1,1 1,-1 0,1 0,0 0,1 0,-1 0,1 0,0 1,0-1,0 0,1 1,0-1,0 0,0 1,1-1,0 0,0 1,0-1,1 0,-1 0,1 0,1 0,-1 0,1-1,-1 1,1-2,0 0,0 0,0 0,0-1,0 0,1 1,-1-1,1 0,-1 0,1-1,0 1,0-1,-1 0,1 0,0 0,0 0,0-1,0 0,0 0,1 0,-1 0,0 0,0-1,0 0,1 0,7-2,0 0,0-1,0 0,0-1,-1-1,0 1,6-6,46-35,-63 45,1 1,0 0,0 0,0 1,0-1,0 0,0 0,0 0,-1 1,1-1,0 0,0 1,0-1,0 1,-1-1,1 1,0-1,-1 1,1 0,0-1,-1 1,1 0,-1-1,1 1,-1 0,1 0,-1-1,1 1,-1 0,0 0,1 0,-1 0,0 0,0 0,0-1,0 1,0 0,0 0,0 0,0 0,0 0,0 0,0 0,-1 0,1-1,0 1,-1 0,1 0,-1 0,1 0,0 5,0-2,0 0,0 0,0 0,1-1,-1 1,1 0,0 0,1 0,-1 0,0-1,1 1,0-1,0 1,0-1,0 0,1 0,-1 0,1 0,0 0,0 0,0-1,0 1,0-1,1 0,-1 0,1 0,-1 0,1-1,0 1,-1-1,1 0,0 0,0-1,0 1,0-1,0 0,0 0,0 0,0 0,0-1,-1 0,1 1,3-2,-2-2,0 0,1-1,-1 0,-1 1,1-2,-1 1,0 0,0-1,0 0,-1 0,0 0,0 0,0 0,-1-1,0 1,-1-1,1 0,-1 1,0-1,-1 0,1 0,-2 0,1 1,-1-2,15-74,-13 79,0 0,0 1,0-1,1 1,-1-1,1 1,0-1,-1 1,1 0,0 0,0-1,1 2,-1-1,0 0,1 0,-1 1,1-1,-1 1,1 0,0 0,0 0,-1 0,1 0,0 1,0-1,0 1,0 0,0 0,0 0,0 0,0 0,-1 1,1-1,1 1,98 39,-93-36,4 3,-7-5,0 0,0 0,-1 0,1 1,-1 0,0 0,1 0,-1 1,-1 0,1 0,-1 0,1 1,-1-1,0 1,-1 0,1 0,-1 0,0 0,-1 1,1-1,-1 1,0 0,0 2,-3 24,0-28,0 0,1 0,-1-1,1 1,0 0,0 0,0-1,0 1,1 0,-1 0,1-1,0 1,0 0,1-1,-1 1,1-1,0 1,-1-1,1 0,1 0,-1 0,0 0,1 0,0 0,0-1,1 2,8 1,-1-2,0 1,1-2,0 1,0-1,0-1,0 0,0-1,0 0,0-1,0-1,0 0,-1 0,1-1,-1 0,1-1,-1 0,0-1,0-1,9-6,45-33,-63 44,-1 0,1 0,0 1,0-1,0 1,0 0,0 0,-1-1,1 1,0 0,0 0,0 1,0-1,0 0,0 1,0-1,0 1,-1 0,1-1,0 1,-1 0,1 0,0 0,-1 0,1 0,-1 1,1-1,-1 0,0 1,1-1,-1 1,0 0,18 13,-10-10,1-1,0 0,0 0,1-1,-1 0,0-1,1 0,0-1,-1 0,1-1,0 0,0 0,-1-1,1-1,-1 0,1 0,-1-1,0 0,1-1,-2 0,1-1,0 0,-1 0,0-1,0 0,-1-1,3-3,-9 8,0 1,0-1,0 0,-1-1,1 1,-1 0,1 0,-1-1,0 1,0-1,0 1,0-1,-1 1,1-1,-1 0,1 1,-1-1,0 0,0 1,0-1,0 0,-1 0,1 1,-1-1,1 1,-1-1,0 1,0-1,0 1,-1-1,1 1,0 0,-1-1,0 1,1 0,-1 0,0 0,0 1,0-1,0 0,-1 1,1-1,0 1,-1 0,1 0,-2-1,-8-4,-1 1,0 1,0 0,-1 0,1 1,-1 1,0 1,1 0,-1 0,0 1,0 1,0 0,1 1,-1 1,1 0,-1 1,1 0,0 1,-2 2,9-4,-1 0,1 1,1 0,-1 0,0 1,1-1,0 1,0 0,0 1,-2 3,6-7,0-1,-1 1,1 0,0 0,0 0,0 1,1-1,-1 0,0 0,1 0,0 0,-1 1,1-1,0 0,0 0,0 1,0-1,1 0,-1 0,1 1,-1-1,1 0,0 0,0 0,0 0,0 0,0 0,0 0,0 0,1 0,-1-1,1 1,-1-1,3 2,3 3,1-1,0 0,1-1,-1 0,1 0,0-1,0 0,0-1,0 0,0 0,1-1,-1 0,2 0,36 2</inkml:trace>
  <inkml:trace contextRef="#ctx0" brushRef="#br0" timeOffset="1275.777">1830 42,'-13'0,"-13"5,-5 5,-1 7,6 7,7 4,11 4,12 4,5-5</inkml:trace>
  <inkml:trace contextRef="#ctx0" brushRef="#br0" timeOffset="1461.28">1926 615,'17'14,"11"5,13-1,10-7,6-8,-5-6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34.8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1 181,'9'14,"10"4,16 0,16-4,15-6,11-7,6-6,-2-5,-8 0,-11-1,-17 2</inkml:trace>
  <inkml:trace contextRef="#ctx0" brushRef="#br0" timeOffset="287.232">356 3,'38'-3,"7"11,0 1,-1 2,0 2,-1 2,27 14,-54-22,-1 1,1 0,-2 1,1 1,-1 0,-1 1,0 1,4 4,-13-12,-1 0,0 0,0 0,0 1,0-1,0 1,-1-1,0 1,0 0,0 0,-1 0,0 0,0 0,0 0,0 1,-1-1,0 0,0 0,0 0,-1 1,0-1,0 0,0 0,0 0,-1 0,0 0,0 0,0-1,-2 2,-10 15,-2 0,-1-1,0-1,-1-1,-1-1,-1 0,0-1,-5 1,-16 14,11-7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51.9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0 606,'1'394,"-1"-377,0 0,2 0,0 1,1-1,1-1,0 1,1 0,1-1,1 0,0 0,1-1,0 0,2 0,-1-1,2 0,0-1,1 0,5 4,23 13,1-1,2-1,1-3,1-2,5 0,0 2,82 36,3-6,2-5,8-5,-79-26,0-3,1-3,1-3,0-2,0-4,56-3,-50-11,0-3,-1-3,-1-3,65-26,-82 26,-15 6,-6 4,0-2,0-2,-1-1,-1-1,0-2,26-19,-39 17,-1-1,-1 0,-1-2,0 0,-2 0,-1-1,0-1,-2 0,-1-1,-1 0,1-8,1 4,4-4,-2-1,-1-1,-2 1,-1-2,-2 1,-2-1,-1 0,-1 0,-2-1,-2 1,-2 0,-1 0,-1 0,-4-7,-5-2,-2 1,-2 1,-2 1,-1 1,-3 0,-1 2,-28-32,29 43,-3 2,0 1,-1 2,-1 0,-1 2,-1 2,-1 0,-1 2,0 2,-2 0,1 3,-1 1,-1 1,-24-2,-42-1,0 4,0 5,0 4,-21 7,51 0,0 3,1 3,1 3,0 4,1 2,2 4,0 2,2 3,-14 12,45-23,1 1,1 2,1 1,0 1,2 2,1 1,2 2,-13 18,23-29,-1 0,0-2,-1 1,-1-2,-20 13,-34 37,73-66,0 0,1 0,-1 0,0 0,0-1,1 1,-1 0,0 0,1 0,-1 0,0 0,1 0,-1 0,0 0,1 0,-1 0,0 0,1 0,-1 0,0 0,1 0,-1 1,0-1,1 0,-1 0,0 0,0 0,1 1,-1-1,0 0,0 0,1 0,-1 1,0-1,0 0,0 0,1 1,-1-1,0 0,0 1,0-1,0 0,0 1,0-1,0 0,1 1,-1-1,0 0,0 1,0-1,0 0,0 1,-1-1,1 0,0 1,0-1,0 0,4 0,13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1:55.7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2756 71,'-12'-5,"-14"-7,0 1,0 1,-1 2,0 0,-1 2,-7 0,-245 2,168 6,27-2,-66-1,0 8,-74 14,47 14,1 7,-153 60,254-76,2 3,0 3,2 3,2 4,-4 6,42-24,0 3,1 0,2 2,0 2,2 0,1 2,2 0,1 2,1 1,1 1,-3 12,7-14,2 2,1 0,2 0,2 1,0 1,3 0,1 0,2 0,1 1,2-1,1 1,2-1,2 1,1-1,2 0,1 0,2-1,1 0,13 25,-8-28,2-2,0 0,2 0,2-2,0-1,2 0,1-2,1-1,1-1,0-1,2-1,1-2,1-1,0-1,1-2,0-1,15 3,33 1,1-3,1-4,0-4,0-3,51-5,20 3,-17 3,-30 1,0-6,55-7,-121 1,-2-2,1-1,-1-2,-1-2,0-1,-1-2,0-2,-2-1,0-1,-1-2,-1-2,10-10,74-65,-4-5,-5-5,76-101,-152 171,-2 0,-2-2,-2-2,-1 0,-3-1,-1-1,-3-1,-1-1,-3 0,-1-1,-3 0,-1-5,-3 13,-2 0,-2-1,-2 0,-1 1,-4-9,4 34,-1 1,0-1,-2 0,0 1,0 0,-1 0,-1 0,0 1,-1 0,-1 0,1 1,-2 0,0 1,-1 0,-4-4,-15-6,0 1,-2 2,0 1,-1 2,0 1,-1 1,-1 2,1 2,-36-5,0 1,-1 3,0 3,-1 3,-3 3,54 1,0 1,0 1,0 1,0 0,0 2,0 0,1 2,0 0,0 1,-12 8,-47 35,9 5</inkml:trace>
  <inkml:trace contextRef="#ctx0" brushRef="#br0" timeOffset="14959.606">1417 808,'0'0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11:06.129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</inkml:definitions>
  <inkml:trace contextRef="#ctx0" brushRef="#br0">1 0,'0'0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11:14.9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11:09.779"/>
    </inkml:context>
    <inkml:brush xml:id="br0">
      <inkml:brushProperty name="width" value="0.05" units="cm"/>
      <inkml:brushProperty name="height" value="0.05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1115 1383,'0'-1,"0"-1,0 1,-1 0,1 0,0-1,-1 1,1 0,-1 0,1 0,-1 0,0 0,0 0,1 0,-1 0,0 0,0 0,0 0,0 0,0 1,0-1,0 0,0 1,0-1,0 0,0 1,-1 0,1-1,0 1,0 0,0-1,-1 1,1 0,0 0,0 0,-1 0,1 0,0 0,-49 6,13 5,1 2,-1 1,2 2,0 1,-9 8,42-24,-1 0,1-1,0 1,-1 0,1 0,0 0,0 1,0-1,0 0,0 1,0 0,0-1,1 1,-1 0,0 0,1 0,0 0,-1 0,1 0,0 0,0 0,0 1,0-1,1 0,-1 1,0-1,1 1,0-1,0 0,-1 1,2-1,-1 1,0-1,0 1,1-1,-1 0,1 1,0 0,6 5,0-1,0 0,1 0,-1-1,2 0,-1 0,1-1,-1 0,2 0,47 32,-49-31,-1 1,1 1,-1-1,0 1,-1 1,0-1,0 1,-1 0,0 0,-1 1,0-1,0 1,-1 0,-1 0,1 0,-2 1,1-1,-1 0,-1 2,0-9,0 0,-1-1,1 1,-1 0,0-1,0 1,0-1,0 1,0-1,-1 1,1-1,-1 0,1 1,-1-1,0 0,0 0,0-1,0 1,0 0,0-1,0 1,-1-1,1 1,-1-1,1 0,-1 0,1 0,-1-1,0 1,-1 0,-87 3,74-4,-76-3,106 3</inkml:trace>
  <inkml:trace contextRef="#ctx0" brushRef="#br0" timeOffset="512.687">1075 1942,'2'0,"1"-4,0-2</inkml:trace>
  <inkml:trace contextRef="#ctx0" brushRef="#br1" timeOffset="8246.717">1170 1315,'-4'-3,"1"2,-1-1,0 0,1 1,-1-1,0 1,0 0,0 0,0 1,0-1,0 1,0 0,0 0,0 0,-3 1,3-1,-27 2,1 2,0 1,0 2,1 1,0 1,-22 10,41-16,0 0,1 0,-1 1,1 1,0-1,0 2,0-1,1 1,0 0,0 1,1 0,-1 0,2 1,-1 0,1 0,0 0,1 1,-1 0,2 0,-1 0,1 3,1-2,1-7,0 1,0-1,0 1,1 0,0 0,0 0,0 0,0 0,0 0,1 0,0 0,-1 0,2 0,-1 0,0 0,1 0,0 0,0 0,0 0,0 0,1 0,-1-1,1 1,0 0,0-1,1 0,-1 1,1-1,-1 0,1 0,1 0,104 22,-95-24,0 1,0 0,0 1,0 0,0 1,0 1,-1 0,5 2,-12-2,-1 0,1 0,-1 1,0 0,0 0,0 0,-1 0,0 0,0 1,0-1,-1 1,0 0,-1-1,1 1,-1 0,-1 0,1 0,-1 0,0 0,-1 0,0 0,0 0,0 0,-1 0,-1 2,3-5,-1-1,0 1,0 0,0-1,-1 1,1-1,-1 1,0-1,0 0,0 1,0-1,-1 0,1-1,-1 1,0 0,0-1,0 1,0-1,0 0,0 0,-1 0,1 0,0-1,-1 0,0 1,1-1,-1 0,0-1,0 1,1-1,-1 0,0 1,-3-2,-205-2,186 10,26-6,0-1,-1 0,1 0,0 1,-1-1,1 0,0 0,0 1,-1-1,1 0,0 1,0-1,0 0,-1 1,1-1,0 0,0 1,0-1,0 1,0-1,0 0,0 1,0-1,0 0,0 1,0-1,0 1,0-1,0 0,0 1,0-1,0 0,0 1,1-1,-1 1,0-1,0 0,0 1,1-1,-1 0,0 0,0 1,1-1,-1 0,0 0,1 1,-1-1,0 0,1 0,-1 0,0 0,1 1,-1-1,1 0,-1 0,0 0,1 0,-1 0,0 0,1 0,-1 0,1 0,-1 0,50 12,-20-8</inkml:trace>
  <inkml:trace contextRef="#ctx0" brushRef="#br1" timeOffset="8648.748">1115 1956,'135'-237,"-115"204,-11 48,-17 137,3 95,4-245,1 1,0 0,1-1,-1 1,0-1,1 1,-1 0,1-1,0 1,0-1,0 0,0 1,0-1,1 0,-1 0,1 1,-1-1,2 0,5 4</inkml:trace>
  <inkml:trace contextRef="#ctx0" brushRef="#br1" timeOffset="9214.849">1867 1300,'-22'2,"0"1,0 1,0 1,1 1,0 1,0 1,0 0,1 2,1 0,0 1,0 1,-2 3,9-8,0 1,0 0,1 1,0 0,0 1,1 0,1 0,0 1,0 1,1-1,0 1,1 1,1 0,-3 5,9-15,-1-1,1 0,0 1,0-1,0 1,0-1,0 0,0 1,1-1,-1 0,1 1,-1-1,1 0,0 0,0 0,0 1,1-1,-1 0,0 0,1-1,-1 1,1 0,-1 0,1-1,0 1,0-1,0 1,0-1,0 0,0 0,0 0,0 0,1 0,81 23,-70-21,6 1,7 0,0 2,0 2,0 0,22 11,-42-16,0 1,0 0,-1 0,0 0,1 1,-2 0,1 0,0 1,-1-1,0 1,0 1,-1-1,0 0,0 1,0 0,-1 0,0 0,-1 0,3 8,-2-4,-1 0,0 0,0 0,-1 0,-1 0,0 1,0-1,-1 0,-1 0,-2 11,1-19,0 0,0 0,-1 0,1 0,-1-1,0 1,1-1,-1 0,0 0,0-1,0 1,-1-1,1 0,0 0,0 0,-1 0,1-1,-1 0,1 0,0 0,-1 0,1-1,0 0,-1 1,1-2,-1 1,1 0,-149-10,137 23,39 0,1-6</inkml:trace>
  <inkml:trace contextRef="#ctx0" brushRef="#br1" timeOffset="9586.098">2044 1929,'4'8,"0"0,0-1,1 1,0-1,0 0,1 0,0 0,0-1,1 0,0 0,0-1,0 0,0 0,1-1,0 1,0-2,0 1,0-1,1-1,7 3,-9-3,-1 0,1-1,0 0,0 0,0 0,-1-1,1 0,0 0,0-1,0 0,0 0,-1 0,1-1,0 0,-1 0,0-1,1 0,-1 0,0-1,0 1,-1-1,1 0,-1-1,0 1,0-1,0 0,-1-1,0 1,0-1,0 1,-1-1,1-1,-1 1,-1 0,1-1,-1 1,-1-1,1 0,-1 1,0-3,-1 2,0 0,-1 1,0-1,0 0,0 1,-1-1,0 1,-1 0,1 0,-1 0,0 0,-1 0,1 0,-1 1,0 0,-1-1,1 2,-1-1,0 0,0 1,-1 0,1 0,-1 1,0 0,0 0,0 0,0 0,0 1,-1 0,1 0,-1 1,1 0,-1 0,0 1,1-1,-1 2,0-1,1 1,-1 0,0 0,1 0,-4 2,1 3,0 0,0 0,0 1,1 0,0 0,0 1,1 0,0 1,0 0,1 0,0 0,1 1,0 0,0 0,-2 8,-2 11</inkml:trace>
  <inkml:trace contextRef="#ctx0" brushRef="#br1" timeOffset="19724.343">2918 2038,'14'12,"12"6,10-1,11-2,11-4,8-4,6-6,3-5,-3-6,-12-2</inkml:trace>
  <inkml:trace contextRef="#ctx0" brushRef="#br1" timeOffset="20403.209">4147 1751,'-15'1,"1"0,0 1,-1 0,1 1,0 1,0 0,1 1,-1 1,1 0,0 1,1 0,-1 1,2 0,-1 1,1 0,0 1,1 0,0 0,1 2,0-1,-7 13,3-8,1 1,1 1,1 0,0 0,1 1,1 0,1 1,1-1,1 1,0 1,2-1,2-15,0-1,1 0,0 0,-1 1,2-1,-1 0,0 0,1 1,0-1,0 0,0 0,0 0,1 0,0 0,0 0,0 0,0-1,0 1,1-1,0 1,-1-1,1 0,0 0,1 0,-1-1,1 1,-1-1,1 1,0-1,-1 0,1-1,0 1,0-1,1 0,3 1,6-2,0-1,0 0,0-1,0 0,0-1,0-1,0 0,-1-1,0-1,0 0,0 0,-1-1,0-1,0 0,-1-1,0 0,-1-1,0 0,1-2,12-13,-2-1,0 0,-2-2,-1-1,-2 0,0-1,-2 0,-1-2,-2 1,-1-1,-2-1,-1 0,-1 0,-2 0,-1-1,-2-10,0 34,-2-1,1 1,-1 0,-1 0,0 0,0 0,-1 0,0 1,-4-8,5 13,1 1,-1 0,-1-1,1 1,0 0,-1 0,0 0,1 1,-1-1,0 0,-1 1,1 0,0 0,-1 0,1 0,-1 1,1-1,-1 1,0 0,0 0,1 0,-1 0,0 1,0 0,0 0,-2 0,-7 2,-1 1,0 1,1 0,0 1,0 1,0 0,1 0,-1 1,2 1,-1 0,1 1,0 0,1 0,0 1,1 1,0 0,-7 9,8-7,0-1,1 1,1 1,0-1,0 1,1 0,1 0,1 1,0-1,0 1,2 0,0-1,0 1,2 0,0 0,0 0,1-1,1 1,1-1,0 0,1 1,0-2,1 1,0-1,2 0,-1 0,1-1,2 2,21 27,2-1,2-2,1-1,6 2,14 15,-49-47,0 0,0 0,-1 0,0 1,0 0,-1 0,0 0,0 1,-1 0,0 0,2 8,-5-16,-1 0,0 0,1 0,-1 0,0 0,0 0,0 1,0-1,0 0,0 0,0 0,0 0,-1 0,1 0,0 0,-1 0,1 0,-1 0,1 0,-1 0,1 0,-1 0,1 0,-1 0,0-1,0 1,1 0,-1 0,0-1,0 1,0-1,0 1,0-1,0 1,0-1,0 1,-12 2</inkml:trace>
  <inkml:trace contextRef="#ctx0" brushRef="#br1" timeOffset="20771.329">3737 1315,'-4'0,"0"0,6 0,9 2,13 3,13 1,14-1,13-5,12-6,4-4,0-4,-6-3,-9 2,-11 1,-12 2,-14 7,-11 3</inkml:trace>
  <inkml:trace contextRef="#ctx0" brushRef="#br1" timeOffset="22776.665">5131 1424,'-28'10,"1"2,0 0,1 2,0 1,1 1,1 1,1 1,1 1,0 2,1 0,1 0,1 2,1 1,2 0,0 1,1 1,2 0,0 1,2 0,1 1,2 0,0 1,2 0,0 4,5-26,0-1,0 0,0 0,1 1,0-1,0 0,1 1,0-1,0 0,0 0,1 0,0 0,0 0,0 0,1 0,0 0,0-1,0 0,1 1,0-1,0-1,0 1,0 0,1-1,0 0,0 0,0 0,0-1,1 0,-1 0,1 0,0-1,0 0,0 0,0 0,9-2,-1 0,1-1,0 0,-1-1,1-1,-1 0,0-1,0-1,0 0,-1-1,0-1,0 0,0 0,-1-1,0-1,0 0,-1 0,-1-2,1 1,-2-1,5-6,7-9,0-1,-3-1,0-1,-1 0,-2-1,-1-1,-2 0,-1-1,-1 0,-2-1,-1 0,-2 0,-1-1,-1 1,-2-20,-14-56,12 106,-1-1,1 1,0 0,-1 0,1 0,-1 0,0 0,0 0,0 0,-1 1,1-1,-1 1,1 0,-1 0,0-1,0 2,0-1,0 0,0 1,0-1,0 1,-1 0,1 0,0 0,-1 0,1 1,-1-1,1 1,-1 0,0 0,-10 3,0 0,1 1,-1 0,1 1,0 1,0 0,1 0,-1 2,1-1,1 1,0 1,0 0,1 1,0 0,0 1,1 0,0 0,-4 9,3-6,1 0,0 1,1 0,0 0,2 1,0 0,0 0,2 0,0 1,0 0,2 0,0 0,1 0,1 0,1 0,0 0,1 0,1 0,0-1,1 1,1-1,1 0,2 4,9 9,2-1,2-1,0 0,1-2,2 0,1-2,0-1,2-1,0-1,1-1,14 5,63 50,-35-4,-69-68,1 1,0-1,-1 0,1 0,-1 1,0-1,0 1,0-1,0 1,0 0,-1-1,1 1,-1 0,1-1,-1 1,0 0,0 0,0-1,-1 1,1 0,-1 0,1-1,-1 1,0-1,0 1,0-1,0 1,-1-1,1 1,-1-1,1 0,-1 0,0 1,-11 7</inkml:trace>
  <inkml:trace contextRef="#ctx0" brushRef="#br1" timeOffset="19457.29">3151 1628,'-17'7,"-7"3,-2-1,1-2,3-2,2-2,9-1,12 1,10 0,10-1,11 0,9 0,9-4,3-3,0-3,-5-1,-10 2</inkml:trace>
  <inkml:trace contextRef="#ctx0" brushRef="#br1" timeOffset="21736.423">2987 1710,'102'-16,"164"-10,-256 23,-33-2,-177 0,173 7,7 2</inkml:trace>
  <inkml:trace contextRef="#ctx0" brushRef="#br1" timeOffset="26881.328">214 1219,'-11'6,"1"1,1 1,-1 0,1 0,0 1,1 0,0 0,0 1,1 0,0 1,1-1,1 1,-1 0,2 1,-1-1,2 1,-3 11,-2 20,1 1,3 0,1 0,3 17,-3 0,4 1,2 0,2 0,4-1,2 0,2-1,4 0,2-2,2 0,3-1,2-1,6 5,-25-50,0 1,1-1,0-1,1 0,0 0,0 0,1-1,0-1,1 1,0-2,0 0,1 0,0-1,0 0,0-1,1 0,-1-1,1-1,0 0,10 1,7-5,-1-1,1-1,0-2,-1 0,0-3,0 0,-1-1,4-4,77-21,-35 19,1 3,0 4,0 3,1 3,-1 4,1 3,44 9,323 13,-207-18,535 3,-336-10,153 38,-367-28,-79-2,118-9,461-11,-483 11,-71 5,-99-2,0-2,-1-4,59-8,-45-6,0-4,31-13,-99 29,0-1,0 0,-1 0,0-1,0-1,0 0,-1-1,0 0,0-1,-1 0,0-1,0 1,-1-2,-1 0,0 0,0 0,-1-1,-1 0,1-1,12-43,-3-1,-2 0,-2-1,-3 0,-3-1,-1-18,-1 36,7-130,-8-2,-6 1,-24-147,-31-155,43 412,-2 0,-3 2,-3 0,-2 1,-31-51,53 102,-2-1,1 1,-1 0,0 0,-1 1,1 0,-2 0,1 0,-1 0,0 1,0 0,-1 1,1 0,-1 0,0 0,-1 1,1 0,-1 1,0 0,0 0,-4 0,-65-6,-1 4,0 3,-36 6,112-4,-329 13,-482 34,753-42,-1118 124,544-53,124-16,255-45,-82 9,259-12,19-2,-1-1,0-4,-1-2,1-3,-13-4,2-2,-1 3,1 4,0 2,0 4,-40 10,30-6,49-8,0 2,1 1,-1 2,2 1,-8 4,28-9,0 0,1 0,-1 2,1-1,0 1,0 1,1-1,0 2,0-1,0 1,1 1,1 0,-1 1,-68 98,48-65,1 0,3 2,2 0,2 2,1 0,3 1,2 1,-2 23,1 5,3 0,4 0,4 1,2 0,5 0,4 14,-6-81,0 0,-1 0,0 0,0 0,-1 0,-1-1,0 1,0 0,-1-1,-1 2,-34 51,-12-7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49:52.6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287 361,'0'-2,"0"1,0 0,1 0,-1-1,-1 1,1 0,0 0,0-1,0 1,-1 0,1 0,0 0,-1-1,1 1,-1 0,0 0,1 0,-1 0,0 0,0 0,1 0,-1 0,0 0,0 1,0-1,0 0,0 1,0-1,-1 0,1 1,0-1,0 1,0 0,0-1,-1 1,1 0,0 0,0-1,-1 1,1 0,0 0,0 1,-1-1,1 0,-1 0,-7 6,0 0,1 0,-1 0,1 1,1 0,-1 1,1 0,0 0,1 0,-3 6,1-3,-14 18,2 1,0 1,2 0,2 2,1 0,1 1,-9 35,22-66,0-1,-1 1,1-1,1 1,-1 0,0 0,1-1,-1 1,1 0,0 0,0 0,0 0,1 0,-1-1,0 1,1 0,0 0,0-1,0 1,0 0,0-1,0 1,1-1,-1 1,1-1,0 0,0 0,-1 0,1 0,1 0,0 1,4-2,0 0,0 0,0-1,-1 0,1-1,0 0,0 0,0 0,-1-1,1 0,-1 0,1 0,-1-1,0 0,0 0,0-1,0 0,0-1,20-10,-1-2,-1 0,-1-2,0-1,-2 0,0-2,-1 0,-1-1,-2-1,7-12,-14 19,0 0,-2-1,0 0,-1-1,0 0,-2 0,0 0,-1 0,-1-1,-1 0,-1 0,0 0,-2 1,0-1,-1 0,-1-2,1 9,0 0,-1 1,-1-1,0 0,0 1,-1 0,-1 0,0 1,0-1,-1 1,-1 0,0 1,0 0,-1 0,0 1,-1 0,8 8,0 0,0 0,0 0,0 0,-1 0,1 0,0 0,0 1,-1 0,1-1,0 1,-1 0,1 0,-1 0,1 0,0 1,-1-1,1 1,0-1,0 1,-1 0,1 0,0 0,0 0,0 0,0 0,0 1,0-1,0 1,0-1,1 1,-1 0,1-1,-1 1,1 1,-43 74,30-38,2 0,2 1,1 0,2 1,2-1,2 1,1 0,5 41,-2-64,1 1,1 0,0-1,2 0,0 1,1-2,1 1,0-1,1 0,1 0,1-1,1-1,0 1,0-2,2 1,8 6,112 89,-132-110,1 1,-1-1,0 1,1-1,-1 1,0 0,0-1,0 1,0 0,0 0,0 0,0 0,0 0,0 0,0 0,-1 0,1 0,0 1,-1-1,1 0,-1 0,1 1,-1-1,1 0,-1 1,0-1,0 0,0 1,0-1,0 0,0 1,0-1,0 0,0 1,-1-1,1 0,-1 1,1-1,-1 0,1 0,-1 1,0-1,1 0,-1 0,0 0,0 0,0 0,0 0,-14 7,-1-4</inkml:trace>
  <inkml:trace contextRef="#ctx0" brushRef="#br0" timeOffset="539.106">615 716,'0'32,"-2"1,-2 0,0-1,-2 0,-9 26,10-50,8-27,78-261,-50 188,-31 91,0 0,1 0,-1 1,1-1,-1 0,1 0,-1 0,1 0,-1 1,1-1,0 0,-1 0,1 1,0-1,0 0,0 1,-1-1,1 1,0-1,0 1,0 0,0-1,0 1,0 0,0 0,0-1,0 1,0 0,0 0,0 0,0 0,0 0,0 1,0-1,0 0,0 0,0 1,-1-1,1 0,0 1,0-1,0 1,0-1,0 1,-1-1,1 1,0 0,0 0,-1-1,1 1,0 0,29 45,-20-20,-2 0,-1 0,-1 0,-1 1,-1 0,-1-1,-2 2,0-1,-3 9,2 4,2-1,1 1,7 32,0-41,-8-29</inkml:trace>
  <inkml:trace contextRef="#ctx0" brushRef="#br0" timeOffset="815.366">533 757,'18'2,"19"1,13 0,9-5,2-5,-1-3,-11 0</inkml:trace>
  <inkml:trace contextRef="#ctx0" brushRef="#br0" timeOffset="1096.617">997 374,'12'0,"10"0,9 0,9 0,3 0,3 0,-3 0,-4 0,-8 3,-9 2,-10 1</inkml:trace>
  <inkml:trace contextRef="#ctx0" brushRef="#br0" timeOffset="1345.483">1065 579,'19'5,"15"1,11 0,10-1,5-2,-2-1,-5-1,-9-1,-13 0</inkml:trace>
  <inkml:trace contextRef="#ctx0" brushRef="#br0" timeOffset="2010.256">1817 429,'-2'7,"1"0,-1 0,2 0,-1 0,1 0,0 0,0 0,1 0,0 0,0 0,1 0,0 0,0 0,1-1,0 1,0-1,0 0,1 0,-1 0,2 0,-1 0,1-1,0 0,0 0,0 0,0-1,1 1,0-1,0-1,0 1,1-1,-1 0,1 0,1-1,3 0,-1 0,1-2,0 1,0-1,-1-1,1 0,0 0,-1-1,1-1,-1 1,0-2,1 1,-2-2,1 1,0-1,-1-1,0 1,0-2,-1 1,1-1,-2-1,1 1,-1-1,0-1,0 1,-1-1,-1 0,1 0,-1-1,-1 0,0 0,0 0,-1 0,1-6,-4 10,1-1,-1 1,-1-1,1 0,-1 1,0 0,-1-1,1 1,-1 0,-1-1,1 1,-1 1,0-1,0 0,-1 1,0-1,0 1,0 0,-1 0,1 1,-1-1,0 1,0 0,-1 0,-4-2,2 1,-1 0,0 1,0 0,-1 0,1 1,-1 0,1 1,-1 0,0 1,0 0,0 0,0 1,0 0,0 1,1 0,-10 2,10 0,-1 1,1 0,0 0,0 1,0 0,1 0,-1 1,1 0,1 1,-1 0,1 0,0 1,1 0,0 0,0 0,1 1,0-1,0 1,1 1,0-1,1 1,0-1,0 1,1 0,0 0,1 0,0 0,1 0,0 1,0-1,1 0,1 0,0 0,0 0,1-1,1 4,15 28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49:57.0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1,'1'566,"-1"-560,-1-4,1 1,0 0,0-1,0 1,0 0,0-1,0 1,1 0,0-1,-1 1,1-1,0 1,0-1,0 1,0-1,1 0,-1 1,1-1,-1 0,2 1,-1-3,-1-1,1 0,-1 0,1 0,-1 0,0 0,1 0,-1 0,0 0,0 0,1-1,-1 1,0 0,-1-1,1 1,0-1,0 1,0-1,-1 1,1-1,-1 1,1-1,-1 0,0 0,1 0,11-34,-10 27,0 0,1 1,0-1,0 1,0 0,1 0,1 0,-1 0,1 1,1 0,-1 0,1 0,0 1,1 0,3-3,-7 7,0 1,0 0,1 0,-1 0,0 1,0-1,0 1,1 0,-1 0,0 0,1 0,-1 0,0 1,0 0,0-1,1 1,-1 0,0 1,0-1,0 0,-1 1,1 0,0-1,0 1,1 2,54 62,-55-63,-1 0,-1 0,1 1,0-1,-1 0,1 1,-1-1,0 1,0 0,-1-1,1 1,-1 0,1-1,-1 1,0 0,-1-1,1 1,-1 0,1-1,-1 1,0 0,0-1,-1 0,1 1,-1-1,0 0,0 1,0-1,0 0,0 0,-1 0,-7 4,0-1,-1 1,0-2,0 1,0-1,-1-1,1 0,-1-1,0 0,0-1,0 0,-1-1,1-1,0 0,0 0,-8-2,5-7,20 3</inkml:trace>
  <inkml:trace contextRef="#ctx0" brushRef="#br0" timeOffset="1142.486">547 439,'-13'-2,"-4"-2,0 1,-1 1,1 1,-1 1,1 0,-1 1,1 1,-6 1,20-2,-1 1,1-1,-1 1,1 0,-1-1,1 2,0-1,0 0,0 1,0-1,1 1,-1 0,1 0,-1 0,1 0,0 0,0 0,0 1,1-1,-1 1,1-1,0 1,0 0,0-1,1 1,-1 0,1 0,0-1,0 1,0 0,0 0,1 1,-1 0,1 0,0 1,0-1,0 0,0 1,1-1,0 0,0 0,1 0,-1-1,1 1,0-1,0 1,1-1,-1 0,1 0,0 0,0-1,0 1,1-1,-1 0,4 2,-2-3,0 0,-1-1,1 0,0 0,0 0,0 0,-1-1,1 0,0 0,0-1,0 0,0 0,0 0,-1 0,1-1,0 0,-1-1,0 1,1-1,-1 0,0 0,0 0,-1-1,1 0,-1 0,0 0,0 0,0-1,0 1,-1-1,0 0,0 0,0-1,-1 1,1 0,0-6,17-76,-20 98,1 0,1 0,0 0,0-1,1 1,1 0,-1-1,2 0,-1 0,1 0,1-1,0 1,0-1,1 0,0-1,7 7,-9-12,-1 0,1 0,0-1,-1 0,1 0,0 0,0 0,1-1,-1 0,0 0,0 0,1 0,-1-1,0 0,1 0,-1-1,0 0,1 1,-1-2,0 1,0-1,0 1,0-1,0-1,0 1,-1-1,1 0,-1 0,0 0,1 0,-1-1,-1 0,1 0,-1 0,1 0,-1 0,0-1,-1 1,1-1,-1 0,0 0,0-1,2-11,-1 0,-1 0,0 0,-1-1,-1 1,-2-10,1-19,3 43,-1 1,0-1,0 1,1-1,-1 1,1 0,0-1,0 1,0 0,0 0,0 0,0 1,0-1,1 0,-1 1,1-1,-1 1,1 0,-1 0,1 0,0 0,0 1,-1-1,1 1,0-1,0 1,0 0,-1 0,1 0,0 1,0-1,0 1,0-1,-1 1,1 0,0 0,0 0,7 0,6 0,0 0,-1 2,0-1,1 2,-1 0,0 1,-1 0,11 6,-22-7,1-1,-1 2,0-1,0 0,-1 1,1-1,-1 1,0 0,0 0,0 0,-1 0,0 0,0 0,0 0,0 0,-1 0,0 1,0-1,-1 0,1 0,-1 0,0 0,0 0,-1 2,-1 19,2-14,1-10,-1 1,0-1,1 0,0 1,-1-1,1 0,0 1,0-1,0 0,0 1,1-1,-1 1,1-1,-1 0,1 0,0 1,0-1,0 0,0 0,0 0,1 0,-1 0,1 0,-1 0,1 0,-1-1,1 1,0-1,0 1,0-1,1 1,8-1,1 0,-1-1,1 0,0-1,-1 0,1-1,-1 0,1-1,-1 0,0-1,0 0,-1 0,1-1,-1-1,4-3,51-27,-63 36,-1 0,1 0,-1 0,0 0,1 1,-1-1,0 0,1 1,-1-1,0 1,1-1,-1 1,0 0,0 0,1 0,-1-1,0 1,0 0,0 0,0 0,0 1,-1-1,1 0,0 0,0 0,-1 1,1-1,-1 0,1 1,-1-1,1 0,-1 1,11 16,-6-14,1 0,0-1,-1 1,1-1,0 0,1-1,-1 0,0 0,1 0,-1-1,1 1,0-2,-1 1,1-1,0 0,-1 0,1-1,0 0,-1 0,1 0,-1-1,0 0,1-1,-1 1,0-1,0 0,0-1,-1 1,1-1,-1 0,0-1,0 1,0-1,-1 0,-1 1,-1 0,0 0,0 0,-1 0,1-1,-1 1,0 0,0-1,0 1,-1-1,0 1,0-1,0 1,0-1,-1 1,1-1,-1 1,0 0,-1-1,1 1,-1 0,1 0,-2 0,1 0,0 0,-1 0,1 1,-1-1,0 1,0 0,0-1,-1 1,1 1,-1-1,0 1,0-1,0 1,0 0,0 0,0 1,0-1,-1 1,0 0,-3-1,1 0,-1 0,0 1,0 0,1 1,-1 0,0 0,0 0,1 1,-1 0,0 1,1 0,-1 0,1 0,0 1,-1 0,1 1,1 0,-1 0,0 0,1 1,0 0,0 0,1 0,-1 1,1 0,0 0,1 0,-1 1,1-1,1 1,-1 0,1 0,0 0,0 3,2-7,0 0,1 0,-1 0,1 0,-1 1,1-1,0 0,0 0,1 0,-1 1,1-1,0 0,-1 0,1 0,0 0,1 0,-1 0,1 0,-1 0,1-1,0 1,0 0,0-1,0 1,0-1,1 0,-1 0,1 0,-1 0,1 0,0-1,0 1,0-1,0 0,0 0,3 1,6 1,1 0,0-1,0 0,-1-1,1-1,0 0,0-1,0 0,10-3,25-5</inkml:trace>
  <inkml:trace contextRef="#ctx0" brushRef="#br0" timeOffset="1390.36">1598 29,'-18'2,"-14"6,-3 5,2 6,6 7,8 5,12 5,14 3,11 2,9 1,4 0,-2-7</inkml:trace>
  <inkml:trace contextRef="#ctx0" brushRef="#br0" timeOffset="1638.697">1640 520,'4'14,"5"9,2 3,0 0,0-3,3-3,6-4,6-5,11-5,8-6,6-7,3-9,-7-3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49:56.0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1 219,'80'10,"377"-6,-408 1,-44-8,-3-1</inkml:trace>
  <inkml:trace contextRef="#ctx0" brushRef="#br0" timeOffset="316.156">505 1,'-1'0,"1"1,-1 0,0-1,0 1,0 0,1-1,-1 1,0 0,1 0,-1 0,1 0,-1 0,1-1,-1 1,1 0,0 0,-1 0,1 0,0 0,0 0,0 0,0 0,-1 1,2-1,-1 0,0 0,0 0,0 0,0 0,1 0,-1 0,0 0,1 0,-1 0,1-1,-1 1,1 0,-1 0,1 0,0 0,0-1,-1 1,2 0,37 30,197 59,-232-89,-1 0,0 0,0 0,1 0,-1 1,0-1,0 1,0 0,0 0,-1 0,1 0,0 0,-1 1,0-1,1 1,-1-1,0 1,0 0,-1 0,1 0,0 0,-1 0,0 1,0-1,0 0,0 1,-1-1,1 1,-1-1,0 0,0 1,0-1,0 1,0-1,-1 3,-7 9,-1-1,0-1,-1 1,0-2,-1 1,-1-1,1-1,-2 0,0-1,0 0,-6 2,-2 4,-124 88,112-82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0:01.3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0 165,'25'2,"23"1,22 0,14-1,11 0,-1-4,-6 0,-14-3,-16-3,-20 0</inkml:trace>
  <inkml:trace contextRef="#ctx0" brushRef="#br0" timeOffset="276.4">410 0,'67'13,"-1"2,0 3,-1 3,-1 2,14 11,-66-29,-1 2,0 0,0 0,-1 1,0 0,0 1,-1 0,2 2,-9-8,1 0,-1 0,0 0,0 0,0 1,-1-1,1 0,-1 1,0 0,1-1,-2 1,1 0,0-1,-1 1,0 0,0 0,0-1,0 1,0 0,-1 0,0-1,1 1,-2 0,1-1,0 1,-1-1,1 1,-1-1,0 0,0 0,-14 17,0-2,-1 0,0-1,-2 0,0-2,-1 0,0-1,-7 2,-57 44,58-33,27-22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49:59.5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247 542,'-7'-3,"0"0,-1 0,0 1,1 0,-1 1,0-1,0 1,0 1,0-1,1 2,-1-1,0 1,0 0,0 0,0 1,1 0,-1 1,1 0,-1 0,1 0,0 1,0 0,1 0,-1 1,1 0,0 0,0 0,1 1,0 0,-1 0,2 0,-1 1,0 1,4-7,0 0,0 0,0 1,0-1,1 0,-1 1,0-1,1 1,-1-1,0 1,1-1,0 1,-1-1,1 1,0-1,0 1,0-1,0 1,0 0,0-1,0 1,1-1,-1 1,0-1,1 1,0-1,-1 1,1-1,0 1,-1-1,1 0,0 0,0 1,0-1,0 0,0 0,1 0,-1 0,0 0,0 0,1 0,-1 0,1-1,-1 1,1-1,-1 1,1-1,-1 1,1-1,-1 0,1 0,-1 1,2-1,13-1,0 0,-1-1,1 0,-1-1,1-1,-1-1,0 0,-1-1,1 0,-1-1,-1-1,1 0,-1-1,-1 0,1-1,-2-1,1 0,-13 12,1 0,-1-1,1 1,0 0,-1 0,1-1,0 1,0 0,0 0,0-1,-1 1,1 0,0 0,0-1,0 1,1 0,-1 0,0 0,0-1,0 1,0 0,1 0,-1-1,0 1,1 0,-1-1,1 1,-1 0,1-1,-1 1,1-1,-1 1,1-1,-1 1,1-1,0 1,-1-1,1 1,0-1,-1 0,1 0,0 1,0-1,-1 0,1 0,0 0,0 1,-1-1,1 0,0 0,0 0,0-1,-1 1,1 0,0 0,0 0,-1 0,1-1,0 1,-1 0,1-1,0 1,-1-1,1 1,0-1,-1 1,1-1,-1 1,1-1,0 0,4 244,42 135,-46-371,0 1,1 0,-1 1,0-1,0 0,-1 0,0 0,-1 1,0-1,0 0,-1 0,1 0,-2 0,1 0,-1-1,-1 1,1-1,-1 0,-4 5,7-10,-1-1,0 0,0 1,0-1,0 0,-1 0,1 0,0 0,0 0,-1 0,1-1,0 1,-1-1,1 0,-1 0,1 0,0 0,-1 0,1 0,-1-1,1 1,0-1,-1 1,1-1,0 0,0 0,0 0,-1 0,1-1,0 1,0 0,1-1,-1 1,0-1,-1-1,-48-71,43 51,2 0,0 0,2-1,1 1,0-1,2 0,1 0,0 0,2 0,1 1,1-1,1 1,1-1,1 2,1-1,1 1,1 0,0 1,2 0,1 1,0 0,2 1,0 0,1 2,1-1,0 2,1 1,9-6,-24 19,-2 0,1 0,-1 0,1 0,0 1,-1-1,1 1,0-1,0 1,0 0,0 0,0 0,0 0,0 0,0 0,1 0,-1 1,0-1,0 1,1 0,-1-1,0 1,1 0,-1 0,0 1,1-1,-1 0,0 1,0 0,0-1,2 2,33 69,-31-65,0-1,0 1,0-1,1 0,0-1,0 1,0-1,0-1,1 1,0-1,-1-1,1 1,0-1,0-1,0 1,0-2,1 1,-1-1,0 0,5-1,-12 1,1 0,-1 0,1 0,-1 0,1-1,-1 1,0 0,1-1,-1 1,1-1,-1 0,0 1,0-1,1 0,-1 0,0 0,0 0,0 0,0 0,0 0,0 0,0 0,0 0,0-1,-1 1,1 0,0-1,-1 1,1 0,-1-1,1 1,-1-1,0 1,0-1,0 1,0-1,0 1,0-1,0-1,-24-54,18 51,-1-1,1 1,-1 0,-1 0,1 1,-1 0,0 0,0 1,-1 0,1 0,-1 1,0 0,0 0,0 1,0 1,0-1,-1 2,1-1,0 1,0 0,-2 1,-15 12,25-12,1-1,0 1,0 0,0-1,-1 1,1-1,0 1,0 0,0-1,0 1,0-1,0 1,0 0,0-1,1 1,-1-1,0 1,0 0,0-1,1 1,-1-1,0 1,0-1,1 1,-1-1,1 1,-1-1,0 1,1-1,-1 0,1 1,-1-1,1 1,-1-1,1 0,-1 0,1 1,0-1,-1 0,1 0,-1 0,1 0,0 1,-1-1,1 0,0 0,21 6,0-1,1-1,-1-1,1-1,0 0,-1-2,13-2,-20 2,49-2</inkml:trace>
  <inkml:trace contextRef="#ctx0" brushRef="#br0" timeOffset="997.025">1135 584,'-26'-5,"-1"1,1 2,-1 1,1 1,-1 1,1 1,-1 1,-11 5,35-8,1 0,-1 0,1 1,0-1,0 1,-1 0,1 0,0-1,0 1,0 1,0-1,0 0,0 0,0 1,0-1,1 1,-1 0,0 0,1-1,-1 1,1 0,0 0,0 0,0 0,0 1,0-1,0 0,0 0,1 1,-1-1,1 0,0 0,-1 1,1-1,0 1,1-1,-1 0,0 1,1-1,-1 0,1 0,0 1,-1-1,1 0,0 0,0 0,1 0,-1 0,0 0,1 0,0 0,8 4,1-1,0-1,0 0,0 0,0-1,1-1,-1 0,1 0,0-1,-1-1,1 0,0 0,0-1,0-1,94-28,-105 30,-1 0,1 0,-1 0,1 0,-1 0,0 1,1-1,-1 0,1 0,-1 0,0 0,1 1,-1-1,1 0,-1 0,0 1,1-1,-1 0,0 1,1-1,-1 0,0 1,0-1,0 1,1-1,-1 0,0 1,0-1,0 1,0-1,1 1,-1-1,0 0,0 1,0-1,0 1,0-1,0 1,0-1,-1 1,1-1,0 0,0 1,0-1,0 1,0-1,-1 0,1 1,0-1,0 1,-1 7,4-5,-1 0,0 0,1-1,0 1,-1-1,1 0,0 1,0-2,0 1,1 0,-1 0,0-1,1 0,-1 0,1 0,-1 0,1 0,-1-1,1 1,-1-1,1 0,0 0,-1-1,1 1,0-1,6 1,0-1,0 0,0 0,0-1,0 0,0-1,0 0,-1-1,0 0,0 0,0-1,0 0,0-1,-1 0,0 0,-1 0,1-1,-1-1,0 1,-1-1,0 0,0 0,-1-1,0 0,0 0,-1 0,3-9,5-22,0 0,-3-1,-1 0,-2 0,-2-1,-2 0,-2 0,-2-14,2 40,-1-1,-1 1,0-1,-1 1,-1 0,0 0,-1 0,-5-8,10 22,-1 0,1 0,-1 0,0 0,0 1,0-1,0 0,0 1,0-1,0 1,0-1,-1 1,1-1,-1 1,1 0,-1 0,0 0,1 0,-1 0,0 0,0 0,1 0,-1 1,0-1,0 1,0-1,0 1,0 0,0 0,0 0,0 0,0 0,0 0,0 1,0-1,1 0,-1 1,0 0,0-1,-1 2,-6 7,0 0,1 0,0 1,0 1,1-1,1 1,-1 0,2 1,0-1,0 1,1 0,0 0,1 1,1-1,-1 5,-4 14,1 1,1 0,2 1,1-1,1 0,2 1,2-1,5 32,-5-50,0 1,1-1,1 0,0 0,1 0,0-1,1 0,1 0,0 0,0-1,1 0,1-1,0 0,1-1,0 0,0 0,1-1,0-1,1 0,8 4,-6-6,0 0,0-1,0 0,1-1,0-1,0 0,0-1,0-1,0-1,4 0,-12 0,1-1,-1 0,1 0,-1-1,0 0,1 0,-1-1,0 0,-1-1,1 1,0-2,-1 1,0-1,0 0,0 0,-1-1,0 0,0 0,5-6,-10 10,1 0,-1 1,0-1,0 0,1 0,-1 0,0 0,-1 0,1 0,0 0,0 0,-1 0,1 0,-1 0,0-1,0 1,0 0,0 0,0 0,0 0,0-1,-1-1,-1 5,0-1,1 0,-1 1,1 0,-1-1,1 1,-1 0,1 0,-1-1,1 1,0 0,-1 1,1-1,0 0,0 0,0 0,0 1,0-1,0 1,0-1,0 0,1 1,-1 0,1-1,-1 1,1-1,-1 1,1 0,0-1,0 1,-1 1,1-1,-1 1,1-1,0 0,0 1,0-1,0 0,0 1,1-1,-1 1,1-1,0 0,-1 0,1 1,0-1,0 0,0 0,1 0,-1 0,0 0,1 0,0 0,-1-1,1 1,0 0,0-1,0 1,0-1,0 0,0 0,0 0,0 0,1 0,78 18,-69-19,-1 0,1 0,-1-1,0-1,0 0,1 0,-1-1,-1 0,1-1,0-1,4-2,-10 5,-1-1,0 0,0 1,0-1,0-1,0 1,-1 0,0-1,1 0,-1 0,-1 0,1 0,0 0,-1-1,0 1,0-1,0 1,-1-1,0 0,1 0,-2 0,1 1,0-1,-1 0,0 0,0 0,-1-3,-1 0,0 0,0 0,0 0,-1 0,-1 1,1-1,-1 1,0-1,-1 1,0 1,0-1,0 1,-1 0,0 0,0 0,-1 1,1 0,-1 0,0 1,-1-1,1 2,-1-1,1 1,-1 0,0 1,0 0,-1 0,1 1,0 0,0 0,-1 1,1 0,0 0,-1 1,1 0,0 1,0-1,-1 2,2-1,-1 1,0 0,0 1,1 0,0 0,0 1,0 0,-1 1,5-4,0 0,0 1,1-1,-1 1,0 0,1 0,0 0,-1 0,1 0,0 1,1-1,-1 1,1-1,-1 1,1 0,0-1,1 1,-1 0,0 0,1 0,0-1,0 1,0 0,1 0,-1 0,1-1,0 1,0 0,0 0,0-1,1 1,0-1,-1 1,1-1,0 0,1 0,-1 0,0 0,1 0,0 0,3 2,2 0,1-1,-1 0,1 0,1 0,-1-1,0-1,1 1,-1-2,1 1,0-1,0-1,7 0,27-2</inkml:trace>
  <inkml:trace contextRef="#ctx0" brushRef="#br0" timeOffset="1259.081">1996 242,'-12'16,"-4"12,1 9,6 5,8 0,5-8</inkml:trace>
  <inkml:trace contextRef="#ctx0" brushRef="#br0" timeOffset="1520.09">2104 679,'16'9,"11"3,7 0,4-5,6-5,2-9,3-7,-3-6,-9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0:06.7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1 258,'66'-38,"-44"26,1-1,-2 0,0-2,-1 0,0-2,-1 0,1-3,-17 17,0 0,0-1,0 0,-1 0,1 0,-1 0,0 0,0 0,0 0,0-1,-1 1,0-1,0 1,0-1,0 0,-1 1,0-1,0-3,0 7,0 1,0-1,-1 0,1 1,0-1,0 0,0 1,-1-1,1 1,0-1,-1 0,1 1,-1-1,1 1,0-1,-1 1,1-1,-1 1,1 0,-1-1,0 1,1-1,-1 1,1 0,-1 0,0-1,1 1,-1 0,0 0,1 0,-1 0,0 0,1 0,-1 0,0 0,1 0,-1 0,0 0,1 0,-1 0,0 0,1 1,-1-1,0 0,1 0,-1 1,1-1,-1 1,1-1,-1 0,1 1,-1-1,1 1,-1-1,1 1,-1 0,1-1,-27 33,24-28,0 0,0 1,0-1,1 1,0 0,0 0,0 0,1 0,0 0,0 0,0 0,1 1,0-1,0 0,1 0,0 0,0 0,0 0,1 0,0 0,0 0,0 0,1 0,0-1,0 0,0 1,1-1,-1 0,1 0,1-1,-1 0,0 1,1-1,3 2,88 36,-48-29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0:09.5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311 531,'-14'-8,"0"1,-1 1,1 0,-1 1,0 1,-1 0,1 1,-1 1,-2 0,11 1,1 1,-1 0,0 1,1-1,-1 1,0 0,1 1,-1 0,1 0,0 0,-1 1,1 0,0 0,1 0,-1 1,0 0,1 0,0 0,0 1,0 0,1 0,-2 2,4-5,0 0,0 0,1 0,-1 0,0 0,1 0,0 1,0-1,-1 0,1 1,1-1,-1 1,0 0,0-1,1 1,0 0,-1-1,1 1,0 0,1-1,-1 1,0 0,1-1,-1 1,1-1,0 1,0-1,0 1,0-1,0 1,1-1,-1 0,1 0,-1 1,1-1,0 0,0-1,0 1,0 0,1 1,3-1,0 0,0-1,-1 1,1-1,0 0,0 0,0-1,1 0,-1 0,0 0,0-1,0 0,0 0,0 0,-1-1,1 0,0 0,2-2,95-59,-87 47,-1 0,-1-1,0-1,-1-1,-1 1,-1-2,-1 0,0 0,-2-1,0 0,-2 0,0-1,-1 0,-1 0,-2 0,0 0,-1-1,-1 1,-1-1,-1 1,-5-21,7 40,-1-4,1 0,-1 0,0 0,-1 0,0 0,0 0,-1 1,1-1,-1 1,-1-1,1 1,-1 0,-4-4,8 10,-1-1,0 1,1 0,-1-1,0 1,0 0,1-1,-1 1,0 0,0 0,0 0,1 0,-1 0,0 0,0 0,0 0,0 0,1 0,-1 0,0 0,0 1,1-1,-1 0,0 0,0 1,1-1,-1 1,0-1,1 1,-1-1,0 1,1-1,-1 1,1-1,-1 1,1 0,-1-1,1 1,-1 0,1 0,0-1,-1 1,1 0,0 0,-9 19,1 0,1 0,1 1,0 0,2 0,1 0,0 0,1 20,1-28,-4 20,2 1,1 0,2-1,1 1,1 0,2-1,2 0,8 29,-12-56,0-1,0 0,1 1,-1-1,1 0,0 0,1-1,-1 1,1-1,0 1,0-1,0 0,1-1,-1 1,1-1,0 0,0 0,0 0,0-1,1 0,-1 0,1 0,-1-1,1 1,-1-1,1-1,0 1,0-1,-1 0,1 0,6-2,-2-1,0 0,0-1,0 0,0-1,0 0,-1-1,0 0,0-1,-1 1,1-2,-1 1,-1-1,0 0,0-1,0 1,-1-1,-1-1,1 1,-2-1,1 0,-1 0,-1-1,0 1,0-1,-1 1,0-2,-4-32,2 43,0 1,0-1,-1 0,1 0,0 1,0-1,0 0,-1 0,1 1,0-1,-1 0,1 1,0-1,-1 0,1 1,-1-1,1 1,-1-1,1 0,-1 1,0-1,1 1,-1 0,0-1,1 1,-1 0,0-1,1 1,-1 0,0 0,0-1,1 1,-1 0,0 0,0 0,1 0,-1 0,0 0,0 0,0 0,1 0,-1 1,0-1,0 0,1 0,-1 1,0-1,1 1,-1-1,0 0,1 1,-6 4,1 0,1 1,-1 0,1-1,0 1,0 1,1-1,0 1,0-1,0 1,1 0,0 0,0 0,1 0,0 0,0 0,1 2,0-3,0 0,0 0,0 0,1 0,0 0,0 0,1 0,0-1,0 1,0 0,0-1,1 0,0 1,0-1,1 0,-1-1,1 1,0-1,0 1,1-1,-1 0,1-1,0 1,0-1,0 0,1 0,-1 0,8 3,1 0,-1-1,1-1,0 0,0-1,0 0,0-1,1-1,-1 0,13-1,-18 0,0 0,0-1,0 0,0 0,-1-1,1 0,0-1,-1 0,1 0,-1-1,0 0,0 0,-1-1,1 0,-1 0,0-1,0 1,-1-2,0 1,0-1,0 0,-1 0,0-1,-1 1,1-1,-1 0,-1-1,0 1,0-1,3-86,-6 95,0 0,0 0,0 0,-1 1,1-1,0 0,0 0,-1 0,1 0,0 0,-1 0,1 0,0 0,0 0,-1 0,1 0,0 0,0 0,-1 0,1 0,0 0,-1 0,1 0,0 0,0 0,-1 0,1 0,0 0,0-1,-1 1,1 0,0 0,0 0,0 0,-1-1,1 1,0 0,0 0,0 0,0-1,-1 1,1 0,0 0,0-1,0 1,0 0,0-1,0 1,0 0,0 0,0-1,0 1,0 0,0 0,0-1,0 1,0 0,0-1,0 1,0 0,0 0,-8 24,1 27,2 0,2 0,3 12,0-25,14 482,-21-475,1-50,-17-119,9-37,8-1,7-35,-1 174,1 0,0 0,2 1,1-1,1 1,6-19,-11 39,1 0,-1 0,1 0,0-1,0 1,0 0,0 0,0 1,0-1,1 0,-1 0,0 1,1-1,-1 0,1 1,0-1,0 1,-1 0,1 0,0 0,0 0,0 0,0 0,0 0,1 1,-1-1,0 1,0-1,0 1,0 0,1 0,-1 0,0 0,0 0,0 1,1-1,16 7,-1 0,0 1,-1 1,0 1,0 0,-1 1,0 1,0 1,-10-8,7 4,-5-4,0 0,0 1,0 0,-1 0,0 1,0 0,-1 0,1 1,-2 0,1 0,-1 0,0 1,-1 0,-4-6,-1 1,-1-1,1 0,0 1,-1-1,1 0,-1 0,0 0,0-1,0 1,-1 0,1-1,-1 1,1-1,-1 0,0 0,0 0,0 0,0 0,0-1,0 1,0-1,-1 0,1 0,0 0,-1-1,1 1,-1-1,-1 1,2 0,-102 21,92-22,10-1</inkml:trace>
  <inkml:trace contextRef="#ctx0" brushRef="#br0" timeOffset="281.76">1553 640,'5'3,"6"0,6-3,0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0:06.4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0,'2'19,"2"15,1 11,0 5,0 1,-1-4,-2-4,-1-13,0-11</inkml:trace>
  <inkml:trace contextRef="#ctx0" brushRef="#br0" timeOffset="865.709">329 82,'26'67,"-10"-28,-1 1,-2 1,-2 0,-2 0,-1 2,8-107,-6 26,1 0,2 1,2 1,1 0,2 1,7-9,-24 44,-1-1,0 0,0 0,0 0,0 0,1 0,-1 0,0 0,1 0,-1 1,0-1,1 0,-1 0,1 0,-1 1,1-1,0 0,-1 0,1 1,0-1,-1 1,1-1,0 0,0 1,-1 0,1-1,0 1,0-1,0 1,0 0,0 0,0-1,0 1,-1 0,1 0,0 0,0 0,0 0,0 0,0 0,0 0,0 1,0-1,0 0,0 1,-1-1,1 0,0 1,0-1,0 1,0-1,7 94,-8-84,0 0,1-1,0 1,0 0,1 0,1 0,0-1,0 1,0-1,1 0,1 0,0 0,0-1,0 1,1-1,1-1,-1 1,1-1,0 0,1 0,0-1,0 0,0-1,5 3,-2-4,0-1,0 0,1-1,-1 0,1 0,-1-1,1-1,0 0,-1-1,1 0,2-1,30-6</inkml:trace>
  <inkml:trace contextRef="#ctx0" brushRef="#br0" timeOffset="1302.578">1080 68,'-7'0,"0"0,1 0,-1 0,0 0,1 1,-1 1,1-1,-1 1,1 0,0 0,0 1,-1-1,2 1,-1 1,0-1,1 1,0 0,-1 1,2-1,-1 1,0 0,1 0,0 0,0 0,1 1,-1 0,1 0,0 0,1 0,0 0,0 1,0-1,1 0,-1 1,1 0,1-1,0 1,0 0,0-1,1 7,1-7,0 1,1-1,0 0,0 0,0 0,0-1,1 1,0-1,0 0,1 0,-1 0,1-1,0 1,0-1,1 0,-1-1,1 1,0-1,0 0,0 0,0-1,2 0,9 4,1-1,0-1,0-1,0 0,0-2,0 0,11-1,-11 0,0-1,-1-1,1-1,-1 0,0-1,0-1,0 0,0-2,-1 1,0-2,-1-1,0 0,0 0,-1-2,0 0,0 0,-2-1,1-1,-1 0,-1-1,9-14,-17 21,0 0,0 1,-1-1,0 0,0-1,-1 1,1 0,-2 0,1-1,-1-2,0 8,0 0,0 0,0 0,0-1,-1 1,1 0,-1 0,1 0,-1 1,0-1,0 0,0 0,0 0,0 0,0 1,-1-1,1 1,0-1,-1 1,1-1,-1 1,1 0,-1-1,0 1,0 0,0 0,1 1,-1-1,0 0,0 0,0 1,0-1,0 1,0 0,0 0,-1 0,1 0,0 0,-3 1,0-1,1 2,0-1,-1 0,1 1,0 0,0 0,-1 0,2 1,-1-1,0 1,0 0,1 0,0 0,-1 0,1 1,0-1,1 1,-1 0,1 0,0 0,-1 0,2 0,-1 1,0-1,1 0,0 1,0-1,1 1,-1 0,1-1,0 1,0-1,0 1,1 0,-1-1,1 1,0-1,1 1,-1-1,1 0,0 2,8 3,-1-1,1 0,0-1,1 0,0-1,0 0,0 0,1-1,-1-1,1 0,0-1,1 0,-1-1,0 0,1-1,-1 0,1-1,0 0,4-2,2 2,0-1,0-1,0-1,0-1,0 0,-1-2,12-4,9-7</inkml:trace>
  <inkml:trace contextRef="#ctx0" brushRef="#br0" timeOffset="1793.26">1886 0,'-2'44,"2"0,3 0,1 0,2-1,3 9,-3-20,-1 1,15 77,-6 0,-4 0,-4 79,-6-187,0 8,0 0,-1 0,0 1,0-1,-1 0,0 0,-1 0,0-1,-1 1,0-1,0 0,-1 1,4-9,1 0,0 0,-1-1,1 1,-1 0,1 0,-1-1,1 1,-1 0,0-1,1 1,-1 0,0-1,0 1,1-1,-1 1,0-1,0 0,0 1,0-1,0 0,1 0,-1 1,0-1,0 0,0 0,0 0,0 0,0 0,0 0,0 0,0-1,1 1,-1 0,0 0,0-1,0 1,0 0,0-1,1 1,-1-1,0 1,0-1,1 0,-1 1,0-1,1 0,-1 1,1-1,-1 0,1 0,-1 1,1-1,-1 0,1 0,-21-52,9-7,3 0,2-1,3 1,3-1,3-18,0 20,3-1,2 1,3 1,12-42,-19 90,0 1,0-1,1 1,0 0,1 0,0 1,0-1,5-4,-7 10,-1 0,1 1,-1-1,1 1,0 0,0 0,0 0,0 0,1 0,-1 1,0 0,1-1,-1 1,1 0,-1 1,1-1,0 1,-1-1,1 1,-1 0,1 0,0 1,-1-1,1 1,0 0,17 6,-1 1,1 1,-2 1,1 0,-1 2,-1 0,0 1,9 10,-10-11,-1 1,-1 0,0 1,-1 1,0 1,3 5,-15-19,-1 0,0 0,1 0,-1 0,0 0,0 0,0 0,0 0,0 0,0 1,-1-1,1 0,-1 1,1-1,-1 0,0 1,0-1,0 0,0 1,-1-1,1 0,-1 1,1-1,-1 0,0 0,0 1,0-1,0 0,0 0,0 0,-1 0,1 0,0-1,-1 1,0 0,1-1,-1 1,-1 0,-13 7,-1 0,-1-1,1-1,-1 0,-1-2,1 0,-1-1,0-1,-6 0,19-2,-97 12,63-11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0:13.2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258 698,'-10'-1,"0"1,-1-1,1 2,0-1,0 1,0 1,0 0,0 0,0 1,1 0,-1 1,1 0,0 1,0 0,0 0,1 1,-1 0,1 0,1 1,-1 0,1 0,1 1,-1 0,1 0,1 0,-1 1,2 0,-5 9,8-16,-1 1,1 0,-1-1,1 1,0 0,1 0,-1-1,0 1,1 0,-1 0,1 0,0 0,0 0,0 0,0 0,1-1,-1 1,1 0,0 0,0 0,0 0,0-1,0 1,0 0,1-1,-1 1,1-1,0 0,0 0,0 1,0-1,0 0,0 0,1-1,-1 1,0 0,3 0,-1-1,1 0,0-1,-1 1,1-1,0 0,0 0,-1-1,1 1,0-1,-1 0,1 0,-1-1,1 1,-1-1,1 0,-1 0,0-1,0 1,0-1,0 0,1-1,68-76,-55 47,-2 0,-1-2,-1 0,-2-1,-2 0,-1 0,-2-1,-1 0,0-33,0-145,-15 169,9 46,-1 0,1-1,0 1,0 0,-1 0,1 0,0-1,-1 1,1 0,0 0,-1 0,1 0,0-1,-1 1,1 0,-1 0,1 0,0 0,-1 0,1 0,-1 0,1 0,0 0,-1 0,1 0,0 1,-1-1,1 0,0 0,-1 0,1 0,0 1,-1-1,1 0,0 0,-1 1,1-1,0 0,0 0,-1 1,1-1,0 0,0 1,-1-1,1 0,0 1,0-1,0 0,0 1,0-1,0 1,0-1,0 0,0 1,-1-1,2 0,-1 1,0-1,0 1,0-1,0 0,0 1,-17 115,17-96,-4 33,2-1,3 1,2-1,3 0,1 0,3 0,3-1,1 0,3-1,2 0,23 7,-41-55,1-1,-1 0,1 0,-1 0,1-1,-1 1,1 0,0 0,0-1,-1 1,1-1,0 0,0 1,0-1,0 0,0 0,-1 0,1 0,0-1,0 1,0 0,-1-1,1 1,0-1,0 0,-1 1,1-1,0 0,-1 0,1 0,-1 0,1-1,-1 1,0 0,1 0,-1-1,8-10,-1-1,0 1,-1-1,0-1,-1 1,-1-1,0 0,0-1,-2 1,0-1,-1 0,0 1,-1-1,0 0,-2-4,1-153,0 171,0 0,0 0,0 1,0-1,0 0,0 0,0 0,0 0,0 0,1 1,-1-1,0 0,0 0,1 0,-1 1,1-1,-1 0,1 0,-1 1,1-1,-1 0,1 1,-1-1,1 0,0 1,-1-1,1 1,0-1,0 1,-1 0,1-1,0 1,0 0,0-1,0 1,-1 0,1 0,0 0,0 0,0 0,0 0,0 0,-1 0,2 0,39 16,-33-12,18 7,0 2,0 1,-2 1,0 1,-1 2,0 0,9 10,-28-22,1 1,-1-1,0 1,0 0,-1 0,1 0,-2 0,1 1,-1-1,0 1,-1-1,0 1,0 0,0 0,-1 2,3 19,-2-25,0 0,0 0,0 0,0 0,1-1,0 1,0 0,0-1,0 1,0-1,1 0,-1 0,1 0,0 0,0 0,0-1,0 1,1-1,-1 0,1 0,-1 0,1 0,0-1,0 1,0-1,-1 0,1 0,0-1,1 1,-1-1,0 0,0 0,3 0,7 0,1 0,-1-1,0 0,0-1,0-1,0 0,0-1,-1-1,1 0,-1-1,-1 0,12-8,-17 11,-1-1,0 0,0-1,-1 1,1-1,-1 0,0-1,0 1,-1-1,0 0,0 0,0 0,-1-1,0 1,0-1,0 0,-1 0,0 0,0 0,-1 0,0 0,-1 0,1-1,-1 1,-1-7,1 13,1 0,-1-1,0 1,0 0,1-1,-1 1,0-1,0 1,-1 0,1-1,0 1,0 0,-1 0,1-1,-1 1,1 0,-1 0,1-1,-1 1,0 0,0 0,1 0,-1 0,0 0,0 0,0 0,0 0,0 0,0 1,-1-1,1 0,0 1,0-1,0 1,-1-1,1 1,0 0,-1-1,1 1,0 0,-1 0,1 0,0 0,-1 0,1 0,0 0,-1 0,1 1,0-1,-1 1,1-1,0 1,-1-1,-2 5,0 0,1 0,-1 1,1-1,0 1,0 0,1 0,0 0,0 0,0 0,1 0,0 0,0 1,0-1,1 1,0-1,0 0,1 1,0-1,0 0,0 0,1 1,0-1,0 0,0 0,1-1,0 1,0 0,4 4,0-2,1-1,0 0,0 0,1-1,0 0,0 0,0-1,1 0,-1-1,1 0,0 0,1-1,4 1,141 17,-119-20,-1-2,1-1,0-1,26-7,-9-3</inkml:trace>
  <inkml:trace contextRef="#ctx0" brushRef="#br0" timeOffset="1091.839">1815 766,'-11'-6,"0"0,0 0,0 1,-1 1,0 0,0 0,0 1,0 1,0 0,0 0,-1 1,1 1,-1 0,1 1,0 0,-1 1,-11 3,21-4,-1 1,1-1,0 1,0 0,-1-1,1 2,1-1,-1 0,0 0,0 1,1 0,-1-1,1 1,0 0,0 0,0 0,0 1,1-1,-1 0,1 1,0-1,0 1,0-1,0 1,1-1,-1 1,1 0,0-1,0 1,1 0,-1-1,1 1,-1-1,1 1,0 0,0-1,1 0,-1 1,1-1,0 0,0 0,0 0,1 2,7 1,-1 0,1-1,1 0,-1-1,1 0,-1 0,1-1,0-1,0 0,1 0,-1-1,0-1,0 0,1 0,-1-1,0 0,0-1,5-2,-13 4,1 0,-1-1,0 0,1 0,-1 0,0 0,0 0,0 0,0-1,0 0,0 1,0-1,0 0,-1-1,1 1,-1 0,0-1,1 1,-1-1,0 0,-1 0,1 1,0-1,-1 0,1-1,-1 1,0 0,0-1,-1 4,0 1,0-1,-1 0,1 0,0 0,0 1,0-1,0 0,0 0,-1 0,1 1,0-1,0 0,0 0,-1 0,1 0,0 0,0 1,0-1,-1 0,1 0,0 0,0 0,-1 0,1 0,0 0,0 0,-1 0,1 0,0 0,0 0,-1 0,1 0,0 0,0 0,-1 0,1 0,0 0,0-1,0 1,-1 0,1 0,0 0,0 0,0 0,-1-1,1 1,0 0,0 0,0 0,0-1,0 1,-1 0,1 0,0 0,0-1,0 1,0 0,0 0,0-1,0 1,0 0,0 0,0-1,0 1,0 0,-10 19,9-15,1-1,0 0,0 1,0-1,0 0,1 1,-1-1,1 0,0 1,0-1,0 0,0 0,1 0,-1 0,1 0,0 0,0 0,0-1,0 1,0 0,0-1,1 0,0 0,-1 0,1 0,0 0,0 0,0 0,0-1,0 0,8 5,0-2,0 0,0 0,0-1,1 0,-1-1,1 0,3-1,-8 0,1-1,-1 1,1-1,-1-1,1 1,-1-1,0-1,1 1,-1-1,0-1,0 1,0-1,0 0,-1-1,1 0,-1 0,0 0,0 0,0-1,-1 0,1-1,-1 1,0-1,-1 0,0 0,0-1,0 1,-1-1,1 1,-2-1,1 0,1-7,-1 2,-1-1,0 0,-1 0,0 0,-1 0,0 0,-2-9,1 22,1 0,0 0,-1-1,1 1,0 0,0 0,-1 0,1 0,0 0,-1 0,1 0,0 0,-1 0,1 0,0 0,-1 0,1 0,0 0,-1 0,1 0,0 0,-1 0,1 0,0 0,0 0,-1 1,1-1,0 0,-1 0,1 0,0 1,0-1,-1 0,1 0,0 0,0 1,0-1,0 0,-1 1,1-1,0 0,0 0,0 1,0-1,0 0,0 1,0-1,0 0,0 1,-1-1,1 0,1 1,-1-1,0 0,0 1,0-1,0 0,0 1,0-1,0 0,0 0,0 1,1-1,-1 0,0 1,-10 35,2 2,2-1,1 1,2 0,2 29,0-42,0 20,2 1,1-1,3 0,2 0,1 0,3-1,10 25,-12-54,-7-34,-51-190,31 135,2 0,4-2,0-42,11 113,0 1,0 1,1-1,-1 1,0-1,1 1,0-1,0 1,0-1,1 0,-1 1,1-1,-1 1,1-1,0 1,1-1,-1 1,1 0,-1 0,1 0,0 0,0 0,0 0,1 0,-1 0,1 1,-1-1,1 1,0 0,0 0,1 0,5 2,1 0,0 0,0 2,-1-1,1 1,-1 0,0 1,1 0,-1 1,0 0,-1 0,1 1,-1 0,5 4,-1-1,-1 0,0 0,0 1,-1 0,-1 1,1 0,-1 1,-1-1,0 2,-1-1,6 12,-12-20,1-1,-1 1,0-1,0 1,0-1,-1 1,1 0,0 0,-1-1,0 1,0 0,0 0,0 0,0-1,0 1,-1 0,1 0,-1-1,0 1,0 0,0-1,0 1,0-1,-1 1,1-1,-1 0,1 1,-1-1,0 0,0 0,0 0,0-1,0 1,-1 0,1-1,0 1,-1-1,1 0,-1 0,-4 2,1-1,-1 0,0 0,0 0,0-1,0-1,0 1,0-1,0 0,0 0,0-1,0 0,0 0,0-1,-5-2,8 3,0 0,1-1,-1 0,0 1,1-1,-1-1,1 1,0 0,0-1,0 0,0 1,0-1,1 0,-1-1,1 1,0 0,0-1,0 1,0-1,1 0,0 1,-1-1,1 0,0 0,1 0,-1 0,1 0,0-2,2-8,1 0,1 1,0 0,0 0,2 0,0 0,0 1,1 0,0 0,1 1,1 0,9-10,1-4,39-56,-3-1,14-36,-53 87,0-1,-3-1,0 0,-3-1,0 0,-3 0,0-1,-1-16,-5 45,0 0,0 0,0 0,-1 0,0 0,-1-1,1 1,-1 0,0 0,-1 0,0 0,0 0,0 1,0-1,-1 0,0 1,0 0,0 0,-1 0,0 0,0 0,0 1,1 3,0 0,0 1,0 0,0 0,0 0,1 0,-1 0,0 0,0 1,0 0,0-1,1 1,-1 0,0 0,1 1,-1-1,1 0,-1 1,1 0,-1-1,1 1,0 0,0 0,0 0,0 1,0-1,1 0,-1 1,1-1,-1 1,1-1,0 1,0 0,0 0,1-1,-1 2,-9 25,1 1,1 0,2 0,1 0,1 1,1 0,2 0,2 0,0 0,3 0,1 7,10 48,4 0,4-1,3-2,4 0,8 9,-27-68,14 61,-27-72</inkml:trace>
  <inkml:trace contextRef="#ctx0" brushRef="#br0" timeOffset="1598.001">2197 630,'490'71,"-282"-37,10 2,-204-30,-30-2,-60 1,-114 18,187-23,-1 1,0-1,1 0,-1 1,0 0,1 0,-1 0,1 0,0 1,-1-1,1 1,0 0,0 0,0 0,0 0,0 1,0-1,1 1,-1 0,1 0,0 0,0 0,0 0,0 0,0 0,1 1,0-1,-1 0,1 1,0-1,1 1,-1 0,0 2,5 1,0-1,0 1,0-1,1-1,0 1,0 0,1-1,-1 0,1-1,0 1,0-1,1 0,-1-1,1 1,0-1,0 0,0-1,0 0,1 0,4 0,9 4,0 0,1-2,-1-1,1 0,0-2,-1 0,1-1,0-2,0 0,-1-1,14-4,-33 6,0 1,0-1,0 1,0-1,0 0,0 0,0 1,0-1,-1-1,1 1,0 0,-1 0,1-1,-1 1,1-1,-1 1,0-1,0 1,1-1,-1 0,0 0,0 0,-8 5,8 1,1 1,0-1,-1 0,1 0,1 0,-1-1,0 1,1 0,0-1,0 1,0-1,0 0,1 0,-1-1,1 1,0 0,-1-1,1 0,0 0,0 0,1-1,-1 1,0-1,4 0,23 9,1-1,0-2,0-2,0 0,1-3,2 0,117-13,-99-3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0:10.4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79 776,'33'-53,"-2"-1,-2-2,-3-1,-3-1,-2-1,-2 0,-3-2,-3 0,-3-1,-1-12,-18-6,8 78,1 0,-1 0,0 0,0 0,0-1,0 1,0 0,0 1,-1-1,1 0,-1 0,1 1,-1-1,0 0,1 1,-1 0,0-1,0 1,0 0,0 0,0 0,0 0,-1 0,1 1,0-1,0 1,-1-1,1 1,0 0,0 0,-1 0,0 0,-5 3,0 0,0 0,1 0,-1 1,1 0,0 1,0 0,0 0,1 0,-1 1,1 0,1 0,-1 0,1 1,0 0,1 0,-2 2,-11 18,1 0,1 0,1 1,2 1,1 1,1-1,2 2,1-1,1 1,1 0,2 0,1 1,2-1,1 0,3 17,-3-35,1 0,1 0,0 0,0 0,1 0,1-1,0 1,1-1,0-1,1 1,0-1,1 0,0-1,1 1,0-2,0 1,1-1,1-1,-1 0,1 0,1-1,-1-1,1 0,11 4,-13-6,0-1,0 0,0 0,1-1,0 0,-1-1,1-1,0 1,-1-2,1 1,0-2,-1 1,1-1,-1-1,1 0,-1 0,0-1,-1-1,1 1,-1-1,1-1,-1 0,-1 0,1-1,-1 0,-1-1,1 1,-1-1,0-1,-1 1,1-4,-2 3,-1 0,0-1,-1 1,0-1,0 0,-1 0,0 0,-1-1,0-8,0 15,-1 0,-1 0,1-1,0 1,-1 0,0 0,0 0,0 0,-1 0,1 0,-1 0,0 0,0 1,0-1,-1 1,1-1,-1 1,0 0,1 0,-2 0,1 0,0 1,0-1,-1 1,0 0,1 0,0 1,-1-1,1 1,-1 0,1 1,-1-1,0 0,1 1,-1 0,1 0,-1 0,0 0,1 1,-1-1,1 1,-1 0,1 0,-1 0,1 1,0-1,-1 1,1-1,0 1,0 0,0 1,0-1,1 0,-1 1,1 0,-1-1,1 1,-2 3,-1 1,0 0,1 0,0 0,0 1,0-1,1 1,0 0,1 0,0 0,0 0,0 1,1-1,0 8,2-10,-1 0,1-1,0 1,0 0,1 0,-1-1,1 1,1-1,-1 1,1-1,0 0,0 0,0 0,1 0,-1-1,1 1,0-1,1 0,-1 0,1-1,0 1,0-1,0 0,0 0,0-1,1 0,-1 0,1 0,0 0,1-1,8 3,0-2,0 0,0 0,0-1,0-1,1-1,-1 0,0-1,0-1,0 0,4-2,-11 3,1-1,-1 0,1 0,-1-1,0 0,-1 0,1-1,-1 0,0-1,0 1,0-2,-6 7,-1 0,1-1,-1 1,1-1,-1 1,0 0,1-1,-1 1,1-1,-1 1,0-1,1 0,-1 1,0-1,0 1,0-1,1 0,-1 1,0-1,0 1,0-1,0 0,0 1,0-1,0 0,0 1,0-1,0 1,0-1,-1 0,1 1,0-1,0 1,-1-1,1 0,0 1,-1-1,1 1,-1-1,1 1,0-1,-1 1,1 0,-1-1,1 1,-1 0,1-1,-1 1,0 0,1-1,-1 1,1 0,-1 0,0 0,1 0,-1-1,1 1,-1 0,-13-3</inkml:trace>
  <inkml:trace contextRef="#ctx0" brushRef="#br0" timeOffset="1250.24">721 694,'-5'-6,"0"0,-1 1,0 0,0 0,0 1,0 0,-1 0,1 0,-1 1,0 0,0 0,-1 1,1 0,0 0,-1 1,1-1,-1 2,0-1,1 1,-1 0,1 1,-1 0,1 0,-1 0,1 1,-1 0,1 1,0 0,0 0,0 0,1 1,-1 0,-2 2,3 1,-1-1,1 1,1 1,-1-1,1 1,0 0,1 0,0 0,0 1,1-1,0 1,1 0,-2 8,3-15,1 0,0 0,-1 0,1 0,0 0,0-1,0 1,1 0,-1 0,0 0,1 0,-1 0,1 0,0 0,-1-1,1 1,0 0,0 0,0-1,0 1,1-1,-1 1,0-1,1 0,-1 1,1-1,-1 0,1 0,-1 0,1 0,0 0,0 0,-1 0,1-1,0 1,2 0,1-1,1 1,-1-1,1 0,-1 0,0 0,1-1,-1 0,1 0,-1 0,0-1,0 0,4-1,-1-1,-1 1,0-1,0 0,0 0,-1-1,1 0,-1 0,0-1,-1 0,1 0,-1 0,-1 0,1-1,-1 0,0 0,0 0,-1 0,0-1,0 1,-1-1,0 0,0 0,-1-2,5-35,1 75,-3-18,0-1,0 0,1 0,0-1,1 1,0-1,1 0,0-1,0 1,1-1,0-1,1 0,0 0,0 0,1-1,0-1,0 0,0 0,1-1,7 3,10 3,1-1,1-2,0-1,0-1,0-1,1-2,14-1,-36-1,-2 0,0-1,0 0,0 0,0 0,0-1,0 0,0 0,-1-1,1 0,4-2,1-3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49:33.8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793 1844,'0'0</inkml:trace>
  <inkml:trace contextRef="#ctx0" brushRef="#br0" timeOffset="31570.336">4862 779,'17'-345,"1"270,-18 73,1 0,0 1,0-1,1 0,-1 0,0 1,0-1,1 0,-1 1,1 0,0-1,-1 1,1 0,0 0,0 0,-1 0,1 0,0 0,0 0,0 1,0-1,0 1,0-1,1 1,-1 0,0 0,0 0,0 0,0 0,0 0,0 1,0-1,0 1,2 0,9 5,1 1,-1 0,-1 1,1 1,-1 0,-1 0,0 1,0 1,-1 0,8 11,-10-14,0 1,0 0,-1 0,0 1,-1 0,0 0,-1 1,0-1,0 1,-1 0,-1 1,2 4,-6-14,1 1,0-1,0 0,-1 1,1-1,-1 0,0 1,0-1,0 0,0 0,0 0,0 0,0 0,-1 0,1 0,-1 0,1-1,-1 1,0 0,0-1,0 1,0-1,0 0,0 0,0 0,0 0,0 0,-1 0,1 0,0-1,-3 1,1 0,0 0,0 0,0 0,0-1,0 0,-1 0,1 0,0 0,0 0,0-1,0 0,0 0,-1 0,1 0,1-1,-1 0,-3-1,6 1,0 0,0 0,0 1,0-1,0 0,1 0,-1 0,1 0,-1 0,1 0,0-1,0 1,0 0,0 0,0 0,0 0,1 0,-1 0,1 0,-1 0,1 0,0 0,0 0,0 0,0 1,0-1,0 0,0 0,1 1,-1-1,0 1,1-1,0 1,-1 0,1 0,0-1,0 1,-1 0,1 1,0-1,0 0,0 0,14-9,0 1,1 0,0 1,0 1,1 0,0 1,0 1,0 1,1 1,13-1,-30 3,0 1,-1-1,1 0,0 1,-1 0,1-1,0 1,-1 0,1 0,0 0,0 0,-1 0,1 1,0-1,-1 0,1 1,0-1,-1 1,1 0,0-1,-1 1,1 0,-1 0,0 0,1 0,-1 0,0 0,1 1,-1-1,0 0,0 1,0-1,0 1,0-1,-1 1,1-1,0 1,-1-1,1 1,-1 0,1 0,-1-1,0 1,0 0,0-1,0 1,0 0,0 0,-36 93,36-93,0-1,-1 0,1 0,0 1,0-1,0 0,0 1,0-1,0 0,1 0,-1 1,0-1,1 0,-1 0,1 0,-1 0,1 1,0-1,-1 0,1 0,0 0,0 0,-1 0,1 0,0-1,0 1,0 0,0 0,0-1,1 1,-1 0,0-1,0 1,0-1,0 0,1 1,-1-1,0 0,0 0,1 0,-1 0,0 0,1 0,56-7,-53 6,1-1,0 1,-1-1,1 0,-1-1,1 1,-1-1,0 0,0 0,0-1,-1 1,1-1,-1 0,0-1,0 1,0-1,0 1,-1-1,0 0,0 0,0-1,-1 1,0-1,0 1,0-1,-1 0,1 1,-1-1,-1 0,1 0,-1 0,0 0,-1 0,1 0,-1 0,0 1,0-1,-1 0,0 0,-1 1,-1-1,0 1,0 0,0-1,-1 2,1-1,-1 1,0-1,-1 1,1 1,-1-1,0 1,1 0,-1 0,-1 1,1-1,0 1,-1 1,1-1,-1 1,1 0,-1 1,1 0,-7 0,4 0,1 1,-1 0,0 0,1 1,-1 0,1 0,-1 1,1 0,0 0,0 1,0 0,1 1,-1 0,1 0,0 0,1 1,-1 0,-3 5,7-8,1 1,-1 0,0 0,1 0,0 0,0 0,0 0,0 1,1-1,-1 1,1-1,0 1,1 0,-1-1,1 1,0 0,0 0,1-1,-1 1,1 0,0-1,0 1,0-1,1 1,0-1,0 0,0 1,0-1,1 0,-1 0,1-1,0 1,2 1,5 4,0-1,1 0,0-1,0 0,1-1,0 0,0-1,0 0,1-1,0 0,0-1,-1 0,2-1,-1-1,11 0,29 1</inkml:trace>
  <inkml:trace contextRef="#ctx0" brushRef="#br0" timeOffset="31820.666">5450 96,'-14'-2,"-12"-1,-8 3,-3 5,3 9,6 10,9 9,12 8,16 5,7-6</inkml:trace>
  <inkml:trace contextRef="#ctx0" brushRef="#br0" timeOffset="31980.521">5668 752,'18'0,"16"-2,9-4,7-7,-6-1</inkml:trace>
  <inkml:trace contextRef="#ctx0" brushRef="#br0" timeOffset="28440.025">643 0,'13'540,"-13"-514,-1 5,2 0,1 0,2 0,5 20,-8-44,1 0,0 0,1 0,-1 0,1 0,1-1,-1 1,1-1,0 0,1 0,0 0,-1-1,2 1,-1-1,1 0,-1-1,1 0,1 0,-1 0,0 0,7 2,1-2,0-1,0 0,0 0,1-2,-1 0,0 0,1-1,-1-1,0 0,1-1,-1-1,0 0,0-1,-1-1,1 0,-1 0,0-2,0 1,-1-2,0 0,0 0,-1-1,0 0,1-2,21-27</inkml:trace>
  <inkml:trace contextRef="#ctx0" brushRef="#br0" timeOffset="28684.101">452 314,'18'7,"23"5,28 0,24-2,21-5,11-5,-1-4,-23 0</inkml:trace>
  <inkml:trace contextRef="#ctx0" brushRef="#br0" timeOffset="29257.026">1094 902,'8'-15,"0"0,0 0,-1-1,-1 0,-1 0,0 0,-1-1,-1 1,-1-1,0 0,-1 0,-1 0,0 0,-2 0,0 0,0 0,-2 1,0-1,-4-8,7 22,1 2,-1 0,0 0,0 0,1 0,-1 0,0 0,1-1,-1 1,1 0,-1 0,1-1,0 1,0 0,0 0,-1-1,1 1,0 0,0-1,1 1,-1 0,0 0,0-1,1 1,-1 0,0 0,1-1,0 1,-1 0,1 0,0 0,-1 0,1 0,0 0,0 0,0 0,0 0,0 0,0 0,0 1,0-1,0 0,0 1,0-1,1 1,-1-1,0 1,0 0,1-1,-1 1,0 0,1 0,20-2,0 2,1 0,-1 2,-1 0,1 2,0 0,-1 1,0 2,0 0,9 5,-23-9,-1 0,0 0,0 1,0-1,-1 2,1-1,-1 0,0 1,0 0,-1 0,1 1,-1-1,0 1,-1 0,1 0,-1 0,-1 1,1-1,-1 1,0-1,0 1,-1 0,0 0,0 3,-4 91,4-99,-1 0,1-1,0 1,-1 0,1 0,0-1,0 1,0-1,0 1,0-1,0 1,1-1,-1 0,0 1,1-1,-1 0,1 0,-1 0,1 0,0 0,-1-1,1 1,0 0,-1-1,1 1,0-1,0 0,0 1,0-1,-1 0,1 0,0 0,0-1,0 1,0 0,-1-1,1 1,0-1,0 1,-1-1,1 0,0 0,-1 0,1 0,-1 0,1 0,0 0,11-4,0 0,0-1,0 0,0 0,-1-2,0 0,-1 0,0-1,0 0,-1-1,0 0,0 0,-1-1,-1-1,0 0,0 0,-1 0,-1-1,2-5,-7 16,0 0,0 0,0 0,0 0,-1 0,1 0,-1 0,1 0,-1-1,0 1,1 0,-1 0,0 0,-1 0,1-1,0 1,-1 0,1 0,-1 0,0 0,1 0,-1 0,0 0,0 0,0 0,-1 1,1-1,0 0,-1 1,1-1,-1 1,1-1,-1 1,0 0,0-1,0 1,1 0,-1 0,0 0,0 1,0-1,0 0,-1 1,1-1,0 1,0 0,0 0,0 0,0 0,-1 0,-3 3,1 1,-1-1,1 1,0 1,0-1,1 0,-1 1,1 0,0 0,0 1,1-1,0 1,0-1,0 1,0 0,1 0,0 1,0-1,1 0,0 1,0-1,0 0,1 1,0-1,0 3,1-2,-1 0,1 0,0 0,1-1,0 1,0 0,0 0,1-1,0 0,0 1,0-1,1 0,0 0,0-1,1 0,0 1,-1-1,2-1,-1 1,1-1,-1 0,1 0,0 0,0-1,1 0,-1 0,1-1,3 1,5 2,1-1,0 0,0-1,0-1,0 0,0-2,0 0,0 0,1-2,-1 0,0 0,0-2,38-14,-10-4</inkml:trace>
  <inkml:trace contextRef="#ctx0" brushRef="#br0" timeOffset="30264.554">2090 96,'-7'44,"3"0,2 0,1-1,2 1,3 0,1 0,2-1,2 1,-7-34,1 12,1-1,1 1,0-1,2-1,1 1,0-1,8 11,-16-28,1-1,0 0,0 0,0-1,1 1,-1 0,0 0,1 0,-1-1,1 1,-1-1,1 1,0-1,0 0,0 0,0 0,0 0,0 0,0 0,0 0,0 0,0-1,0 1,0-1,0 0,1 0,-1 1,0-1,0-1,1 1,-1 0,0 0,0-1,0 0,0 1,1-1,49-49,-46 43,0 0,0 0,1 0,0 1,0 0,0 1,1 0,0 0,0 0,-6 4,-1 0,1 1,-1-1,1 0,0 1,-1-1,1 1,0 0,-1-1,1 1,0 0,-1 0,1 0,0 0,-1 1,1-1,0 0,-1 1,1-1,0 1,-1-1,1 1,-1 0,1 0,-1-1,1 1,-1 0,0 1,1-1,-1 0,0 0,0 0,0 1,0-1,0 1,0-1,0 1,0-1,-1 1,1 0,12 69,-12-66,0 1,-1-1,0 1,-1-1,1 1,-1-1,0 0,0 1,-1-1,1 0,-1 0,0 0,-1 0,1 0,-1 0,0-1,0 1,0-1,-1 0,0 0,0 0,0-1,0 1,0-1,-1 0,1 0,-1 0,0-1,0 1,0-1,0-1,0 1,0-1,-4 1,5-3,1 0,-1 0,1-1,0 1,0-1,-1 0,1 0,0 0,1 0,-1 0,0-1,1 1,-1-1,1 0,0 0,0 0,0 0,0 0,0 0,1-1,-1 1,1 0,0-1,0 1,0-1,1 1,-1-1,1 0,0 1,0-1,0 0,1 1,-1-1,1 1,0-1,0 1,0-1,0 1,0-1,1 1,0 0,0-1,3-6,1 1,1-1,0 1,0 0,1 1,0 0,0 0,1 1,0 0,0 0,1 1,0 0,0 1,0 0,0 0,1 1,0 1,0 0,0 0,0 1,10 0,-18 2,1 1,-1-1,1 1,-1 0,0 0,1 1,-1-1,0 1,0-1,0 1,0 0,0 0,0 0,-1 1,1-1,-1 1,0 0,1-1,-1 1,0 0,-1 0,1 0,0 0,-1 1,0-1,0 0,0 1,0-1,0 1,-1-1,1 1,-1-1,0 1,0-1,-1 2,14 41,-10-41,0 0,1 1,0-1,0-1,0 1,1-1,-1 1,1-1,0-1,0 1,0-1,1 0,-1 0,1 0,0-1,0 0,0 0,0 0,0-1,0 0,0 0,0-1,1 1,-1-1,0-1,0 1,1-1,-1 0,0-1,0 1,0-1,0 0,-1-1,1 1,0-1,-1 0,0-1,0 1,0-1,0 0,0 0,-1-1,0 0,0 1,0-1,0 0,-1-1,0 1,0-1,0 1,-1-1,1-4,0-1,-1-1,0 0,0 0,-2 0,1 0,-2 0,1 0,-3-6,3 18,0 0,0 1,-1-1,1 0,0 0,0 0,-1 0,1 0,0 0,-1 0,1 0,0 0,0 0,-1 0,1 0,0-1,0 1,-1 0,1 0,0 0,0 0,-1 0,1 0,0-1,0 1,-1 0,1 0,0 0,0-1,0 1,0 0,-1 0,1 0,0-1,0 1,0 0,0 0,0-1,0 1,0 0,0-1,0 1,0 0,-1 0,1-1,0 1,1 0,-6 25,3-19,1 0,1-1,-1 1,1 0,0-1,0 1,1 0,-1-1,1 1,1 0,-1-1,1 1,0-1,0 0,0 0,1 1,0-1,0-1,0 1,1 0,-1-1,1 0,0 0,1 0,-1 0,1-1,-1 0,1 0,0 0,0 0,0-1,3 1,-1-1,0-2,-1 1,1-1,0 0,0-1,0 0,0 0,0 0,-1-1,1 0,-1 0,1 0,-1-1,0 0,0 0,0-1,0 0,-1 0,1 0,-1-1,0 0,0 0,-1 0,0 0,1-1,-2 1,1-1,-1 0,0-1,0 1,-1 0,1-1,-1 1,-1-1,1 0,-1-6,7-96,-18 130,8-12,0-1,0 1,1 0,0-1,1 1,0 0,0 0,1-1,0 1,1 0,0-1,0 1,1-1,0 0,0 0,1 0,0 0,0-1,1 1,0-1,0 0,1 0,0-3,1 1,0-1,0 0,1-1,-1 0,1 0,0 0,0-1,-1 0,2-1,-1 0,0 0,0-1,0 1,0-2,0 1,7-2,16-6</inkml:trace>
  <inkml:trace contextRef="#ctx0" brushRef="#br0" timeOffset="30500.526">3115 110,'4'2,"7"6,6 6,-1 0</inkml:trace>
  <inkml:trace contextRef="#ctx0" brushRef="#br0" timeOffset="30715.549">3346 697,'16'-6,"-1"-1,0 0,0-1,-1-1,0-1,-1 0,0 0,0-1,-1-1,0 0,-1-1,-1 0,0 0,-1-1,0-1,-1 0,3-7,-10 19,1 0,-1 0,0 0,0 0,0 0,0 0,-1 0,1 0,-1-1,1 1,-1 0,0 0,0 0,-1-1,1 1,-1 0,0 0,1 0,-1 0,-1 0,1 0,0 0,-1 0,1 1,-1-1,0 0,0 1,0-1,0 1,-1 0,1 0,0 0,-1 0,0 0,1 0,-1 1,0-1,0 1,0 0,0 0,0 0,0 0,0 0,0 1,-1-1,1 1,0 0,-2 0,-4 3,1 0,0 0,0 1,0 0,0 1,0 0,1 0,0 0,0 1,0 0,1 1,0-1,0 1,1 0,0 1,0-1,0 1,1 0,0 0,1 1,0-1,0 1,1-1,0 1,1 0,-1 0,2 3,0-6,0 0,1 0,0 0,0 0,0 0,1 0,0-1,0 1,1 0,-1-1,1 0,0 0,1 0,-1 0,1 0,0 0,0-1,0 0,1 0,0 0,0-1,0 1,0-1,0 0,0 0,1-1,4 2,11 4,1-1,0-1,1 0,-1-2,1-1,16 1,135-14,-96-5</inkml:trace>
  <inkml:trace contextRef="#ctx0" brushRef="#br0" timeOffset="45760.11">1285 1380,'-33'-5,"0"2,-1 1,1 2,0 1,-1 1,1 2,1 2,-1 1,1 1,0 2,0 1,-26 14,43-20,0 2,0-1,0 2,1 0,0 1,0 1,1 0,0 0,1 1,0 1,-1 2,12-12,-1 1,1-1,-1 1,1-1,0 1,0-1,0 1,0 0,1-1,-1 1,1 0,-1 0,1-1,0 1,0 0,0 0,1 0,-1-1,1 1,-1 0,1 0,0-1,0 1,0-1,0 1,1-1,-1 1,1-1,-1 0,1 0,0 1,0-1,0 0,0-1,0 1,0 0,1-1,-1 1,1-1,-1 0,3 1,16 9,1-2,0-1,0 0,1-2,0 0,0-2,0-1,3 0,7 2,4 0,-11-2,1 0,0 2,-1 1,0 1,-1 1,1 1,-1 2,-1 0,8 6,-29-15,1 0,-1 1,1-1,-1 1,0 0,0 0,0 0,0 0,-1 0,1 1,-1-1,0 1,0-1,0 1,0 0,-1 0,1 0,-1 0,0 0,-1 0,1 1,-1-1,1 0,-1 0,-1 0,1 1,0-1,-1 0,0 0,0 0,0 0,-1 0,1 0,-1 0,0 0,0-1,-1 2,-8 6,0 0,0-1,-1 0,-1 0,0-1,0-1,-1-1,0 0,0 0,0-1,-1-1,0-1,0 0,-1-1,1 0,0-1,-6-1,-2 3,-1-1,1-1,-1-1,1-2,-1 0,0-1,1-1,-18-6,41 9,0 0,1 0,-1 0,0 0,0-1,0 1,1 0,-1 0,0 0,0-1,0 1,1 0,-1 0,0 0,0-1,0 1,0 0,0 0,1-1,-1 1,0 0,0-1,0 1,0 0,0 0,0-1,0 1,0 0,0-1,0 1,0 0,0 0,0-1,0 1,0 0,-1 0,33-1,7 2</inkml:trace>
  <inkml:trace contextRef="#ctx0" brushRef="#br0" timeOffset="46038.373">1476 2103,'-5'-34,"2"0,2 0,1 0,2 0,1 0,2 1,5-22,-4 38,-1 17,1 101,-6-80,-2 7,2 0,1-1,1 1,2 0,0-1,2 0,1 0,1-1,8 17,1-14</inkml:trace>
  <inkml:trace contextRef="#ctx0" brushRef="#br0" timeOffset="46474.945">2199 1502,'-9'-5,"-1"-1,-1 1,1 1,0 0,-1 1,0 0,0 0,0 1,0 0,0 1,-1 1,1-1,0 2,0 0,-1 0,1 1,0 0,0 1,1 0,-1 1,0 0,1 1,0 0,0 0,1 1,-1 1,1 0,1 0,-1 0,1 1,1 0,-1 1,1 0,1 0,0 0,-4 7,9-12,-1 0,1 0,0 0,0 0,0 0,0 0,1 1,-1-1,1 0,1 0,-1 0,0 0,1 1,0-1,0 0,0 0,0 0,1 0,-1-1,1 1,0 0,1-1,-1 1,0-1,1 1,0-1,0 0,0 0,0-1,0 1,1-1,-1 1,1-1,1 1,19 11,2-1,0-1,0-1,26 7,-31-12,1 1,-2 1,1 1,-1 1,0 1,-1 0,0 2,10 9,-25-19,-1 0,1-1,-1 2,0-1,0 0,-1 1,1-1,-1 1,0 0,1-1,-2 1,1 1,0-1,-1 0,0 0,0 0,0 1,0-1,-1 0,0 1,0-1,0 1,0-1,-1 0,1 1,-1-1,0 0,-1 0,1 0,-1 1,0-1,0-1,0 1,0 0,-1 0,1-1,-1 1,-1 0,-8 6,0-1,-1 0,-1-1,1 0,-1-1,0-1,-1 0,0-1,1 0,-2-1,1-1,0 0,-1-2,1 1,-1-2,0 0,1-1,-1 0,1-2,-12-2,-22-13,36 8</inkml:trace>
  <inkml:trace contextRef="#ctx0" brushRef="#br0" timeOffset="46800.109">2405 2076,'0'4,"0"1,1-1,-1 0,1 0,0 0,1 0,-1-1,0 1,1 0,0 0,0-1,0 1,1-1,-1 0,1 0,0 0,-1 0,1 0,1 0,-1-1,0 1,1-1,-1 0,1 0,-1-1,1 1,0-1,0 1,0-1,3 0,-1 1,1-1,0 0,-1 0,1-1,-1 1,1-1,0-1,-1 1,1-1,-1-1,1 1,-1-1,1 0,-1-1,0 1,0-1,0 0,5-4,-9 5,0 0,0 0,0-1,0 1,0-1,0 1,0-1,-1 1,0-1,1 0,-1 0,0 0,0 0,0 0,-1 0,1 0,-1 0,0 0,0 0,0 0,0 0,0 0,-1 0,1 0,-1 0,0 0,0 0,0 0,0 0,0 0,-1 1,1-1,-1 0,0 1,0 0,0-1,0 1,0 0,0 0,-1 0,1 0,-1 0,1 1,-1-1,0 1,0-1,-4-2,-1 0,1 1,-1 0,1 0,-1 1,0 0,0 0,0 1,0 0,0 1,0-1,0 2,0-1,-1 1,1 0,0 0,0 1,1 1,-1-1,0 1,1 0,0 1,-1 0,1 0,1 0,-1 1,1 0,-1 0,2 1,-1 0,0 1,-3 13,10-4</inkml:trace>
  <inkml:trace contextRef="#ctx0" brushRef="#br0" timeOffset="47085.349">2909 1653,'17'2,"18"1,18 0,14 0,7-4,-2-1,-11 0,-16 0</inkml:trace>
  <inkml:trace contextRef="#ctx0" brushRef="#br0" timeOffset="47334.681">2951 1954,'14'2,"16"1,17 0,14-3,11-4,2-3,1-1,-13 1</inkml:trace>
  <inkml:trace contextRef="#ctx0" brushRef="#br0" timeOffset="47599.182">3756 1885,'-8'1,"1"0,-1 0,0 0,1 1,-1 0,1 1,0-1,0 1,0 1,0-1,0 1,1 1,-2 0,5-2,0-1,0 0,0 1,0 0,0 0,1 0,-1 0,1 0,0 0,0 1,0-1,0 1,1-1,-1 1,1 0,0-1,0 1,0 0,1 0,-1 0,1 0,0 0,0 0,0 0,1-1,0 3,0-2,1 0,0 0,-1 0,2 0,-1-1,0 1,1-1,-1 1,1-1,0 0,0 0,1 0,-1-1,0 1,1-1,0 0,-1 0,1 0,0 0,0-1,0 1,0-1,4 1,101 4,-101-6,1-1,-1 1,0-2,1 1,-1-1,0-1,0 1,0-1,-1-1,1 1,-1-1,1-1,-1 1,-1-1,1-1,-1 1,0-1,0 0,0 0,-1-1,0 1,0-1,-1-1,0 1,0 0,-1-1,0 0,0 0,-1 0,0 0,1-8,-3 8,0 0,-1-1,0 1,-1-1,0 1,0 0,-1 0,0 0,0 0,-1 1,0-1,0 1,0 0,-1 0,-1 0,1 1,-1 0,0 0,0 0,-1 1,1 0,-1 0,-1 1,1-1,0 2,-1-1,0 1,-6-2,5 2,1 0,-1 0,0 1,1 0,-1 0,0 1,0 0,0 1,-1 0,1 0,0 1,0 0,0 1,1 0,-1 0,0 1,1 0,-1 1,1-1,0 2,0-1,1 1,-1 0,1 1,0 0,-5 5,9-8,0 1,0 0,0 0,1 0,-1 0,1 1,0-1,0 1,0-1,1 1,0 0,0 0,0-1,0 1,1 0,-1 0,1 0,1 0,-1 0,1-1,0 1,0 0,0 0,0-1,1 1,0 0,0-1,0 0,1 1,-1-1,1 0,0 0,0-1,1 1,28 26</inkml:trace>
  <inkml:trace contextRef="#ctx0" brushRef="#br0" timeOffset="47930.446">4194 1912,'4'-84,"4"0,4 1,9-28,-2 9,-15 85,-2 22,-2 31,0-28,-2 101,0-4,4 0,6 16,-5-93,2 1,1-1,1 0,10 25,-7-32</inkml:trace>
  <inkml:trace contextRef="#ctx0" brushRef="#br0" timeOffset="49994.208">4685 1230,'0'12,"99"262,-62-154,-5 2,-6 2,-5 0,-5 1,-4 41,-10-155,-1 0,0 0,-1 0,0 0,-1 0,0 0,-1 0,0 0,-1-1,0 1,0 0,-1-1,-1 0,0 0,0 0,-1-1,0 0,0 0,-1 0,-1-1,1 0,-5 3,-9-1,0 0,-1-2,0 0,0-1,-1-2,0 0,0-1,0-2,-1 0,1-1,0-2,-1 0,-1-2,-18 2,-246-6,-234 3,-172 71,173-10,-121-28,360-21,166-4,-157 6,-255 42,267-1,235-46,24-3,-1 0,1-1,-1 1,0-1,1 0,-1-1,0 1,0 0,0-1,1 0,-1 0,0 0,0-1,0 1,0-1,1 0,-1 0,0 0,1 0,-1-1,1 1,-1-1,1 0,0 0,-1 0,1-1,0 1,1-1,-1 0,0 0,-4-13,2 1,0-1,1 0,0-1,1 1,1 0,1-1,0 0,2-6,-2 7,-17-513,-15 280,-11-7,5 42,-6-152,46 318,0 47,0 1,1-1,-1 1,0 0,0-1,1 1,-1 0,0 0,0 0,1 0,-1 0,0 0,0 0,1 0,-1 1,0-1,0 0,1 1,-1-1,0 1,0-1,0 1,0 0,0 0,0-1,0 1,0 0,0 0,0 0,0 0,0 0,-1 0,1 0,0 0,-1 0,1 0,-1 1,1-1,-1 0,1 0,4 5,5 5,1 0,1 0,0-2,1 1,0-1,0-1,1 0,0-1,0-1,0 0,1-1,0-1,2 1,41 2,-1-3,1-1,38-6,-25 2,1737 10,-1023-23,123-45,-792 39,-25 19,192 26,-199-14,-82-11,-1 0,1-1,-1 1,1 0,-1 0,1 0,-1 0,0 0,1 0,-1 0,1 1,-1-1,1 0,-1 1,0-1,1 1,-1-1,0 1,0 0,1 0,-1-1,0 1,0 0,0 0,0 0,0 0,0 1,0-1,0 0,0 0,-1 0,1 1,0-1,-1 0,1 1,-1-1,0 1,1-1,-1 0,0 1,0-1,0 1,0-1,0 1,0-1,0 1,0-1,-1 0,1 1,-9 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1:47.2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323 144,'-7'-12,"0"1,-1-1,0 2,-1-1,0 1,0 0,-1 1,0 0,-1 1,0 0,0 1,-1 0,0 0,-1 1,9 5,1 0,0-1,0 2,-1-1,1 0,0 1,-1 0,1-1,-1 1,1 1,0-1,-1 0,1 1,0 0,-1 0,1 0,0 0,0 0,0 1,0-1,0 1,0 0,0 0,0 0,1 0,-1 0,1 1,-1-1,-1 3,-2 4,0 0,1 0,-1 0,2 1,-1 0,2 0,-1 0,1 0,0 3,0 5,0 0,2 1,0-1,0 1,2-1,1 1,0-1,1 0,1 0,0 0,2 0,0-1,1 1,1-2,0 1,1-1,1 0,0-1,2 0,179 223,-189-236,1 0,-1 0,-1 1,1-1,0 0,0 1,-1-1,0 1,1-1,-1 1,0 0,0-1,0 1,-1 0,1 0,-1 0,0 0,1 0,-1 0,0 0,-1-1,1 1,0 0,-1 0,0 0,0 0,0-1,0 1,0 0,0-1,-1 1,1-1,-1 1,1-1,-1 0,0 1,0-1,0 0,-1 0,0 0,-13 5,0-1,-1-1,1-1,-1 0,-1-1,1-1,0 0,-1-2,1 0,0 0,-1-2,-13-3,-34-20,64 24,0-1,0 0,1 1,-1-1,1 0,-1 0,1 1,0-1,-1 0,1 0,0 0,0 1,0-1,1 0,-1 0,0 0,1 1,-1-1,1 0,0 1,-1-1,1 0,0 1,0-1,0 1,0-1,0 1,0-1,1 1,-1 0,0 0,1 0,-1-1,1 1,-1 1,1-1,-1 0,1 0,0 1,0-1,-1 0,1 1,0 0,0-1,0 1,25-11,2 0,-1 2,1 1,0 2,1 1,-1 1,1 1,0 1,21 3,48 13,-95-13,-1 0,0 0,0 1,1-1,-1 1,0 0,0 0,-1 0,1 0,0 0,-1 1,1-1,-1 1,0 0,0 0,0 0,0 0,0 0,-1 0,1 0,-1 0,0 1,0-1,0 0,0 1,-1 3,1 27,-2-30,1 0,-1 0,1 0,0 0,0-1,0 1,0 0,1 0,0 0,0 0,0 0,0-1,0 1,1 0,-1-1,1 1,0-1,0 0,1 0,-1 1,1-1,-1-1,1 1,0 0,0-1,3 2,4 1,0-2,0 1,0-1,1-1,-1 0,1-1,-1 0,1 0,0-1,-1 0,1-1,-1-1,1 1,-1-1,1-1,3-2,-7 2,-1 0,0 0,0-1,0 0,0-1,0 1,-1-1,0 0,0 0,0-1,-1 1,1-1,-1 0,-1 0,1-1,-1 1,0-1,-1 0,0 1,0-1,0 0,-1 0,0-1,0 1,-1 0,1 0,-2 0,1 0,-1-1,0 1,-1 0,1 0,-2 0,1 1,-1-1,0 0,0 1,0 0,-1 0,0 0,0 0,-1 0,0 1,0 0,-1-1,1 3,0 0,0 1,-1 0,1 0,0 0,-1 1,0 0,1 0,-1 0,1 1,-1-1,0 1,0 1,1-1,-1 1,1 0,-1 0,1 1,-1 0,1 0,0 0,-1 0,-2 3,-11 5,0 2,1 0,1 1,0 1,-9 10,-30 31,5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1:52.7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462 85,'-11'-9,"0"0,0 1,-1 0,0 1,0 0,-1 1,0 0,0 1,0 1,-1 0,0 0,1 2,-1 0,0 0,0 1,0 1,-1 0,1 1,0 1,0 0,1 1,-1 0,0 1,1 1,0 0,0 0,0 2,1-1,-1 3,8-6,0 0,0 0,1 0,-1 1,1 0,0-1,0 2,1-1,-1 0,1 1,0 0,0 0,0 0,1 0,0 0,0 0,0 1,0-1,1 1,0-1,0 1,1-1,-1 1,1 0,1-1,-1 1,1 0,0-1,0 1,0-1,2 5,7 2,0 1,1-1,0-1,0 0,2-1,-1 0,1 0,0-2,1 1,0-2,1 0,-1-1,2 1,18 9,-21-10,5 2,-1 0,0 2,0-1,-1 2,0 0,-1 1,0 1,-1 0,0 1,2 4,-14-16,-1 1,1-1,-1 0,0 1,0-1,1 1,-2-1,1 1,0-1,0 1,-1 0,0-1,1 1,-1 0,0-1,0 1,0 0,-1 0,1-1,-1 1,0-1,1 1,-1 0,0-1,0 1,-1-1,1 0,0 1,-1-1,0 0,1 0,-1 0,0 0,0 0,0 0,0-1,-1 1,1-1,-1 1,-8 5,0-1,-1 0,0 0,0-2,0 1,0-1,-11 1,-6 1,0-1,0-2,-1 0,1-2,-1-2,-10-1,19-2</inkml:trace>
  <inkml:trace contextRef="#ctx0" brushRef="#br0" timeOffset="308.108">571 686,'63'-232,"-63"233,1-1,-1 1,0-1,0 0,1 1,-1-1,0 0,0 1,1-1,-1 0,0 1,1-1,-1 0,1 0,-1 1,0-1,1 0,-1 0,1 0,-1 0,0 1,1-1,-1 0,1 0,-1 0,1 0,-1 0,1 0,-1 0,0 0,1 0,-1-1,1 1,-1 0,1 0,-1 0,0 0,1-1,-1 1,1 0,-1 0,0-1,1 1,-1 0,0-1,8 366,21-186,-20-141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48:46.326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5105 2499,'-1'-74,"-10"104,1 64,4 1,5 63,1-92,11 249,29 133,1 7,-9 402,-16-529,-6-157,-9 105,2 65,35 15,-62 42,22-385,1 0,1 0,0 0,1 0,0 0,1 0,0 0,1 0,3 6,2-7,-1-10</inkml:trace>
  <inkml:trace contextRef="#ctx0" brushRef="#br0" timeOffset="2347.776">5090 2513,'0'-8,"10"-90,-9 96,0-1,0 0,0 1,0-1,0 1,0-1,1 1,-1 0,1 0,0-1,0 1,0 0,0 1,0-1,0 0,0 0,1 1,-1 0,0-1,1 1,-1 0,1 0,0 0,-1 0,1 1,0-1,-1 1,1 0,0 0,0 0,0 0,-1 0,2 0,154 22,5-14,0-7,93-14,32 0,-77 10,47 0,47-15,-91 3,99 11,-101-3,39-14,-44 4,63 7,40 25,-161-15,-147 1,0 0,0 0,0 0,-1 1,1-1,0 1,-1-1,1 1,-1-1,0 1,0 0,1 0,-1 0,0 0,0 0,-1 0,1 0,0 0,-1 0,1 0,-1 0,0 0,0 0,0 0,0 1,0-1,0 0,0 0,-1 0,1 0,-1 0,1 0,-1 0,0 0,0 0,0 0,0 0,0 0,-1 1,-3 16,-3 53,3 0,3 47,-1 31,1-121,-11 197,10 0,13 68,0-187,23 409,-33-323,-1 7,15 77,39 335,5 112,-5-197,-40-420,1 9,0 96,-2 92,-1-165,-8 123,-2-36,0-202,0 1,2-1,1 0,1-1,4 13,-6-30</inkml:trace>
  <inkml:trace contextRef="#ctx0" brushRef="#br0" timeOffset="4137.532">5254 6992,'-8'1156,"6"-1091,-2 32,5 1,3-1,10 37,15-29,-27-102,0 1,-1-1,1 1,1-1,-1 0,0 0,1 0,0 0,-1 0,1-1,0 1,0-1,1 0,-1 0,0 0,1 0,-1-1,1 1,0-1,0 0,-1 0,1 0,0-1,0 1,0-1,1 0,170-37,-84 25,1 4,0 4,0 4,49 8,56-1,425-29,-266 4,-45-2,121-2,-29 8,-381 14,1 1,-1-1,1-1,0 0,-1-2,0-1,19-6,226-49,-245 49,2 2,-1 1,1 1,0 1,0 1,0 1,1 1,-1 1,14 2,56 14,-92-16,0 0,-1 0,1 0,0 0,-1 0,1 0,-1 0,1-1,-1 1,1 0,-1-1,0 0,0 1,0-1,0 1,0-1,0 0,0 0,-1 0,1 1,0-1,-1 0,0 0,1 0,-1 0,0 0,0 0,0 0,0 0,-1 0,1 0,-1-1,2-2,-2-185,-3 108</inkml:trace>
  <inkml:trace contextRef="#ctx0" brushRef="#br0" timeOffset="4948.709">5691 3701,'-5'16,"-1"17,0 17,2 14,0 8,2 2,1-1,1-6,0-10,2-13,2-13</inkml:trace>
  <inkml:trace contextRef="#ctx0" brushRef="#br0" timeOffset="5240.849">5664 3783,'-26'-101,"26"100,0 1,-1-1,1 1,0-1,0 1,0-1,0 1,0-1,0 1,0-1,0 1,0-1,1 1,-1-1,0 1,0 0,0-1,0 1,1-1,-1 1,0-1,0 1,1 0,-1-1,0 1,1 0,-1-1,1 1,-1 0,0-1,1 1,-1 0,1 0,-1 0,1-1,-1 1,0 0,1 0,-1 0,1 0,-1 0,1 0,-1 0,1 0,-1 0,1 0,-1 0,1 0,-1 0,1 0,-1 0,1 1,-1-1,0 0,1 0,-1 0,1 1,-1-1,0 0,1 1,-1-1,1 0,-1 1,0-1,0 0,1 1,-1-1,14 11,0 1,-1 0,-1 0,0 1,0 1,7 13,-4-8,25 30,-3 1,-3 1,-1 2,-3 2,-2 0,-3 2,6 24,-28-73,0-1,0 1,-1 0,0 0,0 0,-1 0,0 1,-1-1,1 0,-2 1,1-1,-1 0,0 0,-1 0,0 0,0 0,-1 0,0 0,0-1,-1 1,0-1,0 0,0 0,-5 4,-7 0,0-1,0 0,-2-2,1 0,-1 0,0-2,0 0,-1-2,1 0,-1 0,0-2,0 0,-12-2,24 1,-47 4</inkml:trace>
  <inkml:trace contextRef="#ctx0" brushRef="#br0" timeOffset="6123.583">5268 5858,'6'7,"0"0,1-1,0 0,0-1,0 1,1-1,0-1,0 1,0-1,1-1,1 1,8 4,2 1,8 4,1 1,-2 1,0 2,15 12,-36-25,0 1,0 0,0 1,-1-1,0 1,0 0,-1 1,1-1,-1 1,-1-1,1 1,-1 1,0-1,-1 0,0 1,0-1,-1 1,1-1,-2 1,1 0,-1 2,-3 3,-1 0,0 0,-1 0,0 0,-1-1,0 0,-1 0,-1-1,0 1,0-2,-1 1,-1-1,1-1,-2 1,1-2,-1 1,0-2,-1 1,0-2,-10 5,9-3,0-1,0 0,-1-1,0 0,-1-1,1-1,-1 0,0-1,0-1,-2 0,10-3,5-3</inkml:trace>
  <inkml:trace contextRef="#ctx0" brushRef="#br0" timeOffset="6677.104">6006 5941,'-2'13,"2"-13,0 0,0 0,0 0,0 0,-1 0,1 0,0 0,0 0,0 0,0 0,0 0,0 0,-1 0,1 0,0 0,0 0,0 0,0 0,0 0,0 0,-1 1,1-1,0 0,0 0,0 0,0 0,0 0,0 0,0 0,0 0,0 0,-5-5,1-1,-1 1,0 0,-1 0,1 0,-1 1,0 0,0 0,0 0,-1 1,1 0,-1 0,1 0,-1 1,0 0,0 1,0-1,-1 1,1 1,0-1,0 1,0 1,-3-1,5 1,0 0,0 0,0 1,-1-1,1 1,1 0,-1 1,0-1,1 1,-1 0,1 0,0 0,0 1,0-1,0 1,0 0,1 0,0 1,0-1,0 1,0-1,1 1,0 0,0 0,0 0,1 0,-1 2,-1 4,0 1,1 0,0 0,1 0,0 1,1-1,1 0,0 0,0 0,1 0,3 7,-2-8,0-1,1 0,1 0,0 0,0 0,1-1,0 1,0-1,1-1,1 0,-1 0,1 0,0-1,1 0,0 0,0-1,1 0,-1-1,1 0,0-1,1 0,-1 0,1-1,-1 0,1-1,0-1,0 1,0-2,0 1,0-2,0 1,2-2,6-1,-1-2,0 0,0-1,0 0,-1-2,0 0,0-1,-1-1,0 0,-1-1,9-9,5-5</inkml:trace>
  <inkml:trace contextRef="#ctx0" brushRef="#br0" timeOffset="6939.402">6346 5927,'-4'7,"-2"9,2 9,5 7,6 8,3 3,-1 2,-2 3,-2-1,-2 0,-2-5,0-6,-1-9</inkml:trace>
  <inkml:trace contextRef="#ctx0" brushRef="#br0" timeOffset="7186.177">6743 5858,'-229'205,"226"-202,0-1,1 0,0 1,-1-1,1 1,0 0,1-1,-1 1,0 0,1 0,0 0,-1 1,1-1,0 0,1 0,-1 1,0-1,1 0,0 1,0-1,0 0,0 1,1-1,-1 0,1 1,0-1,0 0,0 0,0 1,0-1,1 0,0 1,9 7,0 0,1 0,0-1,0 0,1-1,1-1,-1 0,1 0,1-2,5 2,12 5,0-2,0-2,2 0,-1-3,1 0,-1-2,1-2,3-1,51-10,-60-1</inkml:trace>
  <inkml:trace contextRef="#ctx0" brushRef="#br0" timeOffset="8918.523">4913 4042,'-199'-27,"-208"50,-162-12,566-11,-18 1,0 0,0 2,1 1,-1 0,-15 6,34-9,0 1,0 0,0-1,1 1,-1 0,0 0,1 0,0 0,-1 0,1 0,0 0,0 0,0 1,0-1,0 0,1 1,-1-1,1 1,0-1,-1 0,1 1,0-1,0 1,1-1,-1 1,0-1,1 1,0-1,-1 0,1 1,0-1,0 0,0 0,1 0,-1 0,2 2,-1 4,5 11,72 254,-51-71,-8 2,-7 197,-10-238,12 378,-12-266,-4-273,1 0,-1 0,1 0,0 0,-1-1,1 1,0 0,0 0,1 0,-1 0,0 0,1 0,-1 0,1-1,-1 1,1 0,0 0,0-1,0 1,0 0,0-1,0 1,0-1,1 1,-1-1,0 0,1 1,-1-1,1 0,-1 0,1 0,0 0,0 0,-1-1,1 1,0 0,0-1,0 0,0 1,0-1,1 0,220-2,706-26,-829 20,89-24,-242 23,37 3</inkml:trace>
  <inkml:trace contextRef="#ctx0" brushRef="#br0" timeOffset="9667.035">3684 6282,'-10'34,"2"1,1-1,2 1,1 0,2 1,1-1,2 0,3 16,62 499,-56-464,-3 0,-5 0,-3 0,-4 0,-3 0,-5 0,-19 71,15-115,18-61,4-1,1-1</inkml:trace>
  <inkml:trace contextRef="#ctx0" brushRef="#br0" timeOffset="9989.834">3138 8166,'14'0,"16"0,22 0,20 0,19 0,15 0,8 0,3 3,-2 2,-4 1,-10 0,-12-2,-15-1,-15-2,-18-2,-15-2</inkml:trace>
  <inkml:trace contextRef="#ctx0" brushRef="#br0" timeOffset="10251.336">3424 8098,'-14'19,"-7"15,-4 13,-3 9,1 6,3-1,6-4,5-6,8-13,4-12</inkml:trace>
  <inkml:trace contextRef="#ctx0" brushRef="#br0" timeOffset="10516.83">3602 8262,'-7'16,"-5"15,-4 11,-3 8,3 3,3-6,7-9,11-10,12-15,10-16,7-18,-2-4</inkml:trace>
  <inkml:trace contextRef="#ctx0" brushRef="#br0" timeOffset="10775.973">3889 8357,'-12'19,"-6"13,-2 8,0 1,3 0,5-6,4-6,8-9,9-9,10-14,8-13,0-4</inkml:trace>
  <inkml:trace contextRef="#ctx0" brushRef="#br0" timeOffset="11036.48">4107 8399,'12'-7,"6"-5,2 0,0 2,-3 5,-5 8,-4 10,-3 13,-8 10,-6 12,-2 6,-1 4,2-2,4-5,3-11,9-16,6-17,3-11</inkml:trace>
  <inkml:trace contextRef="#ctx0" brushRef="#br0" timeOffset="11964.926">6756 1817,'-16'0,"-116"11,126-10,0 1,0 0,0 0,0 1,1-1,-1 1,1 0,0 1,0 0,0 0,0 0,0 0,1 0,0 1,0 0,0 0,1 0,0 0,0 1,0 0,-1 3,1-1,0 1,1 0,0 0,1 0,-1 1,2-1,-1 0,1 0,1 1,0-1,0 0,1 0,0 0,0 0,1 0,0-1,1 1,0-1,0 0,1 0,0 0,0 0,1-1,0 0,0 0,1-1,0 0,0 0,0 0,1-1,-1 0,1 0,1-1,4 2,5 1,-1 0,1-1,0-1,0 0,1-2,-1 0,1-1,0-1,-1 0,1-2,0 0,-1-1,1-1,-1-1,1 0,-1-1,-1-1,1-1,2-2,-14 5,1 1,-1-1,0-1,0 1,0-1,-1 0,0 0,0 0,0-1,0 0,-1 0,0 0,0 0,-1-1,0 0,0 1,-1-1,1 0,-1 0,-1-1,0 1,0 0,0-1,-1 1,0 0,0-1,0 1,-1 0,-1-1,0-1,-4-5,0 1,-1 0,-1 0,0 0,0 1,-2 0,1 1,-1 0,-1 1,0 0,-1 0,0 1,0 1,-1 0,1 0,-2 2,1 0,-1 0,0 1,0 1,-12-3,18 5,-1 0,1 1,-1-1,1 2,-1-1,1 1,-1 0,0 1,1 0,-1 1,1-1,0 2,0-1,-1 1,1 0,1 1,-1 0,0 0,1 0,0 1,0 0,1 1,-1 0,1 0,0 0,1 1,-1-1,1 1,-1 4,-11 35,9-1</inkml:trace>
  <inkml:trace contextRef="#ctx0" brushRef="#br0" timeOffset="12270.683">6770 1748,'-4'-54,"3"1,3 0,2 0,9-45,-5 36,13-125,-7 0,-9-1,-8 0,-9 0,-11-31,17 189,6 68,2-3</inkml:trace>
  <inkml:trace contextRef="#ctx0" brushRef="#br0" timeOffset="13763.207">7234 8740,'-6'5,"0"0,0 1,1-1,0 1,0 0,0 0,1 1,0-1,0 1,0 0,1 0,0 0,1 1,-1-1,2 1,-1-1,1 1,0 0,0-1,1 1,0 0,1 0,-1 0,1-1,1 1,0 0,0-1,0 0,1 1,0-1,3 5,1-1,0 0,0 0,1-1,1 1,0-2,0 0,1 0,0 0,1-1,-1-1,2 0,-1 0,1-1,0-1,0 0,0 0,1-1,0-1,-1 0,1-1,0 0,1-1,-1-1,0 0,0 0,0-2,0 1,0-2,0 0,0 0,-1-1,1-1,-1 0,0 0,1-2,-5 0,1-1,-1 0,0 0,0 0,-1-1,-1 0,1-1,-1 1,-1-1,0 0,0-1,-1 1,0-1,-1 0,0 0,-1 0,0 0,-1 0,0-1,-1 1,0 0,-1 0,0-1,-1 1,0 0,-1 0,0 0,0 0,-2 1,1-1,-1 1,0 0,-1 1,0-1,-1 1,0 0,-1 1,1-1,-2 2,1-1,-1 1,0 0,-7-3,6 5,0 1,0 0,0 0,0 1,0 1,-1 0,1 0,-1 1,0 0,1 1,-1 0,0 1,1 0,-1 1,1 0,-1 0,1 1,0 1,0 0,0 0,1 1,-1 0,1 0,0 1,1 1,0-1,0 1,0 1,0-1,1 2,1-1,-1 0,1 1,1 0,0 1,0-1,1 1,-3 8,6-10,-1 0,2 0,-1 0,1 1,0-1,1 0,0 0,0 0,1 0,-1 0,2 0,-1-1,1 1,1-1,-1 1,4 4,17 24</inkml:trace>
  <inkml:trace contextRef="#ctx0" brushRef="#br0" timeOffset="14056.422">7398 9067,'0'17,"3"12,2 10,3 10,5 12,5 15,6 18,4 21,2 24,0 20,0 18,-3 14,-2 7,0-2,-1-12,-6-36</inkml:trace>
  <inkml:trace contextRef="#ctx0" brushRef="#br0" timeOffset="17061.925">6797 2881,'-19'-3,"0"0,0 1,-1 1,1 1,-1 1,1 1,0 0,-1 1,1 1,1 1,-1 1,1 1,0 0,-8 5,-18 39,43-50,0 1,0-1,1 1,-1 0,0-1,0 1,1 0,-1-1,1 1,-1 0,1 0,0-1,0 1,0 0,0 0,0 0,0-1,0 1,1 0,-1 0,1-1,-1 1,1 0,0-1,-1 1,1 0,0-1,0 1,0-1,0 0,0 1,1-1,-1 0,0 1,1-1,8 4,0-1,0-1,0 1,0-2,0 1,1-1,-1-1,1 0,2 0,15 2,3 0,-17-2,-1 0,1 1,0 0,-1 1,0 0,0 1,0 1,0 0,-1 0,1 2,8 5,-19-10,1 0,-1 0,1 1,-1-1,0 1,0 0,0-1,0 1,-1 0,1 0,-1 0,0 0,1 0,-1 1,-1-1,1 0,0 1,-1-1,0 0,0 1,0-1,0 0,0 1,-1-1,1 0,-1 0,0 1,0-1,0 0,0 0,-1 0,1 0,-1 0,0 0,0 0,0-1,0 1,0-1,-1 1,1-1,-1 0,0 0,-7 5,0-2,-1 1,0-1,0-1,0 0,-1 0,1-1,-1-1,0 0,0 0,1-1,-1-1,0 0,0-1,0 0,0 0,0-2,1 1,-2-2,14 4,-1 0,0 0,0-1,1 1,-1 0,0-1,0 1,0 0,1-1,-1 1,0 0,0-1,0 1,0 0,0-1,0 1,0 0,0-1,0 1,0-1,0 1,0 0,0-1,0 1,0 0,0-1,0 1,0-1,-1 1,1 0,0-1,0 1,0 0,-1 0,1-1,0 1,0 0,-1 0,1-1,0 1,-1 0,1 0,0-1,-1 1,1 0,0 0,-1 0,1 0,0 0,-1 0,1 0,-1-1,1 1,0 0,-1 0,1 0,15-2</inkml:trace>
  <inkml:trace contextRef="#ctx0" brushRef="#br0" timeOffset="17336.191">6962 2977,'-8'15,"1"1,1 0,0 0,2 0,0 1,0 0,2 0,0 0,1 0,0 0,1 0,2 7,-3-17,1 0,-1 0,1 1,1-1,-1 0,1 0,1 1,-1-1,1 0,0 0,1-1,0 1,0 0,0-1,1 0,0 1,0-2,0 1,1 0,0-1,0 0,0 0,1 0,0-1,0 0,0 0,0 0,1-1,-1 0,1 0,1 0,2-1,1 0,0-1,0-1,0 1,0-2,0 1,0-2,0 1,0-1,-1-1,1 0,-1-1,0 0,0 0,0-1,0 0,-1-1,7-5,8-11</inkml:trace>
  <inkml:trace contextRef="#ctx0" brushRef="#br0" timeOffset="17586.569">6866 3141,'9'0,"10"0,12 0,9 0,7-2,3-4,-1-2,-3-3,-8 1,-10 2</inkml:trace>
  <inkml:trace contextRef="#ctx0" brushRef="#br0" timeOffset="17938.628">6947 2950,'436'-36,"-358"41,-76-5,1 1,-1 0,0 0,0 0,1 0,-1 0,0 1,0-1,0 1,0-1,0 1,-1 0,1-1,0 1,-1 0,1 0,-1 0,0 0,0 1,0-1,0 0,0 0,0 1,0-1,-1 1,1-1,-1 0,0 1,0 1,-20 112,7-63,4 2,3 0,2 1,2-1,3 3,0-38</inkml:trace>
  <inkml:trace contextRef="#ctx0" brushRef="#br0" timeOffset="18225.598">7234 2936,'9'-5,"15"-3,20-3,18-3,13 0,7 0,2-1,-7 3,-12 4,-11 2,-17 5,-17 3,-21 1,-9-1</inkml:trace>
  <inkml:trace contextRef="#ctx0" brushRef="#br0" timeOffset="18764.854">6416 2731,'28'-8,"258"-6,831-73,-1101 87,-27 5,3-1,-5 2</inkml:trace>
  <inkml:trace contextRef="#ctx0" brushRef="#br0" timeOffset="20354.976">6606 8030,'-4'16,"-3"15,1 9,-1 5,1 1,1-2,1-4,2-7,1-8</inkml:trace>
  <inkml:trace contextRef="#ctx0" brushRef="#br0" timeOffset="20760.992">6565 7975,'37'-8,"1"1,-1 2,1 2,0 1,23 2,1 15,-61-15,1 1,-1 0,0-1,1 1,-1 0,0 0,0 0,1 0,-1 0,0 0,0 0,0 1,0-1,0 0,-1 0,1 1,0-1,0 1,-1-1,1 1,-1-1,0 1,1-1,-1 1,0-1,0 1,0-1,0 1,0 0,0-1,0 1,0-1,-1 1,1-1,-1 1,1-1,-1 1,0 0,-5 5,1 0,-2 0,1-1,-1 0,0 0,0 0,0-1,-1 0,0-1,0 1,0-2,0 1,-1-1,-6 2,6-2,-124 46,131-48,0 0,1 1,-1-1,1 0,0 1,-1-1,1 1,0-1,0 1,0 0,0-1,0 1,0 0,0 0,1 0,-1 0,1 0,-1 0,1 0,0 0,-1 0,1 0,0 0,1-1,-1 1,0 0,0 0,1 0,-1 0,1 0,0 0,0 0,0 1,42 53,-33-49,1 0,0-1,0-1,1 1,0-2,0 0,0 0,0-1,1 0,-1-1,1-1,-1 0,1-1,0 0,0-1,-1 0,1-1,-1 0,1-1,-1-1,6-2,12-6</inkml:trace>
  <inkml:trace contextRef="#ctx0" brushRef="#br0" timeOffset="21042.251">7016 7975,'7'14,"2"9,0 8,-2 5,-2 2,-2 1,-1-2,-2-2,3-2,2-5,5-5,6-6,5-6,3-5,2-5,1-6,-1-7,-5 0</inkml:trace>
  <inkml:trace contextRef="#ctx0" brushRef="#br0" timeOffset="21286.118">6920 8139,'21'0,"16"-2,11-4,10-4,5-4,0-1,-2-1,-11 2</inkml:trace>
  <inkml:trace contextRef="#ctx0" brushRef="#br0" timeOffset="21838.825">7302 7866,'-96'23,"99"-9,-82 22,73-35,-69 20,97-19,31-2,0-2,0-3,0-2,-1-3,23-7,-40 6</inkml:trace>
  <inkml:trace contextRef="#ctx0" brushRef="#br0" timeOffset="22230.649">7685 7853,'-14'1,"0"1,0 1,1 0,-1 1,1 0,0 1,0 1,0 0,1 1,0 0,0 1,0 0,1 1,1 0,-1 1,2 0,-8 9,15-16,1 0,-1 0,1 0,-1 0,1 1,0-1,0 0,0 1,1-1,-1 1,1-1,0 1,0-1,0 1,1-1,-1 1,1-1,0 1,-1-1,2 0,-1 1,0-1,1 0,-1 0,1 0,0 0,0 0,0 0,0-1,1 1,-1-1,1 1,0-1,0 0,106 64,11-5,-118-59,-1 0,0 0,1-1,-1 1,0 0,0 0,-1 0,1 0,0 0,-1 0,1 1,-1-1,1 0,-1 0,0 0,0 0,0 1,0-1,-1 0,1 0,0 0,-1 0,0 0,1 0,-1 0,0 0,0 0,0 0,0 0,-1 0,1 0,0-1,-1 1,1-1,-1 1,0-1,1 1,-1-1,0 0,0 0,0 0,0 0,0 0,0 0,0-1,0 1,0-1,-1 1,-17 8,0 0,-1-1,1-2,-1 0,-1-1,1-1,-1 0,1-2,-1-1,-15-1,36 0,0 1,0-1,0 0,0 1,-1-1,1 0,0 0,0 0,0 0,0 0,0 0,0 0,-1 0,1 0,0-1,0 1,0 0,0-1,0 1,0-1,0 1,0-1,0 1,0-1,0 0,0 1,0-1,1 0,-1 0,0 0,1 0,-1 0,0 0,1 0,-1 0,1 0,-1 0,1 0,0 0,-1 0,1 0,0 0,0 0,0-1,0 0,7-13</inkml:trace>
  <inkml:trace contextRef="#ctx0" brushRef="#br0" timeOffset="22529.514">7849 7989,'-9'15,"0"1,1-1,1 2,1-1,0 1,1 0,0 0,2 1,0 0,2-11,0 0,0 0,1 0,0 0,1 0,0 0,0 0,0 0,1 0,0-1,0 1,0 0,1-1,0 0,1 0,-1 0,1 0,0 0,1-1,-1 1,1-1,0-1,0 1,2 1,1-1,1-1,0 1,0-1,0-1,0 0,0 0,0 0,1-1,0-1,-1 0,1 0,0-1,-1 0,1 0,0-1,-1-1,1 0,-1 0,1-1,-1 0,0 0,0-1,0 0,-1-1,0 0,1 0,-2-1,7-5,5-10</inkml:trace>
  <inkml:trace contextRef="#ctx0" brushRef="#br0" timeOffset="22790.028">7685 8166,'21'0,"16"-4,14-5,9-2,4-2,0-1,-6-1,-12 3</inkml:trace>
  <inkml:trace contextRef="#ctx0" brushRef="#br0" timeOffset="23054.392">7917 7989,'427'-92,"-424"91,0 0,1 0,-1 0,1 0,-1 1,0 0,1-1,-1 1,1 0,-1 1,1-1,-1 1,1-1,-1 1,1 0,-1 0,0 1,0-1,0 1,0-1,0 1,0 0,0 0,0 0,-1 1,1-1,-1 1,1-1,-1 1,0 0,0 0,0 0,-1 0,1 0,-1 0,1 1,1 16,0-1,-2 1,0 0,-1 0,-1-1,-1 6,-1 22,-5 93,-5-116,5-18</inkml:trace>
  <inkml:trace contextRef="#ctx0" brushRef="#br0" timeOffset="23343.994">8245 7921,'16'-5,"17"-3,15-4,13-1,7-3,5-2,-2 0,-8 4,-14 3</inkml:trace>
  <inkml:trace contextRef="#ctx0" brushRef="#br0" timeOffset="23872.166">6442 7620,'58'-8,"1234"-63,-660 39,-614 34,-25 2</inkml:trace>
  <inkml:trace contextRef="#ctx0" brushRef="#br0" timeOffset="25692.308">8218 4152,'-19'6,"1"1,0 1,0 0,1 1,0 1,1 1,0 1,1 0,0 0,1 2,0 0,1 0,1 2,-6 8,2-1,2 1,0 1,1 0,2 0,1 1,1 1,1 0,1 0,-2 22,6 38,3-84,0 0,0 0,1 0,-1 0,1 0,0 0,0-1,0 1,0 0,1 0,-1-1,1 1,0-1,-1 1,1-1,0 1,0-1,1 0,-1 0,0 0,1-1,-1 1,1 0,0-1,-1 0,3 1,1-2,0 0,0 0,1 0,-1-1,0 0,0 0,0-1,0 0,0 0,0 0,-1-1,1 1,-1-1,1-1,-1 1,0-1,0 0,-1 0,1 0,-1-1,0 0,25-24,-1-1,-2-1,-1-2,-2 0,-1-2,-1 0,-2-2,-2 0,-2-1,-1 0,5-24,-10 29,-2 0,-1 0,-2 0,-1-1,-2 0,-1 1,-3-21,-17-15,19 67,1 1,-1-1,1 0,-1 1,0-1,0 1,0-1,0 1,0 0,0-1,0 1,-1 0,1 0,0 0,-1 0,1 0,-1 0,1 0,-1 0,1 1,-1-1,0 0,1 1,-1 0,0-1,1 1,-1 0,0 0,0 0,1 0,-1 0,0 0,0 0,1 1,-1-1,0 1,1-1,-2 1,-5 6,-1 0,1 0,0 1,1 0,0 0,0 1,1 0,0 0,0 0,1 1,0 0,1 0,0 0,-1 8,-4 5,2 0,0 1,2 0,0 0,2 0,1 1,0-1,2 1,1 0,1-1,1 0,1 1,1-1,2-1,0 1,1-1,1 0,2-1,4 7,21 29,3-2,2-2,16 15,-7-9,-17-19</inkml:trace>
  <inkml:trace contextRef="#ctx0" brushRef="#br0" timeOffset="26514.16">8231 5927,'-18'7,"0"1,0 1,0 1,1 0,1 1,0 1,1 0,0 1,0 1,2 0,0 1,0 1,1 0,1 0,1 1,0 0,2 1,0 0,1 1,0 0,1 1,2-3,0 1,0 1,2-1,0 0,1 1,1-1,2 13,-1-24,-1 0,1 0,1 0,-1 0,1 0,1 0,-1-1,1 1,0-1,0 0,1 1,0-2,0 1,1 0,-1-1,1 0,0 0,1 0,-1-1,1 1,1-1,-4-2,1 0,0-1,0 0,0 0,0 0,0 0,0 0,0-1,0 0,0 0,0 0,0 0,0-1,0 1,0-1,0 0,0 0,0-1,-1 1,1-1,0 0,-1 0,1 0,71-61,-52 36,-1-1,-1-1,-2 0,-1-2,-1-1,-2 0,-1 0,-1-2,-2 0,-2 0,-1-1,3-29,-9 49,-1 0,0 0,-1 0,-1-1,0 1,-1 0,-4-13,6 24,-1 0,-1 0,1 1,-1-1,1 0,-1 1,0-1,0 1,-1 0,1-1,-1 1,1 0,-1 1,0-1,0 0,-1 1,1 0,0 0,-1 0,1 0,-1 0,0 1,1-1,-1 1,0 0,0 0,0 1,0-1,0 1,0 0,-3 0,-2 0,1 1,-1 0,1 1,-1 0,1 0,0 1,0 0,0 1,1-1,-1 2,1-1,0 1,0 0,0 0,1 1,0 0,0 0,0 0,1 1,0 0,0 0,0 0,1 0,1 1,-1 0,1 0,0 0,1 0,0 0,0 1,1-1,0 1,0-1,1 1,0-1,1 1,0-1,1 6,6 5,1 0,0 0,2-1,0 0,1-1,1 0,0-1,1 0,1-2,8 7,17 21,-23-27,-2 1,0 1,0 1,-2 0,0 1,-2 0,0 1,-1 1,-1-1,0 1,-2 1,-1-1,0 1,-2 1,0-1,-1 10,-6 0,-3-10</inkml:trace>
  <inkml:trace contextRef="#ctx0" brushRef="#br0" timeOffset="26765.487">7876 5449,'23'-2,"24"-4,28-2,21-5,18-3,6 2,-18 3</inkml:trace>
  <inkml:trace contextRef="#ctx0" brushRef="#br0" timeOffset="27537.001">9106 6282,'25'3,"23"0,21 0,21-1,15-3,11-3,4-4,-2-5,-10-2,-22 0</inkml:trace>
  <inkml:trace contextRef="#ctx0" brushRef="#br0" timeOffset="28331.845">8941 4261,'19'2,"17"2,17-2,18 1,15-4,12-3,3-4,-6-1,-20 2</inkml:trace>
  <inkml:trace contextRef="#ctx0" brushRef="#br1" timeOffset="62542.657">10 342,'0'-1,"-1"1,1 0,-1-1,0 1,1 0,-1-1,1 1,-1-1,1 1,-1-1,1 1,0-1,-1 1,1-1,0 1,-1-1,1 1,0-1,0 0,-1 1,1-1,0 0,0 1,0-1,0 0,0 1,0-1,0 0,0 1,0-1,0 0,0 1,0-1,1 1,-1-1,0 0,0 1,1-1,-1 1,0-1,1 0,-1 1,1-1,-1 1,1 0,-1-1,1 1,-1-1,1 1,-1 0,1-1,-1 1,1 0,0-1,-1 1,1 0,0 0,-1 0,1 0,-1-1,1 1,0 0,-1 0,1 0,0 1,-1-1,1 0,0 0,117 12,75-2,1-9,0-8,-1-9,89-22,-276 37,499-35,-257 23,354-8,79 14,-502 2,97 12,-61 0,98 8,-162 0,90-4,-137-11,105 0,17 12,409 21,-362-1,-207-22,0-3,0-3,1-3,18-4,25 2,-59 1,0-3,0-1,0-3,0-2,21-5,-29 9,-58-1,-12 1,-5 0</inkml:trace>
  <inkml:trace contextRef="#ctx0" brushRef="#br1" timeOffset="63393.704">1089 13,'-16'-8,"16"8,0-1,0 1,1 0,-1 0,0 0,0 0,0 0,0 0,0 0,0 0,0-1,0 1,0 0,0 0,1 0,-1 0,0 0,0 0,0-1,0 1,0 0,0 0,0 0,0 0,0 0,0-1,0 1,0 0,0 0,0 0,0 0,93 18,-26-6,-2 3,0 2,15 9,-62-19,1 0,-1 2,-1 0,0 2,0-1,-1 2,0 0,-1 1,0 1,-1 0,-1 1,0 0,0 3,-9-13,1 1,-1 0,0 0,-1 1,0-1,0 1,0-1,-1 1,1 0,-2 0,1 0,-1 0,0 0,-1 0,1 1,-1-1,-1 0,0 0,0 0,0 0,-1 0,1 0,-2 0,1 0,-4 5,-5 0,0 0,-1-1,0-1,0 0,-1-1,-1 0,0-1,0 0,0-1,-1-1,0 0,8-3,-213 85,104-46</inkml:trace>
  <inkml:trace contextRef="#ctx0" brushRef="#br1" timeOffset="64288.376">365 888,'-21'21,"0"1,2 1,0 1,2 0,0 2,2 0,1 0,1 1,1 1,1 1,2-1,1 1,1 1,2-1,0 1,2 11,3-29,1 0,0 1,0-1,2 0,-1 0,1 0,1 0,5 10,-8-19,0 1,1-1,0 0,-1 0,1 0,0 0,0 0,1 0,-1 0,1-1,-1 1,1-1,0 0,0 0,0 0,0 0,0 0,0-1,1 1,-1-1,0 0,1 0,-1 0,1-1,-1 1,1-1,0 0,-1 0,1 0,-1 0,1 0,0-1,7-4,0 0,0-1,0 0,-1-1,0 0,-1-1,1 0,-1 0,-1-1,0 0,0 0,-1-1,0 0,0 0,0-4,23-33,-2-1,-2-1,-2-1,-3-2,-1 0,-3-1,-3-1,-1 0,0-24,-10 66,-1 0,0 0,-1 0,0 0,-1-1,0 1,-1 0,-1 0,0 0,0 0,-1 0,-1 1,0-1,0 1,-1 0,-1 0,-3-5,6 13,0 0,0 1,0-1,0 1,0 0,-1 0,1 0,-1 0,0 1,1-1,-1 1,0 0,0 0,0 1,0-1,0 1,0-1,0 1,0 1,0-1,0 0,1 1,-1 0,0 0,0 0,0 1,-3 1,-4 1,0 2,1 0,-1 0,1 1,0 0,1 1,-1 0,-3 5,1 0,0 1,1 0,1 1,1 0,0 0,0 1,2 0,0 1,1 0,0 0,2 0,0 0,1 1,0 0,2 0,0-1,1 1,1 0,0 0,1 0,1-1,1 1,1-1,0 0,1 0,7 13,8 6,1-1,2-2,2 0,1-1,-10-14,-1 0,0 1,-1 1,-2 1,0 0,-1 0,-1 1,-1 1,-1 0,-1 0,0 1,1 17,-8-34,0 1,-1-1,0 0,-1 1,1-1,-2 0,1 1,-1-1,0 0,-2 6,-3 0</inkml:trace>
  <inkml:trace contextRef="#ctx0" brushRef="#br1" timeOffset="64768.092">802 1311,'-17'35,"1"1,2 0,2 1,1 1,2-1,2 2,-1 14,8-35,0-18,1 1,-1-1,0 0,0 0,1 1,-1-1,0 0,0 0,1 0,-1 0,0 0,1 1,-1-1,0 0,1 0,-1 0,0 0,1 0,-1 0,0 0,0 0,1 0,-1 0,0 0,1 0,-1 0,0 0,1-1,-1 1,0 0,1 0,-1 0,0 0,0 0,1-1,-1 1,0 0,0 0,0-1,1 1,-1 0,0 0,0-1,0 1,1 0,-1 0,0-1,0 1,0 0,0-1,0 1,0 0,0-1,0 1,0 0,0-1,0 1,0 0,0-1,0 1,0 0,0 0,0-1,14-33,-1 0,-1-1,-2-1,4-28,-11 49,50-240,-53 254,0 0,0 0,0 0,0 1,-1-1,1 0,0 0,1 0,-1 0,0 1,0-1,0 0,0 0,1 0,-1 1,0-1,1 0,-1 0,1 1,-1-1,1 0,-1 1,1-1,-1 0,1 1,-1-1,1 1,0-1,-1 1,1-1,0 1,0 0,-1-1,1 1,0 0,0 0,0-1,-1 1,1 0,0 0,0 0,0 0,0 0,-1 0,1 0,0 0,0 0,0 1,-1-1,1 0,0 0,0 1,-1-1,1 1,0-1,0 1,-1-1,1 1,0-1,-1 1,33 84,-26-60,7 24,14 55,6 0,36 76,-69-177,3 6,-1-1,1 0,1 0,0 0,0 0,0-1,1 0,0 0,5 4,-5-8</inkml:trace>
  <inkml:trace contextRef="#ctx0" brushRef="#br1" timeOffset="65043.357">747 1462,'3'-3,"5"0,10 0,14 0,16 2,11-3,7-2,2 0,-4 1,-6 1,-11 1,-12 4,-16 2,-10-1</inkml:trace>
  <inkml:trace contextRef="#ctx0" brushRef="#br1" timeOffset="106175.061">16179 1721,'11'0,"14"0,14 0,9-3,7 0,2 1,-3-1,-12 4,-11 3,-13 2</inkml:trace>
  <inkml:trace contextRef="#ctx0" brushRef="#br1" timeOffset="106420.102">16233 1953,'17'0,"16"0,17 0,14-2,10-4,6-2,-10-1</inkml:trace>
  <inkml:trace contextRef="#ctx0" brushRef="#br1" timeOffset="106669.82">17012 1844,'-1'5,"0"1,1-1,0 1,0-1,1 1,-1-1,1 1,0-1,1 0,-1 1,1-1,0 0,0 0,1 0,-1 0,1-1,0 1,1-1,-1 1,1-1,0 0,0-1,0 1,0-1,1 1,-1-1,1 0,0-1,3 2,4-2,0 0,0-1,-1 0,1-1,0 0,0-1,0 0,0-1,-1 0,1-1,-1 0,1-1,-1-1,0 1,-1-2,1 1,-1-2,0 1,-1-1,1-1,-1 0,-1 0,0-1,0 0,0 0,0-2,-3 6,-1 0,0-1,0 1,0-1,0 0,-1 0,0 0,-1-1,1 1,-1-1,0 0,-1 1,1-1,-1 0,-1 0,1 0,-1 0,-1 1,1-1,-1 0,0 0,0 0,-1 1,0-1,0 1,-1-1,0 1,0 0,0 0,-3-3,0 1,-1 1,0 0,0 0,0 1,-1 0,0 0,0 1,0 0,-1 0,0 1,0 0,0 0,0 1,0 1,-1-1,1 2,-1-1,0 1,0 1,1-1,-1 2,0-1,0 2,1-1,-1 1,1 1,-1-1,1 2,0-1,0 1,1 0,-1 1,1 0,0 1,0 0,0 0,1 0,0 1,0 0,1 1,0-1,0 1,1 0,0 1,0-1,1 1,-2 5,4-7,0 0,1 0,0 0,0 0,1 0,0 0,0 0,1 0,-1 0,2 0,-1 0,1 0,1 2,14 35</inkml:trace>
  <inkml:trace contextRef="#ctx0" brushRef="#br1" timeOffset="107051.019">18351 1775,'16'3,"17"0,17 0,14-1,9 0,5-4,-2 0,-7-1,-10 1,-16 2,-15 2</inkml:trace>
  <inkml:trace contextRef="#ctx0" brushRef="#br1" timeOffset="107268.991">18337 1953,'16'5,"17"1,17-1,14 0,12-2,5-1,0 0,-4-2,-6-2,-15-1</inkml:trace>
  <inkml:trace contextRef="#ctx0" brushRef="#br1" timeOffset="107570.94">18938 1530,'13'11,"0"0,0-1,1 0,0-1,1-1,0 0,1-1,-1-1,1 0,14 2,-25-6,171 45,-116-34,-2 3,0 2,-1 3,-52-20,-1 0,1 1,-1 0,1-1,-1 1,0 1,0-1,0 1,0-1,0 1,-1 0,1 0,-1 1,0-1,0 1,0 0,0 0,-1 0,1 0,-1 0,0 0,0 1,-1-1,1 1,-1-1,0 1,0 2,-4 3,0-1,0 0,-1 0,0 0,-1-1,0 0,0 1,-1-2,0 1,0-1,-1 1,0-2,0 1,-1-1,-1 1,1 0,-258 222,242-203</inkml:trace>
  <inkml:trace contextRef="#ctx0" brushRef="#br1" timeOffset="105159.825">15305 1666,'-14'4,"-1"2,0-1,1 2,0 0,1 0,0 1,0 1,0 0,1 1,1 0,0 1,0 0,1 1,0 0,-5 10,1-1,2 1,0 1,1 0,1 1,2 0,0 0,2 1,0 0,1 3,7 59,-1-85,-1 0,0 0,1 0,0 0,-1 0,1 0,0-1,0 1,0 0,0 0,0-1,1 1,-1-1,0 1,1-1,-1 0,1 1,-1-1,1 0,0 0,-1 0,1 0,0 0,0-1,0 1,0-1,0 1,0-1,0 1,-1-1,1 0,0 0,0 0,0 0,0 0,0-1,0 1,0-1,0 1,0-1,2 0,8-5,0 0,-1 0,1-1,-1-1,-1 0,1 0,-1-1,-1 0,0-1,0 0,4-6,9-11,-1 0,-1-1,-1-1,-2-1,-1-1,-1 0,-2-1,-1 0,-1-1,-2-1,-2 1,-1-1,-1-1,-1-14,-3 39,-1-1,0 0,0 1,-1-1,0 0,-1 1,0-1,-1 1,0 0,-1 0,0 0,0 0,-1 0,-1 1,1 0,-1 0,-1 1,0-1,0 1,-1 1,1 0,-6-4,10 9,-1 0,1 1,-1-1,1 1,-1 0,1 0,-1 0,0 0,0 1,1-1,-1 1,0 0,0 0,0 1,1-1,-1 1,0 0,1 0,-1 0,0 0,1 0,0 1,-1 0,1 0,0 0,0 0,0 0,0 0,0 1,0 0,1-1,-3 4,-3 4,0 0,1 1,0 0,1 0,0 1,1-1,0 1,1 0,-1 4,0 6,1 0,0 1,2-1,1 1,0-1,2 1,1 0,0-1,2 1,0-1,4 7,13 38,3-1,33 61,4 13,-54-123,-1-1,-1 1,0 0,-2 0,1 1,-2 5,-1 6</inkml:trace>
  <inkml:trace contextRef="#ctx0" brushRef="#br1" timeOffset="105612.137">15551 2021,'-8'50,"-2"-1,-2-1,-2 1,-2-2,-4 4,-3 14,24-65,-1 0,0 0,0-1,0 1,1 0,-1 0,0-1,0 1,1 0,-1 0,0 0,1 0,-1 0,0-1,1 1,-1 0,0 0,0 0,1 0,-1 0,0 0,1 0,-1 0,0 0,1 0,-1 0,0 0,1 0,-1 0,0 0,1 1,-1-1,0 0,0 0,1 0,-1 0,0 1,1-1,-1 0,0 0,0 0,0 1,1-1,-1 0,0 1,0-1,0 0,0 0,1 1,-1-1,0 0,0 1,0-1,0 0,0 1,0-1,17-21,0 0,-2-1,0 0,-1-2,-2 0,5-13,102-274,-91 257,-20 57,2 59,-1 72,-8-74,4 0,2 0,3-1,2 0,11 30,-17-74</inkml:trace>
  <inkml:trace contextRef="#ctx0" brushRef="#br1" timeOffset="105873.867">15483 2144,'19'7,"19"2,18 0,11-4,3-8,-11-3</inkml:trace>
  <inkml:trace contextRef="#ctx0" brushRef="#br1" timeOffset="109488.008">20249 1202,'14'-3,"21"0,25 0,33-1,30-1,28 1,19 1,12 1,3 4,-5 0,-14 3,-22 1,-28-2,-29 0,-32-2,-27 0,-24-2,-12 1</inkml:trace>
  <inkml:trace contextRef="#ctx0" brushRef="#br1" timeOffset="113043.223">28142 738,'27'-78,"-18"79,14 72,101 471,-119-522,10 39,-2 1,-3 1,-3 0,-2 0,-4 0,-2 0,-3 6,0-47,0 0,-2-1,-1 0,-1 0,0-1,-1 0,-2 0,0-1,-1 0,0-1,-2-1,0 0,-15 14,-40 30</inkml:trace>
  <inkml:trace contextRef="#ctx0" brushRef="#br1" timeOffset="113518.36">29330 1475,'21'-2,"23"1,20 1,16 1,8-1,-4 3,-16 3,-20 0</inkml:trace>
  <inkml:trace contextRef="#ctx0" brushRef="#br1" timeOffset="113687.939">29411 1679,'19'5,"22"2,20-1,17-4,8-4,2-4,-5-6,-17-1</inkml:trace>
  <inkml:trace contextRef="#ctx0" brushRef="#br1" timeOffset="113903.366">29917 1339,'14'-5,"18"1,19 6,13 7,8 9,1 8,-5 12,-12 11,-15 8,-17 9,-24 7,-26 5,-25 3,-23-3,-16-2,6-16</inkml:trace>
  <inkml:trace contextRef="#ctx0" brushRef="#br1" timeOffset="111131.887">25151 1065,'-23'12,"-15"15,-8 17,0 17,5 15,9 13,11 12,13 8,12-2,13-4,10-8,8-13,7-15,6-15,1-17,-7-14</inkml:trace>
  <inkml:trace contextRef="#ctx0" brushRef="#br1" timeOffset="111531.87">25629 1639,'-17'-10,"0"1,-1 1,0 1,0 0,-1 1,0 1,-4 0,18 4,-1 0,0 1,0-1,0 1,1 0,-1 0,0 1,0 0,1 0,-1 0,0 1,1 0,-1 0,1 0,0 1,0-1,0 1,0 0,0 1,0-1,1 1,0 0,0 0,0 1,-3 4,4-5,0 0,0 0,0 0,1 0,0 1,0-1,0 1,0 0,1-1,0 1,0 0,0 0,0 0,1 0,0 0,0 0,0 0,1-1,0 1,0 0,0 0,0 0,1 0,-1-1,1 1,1-1,-1 1,0-1,1 0,0 0,0 0,0 0,1-1,-1 1,1-1,0 0,0 0,0 0,0-1,1 1,0-1,5 2,1 0,0-1,-1 0,1-1,0 0,0-1,1 0,-1-1,0 0,0-1,0 0,2-1,-7 2,0-2,0 1,0 0,0-1,0 0,0-1,-1 1,1-1,-1 0,0 0,0-1,0 0,0 0,0 0,-1 0,0-1,0 1,0-1,0 0,-1-1,0 1,2-3,-4 4,1 1,-1-1,0 0,0 1,0-1,0 0,-1 0,1 1,-1-1,0 0,0 0,0 0,-1 0,0 1,1-1,-1 0,0 0,-1 1,1-1,-1 1,0-1,1 1,-2 0,1 0,0-1,0 1,-1 1,0-1,0 0,1 1,-2-1,-2-1,5 5,-1-1,1 1,-1-1,0 1,1 0,-1 0,1 0,0 0,-1 0,1 0,0 0,-1 0,1 0,0 0,0 1,0-1,0 1,0-1,0 1,1-1,-1 1,0-1,1 1,-1 0,1-1,0 1,-1 0,1-1,0 1,0 0,0-1,0 1,1 0,-1-1,0 1,1 0,-1-1,1 1,-1 0,1 0,4 7,-1 0,1 0,1-1,0 1,0-1,0-1,1 1,0-1,1 0,-1-1,2 0,-1 0,0 0,1-1,0-1,0 0,1 0,-1 0,1-1,-1-1,1 1,2-1,43 12</inkml:trace>
  <inkml:trace contextRef="#ctx0" brushRef="#br1" timeOffset="112174.184">26162 1585,'-7'-2,"0"0,0 0,0 1,0 1,0-1,0 1,0 0,0 1,0-1,0 1,1 1,-1-1,0 1,0 0,1 1,-1 0,1 0,0 0,0 1,0 0,0 0,1 0,0 1,-1 0,2 0,-1 0,1 1,-1-1,1 1,-2 6,4-8,1-1,0 1,1 0,-1 0,1 0,0 0,0 0,0 0,0 0,0-1,1 1,0 0,0 0,0 0,0-1,1 1,0 0,-1-1,1 1,0-1,1 0,-1 0,0 0,1 0,0 0,0 0,0-1,0 1,0-1,0 0,1 0,2 1,4 3,2 0,-1-1,1-1,0 0,0 0,0-1,0-1,0 0,11 0,-9-1,0 0,0-2,1 0,-1 0,0-1,-1-1,1 0,0-1,-1-1,0 0,0 0,0-2,-1 1,0-2,0 1,-1-2,0 0,0 0,-1 0,0-2,-1 1,0-1,-1-1,7-11,-2-9,-2 0,-2-1,-1 0,-2 0,-1-1,-1 0,-2 0,-1 0,-4-23,3 52,1-68,-4 1,-3 0,-7-25,-12 23,24 73,0 1,1-1,-1 1,0-1,0 1,1 0,-1-1,0 1,0 0,1 0,-1 0,0-1,0 1,0 0,0 0,1 0,-1 0,0 1,0-1,0 0,1 0,-1 0,0 1,0-1,1 0,-1 1,0-1,0 0,1 1,-1-1,0 1,1-1,-1 1,1 0,-1-1,1 1,-1 0,1-1,-1 1,1 0,0-1,-1 1,1 0,0 0,0 0,-1-1,1 1,0 0,0 0,0 0,0 0,-8 24,0 1,2 1,1-1,1 1,2 0,0 0,2 0,2 22,0 0,1 0,2-1,3 1,2-2,2 1,1-1,3-1,2-1,2 0,2-2,2 0,5 4,-27-42,0-1,0 0,1 0,-1 1,1-1,0-1,1 1,-1 0,1-1,-1 0,1 0,0 0,0 0,0-1,1 1,-1-1,1 0,-1 0,1-1,0 1,-1-1,1 0,0 0,0-1,0 0,0 0,0 0,0 0,0-1,-1 1,1-1,0 0,0-1,9-7,-2 0,1-1,-1-1,0 0,-1 0,0-1,-1-1,-1 1,0-2,0 1,-2-1,1-1,4-13,32-52,-34 72,-9 25,-9 28,5-36,0 1,1-1,0 1,1 0,0 0,0 0,1-1,1 1,0 0,0 0,1 0,0-1,0 1,4 9,-1-15,-1 1,1-1,0 0,0 0,0 0,1-1,-1 0,1 0,0 0,0 0,0-1,0 0,0-1,0 1,0-1,1 0,-1-1,0 1,1-1,-1-1,1 1,4-2,30-2</inkml:trace>
  <inkml:trace contextRef="#ctx0" brushRef="#br1" timeOffset="112425.552">26995 1420,'-19'-4,"-15"-5,-9-2,-4-2,-1-1,1-1,1 1,8 1</inkml:trace>
  <inkml:trace contextRef="#ctx0" brushRef="#br1" timeOffset="112606.586">26298 1175,'14'-7,"19"-5,19 0,23 2,18 3,16 2,6 4,1 5,-19 2</inkml:trace>
  <inkml:trace contextRef="#ctx0" brushRef="#br1" timeOffset="112814.834">27336 1653,'10'10,"0"-1,0 0,1 0,0-1,0 0,1-1,0-1,0 1,1-2,0 0,0 0,0-2,0 1,1-2,-1 1,1-2,0 0,-1-1,3 0,-12-1,1 0,0 0,-1-1,1 1,0-1,-1 0,0 0,1-1,-1 1,0-1,0 0,-1 0,1-1,-1 1,1-1,-1 0,0 1,0-1,-1-1,1 1,-1 0,0-1,0 1,0-1,-1 1,0-1,0 0,0 0,0-3,2-15,0 0,-2-1,-1 1,-1-1,-3-12,-5-53,26 62,-4 20</inkml:trace>
  <inkml:trace contextRef="#ctx0" brushRef="#br1" timeOffset="110118.314">22529 1721,'23'0,"20"-3,13 0,7 1,2-3,-5 0,-11 1,-13 1</inkml:trace>
  <inkml:trace contextRef="#ctx0" brushRef="#br1" timeOffset="110285.867">22556 1898,'23'10,"25"2,19-2,18-9,10-5,3-6,-1-2,-18 0</inkml:trace>
  <inkml:trace contextRef="#ctx0" brushRef="#br1" timeOffset="110638.507">23376 1885,'14'9,"1"0,0-1,0-1,1-1,0 0,1-1,-1 0,1-2,0 0,0 0,0-2,0 0,0-1,0-1,0 0,1-2,-9 3,0 0,0 0,-1-1,1-1,0 0,-1 0,1 0,-1-1,0 0,0-1,0 0,0 0,-1-1,1 0,-1 0,-1-1,1 1,-1-1,0-1,4-4,-9 6,-1 0,0 0,0 0,-1 0,1 0,-1 0,0 0,-1 0,1 1,-1-1,0 0,0 1,0-1,0 1,-1 0,0 0,0 0,0 0,0 0,-1 1,0-1,1 1,-1 0,0 0,-1 1,-2-2,-8-7,0 2,-2 0,1 1,-1 0,0 2,0 0,-1 1,1 0,-1 2,0 0,-1 1,1 0,0 2,0 0,-1 1,1 1,-8 3,20-4,0 0,0 0,0 1,0 0,0 0,1 1,-1 0,1 0,0 0,0 1,0-1,0 1,0 0,1 1,0-1,0 1,0 0,0 0,1 0,0 0,0 0,0 1,1 0,0-1,0 1,0 0,1 0,-1 0,2 0,-1 1,1-1,-1 0,2 0,-1 0,1 0,0 0,1 5,2-1,0 0,0 0,1 0,0-1,0 0,1 0,1 0,-1-1,1 0,1 1,34 31</inkml:trace>
  <inkml:trace contextRef="#ctx0" brushRef="#br1" timeOffset="108140.343">20740 1489,'-21'-4,"0"1,-1 1,1 1,-1 0,0 2,1 1,0 1,-1 0,1 2,0 0,-1 2,18-6,0 0,0 0,1 0,-1 0,0 0,1 1,-1 0,0 0,1 0,0 0,0 0,-1 1,1 0,1-1,-1 1,0 0,1 0,-1 1,1-1,0 0,0 1,1-1,-1 1,1 0,-1 0,1-1,0 1,1 0,-1 0,1 0,-1 0,1 0,0 0,1 0,-1 0,1 0,-1 0,1 0,1 0,-1-1,2 4,8 6,0-1,0-1,2 0,-1-1,1 0,1-1,0 0,0-1,1-1,0 0,11 3,1 2,1 1,2 0,-2 0,1 2,-2 2,0 0,19 17,-43-32,0-1,-1 1,0 0,1 0,-1 0,0 0,0 0,0 0,0 0,-1 1,1-1,-1 1,1-1,-1 1,0 0,0 0,0-1,0 1,0 0,-1 0,1 0,-1 0,0 0,0 0,0 0,0 0,-1-1,1 1,-1 0,1 0,-1 0,0 0,0-1,0 1,-1 0,1-1,-1 1,1-1,-1 1,0-1,0 0,-2 1,-9 6,-2-2,1 0,-1 0,0-2,0 0,-1 0,0-2,0 0,0 0,0-2,0 0,-6-1,15 0,-3 2,0-1,0-1,-1 1,1-2,0 0,0 0,0 0,0-2,0 1,0-1,1 0,-2-2,10 5,0-1,0 0,0 0,0 0,0 0,0 0,0 0,0 0,1 0,-1-1,0 1,1 0,-1 0,1-1,-1 1,1 0,0-1,-1 1,1 0,0-1,0 1,0-1,0 1,0 0,0-1,0 1,1 0,-1-1,0 1,1 0,-1-1,1 1,-1 0,1 0,0-1,0 1,14-26</inkml:trace>
  <inkml:trace contextRef="#ctx0" brushRef="#br1" timeOffset="108370.865">21054 1557,'-6'1,"1"0,-1 1,0 0,1 1,0-1,-1 1,1 0,0 0,1 0,-1 1,0 0,1 0,0 0,0 0,0 1,1-1,-1 1,1 0,0 0,0 1,1-1,0 0,0 1,0 0,0 0,-1 5,1-1,0 0,0 1,1 0,0-1,1 1,1 0,-1-1,2 1,-1-1,1 1,1-1,2 7,2-5,0 0,0-1,1 0,1 0,-1-1,2 0,0 0,0-1,0-1,1 1,1-2,-1 0,1 0,0-1,1 0,-1-1,1 0,0-1,1-1,-1 0,0-1,1 0,0-1,-1-1,1 0,-1-1,1 0,0-1,1-1,58-30,-49 13</inkml:trace>
  <inkml:trace contextRef="#ctx0" brushRef="#br1" timeOffset="108538.954">20863 1748,'23'0,"22"-3,19-2,13-3,5 0,0-2,-7 0,-16 0</inkml:trace>
  <inkml:trace contextRef="#ctx0" brushRef="#br1" timeOffset="108859.097">21082 1557,'36'-8,"1"2,0 1,0 2,29 1,-27 1,15-2,0 2,0 2,0 3,0 2,-1 2,27 9,-74-16,-1 0,1 1,0-1,-1 1,1 1,-1-1,0 1,0 0,0 0,0 0,0 0,-1 1,1 0,-1 0,0 1,-1-1,1 1,-1-1,1 1,-1 0,-1 1,1-1,-1 0,0 1,0-1,0 1,-1 0,1 4,-4 8,0 0,-2 0,1 0,-2-1,-1 1,0-1,-6 10,-11 37,20-55,-1 3,0 0,0 1,1-1,1 1,0 0,1 0,1 0,0 3,10 0,-4-20</inkml:trace>
  <inkml:trace contextRef="#ctx0" brushRef="#br1" timeOffset="109106.023">21615 1557,'-7'-5,"4"-1,13 0,18 2,20-2,19-2,14-1,7-2,-4 1,-12-1,-18 3</inkml:trace>
  <inkml:trace contextRef="#ctx0" brushRef="#br1" timeOffset="122555.683">15988 5858,'-21'9,"1"0,0 2,1 0,0 1,1 1,0 0,1 2,1 0,0 1,1 0,1 2,1-1,0 2,1-1,1 2,1 0,0 0,2 1,0 0,2 0,-2 8,8-28,-4 9,1 0,0 0,0 0,1 0,1 1,-1-1,2 0,0 1,0-1,0 1,2-1,-1 0,1 1,1-1,2 7,-2-14,1 0,0 0,0-1,0 0,0 0,0 0,0 0,0-1,1 1,-1-1,0 0,1-1,-1 1,1-1,-1 0,1 0,-1 0,1 0,-1-1,1 0,-1 0,1 0,-1-1,0 1,0-1,0 0,0 0,0 0,0-1,0 0,-1 1,1-1,20-13,0-1,-1-1,-1-1,0-1,-2-1,0-1,-2-1,0 0,-2-1,0-1,-2 0,-1-2,7-17,-14 32,0-1,-1 0,-1-1,0 1,-1-1,0 1,-1-1,0 0,-1 0,-1 0,0 0,-1 0,-1 0,0 1,-1-1,0 0,-1 1,-1-2,3 13,-1-1,1 0,-1 0,0 1,0-1,0 1,0 0,0 0,0 0,-1 0,1 1,-1-1,1 1,-1 0,0 0,1 0,-1 1,0-1,0 1,1 0,-1 0,0 0,0 0,1 1,-1 0,0-1,1 1,-1 1,0-1,1 0,-1 1,1 0,0 0,0 0,0 0,0 0,0 1,0-1,0 1,1 0,-1 0,1 0,0 0,0 0,0 1,0-1,1 0,-1 1,-6 14,1 0,1 1,0-1,1 1,1 1,1-1,1 0,0 1,2-1,0 1,1-1,1 1,1-1,1 3,8 35,3-1,2 0,3-1,-4-14,-3 1,0 0,-3 1,-2 0,2 35,-11-58,-1-9</inkml:trace>
  <inkml:trace contextRef="#ctx0" brushRef="#br1" timeOffset="122801.548">15824 5640,'7'-7,"9"-4,14-4,11 2,12 1,9 1,5 4,6 2,2 5,-3 2,-14 1</inkml:trace>
  <inkml:trace contextRef="#ctx0" brushRef="#br1" timeOffset="123049.122">16588 5927,'21'10,"19"2,13 0,8-5,3-4,-6-2,-9 2,-14-1</inkml:trace>
  <inkml:trace contextRef="#ctx0" brushRef="#br1" timeOffset="123248.588">16588 6213,'17'3,"16"0,17-2,19-7,15-6,11-6,4-2,1 0,-18 3</inkml:trace>
  <inkml:trace contextRef="#ctx0" brushRef="#br1" timeOffset="123588.858">17790 6022,'-7'13,"0"0,1 0,1 0,0 1,1-1,0 1,1 0,0 8,2-17,0 0,1-1,0 1,0 0,1 0,-1 0,1 0,0-1,1 1,-1 0,1-1,-1 1,1-1,1 0,-1 1,1-1,-1 0,1-1,0 1,1 0,-1-1,1 0,-1 1,1-1,0-1,3 3,-1-2,0-1,1 1,-1-1,0-1,1 1,-1-1,1 0,-1 0,1-1,-1 0,1 0,0-1,-1 1,1-2,-1 1,0-1,1 1,-1-2,0 1,0-1,2-1,9-5,-1 0,-1-1,0 0,0-2,-1 1,0-2,1-2,-4 4,0-1,0 0,-2-1,1 1,-2-2,1 1,-2-1,0-1,-1 1,0-1,-1 0,-1-1,0 1,-1-1,-1 1,0-1,-1 0,-1 0,-1 0,0 0,-3-14,2 24,0 0,-1 1,0-1,0 1,0-1,-1 1,0 0,0 1,0-1,-1 0,1 1,-1 0,0 0,0 1,0-1,-1 1,0 0,1 1,-1-1,0 1,0 0,0 1,0-1,0 1,-1 0,-13-1,1 0,-1 1,1 2,-1 0,1 0,-1 2,-7 2,-1 1,0 2,0 0,1 2,1 1,-1 1,2 1,0 1,0 1,2 2,0 0,0 1,2 2,-11 12,-2 11</inkml:trace>
  <inkml:trace contextRef="#ctx0" brushRef="#br1" timeOffset="116386.158">16016 3906,'-15'3,"1"0,0 0,0 2,0 0,1 0,0 1,0 1,0 0,1 1,0 0,0 1,1 0,0 1,1 0,0 1,1 0,0 1,-6 9,1-2,1 1,0 0,2 1,0 1,2 0,0 0,1 1,1 0,-2 21,7-41,1 0,0 0,0 0,1 0,-1 0,1 0,-1 0,1 0,0 0,0 0,1 0,-1 1,0-1,1 0,0 0,0 0,0 0,0 0,0 0,1-1,-1 1,1 0,0-1,0 1,0-1,0 1,0-1,0 0,1 0,-1 0,1 0,-1 0,1-1,0 1,-1-1,1 0,0 0,0 0,0 0,0 0,0-1,1 1,-1-1,0 0,12-4,-1 0,1-2,-1 0,0 0,-1-1,0-1,0-1,0 1,-1-2,-1 0,1 0,-2-1,1-1,-2 1,1-2,10-11,0-1,-2 0,-1-2,-1 1,-2-2,0 0,-2-1,5-18,-11 28,-1-1,-1 1,-1-1,0 1,-2-1,0 0,-1 0,-1 0,-1 1,0-1,-2 0,0 1,-1 0,-2-1,6 13,-2 0,1 1,-1-1,0 0,0 1,-1 0,0 0,0 0,-1 0,1 1,-1-1,0 1,-1 0,1 1,-1-1,0 1,0 0,0 1,-1 0,1 0,-1 0,-1 0,5 3,1 0,-1 0,1 0,-1 0,1 1,-1-1,1 1,-1 0,1 0,0 0,0 0,-1 0,1 0,0 1,0-1,0 1,0-1,0 1,1 0,-1-1,0 1,1 0,-1 0,1 1,0-1,0 0,-1 2,-19 68,21-34,1-1,2 0,2 0,1 0,1-1,3 1,0-2,11 21,-16-39,29 85,4-2,4-2,19 27,-17-44,-30-54</inkml:trace>
  <inkml:trace contextRef="#ctx0" brushRef="#br1" timeOffset="117644.045">16548 3961,'16'2,"20"-1,15-4,10-1,4 1,-4-1,-12 2</inkml:trace>
  <inkml:trace contextRef="#ctx0" brushRef="#br1" timeOffset="117842.334">16520 4206,'26'0,"24"0,21-2,13-4,7-2,-2-3,-10 1,-19 2</inkml:trace>
  <inkml:trace contextRef="#ctx0" brushRef="#br1" timeOffset="116789.08">14458 4124,'12'0,"13"0,13 0,13 0,9 0,3 2,-1 4,-8 2,-12 3,-14-1</inkml:trace>
  <inkml:trace contextRef="#ctx0" brushRef="#br1" timeOffset="117039.923">14390 4356,'23'0,"20"0,13 0,10-2,2-1,-3-2,-8-3,-14 0</inkml:trace>
  <inkml:trace contextRef="#ctx0" brushRef="#br1" timeOffset="117273.857">14759 3946,'1'5,"-1"-1,1 0,0 0,0 1,0-1,1 0,-1 0,1 0,0 0,0-1,0 1,1-1,-1 1,1-1,0 0,0 0,0 0,1 0,-1 0,0-1,1 1,1 0,90 40,-90-41,113 35,64 26,-177-61,0 0,0 0,0 0,-1 0,1 1,-1 0,0 0,0 0,0 0,0 1,0-1,-1 1,1 0,-1 0,0 1,0-1,-1 1,1-1,-1 1,0 0,0 0,-1 0,1 0,-1 0,0 0,-1 0,1 0,-1 0,0 2,-5 8,-1-1,0-1,-1 1,0-1,-2 0,1-1,-1 0,-1 0,0-1,-1 0,0-1,0 0,-1-1,10-7,-225 189,205-168</inkml:trace>
  <inkml:trace contextRef="#ctx0" brushRef="#br1" timeOffset="119263.72">17559 4029,'30'-62,"3"1,2 2,11-10,-4 3,-30 50,-10 32,-14 89,3 1,6 78,2-71,2-103,-1 0,0-1,0 1,-1-1,0 1,-1-1,0 1,-1-1,0 0,0 0,-1 0,0 0,0 0,-1-1,0 0,-1 0,0 0,-11 5</inkml:trace>
  <inkml:trace contextRef="#ctx0" brushRef="#br1" timeOffset="119559.908">17599 4370,'9'-7,"8"-2,8 0,7 4,9 3,10 2,9 1,12 0,7-5,4-6,-12-1</inkml:trace>
  <inkml:trace contextRef="#ctx0" brushRef="#br1" timeOffset="121594.813">18719 3291,'29'670,"-16"-502,13 287,-24-439,-1 2,-1-1,0 0,-2 0,0 0,0 0,-2-1,0 1,-1-1,0 0,-1 0,-1 0,-1-1,0 0,-2 1,3-11,0-1,0 0,0 0,0-1,0 0,-1 0,0-1,1 0,-1 0,0 0,0-1,0-1,0 1,0-1,-1-1,1 1,0-1,1-1,-1 0,-5-1,-18-1,-265-16,-197 17,289 4,-118 5,-63 20,-114 12,418-33,1 3,1 4,-21 8,-83 7,48-7,131-19,1-1,-1 0,1-1,0 1,-1 0,1-1,0 0,-1 0,1 0,0 0,0 0,0-1,0 0,0 1,0-1,0 0,0 0,1-1,-1 1,1-1,0 1,0-1,-1 0,2 1,-1-1,0 0,1 0,-2-3,-28-95,12-107,-10-250,-17-33,34 207,12 169,1 114,0-1,0 1,-1 0,1 0,0 0,0 0,0 0,0 0,0 0,0 0,0 0,1 1,-1-1,0 0,0 1,1-1,-1 1,0-1,1 1,-1-1,1 1,-1 0,0 0,1 0,-1 0,1 0,-1 0,0 0,1 0,-1 1,1-1,-1 1,0-1,1 1,-1-1,0 1,0 0,0-1,1 1,-1 0,0 0,1 0,7 3,45 8,0-3,0-1,1-3,1-3,20-2,-52 0,1991-65,-1418 48,-466 17,-125 0</inkml:trace>
  <inkml:trace contextRef="#ctx0" brushRef="#br1" timeOffset="125515.711">15510 5012,'-3'0,"0"1,1 0,-1 0,0 1,1-1,-1 0,1 1,-1-1,1 1,0 0,0 0,0 0,0 0,0 0,0 1,0-1,1 0,-1 1,1 0,0-1,0 1,0-1,0 1,0 0,0 0,1 0,0 0,-1-1,1 3,-8 44,1 1,3 1,3-1,1 12,0-15,-1 112,-1 158,-20 56,-5-142,5-55,4 52,17-209,0 0,2 1,0-1,1 0,1 0,1 0,0 0,1-1,2 0,-1 0,2 0,1-1,3 6,-7-18,0-1,1 0,-1 0,1 0,0-1,0 1,0-1,1-1,-1 1,1-1,-1-1,1 1,0-1,0 0,0 0,0-1,-1 0,1 0,0-1,0 0,0 0,-1 0,4-2,14 1,858-26,-616 23,219-33,-343 20,221-26,27 16,400 0,-651 25,-137 3,-1 1,1-1,-1 0,1 0,-1 0,1 0,0 0,-1 0,1-1,-1 1,0 0,1-1,-1 1,1-1,-1 1,1-1,-1 0,0 0,0 0,1 1,-1-1,0 0,0-1,0 1,0 0,0 0,0 0,0-1,-1 1,1 0,0-1,-1 1,1 0,-1-1,1 1,-1-1,0 0,26-254,-13-1,-10-1,-11 1,-36-207,37 403,-5-33,4-1,5 0,6-54,25 28,-29 121,1 1,0-1,-1 0,1 0,0 0,-1 0,1 0,-1 0,1 1,-1-1,1 0,0 0,-1 0,1 0,-1 0,1-1,0 1,-1 0,1 0,-1 0,1 0,0 0,-1 0,1-1,0 1,-1 0,1 0,-1-1,1 1,0 0,0-1,-1 1,1 0,0-1,0 1,-1 0,1-1,0 1,0 0,0-1,0 1,-1-1,1 1,0 0,0-1,0 1,0-1,0 1,0 0,0-1,0 0,-21 11,-109-2,-332 29,248-15</inkml:trace>
  <inkml:trace contextRef="#ctx0" brushRef="#br1" timeOffset="131120.943">11536 8166,'229'1,"775"-12,-505-6,824-37,721-47,-805 31,-1018 56,282-9,-498 24,-12-1</inkml:trace>
  <inkml:trace contextRef="#ctx0" brushRef="#br1" timeOffset="134692.611">12561 9067,'0'0,"-1"0,1 0,0 0,0-1,0 1,0 0,0 0,0-1,0 1,0 0,1 0,-1 0,0-1,0 1,0 0,0 0,0-1,0 1,0 0,0 0,1 0,-1 0,0-1,0 1,0 0,0 0,1 0,-1 0,0 0,0-1,0 1,0 0,1 0,-1 0,0 0,0 0,1 0,-1 0,0 0,0 0,0 0,1 0,-1 0,0 0,0 0,1 0,-1 0,0 0,0 0,1 0,-1 0,0 0,0 0,0 1,1-1,0-7,-1 0,0 0,0 0,0 0,-1 0,0 0,0 0,-1 1,0-1,0 0,0 1,-1-1,0 1,0 0,-1 0,0 0,0 1,0-1,-1 1,1 0,-6-4,2 1,-1 0,0 1,-1 0,0 0,0 1,0 1,0-1,-1 2,0-1,0 2,0-1,-10 0,14 3,1 1,-1-1,0 1,1 1,-1 0,1 0,-1 0,1 0,-1 1,1 0,0 1,0-1,0 1,0 0,0 1,1 0,-1-1,1 2,0-1,0 0,1 1,-1 0,1 0,0 1,1-1,-1 1,1 0,0 0,0 0,1 0,-1 3,-5 16,2 0,1 1,0-1,2 1,1 0,1 0,2 0,0 0,2 0,0 0,2-1,1 0,1 0,1 0,1-1,2 0,0 0,5 6,-10-19,1 0,-1 0,2-1,-1 0,2-1,-1 1,1-1,0-1,1 0,0 0,1-1,-1 0,1-1,0 0,1-1,0 0,-1-1,1 0,1-1,-1 0,0-1,1 0,0-1,-1-1,1 0,-1 0,5-2,8-4,0-2,0 0,-1-2,0-1,-1-1,0 0,-1-2,0-1,-1 0,-1-2,0 0,-2-1,0-1,-1-1,3-5,-14 18,0-1,0 0,-1-1,0 0,0 0,-1 0,0 0,0 0,-1-1,-1 0,0 1,0-1,0 0,-2 0,1 0,-1 0,0 0,-1 0,-1 0,0-2,2 10,-1 0,0 0,0 0,0 0,0 0,-1 0,1 0,0 1,-1-1,1 1,-1-1,1 1,-1-1,0 1,0 0,0 0,1 0,-1 0,0 0,0 0,-1 0,1 1,0-1,0 1,0-1,0 1,0 0,-1 0,1 0,0 0,0 0,0 1,0-1,-1 1,1-1,0 1,0 0,0 0,0 0,0 0,1 0,-1 0,0 0,0 1,-1 1,-5 3,0 1,1 1,0 0,0 0,1 0,0 1,0 0,1 0,0 0,1 1,0-1,-1 6,3-9,0 0,1-1,-1 1,1 0,1 0,-1-1,1 1,0 0,0 0,0 0,1 0,0 0,0-1,1 1,0 0,0-1,0 1,0-1,1 0,0 0,0 0,1 0,-1 0,11 5,1 0,-1-2,2 1,-1-2,1 0,0-1,1 0,-1-1,1-1,0-1,0 0,0-2,1 0,-1 0,10-2,74 3,-7-4</inkml:trace>
  <inkml:trace contextRef="#ctx0" brushRef="#br1" timeOffset="140057.288">24386 8712,'23'3,"22"0,17 0,12 0,3-1,-5-1,-15-1</inkml:trace>
  <inkml:trace contextRef="#ctx0" brushRef="#br1" timeOffset="140317.17">24428 8931,'30'12,"26"3,25-2,16-7,-7-3</inkml:trace>
  <inkml:trace contextRef="#ctx0" brushRef="#br1" timeOffset="140920.968">25274 8822,'121'-393,"-107"361,-10 51,-6 1,-1-1,-1 0,-1 0,-1 0,0 0,-1-1,-1 0,-3 4,-8 21,12-27,0-3,1 0,0 0,1 1,1 0,0 0,1 0,0 0,1 0,1 1,0-1,1 1,1 11,1-21,0 0,0 1,1-1,-1 0,1 0,0 0,1-1,-1 1,1-1,0 0,0 0,0 0,0 0,1-1,-1 0,1 0,0 0,0 0,0-1,1 0,4 2,4 0,1 0,0 0,1-1,-1-1,0-1,1 0,8-2,-15 2,0-2,0 1,0-1,0-1,0 1,-1-1,1-1,-1 0,1 0,-1-1,0 0,0 0,0-1,-1 0,0 0,0 0,0-1,0-1,-1 1,0-1,-1 0,1 0,-1-1,-1 1,1-1,-1 0,-1 0,2-5,-1-7,-2 0,0 0,-1 0,-1 0,-1 0,0 0,-2 0,0 0,-2 1,0-1,-1 1,-1 0,0 0,-2 1,0 0,-2-1,7 11,1 0,-1 0,-1 0,0 1,0-1,0 1,-1 1,0-1,0 1,-1 0,1 0,-1 0,-1 1,1 1,-1-1,0 1,0 0,0 1,0 0,-1 0,1 1,-1 0,0 0,0 1,1 0,-1 1,0 0,0 0,0 1,0 0,-2 1,1 2,1 0,0 0,0 1,0 1,1-1,-1 1,1 1,1-1,-1 1,1 1,0 0,1-1,0 2,0-1,1 1,0 0,0 0,1 0,-2 8,-3 11,0 0,3 0,0 1,2 0,0 0,2 9,1-23,0-1,0 1,1-1,1 1,1-1,0 1,1-1,0 0,1 0,1 0,0-1,1 0,0 1,1-2,0 1,1-1,1 0,0-1,0 0,1 0,1-1,4 3,19 9</inkml:trace>
  <inkml:trace contextRef="#ctx0" brushRef="#br1" timeOffset="142395.011">26203 8754,'49'-88,"5"-5,-5-2,27-77,-57 124,-16 54,-5 185,4-69,5-1,9 26,-15-139,4 105,-5-109,0 1,-1-1,1 0,-1 0,0 0,-1 0,1 0,-1 0,1 0,-1 0,0-1,0 1,-1-1,1 1,-1-1,0 0,0 0,0 0,0 0,0-1,-1 1,1-1,-1 0,-2 1,4-2,0 0,0 0,0 0,0 0,-1-1,1 1,0-1,0 0,0 1,-1-1,1 0,0 0,-1 0,1-1,0 1,0-1,0 1,-1-1,1 0,0 1,0-1,0 0,0 0,0-1,0 1,0 0,1-1,-1 1,0-1,1 0,-1 1,1-1,0 0,-1 0,1-1,1 2,0-1,1 1,-1 0,0-1,1 1,-1 0,1 0,0-1,0 1,-1 0,1 0,0 0,0 0,0 0,0 0,0 0,0 0,0 0,0 1,1-1,-1 0,0 1,0-1,1 1,-1-1,0 1,1 0,-1-1,0 1,1 0,-1 0,1 0,-1 0,2 0,-2 0,64-9,0 2,0 4,42 3,-48 0,125-2,-158-14,-19 5</inkml:trace>
  <inkml:trace contextRef="#ctx0" brushRef="#br1" timeOffset="138775.957">22284 8521,'-13'-5,"0"0,1 1,-1 0,-1 1,1 1,0 0,-1 0,1 2,-1-1,1 2,-1 0,1 0,-14 4,-6 3,1 1,0 2,0 1,-29 15,48-21,0-1,1 2,-1-1,1 2,1 0,-1 0,1 1,1 0,0 1,0 0,1 1,0 0,1 0,-4 7,11-16,1 1,-1 0,0-1,1 1,-1 0,1 0,0-1,0 1,0 0,0 0,0 0,1-1,-1 1,1 0,0-1,0 1,0 0,0-1,0 1,0-1,1 0,-1 1,1-1,0 0,0 0,0 0,0 0,1 1,69 40,-22-25,0-3,1-2,8 0,134 38,-182-47,0 1,-1 0,1 1,-1 0,-1 1,1 0,8 7,-16-12,0 0,-1-1,1 1,0 0,0 0,-1 0,1 0,-1 0,0 1,0-1,0 0,0 1,0-1,0 0,0 1,-1-1,1 1,-1-1,0 1,0-1,0 1,0-1,0 1,-1 0,1-1,-1 1,1-1,-1 0,0 1,0-1,0 0,0 1,-1-1,1 0,0 0,-1 0,0 0,-1 2,-10 5,-1 0,0 0,0-1,0-1,-1 0,0-1,-1-1,1 0,-1-1,0-1,0 0,-1-2,1 1,0-2,-11-1,-71 1,92-1,14 1,8-1</inkml:trace>
  <inkml:trace contextRef="#ctx0" brushRef="#br1" timeOffset="139046.744">22570 9164,'0'-53,"-1"14,1 0,2 0,2 0,2 0,2 25,-3 36,-1 113,-6-100,2-1,2 0,1 0,1 0,2 0,2-1,9 27,-13-50,1-1,-1 0,2 0,-1-1,1 1,1-1,-1 0,5 3,17 12</inkml:trace>
  <inkml:trace contextRef="#ctx0" brushRef="#br1" timeOffset="139467.323">23239 8508,'-21'-5,"-1"1,0 1,0 2,0 0,0 1,-1 1,-15 2,28-1,0 0,0 0,1 1,-1 0,0 1,1 0,0 0,0 1,0 1,1-1,-1 1,1 0,1 1,-1 0,1 1,0-1,-4 7,8-8,0 0,0 0,0 0,1 0,0 1,0-1,1 1,-1-1,1 1,1-1,-1 1,1 0,1-1,-1 1,1 0,0-1,0 1,1-1,0 1,0-1,1 0,0 0,0 0,0 0,0 0,1-1,0 1,0-1,1 0,0-1,0 1,2 1,27 24,2-1,1-1,1-2,4 0,2 1,2 2,-21-14,0 1,0 1,-2 1,0 1,3 5,-24-22,0-1,0 1,0 0,0 0,0 0,0 0,0 0,-1 0,1 1,-1-1,0 1,1-1,-1 1,0-1,-1 1,1 0,0-1,-1 1,1 0,-1-1,0 1,0 0,0 0,0 0,-1-1,1 1,-1 0,1-1,-1 1,0 0,0-1,0 1,-1-1,1 1,0-1,-1 0,0 0,-1 2,-8 3,0-1,-1 0,0 0,-1-1,1 0,-1-2,0 1,0-1,0-1,0 0,0-1,-12-1,21 1,-29 2,0-1,0-1,0-2,-18-4,51 5,1 0,0 0,-1-1,1 1,0 0,-1-1,1 1,-1 0,1-1,-1 1,1-1,-1 1,1-1,-1 1,1-1,-1 1,0-1,1 0,-1 1,0-1,1 0,-1 1,0-1,0 0,0 1,0-1,1 0,-1 1,0-1,0 0,0 0,-1 1,1-1,0 0,0 1,0-1,0 0,-1 1,1-1,0 0,-1 1,1-1,0 1,-1-1,1 1,-1-1,1 1,-1-1,1 1,-1-1,1 1,-1-1,1 1,-1 0,0-1,1 1,-1 0,0 0,1-1,-1 1,0 0,1 0,-2 0,27-14</inkml:trace>
  <inkml:trace contextRef="#ctx0" brushRef="#br1" timeOffset="139791.995">23526 9177,'4'6,"0"0,0 0,0-1,0 1,1-1,0 0,0 0,0-1,1 0,0 1,0-2,0 1,0-1,0 0,1 0,-1-1,1 0,0 0,-1 0,1-1,0 0,7 0,-2 0,0-1,1 0,-1-1,0 0,0-1,0 0,0-1,0 0,-1-1,1-1,-1 0,9-5,-16 8,-1 0,1 0,-1 0,0-1,1 0,-1 1,0-1,-1 0,1-1,0 1,-1 0,0-1,0 1,0-1,0 0,-1 0,1 0,-1 0,0 0,0 0,0 0,-1 0,1 0,-1 0,0-1,0 1,-1 0,1 0,-1 0,0 0,0 0,0 0,-1 0,1 0,-1 0,0 1,0-1,-1 1,1-1,0 1,-1 0,0 0,0 0,0 0,0 0,-3-1,1 0,-1 0,0 0,0 1,0-1,0 1,0 1,-1-1,1 1,-1 0,0 1,0-1,1 1,-1 1,0-1,0 1,0 1,0-1,0 1,1 0,-1 1,0-1,1 1,-1 1,1-1,-1 1,1 0,0 1,0-1,1 1,-1 0,1 1,0-1,0 1,0 0,1 0,-1 1,0 2,4-5,0 0,0 1,0-1,0 1,1-1,-1 1,1 0,0-1,0 1,1-1,-1 1,1-1,-1 1,1-1,0 1,1-1,-1 1,0-1,1 0,0 0,0 0,0 0,0 0,0 0,1-1,-1 1,1-1,0 1,-1-1,1 0,0 0,0 0,1 0,-1-1,3 2,29 13</inkml:trace>
  <inkml:trace contextRef="#ctx0" brushRef="#br1" timeOffset="135401.714">13980 9082,'12'7,"-1"1,0 1,0 0,-1 0,0 1,0 0,-1 1,0 0,-1 0,-1 1,0 0,0 0,-1 1,-1 0,11 28,-2 0,-3 1,6 34,-17-76,-1 1,1-1,0 1,0-1,-1 1,1-1,0 1,0-1,0 1,0-1,0 1,-1-1,1 1,0 0,0-1,0 1,1-1,-1 1,0-1,0 1,0 0,0-1,0 1,1-1,-1 1,0-1,0 1,1-1,-1 0,0 1,1-1,-1 1,1-1,-1 1,1-1,-1 0,0 1,1-1,-1 0,1 0,-1 1,1-1,-1 0,1 0,0 0,-1 0,1 0,-1 0,1 1,-1-1,1 0,0-1,-1 1,1 0,-1 0,1 0,-1 0,1 0,-1 0,1-1,-1 1,1 0,-1 0,1-1,-1 1,1 0,-1-1,1 1,-1-1,1 1,73-140,-56 104,44-66,-61 102,-1 0,1 0,0-1,-1 1,1 0,0 0,0 0,-1 0,1 0,0 0,-1 0,1 0,0 1,0-1,-1 0,1 0,0 0,-1 1,1-1,0 0,-1 1,1-1,-1 1,1-1,0 1,-1-1,1 1,-1-1,0 1,1-1,-1 1,1 0,-1-1,0 1,1-1,-1 1,0 0,0 0,0-1,1 1,-1 0,0-1,0 1,0 0,0 0,0-1,0 1,0 0,-1-1,1 1,0 0,0 0,0-1,-1 1,1 0,0-1,-1 1,1 2,0 7,0 0,1 0,0 0,0 0,1-1,0 1,1 0,0-1,0 1,1-1,1 0,-1-1,1 1,1-1,0 0,0 0,0 0,1-1,0 0,1 0,0 0,5-2,0-1,-1-1,1 0,0 0,1-1,-1-1,0 0,0-1,1 0,-1-1,0-1,0 0,0-1,0 0,0-1,0 0,-1-1,0-1,0 0,0 0,9-9,-13 10,-1 0,0-1,0 0,0-1,-1 1,0-1,0 0,-1-1,0 1,0-1,-1 0,2-4,-5 9,0 0,0-1,1 1,-2 0,1-1,0 1,-1 0,1-1,-1 1,0-1,0 1,-1 0,1-1,-1 1,0-1,1 1,-1 0,-1 0,1-1,0 1,-1 0,0 0,1 0,-1 1,-1-1,1 0,0 1,0-1,-1 1,0 0,1 0,-1 0,-2-2,1 2,-1 1,1-1,0 1,0 0,-1 0,1 0,-1 1,1-1,-1 1,1 0,-1 0,1 1,-1-1,1 1,0 0,-1 0,1 1,0-1,0 1,0 0,0 0,0 0,0 1,0-1,1 1,-1 0,1 0,0 0,0 0,0 1,0-1,1 1,-1 0,1 0,0 0,0 0,0 0,1 0,0 1,-1-1,1 0,1 1,-1-1,1 1,0-1,0 1,0-1,0 1,1 2,1-1,0 0,0 0,0-1,1 1,0-1,0 0,0 0,0 0,1 0,0-1,0 1,0-1,1 0,-1 0,1 0,0-1,0 0,3 2,105 40,-24-26,0-5</inkml:trace>
  <inkml:trace contextRef="#ctx0" brushRef="#br1" timeOffset="135840.541">15865 9190,'20'-65,"-2"-2,-4 0,-2 0,-3-1,-4-1,-2 1,-3-1,-4 0,-3-6,-8 17,6 59,-9 70,7 59,5 0,7 43,-1-163,0 53,2 0,4 0,2 0,7 19,-14-74,0-1,0 1,1-1,0 0,0 0,1 0,0 0,0 0,1 0,0-1,0 0,0 0,1 0,0 0,0-1,0 1,1-1,0-1,0 1,0-1,0 0,1 0,0-1,-1 0,1 0,1-1,-1 0,0 0,5 0,22-3</inkml:trace>
  <inkml:trace contextRef="#ctx0" brushRef="#br1" timeOffset="136112.819">15415 8781,'16'7,"26"2,27 0,28-4,20-6,13-1,-15-2</inkml:trace>
  <inkml:trace contextRef="#ctx0" brushRef="#br1" timeOffset="136711.213">16165 9450,'18'-29,"-2"0,-1-2,-1 0,-1 0,-2-1,-2-1,-1 0,-1 0,-2-1,-1 0,-1-28,-8 25,4 37,0 1,0-1,0 0,0 1,0 0,0-1,1 1,-1 0,0-1,0 1,1 0,-1 0,0 0,1-1,-1 1,1 0,-1 0,1 0,-1 0,1 0,0 0,0 0,-1 0,1 0,0 0,0 0,0 0,0 1,0 1,-1 0,1-1,0 1,0 0,0 0,0 0,1 0,-1 0,1-1,-1 1,1 0,0 0,0-1,0 1,1-1,-1 1,1-1,-1 1,1-1,0 0,0 0,0 0,0 0,0 0,0 0,1-1,-1 1,1-1,-1 1,3 0,88 22,-80-22,9 2,100 25,-117-27,1 0,-1 1,1 0,-1 0,0 1,0-1,0 1,-1 0,1 1,-1-1,0 1,0-1,0 1,-1 1,0-1,0 0,0 1,1 5,24 126,-27-135,-1-1,0 0,1 1,0-1,-1 0,1 0,0 0,-1 1,1-1,0 0,0 0,0 0,0 0,0 0,0-1,1 1,-1 0,0 0,0-1,0 1,1-1,-1 1,0-1,1 1,-1-1,0 0,1 0,-1 0,1 0,-1 0,0 0,1 0,-1 0,1 0,-1 0,0-1,1 1,-1-1,0 1,49-30,-37 19,-1-1,0 0,-1 0,0-1,-1 0,-1-1,0 0,-1-1,0 0,-1 0,-1-1,0 1,-1-1,-1-1,-1 1,0-1,-1 1,0-1,-10-23,8 40,0-1,-1 0,1 1,0-1,0 0,0 1,-1-1,1 1,0-1,-1 0,1 1,-1-1,1 1,0-1,-1 1,1-1,-1 1,0 0,1-1,-1 1,1 0,-1-1,1 1,-1 0,0-1,1 1,-1 0,0 0,1 0,-1 0,0 0,1 0,-1 0,0 0,1 0,-1 0,0 0,1 0,-1 0,0 1,1-1,-1 0,0 0,1 1,-1-1,1 0,-1 1,1-1,-1 1,1-1,-1 1,0 0,-3 4,0 1,1-1,-1 1,1 0,0 1,1-1,0 0,0 1,0-1,0 1,1 0,0 0,1 0,-2 5,0-1,1 1,0-1,1 1,0-1,1 1,1-1,-1 1,2-1,0 0,0 0,1 0,0 0,1 0,0-1,1 0,0 0,0-1,1 1,1-1,-1-1,1 1,1-2,-1 1,2-1,-1 0,3 0,0-1,1 0,0-2,1 1,-1-2,1 0,0-1,0 0,0-1,0 0,0-1,12-2,25-5</inkml:trace>
  <inkml:trace contextRef="#ctx0" brushRef="#br1" timeOffset="137670.647">17217 8412,'-6'101,"4"0,5-1,3 1,13 47,-12-84,4 0,13 47,-24-109,1 1,-1 0,0-1,1 1,0-1,0 1,-1 0,1-1,1 1,-1-1,0 0,1 1,-1-1,1 0,-1 0,1 0,0 0,0 0,0 0,0-1,0 1,1-1,-1 1,0-1,1 0,-1 0,1 0,-1 0,1 0,0-1,-1 1,2-1,65-50,-43 26,50-17,-74 40,0 0,1 1,-1 0,1-1,-1 1,0 0,1 0,-1 0,1 1,-1-1,0 1,1-1,-1 1,0 0,0-1,1 1,-1 1,0-1,0 0,0 0,0 1,0-1,0 1,-1 0,1-1,0 1,-1 0,0 0,1 0,-1 0,0 0,0 0,1 3,0 2,0 1,0 0,-1 0,0 0,-1 0,1 0,-2 0,1 0,-1 0,0 0,-1 0,0 0,0 0,0-1,-1 1,-1-1,1 0,-1 0,0 0,-1 0,1-1,-1 1,-1-1,1 0,-1-1,0 0,0 0,-1 0,0 0,1-1,-2 0,1-1,0 1,-1-1,-4 1,10-3,-1-1,1 1,0 0,0-1,-1 1,1-1,0 1,-1-1,1 0,0 0,-1 0,1-1,0 1,-1 0,1-1,0 0,-1 1,1-1,0 0,0 0,0 0,0-1,0 1,0 0,0-1,0 1,1-1,-1 0,0 1,1-1,0 0,-1 0,1 0,0 0,0 0,0 0,0-1,0 1,1 0,-1 0,0-1,1 1,0 0,0-1,0 0,2-10,0 1,1-1,0 1,1 0,1 0,0 0,1 1,0 0,0 0,1 0,1 1,0 0,0 0,1 1,9-7,-4 0,2 0,0 2,0 0,2 1,-1 1,2 0,0 1,0 2,10-4,-27 11,1 1,-1 0,1 0,-1 1,1-1,-1 0,1 1,0 0,-1-1,1 1,0 0,-1 0,1 1,0-1,-1 1,1-1,-1 1,1 0,-1 0,1 0,-1 0,1 0,-1 0,0 1,0-1,1 1,-1 0,0 0,-1-1,1 1,0 1,0-1,-1 0,0 0,1 0,-1 1,0-1,0 1,0-1,0 1,-1-1,1 3,16 223,-17-226,1 1,0-1,0 0,0 1,0-1,0 0,0 1,0-1,1 0,-1 0,1 0,0 0,-1-1,1 1,0 0,0-1,0 1,0-1,0 1,1-1,-1 0,0 0,1 0,-1-1,1 1,-1 0,0-1,1 1,0-1,-1 0,1 0,-1 0,1 0,-1-1,1 1,-1 0,2-1,88-37,-80 32,-1-1,0 0,-1-1,0 0,0-1,-1 0,0-1,-1 0,0 0,0 0,-1-1,-1-1,1 1,-2-1,0 0,0 0,-1 0,-1-1,0 0,0 1,-2-1,1-10,-11 53,6-13,0-1,2 0,0 0,1 1,0-1,1 0,1 1,-1-12,0 0,0 0,1 0,-1 0,1-1,0 1,0-1,1 1,-1-1,1 0,0 0,0 0,1 0,-1-1,1 1,0-1,0 0,0 0,0 0,0 0,0-1,1 0,0 0,4 2,-1-2,-1 0,1-1,0 1,0-1,0-1,1 0,-1 0,0 0,0-1,0 0,0-1,0 0,-1 0,1 0,0-1,-1-1,0 1,0-1,0 0,0-1,0 1,4-6,-1 2,-1-1,0-1,0 0,-1 0,0 0,-1-1,0 0,-1-1,0 1,-1-1,0 0,-1-1,2-10,1-48,-10 83,0 0,0 1,1-1,1 0,0 1,0-1,2 1,-1-1,2 1,-1-1,2 1,0-1,0 0,1 0,1-1,0 1,0-1,1 0,6 9,-9-17,0-1,-1 0,1 1,0-1,0 0,0 0,1-1,-1 1,0 0,1-1,-1 0,1 0,-1 0,1-1,0 1,-1-1,1 0,0 1,-1-2,1 1,0 0,1-1,19-6</inkml:trace>
  <inkml:trace contextRef="#ctx0" brushRef="#br1" timeOffset="137931.998">18337 8535,'-7'21,"0"14,10 7,13 5,14 0,2-7</inkml:trace>
  <inkml:trace contextRef="#ctx0" brushRef="#br1" timeOffset="138197.86">18829 9190,'7'-2,"0"-1,0 0,0 0,0-1,-1 0,1 0,-1 0,0-1,0 0,0-1,-1 1,0-1,0 0,0 0,-1 0,0-1,0 0,-1 1,1-1,-2-1,1 1,-1 0,0-1,0 1,-1-1,0 1,-1-1,1 0,-1 0,-1 1,0-1,-1-5,2 11,-1 0,0-1,0 1,0 0,0 0,-1 0,1 0,0 0,-1 0,0 0,1 0,-1 0,0 1,0-1,0 1,0-1,0 1,0 0,0 0,-1 0,1 0,0 0,-1 0,1 1,-1-1,1 1,0 0,-1 0,1-1,-1 2,1-1,-2 0,-2 1,1 1,-1-1,1 1,-1 0,1 0,0 1,0 0,0 0,0 0,0 0,0 1,1-1,-2 4,-1 0,0 2,0-1,1 1,1 0,-1 0,2 0,-1 1,1 0,1-1,0 2,0-1,1 0,0 0,0 11,1-14,1 0,0 0,0-1,0 1,1 0,0-1,1 1,0-1,0 1,0-1,0 0,1 0,0 0,1 0,-1 0,1-1,0 0,0 1,1-2,0 1,-1 0,2-1,-1 0,1 0,19 8,1-2,0-1,0-1,1-1,0-1,1-2,-1-1,1-1,0-1,-1-1,23-4,69-3,-8-5</inkml:trace>
  <inkml:trace contextRef="#ctx0" brushRef="#br2" timeOffset="154494.835">20495 4794,'1'-57,"4"0,2 0,2 1,3 0,2 1,16-40,-8 34,-15 55,-7 19,-28 214,21-136,3 0,5 17,-1-99,0-1,1 1,0-1,0 0,1 1,0-1,0 0,1 0,0 0,0 0,1 0,3 5,7 1</inkml:trace>
  <inkml:trace contextRef="#ctx0" brushRef="#br2" timeOffset="154758.131">20822 4138,'21'9,"21"13,14 14,8 14,2 16,-6 12,-13 12,-14 7,-20 3,-26-2,-28 0,-24-4,-23-9,5-18</inkml:trace>
  <inkml:trace contextRef="#ctx0" brushRef="#br2" timeOffset="155005.028">20208 4124,'-14'-2,"-12"6,-8 11,-5 18,1 22,8 24,8 22,16 17,21 10,26 1,29-7,25-13,-3-25</inkml:trace>
  <inkml:trace contextRef="#ctx0" brushRef="#br2" timeOffset="155966.582">28278 8303,'76'-1,"-18"-1,-1 3,0 3,6 2,-60-6,0 0,1 0,-1 0,0 1,0-1,1 1,-1 0,0-1,0 2,0-1,0 0,0 0,0 1,-1 0,1-1,0 1,-1 0,1 0,-1 1,0-1,0 0,0 1,0 0,0-1,0 1,-1 0,1 0,-1 0,0 0,0 0,1 1,-4 2,1-1,0 0,-1 1,0-1,-1 0,1 0,-1 0,0 0,0-1,0 1,-1-1,1 1,-4 2,-228 195,233-201,1 0,-1 0,1 0,-1 0,1 0,0 0,0 0,-1 1,1-1,0 0,0 1,0-1,0 1,1-1,-1 1,0-1,1 1,-1-1,1 1,-1 0,1-1,0 1,-1 0,1 0,0-1,0 1,1 0,-1-1,0 1,0 0,1 0,-1-1,1 1,0-1,-1 1,1-1,0 1,0-1,0 1,0-1,0 1,0-1,0 0,0 0,1 0,-1 0,1 0,-1 0,0 0,1 0,-1 0,1 0,1-1,18 7,0-1,0-1,0-1,1-1,-1-1,1-1,0 0,3-2,-14 1,188-13,-110 1</inkml:trace>
  <inkml:trace contextRef="#ctx0" brushRef="#br2" timeOffset="156230.873">29166 8166,'21'0,"13"3,9 4,6 12,-1 11,-1 12,-7 13,-7 11,-10 11,-16 6,-20 2,-22 2,-22-3,-21-7,-19-9,7-16</inkml:trace>
  <inkml:trace contextRef="#ctx0" brushRef="#br2" timeOffset="156497.183">28128 7743,'-21'-7,"-16"0,-13 8,-8 18,-1 22,5 25,12 25,18 19,21 17,26 8,23-1,20-8,10-13,-8-25</inkml:trace>
  <inkml:trace contextRef="#ctx0" brushRef="#br2" timeOffset="157698.97">12151 11280,'0'23,"0"20,0 11,0 8,0 1,0-3,0-8,0-10,0-12</inkml:trace>
  <inkml:trace contextRef="#ctx0" brushRef="#br2" timeOffset="158454.082">12137 11185,'-18'11,"-14"14,-6 11,2 10,4 0,8-2,7-8</inkml:trace>
  <inkml:trace contextRef="#ctx0" brushRef="#br2" timeOffset="158729.289">12478 11048,'16'21,"13"19,8 15,2 14,0 8,-7 7,-10 6,-14 2,-21 1,-25-1,-23-3,-21-4,4-17</inkml:trace>
  <inkml:trace contextRef="#ctx0" brushRef="#br2" timeOffset="159008.54">11605 11089,'-24'14,"-16"18,-14 21,-3 19,-1 21,9 15,12 11,16 3,27-3,30-9,31-16,2-22</inkml:trace>
  <inkml:trace contextRef="#ctx0" brushRef="#br2" timeOffset="159687.298">13694 11812,'34'-221,"-34"216,0 0,1 0,0 1,0-1,0 0,1 1,-1-1,1 1,0-1,0 1,1 0,0 0,-1 0,1 0,0 1,1-1,-1 1,1 0,-1 0,1 0,0 0,0 0,0 1,1 0,-1 0,0 0,1 0,0 1,-1 0,1 0,0 0,0 0,8 3,0 1,0 0,0 1,-1 0,1 1,-1 0,0 1,-1 0,1 1,-1 0,-1 1,1 0,-1 1,-1 0,1 1,-1 1,-3-6,-1 0,0 1,0 0,-1 0,0 0,0 0,0 1,-1 0,0 0,0 0,-1 0,0 0,0 0,-1 0,1 1,-2-1,1 2,-2-7,0 0,1 0,-1 0,0 0,-1 0,1 0,0 0,-1 0,1-1,-1 1,1-1,-1 1,0-1,1 1,-1-1,0 0,0 0,0 0,0 0,0 0,0 0,-1-1,1 1,0-1,0 0,0 1,-1-1,1 0,0 0,0 0,0-1,-1 1,1 0,0-1,0 1,0-1,0 0,0 0,0 0,0 0,0 0,0 0,0-1,0 1,1-1,-1 1,1-1,-1 1,1-1,-1 0,0-1,0-1,0 1,1-1,-1 0,1 0,-1 0,1-1,0 1,1 0,-1 0,1 0,0-1,0 1,0 0,0-1,1 1,0 0,0 0,0 0,0 0,1 0,-1 0,1 0,0 0,0 0,1 1,-1-1,1 1,0 0,3-3,3-4,0 1,1 0,1 0,-1 2,1-1,0 1,1 1,0 0,3-1,-9 3,0 1,1 0,-1 0,1 0,-1 1,1 0,0 0,0 1,0 0,0 0,0 0,0 1,0 0,0 1,0 0,0 0,0 0,0 1,0 0,0 0,-1 0,1 1,-1 0,0 1,0-1,0 1,0 0,-1 1,1-1,-1 1,4 5,-4-1,-1 0,0 0,-1 0,0 1,0-1,-1 1,0 0,0 7,10 44,-11-59,-1 0,1-1,0 1,0 0,0 0,0 0,0-1,0 1,0 0,0-1,1 1,-1-1,0 0,1 1,0-1,-1 0,1 0,0 0,-1 0,1 0,0 0,0-1,0 1,0 0,0-1,0 0,0 1,0-1,0 0,0 0,0 0,0 0,0-1,0 1,0 0,0-1,1 0,16-7</inkml:trace>
  <inkml:trace contextRef="#ctx0" brushRef="#br2" timeOffset="159909.705">13980 11021,'-14'0,"-14"0,-11 0,-4 7,1 9,7 9,10 9,14 9,13 8,14 7,3-6</inkml:trace>
  <inkml:trace contextRef="#ctx0" brushRef="#br2" timeOffset="160090.222">14089 12154,'0'19,"0"15,0 11,0 7,0 2,0-3,0-7,3-10,5-13,1-10</inkml:trace>
  <inkml:trace contextRef="#ctx0" brushRef="#br2" timeOffset="161308.755">18022 11457,'19'7,"17"3,15-2,10 0,4-3,-5-2,-12-1</inkml:trace>
  <inkml:trace contextRef="#ctx0" brushRef="#br2" timeOffset="161598.743">17941 11704,'21'0,"20"0,21 0,15-3,8-2,-10-1</inkml:trace>
  <inkml:trace contextRef="#ctx0" brushRef="#br2" timeOffset="161874.974">18473 11212,'-1'-1,"0"0,-1 0,1 1,-1-1,1 1,-1-1,1 1,-1 0,1-1,-1 1,0 0,1 0,-1 0,1 0,-1 0,1 1,-1-1,0 0,1 1,-1-1,1 1,-1 0,1-1,0 1,-1 0,1 0,0 0,0 0,-1 0,1 0,0 0,0 0,0 0,0 1,0-1,0 0,1 1,-1-1,0 1,1-1,-1 1,1-1,0 1,1 2,0 0,1 0,0 0,-1 0,2 0,-1-1,0 1,1-1,0 1,-1-1,1 0,1 0,-1 0,0-1,1 1,0 0,38 25,1-1,0-2,2-2,35 11,-25-9,-32-15,20 9,-1 1,-1 3,0 1,5 7,-42-29,0 0,0 0,-1 0,1 0,-1 1,0 0,0 0,0 0,0 0,0 0,-1 0,1 1,-1-1,0 1,0 0,0-1,-1 1,1 0,-1 0,0 0,0 0,0 0,-1 1,0-1,1 0,-1 0,-1 0,1 1,-1-1,1 0,-1 0,0 0,-1 0,1 0,-1 0,-7 7,0 0,-1 0,0-1,-1 0,0-1,0 0,-1-1,0 0,-4 1,-78 43,-95 38,173-83,-77 34</inkml:trace>
  <inkml:trace contextRef="#ctx0" brushRef="#br2" timeOffset="160460.237">15442 11321,'0'-1,"0"1,1-1,-1 1,1-1,-1 0,0 1,1-1,0 1,-1-1,1 1,-1 0,1-1,-1 1,1 0,0-1,-1 1,1 0,0 0,-1-1,1 1,0 0,0 0,-1 0,1 0,0 0,-1 0,1 0,0 0,-1 0,1 0,0 1,0-1,-1 0,1 0,0 1,-1-1,1 0,-1 1,1-1,0 0,-1 1,1-1,-1 1,1-1,-1 1,1 0,6 1,1 1,0 1,-1-1,0 1,0 0,0 1,-1 0,1 0,-1 0,0 1,0-1,-1 2,0-1,0 0,0 1,-1 0,0 0,-1 1,1-1,-1 1,-1-1,1 1,-1 0,-1 0,1 0,-1 0,-1 0,0 1,0-1,-1 7,-5 4,0 1,-2-1,0 0,-1-1,-1 1,-1-2,0 0,-2 0,0-1,0-1,-1 0,-1 0,-1-2,0 0,-1 0,2 0,16-13,0 0,-1 0,1 0,0 0,0 0,-1 0,1 1,0-1,-1 0,1 1,0-1,-1 0,1 1,-1-1,1 1,-1-1,1 1,-1-1,1 1,-1-1,1 1,-1 0,1-1,-1 1,0-1,1 1,-1 0,0 0,0-1,0 1,0 0,1-1,-1 1,0 0,0 0,0-1,0 1,0 0,-1-1,1 1,0 0,0 0,0-1,-1 1,1 0,0-1,-1 1,1-1,0 1,-1 0,1-1,-1 1,1-1,-1 1,1-1,-1 1,0-1,1 0,-1 1,0-1,1 0,-1 1,0-1,1 0,22 0,0 0,0-2,1-1,-1-1,7-2,-1 0,139-29,-91 17</inkml:trace>
  <inkml:trace contextRef="#ctx0" brushRef="#br2" timeOffset="160706.095">16152 11198,'9'9,"11"15,8 17,4 16,-1 14,-6 12,-9 5,-14 4,-20 0,-20-3,-21-9,-13-10,5-17</inkml:trace>
  <inkml:trace contextRef="#ctx0" brushRef="#br2" timeOffset="160969.659">15073 11212,'-16'0,"-10"7,-6 13,-1 19,2 17,6 17,11 16,13 9,20 5,19-4,23-10,24-12,18-16,-8-17</inkml:trace>
  <inkml:trace contextRef="#ctx0" brushRef="#br2" timeOffset="165087.422">22406 10584,'-10'0,"0"0,-1 1,1 0,0 1,-1 0,1 0,0 1,0 1,1 0,-1 0,1 1,0 0,0 0,0 1,-3 3,-7 3,0 1,0 1,1 0,1 2,1 0,0 0,1 2,1 0,1 0,0 1,1 1,1 0,1 1,1 0,1 0,1 1,-2 13,7-30,1 0,1 0,-1 0,1 0,-1 0,2 0,-1 0,0 0,1 0,0 0,0 0,1 0,-1 0,1-1,0 1,0-1,1 1,-1-1,1 0,0 1,0-1,0-1,1 1,-1 0,1-1,0 0,0 0,4 2,0-1,1-1,0 0,-1 0,1 0,1-1,-1-1,0 0,0 0,0-1,1 0,-1 0,0-1,1 0,-1-1,0 0,0-1,0 0,-1 0,1 0,-1-1,0-1,0 1,5-5,6-4,-1-1,0-1,-1 0,0-2,-2 1,0-2,0 0,-2-1,0-2,2-4,-1-2,-1 1,-2-1,-1-1,-1 0,-1-1,-1 0,-2 0,-1 0,-1 0,-2-1,-2-28,2 51,-1 0,-1 0,1 0,-1 0,0 0,-1 0,1 0,-2 0,1 1,-1-1,1 1,-2 0,1-1,-1 1,0 1,0-1,-1 1,1-1,-1 1,-1 0,1 1,-1-1,1 1,-1 1,0-1,-1 1,1 0,0 0,-1 0,0 1,0 0,0 1,0-1,0 3,0-1,1 1,-1 0,1 0,-1 1,1 0,-1 0,1 0,0 1,0 0,0 0,1 0,-1 1,1 0,0 0,0 1,0-1,0 1,1 0,0 0,0 1,0-1,0 1,1 0,0 0,-3 7,0 0,1 0,0 0,1 1,1-1,0 1,1 0,0 0,1 1,1-1,1 7,4 9,1 0,1-1,2 1,1-2,2 1,0-1,2-1,1 0,10 12,-10-16,-1 0,0 1,-2 0,-1 1,-1 0,-1 1,-1 0,-1 1,-2-1,-1 1,0 0,-2 4,-3-18,-1 1,0 0,-1-1,0 1,-1-1,-1 0,0 0,-1-1,0 2,-11 16</inkml:trace>
  <inkml:trace contextRef="#ctx0" brushRef="#br2" timeOffset="177055.949">23417 10856,'-19'13,"20"-32,16-15,1 1,2 1,2 1,1 1,13-13,-35 41,0 0,0 0,0 1,0-1,0 0,0 1,1-1,-1 1,1-1,-1 1,1 0,0-1,-1 1,1 0,0 0,0 0,0 0,0 1,0-1,0 0,0 1,0-1,0 1,0 0,0 0,0 0,0 0,0 0,0 0,0 0,0 1,0-1,0 1,0 0,0-1,1 2,7 8,0 1,-1 1,0 0,0 0,-1 0,-1 1,0 1,-1-1,4 14,-8-22,4 9,0 0,-1 0,-1 1,0 0,-1 0,1 13,-4-27,1 0,-1 0,0 0,0 0,0 0,0 0,0 0,0 0,0-1,0 1,0 0,0 0,0 0,0 0,-1 0,1 0,0 0,-1 0,1 0,-1-1,1 1,-1 0,1 0,-1 0,0-1,1 1,-1 0,0-1,1 1,-1-1,0 1,0-1,0 1,0-1,1 1,-1-1,0 0,0 1,0-1,0 0,0 0,0 0,0 0,0 0,0 0,0 0,0 0,0 0,0 0,0-1,1 1,-1 0,0-1,0 1,0 0,0-1,0 1,1-1,-1 0,0 1,0-1,1 0,-1 1,0-1,1 0,-1 1,1-1,-1 0,-36-57,36 56,1 0,-1 0,1 1,-1-1,1 0,0 1,0-1,0 0,0 0,0 0,0 1,0-1,1 0,-1 1,1-1,-1 0,1 1,0-1,0 0,-1 1,1-1,0 1,0-1,0 1,1 0,-1-1,0 1,0 0,1 0,-1 0,1 0,-1 0,1 0,-1 1,1-1,0 0,0 0,131-23,-77 18,-35 4,0-1,0-1,-1-1,0 0,0-2,0 0,-1-2,0 0,9-6,-26 14,0 0,0 1,0-1,0 0,-1-1,1 1,0 0,0-1,-1 1,1 0,-1-1,0 0,1 1,-1-1,0 0,0 0,0 0,0 0,0 0,0 0,-1 0,1 0,-1 0,1 0,-1 0,0 0,0 0,0 0,0-1,0 1,0 0,-1 0,1 0,-1 0,1 0,-1 0,0 0,0 0,0 0,0 0,0 0,0 1,0-1,-1 0,1 1,-2-2,-2 1,0 0,0 0,0 1,0-1,0 1,0 1,0-1,0 1,0-1,0 2,-1-1,1 0,0 1,0 0,0 0,0 1,0 0,0-1,1 1,-1 1,0-1,1 1,0 0,0 0,0 0,0 0,0 1,0 0,1 0,0 0,0 0,0 0,0 0,1 1,-1 0,1-1,0 1,1 0,-1 0,1 0,0 0,0 0,1 0,-1 0,1 1,0-1,1 2,0-2,2 0,-1 0,0 0,1 0,0 0,0 0,0-1,1 1,0-1,0 0,0 0,0 0,0-1,1 0,-1 0,1 0,0 0,0-1,0 1,4 0,111 26,36-21,-82-10</inkml:trace>
  <inkml:trace contextRef="#ctx0" brushRef="#br2" timeOffset="180228.006">29453 10447,'120'-124,"-89"97,-2 0,-2-2,0 0,-2-2,-1-2,-2 0,-1-1,-1 0,-3-2,9-22,-21 41,-1 0,0 0,-1 0,-1 0,0 0,-2-1,0-5,0 18,0-1,-1 1,0 0,0-1,0 1,0 0,-1 0,0 0,0 0,-1 0,1 1,-1-1,0 0,0 1,0 0,-1 0,1 0,-1 0,0 1,0-1,-1 1,1 0,-1 0,1 1,-3-2,-1 2,1 0,0 0,0 0,-1 1,1 0,-1 0,1 1,-1 0,1 0,-1 1,1 0,-1 0,1 1,0 0,0 0,0 1,0 0,0 0,0 0,1 1,-1 0,1 0,0 1,-4 4,-3 3,0 0,1 1,0 0,1 1,0 1,1 0,1 0,0 1,-6 16,4 1,1 0,1 0,2 1,2 0,0 1,3-1,1 1,1-1,2 1,1-1,2 0,2 0,5 17,-9-40,0 1,0-1,2 1,-1-1,1 0,1-1,0 1,0-1,1 0,1-1,0 0,0 0,0 0,1-1,0 0,1-1,0 0,0-1,0 0,1 0,0-1,0-1,10 3,-3-2,1-2,0 0,-1-1,1-1,0 0,0-2,0 0,-1-1,1-1,0-1,-1-1,0 0,0-1,-1-1,1-1,-1 0,-1-1,0-1,0-1,-1 0,4-4,-15 12,-1 0,1 0,-1 0,0 0,0-1,0 1,0-1,0 0,-1 0,1 0,-1 0,0 0,-1 0,1-1,-1 1,0-1,0 1,0-1,0 0,-1 1,0-1,0 1,0-1,0 0,-1 1,0-1,0 1,0-1,-1 1,1-1,-1 1,0 0,0 0,-1 0,1 0,-3-3,-3 2,0 0,0 1,-1 0,1 0,-1 0,0 1,0 1,-1-1,1 2,0-1,-1 1,1 1,-1-1,1 2,-1-1,1 1,-1 1,1 0,0 0,0 1,0 0,-3 1,9-3,0 0,1 0,-1 1,0-1,1 0,-1 1,1-1,0 1,-1 0,1 0,0 0,0 0,0 0,0 1,1-1,-1 1,1-1,-1 1,1-1,0 1,0 0,0 0,0-1,0 1,1 0,-1 0,1 0,0 0,0 0,0 0,0 0,1 0,-1-1,1 1,-1 0,1 0,0 0,0-1,1 1,-1 0,0-1,1 1,0-1,-1 1,1-1,0 0,0 0,0 0,2 1,3 2,1 0,0-1,0 0,0-1,0 0,0 0,1-1,-1 0,1 0,-1-1,1 0,0 0,0-1,0 0,-1-1,1 0,0 0,-1-1,1 0,-1-1,1 0,1-1,-7 3,-1 0,1-1,-1 1,0 0,0-1,0 0,0 1,0-1,0 0,-1 0,1 0,0 0,-1 0,0-1,1 1,-1 0,0-1,0 1,-1 2,0 0,0 0,0 1,0-1,0 0,0 1,0-1,0 0,0 0,0 1,-1-1,1 0,0 0,0 1,0-1,0 0,0 0,-1 0,1 1,0-1,0 0,0 0,-1 0,1 1,0-1,0 0,0 0,-1 0,1 0,0 0,0 0,-1 1,1-1,0 0,0 0,-1 0,1 0,0 0,-1 0,1 0,0 0,0 0,-1 0,1 0,0 0,0-1,-1 1,1 0,0 0,0 0,-1 0,1 0,0 0,0-1,-1 1,1 0,-1 3,0 1,0-1,1 1,-1 0,1-1,0 1,0-1,0 1,1 0,-1-1,1 1,-1-1,1 1,1-1,-1 1,0-1,1 0,0 0,-1 1,1-1,0 0,1-1,-1 1,1 0,-1-1,2 2,82 50,-33-36,-2-6</inkml:trace>
  <inkml:trace contextRef="#ctx0" brushRef="#br2" timeOffset="177924.718">25478 10707,'31'-21,"-1"-1,-1-2,-1 0,-1-2,-2-1,0-1,-2-1,-1-1,-2-1,0-1,4-14,-21 36,1-1,-2 0,0 0,0 0,-1 0,0 0,0 0,-2 0,1 0,-2 0,0-7,1 13,0 1,-1-1,1 0,-1 0,0 0,0 1,0-1,-1 1,0 0,0 0,0 0,0 0,0 0,-1 1,0-1,0 1,0 0,0 0,0 0,0 1,-1-1,1 1,-1 0,0 1,0-1,-1 0,1 2,0-1,1 1,-1-1,0 1,1 1,-1-1,0 1,1 0,-1 0,0 0,1 0,0 1,-1 0,1 0,0 0,0 0,0 1,0-1,0 1,1 0,-1 0,1 1,0-1,0 1,0 0,0-1,-1 4,-4 6,1-1,0 1,1 0,1 1,0 0,1 0,0 0,0 7,-1 9,1 0,1 0,1 0,2 0,2 1,0-1,2 0,1 0,1-1,2 0,1 0,1 0,7 9,-14-31,1 0,0 0,1 0,-1-1,1 1,0-1,1-1,0 1,0-1,0 0,0 0,1-1,0 1,0-2,0 1,0-1,1 0,-1 0,1-1,0 0,0-1,0 1,0-1,-1-1,1 0,0 0,0 0,0-1,0 0,7-3,1 1,0-2,0 0,-1-1,1-1,-1 0,-1-1,0 0,0-2,0 1,-1-2,-1 1,0-2,0 0,-1 0,-1-1,0 0,0-1,-2 0,0-1,2-3,-9 15,1 0,-1 0,0 0,0 0,0 0,0 0,0 0,-1 0,1 0,-1 0,0 0,0 0,0-1,0 1,0 0,-1 0,0 0,1 0,-1 0,0 0,-1 0,1 0,0 0,-1 1,1-1,-1 0,0 1,0-1,0 1,-1 0,1 0,0 0,-1 0,1 0,-1 0,0 1,-1-2,-2 2,-1-1,1 1,0 1,0-1,-1 1,1 0,0 0,0 1,-1 0,1 0,0 1,0-1,0 1,0 0,1 1,-1 0,0 0,1 0,0 0,0 1,0 0,-3 3,5-5,-1 1,1 0,0 0,0 0,0 0,1 1,-1-1,1 1,0 0,0-1,0 1,0 0,1 0,-1 0,1 0,0 1,0-1,1 0,-1 0,1 1,0-1,0 0,1 0,-1 1,1-1,0 0,0 0,0 0,0 0,1 0,0 0,0 0,1 1,4 3,0-1,0 0,1 0,0 0,1-1,0-1,0 1,0-1,0-1,1 0,-1 0,1-1,0 0,1 0,7 0,158 23,-89-19</inkml:trace>
  <inkml:trace contextRef="#ctx0" brushRef="#br2" timeOffset="178305.7">26789 10624,'-28'-9,"0"2,-1 0,0 2,0 1,0 2,-1 0,1 2,-1 2,1 0,-6 3,26-3,1 1,0 0,-1 0,1 1,1 0,-1 0,1 1,-1 0,1 0,1 1,-6 4,10-7,-1 0,0 0,0 0,1 1,0-1,0 1,0-1,0 1,0 0,1 0,-1-1,1 1,0 0,0 0,1 0,-1 1,1-1,0 0,0 0,0 0,1 0,-1 0,1 0,0 0,1 3,0-3,0 0,1 0,-1-1,0 1,1-1,0 0,0 0,0 0,0 0,0 0,1-1,-1 1,1-1,0 0,0 0,-1 0,1-1,0 1,1-1,-1 0,0 0,1 0,96 2,-86-5,0-1,-1 0,1-1,-1-1,0 0,0-1,-1 0,11-8,-18 11,0-1,0 0,-1-1,1 1,-1-1,0 0,0 0,-1-1,1 1,-1-1,-1 0,1 0,-1 0,0-1,0 1,-1-1,0 0,0 0,0-3,-1 8,-1 1,1 0,-1 0,0-1,1 1,-1 0,0-1,0 1,0 0,0-1,0 1,0 0,0-1,-1 1,1 0,0-1,-1 1,1 0,-1 0,1-1,-1 1,0 0,1 0,-1 0,0 0,0 0,0 0,0 0,0 0,0 0,0 0,0 0,0 1,0-1,-1 1,1-1,0 0,0 1,-1 0,1-1,0 1,-1 0,1 0,0 0,-1 0,1 0,0 0,-1 0,1 0,0 0,-1 1,1-1,0 0,-1 1,1-1,0 1,0 0,0-1,0 1,-1 0,1 0,0 0,0 0,0 0,0 0,-1 1,0 1,0 0,0 0,0 0,1 0,-1 0,1 0,0 1,0-1,0 0,0 1,1-1,-1 0,1 1,0-1,0 1,0-1,0 1,1-1,-1 0,1 1,0-1,0 0,0 1,1-1,-1 0,1 0,-1 0,1 0,0 0,0-1,1 1,-1 0,0-1,1 0,0 1,-1-1,1 0,0 0,0-1,2 2,17 7,0 0,1-1,0-2,1 0,-1-1,1-2,0 0,1-2,23 0,26 2</inkml:trace>
  <inkml:trace contextRef="#ctx0" brushRef="#br2" timeOffset="179103.822">27445 10570,'-10'-6,"1"0,-1 1,0-1,-1 2,1 0,-1 0,0 1,0 0,0 1,-1 0,1 0,0 2,-1-1,1 1,0 1,-1 0,1 1,0 0,0 1,0 0,0 0,0 1,1 1,0 0,0 0,0 1,0 0,1 1,-1 1,7-5,0 0,0-1,1 1,0 0,-1 0,1 1,0-1,0 0,1 1,-1-1,1 1,0 0,0-1,0 1,0 0,0 0,1-1,0 1,0 0,0 0,0 0,1 0,-1-1,1 1,0 0,0 0,0-1,1 1,-1-1,1 1,0-1,0 0,0 0,2 2,5 1,0 0,1-1,0 0,0 0,0-2,1 1,-1-1,1 0,0-1,0-1,0 0,0 0,0-1,0 0,0-1,0 0,0-1,10-3,81-35,-102 40,0 1,0-1,0 1,0-1,0 1,0-1,0 1,0-1,0 1,0 0,0-1,0 1,0-1,1 1,-1-1,0 1,0-1,1 0,-1 1,0-1,1 1,-1-1,0 1,1-1,-1 0,1 1,-1-1,0 0,1 0,-1 1,1-1,-1 0,1 0,-1 1,1-1,-1 0,1 0,0 0,-1 0,1 0,-1 0,1 0,-1 0,1 0,-1 0,1 0,-1 0,1-1,-1 1,1 0,-1 0,1 0,-1-1,1 1,-1 0,1-1,-1 1,0 0,1-1,-1 1,1-1,-1 1,0-1,-28 282,26-193,0-16,-2 0,-11 56,-6-61,20-65,0 0,0 0,0 1,-1-1,1 0,0 0,-1 0,0 0,1 0,-1-1,0 1,0 0,0-1,0 0,0 1,0-1,0 0,-1 0,1 0,0 0,-1 0,1-1,0 1,-1-1,1 0,-1 1,0-3,-1 1,0 0,1-1,-1 0,1 0,0 0,0 0,0-1,0 1,0-1,0 1,0-1,1 0,0 0,-1 0,1-1,0 1,1-1,-1 1,1-1,-1 1,1-1,0 0,0-3,-6-19,2-1,1 0,1 0,1-1,1 1,2 0,1-1,1 1,1 0,1 0,2 1,0 0,2 0,1 0,1 1,1 1,1 0,1 1,1 0,2 1,11-13,9-5,2 2,1 1,2 2,2 2,12-5,-32 22,-24 17,0-1,0 0,0 0,0 1,0-1,0 0,0 0,0 1,0-1,0 0,-1 0,1 1,0-1,0 0,1 0,-1 1,0-1,0 0,0 0,0 1,0-1,0 0,0 0,0 1,0-1,1 0,-1 0,0 0,0 1,0-1,0 0,1 0,-1 0,0 1,0-1,0 0,1 0,-1 0,0 0,0 0,1 0,-1 0,0 1,0-1,1 0,-1 0,0 0,0 0,1 0,-1 0,0 0,1 0,-1 0,0-1,-18 31,14-23,1-4,0 1,0 0,0 0,1 0,-1 0,1 0,0 1,0-1,0 1,1-1,0 1,0 0,0-1,0 1,1 0,0 0,0 0,0-1,0 1,1 0,0 0,0-1,0 1,0 0,1-1,0 1,0-1,0 0,2 3,3-1,1-1,0 0,-1 0,2 0,-1-1,0 0,1-1,0 0,-1-1,1 1,0-2,1 1,-1-1,0-1,0 1,0-2,1 1,-1-1,0-1,0 1,0-2,0 1,5-3,-9 3,-1-1,0 1,1-1,-1 0,0 0,0 0,-1 0,1-1,-1 1,1-1,-1 0,0 0,-1 0,1 0,-1-1,0 1,0-1,0 0,0 1,-1-1,0 0,0 0,0 0,-1 0,0 0,0 0,0 0,0 0,-1 0,0 0,0-2,-1 0,0-1,0 1,0-1,-1 1,0 0,-1 0,1 0,-2 1,1-1,0 1,-1 0,-1 0,1 1,-1-1,1 1,-1 0,-1 1,1 0,-1 0,0-1,4 4,0-1,-1 1,1 0,0-1,0 1,0 1,-1-1,1 0,0 1,-1 0,1-1,-1 1,1 1,0-1,-1 0,1 1,0 0,-1 0,1 0,0 0,0 0,0 1,0-1,0 1,0 0,0 0,0 0,1 0,-1 0,1 1,0-1,0 1,-2 2,0 1,1 0,-1 0,1 0,1 0,-1 0,1 1,0 0,1-1,-1 1,1 0,1 0,-1 0,1-1,0 1,1 0,0 0,0 0,0-1,1 1,0 0,0-1,0 1,1-1,0 0,1 0,-1 0,1 0,0-1,1 0,-1 1,1-2,0 1,0 0,1-1,-1 0,1 0,1 0,26 5,-3-6</inkml:trace>
  <inkml:trace contextRef="#ctx0" brushRef="#br2" timeOffset="179351.159">27977 10038,'-18'-3,"-16"0,-9 5,-1 6,1 9,9 9,9 9,15 8,15 6,7-6</inkml:trace>
  <inkml:trace contextRef="#ctx0" brushRef="#br2" timeOffset="179626.998">28019 10707,'9'14,"8"6,10 1,10-4,13-7,11-7,-4-5</inkml:trace>
  <inkml:trace contextRef="#ctx0" brushRef="#br2" timeOffset="183089.672">23608 12482,'12'-42,"2"1,2 1,1 0,3 1,22-35,-34 61,1-1,1 1,0 1,1-1,0 2,7-6,-15 14,0 1,0-1,0 1,0-1,1 1,-1 0,1 1,0-1,-1 0,1 1,0 0,0 0,0 0,0 0,0 1,0 0,0-1,0 2,0-1,0 0,0 1,0-1,0 1,0 1,0-1,0 0,-1 1,2 0,5 6,-1 0,-1 1,0 0,0 1,-1-1,0 1,0 1,-1-1,-1 1,0 0,0 1,-1-1,0 1,-1 0,-1 0,0 0,0 0,-1 0,-1 2,-4 49,4-61,-1 0,1 0,-1 0,1 0,-1-1,0 1,0 0,1 0,-1-1,-1 1,1 0,0-1,0 1,0-1,-1 0,1 1,-1-1,1 0,-1 0,0 0,1 0,-1 0,0 0,1 0,-1-1,0 1,0-1,0 1,0-1,-2 0,1-1,-1 0,1-1,-1 0,1 1,-1-1,1-1,0 1,0 0,0-1,0 0,1 1,-1-1,1 0,0 0,-1-1,1 1,1 0,-1-1,0 1,1-1,0 0,0 1,0-1,0 0,0 0,1 1,0-1,0 0,0 0,0 0,1 0,-1 1,1-2,3-1,0 1,1-1,-1 1,1 0,0 0,1 0,-1 1,1 0,0 0,0 0,0 1,0 0,1 0,-1 0,1 1,0 0,0 0,0 1,0 0,3 0,9-4,4-1,-4 2,0-1,0-1,-1 0,0-2,0 0,0-1,-1-1,2-2,-18 12,0-1,1 1,-1-1,0 0,1 0,-1 0,0 0,0 1,0-2,0 1,0 0,0 0,0 0,0 0,-1-1,1 1,0 0,-1-1,1 1,-1 0,1-1,-1 1,0-1,1 1,-1-1,0 1,0-1,0 1,0 0,0-1,-1 1,1-1,0 1,-1-1,1 1,-1-1,1 1,-1 0,0 0,0-1,1 1,-1 0,0 0,0 0,0 0,0 0,0 0,-1 0,1 0,0 0,0 0,-1 0,1 1,-1-1,-3 0,-1 0,1 1,0 0,0 0,0 0,0 1,0 0,0 0,0 0,0 1,0-1,0 1,0 0,1 0,-1 1,1 0,-1-1,1 2,0-1,0 0,1 1,-1-1,1 1,0 0,0 0,0 1,0-1,1 1,-1-1,1 1,0 0,1 0,-1 0,1 0,0 0,0 0,1 0,-1 0,1 0,0 0,1 1,-1-1,1 0,0 0,1 3,3 1,1-1,0 0,1 0,-1 0,2-1,-1 0,1 0,0-1,0 0,0-1,1 1,0-2,0 1,1-1,-1-1,1 1,-1-2,1 1,0-1,0-1,1 0,1 0,76 11,-3-5</inkml:trace>
  <inkml:trace contextRef="#ctx0" brushRef="#br2" timeOffset="186012.335">29166 12167,'13'-11,"51"-43,-1-3,21-30,-66 67,-2 0,-1-1,0-1,-1 0,-2-1,0-1,-2 1,0-2,6-24,-14 45,-1 0,1 0,-1 0,1 0,-1 0,-1 0,1 0,0 0,-1-1,0 1,0 0,0 0,-1 0,1 0,-1-1,0 1,0 0,0 0,-1 0,1 0,-1 1,0-1,0 0,-1 1,1-1,-1 1,0 0,1 0,-1 0,-1 0,-1-2,0 4,0 0,0 0,0 0,0 0,0 1,-1-1,1 1,0 1,0-1,0 1,0 0,0 0,0 0,0 1,0 0,0 0,1 0,-1 0,1 1,-1 0,-1 1,-80 77,71-60,2 1,0 1,1 0,1 0,2 1,0 1,2-1,0 2,2-1,0 0,2 1,1 0,1 0,2 0,0 0,3 11,-3-24,0 0,1-1,1 1,0-1,1 1,0-1,1 0,0-1,1 1,0-1,1 0,0 0,1-1,0 0,0 0,1-1,1 0,-1-1,1 0,1 0,-1-1,1-1,1 1,-1-2,1 0,0 0,0-1,1-1,-1 0,1 0,0-1,-1-1,5 0,1-5,1 0,-1-1,0-1,0 0,0-2,-1 0,0-1,-1 0,0-2,-1 0,0 0,0-2,-1 1,-1-2,0 0,-1-1,0 0,-2-1,5-8,-9 16,-1-1,0 1,0-1,-1 0,-1 0,1-1,-1 1,-1-1,0 0,0 0,-1 0,-2 7,0 0,0 1,0-1,0 1,-1 0,1-1,-1 1,1 0,-1 0,0 0,0 0,0 0,0 0,0 0,0 1,-1-1,1 1,-1 0,1 0,-1 0,1 0,-1 0,0 0,1 0,-1 1,0 0,1-1,-1 1,0 0,0 0,1 1,-1-1,0 1,0-1,1 1,-1 0,0 0,-7-1,0 1,0 0,0 1,0 0,1 0,-1 1,1 0,0 1,0 0,0 0,0 1,1 0,-1 1,1 0,1 0,-1 1,1 0,0 0,1 0,0 1,0 0,0 0,1 1,-3 7,7-14,1 0,-1 0,1 0,-1 0,1 0,-1 0,1 0,0 0,0 0,0 1,1-1,-1 0,0 0,1 0,-1 0,1 0,0 0,0 0,0 0,0 0,0 0,0-1,0 1,1 0,-1-1,0 1,1-1,0 1,-1-1,1 0,0 1,-1-1,1 0,0 0,1 0,3 1,0 0,-1 0,1 0,0-1,0 0,0-1,-1 1,1-1,0 0,0 0,0-1,3 0,-2 0,-1-1,1 1,0-2,-1 1,1-1,-1 1,0-2,0 1,0-1,0 0,0 0,-1-1,0 1,0-1,0 0,-1-1,1 1,-1-1,-1 0,1 0,-1 0,0 0,0-1,-1 1,0-1,1-4,-6 22,1 1,1-1,-1 0,2 0,-1 1,2-1,0 0,0 0,1 1,0-1,3 9,3-7,0 0,0 0,1-1,1 0,0 0,1-1,0-1,1 0,0 0,0-1,1-1,0 0,0-1,1 0,0-1,0-1,1 0,0-1,14 3,40 10</inkml:trace>
  <inkml:trace contextRef="#ctx0" brushRef="#br2" timeOffset="183740.543">25370 12277,'31'-16,"0"-1,-2-1,0-2,-1-1,-1-1,-1-2,-1 0,-1-1,-1-2,-2 0,0-2,2-8,-12 21,-1 0,-1-1,-1-1,-1 0,0 0,-1 0,-1-1,-1 0,-3 16,0 0,-1 1,1-1,-1 0,0 1,0-1,0 0,0 0,0 1,-1-1,1 0,-1 0,1 1,-1-1,0 1,0-1,-1 1,1-1,0 1,-1-1,0 1,1 0,-1 0,0 0,0 0,0 0,0 1,0-1,-1 0,1 1,0 0,-1-1,1 1,-1 0,0 0,1 0,-1 1,0-1,1 1,-1 0,0-1,0 1,1 0,-1 0,0 1,0-1,-11 4,0 1,0 1,1 0,0 0,0 2,0-1,1 2,0-1,1 2,0-1,1 2,-1-1,2 2,0-1,0 1,1 0,0 1,-2 6,2-6,0 1,0 0,1 0,1 1,0 0,1 0,1 0,0 1,1 0,1-1,0 1,1 0,1 0,0 0,2 0,-1 0,2 0,0-1,1 1,1-1,0 0,1 0,0-1,2 1,3 5,-2-8,1 1,0-2,1 1,0-2,1 1,0-2,0 1,1-2,0 0,1 0,0-1,0-1,0 0,3-1,-7-2,0 0,0-1,0 0,1-1,-1 0,1 0,-1-2,1 1,-1-1,1-1,-1 1,0-2,1 0,-1 0,0-1,-1 0,1 0,-1-1,0 0,0-1,1-1,3-5,-1 0,0 0,0-1,-1-1,-1 0,-1-1,0 1,0-2,-2 1,0-1,0 0,-2-1,0 1,-1-1,0-4,-3 20,0-1,-1 0,1 0,-1 0,1 1,-1-1,1 0,-1 0,0 0,0 0,0 0,0 0,0 0,-1 0,1 0,0 1,-1-1,0 0,1 0,-1 0,0 0,0 1,0-1,0 1,0-1,0 0,-1 1,1 0,0-1,-1 1,1 0,-1 0,1-1,-1 1,0 1,1-1,-1 0,0 0,0 1,0-1,0 1,0-1,1 1,-1 0,-1-1,-5 4,0 0,0 0,0 1,1 0,-1 0,1 1,0 0,0 0,1 0,0 1,0 0,0 0,0 1,1 0,0 0,1 0,-1 0,1 1,1 0,-1 2,2-7,1 1,0-1,0 1,0 0,0-1,1 1,-1 0,1 0,0-1,0 1,0 0,1 0,-1-1,1 1,0 0,0-1,1 1,-1 0,0-1,1 0,0 1,0-1,0 0,0 0,1 0,-1 0,1-1,0 1,0 0,2 0,5 4,0 0,1-1,0 0,1 0,-1-2,1 1,0-2,11 3,35 4,1-2,1-2,-1-4,1-2,30-5,-2-1</inkml:trace>
  <inkml:trace contextRef="#ctx0" brushRef="#br2" timeOffset="184896.759">26789 12305,'-7'-11,"-2"0,0 1,0 0,0 0,-1 1,-1 1,0 0,0 0,0 1,-1 0,0 1,0 0,-1 1,1 1,-1 0,0 0,-1 2,1-1,0 2,-1 0,1 0,-1 1,-5 1,8 0,1-1,-1 1,0 1,0 0,1 1,-1 0,1 0,0 1,-3 2,9-4,0 0,0 0,1 1,-1-1,1 1,0-1,-1 1,1 0,1 1,-1-1,0 0,1 1,0-1,-1 1,1 0,1 0,-1 0,1 0,-1 0,1 0,0 0,1 1,-1-1,1 2,0-2,0-1,0 0,1 0,-1 0,1 0,0 0,0 0,0 0,0 0,0 0,1-1,0 1,-1 0,1-1,0 1,0-1,0 0,0 0,1 1,-1-1,1-1,-1 1,1 0,0-1,0 1,-1-1,1 0,0 0,0 0,0 0,0-1,3 1,7 2,0-1,0-1,0 0,-1-1,1-1,0 0,6-1,-6 0,0 0,0-1,0 0,-1-1,1-1,-1 0,0 0,-1-1,1-1,-1 0,0 0,-1-1,0-1,0 1,-1-2,0 1,0-1,-1-1,-1 1,6-11,-11 49,-1-22,0-1,1 1,0-1,0 1,0-1,1 0,0 0,0 0,0-1,1 1,-1-1,1 1,0-1,0 0,1-1,-1 1,1-1,0 0,0 0,0 0,0-1,0 0,1 0,3 1,10 3,1-1,0-1,0-1,0 0,0-2,11 0,-6-1,1-1,0-1,-1-1,0-1,1-1,-2-1,1-2,-1 0,0-2,-1-1,0 0,20-15,15-41,-57 65,0 0,0 0,0-1,0 1,0 0,0-1,-1 1,1-1,-1 1,1-1,-1 1,0-1,0 1,0-1,0 1,-1-1,1 1,-1-1,1 1,-1 0,0-1,0 1,0 0,0-1,-1 1,1 0,0 0,-1 0,0 0,1 0,-1 1,0-1,-1 0,-4-2,-1 1,0-1,0 2,0-1,-1 1,1 0,-1 1,1 0,-1 1,1-1,-1 2,0-1,1 1,-1 0,1 1,0 0,-1 0,1 1,-3 1,3-1,-1 1,0-1,1 1,0 1,0-1,0 1,1 1,-1-1,1 1,1 1,-1-1,1 1,0 0,1 1,-3 2,7-8,0 0,1 0,-1-1,0 1,0 0,1 0,-1 0,1 0,0 0,0 0,-1 0,1 0,0 0,1 0,-1 0,0 0,1 0,-1 0,1 0,-1 0,1-1,0 1,0 0,0 0,0-1,0 1,0 0,0-1,0 1,1-1,-1 1,1-1,-1 0,1 0,0 0,-1 0,1 0,0 0,0 0,0 0,-1-1,3 1,85 14,-72-16,0-2,-1 0,0-1,0-1,0-1,0 0,-1-1,0 0,12-8,-26 14,-1 0,1 1,0-1,-1 1,1-1,0 1,0-1,-1 1,1 0,0-1,0 1,0 0,-1 0,1 0,0-1,0 1,0 0,0 0,0 0,-1 0,1 1,0-1,0 0,0 0,0 0,-1 1,1-1,0 0,0 1,0-1,-1 0,1 1,0-1,-1 1,1 0,0-1,-1 1,1-1,-1 1,1 0,-1 0,1-1,-1 1,0 0,1 0,-1-1,0 1,1 0,-1 0,0 0,0 0,0-1,0 1,0 0,0 0,0 0,0 0,0 0,0-1,0 1,-1 0,1 0,0 242,0-234,0 78,-3 1,-4 0,-4-1,-17 61,-4-68,30-77,1 0,0-1,-1 1,0-1,0 1,1-1,-1 0,-1 0,1 0,0 0,0 0,-1 0,1-1,-1 1,0-1,1 0,-1 1,0-1,0 0,0-1,1 1,-1-1,0 1,0-1,0 0,-2 0,0-2,1 0,0 0,-1-1,1 1,0-1,1 0,-1 0,0-1,1 1,0-1,0 1,0-1,0 0,1 0,-1-1,1 1,0 0,0-1,1 1,-1-1,1 0,0 0,0-4,-5-22,2-1,1 1,2-1,1 0,1 0,2 0,1 1,1 0,2-1,1 2,2-1,1 1,1 1,1 0,2 1,1 0,1 1,1 1,1 1,5-3,-10 10,2 0,0 1,1 1,1 1,0 0,1 1,16-8,-33 20,-1 1,1-1,-1 1,1 0,0 0,-1-1,1 1,0 1,0-1,0 0,0 0,0 1,0-1,0 1,0-1,0 1,0 0,0 0,0 0,0 0,0 0,0 0,0 1,0-1,0 1,0-1,0 1,0 0,0 0,-1 0,1 0,0 0,0 0,-1 0,1 1,-11 81,6-71,2-8,-1-1,1 1,0-1,0 1,0 0,0 0,0-1,1 1,0 0,0 0,0 0,0 0,0-1,1 1,0 0,0 0,0 0,0-1,1 1,-1-1,1 1,0-1,0 0,0 1,0-1,1 0,-1 0,1-1,0 1,0 0,0-1,5 2,-1-2,1 1,0-1,0 0,0 0,0-1,0 0,1-1,-1 1,0-2,0 1,1-1,-1 0,0-1,0 0,0 0,0-1,-1 0,8-4,-11 5,1 0,-1-1,0 1,0-1,0 0,0 0,0-1,-1 1,0-1,1 0,-1 1,-1-2,1 1,0 0,-1 0,0-1,0 1,0-1,-1 0,0 1,1-1,-2 0,1 0,0 0,-1 0,0 0,0 0,-1 0,1 0,-1 1,0-1,-1 0,0-2,-1 0,0 0,0 1,-1-1,1 1,-2 0,1 0,-1 1,1-1,-2 1,1 0,0 0,-1 1,0 0,0 0,-1 0,1 0,-1 1,1 0,-1 1,-1-1,3 1,0 1,-1-1,1 1,0 0,-1 1,1-1,0 1,-1 0,1 0,-1 1,1-1,0 1,-1 1,1-1,0 1,0-1,0 1,0 1,0-1,0 1,1 0,-1 0,1 0,0 1,0 0,0-1,0 2,0 0,0 1,1-1,0 1,0-1,1 1,-1 0,1 0,0 0,1 0,0 0,0 0,0 1,1-1,-1 0,2 1,-1-1,1 0,0 0,0 1,0-1,1 0,0 0,0 0,1-1,0 1,0 0,0-1,0 0,1 0,0 0,0 0,0 0,1-1,0 0,0 0,0 0,0-1,0 1,1-1,-1-1,1 1,0-1,0 0,0 0,4 0,39 5,-3-7</inkml:trace>
  <inkml:trace contextRef="#ctx0" brushRef="#br2" timeOffset="185173.541">27828 11704,'-14'-3,"-9"0,-6 5,0 8,6 11,5 10,9 9,9 8,5 4,3-6</inkml:trace>
  <inkml:trace contextRef="#ctx0" brushRef="#br2" timeOffset="185421.887">27800 12373,'0'16,"2"10,2 3,3-1,4-5,7-7,9-6,10-10,10-8,8-9,-4-1</inkml:trace>
  <inkml:trace contextRef="#ctx0" brushRef="#br2" timeOffset="182036.908">22310 12127,'-19'7,"-1"1,1 1,0 1,1 0,0 1,1 1,0 1,1 0,1 1,0 1,0 1,2 0,0 0,1 1,0 1,2 0,0 1,1 0,1 0,1 1,-3 10,10-29,-2 3,-1 1,1 0,0 0,1 0,-1 1,1-1,0 0,1 1,-1-1,1 0,0 1,0-1,0 1,1-1,0 0,0 0,1 1,-1-1,1 0,0 0,0 0,1 0,1 1,-1-5,0 0,0-1,1 1,-1-1,0 0,0 0,1 0,-1-1,0 1,0-1,1 1,-1-1,0 0,0-1,0 1,0 0,0-1,0 1,-1-1,1 0,0 0,-1 0,1-1,-1 1,2-2,29-28,-1-1,-1-2,-2 0,15-27,-22 35,-3-1,0 0,-2-2,-1 0,-1-1,-1 0,-2-1,-2-1,6-27,-15 55,0 0,0 0,0 0,0 0,-1 0,0 0,0 0,0 0,-1 0,0 0,0 0,0 0,-1 0,1 0,-1 0,0 1,0-1,-1 1,0-1,1 1,-1 0,-1 0,1 0,-1 0,1 1,-1 0,0-1,0 1,-1 1,1-1,0 1,-4-2,1 3,1 0,-1 0,1 1,0-1,-1 2,1-1,-1 1,1 0,0 0,-1 1,1 0,0 0,0 0,0 1,0 0,1 0,-1 0,1 1,0-1,0 2,-3 1,-1 3,-1 1,1 0,1 0,0 1,0 0,1 1,0-1,1 1,1 0,0 1,1-3,1 0,1 0,0 0,0 0,1 0,1 0,-1 1,2-1,-1 0,1 0,1 1,0-1,0 0,1 0,1-1,-1 1,1-1,1 1,0-1,0 0,1-1,0 0,1 0,3 4,65 69,-57-64,-1 0,-1 1,0 1,-1 1,-1 0,-1 0,0 2,-2-1,-1 1,4 12,-10-19,0-1,-1 1,-1 0,0 1,-1-1,0 0,-1 0,-1 1,-1-1,0 0,-3 10,5-23,0-1,0 1,-1-1,1 0,0 1,-1-1,1 0,-1 1,1-1,-1 0,1 0,-1 1,0-1,0 0,0 0,1 0,-1 0,0 0,-1 0,1 0,0 0,0-1,0 1,0 0,-1-1,1 1,0 0,0-1,-1 0,1 1,-1-1,1 0,0 0,-1 1,1-1,-1 0,1-1,-11-6</inkml:trace>
  <inkml:trace contextRef="#ctx0" brushRef="#br2" timeOffset="182313.175">21942 11799,'-19'-5,"-10"-1,-3 0,2 2,3 1,7 3,11 4,14 1,18 1,21-2,22-1,21-6,15-7,15-4,8-2,1 0,-20 2</inkml:trace>
  <inkml:trace contextRef="#ctx0" brushRef="#br2" timeOffset="188561.682">9392 4233,'413'13,"-291"-4,1-6,-1-6,27-7,12-5,1 7,88 10,-134 4,0-4,93-13,-55 0,73 7,-224 4,8 1,0-1,-1 0,1-1,0 0,-1-1,1 0,-1 0,1-1,5-3,-16 6,0 1,-1-1,1 0,0 1,0-1,-1 0,1 0,0 1,-1-1,1 0,0 0,-1 0,1 1,0-1,-1 0,1 0,-1 0,1 0,0 0,-1 0,1 0,-1 0,1 0,0 0,-1 0,1 0,-1 0,1 0,0 0,-1 0,1 0,0 0,-1-1,1 1,0 0,-1 0,1 0,0-1,-1 1,1 0,0 0,-1-1,1 1,0 0,0-1,-1 1,1 0,0-1,0 1,0 0,0-1,0 1,-1-1,1 1,0 0,0-1,0 1,0-1,0 1,0 0,0-1,0 1,0-1,0 1,1 0,-1-1,0 1,0 0,0-1,0 1,-43 7,30-5</inkml:trace>
  <inkml:trace contextRef="#ctx0" brushRef="#br2" timeOffset="188886.352">10621 3946,'237'100,"-162"-72,0 4,-2 3,3 5,-67-35,0 0,-1 1,0 0,0 0,0 1,-1 0,0 0,0 1,3 5,-9-10,0 1,0-1,-1 1,1-1,-1 1,0-1,0 1,-1-1,1 1,-1-1,1 1,-1-1,0 0,0 1,-1-1,1 0,-1 0,1 0,-1 0,0 0,0 0,0 0,-1-1,1 1,-1-1,1 1,-1-1,0 0,0 0,0 0,0-1,0 1,-1-1,1 0,0 1,-2-1,-65 36,-3-2,-60 19,47-20,-76 38,108-44</inkml:trace>
  <inkml:trace contextRef="#ctx0" brushRef="#br2" timeOffset="189874.012">11345 2990,'-23'5,"1"1,0 0,1 1,0 2,0 0,1 1,0 1,0 1,-12 11,29-21,0 0,1 0,-1 0,1 0,0 1,-1-1,1 1,0 0,1 0,-1-1,0 1,1 0,0 0,-1 1,1-1,0 0,1 0,-1 0,1 1,-1-1,1 0,0 1,0-1,0 0,1 1,-1-1,1 0,0 0,0 1,0-1,0 0,1 0,-1 0,1 0,-1 0,3 2,8 5,0 0,0 0,1-2,0 1,1-2,0 0,0 0,0-1,1-1,13 3,-3 1,-3-1,-3-3,0 2,-1 0,0 2,0 0,0 1,14 11,-30-20,-1 0,1 0,0 0,-1 0,1 0,-1 1,1-1,-1 1,0-1,0 1,1-1,-1 1,0 0,-1 0,1 0,0-1,0 1,-1 0,1 0,-1 0,1 0,-1 0,0 0,0 0,0 0,0 0,0 0,-1 0,1 0,0 0,-1 0,0 0,1-1,-1 1,0 0,0 0,0 0,0-1,0 1,0-1,-1 1,1-1,0 1,-1-1,1 0,-1 1,0-1,-11 7,-1 0,1-1,-1 0,0-1,-1-1,1-1,-1 0,0 0,0-2,-13 2,25-4,1 1,-1-1,1 0,-1 1,1-1,-1-1,0 1,1 0,-1 0,1-1,-1 0,1 1,-1-1,1 0,0 0,-1 0,1-1,0 1,0 0,-2-2,-2-6</inkml:trace>
  <inkml:trace contextRef="#ctx0" brushRef="#br2" timeOffset="190148.406">11700 3141,'-10'12,"-2"12,5 13,8 10,7 10,4 6,2 5,-1 1,-3 2,-2-5,-6-7,-6-8,-3-11,-4-12,-2-11,1-8</inkml:trace>
  <inkml:trace contextRef="#ctx0" brushRef="#br2" timeOffset="190445.781">11673 3400,'-26'-273,"26"272,-1-1,1 1,-1-1,1 0,0 0,0 0,0 0,-1 0,2 0,-1 1,0-1,0 0,1 0,-1 0,1 0,-1 1,1-1,0 0,-1 0,1 1,0-1,0 1,0-1,1 1,-1-1,0 1,1-1,-1 1,1 0,-1 0,1 0,-1 0,1 0,0 0,0 0,4 2,1 0,-1 0,1 0,-1 1,1 0,-1 1,0-1,0 1,0 0,0 0,-1 1,1 0,-1 0,0 1,-3-4,15 9,-1 2,-1 0,1 1,-2 1,0 0,-1 0,0 2,-1 0,-1 0,5 10,-14-23,0 0,-1-1,0 1,0 0,0 0,0 0,0 0,0 0,-1 0,1 0,-1 0,0 0,0 0,0 0,0 0,-1 0,1 0,-1 0,0 0,0 0,0 0,0 0,0 0,0-1,-1 1,0-1,1 1,-1-1,0 1,0-1,0 0,-1 0,1 0,-2 1,-86 25,64-24</inkml:trace>
  <inkml:trace contextRef="#ctx0" brushRef="#br2" timeOffset="190981.731">12000 3400,'-12'-46,"2"-1,2 0,2-1,2-10,3 55,1 1,-1-1,1 0,0 1,0-1,0 0,0 1,0-1,1 1,-1-1,1 1,0-1,-1 1,1-1,1 1,-1-1,0 1,0 0,1 0,-1-1,1 1,0 0,0 1,-1-1,1 0,0 0,1 1,-1-1,0 1,0 0,1-1,4 1,0 0,1 0,-1 1,0 0,0 0,0 1,0 0,0 0,0 0,0 1,-1 0,1 1,-1-1,1 1,-1 1,0-1,0 1,0 0,0 0,-1 1,0 0,0 0,0 0,0 0,-1 1,0 0,0-1,0 2,-1-1,0 0,0 1,-1-1,0 1,0 0,1 7,6 188,-9-200,0 1,0-1,1 0,-1 1,1-1,-1 0,1 0,0 0,0 1,0-1,0 0,1 0,-1 0,0 0,1-1,-1 1,1 0,0-1,-1 1,1-1,0 1,0-1,0 0,0 0,0 0,1 0,-1 0,0 0,0-1,1 1,-1-1,0 1,0-1,1 0,-1 0,1 0,-1 0,0-1,13 0,0 0,-1-2,1 0,-1 0,0-2,0 0,0 0,-1-1,1-1,-2 0,1-1,-1 0,0-1,9-9,-11 8,-1 1,0-1,-1 0,-1-1,1 0,-1-1,-1 1,0-1,-1 0,0-1,-1 1,-1-1,0 0,0 0,-1 0,-1 0,0-12,0 23,-1 0,0 0,0 0,0 0,0 0,0 0,0-1,0 1,-1 0,1 0,-1 0,1 0,-1 0,0 0,0 1,0-1,0 0,0 0,0 0,-1 1,1-1,-1 1,1-1,-1 1,1 0,-1-1,0 1,0 0,1 0,-1 0,0 0,0 1,0-1,0 0,0 1,0-1,0 1,0 0,0 0,-1 0,1 0,0 0,0 0,0 0,0 1,0-1,0 1,0-1,-1 2,-2 3,-1 0,1 1,0-1,0 1,1 0,0 1,0-1,0 1,1 0,0 0,0 0,1 0,0 1,0-1,0 1,1-1,1 1,-1-1,1 1,0 0,1-1,0 2,0-1,0 1,1-1,0 0,0 0,1 0,0 0,0 0,1-1,0 1,0-1,1 0,0 0,0-1,1 1,-1-1,1-1,1 1,-1-1,1 0,0 0,0-1,1 0,2 1,14 6,0-1,0-1,1-1,0-1,0-2,25 3,13-1</inkml:trace>
  <inkml:trace contextRef="#ctx0" brushRef="#br2" timeOffset="191679.955">13557 2854,'-18'-5,"0"0,-1 1,1 1,-1 0,0 2,1 0,-1 1,0 1,0 1,1 0,-1 2,-3 1,18-4,-1 1,1 0,-1 0,1 0,-1 1,1-1,0 1,0 0,1 1,-1-1,0 0,1 1,0 0,0 0,0 0,0 0,1 0,0 1,0-1,0 1,0-1,1 1,-1 0,1 0,0 0,1 0,-1 0,1-1,0 1,0 0,1 0,0 0,0 5,7 14,1-1,1 0,1 0,1-1,1 0,0-1,2-1,1 0,2 1,-4-2,-5-7,6 4,-1 1,0 1,-1 1,-1 0,-1 0,-1 1,0 1,-2-1,0 1,-2 1,0 0,1 11,-7-29,0 1,0-1,0 0,-1 0,0 0,0 0,0 0,0 0,0 0,-1 0,0-1,0 1,0 0,0-1,0 1,-1-1,1 0,-1 0,0 0,0 0,0 0,-1-1,1 1,-1-1,1 0,-1 0,0 0,1-1,-1 1,0-1,-1 0,-4 2,-1-1,0 0,1-1,-1 0,0-1,0 0,0 0,0-1,0 0,0-1,1 0,-8-2,5-1,1 1,-1-2,1 1,0-2,0 1,1-2,-1 1,-4-7,14 14,1 0,-1 0,1-1,-1 1,1 0,-1 0,1-1,-1 1,1 0,-1-1,1 1,0-1,-1 1,1-1,0 1,-1 0,1-1,0 1,0-1,-1 1,1-1,0 0,0 1,0-1,0 1,0-1,0 1,0-1,0 1,0-1,0 1,0-1,0 0,0 1,0-1,0 1,1-1,-1 1,0-1,0 1,1-1,-1 1,0-1,1 1,-1 0,0-1,1 1,-1-1,1 1,-1 0,1-1,-1 1,0 0,1 0,0-1,-1 1,1 0,-1 0,1 0,-1 0,1 0,-1-1,1 1,-1 0,1 0,0 0,15-2</inkml:trace>
  <inkml:trace contextRef="#ctx0" brushRef="#br2" timeOffset="192116.787">13611 3537,'2'5,"1"1,-1 0,1-1,0 1,0-1,1 0,-1 0,1 0,0 0,1-1,-1 1,1-1,0 0,0-1,0 1,0-1,1 0,-1 0,1-1,0 0,0 0,0 0,0-1,0 1,0-1,0-1,0 1,0-1,1 0,-1-1,0 1,0-1,0-1,0 1,0-1,0 0,0 0,0-1,-1 1,2-2,-3 2,-1-1,0 1,1-1,-1 1,0-1,0 0,-1 0,1 0,-1 0,1-1,-1 1,0-1,0 1,-1-1,1 0,-1 1,0-1,0 0,0 0,0 0,-1 0,1 0,-1 0,0 0,0-1,-1 1,1 0,-1 0,0 0,0 1,0-1,-1 0,1 0,-1 1,0-1,0 0,0 1,-1 0,1 0,-1-1,0 1,0 1,0-1,0 0,0 1,-3-2,0 1,1 0,-1 0,0 1,0 0,-1 0,1 1,0-1,-1 1,1 1,0-1,-1 1,1 0,-1 0,1 1,-1 0,1 0,0 1,-1-1,1 2,0-1,0 0,-3 3,-3 2,1 0,-1 0,2 2,-1-1,1 1,1 0,0 1,0 0,1 1,0 0,0 1,-23 43,5-3</inkml:trace>
  <inkml:trace contextRef="#ctx0" brushRef="#br2" timeOffset="193210.286">9733 6336,'46'9,"0"-2,0-1,0-3,1-2,-1-2,22-4,-22 3,935-30,-684 32,348-7,-551-4,-112 4,-16 5,16 2</inkml:trace>
  <inkml:trace contextRef="#ctx0" brushRef="#br2" timeOffset="193563.895">10239 5927,'111'43,"-44"-19,-1 3,-2 2,0 3,28 22,-81-48,-1 0,-1 0,1 1,-1 1,-1-1,1 1,-1 1,-1-1,1 1,-1 1,-1-1,0 1,0 1,-1-1,-1 1,1-1,-2 1,1 1,-2-1,1 0,-2 1,1-1,-2 1,1-1,-2 1,1 0,-2-1,1 1,-2-1,1 1,-13 13,0-1,-2 0,-1-1,0-1,-2-1,0-1,-2 0,0-2,-1 0,-1-1,0-2,-18 9,-11 9,12-8</inkml:trace>
  <inkml:trace contextRef="#ctx0" brushRef="#br2" timeOffset="194451.748">11154 5312,'-17'-3,"-1"1,1 1,0 0,0 2,-1 0,1 0,0 2,0 0,0 1,1 1,-1 0,1 1,0 1,-1 2,15-9,0 1,0 0,-1 0,1 0,0 0,0 0,0 0,1 1,-1-1,0 1,0-1,1 1,-1 0,1-1,-1 1,1 0,0 0,0 0,0 0,0 0,0 1,0-1,1 0,-1 0,1 1,-1-1,1 0,0 0,0 1,0-1,0 0,0 1,1-1,-1 0,1 1,-1-1,1 0,0 0,0 0,0 1,5 4,1-1,0 0,0-1,0 0,1 0,-1 0,1-1,0 0,0-1,1 0,-1 0,1 0,3 1,215 75,-160-38,-66-40,1 0,-1 1,0-1,1 1,-1-1,0 1,0 0,0-1,0 1,-1 0,1 0,0-1,-1 1,1 0,-1 0,0 0,1 0,-1 0,0 0,0 0,0 0,0 0,-1-1,1 1,-1 0,1 0,-1 0,1 0,-1 0,0-1,0 1,0 0,0-1,0 1,0-1,-1 1,1-1,0 1,-10 7,-1 0,1-1,-1 0,-1 0,1-1,-1-1,0-1,-1 1,1-2,-1 0,0-1,-8 1,-34 2,55-7,0 0,1 1,-1-1,0 0,1 1,-1-1,1 0,-1 0,1 0,-1 0,1 1,-1-1,1 0,0 0,0 0,-1 0,1 0,0 0,0 0,0 0,0 0,0 0,0 0,0 0,0 0,1 0,-1 1,0-1,1 0,-1 0,0 0,1 0,-1 0,1 0,-1 1,1-1,0 0,-1 1,1-1,0 0,-1 1,1-1,0 0,0 1,0 0,0-1,-1 1,1-1,0 1,0 0,0-1,1 1,22-19</inkml:trace>
  <inkml:trace contextRef="#ctx0" brushRef="#br2" timeOffset="194712.567">11454 5463,'0'-3,"0"5,0 10,0 18,2 20,1 19,0 20,0 15,-2 9,0 1,0-5,-1-9,-2-12,-4-15,-2-14,-3-16,1-14</inkml:trace>
  <inkml:trace contextRef="#ctx0" brushRef="#br2" timeOffset="195032.717">11358 5586,'-1'-15,"1"1,1 0,0 0,1 0,0-1,2 2,-1-1,1 0,1 1,1 0,0 0,4-6,-8 16,1 0,-1 0,1 1,0-1,0 0,0 1,0 0,1 0,-1 0,0 0,1 1,0-1,-1 1,1 0,0 0,0 0,-1 1,1-1,0 1,0 0,0 0,0 0,0 0,0 1,-1 0,1 0,0 0,0 0,-1 0,9 4,0 0,0 0,-1 1,1 0,-2 1,1 1,-1-1,2 4,-2-3,-1 1,0 0,-1 1,0-1,-1 2,0-1,0 1,3 9,-8-17,-1 0,1 1,-1-1,0 1,0-1,0 1,0-1,-1 1,0 0,1-1,-1 1,0 0,-1-1,1 1,-1 0,0-1,0 1,0-1,0 1,0-1,-1 0,1 1,-1-1,0 0,0 0,-1 0,1 0,0-1,-1 1,0 0,-2 1,-4 2,-2 0,1 0,0-1,-1 0,0-1,0-1,-1 1,1-2,-1 1,1-2,-8 1,6-1</inkml:trace>
  <inkml:trace contextRef="#ctx0" brushRef="#br2" timeOffset="195601.775">11754 5681,'22'-76,"-5"-1,-2 0,2-53,-18 129,1 0,0 0,-1-1,1 1,0 0,0-1,0 1,0 0,0-1,1 1,-1 0,0-1,1 1,-1 0,1 0,-1-1,1 1,-1 0,1 0,0 0,0 0,-1 0,1 0,0 0,0 0,0 0,0 0,0 0,1 1,-1-1,0 0,0 1,0-1,1 1,-1-1,0 1,0 0,1-1,-1 1,0 0,1 0,-1 0,113 53,-8 17,-103-67,1 0,-1 0,0 1,-1-1,1 1,0 0,-1-1,0 1,0 0,0 0,0 0,-1 1,1-1,-1 0,0 1,-1-1,1 1,-1-1,0 0,0 1,0-1,0 1,-1-1,0 1,0-1,0 0,-1 1,-63 103,64-107,1 0,0-1,-1 1,1 0,0 0,0-1,0 1,0 0,0-1,0 1,0 0,0 0,0-1,0 1,0 0,0 0,0-1,1 1,-1 0,0-1,1 1,-1 0,0-1,1 1,-1-1,1 1,-1-1,1 1,-1-1,1 1,-1-1,1 1,-1-1,1 1,0-1,-1 0,1 1,0-1,-1 0,1 0,0 0,0 1,-1-1,2 0,37 4,-34-3,10 0,0 0,0-1,0 0,0-1,0-1,0 0,0-1,0-1,-1 0,0-1,0-1,0 0,0-1,-1 0,0-1,-1 0,0-1,0-1,7-8,-16 15,0 0,-1-1,1 1,-1-1,0 0,0 0,-1 0,1 0,-1 0,1 0,-1 0,-1 0,1 0,0-1,-1 1,0 0,0 0,-1-1,1 1,-1 0,0 0,0 0,0-1,0 1,-1 0,1 0,-1 1,0-1,-1 0,1 1,-1-1,1 1,-1 0,0 0,0 0,0 0,-1 0,1 1,-1-1,1 1,-1 0,0 0,0 0,0 1,0 0,0-1,0 1,0 0,-1 1,1-1,0 1,0 0,1 0,-1 0,0 1,0-1,1 1,-1 0,1 0,-1 0,0 0,1 1,0 0,-1-1,1 1,0 0,0 1,0-1,0 0,1 1,-1 0,0 0,1-1,0 1,0 1,0-1,0 0,0 0,1 1,-1-1,1 1,0 0,0-1,0 1,1 0,-1-1,1 1,0 0,0 0,0-1,1 1,-1 0,1-1,0 1,0 0,0-1,1 1,0 1,2 3,1 0,0 0,0-1,1 0,0 0,0 0,0-1,1 0,0 0,0 0,1-1,-1 0,1-1,1 0,2 1,130 41,-73-33</inkml:trace>
  <inkml:trace contextRef="#ctx0" brushRef="#br2" timeOffset="196323.843">13407 5108,'-12'-6,"0"0,-1 2,1-1,-1 2,0 0,0 0,-1 1,1 1,0 0,-1 1,1 0,0 1,-1 0,1 2,0-1,0 1,0 1,0 1,1 0,-11 5,19-7,0 1,0-1,1 1,0-1,-1 1,1 0,1 0,-1 1,0-1,1 0,0 1,0-1,0 1,1 0,0 0,0 0,0 0,0 0,1 0,0 0,0 0,0 0,0 0,1-1,0 1,0 0,0 0,1 0,0 0,0-1,0 1,0-1,1 0,1 3,11 10,1-1,1-1,0 0,1-1,1-1,0 0,1-2,0 0,14 5,19 12,-38-20,-3-3,0 1,0 1,-1 0,0 0,0 1,0 1,-1 0,-1 0,0 1,0 0,6 9,-14-17,0 0,0 0,-1 1,1-1,-1 0,1 0,-1 1,0-1,0 0,0 1,0-1,0 0,0 0,-1 1,1-1,-1 0,1 0,-1 1,0-1,0 0,0 0,0 0,-1 0,1 0,0 0,-1-1,1 1,-1 0,0-1,1 1,-1-1,0 0,-1 1,-70 34,54-29,1-2,-1 0,-1-1,1-1,0-1,-1-1,1 0,-18-3,36 2,0 1,0-1,1 0,-1 0,0 0,0 0,0 0,1 0,-1 0,0 0,0 0,0 0,1 0,-1 0,0-1,0 1,1 0,-1-1,0 1,1 0,-1-1,0 1,1-1,-1 1,1-1,-1 1,0-1,1 0,-1 1,1-1,0 0,-1 1,1-1,0 0,-1 1,1-1,0 0,0 0,-1 1,1-1,0 0,0 0,0 0,0 1,0-1,0 0,0 0,1 1,-1-1,0 0,0 0,0 0,1 1,-1-1,17-12,6 1</inkml:trace>
  <inkml:trace contextRef="#ctx0" brushRef="#br2" timeOffset="196681.884">13694 5612,'0'-21,"1"1,0-1,2 0,0 0,2 1,0-1,1 1,1 0,1 1,2-4,13-17,-23 40,1 0,-1 0,1 0,-1 0,1 0,0 0,-1 0,1 1,-1-1,1 0,-1 0,1 0,-1 0,1 1,-1-1,1 0,-1 0,1 1,-1-1,1 0,-1 1,0-1,1 1,-1-1,0 1,1-1,-1 1,0-1,1 0,-1 1,0 0,0-1,0 1,1-1,-1 1,0-1,0 1,0-1,0 1,0-1,0 1,0 0,0-1,0 1,0-1,-1 1,1-1,0 1,0-1,0 1,-1-1,1 1,0-1,-1 1,1 0,0 0,6 211,32 12,-38-221,2 2,-1 0,0-1,0 1,0 0,-1 0,0 0,0 0,0-1,-1 1,1 0,-1 0,0 0,0-1,-1 1,0-1,1 1,-2 1,-6 2</inkml:trace>
  <inkml:trace contextRef="#ctx0" brushRef="#br2" timeOffset="196957.725">13721 5831,'21'-2,"14"-1,10-2,7-1,1-1,-8 1</inkml:trace>
  <inkml:trace contextRef="#ctx0" brushRef="#br2" timeOffset="196958.725">14281 5818,'-2'-5,"-1"-1</inkml:trace>
  <inkml:trace contextRef="#ctx0" brushRef="#br2" timeOffset="197937.734">11713 4138,'3'0,"2"0,4 0,1 0,3 0,3 0,3 0,6 0,3 0,1 0,1 0,-2 0,-7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15.18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111 224,'-2'0,"0"1,0 0,0 0,0 1,1-1,-1 0,0 1,1-1,-1 1,1-1,0 1,-1 0,1-1,0 1,0 0,0 0,0 0,0 0,1 0,-1 0,1 0,-1 0,1 0,0 0,-1 2,-3 18,1 1,0-1,2 1,0 0,2 0,0-1,2 1,0-1,2 1,4 11,-8-26,1 0,0 0,1 0,0-1,0 1,1-1,-1 0,2 0,-1 0,1-1,0 0,0 1,1-2,0 1,0-1,0 0,0 0,1 0,0-1,0 0,0 0,1-1,-1 0,1-1,3 2,-5-3,1 0,-1 0,1-1,-1 1,1-1,-1-1,1 1,-1-1,1 0,-1-1,0 0,1 0,-1 0,0-1,0 1,0-1,-1-1,1 1,-1-1,0 0,0 0,0-1,0 1,-1-1,0 0,0-1,0 1,3-6,2-11,-1 0,-1 0,-1-1,-1 0,-1 0,-1 0,-1 0,-1 0,-1-1,-1 1,-1-1,-1 1,-5-20,4 19,0 1,-1-1,-2 1,0 1,-2-1,0 1,-1 1,-11-16,19 34,0 0,0 0,-1 0,1 0,-1 0,0 1,0-1,0 1,0 0,0 0,-1 0,1 0,-1 0,1 1,-1 0,1-1,-1 1,0 1,0-1,1 0,-1 1,0 0,0 0,0 0,1 1,-1-1,0 1,0 0,1 0,-1 0,0 0,1 1,-1-1,1 1,0 0,-1 0,1 0,0 1,-16 14,0 1,1 0,1 2,1 0,1 1,1 1,0 0,2 1,1 0,0 1,2 0,1 0,1 1,-4 21,-7 25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17.53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1 355,'19'-42,"2"2,1 0,23-28,27-48,-44 68,-28 48,0 0,0 0,-1 0,1 1,0-1,0 0,0 0,0 0,-1 1,1-1,0 0,0 0,0 1,0-1,0 0,0 1,0-1,0 0,-1 0,1 1,0-1,0 0,0 0,0 1,1-1,-1 0,0 1,0-1,0 0,0 0,0 1,0-1,0 0,0 0,1 1,-1-1,0 0,0 0,0 1,0-1,1 0,-1 0,0 0,0 0,1 1,-1-1,0 0,0 0,1 0,-1 0,0 0,0 0,1 0,-1 0,0 0,1 1,-1-1,0 0,0 0,1-1,-1 1,0 0,0 0,1 0,-1 0,0 0,1 0,-1 0,-26 179,20-94,3-1,4 0,8 53,-4-96,-1-15,-2 0,0 0,-2 1,0-1,-2 0,-1 2,2-25,1 0,0 0,-1-1,0 1,0 0,0-1,0 1,0-1,0 1,-1-1,1 1,-1-1,0 0,1 0,-1 0,0 0,0 0,-1 0,1 0,0-1,-1 1,1-1,0 0,-1 1,0-1,1 0,-1-1,0 1,1 0,-1-1,0 1,0-1,0 0,1 0,-1 0,0-1,0 1,0 0,1-1,-3 0,-53-36,58 37,-1 0,1-1,0 1,0-1,-1 1,1-1,0 1,0 0,0-1,0 1,0-1,0 1,0-1,0 1,0-1,0 1,0-1,0 1,0-1,0 1,0-1,0 1,0-1,1 1,-1-1,0 1,0 0,1-1,-1 1,0-1,0 1,1 0,-1-1,0 1,1 0,-1-1,1 1,-1 0,1 0,-1-1,0 1,1 0,-1 0,1 0,-1-1,1 1,-1 0,1 0,-1 0,1 0,-1 0,1 0,33-5,-29 5,342-25,-342 25,-1-1,0 1,0 0,0 0,0 0,0 1,0-1,0 1,0 0,0 0,0 0,-1 1,1-1,0 1,0 0,-4-1,0 0,-1 0,1 0,0-1,-1 1,1 0,-1-1,1 1,-1 0,0-1,1 1,-1-1,1 1,-1-1,0 1,0-1,1 1,-1-1,0 0,0 1,1-1,-1 0,0 0,0 0,0 1,1-1,-1 0,0 0,0 0,0 0,0 0,1-1,-1 1,0 0,0 0,0 0,0-1,-9-1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18.47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84 226,'-9'12,"-1"0,1 0,1 1,1 1,-1-1,2 1,0 0,1 0,0 1,-2 14,6-23,0 0,0 1,0-1,1 1,0-1,0 0,1 1,0-1,0 1,0-1,1 0,0 0,0 0,1 0,-1 0,1 0,1-1,-1 1,1-1,0 0,0 0,0 0,1-1,0 0,0 1,4 1,2 1,0-2,0 0,0 0,1-1,0 0,0-1,0 0,0-1,0-1,0 0,1 0,-1-1,0-1,1 0,-1-1,0 0,0-1,0 0,0-1,-1 0,1-1,-1 0,0-1,0 0,-1-1,0 0,9-8,-11 7,0-1,0 0,-1-1,0 0,-1 0,0 0,0-1,-1 0,-1 0,0 0,0 0,-1-1,-1 0,0 1,0-1,-1 0,-1 0,0 0,-1-1,0-6,-1 1,0-1,-2 0,0 1,-1 0,-1 0,-1 0,0 1,-2 0,0 0,-8-11,15 23,-1 0,0 1,-1-1,1 1,-1-1,0 1,0 0,0 1,0-1,-1 1,0-1,0 1,1 1,-2-1,1 1,0 0,0 0,-1 0,1 1,-1 0,1 0,-1 0,0 1,1 0,-1 0,-5 0,4 4,-1-1,0 1,1 0,0 0,0 1,0 0,0 0,1 1,0-1,0 2,0-1,1 1,0-1,0 1,-2 6,-18 30,2 1,2 1,-10 33,-11 39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1.68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1,'21'2,"16"1,14 0,11-1,10-2,4-2,-4-1,-15 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1.94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1,'16'7,"15"4,14 4,13-2,13-3,10-3,8-5,3-7,-14-4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2.20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66 12,'-53'-11,"52"11,1 0,-1 0,1 0,-1 0,1 0,-1 0,1 0,-1 0,1 0,0 1,-1-1,1 0,-1 0,1 0,-1 1,1-1,0 0,-1 0,1 1,0-1,-1 0,1 1,0-1,-1 0,1 1,0-1,0 0,-1 1,1-1,0 1,0-1,0 1,0-1,0 1,-1-1,1 0,0 1,0-1,0 1,0-1,0 1,0-1,1 1,-1-1,0 1,0-1,0 0,0 1,0-1,1 1,-1-1,0 0,0 1,1-1,-1 1,0-1,1 0,-1 1,0-1,1 0,-1 0,1 1,78 50,84 27,-89-45,-1 3,-2 3,-2 3,63 50,-120-82,0 1,0 1,-1 0,0 0,-1 1,-1 0,8 15,-14-22,0 0,-1 0,1 0,-1 0,0 1,-1-1,0 1,0 0,0-1,-1 1,0 0,0-1,-1 1,0 0,0-1,0 1,-1-1,0 1,0-1,-2 3,-8 10,-2-1,0 0,-1 0,-1-1,0-1,-1-1,-1-1,0 0,-1-1,-1-1,0-1,-18 8,-153 66,151-72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2.76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453 34,'-20'-7,"0"1,-1 0,1 1,-1 1,0 1,-1 1,1 1,0 1,0 1,-1 1,1 0,0 2,-17 5,31-6,0 0,1 1,-1 0,1 1,0-1,0 1,1 0,-1 1,1-1,0 1,0 0,1 0,0 1,0-1,0 1,1 0,0 0,1 0,-1 0,1 1,1-1,-1 1,1-1,0 1,1-1,0 1,0 0,1-1,0 1,0-1,1 1,0-1,2 5,8 17,1 0,1-1,2-1,1-1,1 0,1-1,1-1,1 0,1-2,13 9,38 44,-20 6,-52-78,0 0,0 0,-1 0,1 0,-1 0,1 0,-1 1,0-1,0 0,0 0,-1 0,1 0,-1 0,0 0,0 0,0 0,0 0,0 0,-1 0,1 0,-1 0,0-1,1 1,-1-1,-1 0,1 1,0-1,-3 2,-11 7,-2-1,1-1,-1-1,-1 0,1-1,-1-1,-1-1,-13 2,29-6,-11 3,1 0,-1 0,1 0,-1-2,0 0,0-1,0 0,0-1,1-1,-3 0,5-4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3.01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55 0,'-10'19,"-2"15,0 13,3 9,2 6,3 3,4 2,2-3,1-5,2-7,3-9,-1-11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3.4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312 96,'1'-5,"0"2,0 1,0-1,0 0,0 0,-1 0,1 0,-1 0,0 0,0 0,0 0,0 0,0 0,-1 0,1 0,-1 0,0 1,0-1,0 0,0 0,0 1,-1-1,1 0,-1 1,1-1,-1 1,0 0,0 0,0 0,-1 0,1 0,-3-2,-5 3,1 0,-1 0,0 0,0 2,0-1,0 1,1 1,-1-1,0 2,1-1,0 1,-1 1,1 0,0 0,1 1,-5 2,5-3,0 0,1 0,-1 0,1 1,0 0,1 0,-1 1,1 0,0 0,0 0,1 1,0 0,0 0,0 0,1 1,0-1,1 1,0 0,0 0,0 0,1 1,1-1,-1 0,1 1,1-1,-1 1,2 0,-1-1,1 1,0-1,2 7,8 10,0 0,2-1,1 0,1-1,0-1,2 0,1-1,9 9,23 28,-35-39,2-1,-1 1,0 0,-2 1,0 1,-1 0,-1 0,-1 1,-2 1,0 0,-1 0,-1 1,3 23,-9-41,-2 1,1 0,-1-1,0 1,0 0,-1-1,0 1,0-1,0 0,-1 0,0 0,0 0,-1 0,0-1,0 1,0-1,0 0,-1 0,0 0,0-1,0 0,0 0,-1 0,0-1,0 1,0-2,0 1,0 0,0-1,-1 0,1-1,-1 0,-98 10,100-11,1 0,-1-1,0 1,0-1,1 0,-1-1,0 1,1-1,-1 0,1 0,0 0,0-1,0 1,0-1,0 0,0 0,1-1,-1 1,1-1,-1-1,-4-13,6 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3.81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4 211,'-1'4,"0"1,0 0,1 0,-1 0,1 0,0 0,1 0,-1 0,1 0,0-1,0 1,0 0,1 0,0-1,0 1,0-1,0 1,1-1,-1 0,1 0,0 0,1 0,-1-1,1 1,-1-1,3 1,6 2,-1-1,1-1,0 0,1-1,-1 0,0-1,1 0,-1-1,1-1,0 0,-1 0,1-1,-1-1,1 0,-1-1,0 0,1-1,1-1,-7 3,-1 0,1-1,-1 1,1-1,-1 0,0-1,0 0,0 0,0 0,-1 0,0-1,0 0,0 0,0-1,-1 1,0-1,0 0,-1 0,1 0,-1-1,-1 1,1-1,-1 0,0 1,-1-1,1 0,-1 0,-1 0,1 0,-1 0,-1 0,1 0,-1 0,0 0,-1 0,0 0,0 0,-1-1,-3-1,0-1,0 2,-1-1,-1 1,1 0,-1 1,-1 0,1 0,-1 0,0 1,-1 1,1 0,-1 0,0 1,-1 0,1 0,-1 1,1 1,-1 0,0 0,0 1,0 1,0 0,0 0,1 1,-1 0,0 1,0 0,0 1,1 0,-6 3,13-5,0 0,0 0,0 0,0 1,0-1,1 1,-1-1,0 1,1 0,-1 0,1 1,0-1,0 0,0 1,0-1,0 1,1 0,-1 0,1-1,-1 1,1 0,0 0,0 0,0 1,1-1,-1 0,1 0,0 0,0 0,0 1,14 22,7-3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4.06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0,'19'3,"19"4,21 5,15 2,7 0,0 2,-15-3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4.23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0,'18'12,"19"5,18 1,17-3,9-7,1-4,-14-3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5.35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196 24,'-10'2,"0"0,0 1,0 0,1 1,-1 0,1 1,0 0,0 0,0 1,0 0,1 0,0 1,1 0,0 1,0 0,0 0,1 0,0 1,1-1,0 2,-1 2,2-5,1 0,1 0,-1 0,1 0,1 0,-1 0,1 0,0 1,1-1,0 0,0 1,0-1,1 0,0 1,1-1,-1 0,2 0,-1 0,1 0,0 0,0-1,0 1,1-1,0 0,1 0,-1 0,1 0,0-1,1 0,0 0,3 2,0 0,1 0,0-1,0 0,0-1,1 0,0-1,0 0,0 0,0-2,1 1,-1-1,1-1,0 0,-1-1,1 0,0-1,-1 0,1 0,-1-2,1 1,-1-2,0 1,0-1,0-1,-1 0,1-1,-1 0,-1 0,1-1,-1 0,0-1,-1 0,1 0,-2-1,1 0,5-10,-9 11,0 0,0-1,-1 1,0-1,0 0,-1 0,-1 0,1-1,-2 1,1 0,-1 0,0-1,-1 1,0 0,-1 0,0 0,0 0,-1 0,0 0,-1 0,0 1,0 0,0 0,-1 0,-1 0,1 1,-1 0,0 0,-1 0,0 1,0 0,-5-3,4 4,1 1,-1 0,-1 0,1 1,0 0,-1 0,1 1,-1 0,0 1,0 0,0 0,1 1,-1 0,0 1,0 0,0 0,0 1,1 0,-1 0,1 1,0 0,-1 1,1 0,1 0,-1 1,1 0,-1 0,1 0,1 1,-1 0,1 1,0-1,1 1,-1 0,1 1,1-1,-1 1,0 3,-3 47,11-2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5.6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0 373,'4'-29,"0"0,2 0,1 0,2 0,0 1,2 1,1 0,1 0,15-22,12-15,-23 58,-15 30,-21 257,48 100,-29-344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5.96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14,'18'-2,"16"-1,14 0,12 1,7 0,5 1,-1 0,-6 1,-6 0,-14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7.30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5137 193,'63'385,"-41"-209,-8 0,-7 1,-13 122,3-242,-3 1,-3-1,-1 0,-4-1,-1 0,-4-1,-1-1,-3-1,-2 0,-7 5,22-42,0-1,-1 0,0-1,-2 0,1 0,-2-2,1 0,-2 0,0-1,0-1,-1 0,0-1,0-1,-1-1,0 0,-1-1,-13 2,-35 1,0-3,0-3,0-2,-1-4,-26-6,71 8,-249-21,-584-31,-1466 34,1796 19,401 33,-17-11,135-24,0-1,0 0,1 0,-1 0,0-1,1 1,0-1,0-1,0 1,1-1,-1 0,1 0,0 0,1 0,-1-1,1 0,0 1,0-1,1-1,0 1,0 0,0 0,1-1,-1-5,-3-31,2 0,2 0,2 0,1 0,3 0,1 1,2 0,3-4,7-49,21-220,-14-1,-13-96,-12 385,1 0,2 0,1 0,1 0,1 0,1 1,2 0,0 1,2 0,3-5,-5 13,1-2,0 1,1 0,0 0,2 1,0 1,4-3,-14 16,0 1,1 0,0 0,-1 1,1-1,0 1,0 0,0 0,0 0,0 1,0-1,0 1,0 0,0 0,0 0,0 0,0 1,4 1,10-1,289 8,216-27,-322 9,2460-58,-2249 68,-1 19,163 37,-433-29,-141-29,0 1,-1 0,1 0,0 0,-1 0,1-1,0 1,-1 0,1 0,0 0,-1 0,1 0,0 0,-1 0,1 0,0 0,-1 0,1 0,-1 0,1 1,0-1,-1 0,1 0,0 0,-1 0,1 1,0-1,0 0,-1 0,1 0,0 1,0-1,-1 0,1 1,0-1,0 0,0 0,-1 1,1-1,0 0,0 1,0-1,0 0,0 1,0-1,0 0,0 1,0-1,0 1,0-1,0 0,0 1,0-1,0 0,0 1,0-1,0 0,0 1,0-1,1 0,-1 1,0-1,0 0,0 1,-17 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28.88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464 468,'-11'-8,"1"0,-2 1,1 1,-1 0,0 0,-1 2,1-1,-1 1,0 1,0 0,0 1,0 1,0 0,0 0,0 1,-1 1,1 0,0 1,0 1,0 0,0 0,1 2,-1-1,1 1,0 1,1 0,-1 1,1 1,0-1,-9 10,13-10,0 1,0 0,0 0,1 1,0 0,1 0,0 1,0-1,1 1,0 0,-2 10,5-16,0 0,0 1,1-1,-1 0,1 1,0-1,0 1,0-1,1 1,-1-1,1 0,0 1,1-1,-1 0,1 0,0 0,0 0,0 0,0 0,1-1,-1 1,1-1,0 1,0-1,0 0,1 0,-1 0,1-1,1 2,3 0,0 0,0-1,0 0,0 0,1 0,0-1,-1-1,1 1,0-1,0-1,0 0,-1 0,1 0,0-1,0-1,-1 0,1 0,0 0,1-2,9-3,0-1,-1-1,0 0,0-1,-1-1,0-1,14-13,-9 1,-1 0,-1-2,-1 0,-2-1,0-1,-2 0,-1-1,-1-1,-2 0,-1 0,-1-1,-2-1,-1 1,-1-1,-2 0,-1 0,-2-14,-7-37,6 82,0 0,0 0,1 0,-1 0,0 0,0 0,0 0,0 0,0 1,0-1,0 0,0 0,-1 1,1-1,0 1,0-1,-1 1,1 0,0-1,-1 1,1 0,0 0,0 0,-1 0,1 0,0 0,-1 0,1 0,0 1,-1-1,1 0,0 1,0-1,-1 1,1 0,0-1,0 1,0 0,0 0,0-1,0 1,0 0,0 0,0 0,0 0,1 0,-1 1,0-1,1 0,-1 0,1 0,-1 1,1-1,-1 1,-17 25,2 1,0 0,2 1,1 1,1 0,2 0,1 1,1 1,-2 24,5-31,1 1,1-1,2 0,0 1,2 0,0-1,4 11,-4-28,0 0,1 0,0-1,1 1,-1-1,1 1,1-1,0 0,0-1,0 1,0 0,1-1,0 0,1 0,-1-1,1 0,0 0,1 0,-1 0,1-1,0 0,0-1,0 1,0-1,7 1,-1-1,0-1,0 0,0-1,0 0,1-1,-1 0,0-1,0-1,0 0,0-1,0 0,0-1,-1-1,1 0,-1 0,-1-1,1-1,-1 0,8-6,-5 3,-1-1,1-1,-2 0,0-1,0 0,-1 0,-1-1,0-1,-1 0,-1 0,0-1,-1 0,-1 0,4-13,-8 24,-1 1,1-1,-1 0,0 0,-1 0,1 0,-1 0,0 0,0 0,0 0,-1 0,0 0,0 1,0-1,0 0,-1 0,0 1,0-2,0 6,1-1,-1 0,1 0,-1 1,1-1,-1 1,0 0,1-1,-1 1,0 0,1 0,-1 0,0 0,0 0,1 0,-1 0,0 1,1-1,-1 1,1-1,-1 1,1 0,-1-1,1 1,-1 0,1 0,-1 0,1 0,0 0,0 0,-1 1,1-1,0 0,0 1,0-1,1 0,-1 1,-1 1,-4 5,0 0,1 1,0 0,0 0,1 0,0 1,0 0,1-1,0 1,1 0,0 0,1 1,0-1,1 1,0-5,0 0,0 1,1-1,0 0,0 0,0 0,1 0,0 0,0 0,1 0,-1-1,1 1,1-1,-1 0,1 0,0 0,0 0,0-1,0 1,1-1,0 0,0 0,4 1,4 2,1-2,-1 1,1-2,1 0,-1 0,1-2,-1 0,1 0,0-1,0-1,-1-1,1 0,0-1,0 0,-1-1,0-1,1 0,-2-1,1-1,0 0,-1-1,0 0,-1-1,0 0,0-1,0-1,-1 1,-1-2,0 0,0 0,0-2,0-2,0 0,-1 0,-1-1,-1 0,0-1,-1 1,-1-1,-1-1,0 1,-1 0,-1-5,-5 14,-4 19,-6 22,2 0,1 1,1 1,2-1,2 1,-1 27,3-40,-49 468,49-477,2-30,1 8,-5-111,2-248,3 347,2 0,0 1,1-1,2 1,0 0,1 0,5-12,-9 29,-1-1,1 1,0 0,0 0,0 0,0 0,1 1,-1-1,1 1,0-1,-1 1,1 0,0 0,1 0,-1 0,0 1,0-1,1 1,-1 0,1 0,-1 0,1 0,-1 1,1-1,-1 1,1 0,0 0,-1 1,1-1,-1 1,1-1,-1 1,1 0,0 0,14 4,1 0,-1 1,0 1,0 1,-1 1,0 0,0 1,-1 0,-1 2,0 0,0 1,-1 0,0 1,-13-12,1-1,-1 0,1 0,-1 1,0-1,0 0,0 1,0-1,0 1,0 0,0-1,0 1,-1 0,1-1,-1 1,1 0,-1 0,0 0,0 0,1-1,-1 1,0 0,-1 0,1 0,0-1,0 1,-1 0,1 0,-1 0,0-1,1 1,-1 0,0-1,0 1,0-1,0 1,-1 0,-10 5,1-1,0 0,-1-1,0-1,-1 0,1 0,-1-1,1-1,-1 0,0 0,-2-2,1 2,-70 4,57-7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3:52:30.2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321 374,'-31'0,"1"1,0 1,0 2,-15 4,36-6,-1 1,1 0,0 0,0 1,1 0,-1 0,1 1,0 0,0 1,0 0,1 0,0 0,0 1,1 0,-1 1,1 0,4-6,0 0,0 1,1-1,-1 1,0-1,1 1,0 0,0-1,0 1,0 0,0 0,0 0,1-1,-1 1,1 0,0 0,0 0,0 0,0 0,0 0,1 0,-1 0,1 0,0 0,0-1,0 1,0 0,1 0,-1-1,1 1,-1-1,1 0,0 1,0-1,0 0,0 0,0 0,1 0,0 0,6 0,1-1,-1 0,1 0,-1-1,1 0,0-1,-1 0,1 0,-1-1,0-1,0 1,0-2,0 1,0-1,0 0,-1-1,0 0,0 0,0-1,-1 0,0 0,0-1,1-1,5-6,0 0,0-1,-1-1,-1 0,-1 0,0-1,-1 0,-1-1,-1 0,0 0,-1-1,1-11,2-17,-1-1,-3 1,-2-1,-2-24,-5 50,-5 55,2-1,2 1,1 1,0 20,2-31,-5 61,3 0,4 0,8 51,-6-122,0-1,0 0,2 0,-1 0,2 0,-1 0,2-1,-1 0,4 4,-6-10,0-1,0 0,0 0,1 0,0-1,-1 1,2-1,-1 1,0-1,0-1,1 1,0-1,-1 1,1-1,0-1,0 1,0-1,0 0,1 0,-1 0,0-1,0 1,3-2,-3 1,1-1,0 0,-1 0,1 0,0-1,-1 0,0 0,1 0,-1-1,0 0,0 0,-1 0,1 0,0-1,-1 0,0 0,0 0,0 0,-1-1,1 0,-1 1,0-1,0 0,-1-1,0 1,1-1,3-12,0 1,-1-1,-1-1,0 1,-2 0,0-1,-1-10,0 9,-2-1,0 0,-1 0,-2 1,0-1,-1 1,-7-19,8 30,3 8,0 0,0 0,1 0,-1 0,0 0,0 0,0 0,1 0,-1 0,1 0,-1 0,1 0,-1-1,1 1,0 0,-1 0,1 0,0-1,0 1,0 0,0 0,0-1,0 1,0 0,1 0,-1-1,0 1,1 0,-1 0,1 0,-1 0,1-1,-1 1,1 0,0 0,0 0,-1 0,1 1,0-1,0 0,0 0,0 0,0 1,0-1,0 0,0 1,1-1,-1 1,0-1,0 1,1 0,26-1,0 2,-1 1,1 2,22 5,-26-5,-18-3,15 2,0 0,0 2,0 0,0 1,-1 2,0 0,-1 1,12 7,-28-14,0 0,0 0,-1 0,1 0,-1 1,0-1,1 1,-1-1,0 1,-1 0,1 0,0 0,-1 0,0 0,1 0,-1 1,-1-1,1 0,0 1,-1-1,0 0,1 1,-2-1,1 1,0-1,0 0,-1 1,0-1,0 0,-1 3,-55 88,-17 6,73-98,0 0,0 0,0 0,0-1,0 1,1 0,-1 0,1 0,-1 0,1 0,0 0,0 0,0 0,0 0,0 0,0 0,0 0,1 0,-1 0,1 0,0 0,-1 0,1 0,0 0,0 0,0-1,0 1,0 0,1-1,-1 1,0-1,1 1,0 0,67 27,-4-19,0-2,0-3,1-3,3-4,-23 2,190-2,-216 1,-19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4:56.4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0,'0'7,"0"11,0 15,0 15,0 12,3 6,2 4,4 0,-1-6,2-8,-2-12,-2-14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4:57.0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16,'-3'-15,"29"15,250 44,-220-36,3-1,-1 3,0 2,8 5,-64-17,-1 0,1 0,0 0,0 0,0 0,-1 0,1 1,0-1,0 1,-1-1,1 1,0 0,-1-1,1 1,-1 0,1 0,-1 0,1 0,-1 1,0-1,0 0,1 0,-1 1,0-1,0 1,0-1,0 1,-1-1,1 1,0 0,-1-1,1 1,-1 0,1 0,-1-1,0 1,0 0,0 0,0 0,0-1,0 1,0 0,-1 0,1-1,-1 1,1 0,-1 1,-9 7,-1-1,0 1,0-1,0-1,-1 0,0-1,-1 0,0-1,0-1,-9 6,-164 79,142-70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4:58.3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277 90,'-10'-2,"0"0,0 1,1 0,-1 0,0 1,0 1,0-1,1 2,-1-1,0 1,1 1,-1 0,1 0,0 1,0 0,0 0,1 1,-1 1,1-1,0 1,1 1,0-1,0 1,-6 8,7-7,0 1,1-1,0 2,1-1,0 0,0 1,1 0,1-1,-1 1,2 1,-1 4,1-12,1 1,0 0,0 0,0-1,0 1,0 0,1-1,0 1,0 0,0-1,0 1,0-1,1 1,0-1,0 0,0 1,0-1,0 0,0 0,1-1,-1 1,1 0,0-1,0 1,0-1,0 0,0 0,1-1,-1 1,0 0,1-1,0 0,9 1,0 0,1-2,-1 1,0-2,1 0,-1 0,0-1,0-1,0 0,0-1,-1 0,1-1,-1-1,0 0,0 0,-1-1,1-1,-4 4,-1 0,0-1,0 1,-1-1,1-1,-1 1,0-1,0 0,-1-1,0 1,0-1,0 0,-1 0,0-1,-1 1,0-1,0 0,0 0,-1 0,-2 8,0 1,-1 0,1 0,-1-1,1 1,-1 0,1-1,-1 1,0-1,1 1,-1-1,0 1,1-1,-1 1,0-1,0 0,1 1,-1-1,0 0,0 0,0 1,1-1,-1 0,0 0,0 0,0 0,0 0,1 0,-1 0,0-1,0 1,0 0,1 0,-1-1,0 1,0 0,1-1,-1 1,0 0,0-1,1 1,-1-1,1 0,-1 1,0-1,1 1,-1-1,1 0,-1 0,1 1,0-1,-1 0,1 0,0 1,0-1,-1 0,1 0,0 0,0 1,0-1,0 0,0 0,0 0,0 0,-2 5,1 1,-1-1,1 1,0 0,0-1,1 1,-1 0,1 0,0-1,1 1,-1 0,1 0,0-1,0 1,0-1,0 1,1-1,0 1,0-1,0 0,1 0,-1 0,1 0,0 0,0-1,3 3,1 2,1-1,-1 0,2 0,-1-1,1 0,0 0,0-1,0 0,1-1,0 0,7 1,-11-2,-1-1,1 1,0-2,0 1,0-1,0 1,0-2,1 1,-1-1,0 0,0 0,0-1,0 1,1-1,-1-1,0 1,-1-1,1 0,0-1,0 1,-1-1,1 0,-1 0,0-1,0 0,0 0,-1 0,1 0,-1-1,0 1,3-6,-3-7,0 0,-1 0,-1 0,-1 0,0 0,-1 0,-1 0,-1 0,0 0,-1 0,-1 0,-1 1,-4-12,-13-36,22 63,0 0,0 0,0 0,0 0,0 0,0 0,1 0,-1 0,0 0,1 0,-1 1,1-1,-1 0,1 0,-1 0,1 1,-1-1,1 0,0 0,0 1,-1-1,1 1,0-1,0 1,0-1,-1 1,1-1,0 1,0 0,0-1,0 1,0 0,0 0,0 0,0 0,0 0,0 0,0 0,0 0,0 0,0 0,0 1,-1-1,1 0,0 0,0 1,0-1,0 1,0-1,-1 1,2 0,3-1,41 5,-1 2,1 2,-2 2,1 2,-2 2,12 7,-50-21,0 1,0 0,0 0,0 0,-1 1,1 0,-1 0,1 0,-1 0,0 1,-1-1,1 1,-1 0,1 0,-1 1,0-1,-1 0,1 1,-1 0,0 0,0 0,0 0,-1 0,1 0,-1 0,-1 0,1 1,-1-1,0 0,0 0,0 1,-2 4,-44 117,46-124,-1-1,1 1,0-1,0 1,1-1,-1 1,1-1,-1 1,1-1,0 1,0-1,0 0,0 1,0-1,0 0,1 0,-1 0,1 0,-1 0,1 0,0 0,0-1,0 1,0 0,0-1,0 0,1 1,-1-1,0 0,0 0,1-1,-1 1,3 0,87 14,-90-15,22 1,1-1,0-2,-1 0,0-1,14-5,11-5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4:58.9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0,'0'20,"27"294,-13 25,-13-316,-1 6,0-8,0 1,2-1,0 1,1-1,1 0,1 0,1 0,2 4,-5-21,-1 0,1 1,0-1,0 0,0 0,0 0,1-1,0 1,0-1,0 0,0 0,0 0,0-1,1 0,-1 1,1-1,0-1,0 1,-1-1,1 0,0 0,0 0,0-1,0 1,1-1,-1-1,1 1,9-2,0 0,-1 0,0-2,1 1,-1-2,0 0,-1-1,11-6,-5 2,0 0,-1-2,-1 0,0-1,0-1,-1-1,-1 0,-1-1,0 0,-1-1,0-1,1-4,-13 21,0 0,0 0,0 0,0 0,0-1,0 1,0 0,0 0,0 0,-1-1,1 1,-1 0,1-1,-1 1,1-1,-1 1,0 0,0-1,0 1,1-1,-1 1,-1-1,1 1,0-1,0 1,0 0,-1-1,1 1,-1-1,1 1,-1 0,0-1,1 1,-1 0,0 0,0 0,0 0,0-1,0 1,0 0,0 0,0 1,0-1,-1 0,1 0,-1 0,-2 1,0 0,0 1,-1-1,1 1,0 0,0 0,0 0,0 1,1-1,-1 1,0 0,1 0,-1 0,1 0,-1 1,1 0,0-1,0 1,0 0,1 0,-1 1,1-1,0 1,-1-1,2 1,-1 0,0-1,1 1,-1 0,1 0,0 0,1 0,-1 1,1-1,0 0,0 0,0 0,0 0,1 0,-1 0,1 0,0 0,1 1,4 3,0 1,0-1,1-1,1 1,-1-1,1 0,0-1,1 0,-1 0,1-1,0 0,1-1,-1 0,1 0,0-1,0 0,0-1,8 1,33 10,1-3,1-2,0-3,21-1,-20-4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4:59.1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88 25,'-19'-5,"-10"-1,2 1,14 0,24 2,29 3,32 2,35 0,32 1,24-2,17 3,9 2,-1 5,-32 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4:59.7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347 79,'-9'-6,"1"0,-1 0,0 1,0 1,-1-1,1 1,-1 1,0 0,0 0,0 1,-1 0,1 1,0 0,-1 1,1 0,-1 1,1 0,0 0,0 1,-1 0,1 1,1 0,-1 1,0 0,1 1,0 0,0 0,0 1,1 0,-1 0,2 1,-1 0,-1 2,7-7,0 0,0 0,0 0,0 0,0 0,1 0,-1 1,1-1,0 1,0-1,0 1,0-1,0 1,0 0,0 0,1-1,0 1,-1 0,1 0,0-1,0 1,1 0,-1 0,1 0,-1-1,1 1,0 0,0-1,0 1,0-1,0 1,1-1,-1 1,1-1,0 0,-1 0,1 0,0 0,0 0,0 0,1 0,-1-1,13 5,1-2,-1 1,1-2,0 0,0-1,0-1,0 0,0-1,0-1,0-1,14-2,-16 3,-1 0,1-1,-1 0,0-1,0 0,0-1,-1-1,1 0,-1-1,0 0,0 0,-1-2,0 1,0-1,-1-1,0 0,0 0,-1-1,0-1,2-4,-9 12,-1 1,1-1,-1 0,0 1,0-1,0 0,0 0,-1 0,1 0,-1 0,0 0,0 0,0 0,0 0,0 0,-1 0,1 0,-1 0,0 0,0 0,0 1,0-1,0 0,-1 1,1-1,-1 0,1 1,-1 0,0-1,0 1,0 0,-1 0,-1-1,3 2,0 1,0-1,0 1,0 0,-1 0,1 0,0 0,0 0,0 0,0 0,0 0,0 0,0 0,-1 0,1 1,0-1,0 0,0 1,0-1,0 1,0-1,0 1,0 0,1-1,-1 1,0 0,0-1,0 1,1 0,-1 0,0 0,1 0,-1 0,1 0,-1 0,1 0,-1 0,1 0,0 0,0 0,-1 0,1 0,0 1,0 0,1 51,4-43,1-1,0 0,1 0,0-1,0 1,1-2,0 1,0-1,1 0,0-1,0 0,1 0,-1-1,1 0,1-1,-1 0,0-1,1 0,9 1,192 34,-102-28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5:00.8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279 645,'-14'0,"1"0,0 0,-1 2,1 0,0 0,0 1,0 1,0 0,0 1,1 0,0 1,0 0,0 1,1 1,0-1,1 2,-1-1,2 2,-10 9,17-17,0-1,0 1,0 0,0 0,0 0,0 0,1 0,-1 0,0 1,1-1,0 0,0 1,0-1,0 1,0-1,0 1,0 0,1-1,0 1,-1 0,1 0,0-1,0 1,0 0,1 0,-1-1,1 1,0 0,-1-1,1 1,0-1,0 1,1-1,-1 1,0-1,1 0,0 0,-1 1,1-1,0-1,0 1,0 0,0 0,1 0,9 0,0-1,0 1,0-2,1 0,-1 0,0-1,0-1,0 0,0-1,0 0,0 0,-1-1,1-1,-1 0,0-1,-1 0,3-2,5-1,0-2,-1 0,-1-1,0-1,0 0,-1-1,-1-1,0 0,-1-1,-1-1,-1 0,0 0,-1-1,-1 0,0-1,-2 0,0 0,-1-1,-1 0,2-19,-2 6,-1 0,-2 0,-1-1,-2 1,-1-1,-2 1,-1 0,-1 0,-2 0,-5-9,-19-21,31 61,0 0,0 1,0-1,0 1,0-1,0 1,-1 0,1-1,-1 1,1 0,-1 0,1 0,-1 0,1 0,-1 0,0 1,0-1,1 1,-1-1,0 1,0-1,0 1,0 0,1 0,-1 0,0 0,0 0,0 1,0-1,0 0,1 1,-1-1,0 1,-1 0,-3 5,0 0,0 0,1 0,0 0,0 1,0 0,1 0,0 1,1-1,-1 1,1-1,1 1,-1 0,1 1,1 0,1-9,-8 28,2 0,2 0,0 0,2 1,1-1,1 1,2-1,0 1,2-1,2 0,3 12,-3-19,0-1,2 1,0-1,1 0,1-1,1 0,1 0,0-1,1-1,1 0,1-1,1-1,0 0,0-1,6 3,-11-10,1 0,0 0,0-2,1 1,-1-1,1-1,0 0,0-1,11 1,-20-3,0-1,1 1,-1-1,0 0,1 0,-1-1,0 1,1-1,-1 0,0 0,0-1,0 1,0-1,0 0,0 0,0 0,0-1,-1 1,1-1,-1 0,0 0,0 0,0 0,0 0,0-1,-1 1,1-1,-1 0,0 0,-1 0,1-1,0 1,-1-1,0 1,1-1,0 1,0 0,0 0,1 0,-1 0,1 0,0 1,0-1,0 1,1-1,-1 1,1 0,-1 1,1-1,0 1,0-1,1 1,-1 0,69-23,-60 23,0-1,0-1,-1 0,1 0,-1-1,0-1,-1 0,1 0,-1-1,0-1,-1 0,0 0,0-1,-1 0,0-1,0 0,-1 0,4-9,-10 16,-1-1,1 1,-1-1,0 0,-1 1,1-1,0 0,-1 1,0-1,0 0,0 0,-1 1,1-1,-1 0,0 1,0-1,0 0,0 1,0-1,-1 1,0 0,0-1,0 1,0 0,0 0,-1 0,1 1,-1-1,0 0,1 1,-1 0,0 0,-4-2,-1-1,-1 0,0 1,0 0,0 1,0 0,-1 0,1 1,-1 0,0 0,0 1,0 1,-5 0,7 0,0 1,1 0,-1 1,1-1,-1 2,1-1,0 1,0 0,0 0,1 1,-1 0,1 0,-1 0,1 1,1 0,-1 0,1 1,0 0,0-1,0 2,1-1,0 0,0 1,1 0,0 0,0 0,1 0,-1 1,1-1,1 0,0 1,0 0,0-1,1 1,0-1,1 1,-1 0,2-1,-1 1,1-1,0 1,2 4,1-1,1 0,0 0,0-1,1 0,1 0,0 0,0-1,0 0,1-1,1 0,-1 0,1-1,1 0,-1-1,1 0,0-1,0 0,8 2,16 4,0-1,0-1,1-2,0-2,28 1,48-3,-7-6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5:01.5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340 84,'-4'-6,"0"0,-1 0,1 0,-1 0,0 1,-1 0,1 0,-1 1,0-1,0 1,-1 0,1 1,-1 0,0 0,0 0,0 1,0 0,0 0,0 1,-1 0,1 0,0 0,-1 1,1 1,-1-1,1 1,0 0,-1 1,1-1,0 2,0-1,0 1,0 0,1 0,-5 4,3-2,0 0,0 1,1 0,0 1,1 0,-1 0,1 0,1 1,-1-1,1 1,1 1,-1-1,2 1,-1 0,1-1,0 2,1-1,0 0,0 0,1 1,0 7,2-14,-1 0,1 0,0-1,0 1,0-1,0 1,0-1,1 1,-1-1,1 0,0 1,-1-1,1 0,0 0,0 0,0-1,1 1,-1 0,0-1,1 1,-1-1,1 0,-1 0,1 0,-1 0,1 0,0-1,0 1,-1-1,1 0,1 0,87-8,-76 3,0-1,0 0,-1-1,0-1,0 0,0-1,-1 0,-1-1,0-1,0 0,-1-1,0 0,-1 0,7-12,-3 15,-10 30,1 74,3 0,12 41,14 20,-15-81,-3 1,-4 1,-2 0,-2 70,-9-131,0 1,-1-1,-1 1,-1-1,0 0,-1 0,-1 1,5-13,-1 0,1 0,-1 0,0-1,0 1,0 0,-1-1,1 0,-1 0,0 0,1 0,-1 0,-1 0,1-1,0 1,-1-1,1 0,-1 0,0-1,0 1,1-1,-1 1,0-1,0 0,0-1,0 1,-1-1,1 0,0 0,-3 0,-5-4,-1-1,1 0,1-1,-1 0,1-1,0 0,1-1,0 0,0 0,0-1,1-1,1 0,-1 0,2 0,-2-4,-30-35,2-1,3-2,2-1,-5-16,20 3,21 43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5:02.0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132 1,'-5'4,"0"0,1 1,-1 0,1 0,0 0,0 0,1 0,-1 1,1 0,0 0,1 0,0 0,0 0,0 0,0 1,1-1,0 0,1 1,-1-1,1 1,0-1,1 1,0-1,0 1,0-1,1 1,0-1,0 0,0 0,1 0,0 0,0-1,1 1,-1-1,1 0,0 0,1 0,-1 0,1-1,4 4,-2-1,1-1,0 1,0-1,0-1,1 0,0 0,0 0,0-1,1-1,-1 1,1-2,0 1,0-1,0-1,0 0,0 0,0-1,0 0,0-1,1 0,5-2,-11 1,-1 0,1-1,-1 1,0-1,0 0,0 0,0 0,0-1,-1 1,1-1,-1 0,0 0,0 0,-1-1,1 1,-1-1,0 1,0-1,-1 0,1 0,-1 0,0 1,0-1,-1 0,1 0,-1-1,0 1,-1 0,1 0,-1 0,0 0,0 1,0-1,-1 0,0 0,0 1,0-1,-1 1,1-1,-1 1,0 0,0 0,0 0,-4-2,0-2,-1 1,-1 0,1 1,-1 0,0 0,-1 1,1 0,-1 1,0 0,0 0,-1 1,1 0,-1 1,1 0,-1 1,0 0,1 1,-1 0,0 1,0 0,1 0,-1 1,1 1,-1-1,1 2,0 0,0 0,0 1,1 0,0 0,0 1,0 0,0 1,1 0,0 0,1 1,-1 1,-7 19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5:02.6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0 659,'17'-28,"2"1,0 0,2 1,1 2,0 0,17-12,1-4,-12 15,-1-1,-2-1,-1-2,-1 0,-1-2,-2 0,-1-1,-1-1,9-26,-26 57,0-1,0 0,0 1,0-1,0 0,0 0,-1 0,1 0,-1 0,0 0,0 0,0 0,-1 0,1 0,0 0,-1 0,0 1,0-1,0 0,0 0,0 0,-1 1,1-1,-1 1,0-1,1 1,-1 0,0 0,0-1,-1 1,1 1,0-1,-1 0,1 0,-1 1,1 0,-1-1,0 1,0 0,-2 0,-6-2,0 2,0-1,0 2,0-1,0 1,0 1,0 0,0 1,0 0,1 0,-1 1,1 1,-1 0,1 0,0 1,1 0,-1 1,1 0,0 0,0 1,1 0,0 1,0 0,1 0,0 0,1 1,-1 0,2 1,-1-1,1 1,-4 18,1 0,1 1,1-1,2 1,1 0,1 1,1-1,2 0,1 0,1 0,2 0,1 0,1-1,2 3,1 10,3 0,1-1,2 0,1-2,3 0,0 0,3-2,10 11,-27-39,0 0,1-1,0 0,0 0,1-1,-1 0,1 0,1-1,-1 0,1 0,0-1,0 0,1-1,-1 1,0-2,1 0,0 0,0-1,0 0,-1 0,1-1,0 0,0-1,0-1,0 1,-1-1,1-1,2-1,6-4,-1-2,0 0,0-1,-1-1,0 0,-1-1,-1-1,0 0,-1-1,0 0,-1-1,-1-1,0 0,1-6,0 7,-12 16,0 0,1 0,-1 0,0 0,0 0,1 0,-1 0,0 0,1 0,-1 0,0 0,1 0,-1 0,0 0,1 0,-1 0,0 0,0 1,1-1,-1 0,0 0,0 0,1 0,-1 1,0-1,0 0,1 0,-1 1,0-1,0 0,0 0,0 1,0-1,1 0,-1 1,0-1,0 0,0 1,0-1,0 0,0 0,0 1,0-1,0 0,0 1,0-1,0 0,0 1,0-1,0 0,-1 1,1-1,0 0,0 0,0 1,0-1,0 0,-1 0,1 1,0-1,0 0,-1 1,1-1,-2 30,0-22,0-1,1 1,0 0,1 1,0-1,0 0,0 0,1 0,1 0,-1 0,1-1,0 1,1 0,0-1,0 1,1-1,0 0,0 0,0-1,1 1,2 1,-2-4,2 0,-1 0,0 0,1-1,0 0,0 0,0-1,0 1,0-2,0 1,0-1,1 0,-1-1,1 1,4-2,29-2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5:02.8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1,'-4'2,"7"8,12 9,5 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5:03.4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7 542,'15'-18,"-2"0,0-1,-1 0,-1-1,-1 0,-1-1,0 0,-2-1,0 0,2-19,-6 27,-1 1,-1-1,0 1,0-1,-2 1,1-1,-2 1,0 0,-1-1,0 1,-1 0,0 0,-1 1,0-1,-1 1,-1 0,0 1,-6-9,10 16,1 1,-1-1,0 1,0-1,-1 1,1 0,0 0,-1 1,0-1,0 1,0-1,0 1,0 0,0 1,0-1,-5 0,9 2,0 1,-1-1,1 0,0 1,0-1,0 1,-1-1,1 1,0-1,0 1,0-1,0 1,0-1,0 1,0-1,0 0,0 1,0-1,0 1,0-1,0 1,0-1,0 1,0-1,0 1,1-1,-1 1,0-1,0 1,1-1,-1 0,0 1,1-1,-1 0,0 1,1-1,-1 0,0 1,1-1,-1 0,1 0,-1 1,1-1,-1 0,1 0,-1 0,1 0,-1 0,1 0,18 12,1 0,1-2,0-1,0 0,1-2,-1 0,2-2,7 1,-24-4,369 75,-372-77,1 0,0 0,0 1,0-1,-1 1,1 0,0 0,0 0,-1 0,1 0,-1 1,1 0,-1 0,1 0,-1 0,0 0,0 1,0-1,0 1,-1 0,1 0,-1 0,0 0,0 0,0 0,0 1,0-1,0 1,-1-1,0 1,1 3,-4 2,-1 0,0 0,-1-1,1 0,-2 1,1-2,-1 1,0 0,-2 1,-33 70,39-77,1 1,-1-1,1 1,0 0,0-1,0 1,1-1,-1 1,1-1,-1 1,1-1,0 1,0-1,0 1,0-1,0 0,1 1,-1-1,1 0,-1 0,1 0,0 0,0-1,0 1,0 0,0-1,0 1,0-1,0 0,1 0,-1 0,1 0,0 0,88 20,-67-18,1-1,0-1,0-1,-1-1,1-1,-1-2,1 0,-1-1,0-2,-1 0,1-2,-2 0,1-2,16-10,-30 14,-1 0,0 0,0-1,-1 0,0 0,0 0,-1-1,0 0,0-1,-1 1,-1-1,1 0,-2 0,1 0,-1-1,-1 1,0-1,0 0,-1 0,-1 1,0-1,0 0,-1 0,0 0,-1 1,0-1,-1 1,0-1,2 9,1 0,-1 0,1 0,-1 0,0 0,0 0,0 0,0 1,0-1,0 0,0 0,0 1,-1-1,1 1,-1-1,1 1,-1 0,0 0,1-1,-1 1,0 0,0 0,0 1,0-1,0 0,0 1,0-1,0 1,0 0,0-1,0 1,0 0,0 0,0 1,0-1,0 0,-1 1,1-1,0 1,1-1,-1 1,0 0,0 0,0 0,0 0,1 0,-1 1,-1 0,-1 7,1-1,-1 1,2 0,0 0,0 0,0 0,1 0,0 0,1 0,0 1,1-1,0 0,0 0,1 0,0 0,0 0,3 5,1 3,1 0,1-1,1 0,0 0,1 0,0-2,2 1,0-1,0-1,1 0,1-1,1 1,17 12,1-2,2-1,0-1,35 14,-10-10,1-1,53 11,-10-10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8:11.9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160 753,'-160'0,"217"-20,111-58,142-89,-85 33,-5-9,-1-13,-207 146,61-32,-62 40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8:12.5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128 155,'-7'2,"0"1,0-1,0 1,1 1,-1-1,1 1,-1 0,1 1,1-1,-1 1,1 0,-1 1,1-1,1 1,-1 0,1 0,0 1,1-1,-1 1,1 0,0 0,1 0,0 0,0 0,1 1,-1-1,2 1,-1-1,1 0,0 1,1-1,-1 1,1-1,1 2,0 10,0 1,2-1,0 1,1-1,1-1,0 1,2-1,0 0,1 0,1-1,6 8,-11-17,1-1,-1 0,1 0,1 0,-1 0,1-1,1 0,-1-1,1 0,0 0,0 0,0-1,0 0,1-1,0 0,0 0,0-1,0 0,0-1,0 1,0-2,1 1,-1-2,0 1,3-1,3-4,-1 1,1-1,-1-1,-1-1,1 0,-1-1,0 0,-1-1,0 0,0-1,-1 0,0-1,-1-1,0 1,-1-1,-1-1,1 0,-2 0,0-1,3-8,-4 6,-1 0,0 0,-1 0,-1 0,0-1,-1 0,-1 1,-1-1,0 0,-1 1,-1-1,-1 1,0-1,-1 1,0 0,-2 0,0 0,-1 1,0 0,-1 0,-1 1,0 0,-1 1,0 0,-1 0,-11-9,17 17,0 1,0-1,0 1,-1 0,1 1,-1-1,0 1,0 0,0 0,-1 1,1 0,-1 0,1 0,-1 1,0 0,1 0,-1 1,0 0,0 0,1 1,-1-1,0 2,1-1,-1 1,0 0,1 0,0 0,0 1,0 0,-4 3,-4 5,2 1,-1 1,1 0,1 1,1 0,0 0,1 1,0 1,1-1,1 2,-3 8,-20 49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8:13.86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1 923,'9'-18,"15"-17,20-14,22-15,24-11,22-8,16-3,6-1,-1 0,-9 4,-13 8,-20 11,-22 13,-21 14,-19 14,-16 17,-10 11,-7 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8:14.5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1 325,'11'-32,"2"1,0 0,3 1,0 1,2 0,1 1,1 1,2 1,19-18,-39 42,-2 1,0 1,0-1,0 0,0 0,1 1,-1-1,0 0,0 1,1-1,-1 0,1 1,-1-1,0 1,1-1,-1 1,1-1,-1 1,1-1,0 1,-1-1,1 1,-1 0,1-1,0 1,-1 0,1-1,0 1,0 0,-1 0,1 0,0 0,-1 0,1-1,0 1,0 1,-1-1,1 0,0 0,-1 0,1 0,0 0,0 1,-1-1,1 0,0 1,-1-1,1 0,-1 1,1-1,0 1,-1-1,1 1,-1-1,1 1,-1 0,1 137,-5 225,5-358,-1 0,0-1,0 1,0 0,-1 0,0-1,0 1,0 0,0-1,-1 1,1-1,-1 1,0-1,-1 0,1 0,-1 0,0 0,0 0,0-1,0 1,-1-1,1 0,-1 0,0 0,0 0,0-1,0 1,0-1,-1 0,1-1,-4 2,7-3,1 0,0 1,-1-1,1 0,0 0,-1 0,1 1,-1-1,1 0,0 0,-1 0,1 0,-1 0,1 0,-1 0,1 0,0 0,-1 0,1 0,-1 0,1 0,0 0,-1-1,1 1,-1 0,1 0,0 0,-1 0,1-1,0 1,-1 0,1-1,0 1,-1 0,1 0,0-1,0 1,-1 0,1-1,0 1,0-1,0 1,-1 0,1-1,0 1,0-1,0 1,0 0,0-1,0 1,0-1,0 1,0 0,0-1,0 1,0-1,0 1,0-1,1 1,-1 0,0-1,0 1,0 0,1-1,-1 1,0 0,1-1,10-5,1 1,0 0,0 1,1 0,-1 1,1 0,0 1,9 0,6-3,166-28,-140 22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05:13.027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5477 4016,'-9'46,"1"1,3 0,2 0,1 0,6 47,-3-51,8 1391,8-1104,15-2,14 3,-16-77,-12 0,-10 41,-8-258,-1 15,2 0,3 0,1-1,8 27,-7-58,0-10</inkml:trace>
  <inkml:trace contextRef="#ctx0" brushRef="#br0" timeOffset="1861.158">5491 3975,'1'-2,"-1"1,1-1,1 0,-1 1,0-1,0 1,0-1,1 1,-1 0,1 0,-1-1,1 1,-1 0,1 0,0 0,-1 1,1-1,0 0,0 1,0-1,0 1,-1 0,1-1,0 1,0 0,0 0,0 0,0 0,0 1,0-1,4 0,297-9,755 1,-695 9,-151-9,108 4,232 16,-495-12,-48 0,12-1,1 1,0 1,0 1,-1 1,1 1,6 3,-25-5,1 1,-1 0,0-1,-1 1,1 0,0 0,-1 0,1 1,-1-1,0 1,0-1,-1 1,1 0,-1-1,0 1,1 0,-2 0,1 0,0 0,-1 0,0 0,0 0,0 0,0 0,-1 0,0 0,0 1,2 15,2 188,-4-91,6 0,19 114,78 190,-53-237,12 110,20 132,-70-381,22 87,11 113,28 343,17 301,-59-429,-20-271,19 84,-19-216,1-88,-6-12,1-4</inkml:trace>
  <inkml:trace contextRef="#ctx0" brushRef="#br0" timeOffset="2821.102">6843 3593,'-6'0,"0"0,0 0,-1 1,1-1,0 1,0 1,0-1,1 1,-1 0,0 1,0-1,1 1,0 0,0 0,-1 1,2 0,-1 0,0 0,1 0,0 1,0-1,0 1,1 0,-1 0,1 1,0-1,1 1,-1-1,1 1,0 0,1 0,0 0,-1 3,2-5,-1 1,1 0,0 0,0 0,1-1,-1 1,1 0,0-1,1 1,-1 0,1-1,0 1,0-1,0 0,0 0,1 0,0 0,0 0,0 0,0-1,0 1,1-1,0 0,-1 0,1-1,0 1,1-1,-1 1,0-1,1-1,-1 1,2 0,7 2,1 0,-1-1,1 0,0-1,0-1,0 0,0-1,0 0,0-2,0 1,0-1,0-1,-1-1,1 0,-1-1,0 0,0-1,-1 0,0-1,0 0,3-3,-11 6,1 0,-1-1,1 0,-1 1,-1-1,1-1,-1 1,0 0,0-1,-1 0,1 0,-1 1,0-1,-1-1,0 1,0 0,0 0,0 0,-1-1,0 1,-1 0,1 0,-1-1,0 1,-1 0,0 0,0 0,0 0,0 1,-2-2,-1-4,0 1,-1-1,0 2,-1-1,0 1,0 0,-1 0,-1 1,1 0,-1 0,0 1,-1 0,0 1,0 0,-10-4,12 8,0-1,0 1,-1 1,1 0,-1 0,1 1,-1 0,1 0,0 1,-1 0,1 0,0 1,-1 0,1 1,0 0,0 0,1 1,-1 0,1 0,0 0,0 1,0 0,1 1,-1 0,1 0,1 0,-1 0,-2 5,-25 31</inkml:trace>
  <inkml:trace contextRef="#ctx0" brushRef="#br0" timeOffset="3495.84">6639 4521,'-13'-4,"1"1,-1 1,1 0,-1 1,1 0,-1 1,0 0,-10 2,18-1,1-1,-1 2,1-1,0 0,-1 1,1 0,0 0,0 0,0 0,0 1,0-1,1 1,-1 0,1 0,0 1,0-1,0 1,0-1,0 1,1 0,0 0,0 0,0 0,0 1,-1 3,2-5,1 1,-1-1,0 1,1-1,0 1,0-1,0 1,0-1,1 1,-1-1,1 1,0-1,0 1,0-1,0 0,1 1,-1-1,1 0,0 0,0 0,0 0,0-1,1 1,-1-1,1 1,-1-1,1 0,0 0,1 1,96 45,57 8,-156-55,1-1,-1 0,0 0,1 1,-1-1,0 1,0 0,1-1,-1 1,0 0,0-1,0 1,0 0,0 0,0 0,0 0,0 0,-1 0,1 0,0 0,-1 1,1-1,0 0,-1 0,1 0,-1 1,0-1,1 0,-1 1,0-1,0 0,0 1,0-1,0 0,0 1,0-1,-1 0,1 1,0-1,-1 0,1 0,-1 1,1-1,-1 0,0 0,1 0,-1 0,0 0,0 0,0 0,0 0,0 0,0 1,-11 6,0-1,-1 0,1 0,-1-1,0-1,-1 0,1-1,-1-1,0 0,0 0,-3-1,-25-6,32-4</inkml:trace>
  <inkml:trace contextRef="#ctx0" brushRef="#br0" timeOffset="3773.1">6843 4603,'0'7,"0"7,0 5,0 10,0 4,0 3,2 3,4-1,5-2,5-5,7-6,4-6,5-7,3-8,4-9,-2-6,-3-6,-9 0</inkml:trace>
  <inkml:trace contextRef="#ctx0" brushRef="#br0" timeOffset="3972.593">6788 4767,'17'0,"14"-3,13-2,12-1,5-1,1 0,-5 1,-10 2,-12-1,-13 1</inkml:trace>
  <inkml:trace contextRef="#ctx0" brushRef="#br0" timeOffset="4177.566">6830 4562,'23'-2,"17"-3,16-2,11 2,8-2,1 2,-3 0,-6 2,-15 1</inkml:trace>
  <inkml:trace contextRef="#ctx0" brushRef="#br0" timeOffset="4359.406">7457 4534,'0'17,"0"9,0 6,3 3,0 4,0-1,2 1,0 0,-1-2,-1-4,-2-7,1-4,-2-11,0-7</inkml:trace>
  <inkml:trace contextRef="#ctx0" brushRef="#br0" timeOffset="4616.255">7294 4439,'9'0,"13"0,16-2,13-1,12 0,5-2,-3 1,-9-1,-15 2</inkml:trace>
  <inkml:trace contextRef="#ctx0" brushRef="#br0" timeOffset="5009.204">6297 4275,'21'-2,"23"-1,23 0,20 1,19 0,15 1,10 1,3-1,-2 1,-9 0,-15 1,-21-1,-22 0,-23 0</inkml:trace>
  <inkml:trace contextRef="#ctx0" brushRef="#br0" timeOffset="6701.348">1476 2964,'691'-13,"473"-10,-1112 20,973-58,-521 32,17 21,-384 3,97-17,-220 20,44-4,0 2,0 3,0 3,0 2,21 5,-9-1,0-4,0-2,6-4,10 2,8 14,-93-14,2-1,0 1,0 0,0-1,1 1,-1 1,0-1,0 0,0 1,0 0,1-1,-1 1,0 0,0 1,0-1,-1 1,1-1,0 1,0 0,-1 0,1 0,-1 0,0 0,0 1,0-1,0 1,0-1,0 1,0 0,0 1,-3 134,4 124,-2-248,2 0,-1-1,2 1,0-1,0 0,1 0,1 0,0 0,1-1,0 0,1-1,0 0,1 0,0-1,1 0,3 3,6 1</inkml:trace>
  <inkml:trace contextRef="#ctx0" brushRef="#br0" timeOffset="7608.914">2528 2677,'159'31,"100"36,-249-64,5 0,1 1,-1 0,0 1,-1 1,1 0,-1 1,0 0,-1 1,0 1,0 0,-1 1,10 9,-21-16,1 0,0-1,-1 1,1 0,-1 0,0 0,0 0,0 0,-1 0,1 0,-1 1,1-1,-1 0,0 0,0 0,-1 1,1-1,0 0,-1 0,0 0,0 0,0 0,0 0,-1 0,1 0,-2 2,-58 66,23-41,-2-2,-1-2,-1-1,0-2,-46 16,15-8</inkml:trace>
  <inkml:trace contextRef="#ctx0" brushRef="#br0" timeOffset="8476.145">1599 3606,'-16'3,"0"1,0 0,1 1,-1 0,1 1,1 1,-1 1,1 0,0 1,1 0,0 1,0 0,1 1,1 1,0 0,0 0,1 1,1 1,0-1,1 1,0 1,1 0,1 0,1 0,0 1,-2 8,6-20,0 0,0 0,0 0,1 0,-1 0,1 0,0 0,0 0,1 0,-1 0,1 0,0 0,0-1,0 1,0 0,1 0,-1-1,1 1,0-1,0 1,1-1,-1 0,1 0,-1 0,1 0,0 0,0-1,0 1,0-1,1 0,-1 0,1 0,-1 0,2 0,4 0,-1-1,1 0,0 0,-1-1,1 0,0 0,-1-1,1 0,-1-1,1 0,-1 0,0-1,0 0,0 0,8-5,107-75,-98 64,-2-1,-1-1,0-2,-2 0,0-1,-2-1,-1 0,0-2,-3 0,0 0,-1-1,-2-1,-1 0,-1-1,-2 0,4-26,-10 44,-1 1,-1 0,1-1,-2 1,1 0,-2-1,0 1,0 0,0 1,-6-11,7 18,0-1,0 0,0 0,-1 1,1 0,-1-1,0 1,0 0,0 0,0 0,-1 1,1-1,-1 1,1 0,-1 0,0 0,0 0,0 1,0 0,0 0,-1 0,1 0,0 0,0 1,-1 0,1 0,0 0,0 0,-4 1,-4 3,1-1,0 2,0-1,1 1,-1 1,1 0,0 1,1 0,0 0,0 1,0 0,1 0,0 1,1 0,0 1,0-1,1 1,0 1,1-1,0 1,1 0,0 0,1 0,0 1,1-1,0 1,0-1,2 1,-1 0,1 0,1 2,4 18,1-1,1-1,2 0,1 0,1 0,2-1,1-1,13 20,32 75,-49-101,-1 0,-1 1,-1 0,-1 0,-2 1,0-1,-1 1,-1 0,-2 2,-13 22,4-34</inkml:trace>
  <inkml:trace contextRef="#ctx0" brushRef="#br0" timeOffset="8952.911">1954 3839,'1'65,"1"-26,-2 0,-2-1,-1 1,-2 0,-3 5,36-161,53-178,-79 290,-1 1,0 1,0-1,0 0,1 1,0-1,-1 1,1 0,1-1,-1 1,0 0,1 0,0 0,-1 1,3-2,-4 4,0 0,1 1,-1-1,0 1,1-1,-1 1,0-1,0 1,0-1,0 1,1 0,-1 0,0 0,0 0,0-1,-1 1,1 1,0-1,0 0,0 0,-1 0,1 0,-1 0,1 1,-1-1,1 0,-1 1,0-1,1 0,-1 0,0 1,0-1,0 1,0-1,0 0,0 1,32 267,-27-225,1-1,2 1,2-1,2 0,2-1,4 5,-17-44,1 0,-1 1,0-1,1 0,0 0,0-1,0 1,0 0,0 0,1-1,-1 0,1 1,-1-1,1 0,0 0,0-1,0 1,6-1</inkml:trace>
  <inkml:trace contextRef="#ctx0" brushRef="#br0" timeOffset="9205.238">1954 4084,'28'0,"25"-2,25-6,22-3,15-5,-11 0</inkml:trace>
  <inkml:trace contextRef="#ctx0" brushRef="#br0" timeOffset="11437.273">5600 7853,'0'151,"17"570,8-242,-23-381,4-1,4 0,6 13,6 38,-22-147,0 1,0-1,1 0,-1 1,0-1,1 0,-1 1,1-1,0 0,-1 0,1 0,0 1,0-1,0 0,0 0,0 0,0 0,0 0,0-1,0 1,0 0,0 0,1-1,-1 1,0-1,0 1,1-1,-1 1,0-1,1 0,-1 0,1 0,-1 1,1-1,55-7,-33 2,251-8,104-11,-16-10,67 15,150 6,124-15,-578 27,-1-6,32-8,-57-3,-95 18,16-2,0 0,0-1,0-1,-1-1,12-5,-29 8,-1 0,0 0,1-1,-1 1,0-1,0 1,0-1,0 1,-1-1,1 0,-1 0,0 0,0 0,0 0,0 0,0 0,0-1,-1 1,0 0,0 0,0-1,0 1,0 0,0 0,-1 0,0-1,1 1,-1 0,-1-2,0-14,-4-110,10-89,0 70,-3 102,1-20,-2 1,-4-1,-10-56,-1 58</inkml:trace>
  <inkml:trace contextRef="#ctx0" brushRef="#br0" timeOffset="12599.007">7266 9683,'-7'1,"0"-1,0 1,0 0,0 0,0 1,0 0,0 0,0 1,1 0,-1 0,1 0,0 1,0 0,0 0,0 0,1 1,0 0,0 0,0 1,0-1,1 1,0 0,0 0,1 0,-1 1,2-1,-1 1,1 0,0 0,0 0,0 0,1 0,0 0,1 0,0 0,0 1,0-1,1 0,0 0,0 0,1 0,0 0,0 0,3 5,3-1,1 0,0-1,0 0,1-1,1 0,-1 0,1-1,1-1,-1 1,1-2,1 0,-1 0,1-1,0-1,0 0,0-1,1 0,-1-1,1-1,6 1,-12-2,-1 0,1 0,0 0,-1-1,1 0,-1-1,0 1,1-2,-1 1,0-1,0 0,0 0,-1-1,1 0,-1 0,0 0,0-1,0 0,-1 0,0-1,0 1,0-1,0 0,-1 0,0-1,-1 1,1-1,-1 0,0 0,-1 0,0-1,0 1,0 0,-1-1,0 1,-1-8,-1 5,0-1,-1 1,0 0,-1 0,0 0,0 0,-1 1,-1-1,0 1,0 0,0 1,-1-1,-1 1,1 0,-1 0,-1 1,1 0,-3-1,5 3,0 1,0 0,-1 1,1-1,-1 1,1 0,-1 1,0-1,0 1,-1 0,1 1,0-1,-1 1,1 1,0-1,-1 1,1 0,-1 0,1 1,-1 0,1 0,0 1,0-1,-1 1,1 1,0-1,1 1,-1 0,-2 2,0 1,0 1,1 0,-1 0,2 0,-1 1,1 0,0 0,1 1,0 0,0 0,1 0,0 0,-1 3,-8 30</inkml:trace>
  <inkml:trace contextRef="#ctx0" brushRef="#br0" timeOffset="12881.77">7334 10148,'-4'16,"-2"15,0 13,1 14,2 11,1 9,5 8,5 8,6 7,5 2,1 0,-2-6,-5-19</inkml:trace>
  <inkml:trace contextRef="#ctx0" brushRef="#br0" timeOffset="13473.183">6639 9000,'-5'21,"-1"14,-3 5,1 3,2-3,2-6,1-12,4-13,1-9</inkml:trace>
  <inkml:trace contextRef="#ctx0" brushRef="#br0" timeOffset="13828.744">6624 9000,'15'-117,"-14"113,0 1,0 0,0-1,1 1,-1 0,1 0,0 0,0 0,0 0,1 1,-1-1,0 1,1-1,0 1,0 0,0 0,0 0,0 0,0 0,0 1,0 0,0-1,1 1,-1 1,1-1,-1 0,1 1,-1-1,1 1,-1 0,4 1,1-1,-1 1,1 1,-1-1,0 1,1 0,-1 1,0-1,0 2,0-1,-1 1,1 0,-1 0,0 1,0-1,-1 1,1 1,-1-1,0 1,0 0,-1 0,0 0,0 1,0 0,-1-1,0 1,0 1,0 2,-3-7,0 1,-1-1,1 1,-1-1,0 0,0 1,0-1,0 0,-1 0,1 0,-1 0,0 0,0 0,0 0,0-1,0 1,-1-1,1 1,-1-1,0 0,1 0,-1 0,0 0,-72 36,-60 5,133-43,0 1,0 0,0-1,1 1,-1 0,0 0,0 0,1 1,-1-1,1 0,-1 1,1-1,-1 1,1-1,0 1,0 0,0-1,0 1,0 0,0 0,0 0,1 0,-1 0,0-1,1 1,0 0,-1 1,1-1,0 0,0 0,0 0,1 0,-1 0,0 0,1 0,-1 0,1 0,0-1,0 1,0 0,-1 0,2 0,-1-1,0 1,0 0,0-1,1 1,-1-1,1 0,1 1,10 11,1-1,0 0,1-1,1-1,0 0,0-1,1-1,0-1,0 0,1-1,-1-1,1-1,1 0,-1-1,0-2,19 1,44-10,-50-1</inkml:trace>
  <inkml:trace contextRef="#ctx0" brushRef="#br0" timeOffset="14299.885">7117 8945,'-3'17,"-2"11,-2 12,2 5,1 4,1 1,1-4,6-4,7-5,6-7,7-8,4-8,5-9,0-9,3-10,-3-6,-7 0</inkml:trace>
  <inkml:trace contextRef="#ctx0" brushRef="#br0" timeOffset="14566.174">6979 9109,'14'5,"17"2,16-4,12-4,10-6,0-5,-5-2,-12 1</inkml:trace>
  <inkml:trace contextRef="#ctx0" brushRef="#br0" timeOffset="14966.108">7102 8960,'195'-23,"1"9,38 8,-362 20,-9 11,136-25,0 1,-1-1,1 1,0-1,0 1,-1-1,1 1,0 0,0-1,0 1,0 0,0 0,0 0,0 0,0 0,0 0,0 0,0 0,1 1,-1-1,0 0,1 0,-1 1,1-1,0 0,-1 0,1 1,0-1,0 1,0-1,0 0,0 1,0-1,0 0,0 1,0-1,1 0,-1 1,0-1,1 0,0 1,-1-1,1 0,0 0,-1 0,1 0,0 0,0 1,0-1,0-1,0 1,0 0,0 0,1 0,124 99,-40-38,-77-55,0 1,0 0,0 0,-1 0,-1 1,1 1,-2-1,1 1,-1 0,-1 0,2 3,-7-11,1 0,-1 0,1 0,-1 0,1-1,-1 1,0 0,0 0,0 0,0 0,0 0,-1 0,1 0,0-1,-1 1,1 0,-1 0,0 0,0-1,0 1,0 0,0-1,0 1,0-1,0 1,-1-1,1 1,0-1,-1 0,1 0,-1 0,0 0,1 0,-1 0,0 0,1 0,-1-1,0 1,0-1,0 1,-79 11,-19-23,78 1</inkml:trace>
  <inkml:trace contextRef="#ctx0" brushRef="#br0" timeOffset="15228.921">7881 9000,'-11'19,"-5"12,1 7,3 3,4 2,7-2,9-3,8-4,8-5,6-5,6-7,4-6,1-7,-1-10,-3-5,-5-5,-8-1</inkml:trace>
  <inkml:trace contextRef="#ctx0" brushRef="#br0" timeOffset="15477.258">7758 9178,'16'0,"15"0,14-3,10-2,8-3,3-3,-4-1,-9-2,-14 0,-14 2</inkml:trace>
  <inkml:trace contextRef="#ctx0" brushRef="#br0" timeOffset="15756.026">7922 9000,'102'-20,"0"4,105-2,-206 18,2-1,0 0,-1 0,1 1,0-1,0 1,0 0,0 0,0 0,0 0,0 0,0 1,0-1,0 1,0 0,0 0,0 0,-1 0,1 0,0 1,-1-1,1 1,-1 0,0-1,1 1,-1 0,0 1,0-1,0 0,0 1,-1-1,1 1,-1-1,1 1,-1 0,0-1,0 2,-21 155,24-14,-2-127</inkml:trace>
  <inkml:trace contextRef="#ctx0" brushRef="#br0" timeOffset="15956.491">8222 8905,'23'-2,"22"-4,15-2,8-3,1-1,-8 1,-14 2</inkml:trace>
  <inkml:trace contextRef="#ctx0" brushRef="#br0" timeOffset="16340.463">6679 8550,'26'0,"24"0,25 0,25 0,21-2,16-4,7-2,-2-1,-11 2,-21 2,-29 2</inkml:trace>
  <inkml:trace contextRef="#ctx0" brushRef="#br0" timeOffset="17254.016">8086 5532,'-18'9,"0"2,1 0,1 1,-1 1,2 1,0 0,1 1,0 0,1 1,1 0,1 1,0 1,1 0,-5 14,-15 57,30-87,-1 1,1-1,0 1,-1-1,1 1,0-1,0 1,1-1,-1 1,0-1,1 0,0 1,-1-1,1 1,0-1,0 0,0 0,1 1,-1-1,1 0,-1 0,1 0,-1 0,1-1,0 1,0 0,0-1,0 1,0-1,0 0,1 0,-1 0,0 0,1 0,-1 0,10 0,0-1,0 0,-1 0,1-1,0-1,-1 0,1 0,-1-2,0 1,0-1,0-1,0 0,-1 0,0-1,0 0,7-6,1-1,0 0,0-2,-2 0,0 0,0-1,-2-1,0-1,-1 0,0-1,-2 0,2-6,-6 11,0 0,-1-1,-1 0,-1 0,0-1,-1 1,0-1,-1 0,-1 1,-1-1,0 0,-1 0,0 0,-2 1,0-1,-2-4,5 16,-1 0,0 0,0 0,-1 0,1 0,-1 0,0 0,0 0,0 1,0-1,-1 1,1 0,-1 0,0 0,0 0,0 0,-1 0,1 1,-1-1,1 1,-1 0,0 0,1 1,-1-1,0 1,0 0,-1 0,1 0,0 0,0 1,0-1,0 1,-1 0,1 1,0-1,0 1,0 0,-6 5,1 0,-1 1,2 0,-1 1,1 0,0 0,1 1,0 0,0 0,1 1,0 0,1 0,0 0,0 0,1 1,1 0,0 0,0 0,1 0,1 0,-1 5,-2 19,1-1,1 1,2 0,2-1,1 1,2-1,1 0,2 0,1 0,1-1,2-1,1 0,2 0,1-2,2 0,0-1,3 1,185 261,-176-235</inkml:trace>
  <inkml:trace contextRef="#ctx0" brushRef="#br0" timeOffset="17941.687">8305 7321,'-14'4,"0"0,0 2,1 0,0 0,0 1,1 1,0 0,0 0,1 1,0 1,1 0,0 1,0 0,1 0,0 1,1 0,-1 4,-1-3,1 1,0 1,1 0,1 0,0 1,1-1,0 2,2-1,0 0,1 1,0 0,1 14,2-28,0 1,1 0,-1 0,1-1,0 1,1-1,-1 1,0-1,1 1,0-1,0 0,0 0,0 0,0 0,1 0,-1 0,1-1,0 1,0-1,0 0,0 0,0 0,0 0,1 0,-1-1,1 0,-1 1,1-1,0 0,6 1,1 0,-1-1,1 0,-1 0,1-1,-1-1,1 0,-1 0,10-3,-1-1,-1 0,0-1,1-1,-2-1,1-1,-2 0,1-1,-1-1,0 0,-1-1,-1-1,0 0,-1-1,0-1,-1 0,0-1,-2 0,0 0,0-1,-2 0,0-1,-1 0,-1-1,0 1,-2-1,0 0,-1 0,-1 0,-1 0,-1-1,0 1,-3-16,3 28,-1 0,0 1,0-1,-1 0,1 0,-2 1,1-1,-1 1,0 0,0-1,0 2,-1-1,0 0,0 1,-1-1,1 1,-1 0,-1 1,1-1,0 1,-1 0,0 0,0 1,0 0,0 0,-1 0,1 1,-1 0,0 0,1 1,-1 0,-3-1,3 4,-1-1,1 1,0 0,0 1,1-1,-1 1,0 1,1-1,0 1,0 0,0 1,0 0,1-1,0 2,0-1,0 1,0-1,1 1,0 0,-2 5,-1 1,1 0,0 0,1 1,0 0,1 0,1 0,0 1,1-1,0 1,0 9,3-8,0 1,1-1,1 0,0 0,1 0,0-1,1 1,1-1,1 0,0-1,0 1,8 8,122 143,-88-113,-40-41,5 3,-1 1,0 1,-1 0,0 1,-2 0,0 1,2 5,-12 10,-8-24</inkml:trace>
  <inkml:trace contextRef="#ctx0" brushRef="#br0" timeOffset="18652.334">7895 6856,'-2'0,"5"0,15 0,20 0,25 0,27-2,23-1,19-2,10-1,-19 2</inkml:trace>
  <inkml:trace contextRef="#ctx0" brushRef="#br0" timeOffset="19414.967">9192 7580,'20'5,"1"0,-1-1,0-1,1-1,20-1,-14 0,560-4,-409-2,1148-12,-792-10,-496 22,-27 1</inkml:trace>
  <inkml:trace contextRef="#ctx0" brushRef="#br0" timeOffset="20331.623">8796 5490,'786'-23,"-335"5,1031-9,-1484 27,-7 0</inkml:trace>
  <inkml:trace contextRef="#ctx0" brushRef="#br0" timeOffset="31900.21">11363 5422,'-37'-37,"63"54,-5-11,0-1,0-2,1 0,0-1,-1-1,11-1,-7 0,681 3,-659 0,0 1,0 3,-1 2,36 12,-68-15,-19-3,-24-3,27 0,-37-3,20 0</inkml:trace>
  <inkml:trace contextRef="#ctx0" brushRef="#br0" timeOffset="32215.374">11637 5163,'25'16,"28"10,25 4,20 0,12 0,4 0,-8-1,-18 0,-24 1,-29 5,-33 6,-33 6,-29 3,-21 3,-11-3,2-5,10-8,20-11</inkml:trace>
  <inkml:trace contextRef="#ctx0" brushRef="#br0" timeOffset="36444.292">11554 7362,'4'8,"-1"0,1-1,1 1,-1-1,1 0,1 0,-1 0,1-1,0 0,1 0,-1 0,1-1,0 0,1 0,-1-1,1 0,0 0,0-1,0 0,5 1,78 31,68 34,-156-68,0 1,0-1,0 1,0 0,0-1,0 1,0 1,0-1,-1 0,1 1,-1-1,0 1,0 0,0-1,0 1,0 0,-1 1,1-1,-1 0,0 0,0 1,0-1,0 0,0 1,-1-1,0 1,0-1,0 1,0-1,0 1,-1-1,1 0,-1 1,0-1,0 0,0 1,0-1,-1 1,-6 7,-1 0,0-1,0 0,-1 0,0-1,-1-1,0 0,0 0,-3 1,-37 21,-2-1,0-3,-2-2,-47 13,56-24,17-9</inkml:trace>
  <inkml:trace contextRef="#ctx0" brushRef="#br0" timeOffset="36833.25">11909 7608,'158'10,"221"-12,40-19,-407 22,-32 1,-65 6,67-7</inkml:trace>
  <inkml:trace contextRef="#ctx0" brushRef="#br0" timeOffset="37737.347">13439 7061,'-17'-5,"0"0,-1 1,0 1,0 0,0 1,0 1,0 1,0 1,0 0,0 1,0 1,-13 5,27-7,0 1,0 0,0 0,0 0,0 1,1-1,0 1,-1 0,1 0,0 0,0 1,0-1,1 1,-1-1,1 1,0 0,0 0,0 0,1 0,-1 0,1 1,0-1,0 0,1 1,-1-1,1 0,0 1,0-1,0 1,1-1,-1 0,1 1,0-1,1 0,-1 0,1 0,-1 0,3 3,9 14,1 0,1-1,1 0,1-2,1 0,0 0,1-2,1 0,3 0,-15-10,200 160,-207-165,1 0,1 1,-1-1,1 1,-1 0,0 0,0 0,0 0,0 0,-1 0,1 1,0-1,-1 0,0 1,1 0,-1-1,0 1,0 0,-1-1,1 1,0 0,-1 0,0 0,0-1,0 1,0 0,0 0,0 0,-1 0,1-1,-1 1,-4 2,0 0,0-1,-1 0,0 0,1 0,-1-1,0 0,-1 0,1-1,0 1,-1-1,1-1,-1 1,0-1,-4 0,8 0,-33 6,-1-1,0-1,-1-3,-2-1,40-1,0 0,0-1,0 1,1 0,-1 0,0-1,0 1,0-1,0 1,0 0,0-1,0 1,0 0,0-1,1 1,-2 0,1-1,0 1,0-1,0 1,0 0,0-1,0 1,0 0,0-1,0 1,-1 0,1-1,0 1,0 0,-1-1,1 1,0 0,0 0,-1-1,1 1,0 0,0 0,-1 0,1-1,0 1,-1 0,1 0,0 0,-1 0,1 0,-1 0,1 0,0-1,-1 1,1 0,0 0,-1 0,1 1,-1-1,1 0,0 0,-1 0,1 0,0 0,-1 0,1 0,0 1,-1-1,1 0,0 0,26-17,264-99,-218 88,-72 28,1-1,-1 1,1 0,0 0,-1 0,1 0,0 0,-1 0,1 0,-1 1,1-1,0 0,-1 0,1 0,-1 1,1-1,-1 0,1 1,-1-1,1 0,-1 1,1-1,-1 1,1-1,-1 0,1 1,-1-1,0 1,1 0,-1-1,0 1,0-1,1 1,-1-1,0 1,0 0,0-1,0 1,0-1,0 1,0 0,0-1,0 1,0 0,0-1,0 1,0-1,0 1,0 0,-1-1,1 1,0-1,-1 1,1-1,0 1,-1-1,1 1,0-1,-1 1,1-1,-1 1,1-1,-1 0,0 1,-1 5,-9 53,2 1,2 0,3 0,3 1,2-1,3 0,3 1,2-2,7 19,-11-46,12 122,-21-131,4-23,-1 0,1 1,0-1,-1 0,1 0,-1 1,1-1,-1 0,1 0,-1 0,1 0,-1 0,1 0,-1 0,1 0,-1 0,1 0,-1 0,1 0,-1 0,1 0,-1 0,1-1,-1 1,1 0,-1 0,1-1,-1 1,1 0,0-1,-1 1,1 0,-1-1,1 1,0 0,0-1,-1 1,1-1,0 1,-1-1,1 1,0 0,0-1,0 1,0-1,0 1,-1-1,1 1,0-1,0 1,0-1,0 1,0-1,1 0,-1 1,0-1,0 1,-14-39,2-1,2-1,1 0,1-8,6 34,-9-34,3 0,2-1,2 1,3-1,1 0,3 0,2 0,2 1,2 0,2 1,3-1,2 0,26-27,-40 73,0 0,0 1,1-1,-1 1,0-1,1 1,0 0,-1 0,1 0,0 0,0 0,0 1,1-1,-1 1,0 0,0 0,1 0,-1 0,1 1,-1-1,0 1,1 0,1 0,0 2,0 1,1-1,-1 1,0 0,0 1,-1-1,1 1,-1 0,0 0,0 0,0 0,0 1,-1 0,0-1,0 1,0 1,0-1,-1 0,0 1,0-1,0 1,-1-1,1 4,0-1,0 0,-1 0,1-1,-2 1,1 0,-1 0,0 0,-1 0,1 0,-2 0,1-1,-1 1,0 0,-1-1,0 0,0 1,0-1,-1 0,0 0,-1-1,1 0,-1 1,0-1,-1-1,0 1,0-1,0 0,0 0,-1-1,1 0,-1 0,-20 9</inkml:trace>
  <inkml:trace contextRef="#ctx0" brushRef="#br0" timeOffset="38338.74">13944 7717,'11'-31,"-1"0,-1 0,-2-1,-1 0,-2 0,-1 0,-1-1,-2 1,-1-1,-2 1,-2-3,35 44,52 27,67 41,-145-75,0 1,-1-1,1 1,-1 0,0 0,0 0,0 1,0-1,-1 1,1-1,-1 1,0 0,0 0,0 0,-1 0,1 0,-1 0,0 0,0 1,0-1,-1 0,0 1,0-1,0 1,0-1,0 0,-1 1,0-1,0 0,0 0,-1 1,1-1,-1 0,-45 94,47-97,-1 1,1-1,0 0,0 1,0-1,1 0,-1 1,0-1,0 0,1 0,-1 1,1-1,-1 0,1 0,0 0,-1 1,1-1,0 0,0 0,0 0,-1 0,1 0,0-1,0 1,1 0,-1 0,0-1,0 1,0 0,0-1,1 1,-1-1,0 0,0 1,1-1,-1 0,0 0,1 0,-1 0,0 0,1 0,0 0,59-4,-45 0,0 0,-1 0,1-2,-1 0,-1-1,1 0,-1-1,0-1,0 0,-7 4,0-1,0 1,-1-1,0 0,0-1,0 1,-1-1,1 0,-2-1,1 1,-1-1,0 0,-1 0,0 0,0-1,-1 1,1-5,-3 11,0-1,0 0,-1 1,1-1,-1 0,1 1,-1-1,0 1,0-1,0 1,0-1,-1 1,1 0,-1-1,1 1,-1 0,0 0,0 0,0 0,0 0,0 1,0-1,0 1,-1-1,1 1,0 0,-1 0,1 0,-1 0,1 0,-1 1,0-1,1 1,-1 0,0-1,1 1,-1 0,0 1,0-1,1 0,-1 1,1 0,-1-1,0 1,1 0,-1 0,1 1,0-1,-1 0,1 1,0-1,0 1,-2 1,0-1,0 1,0 0,0 0,1 0,-1 0,1 1,0 0,0-1,0 1,1 0,-1 0,1 1,0-1,0 0,0 1,1-1,0 1,0-1,0 1,0 0,1 0,-1-1,1 1,1 0,-1 0,1-1,-1 1,1 0,1-1,-1 1,1-1,-1 1,1-1,1 0,-1 0,0 0,1 0,2 3,8 1,-1 0,1 0,0-1,1-1,0 0,0-1,0-1,1 0,-1-1,1 0,0-1,0-1,0 0,0-1,4-1,50-1</inkml:trace>
  <inkml:trace contextRef="#ctx0" brushRef="#br0" timeOffset="33472.19">13343 4890,'-32'-1,"0"2,0 1,0 2,-25 6,48-8,0 1,0 0,1 0,-1 1,1 0,0 0,0 1,0 0,0 0,1 1,0 0,0 0,1 0,0 1,0 0,0 1,1-1,-4 9,7-14,1 0,0 1,0-1,0 1,0-1,0 1,0 0,1-1,-1 1,1 0,0-1,0 1,0 0,0 0,0-1,1 1,-1 0,1-1,0 1,-1 0,1-1,1 1,-1-1,0 0,0 1,1-1,0 0,-1 0,1 0,0 0,0 0,0 0,0 0,0-1,1 1,-1-1,0 1,1-1,14 7,0 0,1-2,0 0,1-1,18 3,22 6,-42-9,0 0,0 2,0 0,-1 1,0 0,14 10,-25-14,-1-1,1 1,-1 0,0 0,1 0,-2 1,1 0,-1-1,1 1,-1 1,-1-1,1 0,-1 1,0-1,0 1,0-1,-1 1,0 0,0 0,0 0,-1 0,0 5,0-7,-1 1,0-1,0 1,0-1,0 1,0-1,-1 0,0 0,0 0,0 0,-1 0,1 0,-1 0,0-1,0 1,0-1,0 0,-1 0,1 0,-1 0,0-1,1 0,-1 1,-1-1,1-1,0 1,0 0,-1-1,1 0,-1 0,1-1,-1 1,0-1,-14 2,0-1,0-1,0-1,0 0,0-2,0 0,-8-3,-18-12,43 8,7 3</inkml:trace>
  <inkml:trace contextRef="#ctx0" brushRef="#br0" timeOffset="33720.943">13575 5204,'0'17,"3"16,0 14,2 14,3 9,2 8,2 7,-2-1,-1-1,-4-9,-1-10,-3-11,0-12,-4-13,0-12</inkml:trace>
  <inkml:trace contextRef="#ctx0" brushRef="#br0" timeOffset="33997.98">13630 5354,'-9'-117,"9"115,-1 0,1 0,0 1,0-1,0 0,1 0,-1 1,0-1,1 0,-1 1,1-1,-1 0,1 1,0-1,0 1,0-1,0 1,0 0,0-1,0 1,0 0,0-1,1 1,-1 0,0 0,1 0,-1 0,1 1,-1-1,1 0,0 0,-1 1,1-1,0 1,-1 0,1-1,0 1,-1 0,1 0,1 0,9 3,1 1,-1 0,0 0,-1 2,1-1,-1 1,0 1,0 0,-1 0,0 1,0 1,2 2,45 50,-56-59,1-1,-1 1,0 0,0 0,1 0,-1 0,0 0,-1 0,1 0,0 0,-1 0,1 0,-1 1,1-1,-1 0,0 0,0 1,0-1,0 0,-1 0,1 1,-1-1,1 0,-1 0,0 0,1 0,-1 0,0 0,0 0,-1 0,1 0,0 0,-1-1,0 2,-8 3,0-1,-1 0,1-1,-1 0,0-1,0 0,0 0,0-1,-1-1,1 0,0 0,-1-1,-9-2,-3 2</inkml:trace>
  <inkml:trace contextRef="#ctx0" brushRef="#br0" timeOffset="34585.924">13944 5463,'12'-198,"-7"98,-3 99,-1 0,0 0,1 0,-1 0,1 0,0 0,-1 0,1 1,0-1,-1 0,1 1,0-1,0 1,-1 0,1 0,0 0,0-1,0 2,-1-1,1 0,0 0,0 1,0-1,-1 0,1 1,0 0,-1 0,1-1,0 1,-1 0,1 0,-1 0,1 0,-1 1,0-1,0 0,1 1,11 5,186 77,-196-82,0-1,0 1,0-1,0 1,0 0,0 0,0 0,-1 1,1-1,-1 0,0 1,0 0,0 0,0-1,0 1,-1 0,1 0,-1 1,0-1,0 0,0 0,0 1,0-1,-1 0,0 1,1-1,-1 1,0-1,-1 1,1-1,-1 0,1 1,-1-1,0 0,-1 2,-39 79,40-83,1 0,-1 1,1-1,0 0,0 0,0 0,0 0,0 1,0-1,0 0,0 0,0 0,0 0,1 1,-1-1,0 0,1 0,-1 0,1 0,-1 0,1 0,0 0,-1 0,1 0,0 0,0 0,-1-1,1 1,0 0,0 0,0-1,0 1,0-1,0 1,0-1,1 1,-1-1,0 0,0 1,0-1,1 0,52 4,-39-4,1-1,0 0,0-2,-1 0,1 0,-1-2,0 0,0 0,-1-2,1 0,-1 0,-1-1,1-1,-2 0,1-1,-1 0,-1-1,10-12,-18 21,-1-1,0 1,0-1,0 0,0 0,0 0,0 0,-1 0,0 0,1 0,-1-1,0 1,-1 0,1-1,-1 1,1-1,-1 1,0 0,0-1,-1 1,1-1,-1 1,1-1,-1 1,0 0,0 0,-1-1,1 1,-1 0,1 0,-1 0,0 0,0 1,-1-1,1 0,0 1,-1 0,0-1,1 1,-1 0,0 0,0 1,-2-2,2 3,0-1,0 1,0 0,0 0,0 0,-1 0,1 0,0 1,0-1,0 1,0 0,0 0,0 0,0 0,0 1,1-1,-1 1,0-1,1 1,-1 0,1 0,-1 1,1-1,0 0,0 1,0-1,1 1,-1 0,0-1,1 1,0 0,-1 1,0 1,0 0,0 0,1 0,-1 0,1 0,0 0,1 0,-1 0,1 0,0 1,1-1,-1 0,1 0,0 0,0 0,0 0,1 0,0 0,1 3,4 0,1 0,0 0,0-1,1 0,-1-1,2 0,-1 0,0-1,1 0,0-1,0 0,1-1,-1 0,1 0,0-1,-1-1,1 1,0-2,47 8</inkml:trace>
  <inkml:trace contextRef="#ctx0" brushRef="#br0" timeOffset="34974.884">15364 4863,'-17'-3,"2"0,-1 1,1 1,-1 0,1 1,-1 0,-11 3,25-3,0 1,-1 0,1 0,0 0,-1 0,1 0,0 0,0 1,0-1,0 1,0 0,0-1,1 1,-1 0,1 0,-1 0,1 0,-1 0,1 0,0 1,0-1,0 0,0 1,1-1,-1 0,1 1,-1-1,1 1,0-1,0 1,0-1,0 2,13 83,-11-82,11 45,2 0,2-2,3 0,1-1,3-1,1-1,3-1,-23-38,-4-5,0 0,1 0,-1 0,0 1,0-1,1 0,-1 0,0 1,0-1,-1 1,1-1,0 0,0 1,-1 0,1-1,-1 1,1-1,-1 1,0 0,1-1,-1 1,0 0,0-1,0 1,0 0,-1-1,1 1,0 0,-1-1,1 1,-1-1,0 1,1 0,-1-1,0 1,-9 0,1 0,-1 0,1-1,-1 0,0-1,1 0,-1 0,0-1,-7-2,5 2,-2 0,7 1,0 0,0 0,0-1,0 0,0-1,0 1,0-1,0-1,1 1,-1-1,1 0,0 0,-5-4,5-3</inkml:trace>
  <inkml:trace contextRef="#ctx0" brushRef="#br0" timeOffset="35286.064">15555 5382,'3'7,"0"-1,1 1,-1-1,1 0,0 0,1 0,0 0,0-1,0 1,0-1,1-1,0 1,0-1,0 0,0 0,1-1,-1 0,1 0,0-1,0 1,0-1,0-1,0 0,1 0,-1 0,0-1,1 0,-1 0,0-1,0 1,-1-1,0-1,-1 1,1-1,0 0,0-1,-1 1,1-1,-1 0,0 0,0-1,0 1,0-1,-1-1,0 1,1 0,-1-1,-1 0,1 0,-1 0,0 0,0-1,0 1,-1-1,0 0,0 0,-1 1,1-1,-1 0,0 0,-1-1,0 1,0 0,0-5,-1 5,0 0,0 0,0 0,-1 0,0 0,0 0,-1 1,1-1,-1 1,0 0,-1 0,1 0,-1 0,0 0,-1 1,1 0,-1-1,1 2,-1-1,0 1,-1-1,1 1,0 1,-1-1,0 1,0 0,1 0,-1 1,0-1,0 1,-1 1,1-1,0 1,0 0,0 1,0-1,0 1,-5 2,0 0,0 1,1 1,0 0,0 0,0 1,0 0,1 0,0 1,1 1,-1 0,1 0,1 0,0 1,0 0,-1 2,-13 24</inkml:trace>
  <inkml:trace contextRef="#ctx0" brushRef="#br0" timeOffset="41770.642">15474 4685,'-1'1,"0"0,0 0,0 0,0 0,0 0,0 0,-1 0,1 0,0-1,0 1,-1-1,1 1,0-1,-1 1,1-1,-1 0,1 1,-1-1,1 0,0 0,-1 0,1 0,-1-1,0 1,-1 0,-29 2,1-2,0 2,0 1,0 1,1 1,-1 2,2 1,-1 2,1 1,-11 6,36-15,0 1,0 0,0 0,0 0,0 1,1-1,0 1,0 0,0-1,0 2,0-1,1 0,0 0,0 1,0-1,0 1,1 0,0 0,0-1,0 1,0 0,1 0,0 0,0 0,0 0,1 0,-1 0,1-1,1 1,-1 0,0 0,1-1,0 1,0-1,1 2,8 11,0-1,1 1,0-2,1 0,1-1,1 0,0-1,0 0,10 5,-9-7,0 1,-1 0,0 1,-2 1,1 1,-2 0,0 0,0 1,7 14,-16-22,0 0,0 0,-1 0,0 0,-1 0,1 0,-2 1,1-1,-1 0,0 1,-1 1,-1-6,0-1,-1 1,1-1,-1 1,0-1,0 0,0 0,0 0,-1 0,1-1,-1 0,0 1,1-1,-1 0,0-1,0 1,0-1,-1 0,1 0,0 0,0 0,-1-1,1 1,0-1,-1-1,-2 1,4 0,-181 7,184-7,0 1,0-1,0 0,0 0,0 0,0 1,0-1,0 0,0 0,0 0,0 0,0 1,0-1,0 0,0 0,0 0,0 0,0 0,0 1,-1-1,1 0,0 0,0 0,0 0,0 0,0 1,0-1,0 0,-1 0,1 0,0 0,0 0,0 0,0 0,-1 0,1 0,12 3</inkml:trace>
  <inkml:trace contextRef="#ctx0" brushRef="#br0" timeOffset="42864.604">15733 5313,'-16'0,"-8"2,-4 6,0 8,4 11,8 10,5-1</inkml:trace>
  <inkml:trace contextRef="#ctx0" brushRef="#br0" timeOffset="38865.052">15870 6774,'-23'0,"0"0,0 1,0 2,0 0,1 1,-1 2,1 0,0 1,1 1,0 2,0 0,0 1,2 0,-1 2,2 1,-6 4,20-14,1 0,-1-1,1 1,-1 0,1 1,0-1,1 0,-1 1,1 0,0-1,0 1,0 0,1 0,0 0,0 1,0-1,1 0,-1 0,1 0,0 0,1 1,-1-1,1 0,0 0,0 0,1 0,0 0,0 0,0 0,0-1,1 1,2 4,9 6,0 0,0-1,2 0,-1-1,2-1,0 0,0-1,1-1,0-1,1-1,3 1,104 61,-122-69,0 1,0 1,0-1,0 1,-1-1,1 1,-1 0,0 0,0 0,0 1,0-1,-1 1,1 0,-1 0,0-1,0 1,0 1,-1-1,1 0,-1 0,0 1,0-1,-1 0,1 1,-1-1,0 1,0-1,0 1,-1-1,0 0,0 1,0-1,0 0,-1 1,1-1,-1 0,0 0,0 0,-1-1,0 1,-9 6,0-1,-1 0,-1-2,1 1,-1-1,-1-1,1-1,-1 0,0-1,0 0,0-1,-1-1,-13 0,-1 3,-1-2,1-2,-1 0,1-2,-2-2,3-11,31 5</inkml:trace>
  <inkml:trace contextRef="#ctx0" brushRef="#br0" timeOffset="39283.445">16156 7156,'9'-44,"2"0,2 1,1 0,6-4,-10 29,-5 21,-2 33,-3 36,-2 2,4 0,4-1,10 53,9 7,-25-131,0 0,0 0,0 0,-1 0,1-1,0 1,-1 0,1 0,-1 0,0-1,0 1,0 0,1-1,-1 1,-1-1,1 1,0-1,0 1,-1-1,1 0,0 0,-1 0,1 1,-1-2,0 1,1 0,-1 0,0 0,-14 4</inkml:trace>
  <inkml:trace contextRef="#ctx0" brushRef="#br0" timeOffset="44727.658">16184 7539,'5'0,"8"3,9 0,12 0,10-1,5 0,-5-4,-9 0</inkml:trace>
  <inkml:trace contextRef="#ctx0" brushRef="#br1" timeOffset="74825.821">23736 2199,'2'0,"1"-2,0-1</inkml:trace>
  <inkml:trace contextRef="#ctx0" brushRef="#br1" timeOffset="75429.207">24131 1394,'21'5,"16"8,12 9,5 12,5 15,-3 15,-4 13,-10 9,-15 9,-20 9,-30 6,-40 2,-40-3,-39-7,5-21</inkml:trace>
  <inkml:trace contextRef="#ctx0" brushRef="#br1" timeOffset="73004.687">21277 1612,'-27'-4,"-1"1,0 1,0 2,0 1,0 1,1 1,-1 1,1 2,0 1,0 1,0 1,1 1,1 1,0 2,1 1,0 0,1 2,0 0,2 2,0 1,1 0,0 1,-9 16,21-25,1 0,0 1,0 0,2 0,-1 1,2 0,0 0,0 0,-1 11,4-20,1 1,-1 0,1 0,0 0,1-1,-1 1,1 0,0 0,0-1,0 1,0 0,1-1,0 1,0-1,0 0,1 0,-1 0,1 0,0 0,0 0,0-1,1 1,0-1,-1 0,1 0,0 0,0-1,3 2,4 1,1 0,-1-1,1 0,0-1,0-1,0 0,0 0,0-1,1-1,-1 0,0 0,0-2,1 1,9-4,6-2,-1-1,0-1,0-1,-1-1,23-15,-18 9,-1-2,-1-1,-1-1,-1-2,-1 0,0-2,6-10,-22 23,0 0,-1-1,0-1,-1 1,0-1,-1-1,-1 1,0-1,-1 0,-1 0,0-1,-1 1,-1-1,-1 0,0 0,0 0,-2-6,0 15,1 1,-1-1,-1 0,1 1,-1-1,0 1,0-1,-1 1,0 0,0 0,-1 0,1 1,-1-1,-1 1,1 0,-1 0,1 0,-1 1,-1-1,1 1,-1 0,1 1,-1 0,0 0,-1 0,1 0,0 1,-1 0,1 0,-1 1,1 0,-1 0,0 1,-3-1,1 2,0 0,0 0,0 1,1 0,-1 1,0-1,1 2,0-1,0 1,0 0,0 1,1 0,-1 0,1 1,1 0,-1 0,1 0,0 1,0 0,1 0,0 1,0 0,1-1,-2 6,-1 1,2 1,-1 0,2 0,0 0,1 0,0 1,1-1,1 1,1-1,0 1,1 0,0-1,4 13,6 6,2-1,1-1,1 0,2-1,1-1,2-1,0 0,2-2,1 0,21 17,39 53,-23-18,-50-72,-4-6</inkml:trace>
  <inkml:trace contextRef="#ctx0" brushRef="#br1" timeOffset="73257.011">21592 2022,'0'16,"0"13,0 8,0 7,0 3,0 0,-2-2,-2-6,1-5,3-10,4-8,6-10,3-10,0-5</inkml:trace>
  <inkml:trace contextRef="#ctx0" brushRef="#br1" timeOffset="73544.242">21755 2118,'13'-118,"-8"220,-4-59,3 1,2-1,1 0,2 0,2-1,2 0,7 12,-11-35</inkml:trace>
  <inkml:trace contextRef="#ctx0" brushRef="#br1" timeOffset="73807.049">21619 2186,'23'0,"19"-2,15-1,9-3,4-2,-9 1</inkml:trace>
  <inkml:trace contextRef="#ctx0" brushRef="#br1" timeOffset="74058.976">22248 1912,'20'-6,"20"-4,13-1,8 1,-2 0,-7 1,-12 3</inkml:trace>
  <inkml:trace contextRef="#ctx0" brushRef="#br1" timeOffset="74059.976">22248 2063,'16'2,"14"1,17 0,14-3,10-3,8-5,-1-2,-13 0</inkml:trace>
  <inkml:trace contextRef="#ctx0" brushRef="#br1" timeOffset="74570.461">22943 2008,'145'-228,"-101"112,-44 151,-6 19,-1 1,3 0,1 0,3 0,3 1,4 23,15 49,-22-127,0-1,0 1,0-1,0 0,0 1,0-1,0 1,0-1,0 1,0-1,0 1,0-1,0 1,0-1,-1 0,1 1,0-1,0 1,-1-1,1 0,0 1,0-1,-1 0,1 1,0-1,-1 0,1 1,-1-1,1 0,0 0,-1 1,1-1,-1 0,1 0,0 0,-1 0,1 0,-1 1,1-1,-1 0,1 0,-1 0,1 0,-1 0,1 0,0-1,-1 1,1 0,-1 0,1 0,-1 0,1 0,-1-1,1 1,0 0,-1 0,1-1,0 1,-1-1,-24-20,21 17,-29-31,33 35,1-1,-1 0,0 0,0 1,0-1,0 1,1-1,-1 0,0 1,1-1,-1 0,0 1,1-1,-1 1,1-1,-1 1,1-1,-1 1,1 0,-1-1,1 1,0-1,-1 1,1 0,-1 0,1-1,0 1,-1 0,1 0,0 0,-1 0,1 0,0 0,-1 0,1 0,0 0,0 0,-1 0,1 0,0 0,-1 0,1 1,-1-1,1 0,0 1,0-1,239 11,-185-10</inkml:trace>
  <inkml:trace contextRef="#ctx0" brushRef="#br1" timeOffset="76442.23">19503 1886,'330'-1,"-310"-3,-31-2,-4 4</inkml:trace>
  <inkml:trace contextRef="#ctx0" brushRef="#br1" timeOffset="76709.515">19556 2050,'7'0,"10"0,8 0,10 0,5 0,3-3,2 0,-1 0,-2-2,-5-2,-3-2,-7 0</inkml:trace>
  <inkml:trace contextRef="#ctx0" brushRef="#br1" timeOffset="77054.17">19830 1612,'-4'-1,"17"17,27 18,2-2,1-2,36 18,-31-20,-2 3,-1 2,12 12,-51-41,-1 0,-1-1,1 2,-1-1,1 0,-1 1,0 0,-1 0,1 0,-1 0,0 1,-1-1,1 1,-1 0,0 0,0 0,-1 0,0 0,0 0,0 0,-1 0,0 0,0 1,0-1,-2 2,-4 4,-2 0,0-1,0-1,-1 1,0-1,-1-1,0 0,-1 0,0-1,0 0,0-1,-1 0,0-1,-3 0,5 0,-81 40,-54 36,129-70</inkml:trace>
  <inkml:trace contextRef="#ctx0" brushRef="#br1" timeOffset="61591.644">15064 329,'-12'1,"1"1,-1 1,1-1,-1 2,1 0,0 0,0 1,1 0,-1 1,1 0,1 1,-1 0,1 0,0 1,-3 5,-12 15,1 2,2 0,1 1,2 2,0 0,3 0,1 2,1 0,2 0,-4 23,7-26,2 0,0 1,2-1,2 1,1 23,2-42,0 0,0 0,2 0,0 0,0 0,2-1,-1 0,2 0,0 0,0 0,1-1,1 0,0 0,4 4,5 0,0-2,0 0,2 0,0-2,0-1,1 0,0-1,1-1,0-1,0-1,1-1,0-1,0 0,10-1,49 8</inkml:trace>
  <inkml:trace contextRef="#ctx0" brushRef="#br1" timeOffset="61978.145">15529 779,'2'12,"1"10,2 11,0 7,2 4,0 1,-2-2,-1-5,-2-7</inkml:trace>
  <inkml:trace contextRef="#ctx0" brushRef="#br1" timeOffset="62469.378">15378 506,'30'1,"0"0,1 2,-1 1,0 2,-1 1,0 1,0 1,0 2,-1 0,-1 2,22 15,-36-19,0 1,-1 0,0 1,-1 1,-1 0,0 0,0 1,-1 0,-1 1,0 0,-1 0,0 1,-1 0,-1 0,-1 0,0 1,0-1,-2 1,0 0,-1 0,0 0,-2 12,4 43,-2-70,0-1,1 1,-1-1,0 1,1-1,-1 0,1 1,-1-1,0 0,1 0,-1 0,1 0,-1 0,0-1,1 1,-1 0,1-1,-1 1,0-1,1 1,-1-1,0 1,0-1,1 0,-1 0,0 0,0 0,0 0,0 0,0 0,0 0,0-1,0 1,19-17,-2 0,0-2,-1 0,-2-1,0-1,-1 0,-1-1,-1 0,8-24,-10 28,-10 19,1 0,0 1,-1-1,1 0,-1 0,1 0,0 1,-1-1,1 0,-1 1,1-1,-1 1,1-1,-1 0,1 1,-1-1,1 1,-1-1,0 1,1-1,-1 1,0 0,1-1,-1 1,0-1,0 1,0 0,1-1,-1 1,0 0,0-1,0 1,0 0,0-1,0 1,0 0,-1-1,1 1,0-1,0 1,0 0,-1-1,1 1,0-1,0 1,-1 0,1-1,-1 1,1-1,-1 1,1 0,0 5,13 143,-11-141,0-1,1 1,0 0,0-1,1 0,0 0,0 0,0 0,1-1,0 0,1 0,-1 0,1 0,0-1,1 0,-1 0,6 2,34 15,0-8</inkml:trace>
  <inkml:trace contextRef="#ctx0" brushRef="#br1" timeOffset="63734.311">16717 793,'-6'0,"1"0,-1 0,1 1,0-1,-1 1,1 0,0 1,0-1,-1 1,1 0,0 0,1 1,-1 0,0-1,1 1,0 1,-1-1,1 1,0 0,1 0,-1 0,1 0,0 0,0 1,0 0,0-1,1 1,0 0,0 0,0 0,1 1,0-1,0 0,0 1,0-1,1 0,0 1,0-1,1 1,-1-1,1 0,0 1,1-1,-1 0,1 0,0 0,0 0,1 0,2 4,-1-3,1 0,0-1,0 1,0-1,1 0,-1 0,1-1,1 0,-1 0,0 0,1-1,0 0,0 0,0-1,0 1,6 0,122 9,-115-12,1-2,-1 0,1-1,-1-1,0-1,0-1,-1 0,0-2,0 0,0-1,-1-1,-1-1,1 0,-2-2,0 1,13-15,-24 22,0-1,0-1,0 1,-1-1,0 0,-1 0,1 0,-1 0,-1 0,1-1,-1 1,-1-1,1 0,-1 1,-1-1,1-7,-1 13,0 0,0 1,0-1,-1 1,1-1,0 0,-1 1,1-1,-1 1,0-1,1 1,-1-1,0 1,0 0,0-1,0 1,0 0,0 0,0 0,0 0,-1 0,1 0,0 0,-1 0,1 0,-1 1,1-1,-1 0,1 1,-1-1,1 1,-1 0,1-1,-1 1,0 0,1 0,-1 0,1 0,-1 0,-2 1,-1 0,1 0,0 0,0 0,-1 1,1 0,0 0,1 0,-1 0,0 0,1 1,-1 0,-2 2,2-2,1 0,0 0,0 1,0-1,0 1,1 0,-1 0,1 0,0 0,0 0,0 0,1 0,-1 1,1-1,0 1,0-1,1 1,-1-1,1 1,0-1,0 1,1-1,-1 1,1-1,0 1,1-1,-1 0,0 1,1-1,0 0,0 0,1 0,-1 0,1 0,0-1,-1 1,2-1,2 3,11 5,1-2,0 0,0-1,1-1,0 0,0-2,0 0,1-1,0-1,-1-1,1 0,13-2,-19 1,-1 0,1-1,0-1,-1 0,1-1,-1 0,1-1,-1-1,0 0,0-1,-1 0,1-1,-1 0,0-1,-1 0,0-1,0 0,0-1,-1 0,-1-1,1 0,-2 0,1-2,0-4,-1 1,0-1,-2-1,1 0,-2 0,-1 0,0 0,0-5,-5 9,-5 29,-3 28,1 0,3 1,2-1,1 1,3 0,1-1,8 36,11 45,7-2,9 15,5 37,-40-152,-5-21,-22-57,0-21,3-1,3-1,4 0,4-1,2-1,4 0,4-15,0 80,1 0,1-1,0 1,1 0,0 0,1 1,1-1,0 1,1-1,1 1,0 1,1-1,1-1,-4 11,1 1,-1 0,1-1,0 2,0-1,0 0,0 1,0 0,0 0,1 1,-1-1,1 1,-1 0,1 1,-1-1,1 1,0 0,-1 0,1 1,-1 0,1 0,-1 0,1 1,-1 0,0 0,0 0,0 0,0 1,0 0,0 0,-1 0,1 1,-1-1,0 1,0 0,0 0,-1 1,3 3,0-3,-1 1,0 0,-1 0,1 0,-1 0,0 1,-1-1,1 1,-1 0,-1 0,1 0,-1 1,0-1,-1 0,0 1,0-1,-1 1,0 4,-3-7,-1 0,0 0,0-1,0 0,0 0,-1 0,1 0,-1-1,0 1,-1-1,1-1,0 1,-1-1,1 0,-1 0,0 0,0-1,0 0,1 0,-1 0,0-1,0 0,-4-1,-80 1,89 0,0 0,1-1,-1 1,1 0,-1-1,0 1,1-1,-1 1,1-1,-1 0,1 1,0-1,-1 1,1-1,0 0,-1 1,1-1,0 0,0 0,-1 1,1-1,0 0,0 1,0-1,0 0,0 0,0 1,0-1,0 0,1 0,-1 1,0-1,0 0,0 1,1-1,-1 0,0 1,1-1,-1 0,1 1,-1-1,1 1,-1-1,1 1,-1-1,1 1,-1-1,1 1,0 0,-1-1,1 1,0 0,-1-1,1 1,0 0,-1 0,1 0,0 0,0-1,-1 1,1 0,0 0,0 1,21-12,0 0,1 2,0 1,0 1,1 1,14-1,-18 2,58-11,-4 1,-1-3,-1-4,3-3,-27-7,-47 31,-1 0,1 0,0 0,-1 0,1 0,0 0,-1 0,1-1,-1 1,0 0,1 0,-1 0,0-1,0 1,0 0,1 0,-1 0,-1-1,1 1,0 0,0 0,0-1,-1 1,1 0,0 0,-1 0,1 0,-1 0,1 0,-1 0,0 0,0 0,1 0,-1 0,0 0,0 0,0 0,0 0,0 1,0-1,0 0,0 1,0-1,0 1,-9-5,0 0,-1 1,1 0,-1 0,0 2,0-1,1 1,-2 1,1 0,0 0,0 1,0 1,-4 0,12-1,0 1,0-1,0 1,0-1,1 1,-1 0,0 0,1 0,-1 1,0-1,1 1,0-1,-1 1,1 0,0 0,0 0,0 0,0 0,0 1,0-1,1 0,-1 1,1 0,-1-1,1 1,0 0,0-1,1 1,-1 0,0 0,1 0,0 0,0 0,-1 0,2-1,-1 2,3 8,0 0,1 0,0 0,1-1,1 0,-1 0,2 0,0-1,0 0,1 0,0 0,0-1,1-1,0 1,1-1,0-1,0 0,1 0,-1-1,13 4,5 4,2-2,0-1,0-1,1-1,0-2,20 1,22 2</inkml:trace>
  <inkml:trace contextRef="#ctx0" brushRef="#br1" timeOffset="70056.951">15993 1912,'0'14,"0"17,0 16,0 17,0 11,0 9,0 5,0 0,0-2,0-8,-2-7,-6-12,-6-15,-1-16</inkml:trace>
  <inkml:trace contextRef="#ctx0" brushRef="#br1" timeOffset="70805.951">15856 2282,'18'-63,"49"-141,-64 198,-3 3,0 1,1-1,0 1,-1-1,1 1,0 0,0-1,0 1,1 0,-1 0,0 0,1 0,0 0,-1 0,1 0,0 0,0 1,0-1,0 1,0-1,0 1,1 0,-1 0,0 0,1 0,-1 0,0 1,1-1,-1 1,2-1,1 5,1 0,-1 0,0 0,0 1,0 0,0 0,-1 0,0 0,0 1,-1 0,1 0,-1 0,0 1,2 2,11 18,-1 1,-2 0,-1 0,-1 1,-1 1,0 10,-9-38,0 0,-1 0,0 0,1 0,-1 0,0 1,0-1,0 0,-1 0,1 0,0 0,-1 1,1-1,-1 0,0 0,0 0,0 0,0 0,0-1,0 1,0 0,-1 0,1-1,0 1,-1 0,0-1,1 0,-1 1,0-1,0 0,0 0,0 0,0 0,0 0,0-1,0 1,0 0,0-1,0 0,-1 1,-2 0,0-1,0 1,0-1,0 0,-1 0,1 0,0-1,0 0,0 0,0 0,0-1,0 1,1-1,-1 0,0-1,1 1,0-1,-1 0,1 0,0 0,1-1,-1 1,0-1,1 0,0 0,0 0,0 0,0-1,1 1,0-1,0 0,0 0,0 1,1-1,0 0,0 0,0-1,1 0,2 0,0 0,1 0,0 0,0 1,1-1,-1 1,1 0,1 0,-1 0,0 0,1 1,0 0,0 0,1 0,-1 0,1 1,3-2,-4 2,27-16,-2 0,-1-2,0-1,-2-2,0 0,-2-2,0-1,-2 0,-2-2,0-1,-2-1,-1 0,11-27,-24 45,0 0,0 0,-1 0,-1 0,0-1,-1 1,-1-1,0 0,0 1,-2-1,0 0,0 1,-1-1,-1 0,0 1,-1 0,-4-11,6 21,1 0,-1 1,0-1,0 1,0-1,0 1,-1-1,1 1,-1 0,1 0,-1 0,0 1,1-1,-1 1,0-1,0 1,0 0,0 0,0 0,-1 1,1-1,0 1,0-1,0 1,-1 0,1 0,0 1,0-1,0 1,-1 0,1-1,0 1,0 0,0 1,0-1,0 1,1-1,-1 1,0 0,1 0,-1 0,1 0,0 0,-1 1,1 0,-8 13,1 0,1 0,0 1,2 0,0 1,0 0,2-1,0 2,1-1,1 0,1 1,0 6,0 9,2 0,0 0,3 0,1 0,1-1,2 1,1-2,2 1,1-1,1-1,2 0,1-1,2-1,0-1,2 0,1-1,24 22,-38-40,1-2,-1 1,2-1,-1 0,1 0,0-1,0-1,1 1,0-1,0-1,0 0,0 0,3-1,-10-3,0 0,0 0,0-1,0 1,0-1,0 1,-1-1,1 0,0-1,0 1,-1 0,1-1,-1 1,1-1,-1 0,0 0,0 0,1 0,-1 0,-1 0,1-1,0 1,0 0,-1-1,1-1,28-72,-28 72,20-83,-17 85,-2 19,-2-11,1 10,1 1,1 0,1-1,0 0,1 0,1 0,0-1,2 2,3-1</inkml:trace>
  <inkml:trace contextRef="#ctx0" brushRef="#br1" timeOffset="71617.321">16662 1817,'16'-3,"-1"-1,1 2,0 0,0 1,0 0,1 1,-1 1,0 1,0 0,0 1,-1 1,1 0,-1 1,0 1,0 0,-1 1,1 1,-1 0,8 7,-5-2,-1 0,0 1,-1 0,0 1,-1 1,-1 0,-1 1,0 0,-1 1,-1 1,0-1,-2 2,0-1,4 18,14 99,-26-134,1 0,-1 0,1-1,0 1,0 0,-1 0,1-1,1 1,-1-1,0 1,0-1,0 1,1-1,-1 0,1 1,-1-1,1 0,-1 0,1 0,0 0,-1-1,1 1,0 0,0-1,0 1,0-1,0 0,-1 1,1-1,0 0,0 0,0 0,0 0,0-1,0 1,0 0,0-1,66-31,-47 16,0 0,-1-2,0-1,-2 0,0-1,-2-1,0-1,5-10,-20 31,-1 1,0-1,0 1,1-1,-1 1,0 0,1-1,-1 1,1 0,-1-1,0 1,1 0,-1 0,1-1,-1 1,1 0,-1 0,1 0,-1-1,1 1,-1 0,1 0,-1 0,1 0,-1 0,1 0,-1 0,1 0,-1 0,1 1,-1-1,1 0,-1 0,1 0,-1 0,1 1,-1-1,1 0,-1 1,1-1,-1 0,0 1,1-1,-1 0,0 1,1-1,-1 1,0-1,0 0,1 1,-1-1,0 1,0-1,0 1,1-1,-1 1,0-1,0 1,0-1,0 1,0-1,0 1,0-1,0 1,0-1,-1 1,1-1,0 1,0 0,4 8,4 3,0-2,1 1,0-1,1 0,0-1,1 0,-1-1,2 0,-1-1,1 0,0-1,1 0,-1-1,1 0,0-1,1 0,-1-1,1-1,-1 0,1-1,0-1,-1 0,2 0,1-2,0 0,1-1,-1-1,-1-1,1 0,-1-1,1 0,6-5,5-1,-23 10,1 0,-1 1,0 0,1 0,-1 1,1-1,-1 1,1 0,-1 0,1 0,-1 1,1-1,-1 1,1 0,-1 1,0-1,1 1,17 4,-13-5,0 0,1 0,-1 0,1-1,-1-1,1 0,-1 0,1-1,-1 0,0 0,4-3,-8 4,0-1,-1 1,1-1,-1 0,0-1,0 1,0-1,0 0,0 0,0 0,-1 0,1-1,-1 0,0 1,0-1,0 0,-1-1,0 1,1 0,-1-1,-1 1,1-1,-1 0,0 2,-1 0,0 0,0 0,-1 0,1 0,0 0,-1 1,0-1,0 0,0 0,0 0,0 0,0 1,-1-1,1 1,-1-1,0 1,0 0,0-1,0 1,0 0,0 0,-1 0,1 1,0-1,-1 0,0 1,1 0,-3-1,-85-25,83 25,-1 1,0 0,1 0,-1 1,0 0,1 0,-1 1,0 0,1 0,-1 1,1 0,-1 0,1 1,0 0,0 0,0 1,0-1,1 2,0-1,-1 1,1 0,1 0,-1 0,1 1,0 0,0 0,1 0,0 1,0 0,1-1,-1 1,1 1,1-1,-1 0,1 1,1-1,-1 4,2-6,0 0,0 0,1 0,0-1,0 1,0 0,0-1,1 1,0 0,0-1,0 0,0 1,1-1,0 0,-1 0,2-1,-1 1,0-1,1 1,-1-1,1 0,0 0,0-1,4 3,1-1,0 1,1-1,0-1,-1 0,1 0,0-1,0 0,0-1,1 0,-1 0,3-2,30-2</inkml:trace>
  <inkml:trace contextRef="#ctx0" brushRef="#br1" timeOffset="71879.619">18205 1667,'-18'-7,"-14"-2,-6 5,2 10,4 11,8 12,7 8,12 7,14 5,5-6</inkml:trace>
  <inkml:trace contextRef="#ctx0" brushRef="#br1" timeOffset="72102.025">18355 2282,'21'7,"16"2,13-3,11-4,5-8,-7-2</inkml:trace>
  <inkml:trace contextRef="#ctx0" brushRef="#br1" timeOffset="68952.084">27751 779,'23'-7,"0"-1,-1-2,0 0,0-1,-1-1,0-1,-1-1,-1-1,0 0,-1-2,-1 0,0-1,-1 0,-1-2,1-4,1-17,-16 40,-1 0,0 0,0 0,1 0,-1 0,0 0,0 0,0 0,0 0,0 0,0 0,-1 0,1 0,0 0,0 0,-1 0,1 0,0 1,-1-1,1 0,-1 0,0 0,1 0,-1 0,1 1,-1-1,0 0,0 1,1-1,-1 0,0 1,0-1,0 1,0 0,0-1,0 1,0-1,0 1,0 0,0 0,-3 0,-1 1,0 0,0 0,1 1,-1-1,0 1,1 0,0 0,-1 1,1-1,0 1,0 0,0 0,1 0,-1 1,1-1,0 1,0 0,0 0,0 0,1 0,-1 0,0 3,-2 1,1 0,0 0,0 0,1 0,0 0,0 1,1 0,0-1,0 1,1 0,0 0,1 0,0 0,1 0,0 0,0 0,0 0,1-1,1 1,0 0,0-1,0 0,1 0,0 0,1 0,0-1,0 1,0-1,1 0,0-1,1 0,-1 1,8 3,-9-5,2-1,-1 0,1 0,-1-1,1 0,0 0,0-1,0 1,0-1,1-1,-1 0,1 0,-1 0,1-1,-1 0,0 0,1-1,-1 0,1 0,-1-1,0 0,0 0,0-1,0 0,0 0,0 0,-1-1,0 0,1-1,4-4,-1-2,-2 0,1-1,-2 0,1-1,-2 1,0-1,0-1,1-4,28-59,-33 75,-1-1,1 1,0 0,0 0,0 0,0 0,0 0,0 0,0 0,1 1,-1-1,1 1,-1-1,1 1,-1 0,1 0,0 0,0 1,-1-1,1 1,0-1,0 1,0 0,0 0,0 0,-1 1,1-1,0 1,0-1,0 1,-1 0,1 0,0 0,-1 0,1 1,-1-1,0 1,1-1,-1 1,0 0,1 1,9 6,0-1,-1 2,0 0,-1 0,0 1,0 0,-1 1,-1 0,0 0,-1 1,0 0,-1 0,3 9,-9-19,1 1,-1-1,0 1,0-1,0 1,-1 0,1-1,-1 1,0-1,0 0,0 1,-1-1,1 0,-1 1,0-1,1 0,-2 0,1 0,0-1,0 1,-1 0,0-1,1 0,-1 1,0-1,0 0,0-1,0 1,-1 0,1-1,0 0,-1 0,1 0,-1 0,1 0,-1-1,1 1,-3-1,5 0,1 0,0-1,-1 1,1 0,-1 0,1 0,0-1,-1 1,1 0,0 0,-1-1,1 1,0 0,0 0,-1-1,1 1,0 0,0-1,-1 1,1-1,0 1,0 0,0-1,0 1,0-1,0 1,-1 0,1-1,0 1,0-1,0 1,0-1,0 1,1 0,-1-1,0 1,0-1,0 1,0 0,0-1,1 1,-1-1,0 1,0 0,0-1,1 1,-1 0,0 0,1-1,-1 1,0 0,1-1,-1 1,0 0,1 0,-1 0,0-1,1 1,145-139,-119 107,-2-1,-1-1,-2-1,-1-2,-2 0,-1-1,-2 0,-2-2,-1 0,-2 0,-2-1,-2 0,-2-1,-1 1,-2-22,-2 51,1 7,0 1,-1-1,0 0,0 1,0-1,-1 1,1-1,-1 0,0 1,0 0,-1-1,1 1,-1 0,-1-3,1 7,1 0,-1 0,1 0,-1 0,1 1,-1-1,1 1,-1-1,1 1,0-1,-1 1,1 0,0 0,-1-1,1 1,0 0,0 0,0 0,0 1,0-1,0 0,0 0,0 0,1 1,-1-1,0 1,1-1,-1 0,1 1,0-1,-1 1,1-1,0 1,-10 28,1 0,2 0,0 1,3 0,0 0,2 0,2 0,1 21,0-2,2 0,2 0,3-1,1 0,3-1,1 0,21 45,-30-83,0-1,1 0,1 0,0 0,0-1,0 0,1 0,0 0,5 3,-9-8,0-1,1 0,-1 0,1 0,-1 0,1 0,-1-1,1 1,0-1,0 0,0 0,-1-1,1 1,0-1,0 0,0 0,0 0,0 0,0-1,0 0,0 0,0 0,-1 0,1 0,0-1,0 0,5-3,1-1,-1-1,0 1,-1-2,1 1,-1-1,-1 0,0-1,0 0,0 0,-1 0,-1-1,0 0,0 0,-1 0,0-1,0 1,-1-1,-1 0,0 0,0-6,-7 11,-2 24,5-11,1 1,0 0,1-1,0 1,0-1,0 1,1 0,0-1,1 1,0-1,0 0,0 1,1-1,0 0,0-1,1 1,0 0,0-1,1 0,-1 0,1 0,1-1,-1 1,1-1,0 0,0-1,0 0,1 0,0 0,-1-1,1 0,0 0,1 0,5 0,29 7,-5-5</inkml:trace>
  <inkml:trace contextRef="#ctx0" brushRef="#br1" timeOffset="69213.905">28625 192,'28'-5,"34"-1,35 2,31 5,22 4,-15 2</inkml:trace>
  <inkml:trace contextRef="#ctx0" brushRef="#br1" timeOffset="66485.364">24036 192,'-11'48,"2"0,2 1,2 1,2 42,1-51,-3 81,6 1,6 17,6-92,-12-48,0 0,0 0,0 0,-1-1,1 1,0 0,0-1,0 1,0 0,0-1,0 1,-1-1,1 1,0-1,0 0,-1 1,1-1,0 0,-1 1,1-1,-1 0,1 0,-1 0,1 0,-1 1,0-1,1 0,-1 0,0 0,0 0,0 0,1 0,-1 1,30-94,-26 75,1 1,1 0,1 0,0 0,1 1,1 0,5-6,-11 19,0 1,0-1,0 1,0 0,1 0,-1 0,1 0,0 1,0-1,0 1,0 0,1 0,-1 1,0-1,1 1,-1 0,1 0,0 0,-1 1,1 0,-1 0,1 0,0 0,-1 1,1 0,-1 0,1 0,-1 0,1 1,-1-1,0 1,0 0,0 1,0-1,0 1,0-1,3 4,4 2,-1 1,0-1,0 2,-1-1,0 1,0 0,-1 1,-1 0,0 1,0-1,-1 1,-1 0,0 1,-1 0,0-1,0 1,-5-9,0 0,0 0,0 0,0 0,0 0,-1 0,0-1,0 1,0-1,0 1,0-1,-1 0,1 0,-1 0,0 0,0 0,0-1,0 1,0-1,-1 0,1 0,-1 0,0 0,1-1,-1 1,0-1,0 0,0 0,0-1,0 1,0-1,0 0,0 0,0 0,-1 0,-24 3,0-1,0-1,-1-1,1-2,0-1,0-1,0-2,-12-4</inkml:trace>
  <inkml:trace contextRef="#ctx0" brushRef="#br1" timeOffset="67293">24677 807,'0'-5,"0"1,0-1,-1 0,0 1,0-1,0 1,0-1,-1 1,1 0,-1-1,-1 1,1 0,0 0,-1 0,0 1,0-1,0 1,0-1,-1 1,1 0,-1 0,0 1,0-1,0 1,0 0,0 0,0 0,-1 0,1 1,-1 0,1 0,-1 0,1 0,-1 1,0 0,1 0,-1 0,-4 1,4 1,0 0,1 1,-1-1,1 1,-1 0,1 0,0 1,0-1,0 1,1 0,-1 0,1 0,0 0,0 1,1 0,-1-1,1 1,0 0,0 0,0 0,1 0,0 0,0 0,0 1,1-1,0 0,0 0,0 1,0-1,1 0,0 1,0-1,0 0,1 0,0 0,0 0,0-1,0 1,1 0,0-1,0 1,0-1,1 0,1 1,-1-1,0 0,0-1,1 0,-1 0,1 0,0 0,0-1,0 0,0 0,0 0,1-1,-1 1,0-1,1-1,-1 1,1-1,-1 0,1 0,-1 0,1-1,-1 0,1 0,-1 0,0-1,0 0,0 0,1 0,-2-1,1 1,0-1,-1 0,1-1,-1 1,0-1,0 0,0 0,-1 0,1 0,-1-1,0 1,0-1,-1 0,1 0,0-2,0-16,-2 14,6 23,-3-5,0-1,1 0,0 0,0 0,1 0,0-1,0 0,1-1,-1 1,2-1,-1 0,1-1,-1 0,3 1,-6-4,0 1,0-1,0 0,0-1,1 1,-1-1,0 1,1-1,-1-1,1 1,0-1,-1 1,1-1,-1-1,1 1,0-1,-1 1,1-1,-1-1,0 1,1-1,-1 1,0-1,0 0,0-1,0 1,0-1,-1 1,3-4,4-7,-2 0,0-1,0-1,-1 1,-1-1,0 0,-1-1,-1 1,-1-1,0 0,-1 0,0 0,-1 0,-1 0,-1-1,0 1,-1-1,1-29,1 45,0 0,-1 0,1 0,0 0,0 0,0 0,0 0,0 0,0 0,0 0,0 0,0 0,0 0,1 0,-1 0,0 0,1 0,-1 0,0 0,1 0,0 0,-1 0,1 1,-1-1,1 0,0 0,0 1,-1-1,1 0,0 1,0-1,0 1,0-1,0 1,0-1,0 1,0-1,0 1,0 0,0 0,0 0,0-1,0 1,0 0,0 0,0 1,0-1,0 0,0 0,0 0,0 1,0-1,0 0,0 1,0-1,0 1,138 49,-135-47,-1 1,1 0,-1 0,0 0,0 0,-1 1,1-1,-1 1,0 0,0-1,0 1,-1 0,0 0,0 0,0 0,-1 0,1 1,-1-1,0 0,-1 0,1 0,-1 0,0 0,0 0,-1 1,0 24,2-26,-2 2,1 0,1 0,-1 0,1 0,0 0,0 1,1-1,-1 0,1 0,1 0,-1 0,1 0,0-1,1 1,-1 0,1-1,0 0,1 0,-1 0,1 0,0 0,0 0,0-1,1 0,1 1,8-1,0 0,0-1,0-1,1 0,-1-1,1-1,-1 0,1-1,0 0,2-2,32-2</inkml:trace>
  <inkml:trace contextRef="#ctx0" brushRef="#br1" timeOffset="67707.889">25880 739,'-9'-7,"-1"1,0 0,-1 0,1 1,-1 1,0 0,0 0,-1 1,1 0,-1 1,-9 0,16 1,-1 1,1 0,0 1,-1-1,1 1,0 0,0 0,0 1,-1 0,1 0,1 0,-1 0,0 1,1-1,-1 1,1 0,0 1,0-1,0 1,0 0,1 0,-1 0,1 0,0 1,0-1,-1 4,2-4,0-1,0 1,0-1,1 1,-1-1,1 1,0 0,0 0,0 0,1 0,-1 0,1 0,0 0,0 0,1 0,-1 0,1-1,0 1,0 0,0 0,0 0,0-1,1 1,0 0,0-1,0 0,0 1,1-1,-1 0,1 0,-1 0,1 0,0-1,0 1,1-1,-1 0,0 0,1 0,0 0,-1-1,1 1,3 0,2 0,1-1,0 1,0-2,-1 1,1-1,0-1,0 0,-1 0,1-1,-1 0,1-1,-1 0,0 0,0-1,0 0,0-1,-1 0,0 0,0-1,0 0,-1 0,0-1,0 0,0 0,-1-1,0 0,-1 0,1 0,-2 0,1-1,-1 0,0 0,0-3,-4 11,1-1,-1 1,0 0,1 0,-1-1,0 1,0 0,0-1,0 1,0 0,0-1,0 1,-1 0,1 0,0-1,-1 1,1 0,-1 0,1-1,-1 1,0 0,1 0,-1 0,0 0,0 0,0 0,0 0,0 0,0 0,0 1,0-1,0 0,0 1,0-1,0 0,-1 1,1-1,0 1,0 0,-1 0,1-1,0 1,-1 0,1 0,0 0,0 0,-1 0,1 0,0 1,-1-1,1 0,0 1,0-1,-2 1,-1 1,0-1,0 1,0 0,1 1,-1-1,0 0,1 1,0 0,-1 0,1 0,0 0,1 1,-1-1,1 1,-1 0,1-1,0 1,0 0,1 0,-1 0,1 1,0-1,0 0,0 0,0 1,1-1,0 0,0 1,0-1,1 1,-1-1,1 0,0 0,0 1,1-1,-1 0,1 0,0 0,0 0,0 0,0-1,1 1,0 0,6 3,0-1,0 1,1-2,0 1,0-2,0 1,1-1,0-1,-1 0,3 0,59 14</inkml:trace>
  <inkml:trace contextRef="#ctx0" brushRef="#br1" timeOffset="64570.076">20336 739,'-113'14,"108"-13,0 1,0-1,1 1,-1 0,0 1,1-1,-1 1,1 0,0 0,-1 0,2 1,-1-1,0 1,1 0,0 0,-1 0,2 1,-1-1,0 1,1 1,1-3,0 0,0 0,0 1,1-1,-1 0,1 0,0 1,0-1,0 0,0 1,1-1,0 0,-1 1,1-1,0 0,1 0,-1 0,0 0,1 0,0 0,-1 0,1 0,0-1,1 1,-1-1,0 0,1 1,1 0,5 4,0-1,0 1,1-2,0 0,0 0,0 0,0-1,2 0,14 3,0-1,1-2,0 0,-1-1,1-2,0-1,0-1,0-1,0-2,-1 0,1-2,-1-1,15-6,-35 12,0 0,-1-1,1 0,-1 0,0 0,1-1,-1 0,0 0,0 0,-1 0,1-1,-1 0,1 0,-1 0,-1 0,1-1,0 1,-1-1,0 0,0 0,-1 0,2-5,-4 7,-1 1,0 0,0 0,0 0,0 1,0-1,0 0,-1 0,1 1,-1-1,1 0,-1 1,0-1,1 1,-1 0,0 0,0 0,0 0,0 0,0 0,0 0,0 1,0-1,0 1,-1-1,1 1,0 0,0 0,0 0,0 0,-1 0,1 0,0 1,0-1,0 1,0-1,0 1,0 0,0 0,0 0,0 0,0 0,0 1,0-1,1 0,-1 1,1 0,-1-1,-1 2,2-2,0 1,0-1,0 0,0 0,0 0,1 0,-1 1,0-1,1 0,-1 1,0-1,1 0,0 1,-1-1,1 1,0-1,0 1,-1-1,1 1,1-1,-1 1,0-1,0 1,0-1,1 1,-1-1,1 0,-1 1,1-1,-1 1,1-1,0 0,0 0,0 0,0 1,0-1,0 0,50 29,-38-27,1 1,0-2,0 0,0 0,0-2,0 1,0-2,0 0,0-1,0 0,0-1,-1 0,14-6,-24 8,0 1,0-1,0 0,-1-1,1 1,0 0,0-1,-1 1,1-1,-1 0,1 0,-1 0,0 0,0 0,0-1,0 1,0 0,-1-1,1 0,-1 1,1-1,-1 0,0 0,0 0,0 0,-1 0,1 0,-1 0,1 0,-1 0,0 0,0 0,-1 0,1 0,-1 0,1 0,-1 0,0 0,0 0,0 0,-1-2,-7-2,1 0,-1 1,0 0,0 0,-1 1,1 1,-1-1,0 1,0 1,-1 0,1 0,-1 1,0 1,1-1,-1 2,-7 0,4-1,0 1,1 1,-1 0,0 0,1 2,-1 0,-5 2,15-4,0 0,0 1,0-1,0 1,0 0,0 0,1 0,-1 1,1-1,-1 1,1 0,0 0,0 0,0 0,0 0,1 1,0 0,-1-1,1 1,0 0,1 0,-1 0,1 0,0 0,-1 1,2-2,0 0,0 0,0-1,0 1,1 0,-1 0,1-1,-1 1,1-1,0 1,0 0,0-1,1 1,-1-1,0 0,1 0,0 1,0-1,15 17</inkml:trace>
  <inkml:trace contextRef="#ctx0" brushRef="#br1" timeOffset="64811.431">20827 424,'-9'-9,"-1"-4,8 1,9 3,11 0,2 2</inkml:trace>
  <inkml:trace contextRef="#ctx0" brushRef="#br1" timeOffset="65073.621">20827 424,'1'0,"42"-17,-42 17,0 0,1 0,-1 0,0 0,0 0,0 0,0 0,0 0,0 0,0 0,0 1,0-1,0 0,0 1,0-1,-1 0,1 1,0 0,0-1,0 1,0-1,-1 1,1 0,0 0,0-1,-1 1,1 0,-1 0,1 0,-1 0,1 0,-1 0,1-1,-1 1,0 0,0 0,1 0,-1 0,0 1,0-1,0 0,0 0,-12 138,12-117,1-1,0 0,2 1,1-1,0 0,1-1,2 1,0-1,1 0,1-1,0 0,2 0,0-1,1 0,11 11,-18-23,0 0,0 0,1 0,-1-1,1 0,1 0,-1-1,1 0,-1 0,1 0,0-1,1 0,-1 0,5 1,14 1</inkml:trace>
  <inkml:trace contextRef="#ctx0" brushRef="#br1" timeOffset="65385.789">21305 670,'27'56,"3"0,2-1,15 16,-47-69,1 0,0 0,0 0,0 0,1-1,-1 1,0 0,1 0,0-1,-1 1,1-1,0 1,-1-1,1 0,0 0,0 0,0 0,0 0,0 0,0 0,1-1,-1 1,0-1,0 1,0-1,1 0,-1 0,0 0,0 0,0 0,1-1,-1 1,0-1,0 1,0-1,0 0,0 0,0 0,0 0,1-1,8-10,0 0,-1-1,0 0,-1 0,0-1,-2-1,1 0,-2 1,0-2,-1 1,3-15,10-59,-19 98,0 0,0 1,1-1,0 0,0 0,1 0,0 0,1 0,0 0,0 0,1 0,0-1,1 1,0-1,0 0,0 0,1-1,1 1,-1-1,1 0,0 0,1-1,0 0,0 0,4 3,4-2,1 0,-1-1,1-1,0-1,0 0,1-1,15 1,17 1</inkml:trace>
  <inkml:trace contextRef="#ctx0" brushRef="#br1" timeOffset="65803.671">22384 807,'-14'-9,"0"2,0-1,-1 2,0 0,0 1,0 0,-1 1,0 1,0 0,1 2,-1-1,-1 2,1 0,-6 2,18-2,0 0,1 1,-1 0,0 0,0 0,1 0,-1 1,1-1,-1 1,1 0,0 0,0 0,0 1,0-1,0 1,0-1,1 1,-1 0,1 0,-1 0,1 0,0 1,1-1,-1 1,1-1,-1 1,1-1,0 1,0 0,1 0,-1-1,1 1,-1 0,1 0,1 0,-1 0,0-1,1 1,0 0,0 0,0-1,0 1,1-1,-1 1,1-1,0 1,0-1,0 0,1 1,4 2,1 1,-1-2,1 1,0-1,1 0,-1-1,1 0,0 0,0-1,0 0,1 0,-1-1,1-1,-1 1,1-2,-1 1,1-1,0-1,-1 0,1 0,-1-1,1 0,-1 0,0-1,0 0,8-5,-10 4,0-1,0 0,0-1,0 1,-1-1,0-1,-1 1,1-1,-1 0,-1 0,1 0,-1-1,0 0,-1 0,0 0,0 0,-1 0,2-8,2-18,-1 0,-2-1,-2 1,-1-4,1 25,-6-359,-5 257,-6 89,-6 51,9 9,2 0,2 0,1 1,2 1,1-1,1 1,2 7,-2 15,2 1,3-1,5 28,-4-64,2 0,0 0,1 0,2-1,0 0,1 0,1-1,1 0,1 0,8 10,16 14</inkml:trace>
  <inkml:trace contextRef="#ctx0" brushRef="#br1" timeOffset="80080.612">19052 3784,'4'87,"3"0,12 38,-2-2,18 306,-20 405,-16-798,35 694,-9-338,-17 18,-35 360,26-479,-14 398,-78 337,67-755,9 211,17-317,39 1334,77-527,-55-513,-16-153,-14-113,-8 1,-8 30,-15 350,2-533,1-11</inkml:trace>
  <inkml:trace contextRef="#ctx0" brushRef="#br1" timeOffset="81610.009">19188 3743,'-51'-102,"50"102,0-1,0 0,0 0,0 0,0 0,1 0,-1 0,0 0,0 0,1-1,-1 1,1 0,0 0,-1 0,1-1,0 1,-1 0,1 0,0-1,0 1,0 0,0-1,0 1,1 0,-1 0,0-1,0 1,1 0,-1 0,1 0,-1-1,1 1,0 0,-1 0,1 0,0 0,0 0,0 0,0 0,0 0,0 1,0-1,0 0,0 0,0 1,0-1,0 1,1-1,-1 1,0-1,129-10,70 14,58 14,-115-6,1844 29,-1554-42,1781 39,-856 53,-721-44,-307-26,-326-19</inkml:trace>
  <inkml:trace contextRef="#ctx0" brushRef="#br1" timeOffset="83216.219">20240 5395,'-15'-4,"1"0,-1 0,0 2,0-1,0 2,-1 0,1 1,0 1,0 0,0 1,0 0,0 2,0 0,1 0,-1 1,1 1,0 0,1 1,-12 8,22-13,0-1,1 1,-1 0,1 0,-1 0,1 0,0 0,0 0,0 1,0-1,0 1,0 0,1-1,-1 1,1 0,0 0,0 0,0 0,0 0,0 0,1 0,-1 0,1 0,0 1,0-1,0 0,0 0,1 0,-1 0,1 0,0 0,0 0,0 0,0 0,1 0,0 2,3-1,-1-1,0 1,1-1,0 0,0-1,0 1,0-1,0 0,0 0,0 0,1-1,-1 0,1 0,-1 0,1-1,0 0,-1 0,1 0,0-1,104-25,-96 20,-1-1,0 0,-1-1,1 0,-2-1,1-1,-1 0,-1 0,0-1,0 0,-1-1,0 0,-1 0,-1-1,0 0,-1 0,0-1,-1 0,0 0,-1 0,2-13,0-31,-2 1,-3-1,-2 0,-3-3,4 59,-11-85,11 86,0 1,0-1,1 1,-1-1,0 1,0-1,0 1,0-1,0 1,0-1,0 1,0-1,0 1,0-1,0 1,-1-1,1 1,0-1,0 1,0-1,-1 1,1-1,0 1,0 0,-1-1,1 1,0-1,-1 1,1 0,-1-1,1 1,0 0,-1 0,1-1,-1 1,1 0,-1 0,1 0,-1-1,1 1,-1 0,1 0,-1 0,1 0,-1 0,1 0,-1 0,1 0,-1 0,1 0,-1 0,1 1,-1-1,1 0,-1 0,1 0,-1 1,-13 29,4 19,2 1,3 0,1 0,3 0,2 1,3 12,-3-42,0 0,2 0,0-1,1 1,1-1,1 0,1-1,1 1,0-1,2-1,0 0,1 0,0-1,2 0,9 10,13 2</inkml:trace>
  <inkml:trace contextRef="#ctx0" brushRef="#br1" timeOffset="83650.058">20814 5422,'-8'-5,"0"1,0-1,0 1,0 1,-1 0,1 0,-1 0,0 1,0 1,0-1,0 1,0 1,0 0,0 0,0 1,0 0,0 0,0 1,0 0,1 1,-1 0,1 0,-1 1,1 0,0 1,1 0,-1 0,1 0,0 1,-2 2,6-5,2-1,-1 0,0 1,0-1,1 1,-1-1,1 1,0-1,0 1,0 0,0 0,1 0,-1 0,1 0,-1-1,1 1,0 0,0 0,0 0,1 0,-1 0,1 0,-1 0,1 0,0-1,0 1,1 0,-1 0,0-1,1 1,0-1,-1 0,1 1,0-1,0 0,0 0,1 0,-1 0,2 1,8 3,1-1,0 0,-1 0,2-1,-1-1,0 0,1-1,-1 0,1-1,-1-1,1 0,0-1,-1-1,1 0,-1 0,0-1,0-1,0 0,1-1,0 0,0 0,-1-1,0-1,-1-1,1 1,7-8,-16 13,-1-1,0 0,1 0,-1 0,0 0,-1 0,1-1,-1 1,1-1,-1 1,0-1,0 0,0 0,-1 0,0 0,1 0,-1 0,-1-1,1 1,-1 0,1-1,-1 1,0 0,-1 0,1-1,-1 1,-1-4,2 6,-1 0,1 0,-1 0,0-1,1 1,-1 0,0 0,-1 0,1 0,0 0,0 1,-1-1,1 0,-1 0,0 1,1-1,-1 1,0 0,0-1,0 1,0 0,0 0,0 0,0 1,0-1,0 0,-1 1,1-1,0 1,0 0,-1 0,1 0,0 0,0 0,-1 0,1 1,0-1,0 1,0-1,-1 1,1 0,0 0,0 0,0 0,0 0,0 0,1 1,-1-1,0 1,0-1,1 1,-1 0,1-1,0 1,-1 0,1 1,-1 1,0 0,0 0,0 0,1 1,-1-1,1 0,0 1,1-1,-1 1,1-1,0 1,0-1,0 1,1-1,-1 0,1 1,0-1,0 1,1-1,-1 0,1 0,0 0,0 0,1 0,-1 0,1-1,0 1,0-1,0 1,0-1,0 0,1 0,-1-1,1 1,0-1,3 2,9 2,1 1,0-2,1-1,-1 0,1-1,-1-1,1 0,0-1,0-1,3-2,31 0</inkml:trace>
  <inkml:trace contextRef="#ctx0" brushRef="#br1" timeOffset="84270.92">21551 5354,'-136'-1,"130"1,1 1,-1 0,0 0,1 1,-1 0,1 0,-1 0,1 1,0-1,0 1,0 0,0 1,1-1,-1 1,1 0,0 0,0 1,1-1,-1 1,1 0,-3 4,5-6,0 0,0-1,0 1,0 0,0 0,1 0,-1 0,1 0,0 0,0 0,0 0,0-1,1 1,-1 0,1 0,-1 0,1 0,0 0,0-1,1 1,-1 0,1-1,-1 1,1-1,0 1,-1-1,1 0,0 0,1 0,-1 0,0 0,1 0,1 1,7 3,0 0,0 0,0-1,0 0,1-1,0 0,7 1,12 2,0-2,0-1,0-2,1-1,-1-1,0-2,0-1,0-1,0-2,0-1,-1-1,8-5,-37 13,4-1,-1-1,1 1,-1-1,0 0,1 0,-1-1,0 1,0-1,-1 0,1 0,0 0,-1 0,0-1,0 1,0-1,1-2,-4 5,-1-1,1 1,-1 0,1 0,-1 0,0 0,0 0,0 0,0 0,1 0,-1 0,0 0,-1 0,1 0,0 0,0 1,0-1,0 1,-1-1,1 1,0-1,0 1,-1-1,1 1,0 0,-1 0,1 0,0 0,-1 0,1 0,0 0,-1 0,1 1,0-1,-1 0,1 1,0-1,0 1,-1-1,1 1,0 0,0 0,0-1,0 1,0 0,-1-1,1 1,0 0,0 0,-1 0,1-1,0 1,0 0,0 0,0 0,0 0,0 1,1-1,-1 0,0 0,0 1,1-1,-1 0,1 1,-1-1,1 0,0 1,-1-1,1 1,0-1,0 0,0 1,0-1,0 1,1-1,-1 1,0-1,1 0,-1 1,0-1,1 0,0 1,-1-1,2 1,41 37,-27-33,-1-1,1-1,0 0,0-1,0-1,0 0,0-2,1 0,-1 0,0-2,0 0,0 0,0-2,0 0,-1-1,1 0,6-5,-19 10,1-1,-1 0,0 0,0 0,0 0,0-1,0 1,-1-1,1 0,0 0,-1 0,1 0,-1 0,0-1,0 1,0-1,0 1,0-1,0 0,-1 0,1 1,-1-1,0 0,0-1,0 1,0 0,-1 0,1 0,-1 0,0-1,0 1,0 0,0 0,0-1,-1 1,1 0,-1 0,0 0,0 0,0 0,-1 0,1 0,-1 0,1 0,-1 0,-8-3,0-1,-1 2,1-1,-1 1,0 1,0 0,-1 1,1 0,-1 0,1 2,-1-1,0 1,0 1,-4 0,3-1,0 1,-1 0,1 1,-1 0,1 1,0 0,0 1,0 0,0 2,1-1,-1 1,1 1,0 0,1 1,-1 0,2 1,-1 0,0 1,10-7,-1 0,0 0,1 0,-1 0,1 0,0 0,-1 1,1-1,0 0,1 1,-1-1,0 1,1-1,-1 1,1-1,0 1,0-1,0 1,0-1,0 1,0-1,1 1,-1-1,1 1,0-1,0 1,0-1,0 0,0 1,0-1,0 0,1 0,-1 0,1 0,0 0,0 0,28 18,4-5</inkml:trace>
  <inkml:trace contextRef="#ctx0" brushRef="#br1" timeOffset="84583.087">22261 4986,'-12'-6,"0"1,0 0,0 1,-1 1,0 0,0 1,1 0,-1 0,0 2,0 0,0 0,0 1,0 1,0 0,-11 3,19-2,1-1,-1 1,1 0,-1 0,1 0,0 0,0 1,0 0,0 0,1 0,0 0,0 0,0 1,0-1,1 1,-1 0,1 0,0 0,1 0,-1 0,1 0,0 1,0-1,1 5,-1 6,1-1,0 1,1 0,1-1,1 1,0-1,5 15,5 7,1-1,1-1,2 0,2-1,1-1,2-1,0 0,27 26,-41-50,0 0,0 0,0-1,1 0,0-1,0 0,1 0,0-1,0 0,0-1,1 0,-1-1,1 0,0 0,0-1,0-1,10 1,26-2,-4-4</inkml:trace>
  <inkml:trace contextRef="#ctx0" brushRef="#br1" timeOffset="85283.249">24063 4958,'-10'-6,"0"0,-1 1,0 0,0 1,0 0,0 0,-1 2,1-1,-1 2,0-1,0 1,1 1,-1 0,0 1,0 1,0-1,1 2,-1-1,1 2,0 0,0 0,0 1,-1 0,-5 3,0 0,0 2,1-1,1 2,-1 0,2 1,-1 1,2 0,0 0,0 2,1-1,1 2,1-1,0 2,1-1,1 1,0 1,-1 4,8-16,-1-1,1 1,0 0,0 0,0 0,1 0,0 0,0 0,1 0,0 0,0 0,0 0,1 0,0 0,0-1,0 1,0-1,1 1,0-1,0 0,1 0,0 0,0-1,0 1,0-1,0 0,1 0,0 0,0-1,0 0,0 0,0 0,5 1,5 3,1-1,1 0,-1-2,1 0,0-1,0 0,0-2,0 0,0 0,0-2,0 0,0-1,0-1,0-1,-1 0,0-1,1 0,-1-2,-1 0,14-8,-20 8,-1 0,1 0,-2-1,1 0,-1-1,0 1,-1-1,0-1,0 1,-1-1,0 0,-1 0,0 0,-1-1,0 1,0-1,-1-2,3-17,-2 0,-1 0,-1 0,-2 0,-3-23,3 36,-1-1,0 1,-2 0,0 0,0 0,-2 1,0 0,-1 0,0 0,-1 1,-3-3,9 15,-1 0,0 0,1 1,-1-1,0 1,-1-1,1 1,0 0,-1 0,1 0,-1 1,1-1,-1 1,0 0,0 0,1 0,-1 1,0-1,0 1,0 0,0 0,0 0,0 1,0-1,1 1,-1 0,0 0,0 0,1 1,-1-1,1 1,-1 0,1 0,0 0,-1 0,1 1,0-1,1 1,-1 0,-2 2,-4 9,0 0,1 0,0 1,1 0,1 0,0 1,1 0,1 0,1 0,0 0,1 1,0-1,2 1,0-1,0 1,2 0,4 26,3 0,1 0,3-1,1 0,2-1,1-1,3 0,1-1,1-2,13 14,15 34,-42-72,0 0,-1 1,0 0,-1 0,-1 1,0 0,-1-1,1 11,-12 1,0-20</inkml:trace>
  <inkml:trace contextRef="#ctx0" brushRef="#br1" timeOffset="85553.524">24337 5354,'0'14,"0"11,0 12,0 7,0 7,0 1,0-3,0-6,2-8,3-7,4-9,1-9,5-12,-1-5</inkml:trace>
  <inkml:trace contextRef="#ctx0" brushRef="#br1" timeOffset="85822.898">24541 5341,'-7'11,"-2"12,0 8,2 8,6 7,7 4,6 2,4-4,3-6,-1-7,-2-7,-3-9</inkml:trace>
  <inkml:trace contextRef="#ctx0" brushRef="#br1" timeOffset="86086.88">24364 5532,'21'0,"18"0,14 0,11 0,2 0,0 0,-11 0</inkml:trace>
  <inkml:trace contextRef="#ctx0" brushRef="#br1" timeOffset="86256.942">24978 5190,'18'-2,"19"-1,16 2,11 4,6 2,-2 1,-7 1,-15-1</inkml:trace>
  <inkml:trace contextRef="#ctx0" brushRef="#br1" timeOffset="86427.487">25087 5354,'17'7,"16"2,17 0,14-2,10-1,3-3,-10-2</inkml:trace>
  <inkml:trace contextRef="#ctx0" brushRef="#br1" timeOffset="86613.989">25852 5245,'25'-60,"2"1,3 1,5-1,-22 40,-10 33,-12 28,2 1,2-1,2 1,2 0,1 0,5 24,42 153,-42-153,-11-47</inkml:trace>
  <inkml:trace contextRef="#ctx0" brushRef="#br1" timeOffset="86786.526">25797 5586,'17'0,"18"0,19 0,15 0,12 0,9 0,4 0,-6 0,-15 0,-21 0</inkml:trace>
  <inkml:trace contextRef="#ctx0" brushRef="#br1" timeOffset="91267.552">20076 6774,'-5'24,"-1"23,0 20,-1 15,1 10,0 8,3 3,-2-2,-1-4,-3-8,-1-8,-2-12,1-15,0-17,2-17,3-12</inkml:trace>
  <inkml:trace contextRef="#ctx0" brushRef="#br1" timeOffset="91980.641">19994 7252,'17'-247,"-5"91,-12 155,-1 0,1 0,0-1,0 1,0 0,0 0,0 0,0 0,0-1,0 1,1 0,-1 0,0 0,1 0,-1 0,1 0,-1 0,1 0,-1 0,1 0,0 0,-1 0,1 0,0 0,0 0,0 1,0-1,0 0,0 1,0-1,0 0,0 1,0-1,0 1,0 0,0-1,0 1,0 0,1 0,-1 0,0 0,0 0,0 0,0 0,1 0,-1 0,0 0,18 11,-1 1,0 0,-1 1,-1 1,0 0,0 1,6 10,-9-12,-2 1,0-1,0 2,-1-1,-1 1,0 1,0 4,-7-16,0 0,0 1,-1-1,0 1,0-1,0 1,0-1,-1 1,0-1,0 1,0 0,0-1,-1 1,1-1,-1 1,-1-1,1 1,-1-1,1 0,-1 1,0-1,-1 0,1 0,-1-1,1 1,-1 0,-1-1,1 0,-3 3,-3 0,1 0,-1 0,-1-1,1 0,-1-1,0 0,0-1,0 0,0 0,-1-1,1-1,-1 1,1-2,-1 1,1-2,-1 1,0-1,-3-2,12 3,0 0,-1-1,1 1,0-1,0 0,0 0,0 0,0 0,0 0,0 0,0 0,0-1,1 1,-1-1,0 1,1-1,-1 0,1 0,0 1,-1-1,1 0,0 0,0 0,0 0,1-1,-1 1,0 0,1 0,0 0,-1-1,1 1,0 0,0 0,0-1,0 1,1 0,-1 0,0-1,1 1,0 0,0 0,-1 0,1 0,1-2,7-8,1 1,0-1,1 2,0-1,0 2,1-1,0 1,1 1,0 1,5-3,0-1,17-10,143-100,-164 110,-1-1,0 0,-1-1,-1-1,0 0,-1 0,0-1,-1-1,-1 1,0-1,-1-2,-1 2,-1 0,-1-1,0 1,-1-1,-1 0,-1 0,0 0,-1 1,-1-1,0 0,-1 0,-1 0,-1 1,-1-1,0 1,-1 0,0 0,-5-7,10 21,0-1,-1 1,1 0,0-1,-1 1,1 0,-1 0,0 0,1 0,-1 0,0 0,0 0,-1 1,1-1,0 1,0 0,-1-1,1 1,-1 0,1 1,-1-1,1 0,-1 1,0-1,1 1,-1 0,0 0,1 0,-1 0,0 0,1 0,-1 1,1-1,-1 1,1 0,-1 0,1 0,-1 0,1 0,0 1,-1-1,1 1,-1 0,-5 9,0 1,0 0,2 1,-1-1,1 1,1 1,1-1,0 1,0 0,1-1,1 1,0 1,1-1,1 14,-3 16,2 0,1 1,3-1,2 0,1 0,3 0,1-1,2-1,2 0,2 0,1-1,6 5,-20-37,1-1,0 0,0 0,1-1,0 1,0-1,0 0,1-1,0 1,1-1,-1 0,1-1,0 1,1-1,-1-1,1 1,0-1,0-1,0 0,0 0,1 0,2-1,-5-3,0-1,0 0,0-1,-1 1,1-1,-1 0,1-1,-1 0,0 1,0-1,0-1,-1 1,0-1,0 0,0 0,0 0,-1 0,1-1,-2 1,1-1,0 0,-1 0,0 0,-1 0,1-1,38-128,-37 167,-4-20,0-1,1 1,0-1,1 1,0 0,0-1,2 0,-1 1,1-1,1 0,0 0,1-1,0 1,0-1,1 0,1 0,-1-1,6 5,9 3</inkml:trace>
  <inkml:trace contextRef="#ctx0" brushRef="#br1" timeOffset="92811.461">20731 6652,'160'95,"10"8,-159-95,0 1,-1 1,0 0,-1 0,0 1,-1 0,0 1,-1 0,0 0,-1 0,0 1,-1 0,0 1,31 197,-36-209,0-1,0 1,0 0,0 0,1 0,-1 0,1 0,-1-1,1 1,0 0,0 0,0-1,0 1,0 0,0-1,0 1,0-1,1 0,-1 1,1-1,-1 0,1 0,-1 0,1 0,-1 0,1 0,0 0,0 0,0-1,-1 1,1-1,0 0,0 1,0-1,0 0,0 0,0 0,0 0,-1 0,1-1,0 1,0 0,0-1,0 0,-1 1,1-1,0 0,0 0,-1 0,1 0,-1 0,1 0,-1-1,15-14,0-1,-2-1,0-1,-1 0,-1 0,-1-2,-1 1,-1-1,2-7,-6 18,4-9,-9 19,1 0,0 0,-1 0,1 0,-1 1,1-1,-1 0,1 0,-1 0,1 1,-1-1,1 0,-1 0,1 1,-1-1,1 0,-1 1,1-1,-1 1,0-1,1 0,-1 1,0-1,1 1,-1-1,0 1,0-1,1 1,-1 0,0-1,0 1,0-1,0 1,0-1,0 1,0 0,0-1,0 1,0-1,0 1,0-1,0 1,0-1,-1 1,1-1,0 1,0 0,-1-1,1 1,0-1,-1 0,1 1,-1 0,1 0,0 6,-1 0,1 0,0 0,0 1,1-1,0 0,1 0,-1 0,1 0,1 0,-1-1,1 1,0-1,1 1,-1-1,1 0,1 0,-1-1,1 1,0-1,0 0,1 0,2 2,4-3,0 1,0-2,1 0,-1 0,1-1,0-1,-1 0,1-1,0 0,0-1,-1 0,1-1,-1-1,1 0,-1 0,0-1,0-1,-1 0,1-1,9-6,-20 12,1-1,-1 0,0 0,1 1,-1-1,1 1,-1-1,0 1,1 0,-1-1,1 1,0 0,-1 0,1 0,-1 0,1 0,-1 1,1-1,-1 0,1 1,-1-1,0 1,1-1,-1 1,1 0,0 0,11 5,-3-3,-1 0,0-1,0 0,1-1,-1 0,1-1,-1 0,1 0,-1-1,1 0,-1 0,0-1,1-1,-1 0,0 0,0 0,-1-1,1-1,-1 1,0-1,0-1,4-3,-10 7,0 1,0-1,-1 0,1 0,-1 0,1 0,-1-1,0 1,0 0,0 0,0-1,0 1,0-1,-1 1,1-1,-1 1,0-1,0 1,0-1,0 1,0-1,0 1,-1-1,1 1,-1-1,1 1,-1-1,0 1,0 0,0-1,-1 1,1 0,-1-1,-3-3,1 1,-1 0,0 0,0 0,-1 1,0 0,1 0,-1 0,-1 1,1 0,-7-3,0 1,-1 1,1 1,-1 0,-1 0,1 1,0 1,0 1,-1 0,1 1,-13 2,20-2,1 0,-1 0,1 1,-1 0,1 0,-1 0,1 1,0 0,0 1,1-1,-1 1,1 0,0 0,0 1,0-1,0 1,1 0,0 1,0-1,0 1,1 0,0 0,0 0,0 0,2-2,-1 0,1-1,1 1,-1 0,0 0,1 0,0 0,0 0,0 0,1 0,-1 0,1-1,0 1,0 0,0 0,0 0,1-1,0 1,-1-1,1 1,1-1,-1 0,0 0,1 0,-1 0,1 0,0 0,0-1,2 1,4 4,1 0,0-2,0 1,0-1,1-1,0 1,0-2,0 0,5 1,27 3</inkml:trace>
  <inkml:trace contextRef="#ctx0" brushRef="#br1" timeOffset="93075.755">21961 6706,'-14'3,"-7"7,0 6,3 11,6 9,6 9,5-5</inkml:trace>
  <inkml:trace contextRef="#ctx0" brushRef="#br1" timeOffset="93323.098">22029 7239,'18'12,"14"5,8 1,6-3,5-7,-6-4</inkml:trace>
  <inkml:trace contextRef="#ctx0" brushRef="#br1" timeOffset="93576.415">23408 7048,'18'2,"19"4,13 0,13-1,8-1,-2-2,-8 0,-12-1,-15-1</inkml:trace>
  <inkml:trace contextRef="#ctx0" brushRef="#br1" timeOffset="93759.928">23476 7211,'23'5,"20"1,16 0,12-1,5-2,0 0,-7-5,-15-1</inkml:trace>
  <inkml:trace contextRef="#ctx0" brushRef="#br1" timeOffset="93975.351">23899 6856,'1'2,"0"0,0 1,0-1,1 0,-1 0,1 0,-1 0,1-1,0 1,-1 0,1-1,0 1,0-1,0 1,0-1,0 0,1 0,-1 0,0 0,2 0,1 1,51 23,2-3,56 13,-66-22,0 2,-2 2,0 2,-1 2,6 6,-46-25,-1 0,1 1,-1-1,1 1,-1 0,0 0,0 0,-1 1,1 0,-1-1,1 1,-1 0,0 1,-1-1,1 0,-1 1,0-1,0 1,0 0,0 0,-1 0,0 0,0 0,-1 0,1 0,-1 0,0 1,-4 4,-1 0,0-1,0 1,-1-1,0-1,-1 1,0-1,0 0,-1 0,0-1,0 0,-1 0,0-1,-5 3,10-7,-210 151,188-127,12-6</inkml:trace>
  <inkml:trace contextRef="#ctx0" brushRef="#br1" timeOffset="88421.671">29158 4740,'64'554,"-58"-365,-5-209,1 0,1 0,1 0,1 0,1 0,0 1,2 0,0 1,1 0,0 0,11-13,-19 28,2 0,-1 0,0 0,0 0,1 0,0 1,-1-1,1 1,0-1,0 1,1 0,-1 0,0 1,1-1,-1 1,1 0,-1-1,1 2,0-1,-1 0,1 1,0-1,-1 1,1 0,0 1,0-1,-1 0,1 1,0 0,-1 0,1 0,-1 0,1 1,-1 0,1-1,-1 1,0 0,0 0,3 3,1 3,0-1,0 2,-1-1,0 1,0 0,-1 0,-1 1,1-1,-1 1,-1 0,0 0,0 0,-1 1,0-1,-1 8,-1-15,0 1,0 0,0 0,-1 0,0-1,0 1,0 0,0-1,-1 1,1-1,-1 1,0-1,0 0,0 1,0-1,-1 0,1 0,-1-1,0 1,0-1,0 1,0-1,0 0,0 0,-1 0,1-1,0 1,-1-1,0 1,1-1,-1-1,0 1,0 0,1-1,-1 0,0 0,-1 0,-6 2,0-1,-1 0,1-1,-1-1,1 1,0-2,-1 0,1 0,0-1,0 0,-3-2,14 5,1 0,0 0,0 0,-1 0,1-1,0 1,-1 0,1 0,0 0,-1-1,1 1,-1 0,1-1,0 1,-1 0,1-1,-1 1,1-1,-1 1,1-1,-1 1,1-1,-1 0,0 1,1-1,-1 1,0-1,1 0,-1 1,0-1,0 0,0 1,0-1,1 0,-1 1,0-1,0 0,0 0,0 1,-1-1,1 0,0 1,0-1,0 0,-1 1,1-1,0 0,0 1,-1-1,1 1,-1-1,1 1,0-1,-1 0,1 1,-1 0,0-1,1 1,-1-1,1 1,-1 0,0-1,1 1,-1 0,28-7</inkml:trace>
  <inkml:trace contextRef="#ctx0" brushRef="#br1" timeOffset="88830.101">29799 5341,'0'-5,"0"0,0 1,0-1,0 1,-1-1,1 1,-1-1,0 1,-1-1,1 1,-1 0,0-1,0 1,0 0,0 0,-1 1,0-1,1 0,-1 1,-1 0,1-1,0 1,-1 1,0-1,0 0,0 1,0 0,0 0,0 0,0 0,-1 1,1-1,0 1,-1 1,1-1,-1 0,0 1,1 0,-1 0,1 0,-1 1,1 0,-1 0,1 0,-1 0,1 0,0 1,-1 0,1 0,0 0,0 1,0-1,1 1,-3 2,2-1,1-1,0 1,0 1,0-1,0 0,1 1,0-1,0 1,0 0,0-1,1 1,0 0,0 0,0 0,0 0,1 0,0 0,0 0,0 1,1-1,0 0,0 0,0-1,0 1,1 0,0 0,0 0,0-1,1 1,-1-1,1 0,0 0,0 0,1 0,-1 0,1-1,0 0,0 1,0-1,0-1,0 1,1-1,-1 1,2-1,0 2,0-1,0 0,0 0,0 0,1-1,-1 0,1 0,-1-1,1 0,0 0,-1-1,1 1,0-1,0-1,-1 1,1-1,0 0,-1-1,1 0,-1 0,0 0,1-1,-1 0,0 0,0 0,-1-1,1 0,-1 0,1-1,-1 0,-1 0,0-1,0 1,0-1,-1 0,1 0,-2 0,1 0,-1 0,1-1,-2 1,1-1,-1 1,0-1,0 0,-1 0,0-3,0 11,0-1,0 0,-1 0,1 0,0 1,0-1,0 0,-1 0,1 0,0 0,0 0,-1 1,1-1,0 0,0 0,0 0,-1 0,1 0,0 0,-1 0,1 0,0 0,0 0,-1 0,1 0,0 0,0 0,-1 0,1 0,0 0,0 0,0-1,-1 1,1 0,0 0,0 0,-1 0,1 0,0-1,0 1,0 0,0 0,-1 0,1 0,0-1,0 1,0 0,0 0,0-1,-1 1,-8 25,9-19,0-1,0 1,1-1,-1 1,1-1,0 0,0 1,1-1,0 0,0 0,0 0,0 0,1 0,0 0,0-1,0 0,1 1,-1-1,1 0,0 0,0-1,0 1,1-1,-1 0,1 0,4 1,5 3,-1 0,1-1,0-1,1 0,-1-1,1-1,0 0,-1-1,5-1,23 0</inkml:trace>
  <inkml:trace contextRef="#ctx0" brushRef="#br1" timeOffset="90120.43">30099 5463,'20'-25,"-2"-1,0 0,-2-2,-1 0,-1-1,-1 0,-2-1,-1 0,5-27,-15 55,1 1,-1-1,1 1,-1-1,0 0,0 1,0-1,0 1,0-1,0 0,0 1,0-1,-1 1,1-1,-1 0,1 1,-1-1,0 1,1 0,-1-1,0 1,0-1,0 1,0 0,0 0,0 0,0 1,0 1,1 0,-1 0,1 0,-1 1,1-1,-1 0,1 0,-1 0,1 0,0 0,0 1,0-1,0 0,0 0,0 0,0 0,0 1,0-1,0 0,1 0,-1 0,0 0,1 1,-1-1,1 0,-1 0,1 0,0 0,-1 0,1 0,0-1,0 1,0 0,-1 0,1 0,0-1,0 1,1 0,10 8,0-1,0 0,1-1,0 0,0-1,0-1,1 0,13 3,12 5,-30-10,-4-2,0-1,0 1,0 1,-1-1,1 1,0 0,-1 0,1 0,-1 0,0 1,0 0,0 0,0 0,0 0,0 1,-1 0,0-1,0 1,0 0,0 0,-1 1,1-1,-1 1,0-1,0 1,-1 0,0-1,1 4,-6 27,2-32,1 0,0 0,0 0,0 0,1 0,-1 0,1 0,-1 0,1 0,0 0,0 1,1-1,-1 0,1 0,-1 0,1 0,0 0,0 0,0 0,1 0,-1-1,1 1,0 0,-1-1,1 1,0-1,0 0,1 1,-1-1,0 0,1 0,-1 0,1-1,0 1,0 0,14 3,0-1,0-1,1 0,-1-1,1-1,-1 0,1-1,0-1,-1-1,1-1,-1 0,9-4,51-17,-75 24,0 0,0 0,0 0,0 0,0 0,0 1,0-1,0 1,0 0,-1-1,1 1,0 0,0 0,-1 0,1 0,0 1,-1-1,1 0,-1 1,1-1,-1 1,0-1,0 1,0 0,0-1,0 1,0 0,0 1,12 15,-8-13,1-1,-1 0,1 0,0 0,0-1,0 1,0-2,1 1,-1-1,1 1,0-2,-1 1,1-1,0 0,0-1,1 1,-4-1,0 0,0 0,0 0,0 0,1-1,-1 1,0-1,0 0,0 0,0-1,-1 1,1-1,0 0,-1 0,1 0,-1-1,1 1,-1-1,0 0,0 1,0-2,-1 1,1 0,-1 0,1-1,-1 1,0-2,-1 2,0 0,0 0,0 0,0-1,-1 1,1 0,-1 0,0 0,0-1,0 1,-1 0,1 0,-1 0,0-1,0 1,0 0,0 0,0 0,0 1,-1-1,0 0,1 0,-1 1,0-1,0 1,-1-1,1 1,-1 0,-3-4,0 1,-1 0,0 1,0-1,0 1,0 1,0-1,-1 1,0 1,-5-2,4 2,1 0,-1 0,0 1,0 0,0 0,0 1,0 0,0 1,0 0,0 0,0 1,1 1,-1-1,0 1,1 0,0 1,0 0,0 1,0-1,1 1,0 1,0 0,0 0,-3 4,8-8,1 0,-1 0,1 0,-1 1,1-1,0 0,0 1,0-1,1 1,-1-1,1 1,-1 0,1-1,0 1,0-1,0 1,0 0,0-1,1 1,-1 0,1-1,-1 1,1-1,0 1,0-1,0 0,1 1,-1-1,1 0,-1 0,1 0,-1 0,1 0,0 0,0 0,0-1,0 1,1-1,-1 1,2 0,7 4,0 0,0 0,1-1,0 0,0-1,0-1,10 2,27 3</inkml:trace>
  <inkml:trace contextRef="#ctx0" brushRef="#br1" timeOffset="90413.169">31274 5095,'-14'-14,"-9"-5,-6 1,1 7,4 8,7 13,5 14,9 11,8 13,8 6,2-5</inkml:trace>
  <inkml:trace contextRef="#ctx0" brushRef="#br1" timeOffset="90414.169">31302 5505,'9'16,"8"12,7 9,8 3,4-4,4-5,4-8,4-8,3-7,2-4,-1-5,-5-6,-10 0</inkml:trace>
  <inkml:trace contextRef="#ctx0" brushRef="#br1" timeOffset="87471.208">27819 5163,'14'0,"18"0,18 2,15 1,7 0,-1 2,-13 0</inkml:trace>
  <inkml:trace contextRef="#ctx0" brushRef="#br1" timeOffset="87722.961">27764 5341,'26'4,"24"2,20 0,15-1,6-2,-2-3,-17-2</inkml:trace>
  <inkml:trace contextRef="#ctx0" brushRef="#br1" timeOffset="87892.088">28338 5027,'16'7,"17"7,15 5,10 5,6 5,-3 4,-6 4,-12 2,-14 2,-19 1,-18-2,-19-4,-17-3,-10-4,0-6,8-6</inkml:trace>
  <inkml:trace contextRef="#ctx0" brushRef="#br1" timeOffset="97689.356">25661 7307,'23'-39,"-2"-1,-1-1,-3-1,-1-1,-2 0,-2-1,-2 0,-2 0,-2-1,-2-1,-1-35,-5-15,1 90,0 22,1-8,-23 401,22-393,1 1,1-1,0 0,1 1,1-1,0 0,1 0,1 0,0-1,1 1,1-1,0-1,1 1,1-1,0-1,1 0,1 0,3 3,1-5,1 0,0-2,0 0,1 0,1-2,-1 0,1-1,0 0,0-2,1 0,-1-1,1-1,0-1,13-1,29 0</inkml:trace>
  <inkml:trace contextRef="#ctx0" brushRef="#br1" timeOffset="97937.729">25607 6856,'2'-2,"19"-1,28 0,33 0,30 2,22 0,6 3,-20 0</inkml:trace>
  <inkml:trace contextRef="#ctx0" brushRef="#br1" timeOffset="98560.067">26249 7539,'17'-26,"-1"-1,-1 0,-1-1,-2-1,-1-1,-1 1,-1-1,-2-1,-1 0,2-25,-8 43,0 11,-1 0,1 0,0 0,-1 0,1 1,0-1,0 0,0 0,1 0,-1 0,0 0,1 1,-1-1,1 0,0 0,-1 1,1-1,0 0,0 1,0-1,0 1,1-1,-1 1,0-1,1 1,-1 0,0 0,1 0,0 0,-1 0,1 0,-1 0,1 0,0 1,0-1,0 0,125 18,-109-13,-10-3,-1 0,1 0,0 1,-1 0,0 0,1 1,-1 0,0 0,0 1,0 0,-1 0,1 1,-1-1,0 1,-1 1,1-1,-1 1,0 0,0 0,-1 0,1 1,-1 0,6 82,-11-79,1-1,0 1,1 0,0-1,1 1,0-1,0 1,1-1,3 8,-4-14,0 0,1 0,-1 0,0 0,1-1,0 1,-1-1,1 1,0-1,0 0,1 0,-1 0,0-1,1 1,-1-1,1 0,-1 0,1 0,-1 0,1-1,0 1,-1-1,1 0,0 0,1-1,91-22,-82 16,0-1,0-1,0 0,-1-1,-1-1,0 0,0 0,-1-1,0-1,-1 0,-1 0,0-1,-1 0,0 0,1-6,3-37,-12 57,0 1,0-1,0 1,0 0,0-1,0 1,0 0,-1-1,1 1,0 0,0-1,0 1,-1-1,1 1,0-1,-1 1,1-1,-1 1,1-1,-1 1,1-1,-1 1,1-1,-1 0,1 1,-1-1,1 0,-1 1,1-1,-1 0,0 0,1 0,-1 1,0-1,1 0,-1 0,0 0,1 0,-1 0,1 0,-1 0,0 0,1-1,-1 1,0 0,1 0,-1 0,1-1,-1 1,0 0,1-1,-1 1,1 0,-1-1,1 1,-1-1,1 1,0-1,-1 1,1-1,-1 1,1-1,0 0,0 1,-1-1,1 1,0-1,0 0,0 1,0-1,-4 6,1 1,0-1,0 1,1 0,0 0,0 0,0 0,1 0,0 1,0-1,0 0,1 1,0-1,0 0,1 1,0-1,0 0,0 1,1-1,0 0,0 0,0 0,1-1,0 1,0 0,0-1,1 0,0 0,0 0,0 0,1-1,-1 1,1-1,0 0,4 2,9 2,0 0,1-1,0-1,0-1,0-1,1 0,-1-2,1 0,0-1,0-1,16-2,24-3</inkml:trace>
  <inkml:trace contextRef="#ctx0" brushRef="#br1" timeOffset="99008.435">27641 6638,'-6'13,"0"0,0 0,1 1,1-1,0 1,1 0,1 0,0 0,1 1,0-1,1 0,-1 61,4-1,2 0,4 0,3-1,8 20,-17-79,-2-7,0 0,1 0,0 0,0 0,0 0,1-1,0 1,0-1,1 0,0 0,2 3,-4-9,0 1,-1-1,1 1,0-1,0 0,0 0,0 0,0 0,0 0,0 0,0-1,0 1,-1 0,1-1,0 0,0 1,0-1,-1 0,1 0,0 0,-1 0,1 0,-1 0,1-1,-1 1,0 0,1-1,-1 1,0-1,0 0,0 1,0-1,0 0,0 1,-1-1,1 0,0-1,5-5,0-1,1-1,1 1,-1 0,1 0,1 1,0 0,0 1,0 0,1 0,0 1,1 1,-1-1,1 2,0-1,0 1,1 1,8-2,-17 5,-1 0,1 1,0-1,0 0,-1 1,1 0,0-1,-1 1,1 0,0 1,-1-1,1 0,-1 1,0-1,0 1,1 0,-1-1,0 1,0 0,-1 1,1-1,0 0,-1 0,1 1,-1-1,0 1,0-1,0 1,0-1,1 3,-1 2,1-1,-1 0,0 1,0-1,-1 0,0 1,0-1,-1 1,1-1,-1 1,-1-1,1 0,-1 1,-1-1,0 1,0-1,-1-1,0 1,0 0,0-1,0 0,-1 0,0 0,0 0,-1-1,1 0,-1 0,0-1,0 1,0-1,0 0,0-1,-1 0,1 0,-1 0,0-1,0 0,1 0,-1 0,0-1,0 0,-4-1,9 0,-1 1,1-1,-1 0,1 0,-1 0,1 0,0-1,0 1,-1 0,1-1,0 0,0 1,0-1,1 0,-1 0,0 0,1 0,-1-1,1 1,0 0,0 0,0-1,0 1,0-1,0 1,1-1,-1 0,1 1,0-1,-1 1,1-1,1 0,-1 1,0-1,1 1,-1-1,1 1,-1-1,1 1,0-1,0 1,1-1,-1 1,0 0,1 0,-1 0,1 0,1-1,22-28,5 3</inkml:trace>
  <inkml:trace contextRef="#ctx0" brushRef="#br1" timeOffset="99564.06">28132 7211,'2'3,"0"9,1-1,1 1,0-1,1 0,0-1,1 1,0-1,0 0,1 0,1-1,0 0,0 0,0-1,8 6,-6-8,0 0,0 0,0-1,1 0,0-1,0-1,0 1,1-2,-1 0,6 1,-13-3,0 1,1-1,-1 0,1 0,-1 0,0-1,1 0,-1 1,0-1,0-1,1 1,-1-1,0 0,0 0,-1 0,1 0,0 0,-1-1,1 0,-1 0,0 0,0 0,0 0,0-1,-1 1,1-1,-1 0,2-3,25-109,-29 115,0 1,0 0,0-1,0 1,0 0,0 0,0-1,0 1,0 0,0-1,0 1,0 0,0 0,0-1,0 1,0 0,1-1,-1 1,0 0,0 0,0 0,1-1,-1 1,0 0,0 0,0 0,1-1,-1 1,0 0,0 0,1 0,-1 0,0 0,1-1,-1 1,0 0,0 0,1 0,-1 0,0 0,1 0,-1 0,0 0,0 0,1 0,-1 0,0 0,1 1,-1-1,0 0,0 0,1 0,-1 0,0 0,0 0,1 1,-1-1,0 0,0 0,1 0,-1 1,0-1,12 20,-9-14,2 5,0-1,0 1,1-1,1 0,0 0,0-1,0 0,1 0,1-1,0 0,0-1,0 1,1-2,0 1,0-2,0 1,10 2,-15-7,1-1,0 0,-1 0,1-1,-1 0,1 0,-1 0,1 0,-1-1,0 0,1 0,-1-1,0 1,0-1,-1 0,1 0,-1-1,1 1,1-4,68-83,-30 7,-49 98,1 0,1 0,1 1,0-1,1 0,0 1,2-1,0 2,-1-12,1 1,0-1,0 1,0-1,1 0,0 1,0-1,0 0,0 0,1 0,0 0,0-1,0 1,1-1,0 0,0 0,0 0,0-1,0 1,1-1,-1 0,1 0,5 2,25 6,-1-6</inkml:trace>
  <inkml:trace contextRef="#ctx0" brushRef="#br1" timeOffset="99807.912">28952 6870,'-4'24,"4"13,11 11,2-3</inkml:trace>
  <inkml:trace contextRef="#ctx0" brushRef="#br1" timeOffset="100072.204">29088 7443,'34'-23,"-11"8,0 0,-1-2,-1-1,0 0,-1-2,-2 0,0-1,1-3,-17 22,1-1,-1 0,0 1,0-1,0 0,0 0,-1 0,1 0,-1 0,0 0,0-1,0 1,0 0,-1-1,1 1,-1-1,0 1,0 0,0-1,0 1,0-1,-1 1,0 0,0-1,0 1,0 0,0 0,-1-1,1 1,-1 0,0 0,0 1,0-1,0 0,0 1,-1-1,1 1,-1 0,0 0,1 0,-1 0,0 0,-1 0,-1 0,0 0,1 1,-1-1,0 1,0 0,0 1,0-1,0 1,0 0,0 0,0 1,0-1,0 1,0 0,0 1,0-1,0 1,1 0,-1 0,1 0,-1 1,1-1,0 1,0 0,0 1,0-1,1 0,-1 1,1 0,0 0,0 0,0 0,1 1,-1-1,1 1,0-1,0 1,1 0,0 0,-1 0,2 0,-1 0,0 0,1 0,0 0,0 0,1 5,2-3,-1 1,1-1,0 0,0 0,1 0,0 0,0 0,1-1,0 0,0 0,0 0,1 0,0-1,0 0,0 0,0-1,1 0,7 4,8 3,0-1,0-1,1-1,1 0,12 1,51 7,-5-6</inkml:trace>
  <inkml:trace contextRef="#ctx0" brushRef="#br1" timeOffset="100808.662">30331 7389,'7'-5,"-1"0,0 0,-1 0,1 0,-1-1,0 0,0 0,-1-1,0 1,3-7,32-65,25-36,-64 113,1 0,0 0,0 0,0 0,0 0,0 0,0 0,0 0,0 0,0 1,1-1,-1 0,0 1,0-1,1 1,-1 0,0-1,1 1,-1 0,0 0,1 0,-1 0,0 0,1 0,-1 0,0 0,1 0,-1 1,0-1,1 1,-1-1,0 1,0-1,1 1,-1 0,0-1,0 1,0 0,36 41,-35-40,9 11,-2 1,1 0,-2 1,0 0,-1 0,0 1,-1-1,-1 1,1 8,-6-21,0 0,0 0,-1 0,1 0,-1 0,0-1,1 1,-1 0,-1 0,1-1,0 1,-1-1,1 1,-1-1,0 1,0-1,0 0,0 0,0 0,0 0,-1 0,1-1,0 1,-1-1,0 1,1-1,-1 0,0 0,0 0,1 0,-1-1,0 1,0-1,0 1,0-1,0 0,0-1,0 1,0 0,0-1,1 1,-1-1,0 0,0 0,-1-1,3 2,0 0,0 0,1-1,-1 1,0 0,1 0,-1-1,0 1,1 0,-1-1,0 1,1-1,-1 1,1 0,-1-1,1 0,-1 1,1-1,-1 1,1-1,-1 1,1-1,0 0,-1 1,1-1,0 0,0 0,-1 1,1-1,0 0,0 1,0-1,0 0,0 0,0 1,0-1,0 0,0 0,1 1,-1-1,0 0,0 1,1-1,-1 0,0 1,1-1,-1 0,0 1,1-1,-1 1,1-1,-1 1,1-1,0 1,-1-1,1 1,-1-1,2 1,39-23,107-2,-124 23,1 0,-1-2,0-1,0 0,0-2,0-1,-13-3,-31 21,17-7,1 0,0 0,1 0,-1 0,0 0,1 0,0 1,0-1,0 0,0 1,0-1,1 1,0-1,-1 1,1-1,0 1,1-1,-1 1,1-1,-1 1,1-1,0 0,1 1,-1-1,0 0,1 0,0 0,-1 0,1 0,1 0,-1 0,0-1,1 1,-1-1,1 0,0 1,-1-1,1-1,0 1,0 0,1-1,-1 1,0-1,0 0,1 0,-1 0,1-1,-1 1,1-1,-1 0,1 1,-1-2,1 1,-1 0,1-1,-1 0,0 1,1-1,2-2,0-1,0 0,-1 0,0-1,0 0,0 0,0 0,-1 0,0-1,0 0,0 0,-1 0,0 0,0-1,0 1,-1-1,0 1,-1-1,1 0,-1 0,0 0,-1 0,0 0,0 0,0 0,-1 0,0 0,-1 0,1 1,-1-1,-1 0,1 1,-1-1,0 1,0 0,-1 0,0 0,0 1,0-1,-1 1,-3-3,2 3,-1-1,0 1,0 1,0-1,-1 1,0 1,0-1,0 1,0 1,0-1,0 1,-1 1,1 0,-1 0,1 0,-1 1,1 0,-1 1,1 0,-1 1,1-1,0 1,-1 1,1 0,0 0,1 0,-1 1,1 1,-1-1,1 1,0 0,1 0,-6 7,9-9,1 0,0 0,1 0,-1 0,0 0,1 0,0 1,-1-1,1 1,1-1,-1 1,0-1,1 1,0 0,0-1,0 1,0-1,1 1,-1 0,1-1,0 1,0-1,0 0,0 1,1-1,-1 0,1 1,0-1,0 0,0-1,1 1,-1 0,2 1,4 4,0-1,1 0,0 0,0-1,0 0,1 0,0-1,0-1,0 0,8 2,35 7,-4-6</inkml:trace>
  <inkml:trace contextRef="#ctx0" brushRef="#br1" timeOffset="101056.996">31232 6747,'-13'-10,"-10"-2,-6 1,-2 6,2 9,6 11,4 12,5 13,8 9,5-4</inkml:trace>
  <inkml:trace contextRef="#ctx0" brushRef="#br1" timeOffset="101340.239">31219 7362,'21'16,"14"8,7 2,10-3,4-6,2-6,-2-4,-3-4,-7-4,-8-8,-11-1</inkml:trace>
  <inkml:trace contextRef="#ctx0" brushRef="#br1" timeOffset="102046.401">20034 8645,'0'19,"0"15,0 9,0 4,0-2,0 0,0-7,-2-9,-1-10</inkml:trace>
  <inkml:trace contextRef="#ctx0" brushRef="#br1" timeOffset="102512.229">19817 8399,'8'-3,"0"-1,1 1,-1 1,1-1,0 2,0-1,0 1,0 0,0 1,0 0,0 1,0 0,0 0,0 1,-1 0,1 0,0 1,4 2,6 1,-1 0,1 2,-1 0,-1 0,1 2,-2 0,1 1,-1 1,-1 0,0 1,-1 1,-1 0,0 1,0 0,-2 1,0 1,-1 0,0 0,-2 1,0 0,-1 0,2 7,-4 4,-1 1,-1-1,-2 1,-2 27,1-11,0-45,0-1,-1 1,1 0,0-1,0 1,0 0,0-1,0 1,0-1,0 1,0 0,0-1,0 1,0 0,0-1,0 1,1 0,-1-1,0 1,0-1,1 1,-1-1,0 1,1-1,-1 1,0-1,1 1,-1-1,1 1,-1-1,1 1,-1-1,1 0,-1 1,1-1,0 0,-1 0,1 1,-1-1,1 0,0 0,-1 0,1 0,0 0,-1 0,1 0,0 0,-1 0,1 0,-1 0,1 0,0 0,-1-1,1 1,-1 0,1-1,32-22,-18 6,0 0,-1 0,-1-2,-1 1,-1-2,0 1,-2-2,0 1,-1-1,-1 0,2-13,-12 44,1 1,0-1,1 1,1 0,-1-1,2 1,-1 0,1 0,1-1,0 1,1-1,0 0,0 1,1-1,0-1,1 1,0 0,5 5,0-5,-1-1,1 0,0-1,1 0,0-1,0 0,1-1,0 0,0-1,0 0,1-1,8 2,37 9</inkml:trace>
  <inkml:trace contextRef="#ctx0" brushRef="#br1" timeOffset="103627.269">21277 8686,'-26'-4,"0"2,0 0,0 2,-25 2,43-1,0 0,0 1,0-1,0 2,0-1,1 1,-1 0,1 0,0 1,0 0,0 0,1 1,-1 0,1 0,0 1,0-1,1 1,0 1,2-3,1 0,0 1,0-1,0 1,0 0,1-1,0 1,0 0,0 0,1 0,-1 0,1 0,0 0,1 0,-1 0,1 0,0-1,0 1,1 0,0 0,-1-1,1 1,1-1,-1 0,1 1,-1-1,1 0,1 0,-1-1,0 1,1-1,0 1,0-1,0-1,0 1,0 0,0-1,1 0,-1 0,1 0,1 0,18 7,1 0,0-2,0-1,1-1,0-1,0-1,0-2,0 0,21-3,-26 2,0-1,0-2,0 0,0-1,0 0,0-2,-1-1,0 0,-1-2,0 0,0-1,-1-1,0-1,0 0,-2-1,0-1,4-5,12-41,-32 59,1-1,-1 1,0-1,0 1,0-1,0 1,0-1,0 1,0-1,0 1,0-1,-1 1,1-1,-1 1,1-1,-1 1,1 0,-1-1,0 1,0 0,0 0,0-1,0 1,0 0,0 0,0 0,0 0,0 0,0 1,-1-1,1 0,0 0,-1 1,1-1,-1 1,1-1,-1 1,1 0,0-1,-1 1,1 0,-2 0,-2 1,0-1,0 1,-1 0,1 0,0 1,0 0,0 0,1 0,-1 0,0 1,1-1,-1 1,1 1,0-1,0 0,0 1,1 0,-1 0,1 0,0 0,0 1,0-1,1 1,0 0,-1 0,2-1,-1 2,1-1,-1 0,1 0,1 0,-1 0,1 1,0-1,0 0,0 0,1 1,0-1,1 0,-1 1,1-1,1 0,-1 0,1-1,-1 1,1 0,1-1,-1 0,1 1,-1-1,1-1,0 1,1 0,-1-1,1 0,-1 0,1-1,0 1,0-1,0 0,1 0,12 5,1-2,0 0,0 0,1-2,17 1,-8-2,1-1,0-2,0-1,0-1,-1-1,1-2,-1-1,3-3,-19 6,0 0,0-1,-1-1,1 0,-2 0,1-2,-1 1,0-1,0-1,-1 0,0-1,-1 0,0 0,0-1,-1 0,-1 0,0-1,5-11,-10 18,1-1,-1-1,0 1,0 0,-1 0,0-1,0 1,0 0,-1-1,0 1,0-1,-1 1,1-1,-3-5,3 11,0 0,0 0,-1 1,1-1,0 0,-1 0,1 1,0-1,-1 0,1 1,-1-1,1 0,-1 1,1-1,-1 1,0-1,1 1,-1-1,0 1,1-1,-1 1,0 0,0-1,1 1,-1 0,0 0,0 0,0 0,1-1,-1 1,0 0,0 0,0 0,1 0,-1 1,0-1,0 0,0 0,1 0,-1 1,0-1,0 0,1 1,-1-1,0 1,1-1,-1 1,0-1,1 1,-1-1,1 1,-1 0,1-1,-1 1,1 0,-1-1,1 1,0 0,-1 0,1-1,0 1,0 0,0 0,-1 0,1-1,0 1,-8 19,0 1,1 0,1 0,1 0,1 1,1-1,1 1,1 0,1 9,2 95,5 0,5 0,6-1,6 0,-8-35,-9-48,-2-28,-4-29,-20-255,7 161,6 1,4-1,5 1,8-32,7 66,-17 71,0 1,0 0,0 0,0 0,1 0,-1 0,1 1,-1-1,1 0,-1 1,1-1,0 1,0-1,0 1,0 0,0 0,0 0,0 0,0 0,0 0,0 0,1 1,-1-1,0 1,1 0,-1 0,0 0,1 0,-1 0,0 0,13 4,-1 1,0 0,0 1,-1 1,0 0,0 1,0 0,-1 1,-1 1,1 0,2 3,0-2,0 1,-1 0,-1 1,1 1,-2-1,0 2,-1 0,4 7,-13-20,-1-1,1 0,-1 0,1 1,-1-1,0 0,1 1,-1-1,0 1,0-1,0 0,0 1,0-1,0 0,0 1,-1-1,1 1,0-1,-1 0,1 0,-1 1,0-1,1 0,-1 0,0 1,0-1,1 0,-1 0,0 0,0 0,0 0,0 0,-1-1,1 1,0 0,0-1,0 1,-1 0,1-1,0 1,-1-1,1 0,0 1,-1-1,1 0,-66 5,59-5,-1-1,1 1,-1-2,1 1,0-1,0 0,0-1,0 0,0 0,1-1,0 0,-1 0,1-1,0 0,7 4,0 0,0 0,-1 0,1 0,0-1,0 1,0 0,1 0,-1 0,0 0,0-1,1 1,-1 0,0 0,1 0,-1 0,1 0,-1 0,1 0,0 0,0 0,-1 0,1 0,0 1,0-1,0 0,0 0,0 1,0-1,0 0,0 1,0-1,0 1,0 0,0-1,0 1,0 0,1 0,-1-1,0 1,0 0,0 0,0 0,1 1,0-1,142-26,-120 24,0 0,0-2,-1-1,1-1,-1 0,-1-2,1-1,-1-1,-1 0,12-9,-29 17,0-1,0 1,0-1,-1 0,1 0,-1 0,0 0,0-1,0 1,-1-1,1 0,-1 0,0 0,0 0,0 0,0-1,-1 1,0 0,1-1,-2 1,1-1,-1 1,1-1,-1 1,0-1,-1 1,1-1,-2-3,0 6,-1 0,1 0,-1 0,0 0,1 1,-1-1,0 1,0-1,-1 1,1 0,0 0,0 1,0-1,-1 1,1-1,0 1,0 0,-1 0,1 1,0-1,0 1,-1-1,1 1,0 0,0 0,0 1,0-1,0 1,0-1,0 1,1 0,-1 0,-1 1,-1 1,1 0,-1 0,1 1,0-1,0 1,0 0,1 0,-1 0,1 1,1-1,-1 1,1-1,0 1,0 0,1 0,-1 0,1 0,1 0,-1 0,1 1,0-1,0 0,1 0,0 0,0 0,0 0,1 0,0 0,0 0,1-1,-1 1,1-1,0 1,2 0,7 6,0-2,0 0,2 0,-1-1,1-1,0 0,1-1,0 0,0-1,0-1,1-1,0 0,0-1,0 0,0-2,0 0,8 0,95-10,-72-2</inkml:trace>
  <inkml:trace contextRef="#ctx0" brushRef="#br1" timeOffset="109702.701">23258 8713,'1'10,"1"0,0 0,1 0,0 0,0 0,1-1,0 0,4 5,3 11,-3-4,1 0,0 0,2-1,0-1,1 0,1-1,1 0,15 14,-28-30,1 0,0-1,-1 1,1-1,0 1,0-1,0 0,0 0,0 0,0 0,0 0,1 0,-1-1,0 1,0-1,1 1,-1-1,0 0,1 0,-1 0,0 0,1-1,-1 1,0 0,0-1,1 0,-1 0,0 1,0-1,0 0,0-1,0 1,0 0,0 0,0-1,-1 0,1 1,0-1,-1 0,1 1,0-2,7-14,0 0,-1-1,-1 0,0 0,-1-1,-2 0,0 0,0 0,-1-12,0 13,4-29,1 77,24 96,-30-121,1 0,-1 0,1 0,0-1,0 1,1-1,-1 0,1 0,0 0,0 0,0-1,0 1,1-1,-1 0,1-1,0 1,0-1,0 0,0 0,0 0,1-1,4 1,0-2,1 0,-1-1,0 0,1 0,-1-1,0-1,0 0,0 0,0-1,-1 0,0-1,1 0,-2 0,1-1,0 0,-1-1,-1 1,1-2,-1 1,0-1,0 0,-1-1,0 1,-1-1,0 0,0-1,-1 1,0-1,-1 0,0 0,-1 0,0 0,0-5,-1 14,-1 0,0 0,0 0,0 0,0-1,0 1,0 0,0 0,-1 0,1 0,0 0,-1 0,1 0,0-1,-1 1,0 0,1 0,-1 0,1 1,-1-1,0 0,0 0,0 0,1 0,-1 1,0-1,0 0,0 1,0-1,0 1,0-1,0 1,0-1,-1 1,1 0,0 0,0-1,0 1,0 0,0 0,-1 0,1 0,0 0,0 1,0-1,0 0,0 0,0 1,-1-1,1 1,0-1,0 1,0-1,0 1,0 0,1-1,-1 1,0 0,0 0,0 0,1 0,-1-1,0 1,1 0,-1 0,1 0,-1 1,-1 1,0 1,-1 0,2 0,-1 0,0 0,1 0,0 0,0 0,0 0,0 0,1 1,0-1,0 0,0 0,0 1,1-1,-1 0,1 0,0 1,0-1,1 0,-1 0,1 0,0-1,0 1,0 0,1-1,-1 1,1-1,0 0,0 0,0 0,0 0,1 0,-1-1,1 1,-1-1,1 0,1 0,18 11,1-2,1 0,-1-2,2-1,-1-1,1-1,0-1,15 1,55 7</inkml:trace>
  <inkml:trace contextRef="#ctx0" brushRef="#br1" timeOffset="110213.295">25771 8700,'6'70,"-5"-51,0 0,1 0,1 0,1-1,1 1,0-1,6 12,-9-26,0 0,0-1,0 1,0-1,1 0,-1 0,1 0,0 0,0 0,0-1,0 1,0-1,1 0,-1 0,1 0,-1 0,1-1,0 1,0-1,0 0,-1 0,1-1,0 1,0-1,0 0,0 0,1 0,-1 0,0-1,-1 1,1-1,0 0,0-1,0 1,0 0,-1-1,1 0,-1 0,1 0,0-1,7-7,-1 0,0-1,-1 0,0-1,-1 1,0-2,-1 1,-1-1,0 0,0 0,-1-1,-1 1,0-1,-1 0,-1-1,0 1,-1 0,0-1,-1-1,-2 25,1 0,0 0,0 1,1-1,1 0,-1 0,1 0,1 0,0 0,0 0,1 0,0-1,0 1,1-1,0 0,0 0,1 0,0 0,1-1,0 0,0 0,0 0,1-1,0 0,0 0,8 4,15 2</inkml:trace>
  <inkml:trace contextRef="#ctx0" brushRef="#br1" timeOffset="110557.405">26412 8700,'-2'3,"1"0,-1 1,1-1,0 1,1 0,-1-1,1 1,-1-1,1 1,0 0,0 0,1-1,-1 1,1-1,0 1,0 0,0-1,0 1,0-1,1 0,0 1,-1-1,1 0,1 0,-1 0,0 0,1-1,-1 1,1-1,0 1,2 0,1 3,0-2,1 1,-1-1,1 0,0 0,1-1,-1 1,0-2,1 1,0-1,-1 0,1-1,0 0,0 0,0-1,0 0,0 0,0-1,0 0,0 0,2-2,-4 2,0 0,0-1,-1 0,1-1,-1 1,0-1,0 0,1 0,-2-1,1 1,0-1,-1 0,0-1,0 1,0-1,0 1,-1-1,0 0,0-1,0 1,-1 0,0-1,0 0,0 1,0-1,-1 0,0 0,0-3,-5-20,4 28,0 1,0-1,-1 1,1-1,0 1,0-1,0 1,0-1,0 1,0-1,-1 1,1-1,0 1,0 0,-1-1,1 1,0-1,-1 1,1 0,0-1,-1 1,1 0,-1-1,1 1,-1 0,1 0,0-1,-1 1,1 0,-1 0,1 0,-1 0,1 0,-1-1,1 1,-1 0,1 0,-1 0,1 0,-1 1,1-1,-1 0,1 0,-1 0,1 0,-1 0,1 1,-1-1,1 0,-1 0,1 1,-1-1,0 3,0 1,-1-1,2 1,-1-1,0 0,1 1,-1-1,1 1,0-1,0 1,0-1,1 1,-1-1,1 1,0-1,0 1,0-1,0 0,1 1,-1-1,1 0,0 0,0 0,0 0,0-1,1 1,1 2,7 6,1 0,-1-1,2 0,-1-1,2-1,-1 0,1 0,0-1,14 4,31 13</inkml:trace>
  <inkml:trace contextRef="#ctx0" brushRef="#br1" timeOffset="110877.544">28147 8454,'9'16,"6"18,2 18,1 17,-3 13,-2 9,-3 3,-3-1,-7-4,-11-9,-8-10,-8-10,-4-16,-1-15,2-15,7-16,7-9</inkml:trace>
  <inkml:trace contextRef="#ctx0" brushRef="#br1" timeOffset="111799.695">28051 8960,'0'-64,"-1"-35,5 0,4-2,9 31,-16 68,0 1,0-1,0 1,0-1,0 1,0-1,0 1,1 0,-1 0,0-1,1 1,-1 0,1 0,-1 0,1 0,-1 1,1-1,0 0,0 1,-1-1,1 1,0 0,0-1,0 1,-1 0,1 0,0 0,0 0,0 1,-1-1,1 0,0 1,0-1,-1 1,1 0,0-1,-1 1,18 8,-1 1,-1 0,0 1,0 1,-1 0,-1 2,0 0,-1 0,0 1,-1 1,3 6,14 34,-29-54,-1-1,1 0,-1 1,0-1,1 1,-1-1,0 0,0 1,0-1,0 1,0-1,0 1,-1-1,1 0,0 1,-1-1,1 1,-1-1,0 0,1 0,-1 1,0-1,0 0,0 0,0 0,0 0,0 0,0 0,0 0,0 0,0 0,0 0,-1-1,1 1,0 0,-1-1,1 1,0-1,-1 0,0 1,-4 0,0 0,1-1,-1 1,0-1,0 0,1-1,-1 1,0-1,1 0,-1-1,1 1,-1-1,1 0,-1-1,3 2,1 0,0 0,0 0,-1-1,1 1,0 0,0-1,0 1,1-1,-1 0,0 0,1 0,-1 0,1 0,-1 0,1 0,0 0,0 0,0-1,0 1,0 0,1-1,-1 1,1 0,0-1,-1 1,1-1,0 1,0-1,1 1,-1-1,0 1,2-3,1 0,1 1,0-1,0 1,0-1,1 1,-1 1,1-1,0 1,0-1,0 1,1 1,-1-1,1 1,-1 0,1 0,0 1,0 0,0 0,0 0,0 0,0 1,0 0,0 1,3 0,5-2,0 2,-1 0,1 1,0 0,-1 1,0 0,0 1,0 0,0 2,5 2,-13-6,0 1,0 0,0 0,-1 0,1 0,-1 1,0-1,0 1,0 0,-1 0,0 1,1-1,-1 1,-1 0,1 0,-1 0,0 0,0 0,0 0,-1 1,1-1,-1 0,-1 1,1-1,-1 1,0-1,0 2,-1-3,1 0,-1 1,0-1,0 0,-1 0,1 0,-1 0,0 0,0 0,0-1,0 1,-1-1,1 1,-1-1,0 0,-3 2,6-4,-1-1,1 0,-1 1,1-1,-1 0,1 0,-1 1,1-1,-1 0,1 0,-1 0,0 0,1 0,-1 0,1 0,-1 0,1 0,-1 0,0 0,1 0,-1 0,1 0,-1 0,1-1,-1 1,1 0,-1 0,1-1,-1 1,1 0,-1-1,1 1,-1-1,1 1,0 0,-1-1,1 1,-1-1,1 1,0-1,0 1,-1-1,1 1,0-1,0 0,0 1,0-1,0 1,0-1,-1 1,1-1,0 0,1 1,-1-1,0 0,-4-39,4 37,-1-15,1 0,1 0,0 0,2 0,0 0,1 1,0-1,2 1,0 0,1 1,0-1,1 1,1 1,1-1,2 0,-9 13,1 1,0 0,1-1,-1 2,0-1,0 0,1 1,-1 0,1 0,-1 0,1 1,0-1,-1 1,1 0,-1 0,1 1,0-1,-1 1,1 0,-1 1,0-1,1 1,1 1,24 3,9 0,-24-6,0 2,0 0,0 1,-1 1,1 0,-1 1,0 0,0 1,-1 0,7 6,-17-9,0 0,-1 0,1 0,-1 1,0 0,0-1,0 1,0 0,0 0,-1 0,0 0,0 0,0 0,0 0,-1 0,0 1,0-1,0 0,0 0,0 0,-1 1,-1 2,1-2,1 1,-1-1,1 1,0-1,0 0,1 1,0-1,0 1,0-1,0 0,1 0,0 0,0 0,2 4,2-4,0 0,1 0,-1-1,1 0,0 0,0 0,0-1,0 0,1-1,-1 1,1-1,0-1,0 0,-1 0,1 0,0-1,0 0,0 0,0-1,0 0,1-1,-3 1,1-1,-1 1,1-1,-1-1,1 1,-1-1,0 0,0-1,0 1,-1-1,1 0,-1 0,0-1,0 0,3-4,-6 6,0 0,0 0,0 0,0 0,0 0,-1-1,0 1,1 0,-1-1,-1 1,1-1,0 1,-1-1,0 1,0-1,0 0,0 1,0-1,-1 1,0-1,1 1,-1-1,-1 1,1 0,0-1,-1 1,0 0,0 0,0 0,-1-2,-2 0,1 0,-1 0,-1 1,1-1,0 1,-1 0,0 1,0-1,0 1,-1 1,1-1,0 1,-1 0,0 0,0 1,1 0,-1 0,0 1,0 0,0 0,0 0,1 1,-1 0,0 0,0 1,1 0,-1 0,1 0,-1 1,1 0,0 0,0 1,1 0,-1 0,1 0,-1 1,1-1,1 1,-1 1,0 0,4-3,-1 0,1-1,0 1,0 0,0 0,0 0,1 0,-1 0,1 0,0 0,0 0,0 0,0 0,1 0,-1 0,1 0,-1 0,1 0,0 0,0 0,1-1,-1 1,1 0,-1-1,1 1,0-1,0 1,0-1,0 1,4 3,1-1,-1 1,1-1,0 0,1 0,-1-1,1 0,0 0,5 1,30 9</inkml:trace>
  <inkml:trace contextRef="#ctx0" brushRef="#br1" timeOffset="112207.661">29730 8590,'-16'-6,"0"0,0 1,-1 1,0 1,0 0,0 1,0 1,-1 0,1 2,14-1,0 0,0 0,0 1,0-1,0 1,0 0,0 0,1 0,-1 0,0 0,0 1,1-1,-1 1,1 0,0 0,-1 0,1 0,0 0,0 0,0 0,0 1,1-1,-1 1,1-1,-1 1,1 0,0 0,0 0,0-1,1 1,-1 0,0 0,1 0,0 0,0 0,0 0,0 0,0 0,1 1,4 7,0 0,1-1,0 1,0-1,2-1,-1 1,1-1,0 0,1-1,0 0,0 0,1-1,0-1,0 1,0-1,1-1,0 0,0-1,1 0,1 0,2 3,1-1,0-1,0 0,0-1,1-1,-1 0,1-2,0 0,0 0,-1-2,1 0,0-1,-1 0,1-2,-1 0,0 0,0-2,5-2,-15 4,-1 0,0 0,0-1,0 0,0 0,-1 0,0 0,0-1,0 1,-1-1,1 0,-1 0,-1 0,1-1,-1 1,-1-1,2-5,-2 8,0 0,-1 1,0-1,1 0,-1 0,-1 0,1 1,0-1,-1 0,0 0,0 1,0-1,0 0,-1 1,1-1,-1 1,0 0,0 0,0-1,0 1,-1 0,1 1,-1-1,0 0,0 1,0 0,0-1,0 1,0 0,-1 1,-3-2,3 1,-1 1,0 1,1-1,-1 1,0 0,0 0,1 0,-1 0,0 1,1 0,-1 0,0 0,1 1,0-1,-1 1,1 0,0 0,0 1,0-1,0 1,0 0,0 0,1 0,0 1,-1-1,1 1,1 0,-1 0,0 0,1 0,0 0,0 0,0 1,1-1,-1 1,1-1,0 1,0 0,1 0,-1-1,1 1,0 0,1-1,-1 1,1 0,0 0,0-1,0 1,0-1,2 2,5 7,1-1,0-1,1 1,0-2,1 1,1-2,-1 1,1-1,1-1,0 0,0-1,0-1,1 0,0 0,0-1,0-1,1-1,14 2,32 9</inkml:trace>
  <inkml:trace contextRef="#ctx0" brushRef="#br1" timeOffset="112547.267">30522 8550,'-17'-3,"9"1,0 1,-1-1,1 1,-1 1,1 0,-1 0,1 0,-1 1,1 0,-1 1,-1 1,8-3,1 1,-1 0,1 0,-1-1,1 1,0 0,-1 0,1 0,0 0,0 1,0-1,0 0,0 0,0 1,0-1,0 1,1-1,-1 1,0-1,1 1,0-1,-1 1,1-1,0 1,-1-1,1 1,0 0,0-1,0 1,1-1,-1 1,0 0,1-1,-1 1,1-1,-1 1,1-1,0 1,0 0,34 55,134 141,-168-198,0 1,0 0,0 0,0-1,0 1,0 0,0 0,-1 0,1 0,0 0,-1 0,1 0,-1 0,1 0,-1 0,1 0,-1 0,0 0,0 1,1-1,-1 0,0 0,0 0,0 1,0-1,0 0,-1 0,1 0,0 0,0 0,-1 1,1-1,-1 0,1 0,-1 0,1 0,-1 0,0 0,0 0,1 0,-1-1,0 1,0 0,0 0,0-1,0 1,0 0,0-1,0 1,0-1,0 1,0-1,0 0,-1 1,1-1,0 0,-15 2,1 0,-1-1,0-1,1 0,-1-2,0 1,-9-4,-1-10,20 6</inkml:trace>
  <inkml:trace contextRef="#ctx0" brushRef="#br1" timeOffset="113242.408">31370 8632,'-1'-3,"1"0,-1 0,1 0,-1 1,0-1,0 0,0 1,-1-1,1 1,-1-1,1 1,-1 0,0-1,0 1,0 0,0 0,0 0,0 1,-1-1,1 1,0-1,-1 1,1 0,-1-1,0 1,1 1,-1-1,0 0,0 1,0-1,1 1,-1 0,0 0,0 0,0 0,0 0,1 1,-1-1,0 1,0 0,1 0,-1 0,0 0,1 0,-1 1,-1 1,-1 0,0 0,0 1,0 0,1 0,-1 0,1 0,0 1,1 0,-1 0,1 0,0 0,0 0,0 1,1-1,0 1,-1 5,2-8,0 0,1 0,-1 0,1 0,0 0,0 0,0 0,0-1,0 1,1 0,0 0,-1 0,1 0,0 0,0-1,0 1,1 0,-1-1,1 1,0-1,-1 1,1-1,0 0,0 0,0 0,1 0,-1 0,0 0,1-1,-1 1,1-1,0 0,0 0,2 1,2 1,-1-1,1-1,0 1,0-1,0-1,0 1,0-1,0 0,0-1,0 1,0-1,-1-1,1 1,0-1,0-1,-1 1,0-1,1 0,-1 0,0-1,1-1,4-2,-1-1,-1 0,1-1,-1 0,-1 0,0-1,0 0,-1 0,0-1,-1 0,3-6,6-25,-2-1,-1-1,-2 0,-2 0,-3-1,1-30,-4 57,-1 6,1 1,-1-1,-1 0,0 1,-1-1,0 1,-1-1,0 1,0 0,-2-1,4 11,0 0,0 0,0 1,-1-1,1 0,0 0,-1 0,1 0,-1 0,1 1,-1-1,1 0,-1 0,0 1,1-1,-1 0,0 1,1-1,-1 1,0-1,0 1,0-1,0 1,1-1,-1 1,0 0,0-1,0 1,0 0,0 0,0 0,0 0,0 0,0 0,0 0,0 0,0 0,0 1,0-1,1 0,-1 0,0 1,0-1,0 1,0-1,0 1,1-1,-1 1,0-1,0 1,-31 40,25-23,-1 1,2 0,1 1,0-1,1 1,2 0,0 0,0 1,2-1,1 0,0 0,2 0,0 0,1 0,1-1,4 8,-5-13,1 0,0 0,1 0,1-1,0 0,1 0,0-1,1 0,0 0,1-1,0 0,1-1,0 0,1-1,0 0,0-1,1 0,0-1,0-1,1 0,0 0,0-2,10 3,-17-7,1-1,-1 0,0 0,1-1,-1 0,0 0,0-1,0 0,-1 0,1 0,-1-1,1 0,-1 0,0-1,-1 0,1 0,-1 0,0-1,0 1,-1-1,0 0,0-1,0 1,-1-1,1 1,-2-1,1 0,-1 0,0 0,-1-1,1 1,-1 0,-1-1,1 1,-1-1,-1 1,0 0,0-1,0-2,1 9,0 0,0-1,1 1,-1-1,0 1,0 0,-1-1,1 1,0-1,0 1,-1 0,1-1,-1 1,1 0,-1-1,1 1,-1 0,0 0,1 0,-1 0,0-1,0 1,0 0,0 0,0 1,0-1,0 0,-1 0,1 0,0 1,0-1,-1 1,1-1,0 1,-1-1,1 1,0 0,-1 0,1-1,-1 1,1 0,0 0,-1 0,1 1,-1-1,1 0,0 1,-1-1,1 0,0 1,0 0,-1-1,1 1,0 0,0-1,0 1,0 0,-1 0,1 0,-4 9,-1-1,2 1,-1 0,1 0,1 0,0 1,0-1,1 1,1 0,-1-1,2 1,-1 0,2 0,-1 0,2 0,-1-1,1 1,1 0,2 2,0-1,0 1,2-1,-1-1,1 1,1-1,0 0,1-1,0 0,0 0,1-1,1 0,-1-1,1 0,1-1,-1 0,1 0,1-2,-1 1,10 1,22 8</inkml:trace>
  <inkml:trace contextRef="#ctx0" brushRef="#br1" timeOffset="115120.451">20130 10052,'-14'-5,"-1"2,0-1,0 2,0 0,0 1,-1 0,-1 1,12 1,1-1,-1 1,0 0,1 0,-1 0,0 0,1 1,0 0,-1 0,1 0,0 1,0-1,0 1,0 0,1 0,-1 0,1 0,0 1,0 0,0-1,0 1,1 0,-1 0,0 3,1-4,0 0,0 0,1 0,-1 0,1 0,-1 0,1 1,0-1,1 0,-1 1,0-1,1 1,0-1,0 1,0-1,0 1,0-1,1 1,0-1,0 1,0-1,0 0,0 1,0-1,1 0,0 0,0 0,0 0,0 0,0 0,0-1,3 3,4-3,1 0,0 0,-1-1,1 0,0-1,0 0,-1-1,1 0,0 0,-1-1,1 0,-1-1,1 0,-1 0,0-1,0 0,-1-1,1 0,-1 0,7-7,1 1,0 0,-1-1,-1-1,0 0,0-1,-1-1,-14 15,1 1,0 0,0-1,0 1,0-1,0 1,0-1,0 1,0-1,1 1,-1-1,0 1,0-1,0 1,0-1,1 1,-1-1,0 0,1 1,-1-1,0 1,1-1,-1 0,0 1,1-1,-1 0,1 1,-1-1,0 0,1 0,-1 1,1-1,-1 0,1 0,-1 0,1 0,-1 0,1 1,-1-1,1 0,-1 0,1 0,0-1,-1 1,1 0,-1 0,1 0,-1 0,1 0,-1 0,0-1,1 1,-1 0,1 0,-1-1,1 1,5 118,17 92,-6-115,-3-23,-3 1,-3 1,-1 50,-8-108,0 1,-1-1,-1 0,0 0,-1 0,-1-1,-1 1,0-1,0 0,-8 11,9-18,0-1,0 1,-1-1,0 0,0 0,-1-1,0 0,0 0,0-1,-1 0,0 0,0 0,0-1,0 0,-1-1,1 0,-1 0,0-1,-7 1,10-3,1 1,-1-1,0 0,0-1,0 0,1 0,-1 0,0 0,1-1,-1 0,1 0,-1 0,1-1,0 0,0 0,0 0,1-1,-1 1,1-1,0 0,0-1,0 1,0-1,1 1,0-1,0 0,0 0,0-1,1 1,0 0,0-1,1 1,-1-4,-3-10,1-1,1 0,1 1,1-1,1 0,0 0,1 0,2 1,0-1,1 1,0-1,2 1,0 1,5-8,6-13,2 1,1 0,2 1,2 1,2 2,5-5,-2 4,2 1,2 2,0 1,2 2,2 1,21-11,-56 38,-2 0,1 0,0 0,0 0,0 0,0 0,0 0,0 1,0-1,1 0,-1 1,0-1,0 1,0-1,1 1,-1 0,0-1,1 1,-1 0,0 0,1 0,-1 0,0 0,1 0,-1 0,0 1,0-1,1 0,-1 1,0-1,0 1,1-1,-1 1,0 0,0-1,0 1,0 0,0 0,14 90,-13-86,0 1,1-1,-1 0,1 0,0 0,0 0,1 0,-1-1,1 1,0-1,0 0,1 0,-1 0,1-1,0 0,0 0,0 0,0 0,0-1,1 0,-1 0,1 0,-1-1,1 0,0 0,0 0,-1-1,1 0,0 0,3-1,-7 1,0 0,0 0,0-1,0 1,0-1,0 0,0 0,0 0,-1 0,1 0,0 0,-1 0,1 0,-1 0,1-1,-1 1,1-1,-1 1,0-1,0 0,0 1,0-1,0 0,0 0,0 0,-1 1,1-1,-1 0,1 0,-1 0,0 0,0 0,0 0,0 0,0 0,0 0,0 0,-1 0,0-1,-29-74,23 67,0 0,-1 1,0 0,0 1,-1-1,0 2,-1-1,1 1,-1 1,-1 0,1 0,-1 1,0 0,-11-3,10 2,28 0,49-13,0-2,-1-3,-1-3,-1-3,-2-2,-39 20,0-1,-1-1,-1-1,0-1,-1 0,-1-1,-1-1,0-1,-1 0,-1-1,-1 0,-1-1,-1-1,0 0,5-19,-11 29,-1 0,-1 0,0-1,0 1,-1-1,-1 0,0 1,0-1,-2 0,0 0,0 0,-1 1,0-1,-1 1,-1-1,-2-5,4 14,0 1,0 0,-1 0,1 0,0 0,-1 0,0 1,0-1,1 1,-1 0,-1 0,1 0,0 0,0 0,-1 1,1-1,-1 1,0 0,1 0,-1 1,0-1,1 1,-1-1,0 1,0 0,1 1,-1-1,0 1,1-1,-1 1,0 0,1 1,-1-1,-1 1,-6 3,0 0,0 1,1 0,0 0,0 1,0 1,1 0,0 0,0 1,-1 2,-9 17,0 0,2 1,2 1,0 1,2 0,2 1,0 0,2 1,2 0,1 0,1 0,2 7,1-10,0-1,2 0,2 1,0-1,2 0,1 0,2-1,0 1,12 24,-13-38,0 0,2 0,0 0,1-1,0 0,1-1,1 0,0-1,0 0,1-1,1 0,0-1,0 0,1-1,0 0,1-1,0-1,3 0,-10-3,1-1,1 1,-1-2,0 0,1 0,-1 0,1-1,-1-1,1 0,0 0,-1-1,1 0,-1 0,1-1,-1-1,0 1,0-2,0 1,0-1,0 0,-1-1,0 0,0-1,0 1,-1-1,0-1,6-6,-3 0,-1 0,0-1,-1-1,-1 1,0-1,-1-1,0 1,-2-1,2-6,-7 36,3 113,-1-121,0 0,0-1,0 1,1-1,0 1,0-1,0 0,1 1,0-1,0 0,0-1,0 1,1 0,0-1,0 0,0 0,0 0,1-1,0 1,2 1,57 5,-35-15</inkml:trace>
  <inkml:trace contextRef="#ctx0" brushRef="#br1" timeOffset="115385.258">21414 9861,'0'19,"7"12,9 11,2-2</inkml:trace>
  <inkml:trace contextRef="#ctx0" brushRef="#br1" timeOffset="115913.943">21632 10489,'17'-27,"-2"-1,-2-1,0 0,-2 0,-1-1,-1 0,-2-1,-1 0,-1-1,0-19,-4 47,0-1,-1 1,0-1,1 1,-1 0,-1-1,1 1,-1-1,1 1,-1 0,-1-1,1 1,0 0,-1 0,0 0,0 0,0 0,-1 1,1-1,-1 0,-2-2,3 6,1 0,-1 0,1 0,-1 1,1-1,-1 0,1 1,-1-1,1 0,0 1,-1 0,1-1,0 1,-1 0,1 0,0 0,0-1,0 1,-1 1,1-1,0 0,1 0,-1 0,0 0,0 1,0-1,1 0,-1 1,1-1,-1 1,1-1,-1 0,1 1,0-1,0 1,0-1,0 1,0-1,0 1,0-1,0 1,0-1,1 1,-1-1,1 1,-1-1,1 1,4 4,-1 0,1 0,0-1,1 1,-1-1,1 0,0-1,0 1,1-1,-1-1,1 1,0-1,0 0,0-1,0 1,1-1,-1-1,0 0,1 0,-1 0,7-1,-9 1,175 23,-177-24,0 1,0 0,0 0,0 0,0 0,-1 1,1-1,0 1,-1 0,1 0,-1-1,1 2,-1-1,0 0,0 0,0 1,0-1,0 1,-1-1,1 1,-1 0,0 0,1 0,-1 0,0 0,-1 0,1 0,-1 0,1 0,-1 0,0 0,0 0,0 2,-10 55,8-56,0 2,0-1,0 0,1 0,0 1,0-1,0 0,1 1,-1-1,1 1,1-1,-1 1,1-1,0 1,0-1,0 0,1 1,0-1,0 0,0 0,1 0,0-1,0 1,0-1,0 1,1-1,-1 0,1 0,2 1,5 0,1-1,0 0,1-1,-1 0,0 0,1-2,-1 1,1-2,0 0,-1 0,1-1,0 0,-1-2,1 1,-1-1,0-1,0 0,0-1,-1 0,1-1,-1 0,-1-1,1 0,7-7,-7 7,-1-1,0 0,0 0,0-1,-1 0,-1-1,0 0,0 0,-1-1,0 0,-1 0,0-1,-1 0,0 0,-1 0,0 0,-1-1,0 1,-1-1,0 0,-2 0,1 0,-2 10,0 0,1 0,-2 0,1 0,0 0,0 0,-1 0,0 1,1-1,-1 0,0 1,0 0,-1-1,1 1,0 0,-1 0,0 0,1 0,-1 1,0-1,0 1,0 0,0-1,0 1,0 1,0-1,0 0,0 1,0-1,0 1,-1 0,1 0,0 1,0-1,0 0,0 1,0 0,-1 0,1 0,0 0,1 0,-1 1,0-1,0 1,1 0,-1 0,1 0,-1 0,1 0,-3 2,0 0,0 0,0 1,1-1,0 1,0 0,0 0,0 0,1 1,0-1,0 1,0 0,1 0,0 0,0 0,1 0,-1 1,2-1,-1 0,0 1,1-1,0 0,1 1,-1-1,1 0,1 1,-1-1,1 0,0 0,0 0,1 0,0-1,0 1,0 0,4 2,1 0,0 0,0-1,1 0,-1 0,1-1,1 0,-1-1,1 0,0 0,0-1,1-1,3 2,144 24,44-27,-118-10</inkml:trace>
  <inkml:trace contextRef="#ctx0" brushRef="#br1" timeOffset="116809.527">24732 10311,'19'0,"22"0,20 0,19 0,14 0,5 0,-5 0,-14 3,-20 2,-21 1</inkml:trace>
  <inkml:trace contextRef="#ctx0" brushRef="#br1" timeOffset="117058.375">24855 10475,'26'2,"22"2,21-2,18 1,15-4,9-3,-1-4,-7-2,-17-5,-23 1</inkml:trace>
  <inkml:trace contextRef="#ctx0" brushRef="#br1" timeOffset="117256.856">25511 10065,'1'5,"1"-1,0 1,1-1,-1 0,1 0,0 0,0-1,0 1,0-1,1 1,-1-1,1 0,0 0,0-1,0 1,1 0,35 20,1-1,1-3,1-1,31 9,-7-3,-41-14,2-1,-1 2,0 1,0 1,-2 1,0 1,7 6,-29-19,-1-1,1 0,-1 1,0 0,0 0,1-1,-1 1,0 1,-1-1,1 0,0 0,-1 1,1-1,-1 0,0 1,0 0,0-1,0 1,0 0,0-1,-1 1,1 0,-1 0,0 0,0-1,0 1,0 0,-1 0,1 0,-1-1,1 1,-1 0,0 0,0-1,0 1,-1-1,1 1,0-1,-1 0,0 1,0-1,1 0,-1 0,-2 1,-12 10,-1-1,0-1,-1 0,0-2,-1 0,0 0,0-2,-18 4,26-7,-235 71,222-67</inkml:trace>
  <inkml:trace contextRef="#ctx0" brushRef="#br1" timeOffset="117880.179">27518 9997,'-35'-5,"0"1,0 2,0 1,0 1,-1 3,1 0,-20 7,52-10,-1 1,0 0,0 0,1 0,-1 0,0 1,1 0,-1 0,1 0,0 0,0 0,0 0,0 1,0 0,0-1,1 1,-1 0,1 1,0-1,0 0,0 0,0 1,1 0,-1-1,1 1,0 0,0-1,0 1,0 0,1 0,0 0,0 0,0 3,5 5,1-1,1 0,0 0,0 0,1-1,0 0,1 0,0-1,0 0,1-1,1 0,-1 0,1-1,0-1,1 0,0 0,94 52,63 43,-167-101,-1 1,1 0,-1-1,1 1,-1 0,1 0,-1 0,1 0,-1 0,0 1,0-1,1 0,-1 0,0 1,0-1,0 1,-1-1,1 1,0 0,0-1,-1 1,1-1,-1 1,0 0,1 0,-1-1,0 1,0 0,0 0,0-1,0 1,0 0,-1 0,1-1,-1 1,1 0,-1-1,0 1,0 0,-6 2,0 1,-1-1,0-1,0 1,0-2,0 1,0-1,-1 0,1 0,-1-1,-6 0,-3 1,-68 8,0-4,-59-4,137-2</inkml:trace>
  <inkml:trace contextRef="#ctx0" brushRef="#br1" timeOffset="118164.938">27792 10598,'-10'-44,"3"-1,1 0,2 0,2-40,2 66,1 60,2 0,2 0,2-1,1 1,3-1,1-1,1 0,3-1,12 23,-12-34</inkml:trace>
  <inkml:trace contextRef="#ctx0" brushRef="#br1" timeOffset="118637.83">28556 9943,'-14'-9,"1"2,-1 0,-1 1,1 0,-1 1,0 1,0 0,-1 1,1 0,-1 2,0 0,1 0,-1 2,1 0,-1 1,0 0,1 1,0 1,0 0,0 1,-8 4,20-7,-1-1,0 1,1 0,-1 0,1 0,0 0,0 0,0 1,0 0,0-1,0 1,1 0,-1 0,1 1,0-1,0 0,0 1,0-1,1 1,-1 0,1 0,0-1,0 1,1 0,-1 0,1 0,-1 0,1 0,1 0,-1 0,0 0,1 0,0 0,0-1,0 1,0 0,1 0,0-1,9 11,0-1,1-1,1 0,0-1,0 0,1-1,1-1,0 0,0-1,0 0,15 4,-22-8,210 102,-215-105,0 0,0 0,0 0,0 1,-1 0,1-1,0 1,-1 0,1 0,-1 0,0 1,0-1,0 0,0 1,0-1,0 1,-1 0,1 0,-1 0,0 0,0 0,0 0,0 0,-1 0,1 0,-1 0,1 0,-1 0,0 1,0-1,-1 0,1 0,-1 0,0 0,1 0,-2 1,-6 5,-1-1,0 0,0 0,-1-1,0 0,0-1,-1 0,0-1,0 0,0-1,-1 0,1-1,-4 1,-4 2,-1 0,1-1,-1-1,0-1,0 0,0-2,-17-1,38 0,0 0,-1 0,1 0,0-1,-1 1,1 0,0-1,-1 1,1 0,-1-1,1 1,-1-1,1 1,-1-1,1 1,-1-1,1 1,-1-1,0 1,1-1,-1 0,0 1,1-1,-1 0,0 1,0-1,0 0,0 1,1-1,-1 0,0 1,0-1,0 0,-1 1,1-1,0 0,0 1,0-1,0 0,-1 1,1-1,0 0,-1 1,1-1,0 1,-1-1,1 0,-1 1,1-1,-1 1,1-1,-1 1,1 0,-1-1,1 1,-1 0,0-1,1 1,-1 0,0-1,1 1,-1 0,0 0,1 0,-2 0,25-14</inkml:trace>
  <inkml:trace contextRef="#ctx0" brushRef="#br1" timeOffset="118938.077">28706 10407,'-1'4,"0"1,-1-1,1 1,1-1,-1 1,1 0,0-1,0 1,0-1,0 1,1 0,0-1,0 1,0-1,1 1,-1-1,1 0,0 0,0 0,1 0,-1 0,1 0,0 0,1 0,4 2,1-1,1 0,-1-1,1 0,0 0,0-1,0 0,0-1,0 0,1-1,-1 0,1-1,-1 0,1 0,-1-1,0 0,1-1,-1 0,0-1,0 0,3-2,-9 3,0 0,-1 0,1 0,-1-1,1 1,-1-1,0 0,0 1,0-2,-1 1,1 0,-1 0,0-1,0 1,0-1,0 0,0 0,-1 0,0 1,0-1,0-1,0 1,0 0,-1 0,0 0,0 0,0 0,0 0,-1 0,0-1,0 1,0 0,0 1,0-1,-1 0,0 0,1 0,-2 1,1-1,0 1,-1 0,1-1,-2 0,-1-1,0-1,-1 1,0 0,0 0,0 1,0 0,-1 0,0 0,1 1,-1 0,0 0,-1 1,1-1,0 2,-1-1,1 1,-1 0,0 1,1 0,-1 0,0 1,1-1,-1 2,1-1,0 1,-1 0,-3 2,9-3,-1 1,1-1,-1 1,1 0,0-1,0 1,-1 0,1 0,1 0,-1 1,0-1,0 0,1 1,-1-1,1 1,0-1,0 1,0 0,0 0,0-1,1 1,-1 0,1 0,0 0,0 0,0 0,0-1,0 1,1 0,-1 0,1 0,0 0,0-1,0 1,0 0,0-1,0 1,1-1,-1 1,2 0,23 21,5-3</inkml:trace>
  <inkml:trace contextRef="#ctx0" brushRef="#br1" timeOffset="119228.822">29321 10107,'25'-3,"23"3,17 0,9 3,2 3,-9 0,-14 5,-18-1</inkml:trace>
  <inkml:trace contextRef="#ctx0" brushRef="#br1" timeOffset="119475.151">29430 10352,'14'5,"16"1,15 0,13-2,12 0,4-2,-9-1</inkml:trace>
  <inkml:trace contextRef="#ctx0" brushRef="#br1" timeOffset="120482.976">31587 10653,'5'-3,"2"0</inkml:trace>
  <inkml:trace contextRef="#ctx0" brushRef="#br1" timeOffset="119755.401">30140 10298,'107'-270,"-65"136,-49 176,1 1,2 0,2 0,1 0,3 0,2 0,1-1,4 9,-3-20,12 95,-18-121,0 0,0 0,-1 0,0 0,0 0,0 0,0 0,-1-1,0 1,0 0,0-1,-1 0,1 1,-1-1,0 0,0 0,0 0,-1-1,0 1,1-1,-1 0,-4 3,7-6,0 1,1 0,-1-1,0 1,0-1,0 1,0-1,0 0,0 1,0-1,0 0,0 0,0 1,0-1,0 0,0 0,0 0,0 0,0 0,0-1,0 1,0 0,0 0,0-1,0 1,0 0,0-1,1 1,-2-1,39-18,-2 13,1 1,0 2,0 1,36 4,-20-2,105-2,-119-1</inkml:trace>
  <inkml:trace contextRef="#ctx0" brushRef="#br1" timeOffset="120200.211">30973 10216,'-3'4,"-1"0,1 1,0-1,0 1,0 0,0 0,1 0,0 0,0 0,1 0,-1 1,1-1,0 1,1-1,-1 1,1-1,0 1,0-1,1 1,0-1,0 0,0 1,0-1,1 0,0 1,0-1,0 0,1 0,0-1,0 1,0-1,0 1,1-1,0 0,0 0,0 0,0-1,0 0,3 2,1 0,0 0,1 0,-1-1,1 0,0 0,0-1,1 0,-1-1,0 0,1-1,-1 0,1 0,0-1,-1 0,1 0,1-2,-5 2,-1-1,1 0,-1 0,0-1,1 1,-1-1,0 0,0-1,0 1,0-1,-1 0,1 0,-1-1,1 1,-1-1,0 0,-1 0,1-1,-1 1,0-1,0 1,0-1,0 0,-1 0,0 0,0-1,0 1,-1-2,1-1,-2-1,1 1,-1-1,0 1,-1-1,0 1,0 0,-1-1,0 1,0 0,-1 0,0 0,0 0,-1 1,0-1,-1 1,0 0,0 0,0 1,-1-1,1 1,-2 0,-1-2,0 1,-1-1,0 2,0-1,-1 1,0 0,0 1,0 1,-1-1,1 2,-1-1,0 1,0 1,0 0,0 1,-5-1,11 2,-1 1,1-1,0 1,0 0,0 0,0 0,0 0,0 1,0 0,0 0,0 1,1-1,-1 1,1 0,0 0,0 1,0-1,0 1,1 0,-1 0,1 0,0 0,0 0,1 1,-1-1,1 1,0 0,0 0,1 0,-1 0,1 0,0 0,0 0,1 1,0-1,0 0,0 0,0 0,1 1,0 1,1 2,1 1,0-1,0 0,1 0,0 0,1 0,0-1,0 1,1-1,0-1,1 1,6 5,19 18</inkml:trace>
  <inkml:trace contextRef="#ctx0" brushRef="#br1" timeOffset="124018.103">20253 12155,'-43'151,"-7"-2,-6-2,-50 88,99-222,15-31,0-1,31-100,-6-2,-4-1,-1-35,1 6,-26 134,-2 9,1-1,-1 1,1 0,1 0,0 0,0 0,0 0,1 1,0 0,2-3,-5 9,1 1,-1-1,1 1,-1-1,1 1,-1 0,1 0,-1 0,1 0,-1 0,1 0,-1 0,1 1,-1-1,1 0,-1 1,1-1,-1 1,0 0,1-1,-1 1,0 0,0 0,1 0,-1 0,0 0,0 0,0 0,0 0,0 0,0 0,-1 1,1-1,0 0,0 1,-1-1,1 1,-1-1,0 1,1-1,-1 1,24 43,-2 1,-3 1,7 24,-12-33,27 72,-6 1,-4 1,-5 2,-1 27,-21-109</inkml:trace>
  <inkml:trace contextRef="#ctx0" brushRef="#br1" timeOffset="124298.392">19994 12523,'19'3,"24"0,26-2,25-4,19-4,11-5,1-3,-6-6,-15-4,-20-4,-25 1</inkml:trace>
  <inkml:trace contextRef="#ctx0" brushRef="#br1" timeOffset="124623.514">20909 12045,'-15'27,"1"1,2 1,1-1,1 2,2 0,1 0,1 0,1 0,2 1,1 0,2 3,-7 102,5 0,8 11,-7-143,1-1,0 1,-1 0,2 0,-1-1,0 1,1 0,0 0,-1-1,2 1,-1 0,0-1,1 0,-1 1,1-1,0 0,0 1,0-1,1 0,-1-1,1 1,0 0,-1-1,1 1,0-1,1 0,-1 0,0 0,0-1,1 1,-1-1,1 0,0 0,-1 0,1 0,0 0,0-1,0 0,8-3,-1 0,1-2,-1 1,0-1,0-1,0 0,-1-1,0 0,0 0,-1-1,0 0,0-1,-1 0,0 0,0-1,2-5,-3 5,0 0,-1 0,-1 0,1-1,-2 0,1 0,-2 0,1-1,-1 1,-1-1,0-2,-2 14,1 0,-1-1,0 1,1-1,-1 1,0-1,1 1,-1-1,0 1,0-1,0 1,1-1,-1 1,0-1,0 1,0-1,0 1,0-1,0 0,0 1,0-1,0 1,0-1,0 1,-1-1,1 1,0-1,0 0,0 1,-1-1,1 1,0 0,-1-1,1 1,0-1,-1 1,1-1,-1 1,1 0,0-1,-1 1,1 0,-1-1,1 1,-1 0,1 0,-1 0,0-1,1 1,-1 0,1 0,-1 0,1 0,-1 0,1 0,-1 0,0 0,1 0,-1 0,1 0,-1 1,1-1,-1 0,1 0,-1 0,1 1,-1-1,0 1,-3 6,0 0,0 0,0 0,1 1,0 0,0 0,1 0,0 0,0 0,1 0,0 0,1 0,0 1,0-1,1 0,-1 0,2 1,-1-1,3 6,-1-7,0 0,1-1,0 1,0 0,0-1,1 0,0 0,0-1,1 1,-1-1,1 0,0 0,1-1,-1 0,1 0,0 0,0-1,0 0,3 0,5 3,1-2,-1 0,1 0,0-2,0 0,0-1,0 0,12-2,18-5</inkml:trace>
  <inkml:trace contextRef="#ctx0" brushRef="#br1" timeOffset="125553.344">20704 12278,'28'8,"-1"0,2-2,-1-1,0-2,16 1,-3-1,72 7,-34-5,0 4,-1 3,-1 3,23 10,-92-23,0 0,0 0,0 1,0 0,-1 1,1 0,-1 0,0 0,0 1,0 0,-1 0,0 1,0 0,0 0,-1 0,1 1,-2 0,1 0,-1 0,0 1,0-1,-1 1,2 6,-4 0,0 1,-1 0,0 0,-1 0,-1-1,-1 1,0 0,-4 10,-9 74,16-96,0-1,0 0,0 0,0 1,0-1,0 0,1 0,-1 1,1-1,0 0,-1 0,1 0,0 0,1 0,-1 0,0 0,0 0,1 0,-1-1,1 1,-1 0,1-1,0 0,0 1,0-1,0 0,0 0,0 0,0 0,0 0,0 0,0-1,0 1,1-1,-1 1,0-1,0 0,1 0,-1 0,1 0,7-2,0-1,-1 0,1-1,-1 0,0 0,0-1,-1 0,1 0,-1-1,0 0,0-1,-1 1,0-2,0 1,-1-1,0 0,0 0,-1-1,0 1,0-1,2-9,14 3,-6 41,-10-13,46 92,-49-102,0 0,0 0,1-1,-1 1,1-1,-1 1,1-1,0 0,0 0,0 0,0 0,1-1,-1 1,0-1,1 0,-1 0,1 0,-1 0,1-1,-1 1,1-1,-1 0,1 0,0 0,-1-1,1 1,-1-1,1 0,-1 0,2-1,6-4,0-1,-1 0,0-1,0 0,-1-1,0 0,0 0,-1-1,0 0,-1-1,0 1,-1-1,0-1,-1 1,0-1,-1 0,1-5,21-61,-3-1,-4-2,-3 0,-4-1,-3-11,7-145,-16 234,0-2,0 0,0 0,0 0,-1-1,0 1,0 0,0 0,-1 1,0-1,0 0,-1-1,2 6,1 1,-1-1,0 0,0 1,1-1,-1 1,0-1,0 1,0-1,0 1,0-1,0 1,1 0,-1-1,0 1,0 0,0 0,0 0,0 0,0 0,0 0,0 0,0 0,0 0,0 0,0 1,0-1,0 0,0 1,0-1,0 1,0-1,0 1,1-1,-1 1,0-1,0 1,1 0,-1 0,0-1,1 1,-1 0,0 1,-7 9,0 0,0 1,1 1,1-1,0 1,1 0,0 0,1 1,0-1,2 1,-1 1,3-14,-10 40,2 0,2 0,2 1,1-1,3 1,1 0,2 0,2-1,1 1,3-2,1 1,2-1,2 0,1-2,17 31,-22-53,0 0,1-1,0 0,1-1,1-1,0 0,1 0,0-1,7 3,-15-11,0 0,0-1,1 1,-1-1,1-1,0 1,-1-1,1 0,0-1,0 0,0 0,0 0,0-1,1 0,-1 0,0-1,0 0,0 0,0-1,0 0,-1 0,1 0,0-1,-1 0,4-3,3-3,-1 0,-1-2,1 1,-2-1,1-1,-2 0,1 0,-2-1,0 0,0-1,-1 0,-1 0,0 0,0-6,-5 20,-1 0,0 0,1 0,-1 0,0 1,0-1,1 0,-1 0,0 0,1 0,-1 0,0 0,1 0,-1 0,0 0,1 0,-1 0,0 0,1 0,-1 0,0 0,1 0,-1 0,0 10,-1-5,1 1,0-1,0 1,1 0,-1-1,1 1,1-1,-1 1,1-1,-1 0,2 0,-1 1,0-1,1 0,0-1,0 1,1-1,-1 1,1-1,0 0,0 0,0-1,1 1,-1-1,1 0,0 0,0 0,1 0,59 4,-35-11</inkml:trace>
  <inkml:trace contextRef="#ctx0" brushRef="#br1" timeOffset="125724.541">22780 12346,'-14'-5,"-9"-3,-6-1,3-1,5 1</inkml:trace>
  <inkml:trace contextRef="#ctx0" brushRef="#br1" timeOffset="125914.544">21892 12032,'24'-9,"25"-4,26 1,19 3,9 2,-1 5,-9 8,-19 2</inkml:trace>
  <inkml:trace contextRef="#ctx0" brushRef="#br1" timeOffset="126610.783">23039 12687,'12'3,"-1"-2,1 1,-1-2,1 1,0-2,-1 1,1-2,0 1,-1-2,0 1,1-2,-1 1,-1-2,1 1,0-2,-1 1,0-1,-1-1,1 0,-7 6,-1-1,0 1,0 0,0-1,-1 1,1-1,0 0,-1 0,1 0,-1 0,1 0,-1 0,0 0,0 0,0 0,0-1,0 1,0 0,-1-1,1 1,-1 0,0-1,0 1,0-1,0 1,0-1,0 1,0 0,-1-1,0 1,1 0,-1-1,0 1,0 0,0 0,0-1,0 1,-1 0,1 0,-1 0,1 1,-1-1,0 0,0 1,0-1,0 1,0-1,-7-1,1 1,0 0,-1 0,1 1,-1 0,0 1,1 0,-1 0,0 1,1 0,-1 1,1-1,-1 2,1-1,0 1,0 0,0 1,0 0,1 0,-1 1,1 0,0 0,1 1,-1-1,1 2,0-1,1 1,-1-1,1 1,-3 6,6-9,-1 0,1 0,-1 0,1 1,0-1,1 0,-1 1,1-1,0 1,0 0,0-1,1 1,0 0,0 0,0-1,0 1,1 0,0-1,-1 1,2 0,-1-1,1 1,-1-1,1 0,0 1,1-1,-1 0,1 0,0 0,0-1,0 1,0-1,1 0,1 2,15 7,0-2,0 0,1-1,1-1,-1-1,1-1,0-1,0-1,1-1,0-1,-1 0,6-2,134-13,-97 0</inkml:trace>
  <inkml:trace contextRef="#ctx0" brushRef="#br1" timeOffset="126945.883">23899 11663,'-8'47,"2"-1,2 1,2 0,2 0,4 18,-4-56,27 360,-8-156,-9 106,-27-132,18-187,-1-1,0 1,1 0,-1 0,1-1,-1 1,1 0,-1 0,0 0,1 0,-1-1,1 1,-1 0,1 0,-1 0,1 0,-1 0,1 0,-1 0,0 1,1-1,-1 0,1 0,-1 0,1 0,-1 0,1 1,-1-1,0 0,1 0,-1 1,0-1,1 0,-1 1,0-1,1 0,-1 1,0-1,0 1,1-1,-1 0,0 1,0-1,0 1,1-1,-1 1,0-1,0 0,0 1,0-1,0 1,0-1,0 1,0-1,0 1,0-1,0 1,-1-1,1 1,0-1,0 0,0 1,0-1,-1 1,1-1,0 0,-1 1,11-12</inkml:trace>
  <inkml:trace contextRef="#ctx0" brushRef="#br1" timeOffset="127847.112">19966 13589,'841'-45,"-587"25,-158 13,1491-73,-1455 86,-121-2</inkml:trace>
  <inkml:trace contextRef="#ctx0" brushRef="#br1" timeOffset="128450.499">23954 13329,'1'2,"1"-1,-1 0,0 0,1 1,0-1,-1 0,1-1,-1 1,1 0,0 0,0-1,0 1,-1-1,1 0,0 1,0-1,0 0,0 0,0 0,-1 0,1 0,0-1,0 1,-1 1,1-1,-1 0,0 0,1 0,-1 0,0 0,1-1,-1 1,0 0,1-1,-1 1,0-1,1 1,-1-1,0 0,0 1,0-1,0 0,1 0,-1 0,0 0,-1 0,1 0,0 0,0 0,0 0,-1 0,1-1,0 1,-1 0,1 0,-1-1,1 1,-1 0,0-1,0 1,0 0,1-1,-1 1,-1-1,1 1,0 0,0-1,0 1,-1 0,1-1,-1 1,1 0,-1-1,1 1,-1 0,0 0,1 0,-1 0,0 0,0 0,0 0,0 0,0 0,0 0,0 0,0 0,-1 1,1-1,0 0,0 1,-1-1,1 1,-1-2,-1 1,1 0,0 0,-1 0,1 0,-1 0,1 1,-1-1,1 1,-1-1,0 1,1 0,-1 0,0 0,1 0,-1 1,1-1,-1 1,1 0,-1-1,1 1,-1 0,1 0,0 1,-1-1,1 0,0 1,0 0,0-1,0 1,0 0,0 0,1 0,-1 0,1 0,-1 0,1 1,0-1,0 0,0 1,0-1,0 1,1-1,-1 1,1-1,-1 3,3-1,0 0,1 0,-1 0,1 0,0-1,0 1,0-1,0 0,1 1,-1-1,1-1,0 1,0-1,0 1,0-1,0 0,1-1,-1 1,1-1,-1 0,1 0,-1 0,1 0,1-1,2 3,0-1,0 0,0-1,1 0,-1 0,0 0,0-1,0-1,1 1,-1-1,0-1,0 1,0-2,0 1,0-1,-1 0,1 0,-1-1,0 0,5-3,-11 5,1 1,-1-1,0 0,0 1,0-1,0 0,0 0,0 0,0 1,0-1,-1 0,1 0,-1 0,0 0,1 0,-1 0,0 0,0 0,0-1,-1 1,1 0,0 0,-1 0,1 0,-1 1,0-1,1 0,-1 0,0 0,0 0,0 1,-1-1,1 0,0 1,-1-1,1 1,-1 0,1-1,-71-38,8 38,62 2,0 0,0 1,1-1,-1 1,0 0,1-1,-1 1,0 0,1 0,-1 0,1 0,-1 0,1 1,0-1,0 0,-1 1,1-1,0 0,0 1,0 0,0-1,1 1,-1-1,0 1,1 0,-1 0,1-1,-1 1,1 0,0 0,0 0,0-1,0 3,3 17</inkml:trace>
  <inkml:trace contextRef="#ctx0" brushRef="#br1" timeOffset="129991.912">26084 11937,'0'49,"13"507,-12-696,-3 110,2 1,0-1,2 1,1-1,2 1,1 0,1 1,1-1,1 1,2 1,1 0,10-17,35-4,-55 47,0 0,0 0,0 0,0 0,0 1,1-1,-1 1,0-1,0 1,1 0,-1 0,0 0,0 0,0 1,1-1,-1 1,0-1,0 1,0 0,0-1,0 1,1 0,-2 0,1 1,0-1,0 0,0 1,-1-1,1 1,0-1,0 2,5 8,-1 0,0 0,0 0,-2 1,1 0,-1 0,-1 0,0 0,-1 1,0-1,-1 1,0 0,-2 12,1-16,-2 1,0 0,0-1,0 0,-1 1,-1-1,0 0,0-1,0 1,-1-1,-1 1,1-2,-1 1,-1-1,1 1,-1-2,0 1,-1-1,0 0,0-1,0 0,0 0,-1 0,0-1,0-1,0 0,0 0,-1 0,1-1,-1-1,0 0,-4 0,-32 2,75-6,7 5,0 2,0 2,-1 1,0 1,0 2,-1 2,0 1,-1 1,-1 2,0 1,22 17,-41-26,-1 0,0 1,0 1,-1 0,0 0,-1 1,0 1,-1-1,0 1,1 3,-9-13,1 1,-1-1,0 0,0 0,0 0,0 1,-1-1,1 0,-1 1,1-1,-1 1,0-1,0 0,0 1,0-1,-1 1,1-1,0 0,-1 1,0-1,0 0,1 1,-1-1,0 0,-1 0,1 0,0 0,-1 0,1 0,-1 0,0 0,1-1,-1 1,0-1,0 1,0-1,0 1,-87 29,77-28,0-1,-1 1,1-2,-1 0,1 0,-1-1,1-1,-1 0,1-1,0 0,-1-1,1 0,0-1,0-1,1 1,0-2,-11-6,20 11,0-1,1 1,-1 0,1-1,-1 0,1 1,-1-1,1 0,0 0,0 0,0 1,0-1,0 0,1 0,-1-1,0 1,1 0,0 0,-1 0,1 0,0 0,0-1,0 1,1 0,-1 0,0 0,1 0,-1 0,1 0,0 0,0 0,0 0,0 0,0 0,0 0,0 0,0 1,1-1,-1 0,1 1,1-1,76-52,-46 41,0 1,1 2,0 2,0 1,1 1,0 2,25 1,-59 3,3-1,0-1,0 2,0-1,0 0,0 1,0 0,0-1,0 2,0-1,0 0,0 1,0 0,0 0,0 0,0 0,-1 1,1-1,0 1,-1 0,1 0,-1 0,0 1,0-1,0 1,0 0,0 0,0 0,-1 0,0 0,1 1,-1-1,0 1,1 2,-4 71,5 19,-3-94,-1 0,1 0,0 0,0 0,0 0,0 0,0 0,0 0,1 0,-1-1,0 1,1 0,0-1,-1 0,1 1,0-1,0 0,0 1,0-1,0 0,0-1,0 1,2 0,10 1</inkml:trace>
  <inkml:trace contextRef="#ctx0" brushRef="#br1" timeOffset="130179.411">26795 12209,'0'0</inkml:trace>
  <inkml:trace contextRef="#ctx0" brushRef="#br1" timeOffset="130753.393">27354 12360,'-26'-5,"-1"2,1 0,-1 2,0 1,0 1,-26 5,-13 23,64-27,1-1,-1 1,1-1,0 1,-1-1,1 1,0 0,0-1,0 1,0 0,0 0,1 0,-1 0,1 0,-1 0,1 0,-1 0,1 0,0 0,0 0,0 0,0 0,1 0,-1 0,0 0,1 0,0 0,-1-1,1 1,0 0,0 0,0 0,0-1,1 3,10 9,0 0,0-1,2 0,-1-1,2-1,-1 0,1 0,1-2,-1 0,5 1,-7-3,170 85,-183-91,-1 0,0 0,0 0,1 0,-1 0,0 0,0 0,1 0,-1 1,0-1,1 0,-1 1,0-1,1 0,-1 1,0-1,1 1,-1-1,1 1,-1-1,1 1,-1-1,1 1,-1 0,1-1,0 1,-1-1,1 1,0 0,0 0,-1-1,1 1,0 0,0-1,0 1,0 0,0 0,0-1,0 1,0 0,0 0,0-1,0 1,1 0,-1 0,0-1,0 1,1 0,-1-1,1 1,-1-1,0 1,1 0,-1-1,1 1,-1-1,1 1,0-1,-1 1,1-1,-1 0,1 1,0-1,-1 0,1 1,0-1,0 0,-1 0,1 0,0 1,-13 1,0 1,-1-2,1 1,0-2,-1 0,1 0,0-1,-1 0,1-1,0-1,0 0,0-1,-8-3,19 6,-1 0,0 0,1 0,-1 0,1 0,-1 0,1 0,-1-1,1 1,0 0,0-1,-1 1,1-1,0 0,1 1,-1-1,0 0,0 0,1 1,-1-1,1 0,-1 0,1 0,0 0,0 0,0 1,0-1,0 0,0 0,1 0,-1-1,32-54,120-116,-105 112,-2-2,-3-2,-2-1,-4-2,-3-2,-3-1,-2-2,5-33,-29 91,1 0,-1-1,0 1,-1-1,-1 0,-1 0,0-1,-1-12,0 28,0 1,0-1,0 1,0-1,0 0,0 1,0-1,0 1,0-1,0 1,0-1,0 0,0 1,-1-1,1 1,0-1,0 1,-1-1,1 1,0-1,-1 1,1-1,0 1,-1 0,1-1,-1 1,1-1,-1 1,1 0,-1 0,1-1,-1 1,1 0,-1 0,1-1,-1 1,1 0,-1 0,0 0,1 0,-1 0,1 0,-1 0,1 0,-1 0,0 0,1 0,-1 0,1 1,-1-1,1 0,-1 0,-23 23,11-2,2 0,1 1,1 1,0-1,2 2,1-1,0 1,2-1,-1 16,0 9,3 1,1-1,2 0,3 1,1-1,3-1,2 1,2-1,2-1,2 0,1-1,11 14,-23-47,0 1,1-1,0 0,1-1,1 0,0 0,0 0,1-1,1 0,-1-1,2 0,-1-1,1 0,0 0,1-1,0-1,0 0,5 1,16 0</inkml:trace>
  <inkml:trace contextRef="#ctx0" brushRef="#br1" timeOffset="131126.975">28187 12469,'-9'-5,"0"1,0 0,0 1,0 0,-1 0,0 1,1 1,-1 0,0 0,0 0,0 1,1 1,-1 0,0 0,0 1,1 0,-3 2,9-2,0 1,0 0,0 0,1 0,-1 1,1-1,0 1,0-1,0 1,0 0,1-1,-1 1,1 0,0 0,0 0,1 0,-1 1,1-1,0 0,0 0,0 0,1 0,-1 0,1 0,0 0,0 0,1 0,-1 0,1 0,0-1,0 1,0-1,0 1,0-1,1 0,0 0,0 0,1 1,-1 0,1 0,0-1,0 1,0-1,1 0,-1 0,1-1,0 1,-1-1,1 0,0 0,0-1,1 1,-1-1,0 0,0-1,1 1,-1-1,0 0,0-1,1 1,-1-1,0 0,0 0,0 0,1-1,-2 0,1 0,0 0,0-1,-1 0,1 1,-1-2,0 1,0 0,0-1,0 0,0 0,-1 0,0 0,0 0,0-1,-1 1,1-1,-1 0,1-3,-1-22,-9 38,7-2,-1-1,1 1,1-1,-1 1,1 0,0-1,0 0,0 1,1-1,0 0,0 1,0-1,0 0,1-1,0 1,0 0,1-1,-1 0,1 1,0-2,0 1,0 0,1-1,4 5,0-1,1 0,1 0,-1-1,1-1,0 0,0 0,1-1,-1-1,4 1,45-4,-40-8</inkml:trace>
  <inkml:trace contextRef="#ctx0" brushRef="#br1" timeOffset="131390.27">27422 12032,'-16'-7,"-3"-2,9 0,19-1,28 2,32 2,35 2,28 4,19 4,11 5,-20-1</inkml:trace>
  <inkml:trace contextRef="#ctx0" brushRef="#br1" timeOffset="131980.43">28515 11800,'4'-5,"-3"4,-1-1,1 1,-1-1,1 1,0-1,0 1,-1 0,1-1,0 1,0 0,0 0,1 0,-1 0,0 0,0 0,1 0,-1 0,0 0,1 0,-1 1,1-1,-1 1,1-1,-1 1,1 0,-1-1,1 1,-1 0,1 0,0 0,-1 0,1 0,-1 0,1 1,-1-1,1 1,-1-1,1 1,-1-1,1 1,-1 0,1 0,-1-1,1 2,2 6,1 0,-1 1,0 0,0 0,-1 0,-1 0,1 0,-1 7,-1-12,62 385,-11-52,-30-267,-21-70,-1 1,1-1,-1 0,1 1,-1-1,1 0,0 0,-1 1,1-1,-1 0,1 0,0 0,-1 0,1 0,0 1,-1-1,1 0,-1-1,1 1,0 0,-1 0,1 0,0 0,-1 0,1-1,-1 1,1 0,-1-1,1 1,0 0,-1-1,1 1,-1 0,0-1,1 1,-1-1,1 1,-1-1,0 1,1-1,-1 1,0-1,1 0,-1 1,0-1,0 1,0-1,0 0,1 1,-1-1,0 0,0 1,0-1,0 0,-1 1,1-1,0 1,0-1,0 0,0 1,-1-1,2-2,8-25,37-81,-43 105,1-1,-1 1,1 0,-1 0,1 0,1 0,-1 1,0-1,1 1,0 0,-1 1,1-1,0 1,1 0,-1 0,0 0,0 1,1 0,-1 0,3 0,0 1,0 0,1 1,-1 0,0 0,0 1,0 0,0 0,-1 1,1 0,-1 0,1 1,-1 0,0 0,0 1,-1 0,0 0,0 0,0 1,0 0,-1 0,0 1,0-1,0 1,-1 0,0 0,-1 1,0-1,1 4,-3-8,0-1,0 1,-1 0,1 0,-1 0,1 0,-1-1,0 1,-1 0,1 0,0 0,-1-1,1 1,-1 0,0 0,0-1,0 1,0 0,-1-1,1 1,-1-1,1 0,-1 0,0 1,0-1,0 0,0 0,0-1,-1 1,1 0,0-1,-1 1,1-1,-1 0,0 1,-6 1,0 0,-1 0,1 0,-1-1,1-1,-1 0,1 0,-1-1,-9 0,14 0,1 0,-1 0,1-1,-1 1,0-1,1 0,0 0,-1 0,1-1,0 0,0 0,0 0,0 0,0 0,0-1,0 0,1 0,-1 0,1 0,0 0,0-1,0 1,1-1,-1 0,1 0,0 0,0 0,0 0,0 0,1-1,0 1,0-1,0 1,0-1,1 1,0-1,0-2,2 1,0-1,0 1,1 0,0 0,0 0,1 0,0 1,0-1,0 1,0 0,1 0,0 1,0-1,0 1,0 0,6-3,100-45,-98 47,0 0,0 1,1 1,0 0,0 1,0 0,0 1,0 1,0 0,2 1,-13 1,0 0,0 0,-1 1,1-1,-1 1,1 0,-1-1,0 1,0 0,0 0,-1 1,1-1,-1 0,0 0,0 1,0-1,0 1,0-1,-1 1,0-1,1 1,-1-1,-1 1,1-1,0 1,-1-1,0 1,0-1,0 3,0 8,1-12,4 103,-3-100,0-1,0 0,1 0,-1 0,1 0,0 0,0 0,0 0,1-1,-1 1,1-1,0 1,0-1,0 0,0 0,0 0,1-1,-1 1,1-1,0 0,0 0,3 1,23 4,-1-4</inkml:trace>
  <inkml:trace contextRef="#ctx0" brushRef="#br1" timeOffset="132241.732">29184 11937,'-2'21,"6"16,9 11,10 4,0-6</inkml:trace>
  <inkml:trace contextRef="#ctx0" brushRef="#br1" timeOffset="133392.655">29621 12278,'30'-29,"-1"-1,-1-1,-2-1,-1-1,-1-2,-3 0,0-1,-3-1,0-1,-3-1,-1 0,-2-1,5-35,-16-21,-1 93,0 0,-1 0,1 0,-1-1,0 1,0 0,-1 0,1 1,0-1,-1 0,0 0,1 1,-1-1,0 1,-1-1,1 1,0 0,-1 0,1 0,-1 0,0 0,1 1,-1-1,0 1,0-1,0 1,-2 0,-2 1,0 0,0 0,1 1,-1 0,0 1,1-1,-1 1,1 1,0-1,0 1,0 0,0 0,0 1,0 0,1 0,0 0,0 1,0 0,0-1,1 2,0-1,-3 5,-11 17,1 1,1 0,2 1,1 1,1 0,1 1,2 0,1 1,2 0,1 0,1 0,2 1,2 19,-2-23,2-1,1 0,2 0,0 0,2 0,1 0,1-1,2 0,0 0,2-1,1 0,1-1,1-1,1 0,1-1,18 20,-29-37,0 0,1 0,0-1,0 0,0 0,1 0,0-1,0 0,0 0,0-1,0 0,1 0,-1 0,1-1,0-1,0 1,0-1,0 0,0-1,0 0,0 0,0-1,0 0,-1 0,1-1,0 0,0 0,-1-1,1 0,-1 0,0-1,0 0,5-4,-1-3,0 0,0-1,-1 0,0 0,-1-1,-1-1,0 0,-1 0,0 0,-1-1,-1 0,0 0,-1 0,1-7,-6 22,1 0,0 0,0 0,-1 0,1 0,0 0,-1 1,1-1,0 0,-1 0,1 0,0 0,-1 0,1 0,0 0,-1 0,1-1,0 1,-1 0,1 0,0 0,0 0,-1 0,1 0,0-1,-1 1,1 0,0 0,0-1,-3 7,0-1,1 0,0 1,0-1,0 1,1-1,0 1,0 0,1 0,-1-1,1 1,0 0,1 0,-1 0,1-1,1 1,-1 0,1-1,0 1,0-1,0 0,1 1,0-1,0 0,0-1,0 1,1 0,0-1,0 0,0 0,1 0,-1-1,1 1,0-1,0 0,2 0,0-1,0 0,0 0,0 0,0-1,0 0,0-1,1 1,-1-1,0-1,0 1,1-2,-1 1,0 0,0-1,0-1,0 1,-1-1,1 0,-1-1,1 1,-1-1,0-1,-1 1,1-1,-1 0,0 0,0 0,0-1,-1 0,0 0,0 0,0 0,-1-1,0 1,0-1,-1 0,0 0,0 0,0 0,-1 0,0-1,-1-3,2 19,0 0,1 0,-1 0,1 0,1 0,0-1,0 0,0 0,1 0,0 0,0-1,1 1,-1-1,2-1,-1 1,0-1,1 0,0-1,0 1,1-1,-1-1,5 2,8 1,0-1,0-1,0-1,1-1,0 0,-1-2,1 0,-1-2,7-1,-23 2,1-1,-1 1,0-1,1 0,-1 0,0-1,0 1,0-1,0 0,-1 0,1 0,-1 0,0-1,0 0,0 1,0-1,-1 0,0 0,1-1,-1 1,-1 0,1-1,-1 1,0-1,0 1,0-1,0 0,-1 1,0-4,31-70,8-24,-18 41,-2 0,-3-1,-2-1,-4 0,-2 0,0-48,-7 98,-1 0,0 0,0 0,-1 0,-1 1,0-1,-1 0,0 1,-1 0,0-1,-1 1,0 1,-1-1,0 1,-1 0,-6-7,10 16,0-1,-1 1,1-1,-1 1,1 0,-1 0,0 1,0-1,0 1,0 0,0 0,0 0,0 0,0 1,0 0,0-1,0 2,0-1,-1 0,1 1,0 0,0 0,0 0,0 0,0 1,1-1,-1 1,0 0,1 0,-1 1,1-1,0 1,0-1,0 1,0 0,0 0,1 1,-1-1,-8 14,0 1,1 0,1 0,1 1,1 0,0 0,2 1,0 0,1 0,1 0,1 0,0 0,2 1,1 0,-2 9,3 0,0-1,2 1,1 0,2-1,1 0,0 0,3-1,0-1,2 1,1-2,1 0,1 0,1-2,1 0,1-1,1-1,2-1,0 0,1-2,0-1,2-1,0 0,1-2,9 3,20-1,-12-11</inkml:trace>
  <inkml:trace contextRef="#ctx0" brushRef="#br1" timeOffset="135235.555">20226 14831,'37'-27,"-2"-2,-1-2,-1-1,-2-2,-1-1,-2-1,12-21,-39 55,4-5,0 0,-1 0,1-1,-2 1,1-1,-1 0,0-1,-1 1,0 0,0-1,0 1,-1-4,-2 10,1 0,-1 0,0 1,0-1,0 0,1 1,-2-1,1 1,0-1,0 1,0 0,-1-1,1 1,-1 0,1 0,-1 0,1 0,-1 0,1 0,-1 1,0-1,0 0,1 1,-1-1,0 1,0 0,0 0,0 0,1 0,-1 0,0 0,0 0,0 0,0 1,1-1,-1 1,0-1,0 1,1 0,-1-1,0 1,1 0,-1 0,1 0,-1 1,1-1,0 0,-1 1,1-1,0 1,-5 2,1 1,0 0,0 0,0 1,1-1,-1 1,1 0,1 0,-1 0,1 1,0-1,1 1,-1 0,1 0,1-1,-1 2,1-1,0 0,1 0,0 0,0 0,0 0,1 0,0 0,1 0,-1 0,1 0,1 0,-1 0,1-1,0 1,1-1,0 0,-1 0,2 0,-1-1,1 1,3 2,7 2,0 0,1-1,0-1,0-1,1 0,0-1,0 0,1-2,-1 0,1-1,0-1,0 0,0-2,0 0,0-1,0 0,13-4,-21 3,0 0,0-1,0 0,-1 0,0-1,1-1,-2 1,1-2,0 1,-1-1,0 0,0-1,-1 0,0 0,0 0,0-1,-1 0,0 0,-1-1,0 0,1-4,-2 5,28-42,-31 49,0 0,0 0,0 0,0 0,0 0,0 0,0 0,0 0,1 0,-1 1,0-1,0 0,1 1,-1-1,0 1,1-1,-1 1,1 0,-1 0,1 0,-1 0,0 0,1 0,-1 0,1 0,-1 0,0 1,1-1,-1 0,1 1,-1-1,0 1,0 0,1-1,-1 1,0 0,0 0,4 5,-1 0,-1 0,1 0,-1 1,0-1,0 1,-1 0,0 0,0 0,-1 0,0 0,0 0,-1 1,0-1,0 0,0 0,-1 0,0 1,-1 2,-28 76,26-79,9-16,126-153,-99 122,-3-1,-1-1,-2-1,-2-1,-2-1,-2-1,-2-1,-2-1,-3-1,-1 0,-2-2,-4 10,-2 1,-1-1,-2 1,-2-1,-3-10,-6 21,10 30,0 0,0-1,-1 1,1 0,-1 0,1-1,0 1,-1 0,1 0,0-1,-1 1,1 0,-1 0,1 0,-1 0,1 0,-1 0,1 0,0 0,-1 0,1 0,-1 0,1 0,-1 0,1 0,0 0,-1 0,1 1,-1-1,1 0,-1 0,1 0,0 1,-1-1,1 0,0 0,-1 1,1-1,0 0,0 1,-1-1,1 1,0-1,0 0,-1 1,1-1,0 1,0-1,0 0,0 1,0-1,0 1,0-1,-1 1,1-1,0 1,1-1,-1 0,0 1,0-1,0 1,0-1,0 1,0-1,-6 24,0 0,2 0,0 0,2 1,1 12,-1-14,-3 36,2 1,2-1,3 1,3-1,3 0,2 0,2-1,3-1,17 41,-26-84,1-1,0 0,0 0,2-1,0 0,0 0,1-1,5 4,-11-11,0 0,0-1,1 0,0 0,0 0,-1 0,2-1,-1 1,0-1,0-1,1 1,-1-1,1 0,-1 0,1 0,0-1,-1 0,1 0,0 0,-1-1,1 0,-1 0,2-1,2-2,0-1,0-1,-1 1,0-1,0-1,-1 0,0 0,0 0,0-1,-1 0,0 0,0 0,-1-1,-1 0,1 0,-1 0,-1-1,0 1,0-1,-1 0,0 0,0 0,-1 0,-1 0,0 0,0 0,-1 0,0 0,-2-5,-10-21,2 53,9-8,1 0,1 0,-1 1,2-1,-1 0,1 0,1 0,-1 0,2 0,-1 0,1 0,1 0,-1-1,1 0,1 0,0 0,0 0,0-1,1 1,0-1,0-1,2 1,3 4,0-1,1-1,0 0,1 0,0-1,0-1,1 0,0-1,0-1,0 0,1-1,0 0,2-1,26 0,-8-7</inkml:trace>
  <inkml:trace contextRef="#ctx0" brushRef="#br1" timeOffset="135513.571">21045 14176,'16'-2,"27"-1,31 2,31 2,28 0,-9 0</inkml:trace>
  <inkml:trace contextRef="#ctx0" brushRef="#br1" timeOffset="135718.023">23149 14312,'9'16,"8"11,3 7,1 4,-1 4,-4 1,-5-2,-6-3,-9-6,-8-9,-3-8</inkml:trace>
  <inkml:trace contextRef="#ctx0" brushRef="#br1" timeOffset="136113.965">22848 14094,'41'24,"2"-3,-1-1,2-2,1-3,34 8,-61-17,38 10,-26-9,0 2,0 1,-1 1,0 1,-1 2,12 9,-34-19,-1 1,1-1,-1 1,-1 1,1-1,-1 1,0 0,0 0,0 0,-1 0,0 0,0 1,-1 0,1-1,-2 1,1 0,-1 0,0 0,0 0,-1 0,0 1,0-1,-1 0,0 0,0 0,-1 2,-5 65,8-72,0-1,1 1,-1-1,1 0,-1 1,1-1,-1 0,1 0,0 0,0 0,0 0,-1-1,1 1,0 0,0-1,0 1,0-1,0 0,0 0,0 0,0 0,0 0,0 0,0 0,0-1,0 1,0-1,0 1,0-1,1 0,12-3,1-1,-1 0,0-1,0-1,-1 0,0-1,0-1,-1 0,0 0,0-1,-1-1,-1 0,0-1,0 0,-1-1,-1 0,0 0,4-11,-10 19,-1 1,1-1,-1 0,0 0,-1 0,0 0,1 0,-2 0,1 0,0 0,-1-1,0-3,-6 18,6-3,0 0,0-1,1 1,-1 0,1-1,1 1,-1-1,1 1,0-1,0 0,0 1,1-1,0 0,0-1,0 1,1 0,-1-1,1 0,0 0,1 0,-1 0,0-1,1 0,0 1,11 6,1 0,0 0,0-2,1 0,-1-1,14 3,53 10,-2-5</inkml:trace>
  <inkml:trace contextRef="#ctx0" brushRef="#br1" timeOffset="136780.761">25101 14586,'4'-18,"1"1,1 0,1 0,1 1,0-1,1 2,1-2,-7 12,0 1,1-1,-1 1,1 0,0 0,0 1,0-1,1 1,-1 0,1 0,0 0,0 1,0-1,0 1,0 0,0 1,1-1,-1 1,1 0,-1 1,1-1,-1 1,1 0,4 1,0 1,-1 0,0 1,0 1,0-1,-1 1,1 1,-1-1,0 1,0 1,0 0,-1 0,0 0,0 1,-1 0,0 0,0 1,-1 0,0 0,0 0,0 0,1 8,-5-15,0 1,-1 0,1-1,-1 1,1 0,-1-1,0 1,1 0,-1 0,0 0,0-1,-1 1,1 0,0 0,-1-1,1 1,-1 0,1-1,-1 1,0 0,1-1,-1 1,0-1,0 1,0-1,-1 1,1-1,0 0,0 0,-1 1,1-1,-1 0,1 0,-1 0,1-1,-1 1,1 0,-1-1,0 1,0-1,1 1,-1-1,0 0,0 0,1 1,-3-1,1 0,0 1,0-1,0 0,0 0,-1-1,1 1,0-1,0 1,0-1,0 0,0 0,0 0,0-1,0 1,1-1,-1 0,0 1,1-1,0 0,-1-1,1 1,0 0,0-1,0 1,0-1,1-4,0-1,0 1,0-1,1 0,1 1,-1-1,1 0,0 1,1 0,0-1,0 1,1 0,-1 0,2 0,-1 0,1 0,0 1,0-1,1 1,0 0,0 1,1-1,3-8,19-23,-3-1,-1-1,-2-2,-1 0,-3 0,-1-2,-2 0,-2-1,-2-1,-2 0,-2 0,0-30,-6 65,-1 0,0 0,-1 0,0 0,0 0,-1 1,-1-1,1 0,-2 1,1-1,-1 1,-1 0,1 0,-2 1,1-1,-1 1,-4-4,8 11,0 0,0 0,0 0,-1 0,1 0,0 1,-1-1,1 1,0-1,-1 1,1 0,-1 0,1 0,-1 0,1 0,0 1,-1-1,1 1,0 0,-1-1,1 1,0 0,0 0,0 1,0-1,0 0,0 1,0-1,0 1,0 0,1-1,-1 1,0 0,1 0,0 0,-1 0,1 0,0 0,0 1,0-1,1 0,-1 1,1-1,-1 0,1 1,-1-1,-4 24,0-1,2 1,0 0,2 0,1 1,1-1,1 0,1 0,2-1,0 1,2-1,6 16,33 91,5-3,64 115,-75-161,-36-74</inkml:trace>
  <inkml:trace contextRef="#ctx0" brushRef="#br1" timeOffset="137029.69">25115 13957,'19'9,"24"8,26 6,27 3,22 3,13 0,-17-4</inkml:trace>
  <inkml:trace contextRef="#ctx0" brushRef="#br1" timeOffset="138116.36">26084 14299,'-10'-1,"-1"0,1 1,-1 0,1 1,-1 0,1 1,-1 0,1 0,0 1,0 1,0 0,1 0,-1 1,1 0,0 0,0 1,1 0,-1 1,2 0,-1 0,1 1,0 0,0 0,1 1,0 0,1 0,0 0,-1 2,5-8,-1 1,1-1,0 0,0 0,0 0,0 1,1-1,-1 0,1 1,0-1,0 1,0-1,1 0,-1 1,1-1,0 0,0 1,0-1,0 0,0 0,1 0,-1 0,1 0,0 0,0 0,0-1,0 1,1-1,-1 1,1-1,-1 0,1 0,0 0,0 0,2 0,2 1,0-1,0 1,0-2,0 1,0-1,1 0,-1-1,0 0,1 0,-1 0,0-1,1 0,-1-1,0 1,0-1,0-1,0 1,-1-1,1-1,-1 1,5-4,-1 1,0 0,-1-1,0-1,0 1,-1-2,0 1,0-1,-1 0,0 0,-1-1,0 0,0 0,1-5,-2 0,7 53,17 36,-28-72,0 0,0-1,0 1,0-1,0 1,1-1,-1 1,0-1,1 0,-1 1,1-1,0 0,-1 0,1 0,0-1,0 1,-1 0,1 0,0-1,0 0,0 1,0-1,0 0,0 0,0 0,0 0,-1 0,1 0,0 0,0-1,0 1,0-1,0 0,0 1,-1-1,1 0,0 0,-1 0,2-1,5-5,-1-1,0 0,-1 0,0 0,0-1,0 0,-1 0,-1-1,1 1,-2-1,1 0,-1 0,-1 0,0-1,0-3,18-194,-20 206,0 1,-1-1,1 1,0-1,0 1,0-1,0 1,0 0,0-1,0 1,0-1,1 1,-1-1,1 1,-1 0,1-1,-1 1,1 0,0-1,0 1,-1 0,1 0,0 0,0 0,0 0,0 0,1 0,-1 0,0 0,0 0,0 1,1-1,-1 0,0 1,1-1,-1 1,1-1,-1 1,0 0,1 0,-1 0,1 0,0 0,12 3,-1 1,0 1,0 0,0 1,-1 0,0 1,0 1,-1 0,0 0,0 1,-1 0,2 3,4 5,-1-1,-1 2,-1 0,0 1,-1 0,-1 0,-1 2,-1-1,-1 1,0 1,-4-11,-3-6,0 1,0-1,1 0,0 1,0-1,0 0,1 0,-1 0,1-1,1 1,-1-1,1 1,-1-1,1 0,0 0,1-1,-1 1,1-1,-1 0,1 0,0 0,0-1,0 0,0 0,4 1,4-2,1 0,-1-1,0-1,1 0,-1 0,0-2,0 1,0-2,0 0,-1 0,1-1,-1-1,-1 0,1 0,-1-1,0-1,0 0,-1 0,0-1,0-1,-1 1,-1-2,0 1,0-1,-1 0,0-1,-1 1,0-1,-1-1,0 1,-1-1,1-7,-4 18,0 1,0-1,-1 0,1 0,-1 0,0 1,1-1,-1 0,0 0,0 0,0 0,0 0,0 1,-1-1,1 0,0 0,-1 0,0 0,1 1,-1-1,0 0,0 1,0-1,0 0,0 1,0-1,0 1,-1 0,1-1,0 1,-1 0,1 0,-1 0,0 0,1 0,-1 0,0 0,1 1,-1-1,0 1,0-1,0 1,-1-1,-3 3,0 0,1 0,-1 0,1 0,0 1,0 0,0 0,0 0,0 1,1 0,-1 0,1 0,0 0,0 1,1-1,-1 1,1 0,0 0,0 0,1 1,0-1,0 1,0-1,0 1,1 0,0-1,0 1,0 0,1 0,0 0,0 0,1 0,0 3,1-2,0-1,0 1,1-1,0 0,0 0,1 0,-1 0,1-1,0 1,1-1,0 0,-1 0,1 0,1-1,-1 0,1 0,0 0,0-1,0 0,2 1,11 4,1 0,0-1,0-2,1 0,20 2,-8-1,1-1,0-2,0-1,1-2,-1-2,0-1,0-1,-1-2,1-1,15-7,-40 11,-1-1,1 0,-1-1,0 0,0 0,-1-1,1 0,-1 0,0-1,-1 0,5-6,-8 9,-1 1,0-1,0 0,0 0,0 0,0 0,-1 0,0 0,1 0,-2 0,1-1,0 1,-1 0,0-1,0 1,0 0,-1-1,1 1,-1 0,0-1,0 1,-1 0,1 0,-1 0,0 0,-1-1,0 0,0 1,0-1,-1 1,1 0,-1 0,0 0,0 0,-1 1,1 0,-1 0,0 0,0 0,0 1,0-1,0 1,0 1,-1-1,1 1,-1 0,1 0,-1 1,1-1,-1 1,1 0,-2 1,-2-1,1 1,-1 1,0-1,1 2,-1-1,1 1,0 0,0 1,0-1,0 2,1-1,0 1,-1 0,2 1,-5 4,5-4,1 0,0 1,0-1,1 1,0 1,0-1,1 0,0 1,0 0,0 0,1 2,1-6,0-1,1 0,-1 0,1 0,0 1,0-1,0 0,0 0,1 1,-1-1,1 0,0 0,0 0,0 0,0 0,0 0,1 0,-1 0,1 0,0-1,0 1,0-1,0 1,1-1,-1 0,0 0,1 0,0 0,1 1,4 0,1 0,0 0,0-1,0 0,0-1,0 0,0 0,0-1,0 0,1-1,-1 1,0-2,0 0,0 0,0 0,-1-1,1 0,-1-1,1 0,-1 0,-1-1,1 0,0-1,-1 1,0-1,-1-1,1 1,-1-1,0 0,-1-1,0 1,0-1,0 0,2-8,-6 14,0 0,0 0,0 0,0-1,0 1,-1 0,1-1,-1 1,0-1,0 1,1-1,-2 1,1 0,0-1,0 1,-1-1,1 1,-1 0,0-1,-1-1,1 4,0 0,0 1,0-1,-1 1,1-1,0 1,0-1,0 1,0 0,0 0,0-1,0 1,0 0,0 0,0 0,1 0,-1 0,0 0,0 0,1 0,-1 1,1-1,-1 0,1 0,0 0,-1 1,1-1,0 0,0 1,-1 1,0 1,0 0,1 0,-1-1,1 1,0 0,1 0,-1 0,0 0,1-1,0 1,0 0,0 0,0-1,1 1,-1-1,1 1,0-1,0 0,1 0,-1 0,0 0,1 0,2 2,3 2,1 1,0-1,0-1,0 0,1 0,0-1,1 0,-1-1,56 19,-1-7</inkml:trace>
  <inkml:trace contextRef="#ctx0" brushRef="#br1" timeOffset="138657.247">29252 13739,'-15'-4,"-1"0,0 0,-1 2,1 0,0 1,-1 0,1 1,-1 1,1 1,0 0,0 2,0-1,0 2,0 0,1 1,0 0,0 2,0 0,1 0,0 1,1 1,0 0,1 1,-3 3,4-1,0 1,1 0,1 1,1 0,0 1,0-1,2 2,0-1,1 1,0-1,1 1,1 1,1-1,0 13,2-19,0 0,0 0,1 0,1 0,-1 0,2 0,0 0,0 0,1-1,0 1,1-1,0 0,1-1,0 1,0-1,1 0,0-1,1 1,-1-1,2-1,-1 0,1 0,3 1,-2-1,0-1,0-1,1 0,0 0,0-1,0 0,1-1,0 0,-1-1,1 0,0-1,0-1,0 1,0-2,-1 0,1 0,0-1,0-1,-1 0,1 0,-1-1,0 0,0-1,-1-1,1 0,-1 0,0-1,-1 0,0 0,0-1,0-1,-1 1,0-1,-1-1,0 0,-1 1,4-9,-1-8,-2 1,-1-1,-1 0,-1-1,-1 1,-2-1,-1 1,0-1,-2 0,-2 1,-4-19,4 25,0 0,-2 1,-1-1,0 1,-8-13,12 26,0-1,-1 1,0 0,0 0,-1 1,1-1,-1 1,0 0,-1 0,1 1,-1-1,0 1,0 0,0 1,-1 0,1 0,-7-2,10 4,0 0,-1 1,1-1,0 1,-1 0,1 0,0 0,-1 0,1 0,0 1,-1 0,1-1,0 1,0 0,-1 1,1-1,0 1,0-1,1 1,-1 0,0 0,0 0,1 0,0 1,-1-1,1 1,0-1,0 1,0 0,0 0,1 0,-1 0,1 0,0 0,0 0,-1 3,-2 9,0 0,1 0,0 0,1 0,1 1,0-1,1 9,7 29,3 0,2-1,2-1,2 0,3 0,1-2,3-1,2 0,2-2,12 14,74 108,-112-166,1 1,0 0,0-1,0 1,0-1,0 1,1-1,-1 0,1 0,-1 0,1 0,0 0,0-1,0 1,-1-1,2 0,-1 0,10-3</inkml:trace>
  <inkml:trace contextRef="#ctx0" brushRef="#br1" timeOffset="138918.549">29608 13985,'13'0,"15"0,14 2,13 1,8 0,1-1,-7 0,-14-1</inkml:trace>
  <inkml:trace contextRef="#ctx0" brushRef="#br1" timeOffset="139215.845">29649 14217,'23'2,"22"2,19-2,13 1,5-4,-12-1</inkml:trace>
  <inkml:trace contextRef="#ctx0" brushRef="#br1" timeOffset="139535.987">30509 14094,'22'-54,"-2"-1,-2-1,-3-1,7-55,-22 212,23 348,-22-366,-2-81,0 0,0 1,0-1,0 0,0 0,0 1,-1-1,1 0,0 0,0 0,-1 0,1-1,-1 1,1 0,-1-1,1 1,-1-1,1 1,-1-1,0 0,1 1,-1-1,1 0,-1 0,0 0,1 0,-1-1,1 1,-1 0,0-1,1 1,-1-1,1 1,-1-1,1 0,-1 0,1 1,0-1,-1 0,1 0,0-1,0 1,0 0,0 0,0 0,0-1,0 1,0-1,0 1,1-1,-1 1,1-1,-1 1,1-1,-1 1,1-1,0 0,0 1,0-1,0 0,1 0,-1 1,1-1,0 0,0 0,0 1,0-1,0 1,0-1,0 1,1-1,-1 1,1 0,-1-1,1 1,-1 0,1 0,0 0,-1 0,1 0,0 1,0-1,0 0,-1 1,1 0,0-1,0 1,0 0,1 0,31-6,0 1,0 2,1 2,15 1,-16 0,208 2,-203-2</inkml:trace>
  <inkml:trace contextRef="#ctx0" brushRef="#br1" timeOffset="140988.808">19379 15283,'0'0,"0"0,0 1,0-1,0 0,-1 1,1-1,0 0,0 0,0 1,0-1,0 0,-1 1,1-1,0 0,0 0,-1 1,1-1,0 0,0 0,-1 1,1-1,0 0,0 0,-1 0,1 0,0 0,-1 1,1-1,0 0,-1 0,1 0,0 0,-1 0,1 0,0 0,-1 0,1 0,0 0,-1 0,1 0,0-1,-1 1,1 0,0 0,-1 0,1 0,0 0,-1-1,1 1,0 0,0 0,-1-1,1 1,0 0,0 0,0-1,-1 1,1 0,0 0,0-1,0 1,0 0,0-1,-1 1,1 0,0-1,0 1,0 0,0-1,0 1,-5 31,5-30,-3 92,4-1,4 0,8 26,-11-99,22 219,63 847,-85-1032,2 67,-4 1,-10 39,-10-74,20-86,0 1,0-1,0 1,0 0,0-1,0 1,0-1,-1 1,1 0,0-1,0 1,0-1,-1 1,1-1,0 1,-1-1,1 1,0-1,-1 1,1-1,-1 0,1 1,-1-1,1 1,-1-1,1 0,-1 0,1 1,-1-1,1 0,-1 0,0 0,1 1,-1-1,1 0,-1 0,0 0,1 0,-1 0,1 0,-1 0,0 0,1-1,-1 1,1 0,-1 0,0 0,1-1,-1 1,1 0,-1-1,1 1,-1 0,1-1,-1 1,1-1,0 1,-1 0,1-1,0 1,-1-1,1 1,0-1,-1 0,1 0,-12-39,8 7</inkml:trace>
  <inkml:trace contextRef="#ctx0" brushRef="#br1" timeOffset="142455.441">20867 15897,'-6'-6,"0"0,-1 1,0 0,0 0,-1 1,1-1,-1 2,0-1,0 1,0 1,-1-1,1 1,-1 1,1-1,-1 1,1 1,-1 0,0 0,1 1,-1 0,1 0,-1 1,1 0,0 0,0 1,0 0,0 1,0 0,0 0,1 1,0-1,-3 4,1 1,0 1,0 0,1 0,0 1,1 0,0 1,1-1,0 1,1 0,0 1,1 0,1-1,0 1,0 0,1 1,1-1,0 0,1 0,1 6,-1-15,-1 0,1 0,1 0,-1 0,1 0,-1-1,1 1,0 0,0 0,1-1,-1 1,1-1,0 1,0-1,0 0,0 1,1-1,-1 0,1-1,0 1,-1 0,1-1,1 1,-1-1,0 0,0 0,1-1,-1 1,1 0,0-1,-1 0,1 0,0 0,0-1,0 1,0-1,-1 0,1 0,1 0,9-5,-1-1,-1-1,1 0,-1 0,0-1,0-1,-1 0,0-1,-1 0,0 0,-1-1,0 0,0-1,-2 0,1 0,2-8,7-14,-1 0,-2-1,-1 0,-2-1,-2-1,-1 1,-2-1,-1-1,-2 1,-1-1,-3 1,-1-1,2 31,0-3,0 0,0 0,-1 0,-1 0,0 0,0 0,-1 0,0 0,-4-7,7 18,0-1,0 0,0 1,0-1,0 1,0-1,0 0,0 1,0-1,0 1,0-1,0 0,0 1,0-1,0 0,-1 1,1-1,0 1,0-1,0 0,-1 1,1-1,0 0,0 0,-1 1,1-1,0 0,-1 0,1 1,0-1,-1 0,1 0,-1 0,1 1,0-1,-1 0,1 0,0 0,-1 0,1 0,-1 0,1 0,0 0,-1 0,1 0,-1 0,1 0,0 0,-1 0,1-1,-1 1,1 0,0 0,-1 0,1-1,0 1,-1 0,1 0,0-1,-1 1,1 0,0 0,0-1,-1 1,1 0,0-1,-11 130,11-107,1 30,2 0,2 0,3 0,2-1,2 0,16 40,-23-76,1 0,1-1,0 1,1-2,0 1,1-1,1 0,0-1,4 3,-10-11,0 0,1 0,0 0,0-1,-1 0,2 0,-1 0,0 0,1-1,-1 0,1 0,0-1,-1 1,1-1,0-1,0 1,0-1,0 0,0 0,-1-1,1 1,0-1,0-1,0 1,-1-1,2 0,9-7,0-1,0 0,-1-1,-1-1,0 0,-1-1,0 0,-1-1,0 0,-1-1,-1-1,0 1,-1-2,-1 1,-1-1,5-16,17-77,-27 101,-4 14,-2 19,2-11,0 0,0 1,2-1,-1 0,2 1,0-1,0 1,2-1,-1 0,2 0,-1 0,2 0,0-1,0 0,1 0,1 0,0-1,0 1,1-2,3 3,18 12</inkml:trace>
  <inkml:trace contextRef="#ctx0" brushRef="#br1" timeOffset="142930.17">21373 15542,'20'4,"0"1,0 1,0 1,-1 1,0 0,-1 2,0 0,-1 1,0 1,0 0,-1 1,-1 1,0 1,-1 0,-1 0,0 2,-1-1,-1 2,0 0,-2 0,0 1,-1 0,0 0,-2 1,-1-1,1 5,18 85,-24-107,0-1,0 0,0 0,0 0,0 0,1 0,-1 0,0 0,1 0,-1 0,1 0,-1 0,1 0,-1 0,1 0,0 0,0 0,-1 0,1-1,0 1,0 0,0 0,0-1,0 1,0-1,0 1,0-1,0 1,0-1,0 0,0 1,0-1,0 0,0 0,0 0,1 0,-1 0,0 0,0 0,0 0,0-1,0 1,0 0,0 0,0-1,0 1,0-1,0 1,0-1,0 0,0 1,0-1,0 0,0 1,-1-1,1 0,0-1,26-21,-2-2,-1-1,-1-1,-1 0,14-25,-23 35,-1-1,0-1,-2 1,0-2,-1 1,2-10,-21 54,9-20,0-1,-1 0,2 1,-1-1,1 1,-1-1,1 1,0-1,1 0,-1 1,1-1,0 1,0-1,0 0,1 1,-1-1,1 0,0 0,0 0,1 0,-1-1,1 1,0-1,0 1,0-1,0 0,0 0,1 0,3 2,11 3,1-1,0 0,0-1,1-1,-1-1,1-1,0-1,0 0,0-2,5 0,-21 0,225-7,-120-2</inkml:trace>
  <inkml:trace contextRef="#ctx0" brushRef="#br1" timeOffset="144715.795">24145 15760,'-14'0,"1"0,-1 1,1 0,0 1,-1 0,1 1,0 1,0 0,1 1,-1 0,1 1,-4 3,5-5,0 1,1 0,-1 1,1 0,1 1,-1 0,1 0,0 1,1 0,0 1,0 0,1 0,-3 4,10-11,-1-1,0 1,1-1,-1 1,0-1,1 1,0-1,-1 1,1-1,0 1,0-1,0 1,0 0,0-1,0 1,1-1,-1 1,0-1,1 1,-1-1,1 1,0-1,-1 1,1-1,0 0,0 1,0-1,0 0,0 0,0 0,0 0,0 0,1 0,-1 0,0 0,1 0,-1 0,1-1,-1 1,0-1,2 1,69 15,-11-15,0-3,0-2,-1-4,0-1,0-4,24-9,-55 15,4 0,0-1,0-2,-1-1,0-2,4-4,-28 10,-22 14,12-6,0 1,0-1,0 1,0-1,0 1,0 0,0 0,1 0,-1 0,1 0,-1 1,1-1,0 0,0 1,0-1,0 0,0 1,1 0,-1-1,1 1,-1-1,1 1,0-1,0 1,0 0,1-1,-1 1,1-1,-1 1,1 0,0-1,0 0,0 1,0-1,0 0,0 1,1-1,-1 0,1 0,0 0,0 0,-1 0,1-1,2 3,10 4,0 0,0 0,1-2,0 0,0 0,1-2,-1 0,1 0,0-1,0-1,0-1,0-1,0 0,1-1,0 0,72-21,-87 21,1 0,-1 0,0-1,1 1,-1-1,0 1,0-1,0 0,0 0,0 0,0 0,-1 0,1 0,-1 0,1-1,-1 1,0-1,0 1,0-1,0 1,0-1,0 0,-1 1,0-1,1 0,-1 1,0-1,0 0,0 1,-1-1,1 0,-1 0,-4-7,0 1,-1-1,-1 1,1 1,-1-1,-1 1,0 0,0 1,0 0,-1 0,0 0,0 2,-1-1,1 1,-1 0,-1 1,1 0,-6-1,15 5,-8-5,1 1,-1 1,0 0,0 0,-1 0,1 1,0 1,-1-1,1 2,-1-1,1 1,-1 1,0 0,9-1,0 1,0-1,1 1,-1 0,0-1,0 1,0 0,1 0,-1-1,0 1,1 0,-1 0,1 0,-1 0,1 0,0 0,-1 0,1 0,0 0,-1 0,1 0,0 0,0 0,0 0,0 0,0 0,0 1,0-1,1 0,-1 0,0 0,1 0,-1 0,0 0,1 0,-1 0,1 0,-1-1,1 1,0 0,-1 0,1 0,0-1,0 1,0 0,0-1,-1 1,1 0,0-1,0 1,0-1,0 0,0 1,0-1,0 0,0 0,0 1,0-1,0 0,1 0,-1 0,0 0,23 7,-1 0,2-1,-1-2,1 0,-1-1,1-2,0-1,0-1,6-1,-16 2,42-4,-34 2,-1 1,1 0,0 2,-1 1,1 0,4 3,-22-3,-1 0,1 0,-1 0,0 1,0 0,0 0,0 0,-1 0,1 1,-1 0,1-1,-1 1,-1 0,1 0,-1 1,1-1,-1 1,0-1,-1 1,1-1,-1 1,0 0,0 0,0 0,-1 0,0 0,0 0,0 0,12 49,-12-52,1 0,-1 0,1 0,0 0,-1-1,1 1,0 0,0-1,0 1,0 0,0-1,1 0,-1 1,0-1,1 1,-1-1,1 0,-1 0,1 0,0 0,-1 0,1 0,0-1,0 1,-1 0,1-1,0 0,0 1,0-1,0 0,0 0,0 0,-1 0,1 0,0 0,0-1,0 1,0-1,1 0,3-1,1-1,-1 0,-1-1,1 0,0 0,-1 0,0 0,0-1,0 0,3-3,2-7,0 1,-1-2,0 1,-1-1,-1 0,0-1,-1-3,9-18,-7 24,-3 21,-2 30,-3-29,19 99,-18-103,1-1,0 1,0-1,0 0,0 1,0-1,1 0,-1-1,1 1,0 0,-1-1,2 1,-1-1,0 0,0 0,1 0,-1-1,0 1,1-1,0 0,-1 0,1 0,0 0,0 0,0-1,-1 0,3 0,3-1,0-1,0 0,0 0,0-1,-1 0,1-1,-1 0,0 0,0-1,0 0,-1 0,1-1,-1 0,-1 0,1 0,-1-1,0 0,0-1,-1 1,0-1,-1 0,0 0,0 0,0-1,-1 0,0 1,-1-1,0 0,-1 0,1 0,-2-1,1 1,-1 0,-1 0,0-6,3 98,2-72,2-1,-1 1,1-1,0-1,1 1,0-1,1 0,0-1,0 0,1 0,0-1,0 0,1 0,0-1,0 0,0-1,1 0,0-1,0 0,0-1,0 0,46 14</inkml:trace>
  <inkml:trace contextRef="#ctx0" brushRef="#br1" timeOffset="145479.377">26576 15815,'-9'-5,"0"-1,0 1,0 1,0 0,-1 0,0 1,0 0,0 1,0 0,0 1,0 0,-1 0,1 1,0 0,0 1,-1 0,1 1,0 0,-4 2,6-2,1 0,0 1,0 0,-1 0,2 1,-1 0,0 0,1 0,0 1,0 0,0 0,1 1,-1 0,1 0,1 0,-1 0,1 1,0-1,0 1,1 0,0 1,1-1,-1 0,1 1,-1 5,3-8,-1-1,1 1,0-1,0 1,1-1,-1 1,1-1,0 1,0-1,0 0,1 1,0-1,-1 0,1 0,1 0,-1 0,1-1,-1 1,1 0,0-1,0 0,1 0,-1 0,1 0,-1 0,1-1,0 0,0 0,0 0,0 0,3 0,3 2,0 0,1-1,-1-1,1 0,0 0,0-1,0 0,-1-1,1-1,0 1,0-2,8-1,-11 1,1-1,-1 0,0-1,0 1,0-2,0 1,-1-1,1 0,-1-1,-1 1,1-2,-1 1,0-1,0 1,-1-2,0 1,0 0,-1-1,0 0,0 0,-1 0,0-1,0 1,-1-1,0 0,-1 1,0-1,0 0,-1 0,0 0,0 0,-2-2,-6-19,0 46,7-9,-1 0,1 1,1-1,-1 0,1 0,1 0,-1 0,1 0,1 0,-1 0,1 0,0 0,1 0,-1 0,1-1,1 0,-1 1,1-1,0 0,1-1,-1 1,1-1,0 0,0 0,1 0,0-1,0 0,0 0,0-1,0 1,1-1,-1-1,1 1,6 1,-6-3,1 0,-1-1,1 0,-1 0,1 0,-1-1,0 0,1-1,-1 0,0 0,0 0,0-1,0 0,0 0,-1-1,1 0,-1 0,0 0,0-1,-1 0,0 0,1-1,-1 1,-1-1,1 0,2-5,3-5,-1 0,0 0,-1-1,-1-1,0 1,-2-1,0 0,0 0,-2-1,0-2,-13 59,8-31,1 0,0 0,0 0,1 0,0-1,0 1,1 0,-1 0,2 0,-1 0,1-1,0 1,0-1,1 1,-1-1,2 0,-1 0,1 0,0 0,0-1,0 1,1-1,-1 0,2 0,-1-1,0 0,4 3,2-2,0-1,0 0,1-1,-1 0,1 0,0-1,0-1,-1 0,1 0,0-1,0-1,0 0,0-1,0 0,-1-1,1 0,-1-1,0 0,0 0,0-2,0 1,-1-1,0-1,0 0,-1 0,0-1,2-2,-6 4,-1 0,1-1,-1 1,0-1,-1 0,1-1,-2 1,1 0,-1-1,0 0,0 1,-1-1,0 0,0 0,-1 0,0 0,-1 0,1 1,-2-3,2 10,1 1,-1-1,0 1,0 0,0-1,1 1,-1-1,0 1,0-1,0 1,0-1,0 1,0 0,0-1,0 1,-1-1,1 1,0-1,0 1,0 0,-1-1,1 1,0-1,0 1,-1-1,1 0,0 1,-1-1,1 1,-1-1,1 1,-1-1,1 0,-1 1,1-1,-1 0,1 0,-1 1,1-1,-1 0,1 0,-1 0,1 0,-1 0,0 0,1 0,-1 0,1 0,-1 0,1 0,-1 0,0 0,1 0,-1 0,1 0,-1-1,1 1,-1 0,1 0,-1-1,1 1,-1 0,1-1,-1 1,1-1,0 1,-1 0,1-1,-1 0,0 7,0-1,1 1,0 0,0-1,0 1,0 0,1-1,0 1,0-1,0 1,1-1,0 1,0-1,0 0,1 0,0 0,0 0,0 0,0-1,1 1,0-1,0 0,0 0,0-1,1 1,-1-1,1 0,0 0,0 0,0-1,0 1,1-1,1 0,115 33,-57-24</inkml:trace>
  <inkml:trace contextRef="#ctx0" brushRef="#br1" timeOffset="146283.291">28202 15855,'-21'-7,"-1"0,0 1,0 1,0 1,0 1,0 1,-11 1,30 1,0 0,0 0,0 0,-1 0,1 1,0-1,0 1,0 0,-1 0,1 0,0 0,0 0,1 1,-1 0,0-1,0 1,1 0,-1 0,1 0,0 1,-1-1,1 1,0-1,0 1,1 0,-1-1,1 1,-1 0,1 0,0 0,0 0,0 1,0-1,1 0,-1 0,1 0,0 1,0-1,0 0,0 0,1 1,-1-1,1 0,0 0,0 0,0 1,5 1,0-1,0 0,0 0,0 0,1 0,-1-1,1 0,0-1,0 1,0-2,0 1,1-1,-1 0,0 0,0 0,1-1,-1-1,1 1,-1-1,0 0,0-1,0 0,0 0,4-2,1 0,-1-1,0 0,0 0,0-1,-1-1,0 0,0 0,-1-1,0 0,0-1,0 0,-2 0,1-1,-1 0,0 0,-1-1,0 0,-1 0,0 0,-1-1,0 1,-1-1,0 0,-1-4,6-52,-3 1,-2-1,-4 0,-4-4,-5-22,10 95,-1 0,1 0,0 0,0-1,-1 1,1 0,-1 0,1 0,-1-1,1 1,-1 0,1 0,-1-1,1 1,-1-1,0 1,0 0,1-1,-1 1,0-1,0 0,1 1,-1-1,0 0,0 1,0-1,0 0,0 0,0 0,0 0,1 0,-1 0,0 0,0 0,0 0,0 0,0 0,0 0,0-1,1 1,-1 0,0-1,0 1,0-1,1 1,-1-1,0 1,1-1,-1 1,0-1,1 0,-1 0,1 1,-1-1,1 0,-1 0,1 1,-1-1,1 0,0 0,-1 0,1 0,0 1,0-1,0 0,0 0,0 0,0-1,-12 23,1 0,1 0,1 1,1 0,0 0,2 1,1 0,1 1,1-1,1 1,1-1,1 12,0-19,2 0,0 1,1-1,0 0,2 0,-1 0,2-1,0 0,1 0,1 0,0-1,1 0,0 0,1-1,1-1,0 1,0-2,1 0,1 0,0-1,1 0,-1-2,2 1,-1-2,15 6,-1-3,0-2,0 0,0-2,1-2,0 0,0-2,0-1,1-1,23-4,-38 2,0 0,0-2,0 1,0-2,-1 0,0-1,0 0,6-4,-16 8,-1 0,1 0,-1 0,1-1,-1 1,0-1,0 0,0 0,0 0,-1 0,1 0,-1-1,0 1,0-1,0 0,0 1,-1-1,1 0,-1 0,0 0,0 0,-1 0,1 0,-1 0,0 0,0-1,0 1,0 0,-1 0,0 0,0 0,-1-4,-1 2,-1-1,0 1,0 0,0-1,-1 2,0-1,0 1,0 0,-1 0,1 0,-1 0,0 1,-1 0,1 1,-1 0,0-1,0 2,0-1,0 1,0 0,0 1,-7-1,9 1,0 0,0 0,0 1,0-1,-1 1,1 0,0 1,0-1,0 1,0 0,0 0,0 1,0 0,0 0,1 0,-1 0,1 0,-1 1,1 0,0 0,0 0,0 1,0-1,1 1,-1 0,1 0,0 0,0 1,1-1,-1 0,1 1,-2 4,3-4,0-1,0 0,1 1,-1-1,1 1,0-1,0 1,1-1,-1 1,1-1,0 1,0-1,0 0,1 1,-1-1,1 0,0 0,1 0,-1 0,1 0,-1-1,1 1,0-1,0 0,1 0,-1 0,1 0,0 0,5 3,-1 0,1-1,0 0,0-1,0 1,1-2,0 0,-1 0,1 0,0-1,1-1,0 0,-5 0,1 0,0-1,0 0,0 0,0-1,-1 0,1 0,0-1,-1 0,1 0,-1 0,1-1,-1 0,0 0,0 0,0-1,-1 0,1 0,-1-1,0 1,0-1,-1 0,1 0,-1-1,0 0,-1 1,1-1,-1 0,0-1,-1 1,1 0,-1-1,-1 0,1 1,-1-1,0 0,0-3,-8-18,2 41,9-5,0 1,1-1,0 0,0 0,0 0,1-1,1 0,-1 0,1 0,0-1,0 0,1-1,0 1,0-1,0-1,1 0,5 2,60 28,2-4,1-3,1-3,43 6,-3-3,-16-5</inkml:trace>
  <inkml:trace contextRef="#ctx0" brushRef="#br1" timeOffset="147960.362">21005 17098,'-8'-8,"1"1,-2-1,1 1,-1 1,0-1,0 2,0-1,-1 1,0 1,0 0,0 0,-1 1,1 0,-1 1,0 0,0 0,1 1,-1 1,0 0,0 1,0 0,0 0,0 1,1 0,-1 1,1 1,0-1,0 2,0-1,0 1,1 1,-6 4,11-8,1 1,0 0,0 0,0 0,0 1,0-1,1 1,-1-1,1 1,0 0,0 0,0 0,1 0,0 0,-1 1,1-1,1 0,-1 1,1-1,-1 0,1 1,1-1,-1 0,0 1,1-1,0 0,0 1,1-1,-1 0,1 0,0 0,0 0,0 0,0 0,1-1,-1 1,1-1,0 0,0 0,0 0,1 1,6 2,1 0,-1-1,1-1,0 1,0-1,0-1,0 0,1-1,-1 0,1-1,0 0,-1-1,1 0,0-1,-1 0,1-1,-1 0,0-1,1 0,-1-1,0 0,-1-1,1 0,0-1,-3 0,-1-1,1 1,-1-1,0-1,-1 0,0 0,0 0,-1 0,0-1,0 0,-1 0,0 0,0-1,-1 1,-1-1,0 0,0 0,0 0,-2 0,1 0,-1 0,-1 0,1 0,-2 0,-2-10,-3 10,3 27,3-4,2 0,-1 1,2-1,0 0,0 0,1 0,1 0,0-1,1 1,0-1,1 0,0 0,1-1,5 7,-8-12,0-1,1 1,-1-1,1 0,0 0,1 0,-1-1,1 0,0 0,0 0,0-1,0 0,1 0,-1 0,1-1,0 0,0-1,0 1,0-1,0 0,0-1,0 0,0 0,0-1,0 1,0-1,0-1,1 0,2-1,-1-1,0 0,0-1,0 0,-1 0,1-1,-2 0,1-1,0 1,-1-1,0-1,-1 0,0 0,0 0,-1 0,1-1,-1-1,3-6,0 0,-2-1,0 0,0 0,-2-1,0 1,-1-1,-1 0,0-2,-5 13,-2 21,3-8,0-1,1 1,-1 0,1-1,0 1,1 0,-1 0,1 0,0-1,1 1,-1 0,1 0,0-1,1 1,-1 0,1-1,0 1,1-1,-1 0,1 0,0 0,0 0,1 0,-1-1,1 1,0-1,0 0,1 0,-1-1,1 1,0-1,0 0,0 0,1 0,5-1,-1-1,0 0,1 0,-1-1,0-1,1 0,-1 0,0-1,0 0,0-1,0 0,0 0,-1-1,1-1,-1 1,0-1,0-1,-1 0,0 0,0-1,0 0,-1 0,0-1,0 0,-1 0,0 0,0-1,-1 0,0 0,-1-1,0 1,0-1,-1 0,-1 0,1 0,-1-1,1-36,-3 128,2-74,0 1,1-1,0 0,0 0,0 0,1-1,0 1,0-1,1 0,-1 0,1 0,1-1,-1 0,1 0,0 0,0 0,0-1,1 0,0-1,0 1,4 0,9 4,0-2,0 0,0-2,1 0,0-1,-1-1,10-1,-3 0,-1-2,1-1,0-1,0-1,-1-1,0-2,0-1,-1 0,0-2,0-1,2-3,-12 6,-1 0,0-1,-1-1,1 0,-2-1,0 0,0-1,-1-1,0 0,-1 0,-1-1,0 0,-1-1,0 1,-2-2,1 1,-2-1,2-7,-2-3,-1-1,-1 1,-2-1,0 0,-2 0,-1 1,-1-1,-1 1,-1 0,-1 0,-10-25,14 45,-1-1,1 1,-1-1,0 1,-1 0,1 0,-1 0,0 0,-1 1,1-1,-2 1,5 4,0 1,0-1,0 0,0 1,0-1,0 1,0 0,0-1,0 1,0 0,-1-1,1 1,0 0,0 0,0 0,-1 0,1 0,0 0,0 1,0-1,-1 0,1 1,0-1,0 0,0 1,0 0,0-1,0 1,0 0,0-1,0 1,0 0,0 0,0 0,1 0,-1 0,0 0,1 0,-1 0,-23 44,14-15,2 1,1 1,1-1,2 1,1 0,2 0,1 0,1 0,2 0,6 24,-7-40,0-1,2 1,0-1,0 0,1 0,1 0,1-1,0 1,1-2,1 1,0-1,0-1,1 1,1-2,0 1,1-2,0 1,0-2,1 1,0-2,1 0,0 0,0-2,1 0,0 0,0-1,11 2,-17-6,0 0,1 0,-1 0,0-1,1-1,-1 0,0 0,0 0,1-1,-1-1,0 0,-1 0,1 0,-1-1,1-1,-1 1,0-1,-1-1,1 1,-1-1,0-1,-1 1,1-1,-1 0,-1-1,1 0,-1 1,0-2,-1 1,0 0,-1-1,2-5,-3 10,0 0,-1 1,0-1,0 0,0 0,0-1,-1 1,1 0,-1 0,0 0,0 0,-1 0,1 0,-1 0,0 0,0 0,0 0,-1 0,1 0,-1 0,0 0,-2-2,3 6,-1 0,1 0,-1 0,1 0,-1 0,1 0,-1 1,1-1,-1 0,1 1,0-1,-1 1,1 0,0-1,-1 1,1 0,0 0,0 0,0 0,0 0,0 0,0 0,0 0,0 1,0-1,0 0,1 0,-1 1,0-1,1 1,-1-1,1 0,0 1,-1-1,1 1,0 0,-3 5,0 0,1 0,0 1,0-1,1 1,0-1,0 1,1-1,0 1,0-1,1 1,-1 0,2-1,-1 1,1-1,0 0,1 0,0 0,0 0,0 0,1 0,0-1,0 0,1 0,0 0,0 0,0-1,1 1,0-2,0 1,0 0,1-1,1 1,-1-1,1-1,0 0,0 0,0 0,0-1,0 0,1 0,-1-1,1-1,-1 1,1-1,-1 0,1-1,-1 0,1-1,6-1,15-9</inkml:trace>
  <inkml:trace contextRef="#ctx0" brushRef="#br1" timeOffset="148180.775">22248 16579,'18'0,"27"0,30 0,29 0,28 0,18 0,-15 0</inkml:trace>
  <inkml:trace contextRef="#ctx0" brushRef="#br1" timeOffset="148771.198">23449 17249,'11'-3,"-1"0,0-1,0 0,0 0,0-1,-1-1,0 1,0-2,0 1,-1-1,0 0,0-1,0 0,-1 0,-1-1,1 0,-2 0,1 0,-1-1,0 0,-1 0,0 0,-1 0,0-1,-1 1,0-1,0 0,-1 0,-1 0,0 0,0 1,-1-1,0 0,-1 0,-1 1,1-1,-2 1,1 0,-1-1,-1 1,3 6,0 0,0 0,0 0,-1 0,1 1,-1-1,0 1,0 0,0-1,0 1,-1 1,1-1,-1 0,0 1,0 0,0 0,0 0,0 0,0 1,0 0,-1 0,1 0,0 0,-1 0,4 2,0-1,0 0,0 1,-1-1,1 1,0 0,0-1,0 1,0 0,0-1,1 1,-1 0,0 0,0 0,0 0,1 0,-1 0,1 0,-1 0,0 0,1 0,0 0,-1 0,1 1,0-1,-1 0,1 0,0 0,0 0,0 1,0-1,0 0,0 0,1 0,-1 1,0-1,1 0,-1 0,0 0,1 0,0 0,-1 0,1 0,-1 0,1 0,0 0,0 0,0 0,0 0,-1-1,1 1,0 0,0 0,1 0,10 7,-1 0,1-1,0 0,0-1,1-1,0 0,0 0,0-1,0-1,1 0,6 0,-5 0,210 47,-221-49,0 0,-1 1,1-1,0 1,-1 0,1 0,-1 0,1 0,-1 1,0 0,0-1,0 1,0 0,-1 0,1 0,-1 1,0-1,0 1,0-1,0 1,0 0,-1 0,0-1,0 1,0 0,0 0,-1 0,1 0,-1 1,0-1,0 1,-2 15,1-17,0-1,1 0,-1 0,1 1,-1-1,1 1,0-1,0 0,0 1,0-1,0 0,1 1,-1-1,1 0,-1 1,1-1,0 0,0 0,0 0,0 1,0-1,1 0,-1-1,1 1,-1 0,1 0,0-1,-1 1,1 0,0-1,1 1,6 0,0-1,0 0,0 0,-1-1,1 0,0 0,0-1,0 0,0-1,-1 0,1-1,-1 1,1-1,-1-1,0 0,0 0,-1-1,1 1,-1-2,0 1,0-1,-1 0,2-2,-2 2,1-1,-1-1,0 1,-1-1,1 0,-2 0,1 0,-1-1,0 0,-1 0,0 0,-1 0,2-7,-5 33,2-1,0 0,1 0,1 0,0 0,1 0,1 0,0-1,1 0,1 0,1 0,-4-6,0 0,1-1,1 1,-1-1,1-1,1 1,0-1,0 0,0 0,0-1,1 0,0 0,1-1,-1 0,6 1,-12-5,-1 0,1-1,0 1,0-1,0 0,0 0,0 0,0 0,0 0,0 0,0 0,0 0,0-1,0 1,0-1,0 0,0 1,-1-1,1 0,0 0,-1 0,1 0,0-1,-1 1,14-16</inkml:trace>
  <inkml:trace contextRef="#ctx0" brushRef="#br1" timeOffset="149044.251">24186 16594,'7'18,"10"14,10 10,1-2</inkml:trace>
  <inkml:trace contextRef="#ctx0" brushRef="#br1" timeOffset="149296.744">24747 17126,'-2'5,"1"1,0-1,0 0,1 0,-1 1,1-1,0 1,1-1,-1 0,1 0,0 1,0-1,1 0,0 0,0 0,0 0,0 0,1 0,0-1,0 1,0-1,0 0,1 0,-1 0,1 0,0-1,1 1,-1-1,0 0,4 1,-5-3,0-1,0 1,-1-1,1 0,0 0,0 0,-1 0,1-1,0 1,0-1,-1 1,1-1,-1 0,1 0,0 0,-1-1,0 1,1 0,-1-1,0 0,0 1,0-1,0 0,0 0,0 0,0-1,-1 1,2-1,27-74,-29 67,0 0,-1-1,0 1,-1 0,0 0,-1 0,0 0,0 0,-1 1,0-1,-3-3,4 8,0 0,0 1,-1-1,0 1,0 0,0 0,0 0,-1 0,1 0,-1 1,0-1,0 1,0 0,-1 0,1 1,-1-1,0 1,1 0,-1 0,0 1,0 0,0-1,0 1,0 1,1 0,0 0,-1 1,1-1,0 1,0 0,0 0,-1 0,1 1,0 0,0-1,1 1,-1 1,0-1,1 0,-1 1,1 0,0 0,0 0,0 0,0 0,0 0,1 1,0 0,0-1,0 1,0 0,0 0,1 0,-1 0,1 0,0 1,0-1,1 0,0 0,-1 1,1-1,0 0,1 1,-1-1,1 0,0 0,1 4,16 23,3-6</inkml:trace>
  <inkml:trace contextRef="#ctx0" brushRef="#br1" timeOffset="150333.001">25306 17126,'0'-10,"0"0,-1 0,0 0,-1 1,0-1,0 0,-1 1,-4-10,6 16,-1 0,0 0,0 0,0 0,0 0,0 0,-1 0,1 1,-1-1,0 1,0 0,0 0,0 0,0 0,0 0,0 0,-1 1,1 0,0 0,-1 0,1 0,-1 0,0 1,1-1,-1 1,0 0,-7 2,1 0,0 0,0 1,0 0,0 1,0 0,0 1,1 0,0 0,0 1,1 0,-1 1,1-1,1 2,-1-1,1 1,1 0,-1 1,1 0,-3 7,7-15,1 1,-1 0,1 0,-1 0,1 0,0 0,0 0,0 0,0 0,0 1,0-1,1 0,-1 0,1 1,0-1,-1 1,1-1,0 0,1 1,-1-1,0 0,1 1,-1-1,1 0,-1 1,1-1,0 0,0 0,0 0,1 0,-1 0,0 0,1 0,-1 0,1 0,0-1,-1 1,1-1,0 1,0-1,0 0,0 1,0-1,1 0,14 4,0-1,1-1,0-1,0 0,-1-1,1-1,0-1,0 0,0-1,0-1,-1-1,0 0,0-2,14-5,13-6,-43 17,-1 1,1 0,-1 0,1 0,-1 0,1 0,-1 0,0 0,1 0,-1 0,0 0,0 0,0 0,0 0,0 0,0 0,0 0,0 0,0 0,0 0,0 0,-1 0,1 0,0 0,-1 0,1 0,-1 0,1-1,-1 2,0 1,0 1,0-1,0 1,0 0,0 0,1-1,0 1,0 0,0 0,0 0,0 0,1-1,0 1,0 0,0 0,0-1,0 1,1-1,-1 1,1-1,0 1,0-1,1 0,-1 0,1 0,-1 0,1-1,0 1,0-1,0 0,0 1,1-1,-1 0,3 0,0 0,-1-1,1 1,0-1,0 0,0-1,0 1,0-1,0 0,0-1,0 1,0-1,0-1,0 1,0-1,-1 0,1 0,-1 0,1-1,-1 0,0 0,0 0,0-1,0 0,-1 0,1 0,-1 0,0-1,0 0,-1 0,0 0,0 0,0 0,0-1,-1 1,1-1,-2 1,2-6,2-8,-1 1,-1-1,-1 0,-1 0,0 0,-2-1,0 1,-1 0,-1 0,0 1,-2-1,0 1,-1 0,-3-6,0 6,22 33,4-5,0 0,0-1,1-1,0 0,1-2,-1 0,1-1,0 0,0-2,1-1,-1 0,1-1,6-1,56 7,-77-7,-1 0,1 0,0 1,0-1,-1 1,1 1,0-1,-1 0,1 1,-1 0,0 0,0 1,0-1,0 1,0 0,0 0,-1 0,1 0,-1 1,0-1,0 1,0 0,0 0,1 3,13 66,-17-65,0 0,1 0,1-1,-1 1,1 0,1-1,-1 1,1-1,1 0,-1 0,1 0,0 0,1-1,0 0,0 0,0 0,1 0,1 0,3-1,0 0,0-1,1 0,-1-1,1 0,0-1,0 0,0-1,0 0,0-1,0 0,0-1,1 0,-2-1,1 0,0 0,0-1,-1-1,1 0,-1 0,0-1,0 0,0-2,-3 4,0 0,0-1,-1-1,1 1,-1-1,0 0,0 0,-1-1,0 1,0-1,0 0,-1-1,1 1,-2-1,1 0,-1 0,0 0,0-1,-1 1,0-1,0 1,-1-1,0 0,0 1,-1-1,0 0,0 0,-1 1,0-1,-1 0,1 1,-1-1,-1 0,2 6,0 0,1 0,-1 1,0-1,0 0,0 1,0-1,0 1,-1-1,1 1,0 0,-1-1,1 1,-1 0,1 0,-1 0,0 0,1 0,-1 1,0-1,0 0,0 1,1-1,-1 1,0 0,0-1,0 1,0 0,0 0,0 0,0 1,1-1,-1 0,0 1,0-1,0 1,1 0,-1-1,0 1,0 0,1 0,-1 0,1 0,-1 1,0 0,-4 4,1 0,0 0,0 0,1 1,0 0,0 0,0 0,1 0,0 1,1 0,-1-1,1 1,1 0,0 0,0 0,0 0,1 0,0 0,1 0,0 0,0-1,1 1,2 7,-3-11,1 0,0-1,-1 0,2 1,-1-1,0 0,1 0,-1 0,1 0,0-1,0 1,0-1,0 0,1 1,-1-1,1-1,-1 1,1-1,-1 1,1-1,0 0,0 0,0-1,0 1,-1-1,1 1,0-1,3-1,4 1,0-2,-1 1,1-1,-1 0,1-1,-1-1,0 1,0-2,9-4,-9 3,1-1,-1 1,-1-2,1 0,-1 0,0 0,-1-1,0-1,-1 1,1-1,-2 0,0-1,0 0,-1 0,0 0,-1 0,0-1,0 0,-2 0,1 0,-2 0,0 0,0 0,-1 0,0 0,-1-1,-1 1,0 0,-2-6,1 10,-1 1,0-1,-1 1,1 1,-1-1,-1 1,1-1,-1 1,0 1,0-1,-1 1,0 1,0-1,0 1,0 0,-1 0,1 1,-1 0,0 1,0-1,0 2,0-1,-10-1,1 0,-1 1,0 1,0 1,0 0,0 2,1 0,-1 1,-13 3,24-4,1-1,-1 1,0 0,1 0,-1 1,1 0,0 0,0 0,0 1,0 0,0 0,1 1,0-1,0 1,0 0,1 1,-1-1,1 1,0 0,1 0,0 0,0 0,3-2,1 0,0 0,0 0,0 0,0 0,1 0,-1 0,1-1,0 1,0-1,0 1,1-1,-1 0,1 0,0 0,0 0,0 0,0-1,1 1,-1-1,0 0,1 0,0 0,-1-1,1 1,0-1,0 0,0 0,0 0,0 0,3-1,9 4,1 0,-1-2,0 0,1 0,0-2,-1 0,1-1,-1-1,1 0,-1-1,1-1,21-8</inkml:trace>
  <inkml:trace contextRef="#ctx0" brushRef="#br1" timeOffset="150595.196">26644 16771,'-5'-19,"-5"-10,-7-5,-4 0,-4 7,-2 8,1 9,1 13,2 11,5 10,5 8,8 5,11 4,12-1,9-2,1-8</inkml:trace>
  <inkml:trace contextRef="#ctx0" brushRef="#br1" timeOffset="150765.746">26727 17208,'4'21,"9"11,9 8,13-1,11-5,15-8,13-9,10-9,7-13,-1-15,-10-16,-19-1</inkml:trace>
  <inkml:trace contextRef="#ctx0" brushRef="#br1" timeOffset="155875.916">9616 4685,'113'-199,"-53"51,-60 149,1-1,-1 0,0 0,1 1,-1-1,0 0,0 0,1 1,-1-1,0 0,1 0,-1 0,0 1,1-1,-1 0,1 0,-1 0,0 0,1 0,-1 0,1 0,-1 0,0 0,1 0,-1 0,0 0,1 0,-1 0,1 0,-1 0,0-1,1 1,-1 0,0 0,1 0,-1-1,0 1,1 0,-1 0,0-1,0 1,1 0,-1 0,0-1,0 1,1 0,-1-1,0 1,0-1,0 1,0 0,0-1,0 1,1 0,-1-1,0 1,0-1,0 1,0 0,0-1,0 1,-1-1,1 1,0 0,0-1,6 35,-6-30,21 158,-8-85,-4 0,-4 0,-2 0,-5 7,1-66,-1-1,-1 1,-1-1,0 0,-2 0,-3 8,7-20,0 1,-1-1,0 0,0 0,0 0,-1 0,0 0,1-1,-2 0,1 1,0-2,-1 1,0 0,0-1,0 0,0 0,-1 0,1-1,-1 0,-4 1,-11-2,21-1,0 0,0 0,0-1,0 1,0 0,1 0,-1 0,0-1,0 1,0 0,0 0,0 0,0 0,0-1,0 1,0 0,0 0,0-1,0 1,0 0,0 0,0 0,0-1,0 1,0 0,0 0,0 0,0-1,0 1,0 0,0 0,0 0,0-1,-1 1,1 0,0 0,0 0,0 0,0-1,0 1,-1 0,1 0,0 0,0 0,0 0,-1 0,1 0,0 0,0-1,0 1,-1 0,14-5,0 1,0 0,0 0,0 1,0 1,1 0,1 1,10-2,309-27,-277 33,-41 0</inkml:trace>
  <inkml:trace contextRef="#ctx0" brushRef="#br1" timeOffset="156900.224">9984 6624,'-8'1,"-1"1,1 0,-1 1,1 0,0 0,0 1,1 0,-1 1,1-1,-1 1,2 1,-1-1,0 1,1 0,0 1,1-1,0 1,0 1,0-1,1 1,0-1,0 1,1 0,0 0,0 1,1-1,0 2,-1 4,0-1,1 1,1 0,1 0,0 0,0 0,1 0,1 0,1-1,0 1,0-1,1 1,1-1,0 0,1-1,6 10,-4-11,0 0,0-1,1 0,0-1,1 0,-1-1,2 0,-1 0,1-1,1 0,-1-1,1 0,0-1,0-1,1 0,-1 0,1-1,0-1,0 0,0-1,0 0,0-1,0 0,0-2,0 1,0-1,0-1,0 0,-1-1,0 0,0-1,0-1,0 0,-1 0,3-3,-3 0,-1 0,1-1,-2 0,0-1,0 0,-1 0,0-1,-1 0,0 0,-1-1,0 0,-1 0,-1 0,0-1,-1 0,0 1,-1-1,0 0,-2 0,1 0,-2 0,0-1,0 2,-2-1,1 0,-2 0,0 1,0-1,-6-8,5 9,-2 1,0-1,0 1,-1 0,-1 1,0 0,0 1,-1-1,-1 2,1-1,-1 2,-1-1,0 2,0-1,-1 2,1-1,-1 2,-1 0,1 0,-4 1,10 3,0 1,0 0,0 1,0-1,0 1,0 1,0-1,1 1,-1 1,1-1,-1 1,1 0,0 0,0 1,0 0,1 0,-1 0,1 1,0 0,0 0,0 0,1 0,-2 3,-5 8,1 1,0 0,1 1,0 0,2 0,0 1,-2 13,-12 59,7-6</inkml:trace>
  <inkml:trace contextRef="#ctx0" brushRef="#br1" timeOffset="191565.8">302 13726,'-21'16,"0"2,2 0,0 2,1 0,2 0,0 2,1 0,1 1,1 0,1 1,1 1,1-1,1 2,1-1,2 1,-1 7,10 24,-3-55,1-1,-1 0,1 0,-1 1,1-1,-1 0,1 0,0 1,0-1,-1 0,1 0,0 0,0 0,0 0,0 0,1-1,-1 1,0 0,0 0,0-1,1 1,-1-1,0 1,0-1,1 0,-1 1,1-1,-1 0,0 0,1 0,-1 0,0 0,1 0,-1 0,1 0,-1-1,0 1,0-1,1 1,9-5,-1-1,0 0,0 0,-1-1,0-1,0 1,0-1,-1-1,0 0,-1 0,0 0,2-5,-1 4,28-36,-2-1,-3-2,-1-1,-3-2,-1 0,-4-2,-1 0,5-28,-23 70,-1 0,0-1,-1 1,0 0,-1 0,0-1,-1 1,-2-11,3 20,-1 0,0 0,1 0,-1-1,-1 1,1 0,0 0,-1 1,0-1,1 0,-1 0,0 1,-1-1,1 1,0 0,-1 0,1 0,-1 0,1 0,-1 0,0 0,0 1,0 0,0-1,0 1,0 0,0 1,-1-1,1 1,0-1,0 1,-1 0,1 0,0 0,-1 1,-8 1,1 2,-1 0,1 0,0 1,0 0,1 1,-1 0,1 0,1 2,-1-1,1 1,1 0,-1 1,1 0,1 0,0 1,0 0,1 0,-5 10,4-8,1 1,-1 0,2 0,0 1,1-1,0 1,1 0,0 0,1 1,1-1,1 0,0 1,0-1,1 0,1 1,1-1,0 0,1 0,0 0,4 8,9 10,1 0,1-1,1-1,2-1,15 15,47 68,-75-99,-2 0,0 1,-1 0,0 0,-1 1,-1-1,0 1,-1 0,0 1,-1-1,-1 0,-1 1,-1 13,0-8</inkml:trace>
  <inkml:trace contextRef="#ctx0" brushRef="#br1" timeOffset="191829.095">698 14135,'-2'14,"-1"14,0 11,0 9,2 5,0 5,0 3,1-3,0-4,0-9,0-10,0-11</inkml:trace>
  <inkml:trace contextRef="#ctx0" brushRef="#br1" timeOffset="192077.827">848 14176,'8'-82,"-2"125,-6 84,11 157,-9-268,1 0,0 0,1 0,1-1,0 1,1-1,1 0,5 8,0-5</inkml:trace>
  <inkml:trace contextRef="#ctx0" brushRef="#br1" timeOffset="192281.96">671 14476,'21'0,"18"-2,15-3,9-4,6-4,0-2,-12 1</inkml:trace>
  <inkml:trace contextRef="#ctx0" brushRef="#br1" timeOffset="192550.565">1312 13903,'5'-2,"8"-1,14 0,11 0,11 1,7 1,-2 1,-10-1</inkml:trace>
  <inkml:trace contextRef="#ctx0" brushRef="#br1" timeOffset="192819.407">1380 14149,'24'-5,"21"-6,19-5,11-4,3 3,1 4,-13 4</inkml:trace>
  <inkml:trace contextRef="#ctx0" brushRef="#br1" timeOffset="193235.292">2118 14066,'69'-88,"-42"58,-1-1,-2-1,-1-1,-2-1,-1-1,-2-1,-1 0,-2-2,-2 1,3-15,-14 9,-6 43,-2 13,1 0,1 0,0 1,0-1,2 1,0 0,0 0,1 1,0-3,-5 72,3 1,8 67,0-6,-15-36,10-107,-1 0,0 1,0-1,0 0,0 0,0 0,-1 0,1 0,-1 0,0 0,0 0,0-1,0 1,-1-1,1 1,0-1,-1 0,0 0,0 0,1 0,-1-1,0 1,0-1,-1 0,1 0,0 0,0 0,-1 0,1-1,-3 1,3-1,0 0,-1-1,1 1,0-1,-1 1,1-1,0 0,0-1,0 1,0 0,0-1,0 0,0 1,0-1,1 0,-1-1,1 1,-1 0,0-2,3 3,0 0,0 1,0-1,0 0,0 1,1-1,-1 1,0-1,1 0,-1 1,0-1,1 1,-1-1,0 1,1-1,-1 1,1-1,-1 1,1-1,-1 1,1 0,0-1,-1 1,1 0,-1-1,1 1,0 0,-1 0,1 0,0-1,-1 1,1 0,0 0,-1 0,1 0,0 0,-1 0,1 1,0-1,-1 0,1 0,-1 0,1 1,0-1,-1 0,1 0,-1 1,1-1,0 1,-1-1,1 0,66 6,0-3,1-2,0-4,23-6,-64 6</inkml:trace>
  <inkml:trace contextRef="#ctx0" brushRef="#br1" timeOffset="194072.11">4289 14081,'59'-186,"-44"128,-3-1,-2-1,-2 1,-3-2,-3 1,-3 0,-2 0,-11-58,9 90,-1 20,1 23,-5 196,11-150,-2 6,-1 25,4-1,4 0,9 35,-12-108,1 0,0-1,2 0,0 0,1 0,0-1,2 1,-6-13,0 1,0 0,0-1,1 1,-1-1,1 0,0 0,0 0,1-1,-1 0,1 1,0-1,0-1,0 1,0-1,0 0,0 0,0-1,1 1,-1-1,1 0,-1-1,1 1,2-1,29-5,-3-5</inkml:trace>
  <inkml:trace contextRef="#ctx0" brushRef="#br1" timeOffset="194332.435">4002 13671,'19'7,"24"2,29-3,24-6,21-9,12-2,1 0,-22 3</inkml:trace>
  <inkml:trace contextRef="#ctx0" brushRef="#br1" timeOffset="194870.997">4808 14299,'11'-27,"-2"0,-1-1,-2 0,0 0,-2 0,-1-1,-1 1,-2-1,0 0,-2 1,-4-19,-11 2,17 44,1 0,-1 0,1 1,0-1,0 0,-1 1,1-1,0 0,0 1,0-1,0 1,0-1,0 1,-1 0,1-1,0 1,0 0,0 0,0 0,0 0,0-1,0 1,0 0,0 1,0-1,0 0,0 0,0 0,0 1,0-1,0 0,0 1,0-1,0 1,0-1,0 1,4 0,54 8,-7-1,0 1,0 3,43 16,-89-26,0 1,0-1,0 1,-1 0,1 0,-1 0,0 1,0 0,0 0,-1 1,1-1,-1 1,0 0,0 0,-1 0,1 0,-1 1,0 0,-1-1,1 1,-1 0,-1 0,1 0,-1 1,0-1,0 6,0 5,-2-15,1 0,-1 1,1-1,0 1,-1-1,1 0,0 1,1-1,-1 1,0-1,1 0,-1 1,1-1,0 0,0 0,0 1,0-1,0 0,0 0,0 0,1 0,-1 0,1 0,0-1,-1 1,1 0,0-1,0 1,0-1,0 0,0 0,0 0,1 0,1 1,6-3,-1 0,1-1,0 1,-1-2,1 0,-1 0,0 0,0-1,0-1,-1 0,1 0,-1 0,7-7,-6 6,0 0,0 0,0-1,-1-1,0 1,0-2,-1 1,0-1,-1 0,0 0,0 0,-1-1,0 0,-1 0,0-1,0 1,0-7,-3 15,-1-1,-1 1,1-1,0 0,-1 1,1-1,-1 1,1-1,-1 1,0-1,0 1,-1 0,1-1,0 1,-1 0,1 0,-1 0,0 0,0 0,1 0,-1 1,-1-1,1 1,0-1,0 1,0 0,-1 0,1 0,-1 0,1 0,-1 0,1 1,-1-1,1 1,-1 0,1-1,-1 1,0 0,1 1,-1-1,1 0,-1 1,1 0,-1-1,1 1,-1 0,1 0,-1 0,1 1,0-1,0 1,0-1,-1 2,-2 0,0 0,0 1,1-1,0 1,-1 0,2 1,-1-1,0 1,1 0,0-1,0 2,0-1,0 0,1 0,0 1,0-1,1 1,0 0,0-1,0 1,0 0,1 0,0 0,0 0,1-1,-1 1,1 0,1 0,-1-1,1 1,0-1,0 1,0-1,1 0,0 0,0 0,0 0,1 0,0-1,0 1,0-1,0 0,1 0,11 4,1-1,0 0,0-1,1-1,-1 0,1-2,0 0,0-1,0 0,1-2,-1 0,0-1,0-1,2-1,25-3</inkml:trace>
  <inkml:trace contextRef="#ctx0" brushRef="#br1" timeOffset="195854.638">5955 13288,'-6'-20,"-46"-104,51 123,1 0,-1 1,1-1,-1 1,1-1,-1 1,1-1,-1 1,0-1,1 1,-1 0,0-1,1 1,-1 0,0 0,1-1,-1 1,0 0,0 0,0 0,1 0,-1 0,0 0,0 0,1 0,-1 0,0 0,0 0,1 1,-1-1,0 0,1 0,-1 1,0-1,1 1,-1-1,0 0,1 1,-1-1,1 1,-1 0,1-1,-1 1,1-1,-1 1,1 0,-1-1,1 1,0 0,0-1,-1 1,1 0,0 0,0-1,0 1,0 0,0 0,0-1,0 1,0 0,0 0,0 0,0-1,0 1,0 0,1-1,-1 1,0 0,1 0,-4 34,2-1,1 1,1 0,3-1,0 1,2-1,8 24,-7-28,87 420,-93-447,9 30,-10-33,0 1,1-1,-1 1,1-1,-1 1,0-1,1 1,-1-1,1 0,-1 1,1-1,0 0,-1 1,1-1,-1 0,1 0,-1 1,1-1,0 0,-1 0,1 0,0 0,-1 0,1 0,-1 0,1 0,0 0,-1 0,1 0,0 0,-1-1,1 1,-1 0,1 0,-1-1,1 1,0 0,-1-1,1 1,-1 0,1-1,-1 1,0-1,1 1,-1-1,1 0,26-24,-23 19,0 1,0 0,1 0,0 0,0 1,0-1,0 1,0 1,1-1,0 1,0 0,0 0,0 0,0 1,0 0,1 0,-1 1,1 0,-1 0,1 0,0 1,-1 0,6 1,-6 3,-1 1,1-1,-1 1,0 1,0-1,0 1,-1 0,0 0,0 0,0 0,-1 1,0 0,0-1,-1 1,0 0,0 1,-1-1,0 0,0 0,0 0,-1 1,0-1,-1 3,2-3,-1 1,0-1,0 0,-1 0,0 0,0 0,0 0,-1 0,0 0,-1 0,0 0,0-1,0 0,-1 1,1-1,-1 0,-1-1,1 1,-1-1,0 0,-1 0,1 0,-1-1,0 0,0 0,0 0,0-1,-1 0,-2 1,5-4,0 0,1 0,-1 0,0 0,1-1,-1 0,1 1,-1-1,0-1,1 1,0 0,-1-1,1 0,0 0,0 0,0 0,0 0,0 0,1-1,-1 0,1 1,-1-1,1 0,0 0,0 0,0-1,1 1,-1 0,1-1,-1 1,1-1,1 1,-1-1,0 1,1-1,0 0,-1 1,1-1,1 0,-1 1,1-1,-1 0,1 1,0-1,0 0,2-4,-1 0,1 0,0 1,1-1,0 1,0-1,1 1,0 1,0-1,0 1,1-1,0 2,0-1,1 1,-1 0,1 0,0 0,6-2,3-1,0 1,1 0,0 1,0 1,0 1,1 0,-1 1,7 1,-18 0,0 2,-1-1,1 1,-1 0,1 0,0 0,-1 1,1 0,-1 0,1 0,-1 1,0 0,0 0,1 0,-1 1,0 0,-1 0,1 0,-1 0,1 1,-1 0,0-1,0 2,-1-1,1 0,-1 1,0-1,0 1,1 3,16 46,-19-47,0 0,0 0,1 0,0-1,1 1,-1-1,1 0,0 0,1 0,-1 0,1 0,1-1,-1 1,1-1,0 0,0-1,0 1,0-1,1 0,0 0,0-1,0 0,0 0,3 1,-1-3,0 0,1 0,-1-1,0 0,0 0,1-1,-1 0,0-1,0 0,0 0,0 0,-1-1,1 0,0-1,-1 0,0 0,0-1,0 1,-1-1,0-1,0 1,0-1,0 0,0-1,2-3,-1 0,1 0,-1-1,-1 0,0 0,-1-1,0 0,0 1,-2-1,1-1,-1 1,-1-1,-1 1,1-1,-2-3,-3 7,-1 27,2-11,0 0,1 1,-1-1,2 0,-1 1,1-1,0 1,1-1,0 0,0 1,1-1,-1 0,2 0,-1 0,1 0,0 0,0-1,1 1,0-1,0 0,0 0,1 0,0-1,0 1,1-1,-1 0,1-1,0 1,0-1,2 0,1-1,1-1,0 0,-1-1,1 1,0-2,0 0,0 0,0 0,0-2,0 1,0-1,-1 0,1-1,0 0,-1-1,0 0,0 0,0-1,-1 0,0-1,1 0,-2 0,1-1,-1 0,0 0,-1 0,1-1,-1 0,-1 0,0-1,0 0,0 0,-1 0,-1 0,0-1,0 1,1-9,4-30,-20 101,11-47,-1 0,1 0,0 1,0-1,1 0,-1 1,2-1,-1 0,1 0,0 1,0-1,0 0,1 0,0 0,0 0,1 0,-1-1,1 1,1-1,-1 0,1 1,0-1,0-1,0 1,1-1,-1 0,1 0,0 0,1 0,19 5</inkml:trace>
  <inkml:trace contextRef="#ctx0" brushRef="#br1" timeOffset="196127.907">7362 13302,'-16'2,"-8"8,0 9,7 9,10 8,14 10,6-2</inkml:trace>
  <inkml:trace contextRef="#ctx0" brushRef="#br1" timeOffset="196439.077">7608 14149,'17'-13,"0"-1,0 0,-2-2,0 1,-1-2,0 0,-1-1,-1 0,-1-1,-1 0,0-1,-2 0,0 0,-1-1,-1 0,-1 0,1-18,-4-11,-2 49,0 0,0 0,0 0,-1-1,1 1,0 0,-1 0,1 0,-1 0,1 0,-1 0,1 0,-1 0,0 0,0 0,1 0,-1 0,0 0,0 0,0 1,0-1,0 0,0 1,0-1,0 1,0-1,0 1,-1-1,1 1,0 0,0 0,0-1,0 1,-1 0,1 0,0 0,-1 1,-7 1,0 1,0 0,0 0,1 1,0 0,0 1,0 0,0 0,1 1,-1 0,2 0,-1 0,1 1,-3 4,6-8,0 1,0 0,1 0,-1 1,1-1,0 0,1 1,-1 0,1-1,-1 1,2 0,-1-1,0 1,1 0,0 0,0 0,0 0,1-1,-1 1,1 0,1 0,-1-1,0 1,1-1,0 1,0-1,1 0,0 1,5 8,0 0,1-1,1-1,0 1,0-2,1 1,1-1,7 4,-7-5,0-2,0 1,1-2,0 1,1-2,-1 0,1-1,0 0,0-1,0 0,0-1,1-1,10 0,-16-1,1 0,-1-1,1-1,-1 0,0 0,1 0,-1-1,0-1,-1 1,1-1,-1-1,1 0,-1 0,-1 0,1-1,-1-1,0 1,0-1,-1 0,0 0,0-1,10-16</inkml:trace>
  <inkml:trace contextRef="#ctx0" brushRef="#br1" timeOffset="197315.769">9410 14026,'-2'-18,"1"-1,0 1,1 0,2-1,-1 1,2-1,1 1,0 0,1 1,1-1,0 1,1 0,2 0,4-7,-12 21,0 0,0 1,0-1,0 0,1 1,-1-1,1 1,0 0,-1 0,1-1,0 1,0 0,1 0,-1 1,0-1,1 0,-1 1,1 0,-1-1,1 1,-1 0,1 0,0 0,0 1,0-1,-1 1,1 0,0-1,0 1,0 0,0 1,0-1,-1 0,1 1,0 0,0-1,0 1,-1 0,1 1,-1-1,1 0,-1 1,2 0,5 11,-1 1,0 1,0-1,-1 1,-1 0,-1 1,0-1,-1 1,-1 0,2 14,-5-25,2 0,-1-1,0 1,0 0,0 0,0 0,-1 0,0 0,0 1,-1-1,1 0,-1 0,0 0,-1-1,1 1,-1 0,0 0,0-1,-1 2,2-5,0-1,1 1,-1-1,0 1,0-1,0 0,0 0,0 1,0-1,0 0,0 0,0 0,1 0,-1 0,0 0,0 0,0 0,0 0,0-1,0 1,0 0,0-1,0 1,0-1,1 1,-1 0,0-1,0 0,1 1,-1-1,0 0,1 1,-1-1,0 0,1 1,-1-1,1 0,-1 0,1 0,0 0,-1 0,1 1,0-1,0 0,-1 0,1 0,0 0,0 0,0 0,0 0,0 0,0 0,0 0,1 0,-1 0,2-8,0 0,1 1,0-1,0 1,1-1,0 1,0 0,1 1,0-1,0 1,1 0,0 0,0 1,1 0,0 0,0 0,0 1,1 0,-1 0,1 1,0 0,1 0,68-18,-74 22,-1-1,0 1,1 0,-1 0,1 0,-1 1,0-1,1 0,-1 1,0 0,1-1,-1 1,0 0,0 0,1 0,-1 1,0-1,0 0,-1 1,1-1,0 1,0 0,-1-1,1 1,-1 0,1 0,-1 0,0 0,0 1,0-1,0 1,7 31,-8-31,0 1,0-1,1 1,-1-1,1 1,0-1,0 0,0 1,0-1,1 0,-1 0,1 0,0 0,0 0,0 0,0 0,1-1,-1 1,1-1,0 1,-1-1,1 0,0 0,0 0,1-1,6 2,1-1,1 0,-1-1,0 0,0-1,0 0,1-1,-1 0,0-1,0 0,0 0,-1-2,1 1,-1-1,1-1,-1 0,0 0,6-6,-12 9,0 0,0 0,-1-1,1 0,-1 1,0-1,0-1,0 1,0 0,0-1,-1 1,1-1,-1 0,0 0,0 0,-1 0,1 0,-1 0,0-1,0 1,0 0,0-1,-1 1,0 0,0-1,0 1,-1-1,1 1,-1 0,0-1,0 1,0 0,-1 0,0 0,0 0,0 0,0 0,-1-2,-4-2,-1-1,1 1,-1 0,-1 1,1 0,-1 0,-1 1,1 0,-1 1,0 0,0 0,0 1,-1 1,0-1,1 2,-1-1,0 2,0-1,-1 2,1-1,0 2,0-1,0 1,-9 3,17-3,-1 0,0 1,0-1,0 1,1 0,-1 0,1 0,0 1,-1-1,1 1,0 0,1 0,-1 0,0 0,1 0,0 1,-1-1,1 1,1-1,-1 1,0 0,1 0,0 0,0 0,0 0,1 0,-1 0,1 0,0 0,0 0,0 0,0 0,1 0,0 0,0 0,0 0,0 0,1 0,-1 0,1-1,0 1,0-1,1 2,4 4,0-1,1 0,-1 0,1-1,1 0,0 0,0-1,0 0,0-1,1 0,0 0,0-1,1 0,-1-1,1 0,6 0,27 6</inkml:trace>
  <inkml:trace contextRef="#ctx0" brushRef="#br1" timeOffset="197475.34">10120 13275,'-18'-7,"-11"-3,-6 4,-1 7,6 10,6 10,6 9,7-1</inkml:trace>
  <inkml:trace contextRef="#ctx0" brushRef="#br1" timeOffset="197664.837">10285 13876,'16'16,"12"8,9 2,7-4,6-4,5-7,5-7,2-11,-9-4</inkml:trace>
  <inkml:trace contextRef="#ctx0" brushRef="#br1" timeOffset="198871.694">11855 13479,'-8'0,"1"0,-1 0,0 0,1 1,0 1,-1-1,1 1,0 0,-1 1,1-1,1 2,-1-1,0 1,1 0,0 0,-1 1,2-1,-1 1,1 1,-1-1,1 1,1 0,-1 0,1 0,0 1,1-1,0 1,0 0,0 0,-1 7,3-10,0 0,1-1,0 1,0 0,0-1,0 1,1 0,-1-1,1 1,0-1,0 1,1-1,-1 1,0-1,1 0,0 1,0-1,0 0,0 0,1-1,-1 1,1 0,-1-1,1 1,0-1,0 0,0 0,0 0,1 0,-1-1,0 1,3 0,3 1,0 0,0-1,1 1,-1-2,1 1,-1-1,1-1,0 0,-1 0,1-1,-1 0,3-1,4-4,0 0,0-1,-1 0,0-1,0-1,-1 0,0-1,-1-1,0 0,0-1,-2 0,1-1,-2 0,1-1,-2 0,0 0,-1-1,0 0,-1-1,-1 0,0 0,-1 0,-1-1,-1 1,0-1,-1 0,-1 0,-1-15,2 8,-1 0,-2 0,0 1,-2-1,0 1,-2-1,0 1,-2 1,-1-1,0 1,-2 0,0 1,-11-16,19 33,0 1,-1-1,1 1,-1 0,0 0,0 0,0 0,0 0,0 0,-1 1,1 0,-1 0,0 0,0 0,0 0,0 1,0-1,0 1,0 0,0 1,0-1,0 1,-1 0,1 0,0 0,0 0,0 1,-1-1,0 2,-4 3,1 1,0 0,1 1,0 0,0 0,0 0,1 1,0 0,1 0,-1 1,2 0,-1 0,1 0,1 0,-1 0,1 1,1 0,0-1,1 1,0 0,0 4,-2 5,0-1,2 1,0-1,1 1,1 0,1-1,0 1,1-1,1 0,1 0,1 0,0-1,2 0,0 0,0 0,2-1,0-1,0 1,2-2,0 0,0 0,2-1,2 2,-3-4,1-1,0 0,1-1,0 0,0-2,0 1,1-2,0 0,1-1,-1-1,1 0,0-1,0-1,0-1,0 0,15-2,-26 0,0-1,0 0,0 1,0-2,0 1,0-1,0 0,-1 0,0-1,1 1,-1-1,0 0,-1-1,1 1,-1-1,0 0,0 0,-1 0,1 0,-1-1,0 0,-1 1,1-1,-1 0,0 0,0-2,2-7,-1-1,0 1,-1-1,-1 0,0 1,-1-1,-1 0,-1 0,0 1,-1-3,3 15,0 0,0 0,-1 0,1 1,-1-1,1 0,-1 0,0 1,0-1,0 1,-1-1,1 0,0 1,-1 0,0-1,1 1,-1 0,0 0,0 0,0 0,-1 0,1 1,0-1,-1 1,1-1,-1 1,1 0,-1 0,0 0,1 0,-1 1,0-1,-1 0,1 3,1 1,-1-1,1 0,0 0,0 1,-1 0,1-1,1 1,-1 0,0 0,1 0,0 0,-1 0,1 0,0 0,1 0,-1 1,0-1,1 0,0 1,0-1,0 1,0 8,0-1,0 0,2 1,-1-1,1 0,1 1,0-1,1 0,0-1,1 1,0-1,0 0,1 0,0 0,1-1,0 0,1 0,-1-1,2 0,-1 0,1-1,0 0,1-1,0 0,5 2,-7-3,0 0,0-1,0 0,0-1,1 0,-1 0,1-1,0 0,0 0,0-1,0 0,0-1,0 0,0 0,0-1,0 0,0-1,0 0,0 0,-1-1,1 0,-1-1,0 0,0 0,0 0,0-1,-1-1,0 1,0-1,0 0,-1 0,3-4,7-17,-1 1,-1-2,-1 0,-2-1,-1 0,-1 0,-1-1,-2-1,-1 1,-1-3,-3 29,20-122,-5-1,-5 0,-6-23,-5 144,0-1,0 1,0 0,-1-1,0 1,0 0,0 0,-1 0,0 0,0 0,-1 0,-1-3,3 8,0 0,0 0,0 0,1 0,-1 0,0 0,0 1,0-1,0 0,0 1,-1-1,1 1,0-1,0 1,0 0,0-1,-1 1,1 0,0 0,0 0,0 0,-1 0,1 0,0 0,0 0,0 0,-1 1,1-1,0 0,0 1,0-1,0 1,0 0,0-1,0 1,0 0,-1 0,-33 34,22-14,1 0,1 1,1 0,2 1,0 0,1 0,1 1,1 0,1 0,1 0,2 0,0 1,2-1,1 7,1-2,3 0,0 0,1-1,2 0,1-1,2 0,0 0,1-1,2-1,12 17,31 36,4-2,38 35,-65-72,10-1,-43-39,-1 1,1-1,0 0,-1 0,1 1,-1-1,0 0,1 0,-1 0,0 0,1-1,-1 1,0 0,0 0,0-1,0 1,0-1,0 1,-1-1,1 1,0-1,-1 1,1-1,-1 0,1 1,-1-1,0 0,0 1,0-1,0 0,0 1,0-1,-1-1,2 1,4-212,-12 181,5 45,0 0,1 0,0 1,1-1,0 0,1 0,1 1,0-1,0 0,1 0,1-1,0 1,0-1,1 1,1-1,0-1,0 1,1-1,0 0,1-1,0 0,1 0,0 0,0-1,1-1,5 4,-10-7,1 0,0-1,0 1,0-1,0-1,0 1,1-1,-1 0,1-1,-1 1,1-1,0 0,-1-1,1 0,0 0,0 0,-1-1,1 0,0-1,2 0,12-9</inkml:trace>
  <inkml:trace contextRef="#ctx0" brushRef="#br1" timeOffset="199142.965">12742 13056,'-23'-5,"-15"-3,-3-1,15 2,25 1,32 2,32 2,27 1,23 1,-9 0</inkml:trace>
  <inkml:trace contextRef="#ctx0" brushRef="#br1" timeOffset="200033.101">13575 13780,'38'-469,"-32"444,-6 25,0 0,0 1,0-1,0 0,0 0,0 1,0-1,0 0,-1 1,1-1,1 0,-1 0,0 1,0-1,0 0,0 1,0-1,0 0,0 0,0 1,0-1,1 0,-1 0,0 1,0-1,0 0,0 0,1 1,-1-1,0 0,0 0,1 0,-1 0,0 1,0-1,1 0,-1 0,0 0,0 0,1 0,-1 0,0 0,1 0,-1 0,0 0,0 0,1 0,-1 0,0 0,1 0,-1 0,0 0,0 0,1 0,-1 0,0 0,1-1,-1 1,0 0,0 0,0 0,1 0,-1-1,0 1,0 0,14 49,-13-38,1 0,1 0,0 0,0-1,1 1,1-1,0 0,0 0,1 0,0-1,0 0,1 0,1-1,-1 1,9 5,-5-7,1-1,0 0,0-1,0 0,0-1,1-1,0 0,0 0,0-1,0-1,0 0,0-1,0-1,1 0,-1 0,0-1,-1-1,1 0,0-1,-1 0,8-4,18-24,-39 36,0 1,0 0,0-1,0 1,1 0,-1 0,1 0,1-1,-1 1,1 0,-1 0,1-1,1 1,-1 0,1-1,0 1,0-1,0 0,0 0,1 0,0 0,-1 0,2 0,-1-1,0 1,1-1,-1 0,3 1,4 2,1 0,1-1,-1-1,1 0,-1-1,1 0,0 0,0-1,1-1,-1 0,0-1,0 0,0-1,1 0,-1-1,0-1,0 0,-1 0,1-1,-1 0,6-4,-9 3,1-1,-1 0,-1-1,1 0,-1 0,-1 0,1-1,-1 0,0 0,-1 0,0-1,-1 0,1 0,-2 0,1-1,-1 0,-1 1,0-1,0 0,-1 0,1-7,-14 62,11-40,0 0,0 0,0 1,1-1,0 0,0 0,0 1,0-1,1 0,0 0,0 0,1 0,-1 0,1 0,0 0,0 0,1-1,0 1,-1-1,1 1,1-1,-1 0,1 0,-1-1,1 1,0-1,1 0,-1 0,0 0,5 2,-1-3,0 0,0 0,1-1,-1 0,0-1,1 0,-1 0,1 0,-1-1,0-1,0 1,1-1,-1-1,0 0,0 0,-1 0,1-1,-1 0,0 0,6-5,6-5,-1-1,0 0,-1-1,-1-1,0-1,10-16,-23 30,11-12,-5 27,-8 3,1-1,0 0,1 1,0-1,1 0,1-1,0 1,1-1,0 0,1 0,0-1,1 0,0 0,1 0,33 7,-30-19</inkml:trace>
  <inkml:trace contextRef="#ctx0" brushRef="#br1" timeOffset="200827.573">14750 13001,'-87'-18,"87"18,0 1,0-1,0 0,0 0,0 0,1 1,-1-1,0 0,0 0,0 1,0-1,0 0,0 0,0 1,0-1,-1 0,1 0,0 1,0-1,0 0,0 0,0 0,0 1,0-1,0 0,-1 0,1 0,0 1,0-1,0 0,0 0,-1 0,1 0,0 1,0-1,0 0,-1 0,1 0,0 0,0 0,-1 0,1 0,0 0,0 0,0 0,-1 0,1 0,0 0,0 0,-1 0,1 0,0 0,-1 0,24 12,68 24,103 51,-178-79,-1 1,0 0,-1 1,0 1,-1 1,0-1,0 2,-1 0,-1 0,0 1,-1 1,-1 0,0 0,-1 1,-1 0,1 4,12 123,-11-50,-9-89,0 0,0 0,1 0,0-1,-1 1,1 0,0 0,1-1,-1 1,1-1,-1 1,1-1,0 1,1-1,-1 0,0 0,1 0,0-1,0 1,-1 0,2-1,-1 0,0 0,0 0,1 0,-1 0,1-1,-1 1,1-1,0 0,0 0,-1 0,1-1,0 1,0-1,0 0,1 0,4-5,0 0,0 0,-1-1,0 0,0 0,0-1,-1 0,0 0,0-1,-1 0,0 0,0 0,-1-1,0 0,-1 0,2-4,-2 5,71-137,-66 131,-8 33,-12 75,11-90,0-1,0 1,0 0,1 0,0 0,-1 0,1-1,1 1,-1 0,1-1,-1 1,1-1,0 0,0 0,0 1,1-1,-1-1,1 1,0 0,0 0,0-1,0 0,1 1,10 2,0 0,0-2,1 0,-1 0,1-1,0-1,-1-1,1 0,0 0,-1-2,6-1,194-27,-207 29,1-1,-1 0,0 0,1-1,-1 0,-1 0,1 0,0-1,-1 0,0-1,0 1,0-1,0 0,-1-1,0 1,0-1,0 0,-1 0,0-1,0 1,0-1,1-6,-4 10,0 0,-1-1,1 1,-1-1,0 1,0-1,0 1,0-1,-1 1,1-1,-1 1,0 0,0-1,0 1,-1 0,1 0,-1 0,0 0,0 0,0 0,0 0,0 1,0-1,-1 1,1-1,-1 1,0 0,0 0,0 0,0 0,0 1,0-1,0 1,-1 0,-1-2,0 1,0 0,0 1,0-1,-1 1,1 0,0 0,-1 1,1 0,-1 0,1 0,-1 0,1 1,0 0,-1 0,1 0,0 1,0 0,0 0,0 0,-5 3,8-3,0-1,0 1,0 0,1 0,-1 0,0 0,1 0,-1 0,1 1,0-1,0 0,-1 1,2-1,-1 1,0-1,0 1,1-1,0 1,-1-1,1 1,0 0,0-1,0 1,1 0,-1-1,1 1,-1-1,1 1,0-1,0 1,0-1,0 0,0 1,1-1,59 73,-31-54,1-1,1-1,1-1,0-2,1-2,1-1,0-1,1-2,0-2,25 3,22-5,-60-11</inkml:trace>
  <inkml:trace contextRef="#ctx0" brushRef="#br1" timeOffset="202076.212">4699 15187,'-25'14,"1"1,1 1,0 1,2 1,0 2,0 0,2 0,1 2,0 1,2 0,1 1,0 0,2 1,-8 22,19-43,0 0,-1 0,2 1,-1-1,0 1,1-1,0 1,0 0,0 0,1-1,0 1,0 0,0 0,0-1,1 1,-1 0,1 0,0-1,1 1,-1-1,1 1,0-1,0 0,1 1,-1-1,1 0,0 0,0-1,0 1,0-1,1 0,-1 1,5 1,3-2,1-1,-1-1,1 1,-1-2,1 0,-1 0,1-1,0-1,-1 0,0 0,1-1,-1 0,0-1,-1-1,1 0,-1 0,0-1,0 0,3-3,16-8,-1-2,0-1,-1-1,-1-1,-1-2,-2 0,0-2,-1 0,8-16,-19 25,0 0,-1-1,-1 0,0 0,-2-1,0 0,-1 0,-1-1,-1 0,0 0,-2 0,0 0,-1 0,-1 0,-2 0,-1-13,1 21,-1 1,-1 0,1-1,-2 1,0 1,0-1,-1 1,0 0,0 0,-4-4,6 10,1 0,-1 0,0 0,0 0,0 1,-1 0,1-1,-1 2,1-1,-1 0,0 1,0 0,0 0,-1 0,1 1,0 0,-1 0,1 0,0 1,-1 0,1 0,-1 0,-2 1,-3 3,0 0,0 1,0 0,1 1,0 1,0-1,0 2,1-1,0 1,0 1,1-1,0 2,1-1,0 1,0 0,1 0,1 1,-1 0,2 0,-1 0,2 0,-2 6,1-2,1 1,0-1,1 1,0 0,1 0,1 0,1 0,0 0,1 0,1-1,0 1,1-1,1 1,0-1,1 0,1-1,0 0,1 0,8 11,20 23,2-2,2-1,1-3,3-1,17 12,78 74,-57-24,-71-81</inkml:trace>
  <inkml:trace contextRef="#ctx0" brushRef="#br1" timeOffset="202323.55">5436 15296,'16'0,"18"-2,13-1,14 0,10-2,2 0,-4 1,-9 3,-15 5,-15 5,-13 2</inkml:trace>
  <inkml:trace contextRef="#ctx0" brushRef="#br1" timeOffset="202573.957">5545 15555,'17'9,"14"4,16-1,16-3,14-5,10-5,4-5,-2-3,-16-2</inkml:trace>
  <inkml:trace contextRef="#ctx0" brushRef="#br1" timeOffset="202823.819">6529 15392,'-4'6,"-1"1,1-1,1 1,-1 0,1 0,0 1,1-1,0 1,0-1,1 1,-1-1,2 1,-1 0,1 0,0-1,1 1,0 0,0 0,0-1,1 1,1-1,-1 1,1-1,0 0,1 0,-1 0,1-1,1 1,-1-1,2 1,1-2,1 1,-1-2,1 1,0-1,0 0,1-1,-1 1,1-2,0 1,0-1,-1-1,1 0,0 0,1-1,-1 0,0 0,0-1,0 0,0 0,-1-1,1-1,0 0,-1 0,1 0,-1-1,0 0,2-1,-1 0,0 0,0-1,-1 0,0 0,0-1,0 0,-1-1,0 0,0 0,-1 0,0-1,0 0,-1 0,0 0,-1-1,0 1,0-1,-1 0,-1-1,0 1,1-5,-2 4,-1 0,-1 0,1 0,-2 0,1 0,-1 0,-1 0,0 1,-1-1,0 1,0 0,-1 0,-1 0,1 1,-2 0,1 0,-1 0,-1 1,1 0,-1 0,-1 1,1 0,-1 1,0-1,-1 2,0-1,0 2,0-1,0 1,0 1,-1 0,0 0,0 1,0 0,0 1,0 0,0 1,-11 1,4 4,0 1,0 1,1 0,0 2,0-1,1 2,0 0,0 1,1 1,1 0,0 1,1 1,0 0,1 1,-5 8,-26 36</inkml:trace>
  <inkml:trace contextRef="#ctx0" brushRef="#br1" timeOffset="209415.843">452 16921,'-66'60,"3"3,3 3,-8 16,54-65,0 1,0 1,2 1,0-1,2 2,0 0,1 0,1 0,1 1,1 1,1-1,-1 19,5-38,1 0,-1 0,1 0,0 0,0 0,0 0,1-1,-1 1,1 0,-1 0,1 0,0 0,0-1,0 1,0 0,1-1,-1 1,1-1,0 1,-1-1,1 0,0 0,0 0,1 0,-1 0,0 0,1-1,-1 1,1-1,-1 1,1-1,0 0,-1 0,1 0,0 0,0-1,0 1,0-1,0 0,-1 0,1 0,1 0,8-5,0-1,-1 0,1-1,-1 0,-1-1,0 0,0-1,0 0,-1 0,0-1,-1 0,0-1,-1 0,0 0,4-9,11-19,-1-1,-3-1,-1-1,-1-1,-3 0,-2-1,-1 0,-3-1,-1 0,-3 0,-1 0,-2 0,-7-43,8 80,-1 1,-1 0,1-1,-2 1,1 0,-1 0,0 0,0 0,0 0,-1 0,0 0,-1 1,0 0,0-1,0 1,0 1,-1-1,0 1,0 0,-1 0,0 0,-3-2,6 6,0 1,0 0,-1-1,1 1,0 0,0 1,0-1,0 0,0 1,0 0,0 0,0 0,0 0,1 0,-1 0,0 1,0 0,1-1,-1 1,1 0,0 0,-1 0,1 0,0 1,0 0,-45 66,36-43,0 0,2 1,1-1,1 2,2-1,0 1,2 0,1 0,1 0,2 0,0 0,2 0,1 0,2-1,7 25,20 68,-6-26,-4 1,-5 1,1 31,-16-74,-1-10</inkml:trace>
  <inkml:trace contextRef="#ctx0" brushRef="#br1" timeOffset="209701.079">643 17249,'0'25,"0"19,0 12,0 9,0 2,0 0,3-6,0-7,2-11,3-13,2-12,4-15,0-9</inkml:trace>
  <inkml:trace contextRef="#ctx0" brushRef="#br1" timeOffset="209960.91">917 17194,'2'21,"1"19,-2 15,-2 12,0 4,-1 3,1-2,1-7,1-9,4-10,1-10,-1-11</inkml:trace>
  <inkml:trace contextRef="#ctx0" brushRef="#br1" timeOffset="210145.928">602 17604,'23'5,"22"-2,22-7,18-10,10-10,-10-1</inkml:trace>
  <inkml:trace contextRef="#ctx0" brushRef="#br1" timeOffset="210366.337">1408 17166,'26'3,"21"0,21 0,11 0,4 1,-2 0,-11 2,-17-1</inkml:trace>
  <inkml:trace contextRef="#ctx0" brushRef="#br1" timeOffset="210568.795">1572 17372,'26'9,"22"4,16-6,13-6,-9-4</inkml:trace>
  <inkml:trace contextRef="#ctx0" brushRef="#br1" timeOffset="210980.693">2432 17181,'22'-31,"-1"-1,-2-1,-1-1,-1 0,-2-1,-2-1,-1 0,1-13,-9 31,3 28,5 60,-3 1,1 69,-10-116,0 0,-2 0,-1 0,-1-1,0 1,-2-1,-1 0,-1-1,0 1,-11 16,15-31,0-1,0 0,-1 0,0 0,0-1,-1 0,0 0,0 0,-1 0,1-1,-1 0,0-1,-6 4,12-8,0 1,0-1,0 1,0-1,0 0,0 1,0-1,0 0,0 0,0 0,-1 0,1 0,0 0,0 0,0 0,0 0,0 0,0-1,0 1,0 0,0-1,0 1,0-1,0 1,0-1,0 1,1-1,-1 0,0 1,0-1,0 0,1 0,-1 0,1 1,-1-1,0 0,1 0,-1 0,1 0,0 0,-1 0,1 0,0 0,0 0,-1-1,3 0,0 0,-1 1,1-1,0 0,0 1,0 0,0-1,0 1,1 0,-1 0,0 0,0 1,1-1,-1 0,0 1,1 0,-1-1,1 1,-1 0,3 0,2 0,385-27,-319 25</inkml:trace>
  <inkml:trace contextRef="#ctx0" brushRef="#br1" timeOffset="211758.637">4808 17085,'55'-326,"-47"258,-3 1,-3-1,-3 0,-5-26,-14 17,20 76,0 1,0-1,-1 1,1-1,0 1,0-1,-1 1,1 0,0-1,0 1,-1-1,1 1,-1 0,1-1,0 1,-1 0,1-1,-1 1,1 0,-1 0,1-1,-1 1,1 0,-1 0,1 0,-1 0,1 0,-1 0,1 0,-1 0,1 0,-1 0,1 0,-1 0,1 0,-1 0,1 0,-1 0,1 1,-1-1,1 0,-1 0,1 1,-1-1,1 0,-1 0,1 1,0-1,-1 1,1-1,0 0,-1 1,1-1,0 1,0-1,-1 1,1-1,0 1,0-1,0 1,0-1,-1 1,1-1,0 1,0-1,-4 14,0-1,1 0,0 1,1 0,1 0,0 0,1 0,0 3,0 3,-1 39,2 0,3 0,3-1,2 1,2-2,3 1,3-2,14 32,-28-78,1-1,-1 0,1 0,1 0,0 0,0-1,1 1,0-1,1-1,-1 1,1-1,1 0,-1-1,1 0,0 0,1-1,-1 0,1 0,0-1,1 0,-1 0,0-1,1-1,0 1,0-2,0 1,0-1,0-1,2 0,23-11,-6-6</inkml:trace>
  <inkml:trace contextRef="#ctx0" brushRef="#br1" timeOffset="212019.941">4453 16730,'26'4,"24"2,23-2,21-2,14-2,8 0,-4 6,-10 10,-23 2</inkml:trace>
  <inkml:trace contextRef="#ctx0" brushRef="#br1" timeOffset="214747.721">5341 17208,'-3'-31,"4"29,40-154,-35 120,-2 0,-1-1,-1 1,-3-1,-2-18,3 52,-1 2,1 0,-1 0,1 0,-1 0,1 0,0 0,0-1,-1 1,1 0,0 0,0 0,0 0,0 0,0-1,1 1,-1 0,0 0,0 0,1 0,-1 0,1 0,-1 0,1 0,-1 0,1 0,0 0,-1 0,1 0,0 0,0 1,-1-1,1 0,0 0,0 1,0-1,0 1,0-1,0 1,0-1,0 1,0 0,1-1,0 1,88 22,-81-21,0 1,0 0,0 1,0 0,0 0,-1 1,0 0,1 1,-1 0,-1 0,1 1,-1 0,0 0,0 0,-1 1,0 0,0 0,-1 1,1 0,-2 0,3 6,-2 5,-2 0,0 0,-2 1,0-1,-1 1,-1-1,0 2,-1 36,1-54,1 0,0 0,0 1,0-1,0 0,1 0,-1 0,1 0,0 0,0 0,0 0,0 0,1 0,-1-1,1 1,0 0,-1-1,1 1,0-1,1 0,-1 0,0 0,1 0,-1 0,1 0,-1 0,1-1,0 1,0-1,0 0,0 0,0 0,0 0,1 0,11-1,0 0,-1 0,1-2,0 0,-1 0,0-2,1 1,-1-2,-1 0,1-1,-1 0,0-1,0 0,-1-1,5-4,-6 4,1 0,-1-1,-1-1,0 1,0-2,-1 0,-1 0,1 0,-2-1,2-4,-6 11,0 0,0-1,-1 1,0-1,0 0,-1 0,1 0,-1 0,-1 0,1 0,-1 0,0 0,0 0,-1 0,0 0,0 0,0 0,-1 0,0 0,0 0,0 1,-1-1,1 1,-4-4,5 7,1 0,-1 1,0-1,-1 0,1 1,0-1,0 1,-1-1,1 1,-1 0,1 0,-1-1,1 1,-1 0,0 0,1 1,-1-1,0 0,0 0,0 1,0-1,0 1,0 0,0 0,0-1,0 1,0 0,1 1,-1-1,0 0,0 1,0-1,0 1,0-1,0 1,0 0,1 0,-1 0,0 0,1 0,-1 0,1 0,-1 0,1 1,-1-1,-3 8,0 0,1-1,0 1,0 1,1-1,0 1,1-1,0 1,0 0,1-1,0 1,1 0,0 0,1 0,0 0,0 0,1-1,0 1,1 0,0-1,2 2,-2-2,1-1,0 0,0 0,1 0,0 0,0-1,1 0,0 0,0 0,1-1,-1 0,1 0,1-1,-1 0,1 0,0-1,0 0,1 0,-1-1,1 0,-1 0,1-1,0 0,0-1,0 0,1 0,32-2</inkml:trace>
  <inkml:trace contextRef="#ctx0" brushRef="#br1" timeOffset="-213720.749">6475 16375,'-7'-18,"-34"-62,40 80,1-1,-1 1,1 0,-1-1,1 1,-1-1,1 1,-1 0,0 0,1-1,-1 1,1 0,-1 0,0 0,1-1,-1 1,1 0,-1 0,0 0,1 0,-1 0,0 0,1 1,-1-1,0 0,1 0,-1 0,1 0,-1 1,0-1,1 0,-1 1,1-1,-1 0,1 1,-1-1,1 1,-1-1,1 1,0-1,-1 1,1-1,0 1,-1-1,1 1,0 0,0-1,-1 1,1-1,0 1,0 0,0-1,0 1,0 0,0-1,-5 17,0-1,2 0,0 1,0 0,2 0,0 0,1 9,0-9,0 51,4 0,2 0,3-1,4 0,16 51,-27-109,-2-7,0 0,0 0,0 0,0 0,0 0,1-1,-1 1,0 0,1 0,0 0,-1 0,1-1,0 1,0 0,0-1,0 1,1 0,-1-1,0 0,0 1,1-1,-1 0,1 1,0-1,-1 0,1 0,0 0,-1-1,1 1,0 0,0-1,0 1,0-1,0 1,85-59,-83 56,1-1,-1 1,0 0,1 0,-1 1,1-1,-1 1,1 0,0 0,0 1,-1-1,1 1,0 0,0 1,0-1,-1 1,1 0,0 0,-1 0,1 0,-1 1,1 0,-1 0,0 0,0 1,0-1,0 1,0 0,2 3,-1-3,-1 1,0 0,0 0,-1 0,1 0,-1 1,0-1,0 1,0 0,-1 0,1 0,-1 0,0 1,-1-1,0 0,1 1,-2-1,1 1,-1 0,1-1,-2 1,1-1,-1 1,1-1,-1 1,-1-1,1 1,-1-1,0 0,0 0,-1 0,0 0,1 0,-2 0,1-1,0 1,-1-1,0 0,-2 1,3-2,0-1,-1 0,1 1,-1-1,0-1,1 1,-1 0,0-1,0 0,0 0,0 0,-1-1,1 1,0-1,0 0,0 0,0 0,0-1,-1 1,1-1,0 0,0 0,0-1,0 1,1-1,-1 0,0 0,1 0,-1 0,1-1,0 1,-1-1,1 0,1 0,-1 0,0 0,1-1,-1 1,1-1,0 1,1-1,-1 0,0 0,0-3,2 4,-1 0,1 0,0 0,0 0,0 0,0-1,0 1,1 0,-1 0,1 0,0 0,0 0,0 1,1-1,-1 0,0 0,1 1,0-1,0 1,0-1,0 1,0 0,0-1,3 0,65-41,-37 28,1 2,1 1,0 1,1 2,0 2,20-2,-54 10,0-1,0 1,0 0,0 0,0 0,0 0,0 1,0-1,0 0,-1 1,1-1,0 1,0 0,0-1,-1 1,1 0,0 0,-1 0,1 1,-1-1,1 0,-1 0,0 1,1-1,-1 1,0-1,0 1,0 0,0-1,0 1,0 0,-1 0,1 0,-1-1,1 1,-1 0,0 0,1 0,-1 0,0 0,0 0,0 0,-1 1,3 29,-3-24,0-1,0 1,1 0,1 0,-1 0,1-1,0 1,1 0,0-1,0 1,1-1,0 1,0-1,1 0,0 0,0-1,0 1,1-1,0 0,0 0,1 0,-1-1,1 0,2 1,-1-3,0-1,-1 1,1-1,0-1,1 1,-1-1,0 0,0-1,0 0,1 0,-1 0,0-1,0 0,0-1,0 0,0 0,0 0,0-1,0 0,-1 0,1 0,-1-1,0 0,0 0,1-2,2-1,-1-1,0 1,0-2,0 1,-1-1,0 0,-1 0,0-1,0 0,-1 0,0-1,-1 1,0-1,-1 0,2-10,-3-45,-3 118,1-40,1 0,0 0,1 0,1 0,0-1,0 1,1-1,1 1,0-1,0-1,1 1,0-1,1 0,0 0,6 4,-10-12,0 0,-1 0,1-1,1 1,-1-1,0 0,0 0,0 0,1 0,-1-1,0 1,1-1,-1 0,0 0,1 0,-1 0,0-1,1 1,-1-1,0 0,0 0,1 0,-1-1,0 1,0-1,0 1,0-2,73-59,-55 37,-1 0,-1-2,-2 0,0-1,-2 0,-1-2,-13 27,7 1,-7 22,-1-17,-2 48,0-35,2 1,-1 0,2 0,0 0,1 0,1-1,3 10,-5-23,0 0,0 0,0 0,1 0,0 0,-1 0,1-1,0 1,0 0,0-1,1 0,-1 1,1-1,-1 0,1 0,0-1,-1 1,1 0,0-1,0 0,0 0,0 0,0 0,1 0,1 0,19-1</inkml:trace>
  <inkml:trace contextRef="#ctx0" brushRef="#br1" timeOffset="-213538.662">7676 16375,'-12'21,"4"13,7 9,11 6,4-6</inkml:trace>
  <inkml:trace contextRef="#ctx0" brushRef="#br1" timeOffset="-213306.251">7895 17071,'11'-6,"0"-1,0 0,-1-1,0 0,0-1,-1 0,0 0,-1-1,0 0,-1-1,0 1,0-2,-1 1,0-1,-1 1,-1-2,0 1,0 0,-1-1,-1 0,-1 11,-1 0,0 0,1 0,-1 0,0 0,0 0,0 0,0 0,-1 0,1 0,0 0,-1 0,0 0,1 1,-1-1,0 0,0 0,0 0,0 1,0-1,0 1,0-1,-1 1,1-1,-1 1,1 0,-1 0,1-1,-1 1,0 0,1 0,-1 1,0-1,0 0,0 1,0-1,1 1,-1-1,0 1,0 0,0 0,0 0,0 0,0 0,0 0,0 1,0-1,0 1,0-1,0 1,1 0,-2 0,-2 3,-1 0,1 1,-1 0,1 0,1 1,-1 0,1-1,0 1,0 1,0-1,1 0,0 1,1 0,-1 0,1 0,1 0,-1 0,1 0,0 0,1 0,0 1,0 1,0-4,1 0,-1 0,1 0,1 0,-1-1,1 1,-1 0,1 0,1-1,-1 1,1-1,-1 0,1 0,0 0,1 0,-1 0,1-1,0 1,0-1,0 0,0 0,0 0,1-1,-1 0,10 5,1-1,0 0,0-1,0-1,1-1,-1 0,4 0,171 4,-95-10</inkml:trace>
  <inkml:trace contextRef="#ctx0" brushRef="#br1" timeOffset="-212568.197">9233 17208,'-3'-14,"2"-1,-1 1,2 0,0-1,1 1,0 0,1-1,1 1,0 0,1 1,0-1,1 0,1 1,0 0,5-6,-4 4,1 2,1-1,0 1,1 0,0 1,0 0,2 1,5-4,-12 10,-1 2,1-1,0 0,1 1,-1 0,0 0,1 1,0-1,0 1,-1 0,1 1,0 0,1 0,-1 0,0 0,0 1,0 0,0 0,0 1,1 0,-1 0,0 0,1 1,1 3,0 0,0 1,0 0,-1 0,0 0,0 1,-1 0,0 1,0-1,-1 1,0 0,0 1,0-1,-1 1,-1 0,0 0,0 0,0 0,-1 0,-1 1,0-1,0 1,0 0,-1-7,1 0,0 0,-1 0,1 0,-1 0,0 0,0 0,0 0,-1 0,1 0,-1 1,0-1,1 0,-1 0,-1-1,1 1,0 0,-1 0,1-1,-1 1,0 0,0-1,0 0,0 1,0-1,-1 0,1 0,-1 0,1-1,-1 1,0 0,1-1,-1 0,0 0,0 0,0 0,0 0,0 0,0-1,0 0,-1 1,1-1,0 0,0-1,0 1,0 0,0-1,-3 0,4 0,-1 0,0 0,1 0,-1-1,0 1,1-1,0 1,-1-1,1 0,0 0,0 0,0 0,0 0,0 0,0 0,1-1,-1 1,1-1,0 1,-1-1,1 0,1 0,-1 1,0-1,0 0,1 0,0 0,0 0,0 1,0-1,0 0,0 0,1 0,-1 0,1 1,0-1,0 0,0 0,0 1,0-1,0 1,2-3,7-2,1 0,0 0,0 1,0 0,1 1,0 1,0 0,0 0,0 1,0 0,1 1,0 1,-1 0,1 1,0 0,1 1,2-1,-1 0,0 1,1 1,-1 0,0 1,-1 1,1 0,0 1,-1 1,0 0,0 1,6 4,-18-9,0-1,1 1,-1-1,1 0,-1 0,1 0,0-1,-1 1,1 0,0-1,-1 0,1 0,0 0,0 0,-1 0,1 0,0-1,0 1,-1-1,1 0,0 0,-1 0,1 0,-1 0,0-1,1 1,-1-1,0 1,0-1,0 0,0 0,0 0,0 0,0 0,-1 0,1-1,-1 1,1-3,2 1,-1 0,-1 0,1 0,-1 0,1-1,-1 0,-1 1,1-1,-1 0,1 0,-2 1,1-1,0 0,-1 0,0 0,0 0,0 0,-1 0,0 0,0 0,0 0,0 0,-1 0,0 1,0-1,0 1,0-1,-1 1,0 0,0 0,0 0,0 0,-1 1,1-1,-1 1,0 0,0-1,-4 2,0 0,0 0,1 0,-1 1,0 0,0 1,0 0,0 0,0 1,0-1,0 2,0-1,0 1,1 1,-1-1,1 1,-1 1,1-1,0 1,0 0,1 1,-1 0,1 0,0 0,0 1,1-1,0 1,0 1,0-1,1 1,0 0,0 0,0 0,1 0,0 1,1-1,0 1,0 0,0 1,2-5,-1 1,1-1,1 1,-1-1,0 1,1-1,0 0,0 1,1-1,-1 0,1 0,0 0,0 0,0 0,0 0,1-1,-1 1,1-1,0 1,0-1,0 0,1 0,-1-1,1 1,0-1,-1 1,1-1,0 0,0-1,4 2,7 2,1 0,-1-1,1-1,-1 0,1-1,0-1,15-1,24-2</inkml:trace>
  <inkml:trace contextRef="#ctx0" brushRef="#br1" timeOffset="-212305.788">9916 16388,'-16'2,"-11"6,-4 6,2 7,7 6,6-3</inkml:trace>
  <inkml:trace contextRef="#ctx0" brushRef="#br1" timeOffset="-212134.471">10094 17003,'4'19,"7"8,8 4,12-3,16-6,17-10,20-11,18-12,-9-5</inkml:trace>
  <inkml:trace contextRef="#ctx0" brushRef="#br1" timeOffset="-211297.683">12046 16839,'-20'0,"0"0,0 2,0 0,0 1,0 1,1 1,-1 1,1 1,1 0,0 1,0 1,-11 8,23-12,0 1,0-1,0 2,1-1,0 0,0 1,0 0,1 0,0 1,1-1,0 1,0 0,-1 4,3-9,0 0,0 0,1 0,-1 0,1 0,0 0,-1 0,1 0,1 0,-1 0,0 0,1 1,0-1,-1 0,1-1,0 1,1 0,-1 0,0 0,1-1,0 1,-1 0,1-1,0 0,0 1,1-1,-1 0,0 0,1 0,-1-1,1 1,0 0,-1-1,1 0,0 1,3-1,2 1,0 0,0-1,0 0,0 0,0-1,0 0,0-1,1 0,-1 0,0 0,0-1,-1-1,1 1,0-1,-1 0,3-2,110-74,-103 62,0 0,-2-1,0-1,0-1,-2 0,0 0,-2-1,0-1,-2 0,0 0,-1-1,-1 0,-2 0,0-1,-1 0,-2 1,0-1,-2-9,2-10,-2 0,-2-1,-2 1,-2 0,-2 1,-10-32,16 66,0 0,-1 0,0 0,-1 0,1 0,-1 1,-1-1,0 1,0 1,0-1,-2-1,4 7,0 0,0 0,0 0,1 1,-1-1,0 1,0-1,0 1,-1 0,1 1,0-1,0 0,1 1,-1-1,0 1,0 0,0 0,0 0,0 1,1-1,-1 1,1-1,-1 1,1 0,-1 0,1 0,0 0,0 0,0 1,0-1,1 1,-1-1,1 1,-1-1,1 1,0 0,0 0,0 0,-14 24,1 1,2 0,1 1,1 1,2-1,1 1,1 1,1-1,0 24,3-25,1 0,1 1,1-1,2 0,1 0,1 0,2-1,1 1,1-1,-4-12,2-1,0 0,0 0,1-1,1 0,1-1,0 0,0 0,1-1,1 0,0-1,1-1,0 0,0 0,1-1,11 5,-8-7,0 0,1-1,0 0,0-2,0 0,0-1,1-1,-1-1,1 0,-1-2,1 0,2-1,-11 1,0 0,0-1,-1-1,1 1,-1-1,0-1,0 0,0 0,0-1,-1 0,0 0,0-1,0 0,0 0,-1-1,0 0,-1-1,0 1,0-1,0 0,-1-1,0 1,1-6,-3 7,-1-1,0 0,0 0,-1 0,0 0,-1-1,1 1,-2 0,1 0,-1 0,0 0,-1 0,0 0,0 0,-1 0,0 1,-1-3,2 6,0-1,0 1,0 0,-1 0,0 0,0 0,0 1,0-1,0 1,-1 0,0-1,0 2,1-1,-2 0,1 1,0 0,0 0,-1 0,1 0,-1 1,1 0,-1 0,0 0,0 0,1 1,-1 0,0 0,0 0,-3 1,2 1,0 0,0 1,0-1,0 2,1-1,-1 0,1 1,0 0,0 0,0 1,1-1,0 1,-1 0,2 0,-1 0,1 1,-1 0,1-1,1 1,-1 0,1 0,0 0,1 1,-1-1,1 0,1 1,-1-1,1 1,0-1,0 0,1 1,0-1,0 1,1-1,-1 0,1 0,1 0,-1 0,1 0,0 0,0-1,1 0,0 2,5 3,0 0,0 0,1 0,0-1,1-1,0 0,0 0,1-1,0-1,0 0,0 0,1-1,0-1,2 0,22 6,-1-2,1-2,0-1,23-1,35-3,-10-6</inkml:trace>
  <inkml:trace contextRef="#ctx0" brushRef="#br1" timeOffset="-210938.638">13179 16894,'-1'-4,"-1"1,0-1,1 1,-1-1,0 1,-1 0,1 0,-1 0,1 0,-1 0,0 0,0 1,0-1,-1 1,1 0,0 0,-1 0,1 1,-1-1,0 1,1 0,-1 0,0 0,0 0,0 1,0-1,0 1,0 0,-1 1,-8 3,1 1,0 1,1 0,-1 0,1 1,1 1,-1 0,1 0,1 1,0 1,0-1,-6 10,9-14,2 0,-1 0,0 0,1 1,0-1,0 1,1 0,0 0,0 1,0-1,1 0,0 1,0 0,0-1,1 1,0 0,1 0,-1 0,1 0,1 6,2-10,1 0,-1 1,1-1,-1 0,1-1,0 1,0-1,0 0,0 0,1 0,-1 0,1-1,-1 0,1 0,-1 0,1 0,-1-1,1 0,0 0,-1 0,1 0,0-1,-1 0,1 0,-1 0,1 0,-1-1,4-1,2 1,1-2,-1 1,0-1,1-1,-2 0,1 0,-1-1,1 0,-2 0,1-1,-1-1,0 1,0-1,-1 0,0-1,-1 0,0 0,0-1,-1 1,0-1,-1 0,0 0,0-1,-1 1,-1-1,1 0,-2 0,1-8,-12-9,10 28,0 1,0-1,0 0,1 1,-1-1,0 0,0 1,0-1,0 0,0 1,0-1,0 0,-1 1,1-1,0 0,0 1,0-1,0 0,0 1,0-1,-1 0,1 1,0-1,0 0,0 0,-1 1,1-1,0 0,-1 0,1 1,0-1,0 0,-1 0,1 0,0 0,-1 1,1-1,0 0,-1 0,1 0,0 0,-1 0,1 0,0 0,-1 0,1 0,0 0,-1 0,1 0,0 0,-1 0,1 0,0-1,-1 1,1 0,0 0,-1 0,1 0,0-1,-1 1,1 0,0 0,0-1,-1 1,1 0,-1 6,1-1,0 1,0 0,0 0,0 0,1-1,0 1,0 0,1 0,0-1,0 1,0-1,0 0,1 0,0 0,0 0,0 0,1 0,0-1,-1 1,2-1,-1 0,2 1,6 5,0-1,1 0,0-1,0 0,1-1,0-1,0 0,8 2,21 3,0-1,1-3,25 1,34 0</inkml:trace>
  <inkml:trace contextRef="#ctx0" brushRef="#br1" timeOffset="-209845.045">14790 16989,'4'-1,"-1"-1,0 1,0-1,0 0,0 1,0-1,0-1,0 1,-1 0,1-1,-1 1,0-1,1 0,-1 0,0 0,-1 0,1 0,-1 0,1 0,0-4,-2 7,12-27,-2 0,-1 0,-1 0,-1-1,-2-1,1-15,-5 36,-1 0,0 0,-1-1,0 1,0 0,-1 0,0 1,0-1,-1 0,0 1,0-1,-1 1,-3-5,-9-59,16 72,1 0,-1-1,0 1,0 0,0-1,0 1,-1 0,1-1,0 1,0 0,0-1,0 1,-1 0,1-1,0 1,-1 0,1-1,0 1,-1-1,1 1,-1-1,1 1,-1-1,1 1,-1-1,1 1,-1-1,0 0,1 1,-1-1,0 0,1 1,-1-1,0 0,1 0,-1 0,0 0,1 0,-1 0,0 0,1 0,-1 0,0 0,0 0,1 0,-2 0,12 4,0-1,0 0,0 0,0-1,0 0,0 0,0-1,1-1,-1 0,1 0,-1-1,1 0,-3 0,270-21,-276 22,0 0,0-1,1 1,-1 0,0 0,0 0,1 0,-1 0,0 1,0-1,1 1,-1-1,0 1,0 0,0 0,0 0,0 0,0 0,0 0,-1 1,1-1,0 1,-1-1,1 1,-1 0,1-1,-1 1,0 0,1 0,-1 0,0 0,-1 0,1 0,0 0,0 0,-1 1,1-1,-1 0,0 0,0 1,0-1,0 0,0 1,-56 196,56-196,0 0,-1 0,1 0,0 0,0 0,1 0,-1 0,1 0,-1 0,1-1,0 1,0 0,0 0,1-1,-1 1,1-1,-1 1,1-1,0 0,0 1,0-1,0 0,0 0,0 0,1-1,-1 1,1 0,-1-1,1 0,0 0,-1 1,1-1,0-1,0 1,2 0,9 2,0-1,-1-1,1 0,0 0,0-2,0 1,0-2,0 0,0-1,-1 0,1-1,-1 0,9-5,-14 5,1 0,-1 0,0 0,0-1,-1 0,1-1,-1 0,-1 0,1 0,-1-1,0 0,0 0,-1-1,0 1,0-1,-1 0,0-1,0 1,-1-1,0 0,0-1,-2 5,0 0,-1 1,1-1,-1 0,0 0,0 0,0 0,-1 0,0 1,0-1,0 0,0 0,-1 1,1-1,-1 1,-1-1,1 1,-1 0,1 0,-1 0,0 0,-1 1,1-1,0 1,-1-1,0 1,0 1,-4-4,6 6,1-1,-1 1,1-1,-1 1,0 0,1 0,-1-1,1 1,-1 0,0 0,1 1,-1-1,1 0,-1 0,0 1,1-1,-1 1,1 0,-1-1,1 1,0 0,-1 0,1 0,0 0,-1 0,1 0,0 0,0 0,0 0,0 1,0-1,0 0,0 1,1-1,-1 1,0-1,1 1,-1-1,1 2,-15 65,14-60,0 2,1-1,-1 0,2 0,-1 0,1 0,1 0,0 0,0-1,1 1,0 0,0-1,1 0,0 1,0-1,1-1,0 1,0-1,1 0,0 0,1-1,-1 1,1-1,0-1,1 0,-1 0,1 0,0-1,6 3,-4-4,0 0,0-1,1 0,-1-1,0 0,1-1,0 0,3-1,30-4</inkml:trace>
  <inkml:trace contextRef="#ctx0" brushRef="#br1" timeOffset="-208781.363">16171 16471,'-23'-3,"1"0,-1 2,0 1,1 1,-1 1,0 1,1 0,0 2,0 1,0 0,-8 6,27-12,0 1,1-1,-1 1,0 0,1 0,-1 0,1 0,-1 0,1 1,0-1,-1 1,1 0,0-1,0 1,0 0,0 0,1 0,-1 1,0-1,1 0,0 1,-1-1,1 1,0-1,0 1,1-1,-1 1,0 0,1 0,0-1,-1 1,1 0,0 0,0-1,1 1,-1 0,1-1,-1 1,1 1,9 6,-1 0,2 0,-1-1,1 0,1-1,-1-1,2 1,-1-2,1 0,12 5,-1 0,17 8,120 70,-159-88,0 0,1-1,-1 2,0-1,0 0,0 0,0 0,0 1,0-1,-1 1,1 0,0 0,-1-1,1 1,-1 0,0 0,0 0,1 0,-1 1,-1-1,1 0,0 0,0 1,-1-1,0 0,1 1,-1-1,0 0,0 1,0-1,0 1,-1-1,1 0,-1 1,1-1,-1 0,0 0,0 1,0-1,0 0,0 0,0 0,-2 1,-3 2,-1-1,0 0,-1 0,1 0,-1-1,1 0,-1-1,0 0,0 0,0-1,0 0,0 0,0-1,-1 0,1 0,0-1,0 0,-3-1,9 1,0 0,1 0,-1 0,0 0,1 0,-1 0,1-1,-1 1,1-1,0 1,0-1,-1 1,1-1,0 0,1 1,-1-1,0 0,0 0,1 0,-1 0,1 0,-1 0,1 0,0 0,0 0,0 0,0 0,0 0,0 1,1-1,-1 0,1 0,-1 0,1 0,0 0,0 0,0 1,0-1,0 0,0 1,0-1,0 0,1 1,-1 0,1-1,-1 1,1 0,-1 0,2-1,17-17,0 2,2 0,0 1,1 1,0 1,1 1,21-8,38-22,-74 38,-2 2,0 0,0 0,-1-1,1 1,-1-2,0 1,0-1,0 0,-1 0,1 0,-1-1,-1 0,1 0,-1 0,0-1,0 1,-1-1,0 0,2-4,-6 8,0 1,0 0,0-1,0 1,0-1,0 1,0 0,-1 0,1 0,-1 0,1 0,-1 0,0 0,0 0,0 1,0-1,0 1,0-1,-1 1,1 0,0 0,-1 0,1 0,-1 0,1 0,-1 1,1 0,-1-1,1 1,-1 0,0 0,1 0,-1 0,1 1,-1-1,1 1,-1 0,1-1,-1 1,1 0,-1 0,1 1,0-1,-2 2,-2 3,0 0,1 0,-1 1,2 0,-1 0,1 0,0 0,0 1,1 0,0 0,1 0,-1 0,1 0,1 0,0 0,0 1,1-1,0 1,0-1,1 0,0 1,0-1,1 0,0 0,0 0,2 2,-1 0,1 0,0 0,0-1,1 0,0 0,0 0,1 0,0-1,1 0,0-1,0 1,1-1,0-1,0 1,1-1,-1-1,1 1,0-2,1 1,-1-1,1-1,0 0,0 0,0-1,0 0,0 0,1-1,-1-1,0 0,1 0,-1-1,0 0,1-1,-1 0,0-1,0 0,3-2,8-7,-1-1,-1-1,0 0,0-1,-2-2,0 1,-1-2,0 0,-2-1,0-1,-1 0,-1-1,2-6,7-19,-1-1,-3-1,-1 0,-3-2,5-35,-4-10,-3 0,-2-89,-19 70,10 113,0-1,0 1,0 0,-1-1,1 1,0-1,-1 1,1 0,-1-1,1 1,-1 0,0-1,1 1,-1 0,0 0,0 0,0 0,0 0,0 0,0 0,0 0,0 0,0 0,-1 0,1 1,0-1,-1 0,1 1,0-1,-1 1,1 0,0-1,-1 1,1 0,-1 0,1 0,-1 0,1 0,-1 0,1 0,0 1,-1-1,1 0,-1 1,1-1,0 1,0 0,-1-1,1 1,0 0,0 0,0 0,-1 0,1 0,0 0,0 0,1 0,-2 0,-9 13,1 0,0 0,1 1,0 1,1-1,1 1,0 1,1-1,1 1,0 5,-7 21,1 1,3 0,2 0,1 1,3-1,1 1,2 0,7 37,-4-52,2-1,0 0,2 0,2-1,0 0,2 0,1-2,1 1,1-2,1 0,1 0,2-2,16 17,-27-31,0-1,1 0,0-1,0 1,1-2,0 1,0-2,1 1,-1-1,6 1,-14-5,0-1,0 1,0-1,0 0,0 1,0-1,0 0,0 0,0 0,0-1,0 1,0 0,0-1,0 0,0 1,0-1,0 0,0 0,0 0,0 0,-1 0,1 0,0-1,-1 1,1 0,-1-1,0 1,1-1,-1 0,0 1,0-1,0 0,0 0,0 0,0 0,0-1,13-76,-15 49,-2 0,-1 0,-1 0,-2 1,-1 0,-1 0,-1 1,-1 0,-2 1,-1 0,-1 1,-1 0,-2 2,0 0,-1 1,-9-7,15 16,0 0,-1 1,-1 1,0 0,-1 1,0 0,-10-3,11 9,17 10,21 16,14-1,1-2,1-1,0-2,1-2,0-2,1-1,1-2,-1-2,14-1,67 7,-11-4</inkml:trace>
  <inkml:trace contextRef="#ctx0" brushRef="#br1" timeOffset="-207538.655">5041 18109,'24'-6,"1"-1,-2-1,1-1,-1-1,0-1,-1-1,0-1,-1-1,-1-1,0-1,11-12,-6 9,-2-2,0 0,-1-1,-2-2,0 0,-2-1,0-1,-2 0,-1-1,-1-1,0-3,-12 28,0 0,-1 0,1 0,-1 0,0 0,0 0,0 0,0 0,-1-1,1 1,-1 0,0 0,0-1,0 1,0 0,-1-1,1 1,-1 0,0 0,0 0,0-1,0 1,-1 0,1 0,-1 1,0-1,0 0,0 0,0 1,0-1,0 1,-1 0,1 0,-1 0,0 0,1 0,-1 0,0 1,0-1,0 1,0 0,-1 0,-6 2,0 0,1 0,-1 1,1 1,0 0,-1 0,1 0,1 1,-1 1,0 0,1 0,0 0,0 1,1 0,0 1,0 0,0 0,1 0,-5 7,2-2,-1 1,2 1,0 0,0 0,2 0,0 1,0 0,1 0,1 0,1 1,0-1,1 1,0 0,2 0,-1 0,2 0,0 0,2-1,-1 1,2 0,0-1,0 0,2 0,0 0,1-1,0 1,6 6,-4-4,2-1,0-1,1 0,0 0,1-1,1-1,0 0,1-1,0 0,1-1,0-1,1-1,0 0,0-1,1-1,0-1,0 0,1-1,13 1,-20-7,-1 0,1-1,0 0,-1-1,0-1,1 1,-2-2,1 0,0 0,-1-1,0 0,0 0,-1-1,1-1,-2 0,1 0,-1-1,0 1,-1-2,0 1,-1-1,0 0,0-1,4-9,-9 18,1 0,-1-1,1 1,-1 0,0-1,0 1,0-1,0 1,-1-1,1 1,-1-1,1 0,-1 1,0-1,0 1,0-1,0 0,0 1,-1-1,1 0,-1 1,0-1,0 1,0-1,0 1,0 0,0-1,-1 1,1 0,-1 0,0 0,1 0,-3-2,-1 2,0 0,0 0,0 0,-1 0,1 1,0 0,-1 0,1 0,-1 1,0 0,1 0,-1 0,1 0,-1 1,1 0,-1 1,1-1,0 1,0 0,-1 0,-2 2,-2 1,1 0,0 0,1 1,-1 0,1 1,0 0,1 0,-1 0,2 1,-1 0,-1 3,6-9,0 0,1 0,-1 0,0 1,1-1,-1 0,1 1,0-1,0 1,0 0,0-1,0 1,1 0,-1-1,1 1,0 0,0 0,0 0,0-1,0 1,0 0,1 0,-1-1,1 1,0 0,0-1,0 1,0 0,1-1,-1 0,0 1,1-1,0 0,0 0,-1 0,1 0,0 0,1 0,-1 0,0-1,0 1,2 0,3-1,1 0,-1 0,0-1,0 0,0 0,1-1,-1 0,0 0,0-1,0 0,0 0,-1 0,1-1,0 0,-1-1,0 1,0-1,0 0,0-1,-1 1,1-1,-1 0,0-1,-1 1,1-2,-4 6,0 0,-1 1,1-1,0 1,-1-1,1 1,0-1,-1 1,1 0,0-1,-1 1,1-1,0 1,0 0,-1 0,1 0,0-1,0 1,-1 0,1 0,0 0,0 0,0 0,-1 0,1 1,0-1,0 0,-1 0,1 1,0-1,0 0,-1 1,1-1,0 0,-1 1,1-1,0 1,-1-1,1 1,-1-1,1 1,-1 0,1-1,-1 1,1 0,-1-1,0 1,1 0,-1 0,0-1,0 1,0 0,1 0,-1-1,0 1,0 0,0 0,0 0,0-1,0 1,-1 0,1 0,0 0,4 10,0-4,-1 0,1 0,0-1,1 1,0-1,0-1,0 1,1 0,-1-1,1 0,0-1,1 1,-1-1,1 0,0-1,0 0,0 0,1 0,-1-1,7 1,10 2,0-1,0-1,0-1,0-1,24-3,37-4</inkml:trace>
  <inkml:trace contextRef="#ctx0" brushRef="#br1" timeOffset="-206885.365">7499 17495,'19'244,"-15"-191,-3 0,-1 1,-3-1,-2 0,-3 0,-2 0,-2-1,-3 1,47-103,-25 40,0 0,1 1,0 0,0 0,1 1,0 0,1 0,0 1,0 0,1 1,-1 1,1-1,1 1,-1 1,1 0,6 0,-14 4,0 0,1 0,-1 1,0-1,0 1,1 0,-1 0,0 1,0 0,0-1,0 1,-1 0,1 1,0-1,-1 1,1-1,-1 1,0 0,0 1,0-1,-1 0,1 1,-1-1,0 1,0 0,0 0,0 0,0 0,-1 0,0 0,0 0,0 1,0-1,-1 0,0 1,0-1,0 0,0 0,-1 1,1-1,-1 0,0 1,-1-1,1 0,-1 0,1 0,-1 0,-1-1,1 1,-1 1,-2 0,1 0,-1 0,0-1,0 0,-1 0,1 0,-1-1,0 1,1-1,-2-1,1 1,0-1,0 0,-1 0,1-1,-1 0,1 0,-1-1,0 0,-4 0,10 0,0 1,0-1,0 0,0 0,0 0,0 0,0 0,0 0,0 0,0 0,0-1,0 1,0 0,0-1,0 1,0 0,0-1,0 1,1-1,-1 0,0 1,0-1,0 0,1 1,-1-1,0 0,1 0,-1 0,1 1,-1-1,1 0,-1 0,1 0,-1 0,1 0,0 0,0 0,-1 0,1 0,0 0,0 0,0 0,0 0,0 0,0 0,1 0,-1 0,0 0,0 0,1 0,-1 0,1 0,-1 0,1 0,6-9,0 1,1 0,0 1,0-1,1 2,0-1,1 1,-1 0,2 1,1-1,13-9,0 1,1 2,1 0,0 2,1 0,0 2,0 2,8-1,-33 7,-1 1,1-1,-1 1,1 0,-1 0,1 0,-1 0,1 0,-1 1,1-1,-1 1,1-1,-1 1,0 0,1 0,-1 0,0 0,0 1,0-1,1 0,-2 1,1 0,0-1,0 1,0 0,-1 0,1 0,-1 0,1 0,-1 1,0-1,0 0,0 0,0 1,-1-1,1 1,0-1,-1 1,0 1,6 132,-5-134,1 0,-1 1,0-1,1 0,-1 0,1 0,0 0,0 0,-1-1,1 1,0 0,1-1,-1 1,0-1,0 0,1 0,-1 0,0 0,1 0,-1-1,1 1,0-1,-1 1,1-1,-1 0,1 0,-1 0,1 0,0-1,-1 1,1-1,-1 1,1-1,1-1,24-6</inkml:trace>
  <inkml:trace contextRef="#ctx0" brushRef="#br1" timeOffset="-206605.083">7881 17740,'0'0</inkml:trace>
  <inkml:trace contextRef="#ctx0" brushRef="#br1" timeOffset="-206137.708">8619 17890,'-37'-1,"27"0,0-1,0 2,-1-1,1 1,0 1,-1 0,1 0,0 1,0 0,0 1,0 0,0 1,1 0,-1 0,1 1,0 1,1-1,-3 3,8-5,0 1,1-1,0 1,-1-1,1 1,0 0,1 0,-1 0,1 0,0 0,0 0,0 0,0 0,1 0,0 1,0-1,0 0,0 0,1 0,-1 1,1-1,0 0,0 0,1 0,-1 0,1 0,0 0,0-1,0 1,1-1,1 3,7 8,0 0,2 0,-1-1,2-1,-1 0,14 8,194 120,-220-140,-1 0,1 0,0 0,-1 0,1 0,0 0,-1 0,1 1,0-1,-1 0,1 0,0 0,-1 1,1-1,-1 0,1 1,-1-1,1 1,-1-1,1 1,-1-1,1 1,-1-1,1 1,-1-1,0 1,1-1,-1 1,0 0,1-1,-1 1,0 0,0-1,0 1,0 0,0-1,0 1,1 0,-2-1,1 1,0 0,0-1,0 1,0 0,0-1,0 1,-1 0,1-1,0 1,-1 0,1-1,0 1,-1-1,1 1,-1-1,1 1,-1-1,1 1,-1-1,1 1,-1-1,0 1,-5 0,-1 0,0-1,1 1,-1-1,1-1,-1 1,0-1,1 0,-1-1,1 1,0-1,-1-1,-3-1,7 3,0-1,1 1,-1-1,1 0,-1 0,1 0,0 0,-1 0,1 0,0 0,0-1,1 1,-1-1,1 0,-1 1,1-1,0 0,0 0,0 0,0 0,0 0,1 0,-1 0,1 0,0 0,0 0,0 0,0 0,1 0,0-3,3-9,1-1,1 1,1 0,0 1,0-1,2 2,0-1,2-1,0-2,9-12,31-43,-3-1,-3-2,-3-3,-4-1,-3-1,-4-2,16-67,-45 138,-4 22,-9 59,3 0,3 0,2 1,5-1,2 1,3-1,3-1,3 1,12 29,-19-80,0 1,1-2,1 1,1-1,1 0,0-1,1 0,1-1,1 0,1 1,-13-16,0 1,0-1,0 0,0 1,0-1,0 0,0 0,1 0,-1 0,0 0,1 0,-1 0,0-1,1 1,-1 0,1-1,-1 1,1-1,0 1,-1-1,1 0,-1 0,1 0,0 0,-1 0,1 0,0 0,-1 0,1-1,-1 1,1 0,-1-1,1 0,-1 1,1-1,-1 0,1 0,-1 0,0 0,1 0,8-20,-4-4</inkml:trace>
  <inkml:trace contextRef="#ctx0" brushRef="#br1" timeOffset="-205028.933">8946 17905,'-27'-13,"0"2,0 1,-1 2,0 0,-10 1,18 6,19 8,67 17,-55-22,131 20,1-6,0-7,7-6,384 12,-525-12,-30 1,12-2,-17 4,-1 1,1 1,0 1,1 2,-22 11,38-17,0 0,0 1,1 0,0 0,0 1,0 0,1 0,0 1,0 0,1 0,0 0,0 1,1 0,0 0,1 1,0-1,0 3,3-10,0 1,0 0,1-1,-1 1,1 0,-1-1,1 1,0 0,0 0,0 0,1-1,-1 1,1 0,-1-1,1 1,0 0,0-1,0 1,0-1,1 1,-1-1,1 1,-1-1,1 0,0 0,0 0,0 0,0 0,0-1,1 1,-1 0,0-1,1 0,-1 1,1-1,-1 0,1 0,0-1,-1 1,1 0,1-1,11 1,0-2,0 0,0-1,0 0,0-1,-1 0,1-2,-1 0,0 0,-1-1,1-1,-1 0,0-1,-1 0,8-8,84-85,-103 101,-1 1,1-1,0 0,0 0,-1 1,1-1,0 0,0 1,-1-1,1 1,0-1,-1 1,1-1,-1 1,1 0,0-1,-1 1,0 0,1-1,-1 1,1 0,-1-1,0 1,1 0,-1 0,0-1,0 1,0 0,0 0,1 0,-1 0,0-1,0 1,-1 0,1 0,0 0,0-1,0 1,0 0,-1 0,1-1,0 1,-1 0,1 0,-1-1,1 1,-1 0,1 8,25 74,-24-81,1 1,-1-1,1 0,0 0,-1 0,1 0,0 0,0 0,0-1,1 1,-1 0,0-1,1 0,-1 0,1 0,-1 0,1 0,-1 0,1 0,0-1,-1 1,1-1,0 0,0 0,-1 0,1 0,0-1,-1 1,1-1,2 0,5-4,-1 0,1-1,-1-1,-1 1,1-1,-1 0,0-1,-1 0,0 0,0-1,-1 0,0 0,-1-1,0 1,0-1,-1 0,3-10,12-41,-2 0,-3-1,-3-1,-3 1,-3-2,-2-17,7-56,-6 127,-4 38,0 48,-2-15,3 0,3 0,2 0,3-1,11 41,-18-94,-1-2,0 0,1 0,-1 0,1-1,0 1,0 0,0-1,1 1,0-1,0 0,0 0,0 0,1 0,-1-1,2 2,-2-5,0 0,-1 0,1 0,0 0,0 0,0 0,-1-1,1 1,0-1,-1 0,1 0,0 0,-1 0,1-1,-1 1,1 0,-1-1,0 0,0 0,0 0,0 0,2-1,12-9,-6 7,0 1,1-1,-1 2,1 0,0 0,0 1,1 0,-1 1,0 0,0 1,1 0,-1 1,0 0,0 1,0 0,0 1,0 0,0 1,0 0,-1 0,0 1,0 1,0 0,-1 0,0 1,0 0,-1 0,1 1,-2 0,3 4,-9-12,0 1,0 0,0-1,0 1,0 0,0 0,0 0,0-1,0 1,0 0,-1 0,1 0,0 1,-1-1,1 0,-1 0,1 0,-1 0,0 0,1 1,-1-1,0 0,0 0,0 1,0-1,0 0,0 0,0 0,0 1,-1-1,1 0,0 0,-1 0,1 1,-1-1,1 0,-1 0,1 0,-1 0,0 0,0 0,0 0,1 0,-1 0,0-1,0 1,0 0,0 0,0-1,0 1,-1-1,1 1,0-1,0 1,0-1,0 0,-1 0,1 1,0-1,0 0,-11 0,0-1,1 0,-1-1,1 0,-1 0,1-1,0-1,0 0,0 0,1-1,-1-1,1 0,-1-1,9 6,0 1,0 0,0-1,0 0,0 1,1-1,-1 0,0 0,0 0,1 0,-1 0,1 0,-1-1,1 1,0 0,-1-1,1 1,0-1,0 1,0-1,0 0,0 0,0 1,1-1,-1 0,0 0,1 0,0 0,-1 0,1 1,0-1,0 0,0 0,0 0,0 0,1 0,-1 0,0 0,1 0,0 0,0 0,7-4,0 1,0-1,1 2,0-1,0 1,1 1,-1-1,9-1,1 0,25-11,1 3,1 2,-1 2,34-2,-77 11,1-1,0 1,0 0,-1-1,1 1,0 1,0-1,-1 0,1 1,0-1,-1 1,1 0,0 0,-1 0,1 0,-1 0,0 1,1-1,-1 1,0-1,0 1,0 0,0 0,0 0,0 0,0 0,-1 1,1-1,-1 0,0 1,1-1,-1 1,0-1,-1 1,4 34,-5-34,0 1,1-1,-1 1,1-1,0 1,0-1,0 1,1 0,-1-1,1 1,0-1,0 0,0 1,0-1,1 0,-1 0,1 1,0-1,0 0,0-1,0 1,0 0,1-1,-1 1,1-1,0 0,0 1,0-1,0-1,0 1,2 1,-3-4,0 1,1 0,-1 0,0-1,0 1,0-1,0 1,0-1,0 0,0 0,0 0,0 0,-1 0,1-1,0 1,-1 0,1-1,-1 0,1 1,-1-1,0 0,1 1,-1-1,0 0,0 0,0 0,-1 0,1 0,0 0,-1 0,1 0,-1 0,0-1,0 0,5-23</inkml:trace>
  <inkml:trace contextRef="#ctx0" brushRef="#br1" timeOffset="-204471.427">10817 17590,'27'5,"1"-2,-1 0,1-2,-1-1,1-1,-1-1,1-1,-1-2,0-1,0-1,-1-1,0-1,0-2,-1 0,10-7,-26 13,1 0,-1-1,0 0,0 0,0-1,-1 0,0 0,-1-1,0 0,0-1,0 1,-1-1,-1 0,1-1,-2 0,1 1,-1-2,-1 1,0 0,0-1,-1 1,0-1,-1 0,0 1,-1-1,0 0,-1 0,1 6,0 0,-1 1,0-1,0 0,0 1,-1-1,0 1,0-1,0 1,0 0,0 0,-1 0,0 0,0 0,0 1,0-1,-1 1,1 0,-1 0,0 0,0 0,0 1,0-1,0 1,-1 0,1 0,-1 1,1-1,-1 1,1 0,-1 1,0-1,0 1,1 0,-1 0,-5 0,1 2,0-1,0 1,0 1,0 0,1 0,-1 0,1 1,-1 1,1-1,1 1,-1 1,1-1,0 1,0 1,0-1,1 1,0 0,1 1,-1-1,2 1,-1 0,1 0,0 1,0 0,-4 12,0 0,2 1,1-1,0 1,2 0,0 0,1 1,2-1,1 13,3-2,2-1,1 0,1 0,2-1,1 0,2-1,1 0,1-1,1 0,2-2,1 0,1-1,1-1,1-1,1 0,1-2,14 9,-32-26,-4-3,0 1,1 0,-1-1,0 0,1 1,0-1,-1 0,1 0,0-1,0 1,0-1,0 1,1-1,-1 0,0 0,0 0,1-1,-1 1,1-1,-1 0,0 0,1 0,-1 0,0 0,1-1,-1 0,0 0,1 1,-1-2,2 0,31-19,1 1,1 2,0 2,2 1,25-5,47-13,-89 23</inkml:trace>
  <inkml:trace contextRef="#ctx0" brushRef="#br1" timeOffset="-204197.643">12510 17973,'-2'2,"-3"1,-4-2,1-2</inkml:trace>
  <inkml:trace contextRef="#ctx0" brushRef="#br1" timeOffset="-202348.509">16 11404,'52'6,"177"-5,-1-9,0-11,49-17,-43 8,165-13,-392 40,-13 1,6 0,-11 1</inkml:trace>
  <inkml:trace contextRef="#ctx0" brushRef="#br1" timeOffset="-201467.966">479 10107,'-19'3,"0"2,0 0,0 2,1 0,0 1,0 0,0 2,2 0,-1 1,1 0,1 2,0 0,1 0,0 1,1 1,1 0,0 1,1 1,1-1,0 2,1-1,1 1,1 1,1-1,-2 7,6-20,0 1,1-1,-1 1,1-1,0 1,1 0,-1-1,1 1,0 0,0-1,1 1,0 0,0-1,0 1,1-1,-1 1,1-1,1 0,-1 0,1 0,0 0,0 0,0 0,1-1,-1 1,1-1,0 0,5 3,1-5,0 0,0-1,1 0,-1 0,0-1,1-1,-1 1,0-2,1 0,-1 0,0 0,0-2,-1 1,1-1,-1 0,1-1,-2 0,1-1,0 0,-1 0,3-3,16-11,-1-2,0 0,-2-1,-1-2,0 0,-2-1,-1-2,-2 0,0-1,-2 0,-1-1,-1-1,-2-1,-1 0,-2 0,-1-1,-1 0,1-31,-7 44,-1 0,0 0,-2 0,0 1,-2-1,0 1,-1 0,-4-11,6 21,-1 1,0-1,0 0,0 1,-1 0,-1 0,1 0,-1 1,0 0,-1 0,0 1,0-1,0 1,-1 1,0 0,0 0,0 0,-7-2,8 5,1 0,0 1,-1 0,1 0,-1 0,1 1,-1-1,1 2,-1-1,1 1,-1 0,1 0,-1 1,1 0,0 0,0 0,0 1,0 0,0 0,1 1,-1-1,1 1,0 0,-2 3,-2 1,-1 2,2-1,-1 1,2 0,-1 1,1 0,1 0,0 0,1 1,0 0,0 0,1 2,0 5,1-1,1 0,0 1,2-1,0 1,1 0,1-1,0 0,2 1,0-1,1 0,1-1,0 1,2-1,17 37,2-1,3-1,25 33,-18-31,-15-24,-1 0,-1 2,-2 1,-1 0,11 34,-24-8,-12-41</inkml:trace>
  <inkml:trace contextRef="#ctx0" brushRef="#br1" timeOffset="-200889.514">875 10256,'0'10,"0"9,0 14,-2 10,-3 9,-1 6,-2 2,1 0,1-6,2-9,4-10,6-12,3-8</inkml:trace>
  <inkml:trace contextRef="#ctx0" brushRef="#br1" timeOffset="-200622.228">1121 10202,'0'7,"2"11,4 15,2 13,1 10,-2 8,-2 4,-2 0,-1-2,-1-6,-1-8,2-8,1-12</inkml:trace>
  <inkml:trace contextRef="#ctx0" brushRef="#br1" timeOffset="-200332.959">739 10571,'3'-2,"11"-2,21-1,24-5,27-3,20-4,10-2,-16 3</inkml:trace>
  <inkml:trace contextRef="#ctx0" brushRef="#br1" timeOffset="-199185.015">1572 11322,'53'18,"-45"-17,85 6,0-3,10-5,-26 1,158-1,459 11,-621 0,-57-3</inkml:trace>
  <inkml:trace contextRef="#ctx0" brushRef="#br1" timeOffset="-196559.833">3061 10885,'-9'-94,"5"115,0 625,-7-249,-6-486,-12-104,8-2,9-1,8 127,3 18,-3 0,-1 1,-3 0,-2 0,-2 1,-2 0,-3 1,-9-18,-35-20,55 82,22 21,213 158,-158-123,38 26,-4 4,-4 5,56 63,-140-133,-2 0,0 1,-1 1,-1 0,-1 1,0 0,-2 1,0 0,-2 0,0 1,1 10,-8-26,-1 1,0-1,0 0,0 1,-1-1,0 0,0 1,0-1,-1 0,0 0,-1 0,1 0,-1 0,0-1,0 1,-1-1,0 0,1 0,-2 0,1-1,-1 1,1-1,-1 0,-1 0,1-1,0 1,-1-1,-3 1,-44 23,-2-3,-1-2,-53 14,46-16,-321 104,313-92,71-32,-1 0,1 0,-1 0,1 0,0 0,-1 1,1-1,0 0,-1 0,1 0,0 1,-1-1,1 0,0 0,-1 1,1-1,0 0,0 1,-1-1,1 0,0 1,0-1,0 0,0 1,-1-1,1 1,0-1,0 0,0 1,0-1,0 1,0-1,0 0,0 1,0-1,0 1,0-1,0 0,1 1,-1-1,0 1,0-1,0 0,0 1,1-1,-1 0,0 1,0-1,1 0,-1 1,0-1,0 0,1 0,-1 1,0-1,1 0,-1 0,1 0,-1 1,0-1,1 0,-1 0,0 0,1 0,-1 0,1 0,-1 0,31 5,11-9,3-4</inkml:trace>
  <inkml:trace contextRef="#ctx0" brushRef="#br1" timeOffset="-196089.026">3784 11322,'-8'5,"-1"0,1 0,0 1,1 0,0 1,-1 0,2 0,-1 1,1-1,1 1,-1 1,1-1,1 1,-1 0,1 0,1 0,0 0,0 1,1 0,0-1,1 1,0 0,0 0,1-1,1 1,-1 0,0 0,0 0,0-1,0 1,1 0,1-1,0 1,0-1,1 0,0 0,0 1,1-2,1 1,-1 0,1-1,1 0,-1 0,1-1,1 1,-1-1,1-1,1 1,-1-1,1 0,0-1,0 0,1 0,0-1,-1 0,1-1,1 1,-1-2,0 1,1-2,-1 1,1-1,1 0,2-2,-1-1,1-1,-1 1,1-2,-1 0,0 0,0-1,-1 0,0-1,0-1,0 0,0 0,-1-1,-1 0,1-1,-1 0,-1 0,0-1,0 0,-1-1,5-8,-6 10,-1 1,-1-1,0 0,0 0,0 0,-1-1,-1 1,1-1,-2 0,1 0,-2 0,1 1,-1-1,0 0,-1 0,0 0,-1 0,0 1,-1-1,0 1,0-1,-1 1,0 0,-1 0,1 1,-2-1,1 1,-2 0,1 1,0 2,-1-1,1 1,-1 0,-1 0,1 0,-1 1,1 1,-1-1,0 1,0 0,-1 1,1 0,-1 0,1 1,-1 0,1 1,-1 0,0 0,1 1,-1 0,1 0,-1 1,1 0,0 0,0 1,0 0,0 1,0 0,0 0,1 0,0 1,0 0,0 1,0 1,-2 0,0 0,1 1,0 1,0-1,1 1,0 1,0-1,1 1,-4 9,9-15,-1 0,1-1,-1 1,1 0,0 0,0 0,1 0,-1 0,1 0,0 0,0 0,0 0,1 0,-1 0,1 0,0 0,0 0,0-1,1 1,-1 0,1 0,0-1,0 1,0-1,1 0,-1 0,1 0,3 3,26 20</inkml:trace>
  <inkml:trace contextRef="#ctx0" brushRef="#br1" timeOffset="-195138.5">4166 11486,'50'11,"1"-3,-1-1,1-3,0-2,0-2,42-7,-60 6,2176-173,-1763 135,-368 24,-95-11,15 22,1-1,0 1,0-1,0 0,1 1,0-1,0 0,0 1,0-1,1 0,-1 0,1 1,0-1,1-9,31-296,-43 210,-1 68</inkml:trace>
  <inkml:trace contextRef="#ctx0" brushRef="#br2" timeOffset="-180336.357">179 9109,'2'-27,"2"0,0 0,2 0,1 1,2 0,0 0,7-11,-2 2,38-102,53-142,-2-37,-103 316,9-31,-10 43,-21 88,8-40</inkml:trace>
  <inkml:trace contextRef="#ctx0" brushRef="#br2" timeOffset="-179641.697">97 8782,'0'0,"-1"0,1 0,-1 0,1 0,0 0,-1 0,1-1,-1 1,1 0,-1 1,1-1,0 0,-1 0,1 0,-1 0,1 0,-1 0,1 0,0 1,-1-1,1 0,-1 0,1 1,0-1,-1 0,1 0,0 1,-1-1,1 0,0 1,0-1,-1 0,1 1,0-1,0 1,0-1,0 1,-1-1,1 0,0 1,0-1,0 1,0-1,0 1,0-1,0 0,0 1,0-1,0 1,0-1,1 1,-1-1,0 0,0 1,0-1,0 1,1-1,-1 0,0 1,0-1,1 0,-1 1,0-1,1 0,-5 336,12-243,-7-93,0 1,-1-1,1 0,-1 0,1 0,-1 0,1 0,0 0,-1 0,1 0,-1 0,1 0,0 0,-1 0,1-1,-1 1,1 0,-1 0,1 0,-1-1,1 1,-1 0,1-1,-1 1,1-1,-1 1,1 0,-1-1,0 1,1-1,-1 1,0-1,1 1,-1-1,0 0,0 1,1-1,-1 1,0-1,0 1,0-1,0 0,0 1,0-1,0 1,0-1,0 0,0 1,0-1,0 1,-1-1,1 1,0-1,0 0,0 1,2-25,-1 1,0 0,-2 0,-1-1,-1 1,-1 0,-1 0,-1 1,-1 0,-1 0,-2 0,0 1,-1 0,-1 1,-2-2,-6-9,26 38,1-1,-1 0,1 0,0-1,0 1,1-2,-1 1,1-1,0 0,0 0,0-1,0 0,0-1,0 0,8 0,200 17,-214-18,1 1,-1-1,1 1,-1-1,1 1,-1 0,0 0,1 0,-1 0,0 0,0 0,0 1,0-1,0 1,0-1,0 1,-1 0,1 0,0 0,-1 0,1 0,-1 0,0 0,0 1,0-1,0 0,0 1,-1-1,1 1,0-1,-1 0,0 1,0-1,0 1,0-1,0 3,-5 11,0-1,-1 1,0-1,-1-1,-1 1,0-1,-1-1,-1 1,0-2,-1 1,-6 5,13-14,-76 85,80-90</inkml:trace>
  <inkml:trace contextRef="#ctx0" brushRef="#br2" timeOffset="-178427.601">439 6801,'-9'1,"0"0,1 0,-1 0,1 1,-1 1,1-1,0 1,0 1,0-1,0 1,1 1,-1 0,1 0,0 0,0 1,1 0,0 0,0 0,1 1,-1 0,1 1,-4 5,0 1,2 0,0 0,0 1,1 0,1 0,0 0,2 0,-1 1,2 0,0 1,12 66,-9-81,0 1,0 0,0-1,0 0,1 1,-1-1,1 0,0 1,-1-1,1 0,0 0,0 0,0-1,1 1,-1 0,0-1,1 0,-1 1,1-1,-1 0,1 0,-1 0,1-1,0 1,0-1,-1 1,1-1,2 0,0 0,0-1,0 0,0-1,0 1,0-1,0 0,0 0,0 0,-1-1,1 1,-1-1,0 0,0-1,0 1,0-1,-1 1,1-1,-1 0,0-1,51-87,-45 71,-1-1,-1 0,-1 0,-1 0,-1-1,0 0,-2 0,-1 0,-1-14,-6 15,-2 38,6-1,0 0,0 1,2-1,0 0,0 0,2 0,0 0,0 0,2 0,0 0,0 0,1-1,1 0,5 7,-8-16,1-1,-1 0,1-1,0 1,1-1,-1 1,1-1,-1 0,1-1,0 1,0-1,1 0,25 8</inkml:trace>
  <inkml:trace contextRef="#ctx0" brushRef="#br2" timeOffset="-177753.888">889 6706,'-9'-1,"1"1,-1 0,0 0,0 1,1 0,-1 0,1 1,-1 0,1 1,-1 0,1 0,0 1,1 0,-1 0,1 1,-1 0,1 0,1 0,-1 1,1 0,0 1,0-1,1 1,0 0,0 1,1-1,0 1,-1 2,3-4,1 0,0 0,0 0,0 0,1 0,0 0,0 0,0 0,1 0,0 0,0 0,1 0,-1 0,1-1,1 1,-1 0,1-1,0 0,0 0,0 0,1 0,0 0,0 0,0-1,0 0,1 0,1 1,0 0,1 0,0-1,0 0,0 0,1 0,-1-1,1 0,0 0,0-1,0 0,0 0,0-1,0 0,1-1,-1 1,0-2,0 1,1-1,7-2,4-5,-1 0,0-2,0 0,-1-1,0-1,-1-1,-1 0,0-1,0-1,-2-1,0 0,0 0,-2-2,0 0,-1 0,-1-1,0 0,-2 0,0-1,2-12,1-9,-2 0,-2-1,-2 0,-2 0,-1-1,-2 1,-2 0,-2 0,-2 0,-6-20,9 45,0 0,-1 0,-1 1,-1 0,0 0,-1 0,0 0,-4-3,10 18,1 0,-1 1,0-1,1 0,-1 0,0 0,0 0,0 1,0-1,1 0,-1 1,0-1,0 0,0 1,-1-1,1 1,0 0,0-1,0 1,0 0,0 0,0 0,-1 0,1 0,0 0,0 0,0 0,0 0,0 0,-1 1,1-1,0 0,0 1,0-1,0 1,0-1,0 1,0 0,0-1,0 1,0 0,1 0,-1 0,0-1,0 1,1 0,-1 0,1 0,-1 0,0 0,1 0,0 0,-1 1,1-1,0 0,0 0,-1 0,1 0,0 0,0 1,0-1,0 0,1 1,-11 31,2 0,1 1,1 0,2 0,2 0,1 1,2 7,-1-5,2 0,1-1,2 1,1-1,2 0,2 0,1-1,2-1,1 1,2-2,1 0,1-2,19 25,38 14,-72-68,0 0,1 0,0-1,-1 1,1-1,0 1,0-1,-1 0,1-1,0 1,0-1,0 0,0 0,0 0,0 0,0 0,0-1,0 0,0 0,0 0,-1 0,1-1,0 0,0 0,14-10,0-2,-1 0,-1-1,0-1,-1-1,-1 0,0 0,-2-2,4-6,11-13,-26 37,-2 0,1 0,0 1,1-1,-1 0,0 1,0-1,0 0,0 1,0-1,1 0,-1 1,0-1,1 0,-1 1,0-1,1 1,-1-1,1 0,-1 1,1-1,-1 1,1 0,-1-1,1 1,0-1,-1 1,1 0,0-1,-1 1,1 0,0 0,-1 0,1-1,0 1,-1 0,1 0,0 0,-1 0,1 0,0 0,0 1,-1-1,1 0,0 0,-1 0,1 1,0-1,-1 0,1 0,-1 1,1-1,0 1,-1-1,1 1,-1-1,1 1,0 0,2 60,-4-54,0-1,1 0,0 1,0-1,1 1,-1-1,1 0,1 1,-1-1,1 0,0 0,1 0,-1 0,3 2,-3-6,0 0,0 0,1 0,-1-1,0 1,1-1,0 1,-1-1,1 0,0 0,-1 0,1-1,0 1,0-1,0 1,0-1,-1 0,1 0,0 0,0-1,0 1,0 0,-1-1,1 0,0 0,2-1,25-8</inkml:trace>
  <inkml:trace contextRef="#ctx0" brushRef="#br2" timeOffset="-177481.76">1722 6446,'-14'0,"-9"0,-8 0,-3 0,0 0,0 0,0 0,-4 0,4 0</inkml:trace>
  <inkml:trace contextRef="#ctx0" brushRef="#br2" timeOffset="-177280.589">944 6446,'18'-11,"26"-9,23-8,18-4,15 2,5 5,-3 7,-19 7</inkml:trace>
  <inkml:trace contextRef="#ctx0" brushRef="#br2" timeOffset="-177094.087">1845 6638,'21'26,"1"-2,1 0,2-1,0-2,1-1,1 0,2-2,-28-16,1-1,-1 0,0 0,1 0,-1 0,1 0,-1 0,1-1,-1 1,1 0,0-1,-1 1,1-1,0 0,-1 0,1 1,0-1,0 0,-1 0,1-1,0 1,0 0,-1 0,1-1,0 1,-1-1,1 0,-1 1,1-1,-1 0,1 0,-1 0,1 0,-1 0,0 0,1-1,-1 1,0-1,5-11,0 0,-2 0,1-1,-2 1,0-1,0 0,-1-4,2-5,-2 10,2-20,2 1,1 1,1-1,2 1,1 1,1 0,16-26,-7 23</inkml:trace>
  <inkml:trace contextRef="#ctx0" brushRef="#br2" timeOffset="-176273.733">2965 6242,'19'60,"-2"2,-2 0,-4 1,-2 0,-3 0,-2 57,-1-61,-3 1,-3-1,-2 1,-3-1,-14 53,20-105,1-3,1-1,-1 1,0-1,0 1,0-1,-1 1,1-1,-1 0,0 1,0-1,0 0,0 0,-1-1,-1 3,-6-14,7-6,0 0,0 0,1 0,1 0,1 0,0-11,0-13,-49-583,44 581,0-87,5 127,0-1,0 0,0 0,1 1,-1-1,1 1,-1-1,1 0,-1 1,1-1,0 1,0-1,0 1,0 0,0-1,0 1,0 0,1 0,-1 0,0 0,1 0,-1 0,0 0,1 0,-1 0,1 1,0-1,-1 1,1-1,-1 1,1 0,0-1,-1 1,1 0,0 0,0 0,-1 0,1 0,0 1,-1-1,1 1,-1-1,1 1,0 0,69 35,-61-28,0 1,0 0,0 0,-1 1,-1 0,0 1,0 0,-1 0,0 0,-1 1,3 8,-7-14,1 0,-1-1,-1 1,1 0,-1 0,0 0,0 0,-1 0,0 0,0 1,0-1,-1 0,0 0,0 0,-1 0,1 0,-1-1,0 1,-1 0,0-1,1 1,-2-1,1 0,-1 0,1 0,-2 0,2-1,-1-1,1 0,-1 0,0 0,1 0,-1-1,0 1,-1-1,1 0,0 0,-1-1,1 1,-1-1,1 0,-1 0,0-1,1 1,-1-1,-4 0,8-1,1 0,-1 0,1 0,-1 1,1-1,0 0,-1 0,1 0,0 0,0 0,-1 0,1 0,0 0,0 0,0 0,0 0,0 0,1 0,-1 0,0 0,0 0,1 0,-1 0,0 0,1 0,-1 1,1-1,-1 0,1 0,0 0,-1 1,1-1,0 0,-1 1,1-1,0 0,0 1,0-1,-1 1,1-1,0 1,0 0,0-1,0 1,0 0,0 0,1-1,246-138,-111 45,-129 87,-1 0,0 0,0 0,-1-1,0 0,0 0,-1 0,0-1,0 0,-1 0,0 0,-1 0,0-1,0 1,0-7,-3 12,0 0,0 0,-1 0,0 0,1 0,-1 0,-1 0,1 0,0 0,-1 1,0-1,0 0,0 1,0-1,-1 1,1 0,-1 0,0 0,0 0,0 0,0 1,0-1,-1 1,1 0,-1 0,0 0,1 1,-1-1,0 1,0 0,0 0,0 0,0 0,0 1,0 0,0 0,0 0,0 0,0 0,0 1,0 0,0 0,0 0,0 0,0 1,0 0,-3 1,0 1,1 0,-1 0,1 0,0 1,0-1,1 2,-1-1,1 0,0 1,1 0,-1 0,1 1,1-1,-1 1,1 0,0 0,0 0,1 0,0 1,1-1,-1 0,1 1,1 0,-1-1,1 1,1-1,-1 1,1-1,0 1,1-1,0 0,0 1,1-1,0 0,0 0,1 1,7 3,1 1,0-2,0 1,1-2,1 0,0 0,0-1,0-1,1 0,0-1,0-1,1 0,-1-1,1-1,0-1,0 0,15 0,166 9,-115-12</inkml:trace>
  <inkml:trace contextRef="#ctx0" brushRef="#br2" timeOffset="-174712.457">1380 7772,'0'461,"0"-452,-1-7,1 0,-1 1,0-1,1 0,0 0,-1 0,1 0,0 1,0-1,0 0,1 0,-1 0,0 1,1-1,-1 0,1 0,0 0,0 0,0 0,0 0,0 0,0 0,0-1,1 1,-1 0,1-1,-1 1,1-1,0 1,-1-1,1 0,0 1,0-1,0 0,0-1,0 1,0 0,0 0,0-1,1 1,-1-1,9-2,-1-1,0 0,1 0,-1-1,0 0,-1-1,1 0,-1-1,0 0,-1 0,1-1,-1 0,0 0,-1-1,0 0,0-1,4-6,1-2,-2-1,0 0,0 0,-2-1,0 0,-2-1,0 1,-1-1,-1-1,-1 1,0 0,-2-1,0 1,-2-1,-1-11,-5-3,0 67,7-23,-3 26,2 0,1-1,2 1,1 0,2 0,1-1,2 0,1 1,-8-31,0 0,0 1,0-1,1 0,-1 0,1 0,0 0,1 0,-1 0,1-1,-1 1,1-1,0 1,0-1,0 0,1 0,-1-1,1 1,0-1,0 1,0-1,0 0,0-1,0 1,0-1,0 0,1 0,-1 0,0 0,1-1,-1 0,1 0,-1 0,1 0,-1-1,0 0,1 0,-1 0,1 0,8-8,1-1,-1 0,0-1,-1-1,-1 0,0 0,0-1,-1-1,-1 1,0-2,-1 1,5-14,1-3,-4 4</inkml:trace>
  <inkml:trace contextRef="#ctx0" brushRef="#br2" timeOffset="-173732.048">1982 7772,'25'16,"-7"0,1 0,-2 2,0 0,-1 1,-1 0,-1 2,-1-1,-1 2,0-1,-2 2,0 0,2 13,-9-25,3 8,-4-30,-4-42,0 37,0-1,1 0,0 0,2 0,0 0,0 0,2 1,0-1,1 1,1-1,0 1,1 1,1-1,0 1,1 0,10-13,-17 26,1 0,-1 0,1 0,0 0,0 0,0 0,0 1,0-1,0 1,0-1,1 1,-1 0,0 0,1 0,-1 0,1 0,-1 0,1 1,0-1,-1 1,1 0,-1 0,1 0,0 0,-1 0,1 1,-1-1,1 1,0-1,-1 1,1 0,-1 0,0 0,1 1,-1-1,0 0,0 1,0-1,0 1,0 0,0 0,0 0,-1 0,1 0,7 12,-1 1,-1 0,0 0,-1 1,-1-1,-1 1,0 0,0 1,-1 2,2-1,1 0,0 0,1-1,9 17,-14-31,-1 0,1-1,0 1,-1-1,1 0,0 0,1 0,-1 0,0 0,0 0,1 0,-1-1,1 1,0-1,-1 0,1 1,0-1,0-1,0 1,0 0,0-1,0 1,0-1,0 0,0 0,0 0,0 0,-1-1,1 1,0-1,0 0,0 0,0 0,0 0,-1 0,1-1,1 0,6-4,-1 0,0 0,0-1,0-1,-1 1,0-1,0 0,-1-1,3-5,1-3,-1-2,0 1,-2-2,0 1,-1-1,-1 0,-1 0,-1-1,0 1,-2-1,0 0,-2 0,-1-17,0 122,2-72,1 1,0 0,1-1,0 1,1-1,1 0,0 0,3 6,-5-14,0 1,-1-1,2 0,-1 0,0 0,1-1,-1 1,1-1,0 0,0 0,1 0,-1-1,0 1,1-1,0 0,-1 0,1-1,0 1,0-1,0 0,0 0,4-1,-3 0,0 0,-1 0,1-1,0 0,-1 0,1-1,-1 1,1-1,-1-1,0 1,0-1,0 1,0-2,0 1,-1 0,0-1,1 0,-1 0,0 0,-1 0,1-1,-1 0,0 1,1-3,3-6,0 1,-2-1,1 0,-1 0,-1-1,-1 1,0-1,0 0,-1-6,0 4,-2-1,0 0,0 0,-2 1,0-1,-1 0,0 1,-2 0,-1-4,6 20,1 0,-1-1,0 1,0-1,0 1,0 0,0-1,0 1,0 0,0-1,0 1,0 0,0-1,0 1,0-1,0 1,0 0,0-1,-1 1,1 0,0-1,0 1,0 0,-1-1,1 1,0 0,0 0,0-1,-1 1,1 0,0 0,-1-1,1 1,0 0,-1 0,1 0,0 0,-1-1,1 1,0 0,-1 0,1 0,0 0,-1 0,1 0,-1 0,1 0,0 0,-1 0,1 0,0 0,-1 0,1 1,0-1,-1 0,1 0,0 0,-1 0,1 1,0-1,-1 0,1 0,0 1,-6 24,5-12,1 0,0 1,1-1,0 0,1 0,0 0,2 0,-1 0,1-1,1 1,0-1,4 4,-6-9,1-1,1 0,-1 0,1 0,0 0,0-1,1 0,-1 0,1 0,0-1,1 1,-1-2,1 1,-1-1,1 0,0 0,0-1,1 0,-1 0,0-1,1 0,3 0,0 0,-1-2,1 0,-1 0,0 0,0-2,0 1,0-1,0-1,0 1,-1-2,1 1,-1-2,0 1,-1-1,1 0,-1-1,-1 0,1 0,4-6,11-17</inkml:trace>
  <inkml:trace contextRef="#ctx0" brushRef="#br2" timeOffset="-173439.828">3401 6816,'-2'11,"-3"9,-1 8,-2 6,1 4,-1 3,1 1,-1-2,2-5,0-6,3-9</inkml:trace>
  <inkml:trace contextRef="#ctx0" brushRef="#br2" timeOffset="-173183.668">3524 6856,'-4'-5,"-2"4,0 8,1 15,2 16,3 12,2 12,1 7,-1-8</inkml:trace>
  <inkml:trace contextRef="#ctx0" brushRef="#br2" timeOffset="-172356.307">998 7485,'5'2,"1"6,4 10,4 10,3 6,1 5,3 0,1-1,1-6,-3-7,-3-9</inkml:trace>
  <inkml:trace contextRef="#ctx0" brushRef="#br2" timeOffset="-172094.97">1176 7443,'0'3,"4"9,10 15,5 16,6 16,2 11,-3 5,-5-10</inkml:trace>
  <inkml:trace contextRef="#ctx0" brushRef="#br2" timeOffset="-171264.111">8086 10256,'7'21,"9"16,16 14,19 11,19 8,16 3,15-2,8-1,5-3,-4-6,-8-6,-13-6,-19-7,-19-7,-18-11</inkml:trace>
  <inkml:trace contextRef="#ctx0" brushRef="#br2" timeOffset="-170518.236">8222 10256,'-5'13,"0"-1,1 1,0 0,1 0,0 0,1 1,1-1,0 0,1 1,0-1,1 1,1-1,0 0,0 1,2-1,0 0,0-1,1 1,0-1,1 0,1 0,0-1,0 0,1 0,1 0,0-1,0 0,1-1,0 0,1-1,-1 0,10 4,26 4,-46-16,1 0,-1 0,0-1,1 1,-1 0,1-1,-1 1,1-1,-1 1,0 0,1-1,-1 1,0-1,0 1,1-1,-1 1,0-1,0 1,0-1,1 0,-1 1,0-1,0 1,0-1,0 1,0-1,0 1,0-1,0 0,-1 1,1-1,0 1,0-1,0 1,-1-1,1 1,0-1,0 1,-1-1,1 1,0-1,-1 1,1 0,-1-1,1 1,0 0,-1-1,1 1,-1 0,1-1,-1 1,1 0,-1 0,0 0,1-1,-1 1,1 0,-1 0,1 0,-1 0,0-1,-23-22,2-1,0-1,1 0,2-2,0-1,2 0,2-1,-2-6,-60-230,67 248,14 21,10 9,0 0,1-1,1-1,0-1,0 0,1-1,0-1,1 0,0-1,0-1,0-1,11 1,153 36,-179-41,0 0,-1 0,1 0,-1 1,1-1,-1 1,0-1,0 1,0 0,0 0,0 0,0 0,0 0,0 0,-1 1,1-1,-1 0,0 1,1-1,-1 1,-1 0,1-1,0 1,0 0,-1 0,0-1,0 1,1 0,-1 0,-1 0,1-1,0 1,-1 0,0 0,1-1,-1 1,0 0,0-1,-1 2,-10 22,-1-1,-1-1,-1 0,-1 0,-2-2,0 0,-12 11,-4 7,27-33,-14 17,1 0,2 2,0 0,2 0,-1 5,-8 21,15-35</inkml:trace>
  <inkml:trace contextRef="#ctx0" brushRef="#br2" timeOffset="-169082.048">10024 10175,'-40'405,"40"-537,1-334,-2 463,0-1,0 1,1 0,0-1,0 1,0-1,0 1,0 0,1-1,-1 1,1-1,0 1,0 0,0 0,1-1,-1 1,1 0,-1 0,1 1,0-1,0 0,1 0,-1 1,0-1,1 1,0 0,-1 0,1 0,0 0,0 0,0 1,0-1,0 1,1 0,-1 0,2 0,6 2,0 1,-1 1,1-1,-1 2,0 0,0 0,0 0,0 2,-1-1,0 1,0 0,0 1,-1 0,0 0,0 1,-1 0,0 0,-1 1,0 0,5 8,-6-9,-1 0,1 0,-1 1,-1-1,0 1,0-1,-1 1,0 0,0 0,-1 1,0-1,-1 0,0 0,0 0,-1 0,0 1,-1-1,0 0,0 0,-1-1,0 1,0-1,-2 3,-6 7,-1-1,-1 0,0-1,-1 0,0-1,-2-1,1-1,-2 0,0 0,0-2,-1 0,-1-1,1-1,-2-1,-18 6,78-9,148 16,-121-11,1-3,0-3,46-4,-106 1,-1-2,1 1,-1-1,0 0,1 0,-1-1,0 0,0 0,0-1,0 0,0 0,-1 0,1-1,-1 0,0-1,0 1,0-1,-1 0,0 0,0-1,0 0,-1 0,1 0,-2 0,1-1,-1 1,1-1,-2 0,1 0,-1 0,0 1,-1 0,0 0,0 0,0 0,-1 0,0-1,0 1,0 0,-1 0,0 0,0 0,-1 0,0 0,0 0,0 1,0-1,-1 1,0-1,0 1,-1 0,1 0,-1 0,0 1,-1-1,1 1,-1 0,1 0,-1 1,0-1,-1 1,1 0,-1 1,1-1,-1 1,0 0,0 0,0 1,0 0,0 0,-3 0,2 3,-1 0,1 1,0-1,0 1,0 1,0 0,0 0,1 0,0 0,-1 1,2 0,-1 1,1-1,0 1,0 0,0 0,1 1,0 0,0-1,0 1,1 0,1 1,-1-1,1 0,0 1,0-1,1 1,0 0,1 0,0-1,0 1,0 0,1-1,0 1,1 0,0-1,0 1,2 5,3-4,-1-1,1 0,0 0,1-1,0 0,0 0,0-1,1 0,0 0,0-1,1 0,-1 0,1-1,0-1,0 0,0 0,1-1,-1 0,1-1,-1 0,1-1,0 0,58 5</inkml:trace>
  <inkml:trace contextRef="#ctx0" brushRef="#br2" timeOffset="-168043.276">11144 10065,'-9'-2,"0"0,-1 0,0 1,1 0,-1 0,0 1,0 0,1 1,-1 0,0 1,1 0,-1 1,1-1,0 2,0-1,0 1,0 1,1 0,0 0,0 0,0 1,0 0,1 1,0 0,1 0,-1 0,1 1,1 0,-1 0,1 1,1-1,0 1,0 0,2-4,1-1,0 1,0 0,0 0,1-1,0 1,-1 0,2 0,-1-1,1 1,-1 0,1 0,0-1,1 1,-1-1,1 1,0-1,0 0,1 1,-1-1,1 0,0-1,0 1,0 0,0-1,1 0,3 3,6 5,1-2,-1 0,2 0,-1-2,1 1,1-2,8 3,190 49,-169-37,-44-21,-1 1,0 0,0-1,0 1,1 0,-1-1,0 1,0 0,0-1,0 1,0 0,0-1,0 1,0 0,-1 0,1-1,0 1,0 0,-1-1,1 1,0-1,-1 1,1 0,0-1,-1 1,1-1,-1 1,1-1,-1 1,1-1,-1 1,1-1,-1 0,0 1,1-1,-1 0,0 1,1-1,-1 0,0 0,1 0,-1 1,-20 8,1-1,-2-1,1-1,-1-1,0 0,-1-2,4 1,-96 11,132-28,312-93,-323 104,19-6,-1-1,0-1,0-1,-1-1,0-1,-1-1,-1 0,0-2,12-13,-30 27,0-1,0 0,0 0,-1 0,1 0,-1 0,0-1,0 1,0-1,0 1,-1-1,0 0,1 0,-1 1,-1-1,1 0,0 0,-1 0,0 0,0 0,0 0,0 0,-1 0,0 0,1 0,-1 0,-1 0,1 1,-1-1,1 0,-1 1,0-1,0 1,-2-2,1 2,0 0,0 0,-1 0,1 0,-1 1,0-1,1 1,-1 0,0 1,0-1,-1 0,1 1,0 0,0 0,-1 1,1-1,0 1,-1 0,1 0,0 0,-1 0,1 1,0 0,-1 0,1 0,0 0,0 1,0 0,0-1,0 1,0 1,0-1,1 1,-1-1,-1 4,-1 2,1 0,1 1,0-1,0 1,0 0,1 1,1-1,0 0,0 1,0 0,1-1,1 1,0 0,0-1,1 1,0 0,1-1,0 1,0-1,1 0,0 1,1-1,0-1,0 1,1 0,0-1,0 0,4 3,-1-3,0 0,1 0,0-1,0 0,0-1,1 0,0 0,0-1,1 0,0-1,-1 0,1-1,0 0,1-1,-1 0,0-1,1 0,-1-1,1 0,-1-1,1 0,-1-1,0 0,0 0,0-2,0 1,0-1,-1-1,1 0,-1 0,6-5,0-2,1 0,-1-2,-1 1,-1-2,0 0,-1-1,0 0,-1-1,-1 0,-1-1,0 0,-2 0,0-1,-1-1,5-17,0-15,-2 0,-2 0,-3-1,-1 0,-4-32,-1 13,-3-1,-3 1,-4 1,-2-1,-19-10,32 82,-1-1,1 0,-1 1,0-1,1 0,-1 1,1-1,-1 1,0-1,1 1,-1-1,0 1,0 0,1-1,-1 1,0 0,0-1,0 1,0 0,1 0,-1 0,0 0,0 0,0 0,0 0,1 0,-1 0,0 0,0 1,0-1,0 0,1 0,-1 1,0-1,0 1,1-1,-1 1,0-1,1 1,-1-1,1 1,-1-1,0 1,1 0,-1-1,1 1,-1 0,1 0,0-1,-1 1,1 0,0 0,-6 11,1-1,1 0,0 1,1 0,0 0,1 0,-1 10,-5 36,2 0,3 1,3-1,2 1,2-1,3 0,3 0,2-1,13 33,-16-64,1-2,1 1,1-1,1-1,1 0,16 19,-22-32,0 0,1-1,0 0,0 0,1-1,1 0,-1-1,1 0,0-1,1 0,-1-1,1 0,1-1,-1 0,3 0,-12-3,-1 0,1-1,-1 1,1-1,-1 0,1 0,-1 0,1 0,-1 0,1 0,-1-1,1 1,-1-1,0 1,1-1,-1 0,0 0,1 0,-1-1,0 1,0 0,0-1,0 1,0-1,0 0,-1 0,1 0,0 0,-1 0,1 0,-1 0,0 0,0 0,0-1,0 1,0-1,0-8,-1 0,-1 0,1 0,-2-1,1 1,-2 0,1 1,-2-1,1 0,-1 1,-1 0,0 0,0 0,-1 0,-1 1,1 0,-1 0,-5-4,-36-43,-2 2,-2 3,-2 1,-3 3,-38-23,-78-44,149 97,24 16,0 1,0-1,0 0,0 1,0-1,0 1,0-1,0 0,0 1,0-1,0 1,0-1,1 1,-1-1,0 0,0 1,1-1,-1 1,1-1,-1 1,0-1,1 1,-1 0,1-1,-1 1,1-1,-1 1,1 0,-1-1,1 1,-1 0,1 0,-1 0,1-1,0 1,-1 0,1 0,-1 0,1 0,0 0,-1 0,1 0,-1 0,1 0,0 0,-1 0,1 1,-1-1,1 0,0 0,-1 1,1-1,-1 0,1 1,-1-1,1 1,1-2,263 4,497-16,-564 9</inkml:trace>
  <inkml:trace contextRef="#ctx0" brushRef="#br2" timeOffset="-167046.949">13479 10298,'20'-18,"-1"-1,-1-1,-1-1,-1 0,0-1,-2 0,-1-1,0-1,-2 0,1-7,-6-13,-6 43,0 1,0-1,0 0,0 1,0-1,0 0,0 1,0-1,0 0,0 1,0-1,-1 0,1 1,0-1,0 1,-1-1,1 0,0 1,-1-1,1 1,0-1,-1 1,1-1,-1 1,1-1,-1 1,1 0,-1-1,1 1,-1 0,0-1,1 1,-1 0,1 0,-1-1,0 1,1 0,-1 0,0 0,1 0,-1 0,0 0,1 0,-1 0,0 0,1 0,-1 0,0 1,1-1,-1 0,1 0,-1 1,0-1,1 0,-1 1,1-1,-1 0,1 1,-1 0,-6 5,1 1,0 1,0-1,0 1,1 0,0 1,1-1,0 1,0 0,1 0,0 0,0 0,1 1,1-1,-1 6,0-8,0 0,1 0,0 1,0-1,1 0,0 1,0-1,1 0,0 0,0 1,1-1,-1 0,2 0,-1 0,1-1,0 1,0 0,1-1,0 0,0 0,0 0,1 0,0-1,0 0,1 0,-1 0,1-1,0 1,0-2,0 1,1 0,4 0,0-1,0 0,0 0,0-1,1-1,-1 1,0-2,1 0,-1 0,1-1,-1 0,1-1,-1-1,0 0,0 0,0-1,-1 0,1-1,-1 0,0-1,0 0,-1 0,0-1,0 0,0-1,-1 0,0-1,-1 1,0-1,0-1,-1 1,0-1,-1 0,1-3,24-129,-30 140,0 1,0 0,1 0,-1-1,0 1,1 0,-1 0,1 0,0-1,-1 1,1 0,0 0,0 0,-1 0,1 0,0 0,0 0,0 1,0-1,0 0,0 0,1 1,-1-1,0 1,0-1,0 1,1 0,-1-1,0 1,0 0,1 0,-1 0,0-1,1 2,-1-1,0 0,1 0,-1 0,0 0,0 1,1-1,43 32,-34-20,0 0,-1 0,0 1,-1 1,0 0,-1 0,-1 0,0 1,-1 0,-1 0,0 1,1 7,-10-1,4-29,0 1,0-1,0 0,1 0,0 0,1 1,-1-1,1 1,0-1,3-3,-2 1,56-150,-28 80,-3-1,16-77,-34 106,-1 0,-3 0,-3-1,-1 0,-5-37,3 81,-1 0,0 0,0 0,-1 0,0 0,-1 0,0 0,0 0,-3-3,6 10,0 0,-1 0,1 1,0-1,-1 0,1 1,-1-1,1 0,-1 1,1-1,-1 1,0-1,1 1,-1-1,1 1,-1 0,0-1,1 1,-1 0,0-1,0 1,1 0,-1 0,0 0,0-1,1 1,-1 0,0 0,0 0,0 0,1 0,-1 1,0-1,0 0,1 0,-1 0,0 1,0-1,1 0,-1 1,0-1,1 1,-1-1,1 1,-1-1,0 1,1-1,-1 1,-19 35,11-1,1 1,2 0,2 1,1-1,1 1,3-1,4 32,-3-25,3 0,1 0,2-1,2 0,2 0,1-1,3-1,1 0,2-2,1 0,17 22,-33-53,1 0,0 0,0 0,1 0,0-1,0 0,0 0,1-1,0 0,0 0,0 0,1-1,0 0,-1-1,1 0,0 0,8 2,-11-7,0 1,-1-1,1 0,-1-1,1 1,-1-1,0 0,0 0,0 0,0 0,0-1,-1 1,0-1,0 0,0 0,0 0,0-1,-1 1,0 0,0-1,0 0,0 0,0-4,65-220,-69 239,1 0,1 0,0 0,0 0,1 0,0 0,1 0,0 0,1 0,0 0,0-1,1 1,1-1,-1 0,1-1,1 1,0-1,0 0,0-1,1 0,-1-1,2 0,-1 0,1-1,-1 0,1 0,1-1,-1 0,1 0,-1-1,1 0,0-1,0 0,1 0,-1-1,0 0,4-1,20-2</inkml:trace>
  <inkml:trace contextRef="#ctx0" brushRef="#br2" timeOffset="-166772.684">14012 9533,'23'-5,"34"-1,37 0,34 2,29 0,20 2,8 3,-28 2</inkml:trace>
  <inkml:trace contextRef="#ctx0" brushRef="#br2" timeOffset="-166400.68">16006 9861,'-7'-4,"-1"0,0 1,0 0,-1 0,1 1,-1 0,1 0,-1 1,0 0,1 1,-1 0,0 0,1 1,-1 0,0 0,1 1,-1 0,1 1,0 0,0 0,0 1,0 0,0 0,1 1,0 0,0 0,0 1,1 0,-1 0,1 0,0 2,-34 69,39-75,0 1,1 0,-1-1,1 1,0 0,0 0,0 0,0-1,0 1,1 0,-1 0,1-1,0 1,0 0,0-1,0 1,0-1,0 1,1-1,-1 0,1 1,0-1,-1 0,1 0,0 0,0 0,1 0,-1-1,2 2,5 0,1 0,0 0,-1-1,1 0,0 0,0-1,0-1,1 0,-1 0,0-1,0 0,0-1,0 0,-1 0,1-1,0 0,-1-1,0 0,0-1,8-5,-9 6,-1 0,1 0,-1-1,0 0,-1-1,1 1,-1-1,0-1,-1 1,1-1,-1 0,0 0,-1 0,0-1,0 0,-1 1,0-1,0-1,-1 1,0 0,0-1,-1 1,1-7,-2 13,0 1,0 0,0 0,0 0,0 0,0-1,0 1,0 0,0 0,-1 0,1 0,0-1,-1 1,1 0,-1 0,1 0,-1 0,0 0,1 0,-1 0,0 1,1-1,-1 0,0 0,0 0,0 1,0-1,0 0,0 1,0-1,0 1,0-1,0 1,-1 0,1-1,0 1,0 0,0 0,0 0,0 0,-1 0,1 0,0 0,0 0,0 0,0 1,-1-1,1 0,0 1,-1 0,-1 3,0 1,0 0,1-1,-1 1,1 0,0 1,0-1,1 0,0 0,-1 1,2-1,-1 1,1-1,0 1,0-1,0 1,1-1,0 1,0-1,0 0,1 1,0-1,0 0,0 0,1 0,-1 0,2 1,0 0,1-1,0 1,0-1,0 0,0 0,1-1,-1 1,1-1,0-1,1 1,-1-1,0 0,1 0,0-1,2 1,31 8</inkml:trace>
  <inkml:trace contextRef="#ctx0" brushRef="#br2" timeOffset="-165769.336">16471 9752,'-18'-3,"0"2,0 0,-1 1,1 1,0 0,0 2,0 0,0 1,12-2,-1 0,1 0,-1 1,1-1,0 2,0-1,1 0,-1 1,1 0,0 1,0-1,0 1,0 0,1 0,0 0,0 1,0 0,1-1,-1 1,2 0,-1 1,-1 4,3-7,0 0,0-1,0 1,1 0,0-1,-1 1,1 0,1 0,-1-1,0 1,1 0,0-1,0 1,0-1,0 1,1-1,-1 1,1-1,0 0,0 0,0 0,0 0,1 0,-1 0,1 0,0-1,0 0,0 1,0-1,0 0,0 0,2 0,8 5,0-1,0-1,0 0,1-1,0-1,-1 0,1 0,2-2,1 2,0-2,0 0,1-1,-1-1,0 0,0-2,0 0,0 0,-1-2,1 0,-1-1,0-1,-1 0,1-1,-2 0,1-2,-1 0,0 0,-1-1,-1-1,1 0,-2-1,0 0,6-9,-4-8,-2 0,-1-1,-1 0,-1 0,-2-1,-2 0,0 0,-2-1,-2 1,-1 0,-1 0,-2-1,-5-17,-14-109,-37-126,55 265,-29-73,34 93,-1-1,0 1,0 0,0 0,0-1,0 1,0 0,0 0,0 0,0 0,0 0,0 0,0 0,0 1,0-1,0 0,0 1,0-1,0 0,0 1,0-1,0 1,0-1,1 1,-1 0,0-1,0 1,1 0,-1-1,0 1,1 0,-1 0,1 0,-1 0,1 0,-1-1,1 1,0 0,0 0,-1 0,1 0,0 0,0 0,0 0,0 0,0 0,0 0,0 0,0 0,0 0,1 0,-1 0,-13 58,3 0,3 0,2 1,3 52,2-102,-1 68,3 1,4-1,12 54,-11-94,1 0,3-1,1 0,1-1,3 0,0-1,3-1,10 15,28 19,-54-65,-1-1,1 0,0 0,0 1,0-2,0 1,0 0,0-1,0 1,1-1,-1 0,0 0,1 0,-1-1,1 1,-1-1,1 0,-1 0,1 0,0 0,-1-1,1 1,1-2,5-3,1-1,-1-1,0 0,0 0,-1-1,1-1,-2 1,0-1,0-1,0 1,-1-1,-1-1,2-3,82-160,-56 99,-34 75,0 0,1 1,-1-1,0 0,0 0,0 0,0 0,0 0,1 0,-1 1,0-1,0 0,0 0,0 0,1 0,-1 0,0 0,0 0,0 0,1 0,-1 0,0 0,0 0,0 0,1 0,-1 0,0 0,0 0,0 0,1 0,-1 0,0 0,0 0,0 0,0-1,1 1,-1 0,0 0,0 0,0 0,0 0,0 0,1-1,-1 1,0 0,0 0,0 0,0-1,0 23,-6 39,2 61,5-118,0 0,0 0,1 0,-1 0,1 0,0 0,0 0,0 0,0-1,1 1,0-1,-1 1,1-1,0 0,1 0,-1-1,0 1,1-1,0 1,-1-1,1 0,0-1,0 1,0-1,0 1,1-1,-1 0,2 0,25 2</inkml:trace>
  <inkml:trace contextRef="#ctx0" brushRef="#br2" timeOffset="-165305.588">16921 9438,'-294'-54,"183"37,74 10,27 0,26 2,247-21,-191 18,55-5,0 5,17 6,-133 1,0 0,0 2,-1-1,1 1,0 1,-1 0,1 0,-1 1,0 0,1 1,-2 0,1 1,0 0,-1 0,0 1,0 1,-1-1,0 1,0 0,4 6,-4 3,-1 0,0 0,-1 1,-1 0,-1 1,0-1,-2 1,1-1,-2 1,-1 2,11 65,-8-69,0-1,1 0,1-1,1 1,0-1,1 0,0 0,8 9,-12-18,0-1,0 0,0 0,1 0,0 0,0-1,0 0,0 1,0-1,1-1,-1 1,1-1,0 1,0-1,0-1,0 1,0-1,0 0,0 0,0 0,1-1,-1 0,0 0,1 0,-1-1,0 1,2-2,0 0,0 0,0-1,-1 0,1 0,-1 0,0-1,1 0,-2-1,1 1,-1-1,1 0,-1 0,-1-1,1 0,-1 1,0-1,0-1,-1 1,4-7,1-6,-1-1,0 0,-2 0,0 0,-1-1,0-8,0-2,-1 0,-1 0,-2 0,-1 0,-4-22,5 51,-1 0,1-1,0 1,-1 0,0 0,0-1,0 1,0 0,0 0,0 0,0 0,-1 0,1 1,-1-1,1 0,-1 1,0-1,1 1,-1-1,-2 0,-14-5</inkml:trace>
  <inkml:trace contextRef="#ctx0" brushRef="#br2" timeOffset="-164671.216">10721 11335,'0'23,"0"22,0 17,3 15,0 7,2 4,1 1,-4-4,-4-6,-4-12,-6-16,-1-15</inkml:trace>
  <inkml:trace contextRef="#ctx0" brushRef="#br2" timeOffset="-164166.191">10585 11650,'-7'-32,"1"0,2 0,1-1,1 0,3-11,-1 40,1 0,0 1,0-1,0 1,0 0,0-1,1 1,0 0,-1 0,1 0,0 0,1 0,-1 0,0 1,1-1,0 1,-1-1,1 1,0 0,0 0,1 0,-1 1,0-1,0 1,1 0,-1 0,1 0,-1 0,1 0,-1 1,1 0,0-1,-1 1,1 1,-1-1,1 0,0 1,10 0,-1 0,0 1,0 1,-1-1,1 2,-1 0,1 1,-1 0,0 0,-1 2,1-1,-1 2,-1-1,1 1,-1 1,-1 0,0 0,0 1,-1 0,0 1,2 3,-8-11,-1 0,0 0,0-1,0 1,0 0,0 0,0 0,-1 0,1 0,-1 1,0-1,0 0,0 0,-1 0,1 0,-1 0,0 0,1 0,-1 0,-1 0,1 0,0-1,-1 1,1 0,-1-1,0 1,0-1,0 1,0-1,0 0,0 0,-1 0,1 0,-3 1,-4 3,-1-1,0 0,0 0,0-1,-1 0,0-1,1 0,-1-1,-2 0,5 0,1 0,-1-1,0-1,0 1,-1-1,1-1,0 1,0-1,0-1,1 1,-1-1,0-1,0 0,1 0,0 0,-4-2,11 4,-1 1,0 0,0-1,1 1,-1 0,0-1,1 1,-1-1,1 1,-1-1,0 1,1-1,-1 1,1-1,-1 1,1-1,0 0,-1 1,1-1,0 0,-1 1,1-1,0 0,0 0,0 1,-1-1,1 0,0 0,0 1,0-1,0 0,0 0,1 0,-1 1,0-1,0 0,0 1,1-1,-1 0,0 0,1 1,-1-1,1 0,-1 1,0-1,1 1,0-1,37-15,211-26,-194 31,0-2,-2-2,0-2,0-3,-2-2,0-3,4-19,-54 43,0-1,0 1,1 0,-1-1,0 1,-1-1,1 1,0-1,0 0,-1 1,1-1,0 0,-1 0,0 1,1-1,-1 0,0 0,0 1,0-1,0 0,0 0,-1 0,1 1,-1-1,1 0,-1 1,1-1,-1 0,0 1,0-1,0 1,0-1,0 1,0-1,-1 0,-5-3,-1 1,1 0,-1 0,0 1,0 0,0 0,0 1,0 0,-1 0,1 1,-1 0,1 1,-1 0,1 0,-1 1,1 0,-1 0,-4 2,3-1,0 1,-1 0,2 0,-1 1,0 0,1 1,-1 0,1 0,-4 5,9-8,1 1,-1 0,1-1,0 2,0-1,0 0,0 1,1-1,-1 1,1 0,0 0,0 0,1 0,-1 0,1 0,-1 0,2 1,-1-1,0 0,1 1,-1-1,1 0,1 5,1-3,0 0,1 0,0 0,0 0,0-1,1 1,0-1,0 0,0 0,1 0,0 0,0-1,0 0,0 0,0 0,1-1,0 0,0 0,0 0,0-1,0 1,0-2,1 1,3 0,34 9,1-2,0-1,0-3,1-2,-1-1,5-3,64-2</inkml:trace>
  <inkml:trace contextRef="#ctx0" brushRef="#br2" timeOffset="-163733.354">12633 11104,'18'0,"2"-2,0 1,-1 1,1 1,0 0,-1 2,0 0,1 1,-1 1,0 1,-1 1,0 0,0 1,10 7,-24-12,1 1,-1 0,0 0,-1 0,1 1,-1-1,1 1,-1 0,-1 0,1 0,-1 0,0 0,0 1,0-1,-1 1,0-1,0 1,0 0,-1-1,1 1,-1 0,-1-1,1 1,-1 0,0-1,-2 6,-3 9,-1-1,0 1,-2-1,0-1,-1 1,-10 12,-65 98,84-128,0 0,0 0,0 0,0 0,0 1,1-1,-1 0,0 1,1-1,-1 0,1 1,0-1,-1 1,1-1,0 0,0 1,0-1,0 1,0-1,0 1,0-1,1 1,-1-1,0 0,1 1,-1-1,1 1,0-1,-1 0,1 0,0 1,0-1,0 0,0 0,0 0,0 0,0 0,0 0,0 0,0 0,1 0,-1-1,0 1,1-1,-1 1,0-1,1 1,-1-1,1 1,-1-1,0 0,2 0,21 2,0-2,1-1,-1 0,0-2,0-1,-1 0,1-2,-1-1,2-2,-10 5,-1 0,35-8,-1-3,0-2,-1-1,-1-3,16-11,-37 15</inkml:trace>
  <inkml:trace contextRef="#ctx0" brushRef="#br2" timeOffset="-163472.055">12565 11322,'25'-5,"23"-3,22-4,17-1,10 2,3-1,-16 3</inkml:trace>
  <inkml:trace contextRef="#ctx0" brushRef="#br2" timeOffset="-162542.507">13316 11350,'49'-24,"-34"19,0-1,-1 0,0-2,0 1,0-2,-1 0,0 0,-1-1,0-1,-1 0,0-1,0 0,-1 0,-1-1,1-3,-8 14,-1-1,0 1,0 0,0-1,0 1,-1 0,1-1,-1 1,1-1,-1 1,0-1,0 1,0-1,0 0,0 1,-1-1,1 1,-1 0,0-1,0 1,0-1,0 1,0 0,0 0,0-1,-1 1,1 0,-1 0,0 0,1 1,-1-1,0 0,0 1,0-1,0 1,0 0,-1-1,1 1,0 0,-1 0,1 1,-1-1,-4-1,0 1,0 0,0 0,0 1,0 0,0 0,0 1,0 0,0 0,0 0,0 1,0 0,1 1,-1-1,1 1,-1 0,1 1,0 0,0 0,1 0,-1 1,1-1,0 1,0 1,1-1,-1 1,1-1,0 1,1 0,-1 1,1-1,1 1,-1-1,1 1,0 0,1 0,-1 0,1 0,1 0,-1 0,1 0,1 0,-1 0,1 2,5 3,1 0,0-1,0 0,1 0,1-1,-1 0,2 0,-1-1,1 0,1-1,0 0,0-1,0 0,1-1,0 0,0-1,0 0,1-1,0 0,0-1,0-1,0 0,5 0,-10 0,-1 0,1 0,0-1,0 0,-1 0,1-1,0 0,0 0,0-1,-1 0,1 0,0-1,-1 0,1 0,-1-1,0 0,0-1,0 1,0-1,0 0,-1-1,0 0,0 0,0 0,-1-1,1 1,-1-1,-1-1,1 1,-1-1,2-3,-3-3,-1 0,0 1,-1-1,0 0,-1 0,-1 0,0 0,0 1,-2-1,1 0,-2 1,1 0,-2-1,0 2,0-1,-1 0,0 1,-4-4,10 15,-1-1,1 1,-1-1,1 1,-1-1,1 1,-1-1,1 1,-1-1,1 0,0 1,-1-1,1 0,0 1,0-1,-1 0,1 1,0-1,0 0,0 1,0-1,0 0,0 0,0 1,0-1,0 0,0 1,1-1,-1 0,0 1,0-1,1 0,-1 1,0-1,1 0,-1 1,1-1,-1 1,1-1,-1 1,1-1,-1 1,1-1,-1 1,1 0,0-1,-1 1,1 0,-1-1,1 1,0 0,-1 0,1 0,0-1,0 1,-1 0,1 0,0 0,-1 0,1 0,0 0,0 1,-1-1,1 0,0 0,22 1,0 1,0 1,0 1,-1 1,1 1,4 3,-18-8,-1 1,1 0,-1 0,0 1,0 0,0 1,0 0,0 0,-1 0,0 1,0 0,0 1,-1 0,1 0,-1 0,-1 0,1 1,-1 0,0 0,-1 1,0-1,0 1,-1 0,2 4,0 45,-6-50,1 0,0-1,0 1,0 0,1 0,0-1,0 1,1 0,-1-1,2 1,-1-1,1 0,0 0,0 0,0 0,1 0,0-1,0 0,1 1,-1-1,1-1,0 1,3 1,0-2,1 0,0 0,0-1,0 0,0-1,1 0,-1-1,0 0,1 0,-1 0,1-2,-1 1,1-1,-1 0,1-1,136-44,-41 0,-44 60,-34-4,-17-7,-1 0,1 0,0-1,-1 0,1 0,0-1,0-1,1 0,-1 0,0-1,0 0,0-1,-1 0,1 0,0-1,-1-1,1 1,-1-1,0-1,-1 0,3-1,-9 3,0 1,0-1,0 1,-1-1,1 0,-1 0,1 0,-1 0,0 0,0 0,0 0,-1 0,1 0,-1-1,1 1,-1 0,0 0,0 0,-1-1,1 1,-1 0,1 0,-1 0,0 0,0 0,-1 0,1 0,-1 0,1 0,-1 0,0 1,0-1,-5-7,0 1,-1 0,0 0,-1 1,0 0,0 0,-1 1,-1-1,-3-1,-1 0,0 1,0 0,-1 1,1 1,-1 1,-1 0,1 1,-1 1,0 1,0 0,1 1,-1 0,0 2,0 0,0 1,0 1,0 0,1 1,-13 5,26-8,-1 0,1 1,-1-1,1 1,-1 0,1 0,0 0,0 0,0 1,0-1,1 1,-1-1,1 1,-1 0,1 0,0 0,0 1,0-1,1 0,-1 1,1-1,0 1,-1 0,2-1,-1 1,0 0,1 0,0-1,0 1,0 0,0 0,1-1,-1 1,1 0,0-1,0 1,0 0,2 1,0 0,1-1,1 0,-1 0,1-1,-1 0,1 1,0-1,0-1,1 1,-1-1,0 0,1 0,2 0,37 10</inkml:trace>
  <inkml:trace contextRef="#ctx0" brushRef="#br2" timeOffset="-162243.698">14941 10626,'-4'11,"1"-1,1 1,-1 1,2-1,-1 0,2 0,-1 1,2-1,-1 0,1 0,1 1,0-1,1 1,-2-7,1 1,0-1,-1 0,1 0,1 0,-1 0,1-1,0 1,0 0,0-1,1 0,-1 0,1 0,0 0,0-1,1 0,-1 1,1-2,0 1,-1 0,1-1,0 0,0 0,1 0,-1-1,0 0,4 1,-4-2,-1 1,1-1,0 0,-1-1,1 1,0-1,-1 0,1 0,-1 0,1-1,-1 1,0-1,0 0,0 0,0-1,0 1,0-1,0 0,-1 0,0 0,1 0,-1-1,0 0,-1 1,1-1,-1 0,1 0,-1 0,0-1,1-3,1-4,0 0,-1-1,0 0,-1 0,-1 0,0 0,0 0,-2 0,1 0,-2-6,-11-31,13 50,0-1,0 1,-1 0,1-1,0 1,0 0,-1 0,1-1,0 1,0 0,-1 0,1-1,0 1,-1 0,1 0,0 0,-1 0,1-1,0 1,-1 0,1 0,-1 0,1 0,0 0,-1 0,1 0,0 0,-1 0,1 0,0 0,-1 0,1 1,0-1,-1 0,1 0,0 0,-1 0,1 1,0-1,-1 0,1 0,0 0,-1 1,1-1,0 0,0 1,0-1,-1 0,1 0,0 1,0-1,0 0,0 1,-1-1,1 1,0-1,0 0,0 1,0-1,0 0,0 1,0-1,0 0,0 1,0-1,0 0,0 1,1-1,-1 1,0-1,-5 22,1 0,2 1,0-1,1 1,1 8,-1 24,-3 10,-2-6</inkml:trace>
  <inkml:trace contextRef="#ctx0" brushRef="#br2" timeOffset="-161678.211">11978 10872,'-3'16,"0"15,0 11,3 8,4 2,3 0,3-5,5-8,2-11,-3-9</inkml:trace>
  <inkml:trace contextRef="#ctx0" brushRef="#br2" timeOffset="-161404.42">12210 10926,'0'5,"0"15,0 20,2 18,4 15,0 9,-1-9</inkml:trace>
  <inkml:trace contextRef="#ctx0" brushRef="#br2" timeOffset="-160511.283">3401 10052,'-56'3,"-1"3,1 2,0 3,1 2,0 2,1 3,1 2,1 3,1 1,1 3,1 2,1 3,2 1,2 2,1 2,1 2,3 2,1 1,2 2,2 2,2 1,-5 14,0 8,2 1,4 1,4 1,2 2,4 0,2 2,5 0,2 1,4 0,3 1,4-1,3 1,3-1,14 65,-10-92,3 0,1-1,3-1,1 0,3-1,2-2,2 0,1-1,3-1,1-2,3 0,0-3,3 0,1-3,16 11,-3-9,2-2,2-3,1-2,1-2,1-3,1-2,2-3,9 0,34 6,0-5,1-5,0-4,47-3,-49-5,1-4,-1-5,0-4,-1-5,0-4,-1-5,-2-3,0-5,-2-5,-2-3,-1-4,60-40,-104 51,-1-1,-2-2,-2-3,-1-1,-2-2,-2-2,-1-1,-3-2,-2-1,-2-2,-2-1,-2-1,-2-1,-3-1,-2-1,10-49,-17 41,-3 1,-2-2,-4 1,-1-1,-4 1,-3-1,-2 1,-3 0,-2 1,-3 0,-3 1,-2 1,-3 1,-3 1,-2 1,-2 1,-3 2,-13-15,-1 9,-1 1,-4 2,-1 3,-3 2,-2 3,-2 2,-2 3,-2 3,-2 2,-1 3,-2 4,-1 2,-1 3,-1 4,-1 3,-1 2,0 5,-1 2,0 4,-1 3,0 3,1 3,0 4,-23 7,9 4,0 3,2 5,-39 18,3 6,3 6,-59 40,-45 40,4 11,-190 152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15.2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15,'5'-2,"12"-2,19 2,16-1,18 2,13 0,7 0,-1 1,-3 0,-10 2,-15 1,-19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15.5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39,'18'14,"23"4,23 0,24-6,18-7,11-10,3-5,-6-4,-10-2,-16-1,-21 1,-19 1,-18 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15.8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0,'-2'1,"16"7,374 131,-377-135,34 12,0 1,-2 3,0 1,-1 2,-1 3,-34-22,0 0,-1 1,1 0,-1 0,0 0,-1 1,1 0,-1 0,0 1,-1-1,0 1,0 0,0 0,-1 1,0-1,0 1,-1-1,0 1,0 0,-1 0,0 0,0 0,-1 1,-3 6,-2 1,1-1,-2 0,0 0,-1 0,0-1,-1 0,-1-1,0 0,-1 0,0 0,-1-2,0 1,-2-1,-335 319,312-292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16.4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98 0,'-90'479,"87"-454,0 0,2 0,1 0,0 1,5 20,-4-39,0 1,1-1,0 0,0 0,1 0,0 0,0-1,1 1,0-1,0 0,0 0,1 0,0 0,0-1,0 0,1 0,-1 0,1-1,0 0,1 0,-1 0,1-1,17 4,0 0,1-2,0-1,0-1,0-1,0-1,0-1,0-1,0-2,0 0,-1-2,1 0,-1-2,0-1,10-5,108-53,-91 33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16.6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0 122,'23'-3,"22"-2,22-1,18-2,10-2,4-1,-4-1,-8-1,-15-3,-20-3,-18 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16.8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0 147,'9'-9,"20"-6,23-5,26 0,26-3,20 3,12 2,2 5,-23 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17.3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0,'9'19,"12"17,13 15,11 10,10 6,5 3,1 2,-4-2,-8-4,-10-6,-12-9,-9-13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17.6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323 1,'-12'16,"-10"19,-12 18,-10 18,-9 16,-3 10,1 1,9-15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18.1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0,'10'329,"-9"-150,-1-25,17 126,-15-256,2-1,1 0,0 0,2 0,4 8,-9-26,0 0,0 1,1-1,-1-1,1 1,0 0,1-1,-1 1,1-1,0 0,0 0,0-1,0 1,1-1,0 0,-1 0,1 0,0-1,1 0,-1 0,0 0,0 0,1-1,-1 0,3 0,5-2,1-1,-1-1,0 0,0 0,0-1,0-1,-1-1,1 1,-1-2,-1 0,1 0,-1-1,-1 0,1-1,1-2,7-5,0 0,-1-2,-1 0,0-1,-1 0,-2-2,0 0,-1 0,-1-1,-1 0,0-1,0-7,-7 9,-4 21,0 1,0-1,0 0,0 0,0 1,0-1,0 0,0 0,0 1,0-1,0 0,0 0,-1 1,1-1,0 0,0 0,0 1,0-1,0 0,-1 0,1 0,0 1,0-1,0 0,0 0,-1 0,1 0,0 0,0 1,-1-1,1 0,0 0,0 0,-1 0,1 0,0 0,0 0,-1 0,1 0,0 0,0 0,-1 0,1 0,0 0,0 0,-1 0,1 0,0 0,0 0,-1 0,1-1,0 1,0 0,-1 0,1 0,0 0,0 0,0-1,-1 1,1 0,0 0,0 0,0-1,0 1,-7 10,2-1,0 2,0-1,0 1,1-1,1 1,0 0,1 1,0-1,0 0,1 1,1-1,0 0,0 1,1-1,1 1,0-1,0 0,1 1,1-6,0 1,1-1,0 0,0 0,0-1,0 1,1-1,0 0,0-1,0 1,1-1,0-1,-1 1,1-1,1 0,-1 0,0-1,1 0,-1-1,1 1,-1-2,4 1,37 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18.4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94 38,'-18'-7,"-9"-2,0-3,5 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18.6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1 122,'14'-14,"21"-10,27-2,27 3,23 5,17 6,9 7,-1 12,-6 11,-13 12,-16 8,-17 7,-22-5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18.9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 0,'-1'85,"-2"-47,2 0,1 0,2 0,1 0,3 0,0-1,3 1,1-2,12 28,-22-62,0 0,1-1,-1 1,0 0,1 0,-1-1,1 1,0-1,0 1,0 0,0-1,0 0,0 1,0-1,0 1,0-1,1 0,-1 0,0 0,1 0,-1 0,1 0,-1 0,1 0,0-1,-1 1,1 0,0-1,-1 0,1 1,0-1,0 0,-1 0,1 0,0 0,0 0,-1 0,1-1,0 1,0 0,-1-1,1 0,0 1,-1-1,1 0,0 0,8-11,-2 0,0 0,0 0,-1-1,-1 0,0-1,0 0,-2 0,3-10,-1 5,80-250,-75 246,-11 23,0 0,0 0,0 1,0-1,0 0,0 1,0-1,0 0,0 0,0 1,0-1,0 0,0 1,0-1,0 0,0 0,0 1,0-1,0 0,0 0,0 1,1-1,-1 0,0 0,0 1,0-1,0 0,1 0,-1 0,0 1,0-1,1 0,-1 0,0 0,0 0,1 0,-1 0,0 1,0-1,1 0,-1 0,0 0,0 0,1 0,-1 0,0 0,1 0,-1 0,0 0,0 0,1 0,-1 0,0 0,0-1,1 1,-1 0,0 0,0 0,1 0,-1 0,0-1,0 1,1 0,-1 0,0 0,0-1,0 1,1 0,2 27,-3-25,0 9,0 0,0 0,1 0,1 0,0 0,0 0,1-1,1 1,-1-1,2 0,-1 0,2 0,-1-1,1 1,1-1,-1-1,1 1,1-1,1 1,4-1,1-1,-1 0,2-1,-1-1,0 0,1-1,0 0,0-1,0-1,1-1,-1 0,49 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20.0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400 782,'-21'-6,"0"0,0 2,-1 1,0 0,1 2,-1 1,0 0,0 1,0 2,1 0,-1 1,-19 7,-37 40,76-50,0 1,1 0,-1 0,0-1,1 1,-1 0,1 0,0 1,0-1,-1 0,2 0,-1 1,0-1,0 0,1 1,-1-1,1 1,0-1,-1 1,1-1,1 1,-1-1,0 1,0-1,1 1,0-1,-1 0,1 1,0-1,0 0,0 0,0 1,1-1,-1 0,1 1,7 3,-1 0,1 0,1 0,-1-1,1-1,-1 1,1-2,0 1,1-1,-1-1,1 0,-1 0,1-1,-1-1,1 0,0 0,-1-1,1 0,-1-1,1 0,-1 0,4-3,1 0,-1 0,-1-1,1 0,-1-2,0 1,0-2,-1 1,0-2,-1 0,0 0,0-1,-1 0,-1-1,0 0,-1 0,0-1,0 0,-2-1,1 1,-2-1,0 0,-1-1,0 1,-1-1,0-3,8-50,-2 0,-4 0,-3 0,-2-1,-9-58,7 112,1-5,0 1,-2-1,-1 0,0 1,-2-1,0 1,-3-4,9 22,0-1,-1 1,1 0,-1-1,1 1,-1 0,0-1,1 1,-1 0,0 0,0 0,0 0,0 0,0 0,0 0,0 0,0 0,0 0,-1 1,1-1,0 0,0 1,-1-1,1 1,0-1,-1 1,1 0,-1 0,1-1,0 1,-1 0,1 0,-1 0,1 1,0-1,-1 0,1 0,0 1,-1-1,1 1,0-1,-1 1,1 0,0-1,0 1,0 0,-1 0,1 0,0 0,0 0,0 0,1 0,-2 1,-6 9,1 1,0 0,1 0,0 0,1 0,0 1,1 0,0 0,1 1,1-1,-1 5,-3 20,2 0,2 0,1 0,2-1,1 1,2 0,2 0,1-1,2 0,2-1,1 0,2 0,1-2,2 0,1 0,12 14,-20-32,1-1,0 0,1-1,1 0,0-1,1 0,1-1,0-1,-9-6,0-1,1-1,0 1,-1-1,1 0,1-1,-1 1,0-1,1-1,-1 1,1-1,-1-1,1 1,-1-1,1-1,-1 1,1-2,-1 1,1 0,6-4,3-3,-1-1,0 0,-1-2,0 0,-1 0,0-2,0 1,-2-2,1 0,-2 0,0-1,-1 0,0-1,-1-1,-1 1,0-1,-2 0,0-1,4-17,-7-9,-3 44,-1 0,0-1,1 1,-1 0,0 0,0 0,0 0,1 0,-1-1,0 1,0 1,0-1,1 0,-1 0,0 0,0 0,1 0,-1 1,0-1,0 0,1 1,-1-1,0 1,1-1,-1 0,0 1,1 0,-1-1,1 1,-1-1,1 1,-1 0,1-1,-1 1,1 0,0-1,-8 10,1 0,1 0,0 1,0-1,1 1,1 1,0-1,0 0,1 1,1 0,0 0,0 0,1 0,1 0,0 0,1 6,0-11,0 1,1-1,0 0,0 0,0 0,1 0,0 0,1 0,0-1,0 0,0 0,0 0,1 0,0 0,1-1,-1 0,1 0,0-1,0 0,0 0,1 0,-1 0,1-1,0 0,0-1,0 0,0 0,1 0,-1-1,0 0,1 0,-1-1,6 0,-2 0,1-1,-1-1,1 1,-1-2,0 0,0 0,0-1,0 0,-1-1,0 0,0 0,0-1,0-1,-1 0,0 0,0-1,-1 0,0 0,-1-1,0 0,0 0,-1-1,0 0,0 0,-1 0,-1-1,0 0,2-6,2-11,-1 0,-2-1,-1 1,-1-1,-1 0,-2-19,0 47,0 0,0 0,-1 0,1 0,0 0,0 0,0 0,0 0,0 0,1 0,-1 0,0 0,0 1,1-1,-1 0,0 0,1 0,-1 0,1 0,-1 0,1 1,0-1,-1 0,1 0,0 1,-1-1,1 1,0-1,0 0,0 1,0 0,-1-1,1 1,0-1,0 1,0 0,0 0,0-1,0 1,0 0,0 0,0 0,0 0,0 0,0 0,0 0,0 1,0-1,0 0,0 1,-1-1,2 0,49 12,-1 2,0 1,38 20,-80-33,1 1,-1 0,0 0,0 1,-1 0,1 0,-1 1,0 0,0 1,0-1,-1 1,0 0,0 1,0-1,-1 1,0 1,0-1,-1 1,0-1,-1 1,1 0,-1 0,-1 2,-13 142,11-149,1-1,-1 1,0 0,1 0,-1-1,1 1,0 0,0-1,0 1,0-1,0 1,0-1,1 0,-1 1,1-1,0 0,0 0,0 0,0 0,0 0,0-1,0 1,1-1,-1 1,0-1,1 0,-1 0,1 0,0 0,-1 0,1-1,87 7,-67-9,0-2,-1 0,1-1,-1-1,0-1,-1-2,0 0,0-1,-1 0,0-2,-1-1,0 0,-1-1,-1-1,0-1,-1-1,-1 0,0 0,10-18,-3-25,-22 58,0 1,0-1,0 0,0 1,0-1,0 0,0 1,-1-1,1 1,0-1,-1 0,0 1,1-1,-1 1,0-1,0 1,0-1,0 1,0 0,0 0,0-1,0 1,-1 0,1 0,0 0,-1 0,1 0,-1 1,1-1,-1 0,1 1,-1-1,1 1,-1-1,0 1,-7-1,0 0,0 1,1 0,-1 1,0-1,0 2,1-1,-1 1,1 1,0 0,-1 0,1 0,0 1,1 0,-1 1,1-1,0 2,0-1,0 1,1 0,0 0,0 1,-4 6,7-8,0 0,1 0,0 1,0-1,0 1,1-1,-1 1,1 0,1 0,-1-1,1 1,0 0,0 0,1 0,0-1,0 1,0 0,1-1,0 1,0-1,0 1,0-1,1 0,0 0,0 0,1 0,-1-1,1 1,0-1,0 0,1 0,-1-1,4 3,18 12,1-1,0-2,1 0,1-2,0-1,1-2,0-1,1-1,0-1,0-2,6-1,64 10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36.7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235 475,'-14'-6,"0"0,0 1,0 1,-1 1,0 0,1 1,-15-1,24 3,1 0,0 0,0 0,0 1,0-1,-1 1,1 0,0 0,0 1,1-1,-1 1,0 0,0 0,1 0,-1 0,1 1,0 0,-1-1,1 1,0 0,1 0,-1 1,1-1,-1 1,1-1,0 1,0 0,1-1,-1 1,1 1,-1-2,1 0,1 1,-1-1,0 1,1-1,-1 1,1-1,0 1,1 0,-1-1,0 1,1-1,0 1,0-1,0 0,0 1,0-1,1 0,0 0,-1 0,1 0,0 0,0 0,1 0,-1-1,1 1,-1-1,1 1,0-1,0 0,0 0,0-1,0 1,0 0,1-1,-1 0,0 0,1 0,-1 0,1-1,-1 1,1-1,-1 0,2 0,2 0,1 0,-1-1,0 0,1 0,-1-1,0 0,1 0,-1-1,0 1,-1-2,1 1,-1-1,1 0,-1 0,0-1,0 0,-1 0,0 0,0-1,0 1,0-1,1-3,5-8,0-1,-1 0,-1-1,-1 0,0 0,-1-1,2-12,2-26,-3 0,-2 0,-3-1,-4-56,0 85,1 30,0 0,-1 1,1-1,0 0,0 1,0-1,-1 0,1 0,0 1,0-1,-1 0,1 0,0 0,-1 0,1 1,0-1,0 0,-1 0,1 0,0 0,-1 0,1 0,0 0,-1 0,1 0,0 0,-1 0,1 0,0 0,-1 0,1 0,0 0,-1 0,1 0,0 0,-1 0,1-1,0 1,-1 0,1 0,0 0,0-1,-1 1,1 0,0 0,0-1,-1 1,1 0,0 0,0-1,0 1,0 0,0-1,-1 1,-13 31,1 0,1 2,1-1,-1 17,5-25,-1 1,0 1,2 0,1 0,1 1,1-1,2 1,0 0,2-1,1 1,3 17,-2-37,0 1,0-1,1 0,0 0,0 0,0-1,1 0,0 1,1-2,-1 1,1 0,0-1,0 0,1-1,-1 1,1-1,0-1,0 1,0-1,1 0,-1-1,1 0,0 0,0-1,-1 1,1-2,0 1,0-1,0 0,0-1,7-1,-2 1,0-1,0 0,0-1,0 0,0-1,-1 0,1-1,-1-1,-1 0,1 0,4-4,-10 6,0-1,0 0,-1 0,1 0,-1 0,0-1,0 0,-1 0,0 0,0 0,0-1,-1 0,0 0,0 0,-1 0,0 0,0 0,-1 0,0-1,0-5,0 10,-1 0,0 1,0-1,0 0,0 0,-1 0,1 0,-1 0,0 0,1 0,-1 1,-1-1,1 0,0 1,-1-1,1 1,-1-1,0 1,0 0,0-1,0 1,0 0,0 0,-1 1,1-1,0 0,-1 1,0 0,1-1,-1 1,0 0,0 0,1 1,-1-1,0 1,0-1,0 1,0 0,0 0,0 0,0 0,0 1,0-1,0 1,1 0,-1-1,-2 2,1 1,1-1,0 0,0 1,0 0,1-1,-1 1,1 0,-1 0,1 1,0-1,0 0,0 1,1-1,-1 1,1 0,0 0,0-1,0 1,1 0,-1 0,1 0,0 0,0 0,0-1,1 1,-1 0,1 0,0 0,0-1,0 1,1 0,-1-1,1 1,0-1,0 1,0-1,0 0,1 0,-1 0,1 0,0 0,9 7,0 0,1 0,0-2,0 1,0-2,1 0,1 0,-1-2,1 1,0-2,2 0,48 13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37.5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13 627,'24'-22,"-1"-1,-2-1,0-1,-2-1,0-1,-2 0,-1-1,-2-1,0 0,-2-1,-1-1,-2 1,-1-2,-1 1,-2-1,-1 0,0-20,-15-18,10 68,0 1,0-1,0 0,0 1,0-1,-1 1,1-1,0 1,-1 0,1-1,-1 1,1 0,-1 0,0 0,1 0,-1 0,0 0,0 1,0-1,0 1,1-1,-1 1,0 0,0 0,0-1,0 1,0 0,0 1,0-1,0 0,0 1,0-1,1 1,-2 0,-8 4,1 1,1 0,-1 1,1 0,0 0,0 1,1 0,0 0,1 1,0 0,0 1,1-1,0 1,1 0,0 1,-3 10,-3 1,2 1,0 1,2 0,1 0,1 1,1-1,0 1,2 0,2 24,0-33,2 0,0-1,1 1,0-1,1 0,1 0,0 0,1 0,1-1,0 0,1 0,0-1,2 0,-1-1,1 0,5 4,-2-4,1 0,0-1,1-1,0 0,0-1,1-1,0 0,1-2,-1 1,1-2,1 0,-1-1,1-1,-1-1,1 0,0-2,0 0,0 0,0-2,-1 0,1-1,-1-1,0-1,4-1,-13 3,-1-1,1 1,-1-1,0-1,0 1,0-1,0 0,-1-1,0 0,0 0,-1 0,0 0,0-1,0 0,-1 0,0 0,0-1,-1 1,0-1,0 0,-1 0,0 0,0 0,-1-1,0 1,0 0,-1-6,0 11,-1-1,1 0,0 0,-1 0,0 0,0 1,0-1,-1 0,1 1,-1-1,1 1,-1 0,-1-1,1 1,0 0,-1 0,1 0,-1 1,0-1,0 1,0-1,0 1,0 0,-1 0,1 0,-1 1,1-1,-1 1,-1 0,-4-2,0 1,0 1,-1 0,1 0,0 1,0 0,-1 0,1 1,0 1,0-1,-8 4,7-3,1 1,-1 0,1 1,0 0,0 0,0 1,0 0,1 0,0 1,0 0,1 1,0 0,0 0,0 0,1 1,0 0,0 0,1 1,0 0,-2 5,6-11,1 0,-1 0,0-1,1 1,0 0,-1 0,1 0,0 0,0 0,1 0,-1-1,1 1,-1 0,1 0,0 0,0-1,0 1,1 0,-1-1,0 1,1-1,0 0,0 1,-1-1,1 0,0 0,1 0,-1 0,0-1,1 1,-1-1,1 1,-1-1,3 1,5 2,-1-1,1 0,-1 0,1-1,0 0,0-1,0 0,0-1,7 0,-7-1,0 1,0-1,0-1,0 0,-1 0,1-1,-1 0,1 0,-1-1,0-1,-1 0,1 0,-1 0,0-1,0 0,0-1,-1 0,0 0,-1 0,1-1,-1 0,3-7,-8 22,0 0,0-1,0 1,1-1,0 0,1 0,-1 1,1-1,0-1,1 1,-1 0,5 4,7 1,0 0,0-1,1-1,0-1,1 0,0-1,0 0,0-2,1 0,0-1,0-1,12 1,42 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39.6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61 482,'0'-56,"-1"-21,2 0,4 1,4-1,6-16,-10 75,-9 37,-23 82,10-49,4 1,1 1,3 0,2 0,1 19,11-18,5-11</inkml:trace>
  <inkml:trace contextRef="#ctx0" brushRef="#br0" timeOffset="404.08">607 169,'-2'-15,"-1"0,0 0,-2 0,0 1,0-1,-1 1,-1 1,-7-11,13 22,0 0,0 0,-1 0,1 0,0 0,-1 1,1-1,-1 1,0-1,0 1,1 0,-1 0,0-1,0 1,0 1,0-1,0 0,0 0,-1 1,1-1,0 1,0 0,0-1,-1 1,1 0,0 0,0 1,-1-1,1 0,0 1,0-1,0 1,0 0,0 0,0 0,0 0,0 0,0 0,0 0,0 1,1-1,-1 1,0-1,1 1,0 0,-1-1,1 2,-12 13,0 2,2-1,0 2,1-1,1 1,0 1,2 0,0 0,2 1,0-1,1 1,1 0,0 13,2-23,0 1,0-1,1 0,1 0,0 0,1 1,0-1,0 0,1-1,1 1,0 0,0-1,1 0,0 0,1 0,0-1,0 0,1 0,0 0,1-1,0 0,0 0,1-1,0-1,8 5,-7-5,1-2,-1 1,1-1,0-1,1 0,-1-1,1 0,-1-1,1 0,-1 0,1-2,7 0,-12 0,0 0,-1 0,1 0,-1-1,1 0,-1 0,0-1,0 0,0 0,0 0,-1-1,1 0,-1 0,0 0,0-1,0 0,-1 1,0-2,0 1,0 0,0-1,1-3,-4 6,1-1,-1 1,1-1,-1 0,0 1,-1-1,1 0,0 0,-1 1,0-1,0 0,0 0,-1 0,1 0,-1 1,0-1,0 0,0 1,-1-1,1 1,-1-1,0 1,1 0,-2-1,1 1,0 0,-1 0,1 1,-1-1,0 0,0 1,0 0,0 0,0 0,-1 0,1 0,-1 1,1-1,-1 1,1 0,-1 0,0 0,0 0,1 1,-1 0,0 0,0 0,0 0,-3 1,0 0,-1 0,1 0,0 1,-1 0,1 1,0 0,1 0,-1 0,0 1,1 0,0 0,0 1,0-1,0 1,1 1,-1-1,2 1,-1 0,0 0,1 0,0 1,1-1,0 1,0 0,0 0,1 0,0 0,0 1,0-1,1 1,1-1,-1 4,7 23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38.2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 55,'3'24,"2"0,0 0,2-1,1 0,0 0,2-1,1 0,0-1,2 0,0-1,1-1,2 0,8 9,-18-20,24 30,50 79,-79-116,0 0,-1 0,1 0,-1 1,1-1,-1 0,1 1,-1-1,0 1,0-1,0 0,1 1,-2-1,1 1,0-1,0 0,0 1,-1-1,1 0,0 1,-1-1,1 0,-1 1,0-1,1 0,-1 0,0 0,0 0,0 1,0-1,0 0,0-1,0 1,0 0,0 0,0 0,-1-1,1 1,0 0,0-1,-1 1,1-1,0 0,-1 1,1-1,-1 0,1 0,0 0,-1 0,1 0,-1 0,1 0,0-1,-1 1,0-1,-12 2,1-2,-1 0,1 0,0-1,-1-1,1 0,0-1,1 0,-1-1,1 0,0-1,0-1,0 0,1 0,0-1,-2-3,11 9,0 1,1 0,-1 0,1-1,-1 1,1-1,0 0,-1 1,1-1,0 0,0 0,0 0,0 0,1 0,-1 0,1 0,-1 0,1 0,-1 0,1 0,0 0,0 0,0 0,0 0,0 0,1 0,-1 0,1 0,-1 0,1 0,0 0,0 0,0 0,0 0,0 0,0 1,0-1,1 0,-1 1,0-1,1 1,-1-1,1 1,1-1,260-156,-254 152,-2 0,1-1,-1-1,0 1,-1-1,1 0,-2-1,1 1,-1-1,0 0,-1 0,0-1,-1 0,0 1,0-1,-1 0,0 0,-1 0,0-1,-1-9,0 17,-1-1,1 1,-1 0,0-1,-1 1,1 0,0 0,-1 0,0 0,0 0,0 0,0 0,0 0,0 1,-1-1,1 1,-1 0,0 0,0 0,0 0,0 0,0 0,0 1,0 0,0 0,-1-1,1 2,0-1,-1 0,1 1,-4-1,-1 1,1 0,-1 0,0 1,1 0,-1 0,1 1,0 0,-1 0,1 1,0 0,0 0,1 1,-1 0,-1 1,2-2,1 1,0 0,0 0,0 1,0-1,1 1,0 0,0 0,0 0,1 1,0-1,0 1,0 0,0 0,1 0,0 0,1 1,-1-1,1 0,0 1,1-1,0 1,0-1,0 0,0 1,1-1,0 1,1-1,-1 0,1 0,1 0,-1 0,1 0,0 0,1 1,33 32,4-6</inkml:trace>
  <inkml:trace contextRef="#ctx0" brushRef="#br0" timeOffset="246.884">720 342,'18'0,"21"0,17 0,13 0,6 0,1 3,-10 0,-10 2,-12 1,-15-2</inkml:trace>
  <inkml:trace contextRef="#ctx0" brushRef="#br0" timeOffset="938.028">1102 42,'22'3,"16"11,0 3,-1 0,0 3,-2 1,0 1,16 16,-46-35,-1 0,0 0,0 0,0 0,0 1,0-1,-1 1,1 0,-1 0,0 1,0-1,-1 1,1-1,-1 1,0 0,-1 0,1 0,-1 0,0 0,0 0,0 0,-1 0,1 1,-1-1,-1 0,1 0,-1 0,0 1,0-1,0 0,-1 0,0 0,-1 3,-11 10,-1 0,-1-2,0 0,-1 0,-1-2,0 0,-1-1,0 0,-19 7,19-8,-23 13,-80 57,111-70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20.8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 0,'0'773,"2"-798,1 0,1 0,1 0,1 0,1 0,-6 19,1 1,-1-1,1 0,0 1,0-1,1 1,-1 0,1-1,0 1,1 1,-1-1,1 0,0 1,0 0,1 0,-1 0,1 0,0 1,0 0,0 0,0 0,0 0,1 1,-1 0,1 0,0 1,-1-1,1 1,0 0,2 1,4 2,0 2,0-1,0 2,-1-1,1 2,-1-1,0 1,-1 1,1 0,-1 1,-1 0,1 0,-1 1,-1 0,0 1,0 0,2 4,-7-11,-1-1,1 1,-1 0,1 0,-1 1,0-1,0 0,0 1,-1-1,1 1,-1-1,0 1,0 0,0 0,-1 0,1-1,-1 1,0 0,0 0,0 0,-1 0,1-1,-1 1,0 0,0 0,0-1,0 1,-1 0,0-1,0 0,0 1,0-1,0 0,0 0,-1 0,-1 2,-11 3,-1 0,0 0,0-2,0 0,-1 0,0-2,0 0,0-1,-1-1,1 0,-1-1,0-2,1 3,6-1,0 1,-1-2,1 0,0 0,-1-1,1 0,0-1,0 0,-10-4,8-6,13 0</inkml:trace>
  <inkml:trace contextRef="#ctx0" brushRef="#br0" timeOffset="1059.203">834 628,'-23'-12,"-1"1,-1 1,0 1,0 1,-1 2,0 0,0 2,-22-1,44 5,-1 0,0 0,1 0,-1 0,0 1,1 0,-1 0,0 0,1 1,0 0,-1-1,1 2,0-1,0 0,0 1,0 0,0 0,1 0,-1 0,1 0,0 1,0-1,0 1,0 0,1 0,0 0,0 0,0 1,0-1,0 1,1-1,0 1,0-1,0 1,1 0,-1-1,1 2,1 1,0 0,0 0,1 0,0 0,0 0,0 0,1-1,0 1,1-1,-1 0,1 0,0 0,1 0,-1-1,1 0,0 0,0 0,1-1,0 1,0-1,0 0,0-1,3 2,3 1,1-1,-1 0,1 0,1-2,-1 1,1-2,-1 0,1 0,-1-1,1-1,11-1,-17 1,0-1,0-1,0 1,-1-2,1 1,0-1,-1 0,0 0,1-1,-1 0,-1 0,1 0,-1-1,1 0,-1-1,-1 0,1 1,-1-2,0 1,0 0,-1-1,0 0,0 0,-1-1,0 1,0 0,0-1,-1 0,1-6,-1 3,-1 2,-1 15,0 1,0 1,0-1,1 0,0 1,1-1,-1 0,2 0,-1 0,1 0,-1 0,2 0,-1-1,1 1,0-1,0 0,1 0,0-1,0 1,0-1,1 0,0-1,0 1,0-1,0 0,1-1,-1 1,1-1,0 0,0-1,0 0,0 0,0-1,1 0,-1 0,1 0,6-1,-10 0,1-1,-1 0,1 0,-1 0,0 0,1-1,-1 1,0-1,0 0,0 0,0-1,0 1,-1-1,1 0,-1 0,0 0,1-1,-1 1,-1-1,1 1,0-1,-1 0,0 0,0 0,0 0,-1-1,1 1,-1-2,4-13,-1 0,-1 0,-1 0,0 0,-1 0,-2-3,2-77,0 96,1 1,-1 0,1-1,0 1,0 0,-1 0,1 0,1 0,-1 0,0 0,0 0,1 1,-1-1,1 1,-1 0,1 0,0 0,-1 0,1 0,0 1,0-1,0 1,-1-1,1 1,0 0,0 0,0 1,0-1,0 1,-1-1,1 1,2 0,-1 0,33 2,-1 1,0 3,0 0,0 3,-1 1,9 5,-39-15,1 0,-1 1,0 0,0 0,0 1,0-1,0 1,-1 0,1 0,-1 1,0-1,0 1,0 0,0 0,-1 0,1 1,-1-1,0 1,-1 0,1 0,-1 0,0 0,0 0,0 0,-1 1,0-1,0 0,0 1,-1-1,0 3,-35 125,36-130,-1-1,1 1,-1 0,1 0,0 0,0-1,1 1,-1-1,0 1,1-1,-1 1,1-1,0 0,0 0,0 0,0 0,0 0,1 0,-1 0,0-1,1 1,-1-1,1 0,0 0,-1 0,1 0,2 1,81 13,-85-15,19 2,0-1,1-1,-1 0,0-2,1 0,-1-2,0 0,-1-1,1-1,-1 0,0-2,-1 0,1-2,-2 1,1-2,-1-1,7-6,-24 18,0 0,0 0,0 1,0-1,0 0,-1 0,1 1,0-1,0 0,0 1,0-1,1 0,-1 0,0 1,0-1,0 0,0 0,0 1,0-1,0 0,0 0,1 1,-1-1,0 0,0 0,0 0,0 1,1-1,-1 0,0 0,0 0,0 0,1 1,-1-1,0 0,0 0,1 0,-1 0,0 0,1 0,-1 0,0 0,0 0,1 0,-1 0,0 0,0 0,1 0,-1 0,0 0,0 0,1 0,-1 0,0 0,0 0,1 0,-1-1,0 1,0 0,1 0,-1 0,0 0,0-1,2 14,3-8,-1 0,1 0,0-1,0 1,1-1,-1 0,1-1,0 1,0-1,0 0,0-1,1 1,-1-1,1 0,-1-1,1 0,0 0,0 0,0-1,-1 0,1 0,0-1,0 0,3-1,-1 2,1-1,0-1,-1 0,1 0,-1-1,1 0,-1-1,0 0,0 0,-1-1,1-1,-5 4,-1 0,0-1,1 1,-1-1,0 0,-1 0,1 0,-1-1,1 1,-1-1,0 1,0-1,0 0,-1 1,1-1,-1 0,0 0,0 0,-1 0,1 0,-1 0,0-1,0 1,0 0,0 0,-1 0,0-3,-1 1,0 1,0-1,0 1,0-1,-1 1,0 0,0 0,-1 0,0 0,1 1,-1-1,-1 1,1 0,-1 0,1 1,-1-1,0 1,-1 0,1 1,-4-3,-5 0,0 0,0 0,-1 1,1 1,-1 1,1 0,-14 0,18 1,0 0,0 1,0 0,0 1,0 0,0 1,0 0,0 0,1 1,-1 0,1 1,-1 0,1 0,1 1,-1 0,1 1,0 0,0 0,0 1,1 0,0 0,0 1,1 0,0 0,0 0,-3 9,8-14,0 1,0-1,0 1,1 0,-1-1,1 1,0 0,0 0,0-1,1 1,-1 0,1-1,0 1,0-1,0 1,1-1,-1 1,1-1,0 0,-1 1,2-1,-1 0,0 0,1-1,-1 1,1 0,0-1,0 0,0 1,0-1,0-1,0 1,4 1,8 5,0-2,1 0,-1 0,1-2,1 0,-1 0,1-2,42 5,-5-4</inkml:trace>
  <inkml:trace contextRef="#ctx0" brushRef="#br0" timeOffset="1333.47">2500 204,'-14'-9,"-11"-6,-11 1,-7 1,-2 4,-1 6,6 7,6 11,10 11,11 9,14 8,15 7,4-4</inkml:trace>
  <inkml:trace contextRef="#ctx0" brushRef="#br0" timeOffset="15127.552">2405 641,'3'-4,"0"2,0 7,-1 9,0 10,-1 5,1 4,6 2,6-3,8-5,8-7,12-6,10-9,-4-4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40.5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96 110,'-87'469,"87"-467,-2 2,1 0,-1 0,1 0,0 0,1 1,-1-1,1 0,-1 0,1 1,1-1,-1 0,1 0,-1 0,1 1,0-1,1 0,-1 0,1 0,0 0,-1-1,2 1,-1 0,0-1,1 1,0-1,0 0,0 0,0 0,0 0,3 1,9 0,0 0,0 0,1-2,0 0,-1-1,1 0,0-1,0-1,8-2,-24 3,53-5,-1-2,0-3,32-11,-15 1</inkml:trace>
  <inkml:trace contextRef="#ctx0" brushRef="#br0" timeOffset="263.851">547 233,'-3'3,"0"9,-2 12,-3 12,-2 11,-1 7,0 6,3-1,4-3,11-6,8-8,11-5,10-10,9-9,6-8,0-10,-7-5</inkml:trace>
  <inkml:trace contextRef="#ctx0" brushRef="#br0" timeOffset="542.107">397 466,'25'2,"23"1,19 0,15 1,4 1,0-1,-8-3,-17-3</inkml:trace>
  <inkml:trace contextRef="#ctx0" brushRef="#br0" timeOffset="1067.519">601 220,'232'-13,"-137"11,1 5,63 11,-158-14,2-1,-1 1,1 0,0 0,0 0,-1 0,1 1,0-1,0 1,-1-1,1 1,-1 0,1 0,0 0,-1 1,0-1,1 0,-1 1,0 0,0-1,0 1,0 0,0 0,0 0,0 0,-1 1,1-1,-1 0,0 1,1-1,-1 1,0-1,0 1,-1 0,1-1,-19 142,12-73,3 0,3 0,4 0,5 21,3-181,49-360,-50 389,-10 59,-1 1,0 0,1-1,-1 1,0 0,1 0,-1 0,1-1,-1 1,1 0,-1 0,0 0,1 0,-1 0,1-1,-1 1,1 0,-1 0,1 0,-1 0,1 1,-1-1,1 0,-1 0,1 0,-1 0,0 0,1 1,-1-1,1 0,-1 0,0 1,1-1,-1 0,1 0,-1 1,0-1,0 1,1-1,-1 0,0 1,1-1,-1 1,0-1,0 0,0 1,0-1,1 1,-1-1,0 1,0-1,0 1,0-1,0 1,0-1,1 3,128 191,41 40,-169-232,34 67,-34-67,-1 0,1 0,-1 0,1 1,-1-1,0 0,0 0,0 0,0 1,0-1,-1 0,1 0,-1 0,1 1,-1-1,0 0,0 0,0 0,0 0,0 0,0-1,-1 1,1 0,-1 0,1-1,-1 1,1-1,-1 1,0-1,0 0,-1 1,-11 4,-1 0,1-2,-1 1,0-2,0 0,0-1,0 0,0-2,-15 0,25 0,-60 0,8-3</inkml:trace>
  <inkml:trace contextRef="#ctx0" brushRef="#br0" timeOffset="1316.851">1926 615,'21'0,"18"0,17 0,13 0,6 0,-1-2,-12-1</inkml:trace>
  <inkml:trace contextRef="#ctx0" brushRef="#br0" timeOffset="5434.596">2541 534,'-4'6,"0"0,1 0,0 1,1-1,-1 1,1 0,0 0,1 0,-1 0,1 0,1 0,0 0,0 0,0 3,0 5,-1-3,0-9,0-1,0 1,0 0,0 0,1 0,-1-1,1 1,0 0,0 0,0 0,0 0,0-1,1 1,-1 0,1 0,0 0,0-1,0 1,0-1,0 1,1 0,-1-1,1 0,0 1,-1-1,1 0,0 0,0 0,0 0,1 0,-1-1,0 1,1-1,-1 1,1-1,0 0,-1 0,1 0,1 0,6-2,1-1,-1 0,1 0,-1-1,0 0,0-1,0 0,0-1,-1 0,0-1,0 1,0-2,-1 1,0-1,0-1,0 1,-1-1,0-1,-1 1,0-1,0-1,-3 6,0-1,0 1,-1-1,1 0,-1 1,0-1,0 0,-1 0,0 0,0-1,0 1,0-5,-1 10,0 0,-1-1,1 1,-1 0,1-1,0 1,-1 0,1-1,-1 1,1 0,0 0,-1-1,1 1,-1 0,1 0,-1 0,1 0,-1-1,1 1,-1 0,1 0,-1 0,1 0,-1 0,1 0,-1 1,1-1,-1 0,1 0,-1 0,1 0,-1 1,1-1,-1 0,1 0,-1 1,1-1,0 0,-1 1,1-1,0 0,-1 1,1-1,0 0,-1 1,1-1,0 1,0-1,-1 1,1-1,0 1,0-1,0 1,0-1,0 1,0-1,0 1,0-1,0 1,0-1,0 1,-2 4,1-1,0 1,0 0,0 0,0 0,1-1,0 1,0 0,0 0,1 0,0 0,0-1,0 1,0 0,1-1,-1 1,1-1,0 1,1-1,-1 0,1 0,0 0,0 0,0 0,0-1,1 1,-1-1,1 0,0 0,0-1,0 1,1-1,-1 0,0 0,1 0,-1 0,1-1,0 0,0 0,-1 0,1 0,0-1,0 0,0 0,0 0,-1-1,1 0,0 1,0-2,-1 1,1 0,0-1,-1 0,0 0,4-2,0-6,1 1,-2-1,1 0,-2-1,1 0,-1 0,-1 0,0-1,-1 1,0-1,0 0,-2-1,1 1,-1 0,-1-1,-1 1,1-1,-2 1,-1-13,2 6,0 13,0 5,0-1,-1 1,1-1,0 0,0 1,0-1,0 1,0-1,0 0,1 1,-1-1,0 1,1-1,-1 1,1-1,0 1,-1-1,1 1,0 0,0-1,0 1,0 0,0 0,0-1,1 1,-1 0,0 0,0 0,1 1,-1-1,1 0,6 1,0 0,0 1,0 1,0-1,0 1,-1 1,1-1,-1 1,1 1,-1-1,10 4,-4-1,15 4,-1 1,-1 1,0 1,0 1,-2 2,21 16,-42-30,-1 1,1-1,-1 0,0 1,0 0,-1-1,1 1,0 0,-1 0,1 0,-1 0,0 0,0 0,-1 0,1 0,0 0,-1 1,0-1,0 0,0 0,0 1,0-1,-1 0,1 0,-1 0,0 1,0-1,0 0,0 0,-1 0,1-1,-1 1,0 0,0 0,0 0,-27 67,29-67,-1-1,1 0,0 1,0-1,1 0,-1 1,0-1,1 0,0 0,-1 1,1-1,0 0,0 0,0 0,0 0,1 0,-1 0,0 0,1 0,-1 0,1-1,0 1,0-1,0 1,-1-1,1 0,0 0,1 0,-1 0,0 0,1 0,7 2,1 0,0-1,0-1,0 0,0-1,0 0,0 0,0-1,0 0,0-1,0-1,-1 1,1-2,-1 0,1 0,-1 0,0-2,-1 1,0-1,1 0,-2-1,1 0,-1-1,0 1,-1-2,0 1,1-2,38-60,-46 70,0 0,0 0,0 1,0-1,0 0,0 0,0 0,0 0,0 1,0-1,1 0,-1 0,0 0,0 0,0 0,0 0,0 1,0-1,1 0,-1 0,0 0,0 0,0 0,0 0,0 0,1 0,-1 0,0 0,0 0,0 0,0 0,1 0,-1 0,0 0,0 0,0 0,1 0,-1 0,0 0,0 0,0 0,0 0,0 0,1 0,-1 0,0 0,0-1,0 1,0 0,0 0,-1 20,1-19,-2 16,0 0,1 0,1 1,0-1,1 0,1 0,1 0,1 0,0 0,1 0,1-1,0 0,2 2,-7-15,1 0,-1 0,1 0,0 0,0 0,0 0,0-1,0 1,1-1,-1 1,1-1,-1 0,1 0,0 0,0 0,0 0,0-1,0 0,1 1,-1-1,0 0,1 0,-1-1,0 1,1-1,-1 0,1 0,-1 0,1 0,-1 0,1-1,14-9</inkml:trace>
  <inkml:trace contextRef="#ctx0" brushRef="#br0" timeOffset="5689.683">3756 1,'5'14,"5"9,3 1</inkml:trace>
  <inkml:trace contextRef="#ctx0" brushRef="#br0" timeOffset="5690.683">3716 275,'-12'38,"12"-36,-1 0,1-1,0 1,0 0,-1 0,1-1,0 1,0 0,1-1,-1 1,0 0,0 0,1-1,-1 1,1-1,0 1,-1 0,1-1,0 1,0-1,0 1,0-1,0 0,0 0,1 1,-1-1,0 0,1 0,-1 0,0 0,1 0,-1 0,1-1,0 1,-1 0,1-1,0 0,-1 1,2-1,0-2,-2 0,1 0,0 0,0 0,-1-1,1 1,-1-1,0 1,0-1,0 0,0 1,0-1,0 0,-1 0,1 1,-1-1,0 0,0 0,0 0,0 1,0-1,-1 0,0 0,0-2,-13-25,14 29,0 1,0-1,-1 1,1 0,0-1,-1 1,1 0,0-1,-1 1,1 0,-1-1,1 1,0 0,-1 0,1 0,-1-1,1 1,-1 0,1 0,-1 0,1 0,-1 0,1 0,-1 0,1 0,-1 0,1 0,-1 0,1 0,-1 0,1 1,0-1,-1 0,1 0,-1 0,1 1,-1-1,1 0,0 0,-1 1,1-1,0 0,-1 1,1-1,0 1,-1-1,1 0,0 1,0-1,-1 1,1-1,0 1,0-1,0 1,0-1,0 1,0-1,0 1,0-1,0 1,0-1,0 1,-4 11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12.6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 55,'-29'-21,"29"20,0 0,0 1,0-1,0 0,0 1,0-1,0 0,0 1,0-1,0 0,0 1,0-1,0 0,1 1,-1-1,0 0,0 1,1-1,-1 1,1-1,-1 1,0-1,1 1,-1-1,1 1,-1-1,1 1,-1-1,1 1,-1 0,1-1,0 1,-1 0,1-1,0 1,-1 0,1 0,-1 0,1 0,0 0,-1 0,1 0,0 0,-1 0,1 0,0 0,-1 0,1 0,0 0,-1 0,1 1,0-1,132-5,830 1,-722-1,-234 5,-5 0,1-1,-1 1,0 0,0 0,0 0,0 0,0 0,1 1,-1-1,0 1,0-1,0 1,0 0,0 0,0-1,0 1,-1 1,1-1,1 1,-23 27,-2-13</inkml:trace>
  <inkml:trace contextRef="#ctx0" brushRef="#br0" timeOffset="-355.598">699 233,'-2'-10,"-1"0,0 9,1 15,0 22,1 21,-2 17,-3 13,0 4,-2 2,1-6,2-11,1-12,-1-13,-4-14,0-13</inkml:trace>
  <inkml:trace contextRef="#ctx0" brushRef="#br0" timeOffset="620.829">1041 860,'17'-1,"0"-2,0 0,0-1,-1-1,1 0,-1-1,0-1,-1-1,0 0,0-1,0 0,-2-1,1-1,-1 0,0-1,-1 0,-1-1,0-1,-1 1,0-2,-1 1,-1-1,1-2,-7 14,0 0,0 1,0-1,0 0,0 0,0 0,-1 0,0 0,0-1,0 1,0 0,0 0,0-1,-1 1,0-1,1 1,-1 0,-1-1,1 1,0-1,-1 1,0 0,0-1,0 1,0 0,0 0,-1 0,1 0,-1 0,0 0,0 0,0 0,0 1,0-1,-1 1,1-1,-1 1,0 0,1 0,-1 0,0 1,-1-1,-1 0,-1 1,1 1,-1-1,1 1,-1 0,1 0,-1 0,1 1,-1-1,1 2,-1-1,1 0,0 1,0 0,0 0,0 1,0 0,0 0,0 0,1 0,0 0,-1 1,1 0,1 0,-1 0,0 0,1 1,0-1,0 1,-3 5,0 0,0 0,1 0,1 1,-1 0,2 0,0 0,0 0,1 1,0-1,1 0,0 1,1 8,1-11,1 0,-1 0,2 0,-1 0,1 0,1 0,0-1,0 0,0 1,1-2,0 1,1 0,0-1,0 0,0-1,1 1,0-1,0 0,1-1,0 0,-1 0,2-1,5 3,7 2,1 0,-1-1,2-2,-1 0,1-2,0 0,0-1,23-1,-24-2,0-1,0-2,0 0,0-1,11-4,23-10</inkml:trace>
  <inkml:trace contextRef="#ctx0" brushRef="#br0" timeOffset="1622.156">1833 669,'-1'-1,"1"0,0 0,0 0,-1 0,1 0,-1 0,1 0,-1 0,1 1,-1-1,0 0,1 0,-1 0,0 1,0-1,0 0,1 1,-1-1,0 0,0 1,0-1,0 1,0 0,0-1,0 1,0 0,0 0,0-1,0 1,0 0,-1 0,1 0,0 0,0 0,0 1,0-1,0 0,0 0,0 1,0-1,0 1,0-1,0 1,0-1,0 1,1-1,-1 1,0 0,0-1,0 1,-1 8,0-1,0 1,1 0,1-1,-1 1,1 0,1 0,-1-1,1 1,1 0,0-1,0 0,1 1,0-1,0 0,1 0,3 6,-4-7,-1 0,1 0,1 0,-1 0,1-1,0 0,0 1,1-1,0-1,0 1,0-1,1 0,0 0,0-1,0 1,0-1,1-1,0 1,0-1,0 0,0-1,0 1,0-2,1 1,-1-1,1 0,-1 0,1-1,-1 0,1 0,4-2,-4 0,1-2,-1 1,0-1,0 0,0 0,0-1,-1 0,0-1,0 0,0 0,-1 0,0-1,0 1,-1-2,0 1,0 0,0-1,-1 0,0 0,-1-1,3-6,0 0,-2 0,0-1,0 1,-2-1,0 0,0 0,-2 0,0 0,-2-14,2 26,0 0,-1 1,1-1,-1 1,1-1,-1 1,0-1,-1 1,1 0,-1-1,1 1,-1 0,0 0,0 0,0 0,0 1,-3-3,4 6,-1-1,1 1,-1-1,1 1,0 0,-1 0,1 0,0 0,-1 0,1 0,0 0,0 0,0 1,0-1,0 0,0 1,0-1,1 0,-1 1,0-1,1 1,-1 0,1-1,0 1,-1-1,1 1,0-1,0 1,0 0,0-1,0 2,0-3,-2 14,1 1,0-1,0 1,2-1,0 0,0 1,2-1,-1 0,2 0,4 11,-6-17,1 0,1-1,-1 0,1 0,1 0,-1 0,1 0,0-1,1 0,-1 0,1 0,0-1,1 0,-1 0,1-1,0 1,0-2,1 1,6 2,-5-3,-1-1,1 0,0-1,0 1,0-2,0 1,0-1,0 0,0-1,0 0,0-1,0 0,-1 0,1-1,0 0,-1 0,0-1,0 0,0-1,0 0,-1 0,0 0,0-1,0 0,-1-1,0 1,0-1,0 0,-1-1,2-3,1-8,0-1,-1 0,-1-1,-1 1,-1-1,-1 0,-1 0,0-9,-2 8,-2 17,-2 16,1 6,0-1,1 1,1 0,0-1,1 1,1 0,1 0,0-1,1 1,5 13,-5-23,0-1,1 0,0 0,0-1,0 1,0-1,1 0,0 0,0-1,1 1,-1-1,1 0,0 0,0-1,0 0,0 0,1 0,-1-1,1 0,0 0,-1-1,3 0,13 3,0-1,1-2,-1 0,1-1,-1-2,7-1,-3 0,0-2,0-1,-1-1,0-1,-1-2,0 0,0-1,-1-2,20-13,-42 25,-1 1,1 0,0 0,-1-1,1 1,0 0,-1 0,1 0,0 0,-1 0,1 0,0 0,-1 0,1 0,0 1,-1-1,1 0,0 0,-1 0,1 1,0-1,-1 0,1 1,-1-1,1 1,-1-1,1 1,-1-1,1 1,-1-1,1 1,-1-1,0 1,1-1,-1 1,0 0,1-1,-1 1,0 0,0-1,0 1,0 0,1-1,-1 1,0 0,0 0,0-1,0 1,-1 0,1-1,0 1,8 18,0-12,1-1,0 0,0 0,0-1,0 0,1 0,0-1,0 0,0-1,1 0,-1-1,1 0,0-1,-1 0,1 0,5-1,-4 1,1 1,-1-1,0-1,0-1,1 1,-1-2,0 0,0 0,0-1,-1 0,1-1,-1-1,1 0,-1 0,-1-1,1-1,-1 1,0-2,-1 1,7-7,-14 10,1 1,-1-1,0 0,0 1,-1-1,1 0,-1 0,0 0,0 0,0 0,0 0,-1 0,0-1,0 1,0 0,0 0,-1 0,1 0,-1 0,0-1,0 1,-1 1,1-1,-1 0,0 0,0 0,0 1,0-1,-1 1,1 0,-1 0,-4-6,-1 1,1 0,-2 0,1 1,-1 0,0 1,0 0,-1 0,0 1,0 1,-3-2,-1 1,1 1,-2 1,1 0,0 0,-1 2,1-1,-1 2,1 0,-1 1,1 0,-2 2,9-2,1 0,-1 1,0 0,0 0,1 1,-1 0,1 0,0 1,0 0,0 0,0 0,1 0,0 1,0 0,0 0,0 1,1-1,0 1,0 0,0 0,1 0,0 1,-1 2,2-1,0 0,1 0,0 0,0 0,1 0,0 0,0 0,1 1,0-1,0-1,1 1,0 0,1 0,-1-1,2 1,-1-1,1 0,0 0,0 0,1 0,0-1,0 0,1 0,-1 0,1-1,0 1,1-2,0 1,-1-1,1 0,1 0,-1-1,0 1,1-2,0 1,-1-1,5 0,1 1,-1-1,0 0,0-1,1-1,-1 0,1 0,9-2,26-7</inkml:trace>
  <inkml:trace contextRef="#ctx0" brushRef="#br0" timeOffset="1840.293">3580 110,'-16'-9,"-12"-6,-9 0,-2 3,-2 3,4 5,6 11,8 10,8 13,7 9,9 6,4-5</inkml:trace>
  <inkml:trace contextRef="#ctx0" brushRef="#br0" timeOffset="1991.887">3635 806,'19'9,"12"3,9 3,9-3,10-2,8-8,10-9,6-10,-12-2</inkml:trace>
  <inkml:trace contextRef="#ctx0" brushRef="#br0" timeOffset="35601.405">221 1393,'129'12,"0"-6,-1-5,1-6,61-13,-95 10,1270-81,-741 52,-326 18,-1-14,284-68,-427 57,-154 44,-1 0,1-1,0 1,0 0,0 0,0-1,0 1,0 0,0 0,0-1,0 1,0 0,0 0,0-1,0 1,0 0,0 0,0-1,0 1,0 0,0 0,0-1,0 1,0 0,1 0,-1-1,0 1,0 0,0 0,0 0,1-1,-1 1,0 0,0 0,0 0,1 0,-1 0,0-1,0 1,0 0,1 0,-1 0,0 0,0 0,1 0,-1 0,-22-1,22 1,-16 1</inkml:trace>
  <inkml:trace contextRef="#ctx0" brushRef="#br0" timeOffset="36116.026">4619 369,'36'10,"-34"-9,1 0,-1-1,0 1,1-1,-1 0,1 1,-1-1,0 0,1-1,-1 1,0 0,1-1,-1 1,0-1,1 0,-1 0,0 0,0 0,0 0,0 0,0 0,0-1,0 1,0-1,-1 0,1 1,0-1,-1 0,1 0,-1 0,0 0,0 0,0 0,0 0,0-1,0 1,0 0,-1 0,1-1,-1-1,0 0,0 0,-1 1,1-1,-1 0,0 0,0 1,0-1,0 0,-1 1,0-1,1 1,-1 0,-1-1,1 1,0 0,-1 0,1 1,-1-1,0 0,0 1,0 0,0 0,0 0,-1 0,1 0,-1 0,1 1,-1 0,0 0,1 0,-1 0,0 0,0 1,0 0,-1 0,3 0,1 0,-1 0,1 0,-1 0,1 1,-1-1,1 1,-1-1,1 1,0-1,-1 1,1 0,0 0,0 0,-1 0,1 0,0 0,0 0,0 0,0 0,0 0,0 1,0-1,1 0,-1 1,0-1,1 0,-1 1,1-1,0 1,-1-1,1 1,0-1,0 1,0-1,0 1,0-1,0 1,0-1,0 1,1 0,0 21</inkml:trace>
  <inkml:trace contextRef="#ctx0" brushRef="#br0" timeOffset="36393.284">4727 806,'5'10,"-3"-5,0 0,0 0,0 0,0 0,1-1,0 1,0-1,0 0,1 1,-1-2,1 1,0 0,0-1,0 1,1-1,-1-1,1 1,0 0,4 1,-7-4,-1 0,1 0,-1 0,1 0,-1 0,1 0,-1 0,1 0,-1-1,1 1,-1-1,0 1,1-1,-1 0,1 1,-1-1,0 0,0 0,1 0,-1 0,0 0,0 0,0 0,0 0,0 0,0-1,-1 1,1 0,0-1,-1 1,1 0,-1-1,1 1,-1-1,0 1,1-1,-1 1,0-1,0 1,0-2,-12-60,11 61,0-1,0 1,0 0,0 0,-1 0,1 0,-1 0,0 0,1 0,-1 0,0 1,0-1,0 1,0-1,0 1,-1 0,1 0,0 0,0 0,-1 0,1 1,-1-1,1 1,-1-1,1 1,-1 0,1 0,-1 0,1 0,0 0,-1 1,1-1,-1 1,1 0,-1 0,1-1,0 1,0 1,-1-1,1 0,0 1,0-1,0 1,0-1,1 1,-1 0,0 0,-1 2,0 0,1 0,-1 0,1 1,-1-1,1 1,0 0,1 0,-1 0,1 0,0 0,1 0,-1 0,1 0,0 0,0 0,0 0,1 0,-1 0,1 0,1 0,-1 0,1 0,0 0,0 0,2 2,15 20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51.6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0,'7'0,"12"3,14 0,15-1,16 1,13-2,8 0,3 0,-2-1,-8 0,-13 0,-15 0,-14 0,-16 0,-8 0,-2 0,-2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55.8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 27,'-16'-12,"-3"1,6 7,15 11,16 14,14 10,2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57.3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366 509,'-46'-6,"-1"2,0 2,1 2,-9 2,50-2,1 0,-1 0,0 0,0 0,0 1,0 0,0 0,0 0,1 1,-1 0,0 0,1 0,0 0,-1 0,1 1,0 0,0 0,1 0,-1 1,0-1,1 1,0 0,0 0,0 0,1 0,-1 0,1 1,0-1,0 1,0-1,1 1,0 0,0 0,0 0,0 0,1-1,0 1,0 0,0 0,0 0,1 0,1 3,0-2,1-1,0 0,1 1,-1-1,1 0,0-1,0 1,0-1,1 0,0 0,0 0,0 0,0-1,0 0,1 0,0-1,-1 1,1-1,0 0,0-1,0 1,0-1,2 0,7 1,1-1,0 0,0 0,0-2,-1 0,1-1,0 0,9-4,-13 3,1-1,-1 0,1-1,-1 0,-1-1,1 0,-1-1,0 0,-1-1,1 0,-2 0,1-1,-1-1,0 0,-1 0,0 0,-1-1,0 0,-1-1,0 1,-1-1,0-1,-1 1,0-1,-1 1,0-6,-1-11,-1-1,-2 0,-1 1,-1-1,-2 1,-1-1,-1 2,-1-1,-2 1,0 0,-2 1,-5-5,-30-44,47 75,-1 0,0 0,1 1,-1-1,0 0,1 0,-1 0,0 0,0 1,0-1,0 0,1 1,-1-1,0 1,0-1,0 1,0-1,-1 1,1 0,0-1,0 1,0 0,0 0,0 0,0 0,0 0,0 0,-1 0,1 0,0 0,0 1,0-1,0 0,0 1,0-1,0 1,0-1,0 1,0-1,0 1,0 0,0-1,1 1,-1 0,0 0,0 0,1 0,-1 0,-20 55,16-26,1 0,2-1,1 1,1 0,1 0,2 0,1-1,1 1,2-1,1 0,1-1,9 21,-10-32,0 0,1-1,0 0,1 0,1-1,1 0,0-1,1-1,0 0,1 0,0-2,1 0,1 0,-1-1,2-1,-1-1,1 0,0-1,1-1,0-1,0 0,-8-3,-1 1,1-2,-1 1,1-1,-1-1,1 0,0 0,0-1,-1 0,1-1,-1 0,1 0,-1-1,0 0,0-1,0 0,0 0,-1-1,0 0,0 0,0-1,0 0,-1-1,0 0,-1 0,1 0,-1-1,-1 0,1 0,-1-1,0-1,0 0,-1 0,0 0,-1-1,0 0,-1 1,0-1,-1 0,0 0,-1 0,0 0,0 0,-1 0,-1 1,0-1,-1-5,2 14,0 0,1 0,-1 0,0 0,0 1,0-1,0 0,-1 0,1 1,0-1,-1 1,1-1,-1 1,1 0,-1 0,0-1,0 1,1 0,-1 0,0 1,0-1,0 0,0 1,0-1,0 1,0 0,0-1,0 1,0 0,0 0,0 0,0 1,0-1,0 0,0 1,0 0,0-1,0 1,0 0,0 0,0 0,0 0,1 0,-1 1,-3 3,0 0,1 1,-1-1,1 1,1 0,-1 1,1-1,0 1,1-1,-1 1,1 0,1 0,-1 0,1 0,0 0,1 0,0 0,0 0,0 0,1 0,0 0,1 0,-1 0,1 0,1 0,-1 0,1-1,1 2,4 3,0-1,1-1,0 1,1-2,0 1,0-1,1-1,0 1,0-2,1 0,-1 0,2-1,-1-1,0 0,2 0,61 19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57.8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87 11,'194'-9,"-191"8,1 1,-1 0,0 0,0 0,0 0,0 0,0 1,1-1,-1 1,0 0,0 0,0 0,0 0,-1 1,1-1,0 1,-1 0,1 0,0 0,-1 0,0 0,0 0,0 0,0 1,0-1,0 1,0 0,0 1,-2 0,0 1,-1 0,0-1,0 1,0-1,0 1,0-1,-1 0,0 1,0-1,0 0,-1 0,1-1,-1 1,-2 3,-22 25,-1-1,-2-1,-1-2,-1-1,-1-2,-5 2,-35 28,33-13,40-41,1 0,-1 0,0 0,0 0,1 0,-1 0,1 0,-1 0,1 0,-1 0,1 0,0 0,-1-1,1 1,0 0,0 0,0-1,0 1,-1 0,1-1,0 1,0-1,0 1,0-1,0 0,0 1,0-1,0 0,1 0,-1 0,0 0,0 0,0 0,0 0,0 0,0 0,39 4,0-2,0-2,0-2,-1-1,1-2,11-4,-27 5,213-39,-131 21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4:04.4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4:03.0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89 452,'-10'-58,"1"1,4-1,1-1,4-30,-1 74,-3 21,-4 25,-9 55,3 0,4 0,4 22,5-94,1 1,1-1,0 0,1 1,1-1,0 0,1 0,0-1,5 9,7 7</inkml:trace>
  <inkml:trace contextRef="#ctx0" brushRef="#br0" timeOffset="483.729">513 178,'-3'-5,"0"-1,0 1,0 0,-1 0,0 0,0 0,0 1,-1-1,1 1,-1 0,0 0,0 1,0 0,-1 0,1 0,-1 0,1 1,-1 0,0 0,0 1,0-1,0 1,0 1,-1-1,1 1,0 0,0 0,0 1,0 0,-2 0,-1 3,0 1,0-1,0 1,1 1,0 0,0 0,0 0,1 1,0 0,0 1,1-1,0 1,0 1,1-1,0 1,1 0,0 0,0 0,0 0,2 1,-3 8,5-15,-1 0,1 0,0 0,0 0,0 0,1 0,-1 0,1 0,0 0,-1 0,1 0,0 0,1 0,-1-1,0 1,1-1,0 1,-1-1,1 1,0-1,0 0,1 0,-1 0,0 0,1 0,-1 0,1-1,-1 1,1-1,0 0,0 0,0 0,2 1,4 0,-1 0,1 0,-1-1,1 0,0-1,-1 1,1-2,0 1,-1-1,1-1,3 0,0-2,0-1,-1 0,1-1,-1 0,0-1,-1 0,0 0,0-1,0 0,6-8,3-2,-19 17,1 0,0 0,0 0,0 0,0 0,0 1,0-1,0 0,0 0,0 1,0-1,0 0,1 1,-1-1,0 1,0 0,1-1,-1 1,0 0,1 0,-1 0,0 0,0 0,1 0,-1 0,0 0,1 0,-1 1,0-1,0 0,1 1,-1-1,0 1,0 0,0-1,0 1,0 0,0 0,0-1,0 1,0 0,0 0,0 0,0 0,0 0,-1 1,1-1,0 1,5 14,0 0,0 1,-2-1,0 1,-1 1,0-1,-1 18,-2-33,2 17,-1 0,-1 0,-1 0,0 1,-1-1,-2 0,0 3,2-16,0 1,0 0,-1-1,1 0,-1 1,-1-1,1 0,-1-1,0 1,0-1,-1 1,0-1,0-1,0 1,0-1,-1 0,0 0,1 0,-1-1,-1 0,-2 1,-9 0,5-4</inkml:trace>
  <inkml:trace contextRef="#ctx0" brushRef="#br0" timeOffset="760.5">745 97,'5'13,"8"13,11 10,14 7,11 4,7 4,4 1,-3-2,-5-5,-7-6,-12-6,-11-7,-11-8,-13-5,-12-4,-12-4,-8-5,2-3</inkml:trace>
  <inkml:trace contextRef="#ctx0" brushRef="#br0" timeOffset="1135.024">813 69,'0'-3,"0"0,1 0,-1 0,1 0,-1 0,1 0,0 0,0 1,0-1,1 0,-1 1,0-1,1 1,0-1,0 1,0 0,0 0,0 0,0 0,0 0,1 0,-1 0,1 1,-1-1,1 1,0 0,-1 0,1 0,0 0,0 0,0 1,0-1,0 1,0 0,0-1,0 2,2-1,11 1,-1 0,0 2,0-1,0 2,0 0,-1 1,1 0,-1 1,0 1,-1 0,0 1,0 0,0 1,-1 1,2 2,-10-9,0 1,0 1,0-1,0 1,0-1,-1 1,0 0,0 0,-1 0,1 1,-1-1,0 1,0-1,-1 1,0 0,0 0,0-1,-1 1,0 0,0 0,0 0,-1 0,0-1,0 1,0 0,-1-1,-1 5,-10 11,-1 0,0-2,-2 1,0-2,-2 0,1-1,-2-1,0-1,-1-1,-5 3,-8 7,0 1,-89 79,121-103,-1 1,1-1,-1 0,1 1,-1-1,1 1,0-1,0 1,-1 0,1 0,0-1,1 1,-1 0,0 0,1 0,-1 0,1 0,-1 0,1 0,0 0,0 0,0 0,0 0,0 0,0 0,1 0,-1 0,1 0,-1 0,1 0,0 0,0 0,0 0,0 0,0-1,0 1,9 5,0-1,0-1,1 1,0-2,0 1,0-2,0 0,1 0,-1-1,1 0,0-1,0 0,-1-1,1 0,-6 0,177-1,-127-2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4:01.7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 1,'18'10,"0"0,1-2,0 0,0-1,1-1,0-1,0 0,1-2,-1 0,1-2,-1 0,1-1,14-2,52-15,-86 18,-1-1,1 1,-1-1,1 1,-1-1,1 1,-1 0,1-1,-1 1,0 0,1-1,-1 1,0 0,1-1,-1 1,0 0,0 0,0-1,0 1,0 0,0 0,0-1,0 1,0 0,0 0,0-1,0 1,-1 0,1 0,0-1,0 1,-1 0,1-1,-1 1,1 0,0-1,-1 1,1-1,-1 1,0-1,1 1,-1-1,1 1,-1-1,0 0,1 1,-2 3,-25 58,3 2,3 1,3 1,3 0,2 1,-2 58,3 51,10-155,-1-7</inkml:trace>
  <inkml:trace contextRef="#ctx0" brushRef="#br0" timeOffset="264.803">0 479,'14'0,"18"0,21 0,17-2,12-4,10-2,4-3,-1-3,-9-8,-18 1</inkml:trace>
  <inkml:trace contextRef="#ctx0" brushRef="#br0" timeOffset="637.81">805 15,'-5'93,"-4"0,-12 50,11-83,3 31,7-89,1-1,0 1,-1 0,1-1,0 1,0-1,0 1,0-1,0 0,0 1,0-1,1 0,-1 0,0 0,1 0,-1 0,1 0,-1 0,1 0,-1-1,1 1,-1 0,1-1,0 0,0 1,-1-1,1 0,0 0,-1 0,1 0,0 0,0 0,-1 0,2-1,60-15,-45 8,-1-1,0 0,-1-2,0 0,0 0,-1-2,-1 0,0 0,-1-1,0-1,-1 0,8-15,-18 26,2-1,-21 37,6 5,2 0,1 1,2 0,1 0,2 1,2-1,2 0,1 1,2-1,2 5,2 12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58.5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228 784,'-7'-3,"0"0,0 0,-1 1,1 0,-1 1,1 0,-1 0,0 0,0 1,1 0,-1 1,0-1,1 2,-1-1,1 1,-1 0,1 0,0 1,0 0,0 1,0-1,0 1,1 1,0-1,0 1,-1 0,4 0,-1-1,1 1,0-1,0 1,0 0,1 0,0 0,0 0,0 0,1 1,-1-1,1 1,0-1,1 1,-1-1,1 1,1-1,-1 1,1 0,0-1,0 1,0-1,1 0,-1 1,1-1,1 0,-1 0,1 0,0-1,0 1,0-1,1 1,0-1,-1 0,2 0,-1-1,0 1,2 0,9 3,1-1,1 0,-1-1,1-1,0-1,0 0,0-1,0-1,0 0,0-2,1 0,-1 0,0-2,0 0,-1-1,9-4,-5 3,0-1,0 0,-1-2,0 0,0-2,16-10,-28 16,-1-1,1 0,-1 0,0 0,0-1,-1 0,1 0,-1 0,-1 0,1-1,-1 0,0 0,-1 0,0-1,0 1,0-1,-1 0,0 1,0-3,-13-30,11 40,0-1,-1 0,1 1,-1-1,1 1,-1-1,1 1,-1-1,1 1,-1-1,0 1,1 0,-1-1,0 1,1 0,-1-1,0 1,1 0,-1 0,0 0,0 0,1 0,-1 0,0 0,0 0,1 0,-1 0,0 0,1 0,-1 0,0 1,0-1,1 0,-1 0,1 1,-1-1,0 1,1-1,-1 0,1 1,-1-1,0 1,1 0,0-1,-1 1,1-1,-1 1,1 0,0-1,-1 1,1 0,0-1,0 1,-4 7,0 0,1 0,1 1,-1-1,1 1,1-1,-1 1,1 0,1-1,0 1,0 0,1 0,0 1,-1-3,1 0,0-1,0 1,0 0,1-1,0 1,0-1,1 0,-1 0,2 0,-1 0,0 0,1-1,0 1,1-1,-1 0,1 0,0-1,0 1,0-1,0 0,1-1,0 1,0-1,3 1,18 4</inkml:trace>
  <inkml:trace contextRef="#ctx0" brushRef="#br0" timeOffset="247.849">542 402,'-2'12,"10"15,14 10,14 8,2-4</inkml:trace>
  <inkml:trace contextRef="#ctx0" brushRef="#br0" timeOffset="636.814">938 1099,'11'-27,"-1"-1,-1 0,-1-1,-2 1,-1-1,-1 0,-2-1,-1-21,-1 44,0 6,0 0,0 0,-1 0,1 0,0 0,0-1,0 1,0 0,0 0,0 0,0 0,1 0,-1 0,0 0,1 0,-1 0,0 0,1 0,-1 0,1 0,0 0,-1 0,1 0,0 0,-1 1,1-1,0 0,0 0,0 1,0-1,0 1,0-1,0 1,0-1,0 1,0-1,0 1,1 0,138 20,-129-17,-3-3,1 0,-1 1,1 1,-1-1,0 1,0 1,0 0,0 0,0 0,-1 1,1 0,-1 0,0 1,0 0,-1 1,1-1,-1 1,0 0,-1 1,0-1,0 1,0 0,-1 0,1 2,-3 0,-1 0,-1 1,1-1,-1 0,-1 0,0 0,0 0,-1 1,0-2,0 1,-2 2,-9 56,14-64,-1 0,1 0,1 0,-1 0,0-1,1 1,-1 0,1-1,0 1,0-1,0 0,0 1,0-1,0 0,1 0,-1-1,1 1,-1 0,1-1,0 0,0 1,0-1,0 0,-1 0,1-1,0 1,0-1,1 1,-1-1,0 0,0 0,0 0,0-1,0 1,1-1,48 2,-1-3</inkml:trace>
  <inkml:trace contextRef="#ctx0" brushRef="#br0" timeOffset="1461.379">1908 893,'-7'-1,"0"1,0 0,0-1,0 2,0-1,0 1,0 0,0 1,1 0,-1 0,0 0,1 1,-1 0,1 0,0 0,0 1,1 0,-1 0,1 1,0-1,0 1,0 1,0-1,1 0,0 1,0 0,1 0,0 0,0 1,0-1,0 1,3-3,0-1,0 1,0 0,0 0,1-1,0 1,-1 0,1 0,0-1,1 1,-1-1,1 1,0-1,-1 0,2 1,-1-1,0 0,0 0,1-1,0 1,0 0,-1-1,1 0,1 1,-1-1,0 0,0-1,1 1,-1-1,4 2,114 27,-97-27,1-1,0-1,-1-1,1-1,0-1,-1-1,1-2,-1 0,0-1,-1-2,8-3,-25 8,-1 1,1-1,-1 0,0-1,0 1,0-1,0 0,-1 0,0-1,1 1,-2-1,1 0,0 0,-1 0,0-1,0 1,-1-1,1 0,-1 1,-1-1,1 0,-1 0,0 0,0-1,0 1,-1 0,0 0,-1 0,1 0,-1 0,-1-4,2 10,-1 0,1 1,0-1,-1 0,1 1,-1-1,1 0,0 0,-1 0,1 1,-1-1,1 0,0 0,-1 0,1 0,-1 0,1 0,-1 0,1 0,-1 0,1 0,0 0,-1 0,1 0,-1 0,1 0,-1-1,1 1,0 0,-1 0,1 0,-1-1,1 1,0 0,-1 0,1-1,0 1,0 0,-1-1,1 1,0 0,-1-1,1 1,0-1,0 1,0 0,0-1,-1 1,1-1,0 1,0-1,0 1,-1 6,0 0,1 0,0 0,0-1,0 1,1 0,0 0,0 0,0 0,1 0,0-1,0 1,0-1,1 1,0-1,0 0,0 0,1 0,-1 0,1-1,0 0,1 1,-1-1,1-1,0 1,0-1,0 0,0 0,0 0,1-1,-1 0,1 0,-1 0,1 0,2-1,7 3,0-1,0-1,1-1,-1 0,0 0,1-2,-1 0,0-1,0 0,0-1,0-1,0 0,-1-1,0-1,0 0,0-1,-1 0,0-1,0-1,-1 0,0-1,1-1,-8 6,-1 0,0 0,-1 0,1 0,-1-1,0 0,0 1,-1-1,1 0,-1 0,-1 0,1-1,-1 1,0-2,0 16,1-1,0 1,0-1,1 1,0-1,1 0,-1 0,1 0,0-1,1 1,0-1,0 0,0 0,1-1,0 0,0 0,0 0,0-1,1 1,0-2,6 4,-6-4,1 0,0 0,0-1,0 0,0 0,0-1,0 0,0 0,0-1,0 0,0 0,1-1,-1 0,0-1,0 0,0 0,-1 0,1-1,-1 0,1-1,-1 0,0 0,0 0,0-1,-1 0,0-1,0 1,0-1,-1 0,1 0,-1-1,-1 0,3-4,29-79,-31 113,-5-3,-2-13,1-1,0 0,1 1,-1-1,1 1,1-1,-1 1,1-1,0 1,0-1,1 0,0 1,0-1,1 0,-1 0,1-1,1 1,-1-1,1 1,0-1,0 0,0 0,1-1,0 1,0-1,0 0,63 8,-33-13</inkml:trace>
  <inkml:trace contextRef="#ctx0" brushRef="#br0" timeOffset="1629.443">3192 429,'4'16,"9"15,3 2</inkml:trace>
  <inkml:trace contextRef="#ctx0" brushRef="#br0" timeOffset="2174.984">3451 1003,'19'-35,"-2"0,-1 0,-2-2,-2 0,-1-1,-1 0,1-26,1-66,-6 0,-6 0,-8-37,-1 62,3 83,0 22,-8 61,6 13,2 0,4 1,3 0,3 0,4-1,3 0,3 0,3-1,23 59,-38-123,0-1,0 0,1 1,0-1,0 0,0-1,1 1,1-1,-1 0,1 0,0 0,1 0,0-1,0 0,0 0,1-1,0 0,0 0,0 0,0-1,1 0,0 0,-1-1,2 0,-1-1,0 1,3-1,-3-3,0 1,1-2,-1 1,0-1,0 0,0-1,0 0,0 0,0-1,-1 0,1 0,-1-1,-1 0,1 0,0 0,-1-1,0 0,-1 0,1-1,-1 0,0 0,6-10,0 0,-1 0,-1-1,-1 0,0-1,-2 1,0-1,1-9,0-34,-7 62,0-1,0 1,0 0,-1-1,1 1,0-1,0 1,0 0,0-1,0 1,0 0,-1-1,1 1,0 0,0-1,0 1,-1 0,1-1,0 1,-1 0,1 0,0-1,-1 1,1 0,0 0,-1 0,1-1,0 1,-1 0,1 0,0 0,-1 0,1 0,-1 0,1 0,0 0,-1 0,1 0,-1 0,1 0,0 0,-1 0,1 0,-1 0,1 0,0 0,-1 1,1-1,0 0,-1 0,1 0,0 1,-1-1,1 0,0 1,0-1,-1 0,1 0,0 1,0-1,-1 0,1 1,0-1,0 1,0-1,0 0,0 1,0-1,-1 1,-4 8,1 0,0 1,0-1,1 1,0 0,0 0,1 1,1-1,0 0,0 1,1-1,0 1,2 6,-2-9,0-1,1 1,0 0,0 0,1 0,0-1,1 1,0-1,0 0,0 1,1-1,0-1,0 1,1-1,0 1,0-1,0-1,1 1,0-1,0 0,0 0,1-1,0 1,0-2,0 1,0-1,3 1,33 5,-2-7</inkml:trace>
  <inkml:trace contextRef="#ctx0" brushRef="#br0" timeOffset="2438.281">3464 293,'17'-3,"23"-2,26-1,28 1,23-2,14-1,5-4,-22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54.2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61,'14'1,"1"0,-1 2,-1-1,1 2,0 0,-1 1,0 0,0 1,0 0,-1 1,0 1,0 0,-1 0,0 1,0 0,-1 1,0 1,-1-1,0 2,-1-1,0 1,-1 0,0 1,-1-1,0 1,-1 1,-1-1,0 1,-1 0,0 0,-1 0,-1 0,0 8,61-162,16 11,-78 128,0 1,1-1,-1 0,0 1,0-1,1 1,-1-1,0 1,1-1,-1 1,0-1,1 1,-1 0,1-1,-1 1,1-1,-1 1,1 0,-1-1,1 1,-1 0,1 0,0 0,-1-1,1 1,-1 0,1 0,0 0,-1 0,1 0,-1 0,1 0,0 0,-1 0,1 0,-1 1,1-1,-1 0,1 0,0 0,-1 1,1-1,-1 0,1 1,-1-1,1 0,-1 1,0-1,1 1,-1-1,1 1,-1 0,8 33,-4 12,-3-22,1-1,1 0,1 0,1-1,1 1,8 20,-12-39,-1-1,1 1,0-1,0 0,0 0,1 0,-1 0,1 0,0 0,0-1,0 1,0-1,0 0,0 0,1 0,-1 0,0-1,1 1,0-1,-1 0,2 0,21 3</inkml:trace>
  <inkml:trace contextRef="#ctx0" brushRef="#br0" timeOffset="322.656">738 224,'27'0,"0"-2,-1 0,1-1,-1-2,0-1,0-1,-1-1,0-1,19-10,-39 16,0 1,0-1,0 0,-1 0,0 0,1-1,-1 0,0 0,-1 0,1 0,-1 0,0-1,0 1,0-1,-3 3,0 0,0 1,-1-1,1 0,0 1,-1-1,1 1,-1-1,0 0,0 1,1 0,-1-1,0 1,0-1,0 1,-1 0,1 0,0 0,0 0,-1 0,1 0,0 0,-1 0,1 0,-1 0,1 1,-1-1,0 1,1-1,-1 1,1 0,-1-1,0 1,1 0,-1 0,0 0,0 0,1 1,-1-1,1 0,-1 1,-1 0,-9 0,1 0,-1 1,1 0,0 1,0 0,0 1,0 0,0 1,1 0,0 0,0 1,0 1,1-1,0 2,0-1,1 1,0 1,0-1,1 1,0 1,1-1,0 1,0 0,-1 6,6-13,-1 0,1 1,1-1,-1 0,0 0,1 1,-1-1,1 0,0 1,0-1,1 0,-1 0,1 1,-1-1,1 0,0 0,0 0,0 1,1-1,-1 0,1-1,0 1,0 0,0 0,0-1,0 1,0-1,1 0,-1 0,1 0,0 0,2 1,5 4,1-2,0 0,1 0,-1-1,1 0,0-1,0 0,4-1,57 7,-3-4</inkml:trace>
  <inkml:trace contextRef="#ctx0" brushRef="#br0" timeOffset="665.761">1353 61,'30'52,"2"0,2-2,3-1,31 30,-21-40,-45-38,-1 0,1 0,0 0,-1-1,1 1,0 0,-1-1,1 1,0-1,0 1,0-1,-1 0,1 0,0 0,0 0,0 0,0 0,-1-1,1 1,0-1,0 1,-1-1,1 1,0-1,-1 0,1 0,0 0,-1 0,1 0,0-1,4-7,-1 1,-1-1,1 0,-1 0,-1-1,0 1,0-1,-1 0,0 0,-1 0,0 0,0 1,-2-11,1 20,2-32,-3 22,0-1,1 1,1-1,-1 1,2-1,0 1,0 0,0 0,2 0,-1 0,1 0,1 0,-1 1,2 0,-1 0,1 0,0 1,3-2,14-7</inkml:trace>
  <inkml:trace contextRef="#ctx0" brushRef="#br0" timeOffset="1033.8">2103 142,'-11'12,"0"1,1 0,1 1,0 0,1 0,1 1,0 0,-4 13,10-26,0 1,1-1,-1 1,1-1,0 1,0-1,0 1,0-1,0 1,0-1,1 1,-1-1,1 1,-1-1,1 0,0 1,0-1,0 0,1 0,-1 1,0-1,1 0,-1 0,1 0,0-1,0 1,0 0,0-1,0 1,0-1,0 0,0 1,0-1,1 0,-1 0,1-1,-1 1,0 0,2-1,9 3,-1 0,1-2,-1 1,1-2,0 0,-1 0,1-1,0 0,-1-2,1 1,10-5,-17 6,0-1,0-1,0 1,0-1,-1 0,1 0,-1 0,0-1,0 0,0 0,0 0,-1-1,0 1,0-1,0 0,0-1,-1 1,0 0,0-1,-1 0,1 0,-1 0,0 0,1-5,-3 7,0 0,1 1,-1-1,0 0,-1 0,1 0,-1 1,1-1,-1 0,0 1,-1-1,1 0,-1 1,1-1,-1 1,0 0,0 0,-1 0,1 0,-1 0,1 0,-1 0,0 1,0 0,0-1,0 1,0 0,-2 0,-5-3,0 0,0 1,-1 0,0 1,1 0,-1 1,0 0,0 0,-4 1,5 0,0 1,0-1,0 2,0-1,0 2,0-1,0 1,1 1,-1-1,0 2,1-1,0 1,0 1,0 0,1 0,-1 1,1 0,0 0,1 1,0 0,-4 4,9-9,1 0,-1 1,1-1,0 0,0 0,0 1,0-1,0 1,0-1,1 1,-1-1,1 1,-1-1,1 1,0 0,0-1,0 1,1-1,-1 1,1 0,-1-1,1 1,0-1,0 0,0 1,0-1,0 0,1 1,-1-1,1 0,-1 0,1 0,0 0,0-1,0 1,0 0,36 20,5-5</inkml:trace>
  <inkml:trace contextRef="#ctx0" brushRef="#br0" timeOffset="1302.087">2677 101,'-5'5,"-1"8,1 9,0 10,2 7,5 1,5-2,4-2,5-5,3-8,2-8,-3-7</inkml:trace>
  <inkml:trace contextRef="#ctx0" brushRef="#br0" timeOffset="1843.668">3019 265,'18'0,"1"-2,-1 0,0-1,0 0,0-2,0 0,-1-1,1 0,-1-2,-1 0,0-1,0 0,14-12,-24 15,1 0,-1 0,0-1,-1 0,0 0,0 0,0-1,-1 1,0-1,3-8,-6 14,0-1,-1 1,1-1,0 1,-1-1,1 0,-1 1,0-1,0 0,0 1,0-1,-1 1,1-1,-1 0,0 1,1-1,-1 1,0-1,0 1,-1-1,1 1,0 0,-1 0,0 0,1 0,-1 0,0 0,0 0,0 0,0 1,0-1,-1 1,1-1,0 1,-1 0,1 0,-1 0,-8-2,1 1,-1 1,0 0,0 0,0 1,0 0,0 1,0 0,1 1,-1 0,0 1,1 0,-1 1,1 0,0 0,0 1,1 1,0-1,0 2,0-1,0 1,1 0,0 1,-6 8,10-12,0-1,0 1,0 0,1 1,0-1,0 0,0 1,0 0,1-1,0 1,0 0,0 0,1 1,-1-1,1 0,0 0,1 1,-1-1,1 0,0 1,1-1,-1 1,1-1,0 0,0 0,1 1,-1-1,3 4,5 0,-1 0,2 0,-1-1,1-1,1 1,-1-1,1-1,1 0,-1-1,1 0,0 0,0-2,0 1,0-1,1-1,-1 0,1-1,1-1,148 11,-90-13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3:52.4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258 178,'0'-3,"0"-1,0 1,0-1,0 1,-1-1,1 0,-1 1,0 0,0-1,0 1,-1 0,1-1,-1 1,0 0,0 0,0 0,0 0,0 1,-1-1,1 0,-1 1,0 0,1 0,-1 0,0 0,-1 0,1 0,0 1,0-1,-1 1,1 0,-1 0,1 1,-1-1,1 1,-1-1,1 1,-1 0,1 0,-1 1,0-1,0 1,-5 2,0 0,0 0,0 1,1 0,0 1,0 0,0 0,0 0,1 1,0 1,0-1,1 1,-1 0,1 0,1 1,0 0,0 0,0 0,1 1,0-1,1 1,0 0,0 0,1 0,0 0,0 6,2-12,0-1,0 1,0-1,1 1,-1 0,0-1,1 1,0-1,0 1,0-1,0 1,0-1,0 0,1 1,-1-1,1 0,-1 0,1 0,0 0,0 0,0 0,0-1,0 1,0-1,0 1,1-1,-1 0,0 0,1 0,-1 0,1 0,-1-1,1 1,0-1,0 1,4-1,0 1,1-1,-1 0,0-1,0 0,1 0,-1 0,0-1,0 0,0 0,-1-1,4-2,-2 1,0 0,-1-1,0 0,0-1,0 0,0 0,-1 0,0-1,0 0,-1 0,0 0,0-1,-1 1,0-1,0-1,-1 1,0 0,0-1,-1 1,0-1,-1 0,0 0,0 0,-1 0,0 0,0 1,-2-5,0 60,2-38,1 0,0-1,0 1,1-1,0 1,0-1,1 0,0 0,1 0,-1 0,2 0,-1-1,1 0,0 0,0 0,1 0,0-1,0 0,1 0,0-1,0 0,0 0,0-1,1 1,24 8</inkml:trace>
  <inkml:trace contextRef="#ctx0" brushRef="#br0" timeOffset="356.048">517 82,'70'59,"-3"2,-2 4,0 6,-62-67,33 29,-35-32,0-1,-1 1,1-1,0 1,0-1,0 1,0-1,0 0,0 1,1-1,-1 0,0 0,0 0,0 0,0 0,0 0,0 0,0 0,0 0,0-1,0 1,0 0,0-1,0 1,0-1,0 1,0-1,0 1,0-1,0 0,-1 1,1-1,0 0,0 0,-1 0,1 0,-1 1,1-1,-1 0,1 0,-1-1,6-11,-1-1,-1 0,0 0,-1 0,-1-1,0 1,-1-1,-1 1,0-9,0 12,0-13,-1 20,0 0,0 0,1 0,-1 0,1 0,0 0,0 0,0 0,1 0,0 0,-1 0,1 0,1 0,-1 0,0 1,1-1,0 0,0 1,0-1,0 1,1 0,-1 0,1 0,0 0,0 0,0 0,0 1,0 0,1-1,-1 1,1 0,2 0,14-2</inkml:trace>
  <inkml:trace contextRef="#ctx0" brushRef="#br0" timeOffset="668.329">1200 356,'21'-16,"1"2,-1-1,-1-1,-1-1,0 0,-1-2,-1 0,-1-1,0-1,6-12,-20 30,0 0,0 0,-1 0,1-1,-1 1,1 0,-1-1,0 1,0-1,-1 0,1 1,-1-1,0 1,0-1,0 0,0 1,0-1,-1 1,0-1,0 1,0-1,0 1,0-1,-1 1,1 0,-1 0,0-1,0 2,0-1,-1 0,1 0,-1 1,1-1,-1 1,0-1,0 1,0 0,0 0,0 1,0-1,-1 1,1 0,-1-1,1 1,-1 1,0-1,0 1,0 0,0 1,0 0,0 0,0 0,0 0,0 0,0 1,1 0,-1 0,0 0,1 0,0 0,-1 1,1 0,0-1,0 1,0 0,1 1,-1-1,1 0,0 1,0-1,-2 4,-1 3,1 0,-1 0,2 1,-1-1,2 1,-1 0,1 0,0 9,2-12,1 1,0-1,0 0,1 1,0-1,0 0,1 0,0 0,1-1,-1 1,2-1,-1 0,1 0,0 0,0-1,0 1,1-1,0 0,1-1,-1 0,1 0,0 0,0-1,1 0,-1 0,1-1,0 0,0 0,0-1,0 0,0 0,1-1,6 0,93 3,-62-9</inkml:trace>
  <inkml:trace contextRef="#ctx0" brushRef="#br0" timeOffset="1231.399">1678 97,'-2'5,"0"0,0 1,1-1,-1 1,1-1,1 1,-1 0,1-1,0 1,0 0,0-1,1 1,0 0,0-1,0 1,1-1,0 1,0-1,0 0,1 0,-1 0,1 0,1 0,-1-1,1 1,-1-1,1 0,0 0,1 0,-1-1,1 0,0 1,-1-1,1-1,1 1,-1-1,0 0,1 0,-1-1,1 1,1-1,1 1,1 0,-1 0,0-1,0 0,1-1,-1 0,0 0,1 0,-1-1,0-1,0 0,1 0,-1 0,-1-1,1 0,0 0,-1-1,1 0,-1-1,0 1,-1-1,1-1,-1 1,0-1,0 0,-1 0,0-1,0 0,0 0,-1 0,0 0,-1-1,1 1,-1-1,-1 0,1 0,-2 0,1-1,-1 1,0 0,0-7,-9-10,8 25,0-1,0 1,-1 0,1 0,0-1,0 1,-1 0,1-1,0 1,-1 0,1 0,-1 0,1-1,0 1,-1 0,1 0,-1 0,1 0,0 0,-1 0,1 0,-1 0,1 0,0 0,-1 0,1 0,-1 0,1 0,-1 0,1 0,0 1,-1-1,1 0,0 0,-1 0,1 1,0-1,-1 0,1 0,0 1,-1-1,1 0,0 1,0-1,-1 0,1 1,0-1,0 0,0 1,-1-1,1 1,0-1,0 0,0 1,0-1,0 1,0-1,-3 6,0 0,0 1,1-1,0 1,0 0,1-1,-1 1,1 0,1 0,0 0,0 0,0-1,0 1,1 0,1 0,-1 0,1-1,0 1,0-1,3 6,1-7,-1-1,0 0,1 0,0 0,0 0,0-1,1 0,-1-1,1 1,-1-1,1 0,0-1,0 0,0 0,0 0,0-1,0 0,0 0,0-1,0 0,-1 0,1 0,0-1,0 0,3-2,0 2,-1-1,1 0,0 0,-1-1,0 0,0-1,0 0,-1 0,0-1,0 0,0 0,0-1,-1 0,0 0,-1-1,0 0,0 0,-1-1,1 1,-2-1,1 0,-2-1,1 1,-1-1,0 1,-1-1,-2 7,1 0,-1 1,0-1,0 0,0 0,-1 1,1-1,-1 0,1 1,-1-1,0 1,0-1,0 0,0 1,0 0,-1-1,1 1,-1 0,0 0,1 0,-1 0,0 0,0 0,0 0,-1 1,1-1,0 1,-1-1,1 1,-1 0,1 0,-1 0,1 0,-1 1,0-1,1 1,-1-1,0 1,1 0,-1 0,0 0,0 1,1-1,-1 1,0-1,1 1,-1 0,1 0,-1 0,-2 2,1-1,0 1,-1 0,1 0,1 0,-1 0,0 1,1 0,0 0,-1 0,2 0,-1 0,0 1,1-1,0 1,0-1,0 1,1 0,-1 0,1 0,0 0,1 0,-1 0,1 0,0 0,0 0,1 0,-1 0,1 0,0 0,1 0,-1 0,1-1,0 1,0 0,0-1,1 1,0-1,-1 0,2 0,-1 0,3 2,6 4,0-1,1 0,0-1,1 0,0-2,0 1,1-2,-1 0,1 0,1-1,7 0,46 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20:27.6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21:00.1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17:33.8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3">
      <inkml:brushProperty name="width" value="0.1" units="cm"/>
      <inkml:brushProperty name="height" value="0.1" units="cm"/>
      <inkml:brushProperty name="ignorePressure" value="1"/>
    </inkml:brush>
    <inkml:brush xml:id="br4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27008 1176,'0'0</inkml:trace>
  <inkml:trace contextRef="#ctx0" brushRef="#br0" timeOffset="780.844">27212 998,'-13'5,"0"1,0 0,0 1,1 1,0 0,0 0,1 1,0 1,-7 8,-8 11,3 2,0 0,2 2,2 0,1 1,1 1,2 0,1 1,2 1,2 0,1 1,2 0,2 0,0 14,-2 3,3 0,2 0,3 1,2-1,2 0,3 0,7 20,-9-46,2-1,2 0,0-1,2 0,1-1,0 0,2-1,2-1,0 0,1-1,1-1,1-1,1-1,20 15,-3-8</inkml:trace>
  <inkml:trace contextRef="#ctx0" brushRef="#br0" timeOffset="2573.099">27267 1449,'2'21,"4"16,2 16,3 12,2 8,-2 2,-3 0,-7-3,-8-7,-3-14</inkml:trace>
  <inkml:trace contextRef="#ctx0" brushRef="#br0" timeOffset="2883.269">27199 1449,'19'-12,"15"-1,11 4,7 8,0 8,-5 6,-10 6,-11 3,-16 1,-15 1,-17-1,-11 0,-9-4,-3-3,4-4,10-4</inkml:trace>
  <inkml:trace contextRef="#ctx0" brushRef="#br0" timeOffset="3279.499">27568 1558,'53'-282,"-35"208,-3-1,-3 0,0-39,-12 107,1 2,-1 0,1 0,-1 0,0 0,-1 0,1 0,-1 0,0 1,0-1,-1 0,1 0,-1 0,0 1,0-1,-2-1,4 5,-1 1,0-1,1 0,-1 1,0-1,1 1,-1-1,0 1,0 0,0-1,1 1,-1 0,0-1,0 1,0 0,0 0,0 0,1 0,-1 0,0 0,0 0,0 0,0 0,0 0,1 1,-1-1,0 0,0 0,0 1,0-1,1 1,-1-1,0 0,0 1,1 0,-1-1,1 1,-1-1,0 1,1 0,-1-1,1 1,-1 0,1 0,-21 37,14-10,1 1,2-1,1 1,1 0,2 0,0 0,2 0,1 0,2-1,1 1,1-1,1 0,6 13,-1-3,0 0,3 0,1-2,1 0,2-1,7 6,-25-36,0 0,1-1,0 0,0 0,0 0,1 0,-1 0,1 0,0-1,0 0,0 0,0 0,1 0,-1 0,1-1,-1 0,1 0,0 0,0-1,0 0,0 0,0 0,0 0,1-1,-1 0,0 0,0 0,5-1,14-12,-3-2</inkml:trace>
  <inkml:trace contextRef="#ctx0" brushRef="#br0" timeOffset="3532.814">27609 1204,'14'0,"18"2,21 3,16 3,12 3,3 4,-13-1</inkml:trace>
  <inkml:trace contextRef="#ctx0" brushRef="#br0" timeOffset="3923.3">28059 1750,'17'-30,"0"0,-3-1,0-1,-2 0,-1-1,-2 0,2-16,-10 45,-1 0,1 0,-1 0,0 0,1 0,-2 0,1 0,0 0,-1 0,0 0,0 0,0 0,0 1,-2-4,7 15,11 0,1-1,0-1,1-1,-1 0,1-1,0 0,0-2,0 0,15 0,-10 0,9 0,3 1,1 1,-1 1,0 2,11 5,-43-12,0 0,0 1,0-1,0 1,0-1,0 1,0 0,0 0,0 0,0 0,-1 0,1 0,0 0,-1 1,1-1,0 1,-1-1,0 1,1-1,-1 1,0 0,0 0,0 0,0 0,0 0,-1-1,1 2,0-1,-1 0,0 0,1 0,-1 0,0 0,0 0,0 0,0 1,-4 5,1-1,-1 1,0-1,-1 0,0 0,0-1,0 1,-1-1,0 0,-1 0,-21 25,27-29,-2 0,1 0,-1 0,1 0,0 0,0 1,0-1,0 1,0-1,0 1,1 0,-1 0,1 0,0 0,0 0,0 0,0 0,1 0,-1 0,1 0,0 0,0 1,0-1,0 0,0 0,1 0,0 0,-1 0,1 0,0 1,0-2,1 1,-1 0,8 3,0-1,1-1,-1 1,1-2,0 1,0-1,0-1,1 0,-1 0,1-1,-1-1,7 1,-10-1,53 2,1-2,0-4,0-1,16-4</inkml:trace>
  <inkml:trace contextRef="#ctx0" brushRef="#br0" timeOffset="5582.294">29862 1463,'-6'-6,"-1"1,0 0,0 1,0 0,0 0,-1 0,0 1,0 0,0 1,0 0,0 0,0 0,0 1,-1 1,1-1,0 1,-1 1,1-1,0 2,-1-1,1 1,0 0,0 1,0-1,1 2,-1-1,1 1,-7 4,10-5,1 0,-1 0,0 0,1 0,0 1,0 0,0 0,0-1,1 1,-1 1,1-1,0 0,0 1,0-1,1 1,0-1,0 1,0 0,0-1,1 1,0 0,0 0,0 0,0-1,1 1,0 0,0-1,0 1,1 0,-1-1,1 1,0-1,0 0,1 0,1 2,4 1,0-1,1 0,0-1,0 0,1-1,-1 0,1 0,0-1,0 0,0 0,1-1,-1-1,0 0,1 0,-1-1,1 0,-1-1,1 0,-1-1,0 0,0-1,0 0,0 0,5-3,-10 4,0 0,0 0,1 0,-1-1,-1 0,1 0,0 0,-1 0,1-1,-1 0,0 0,0 0,-1 0,1 0,-1-1,0 0,0 0,0 0,-1 0,0 0,0 0,0 0,-1-1,1 1,-1-1,-1 1,1-1,-1 0,0 1,0-1,0 0,-2-2,2 7,0-1,0 1,-1 0,1 0,-1 0,1 0,-1 0,1 0,-1 0,0 0,1 0,-1 0,0 0,0 0,0 0,0 0,0 1,0-1,0 0,0 1,0-1,0 1,0-1,0 1,0-1,-1 1,1 0,0 0,0-1,0 1,-1 0,1 0,0 0,0 0,0 1,-1-1,1 0,0 0,0 1,0-1,0 1,0-1,0 1,-1-1,1 1,0 0,1-1,-1 1,0 0,0 0,0 0,0 0,0 0,-4 8,1 1,0-1,1 1,0 0,0 0,1 0,0 0,1 0,0 0,1 0,0 8,0-14,2 56,3 0,2-1,3 1,2-1,20 56,12 59,-32-58,-13-112,1 0,-1 0,1 1,-1-1,0 0,-1 0,1 0,-1 0,1-1,-1 1,0 0,-1-1,1 1,-1-1,1 0,-1 0,0 0,0 0,0 0,-1-1,1 1,-1-1,1 0,-1 0,0 0,0-1,-1 1,0 0,1-1,-1 0,0 0,0 0,0-1,0 0,0 0,0 0,0 0,0-1,0 0,0 0,0 0,1-1,-1 1,0-1,1 0,-1-1,1 1,0-1,0 0,0 0,0 0,-1-2,-2-2,0 0,0-1,1 0,0 0,0 0,1-1,1 0,-1 0,1-1,1 1,0-1,-1-2,1-4,1 0,0 0,1-1,1 1,0-1,1 1,1 0,1-1,0 1,1 0,1 0,0 1,1 0,6-11,5-6,0 1,3 1,0 0,2 2,1 1,8-7,-17 18,1 1,1 1,0 0,1 1,1 0,12-6,-29 18,0 1,1-1,-1 0,0 0,1 1,-1-1,0 1,1-1,-1 1,1 0,-1-1,1 1,-1 0,1 0,-1 0,1 0,-1 0,1 1,-1-1,1 0,-1 1,1-1,-1 1,0-1,1 1,-1 0,0-1,1 1,-1 0,0 0,0 0,0 0,0 0,0 0,0 1,0-1,0 0,0 0,-1 1,1-1,0 0,-1 1,1-1,-1 2,19 61,-18-54,2 0,-1 0,1 0,0-1,1 1,0-1,0 0,1 0,1 0,-1-1,1 0,2 2,-6-8,-1-1,1 1,-1-1,1 0,-1 1,1-1,0 0,0 0,0 0,0 0,-1 0,1-1,0 1,0-1,0 1,1-1,-1 0,0 1,0-1,0 0,0-1,0 1,0 0,0 0,0-1,0 1,0-1,0 0,0 0,0 0,0 0,0 0,-1 0,1 0,0 0,0-2,3-1,-1-1,1 1,-1-1,-1 0,1 0,-1-1,0 1,0-1,-1 0,1 1,1-7,-2 5,0-1,0 1,0-1,-1 1,0-1,0 0,-1 0,0 1,-1-1,1 0,-2 1,1-1,-1 0,0 1,0 0,-1-1,0 1,0 0,-1 0,0 1,0-1,-1 1,1 0,-1 0,-1 0,1 1,-1 0,0 0,0 0,-3-1,-2 0,0 1,0 0,-1 1,0 0,0 1,0 0,0 0,0 2,-5-1,3 4,30 3,10-1,0-2,1-1,-1-1,1-1,-1-2,0 0,0-2,18-5,-32 7,-1-1,1 0,-1-1,0 0,0-1,-1 0,0 0,0-1,0 0,-1-1,0 0,-1-1,1 0,-2 0,1-1,-1 0,-1 0,0 0,0-1,-1-2,1-3,-1-1,0 0,-1 0,-1-1,-1 1,-1-1,0 1,-1-1,-1 0,-1 1,-2-8,2 13,0 1,-1 0,0 0,-1 0,0 1,-1-1,0 1,0 0,-1 1,-1-1,0 1,0 0,-1 1,0 0,0 0,-1 0,0 1,0 0,6 5,0 0,0 0,-1 0,1 0,0 0,-1 1,1-1,-1 1,1 0,-1 0,0 0,0 1,1-1,-1 1,0 0,0 0,0 0,1 1,-1-1,0 1,1 0,-1 0,0 0,1 1,-1-1,1 1,0 0,-1 0,1 0,0 0,0 0,0 1,1-1,-1 1,1 0,-1 0,0 2,-4 10,1 0,1 0,0 1,1 0,1 0,0 0,1 0,1 1,0-1,2 0,-1 1,2-1,0 0,2 1,7 36,2-1,3-1,2 0,3-1,1 0,3-2,1-1,24 30,-24-37,1-2,3 0,27 27,-56-63,0 0,1 1,-1-1,1 0,0 0,0-1,-1 1,1 0,0 0,1-1,-1 0,0 1,0-1,1 0,-1 0,0 0,1 0,-1 0,1-1,-1 1,1-1,0 0,-1 0,1 0,-1 0,1 0,0 0,-1-1,1 1,-1-1,1 1,-1-1,1 0,-1 0,0 0,1-1,8-8,-2 0,1-1,-2 0,1 0,-1-1,-1 0,0 0,-1-1,-1 0,4-9,11-23,-20 45,0 0,0 1,0-1,0 0,0 0,0 0,0 1,1-1,-1 0,0 0,0 0,0 1,0-1,1 0,-1 0,0 0,0 0,0 0,1 0,-1 1,0-1,0 0,0 0,1 0,-1 0,0 0,0 0,1 0,-1 0,0 0,0 0,0 0,1 0,-1 0,0 0,0 0,1 0,-1 0,0 0,-2 30,1-28,-1 4,0 2,1-1,0 0,0 0,0 0,1 0,0 1,0-1,1 0,0 0,0 0,1 0,0 0,0 0,1 0,-1 0,2-1,-1 1,1-1,0 0,0 0,0 0,1-1,0 1,1 0,21 7,-2-5</inkml:trace>
  <inkml:trace contextRef="#ctx0" brushRef="#br0" timeOffset="5843.594">30818 1353,'0'12,"12"10,12 12,4-1</inkml:trace>
  <inkml:trace contextRef="#ctx0" brushRef="#br0" timeOffset="6363.206">31023 1954,'40'-301,"-37"210,-3 89,0 1,0 0,0-1,1 1,-1 0,1-1,-1 1,1 0,-1 0,1 0,0-1,0 1,-1 0,1 0,0 0,0 0,0 0,0 0,0 1,1-1,-1 0,0 0,0 1,0-1,1 1,-1-1,0 1,0-1,1 1,-1 0,0 0,1 0,-1 0,1 0,-1 0,0 0,1 0,-1 0,0 0,1 1,-1-1,0 1,0-1,1 1,-1-1,0 1,0 0,0 0,0-1,0 1,1 0,-2-1,60 17,0 3,-1 2,3 5,-56-26,-1 1,0 0,1 0,-1 0,0 1,0 0,0 0,-1 0,1 1,-1-1,0 1,0 0,0 0,0 1,-1-1,1 1,-1 0,0 0,-1 0,1 0,-1 0,0 0,0 1,-1-1,0 1,0 0,0-1,0 6,-3-4,0 0,0 0,-1-1,0 1,0-1,-1 1,0-1,0 0,0 0,-4 3,-28 53,36-61,-1 1,1-1,0 1,0-1,0 1,0-1,0 1,0-1,0 1,1-1,-1 1,1-1,-1 1,1-1,-1 0,1 1,0-1,0 0,-1 0,1 1,0-1,0 0,0 0,0 0,1 0,-1 0,0 0,0 0,1-1,-1 1,0 0,1-1,-1 1,1-1,-1 1,1-1,56 11,-48-10,0 0,0-1,0-1,0 0,0 0,-1-1,1 0,-1-1,1 0,-1 0,0-1,0-1,0 1,-1-1,1-1,-1 1,-1-1,1-1,-1 0,0 0,0 0,-1-1,0 1,0-2,-1 1,0-1,-1 1,0-1,0 0,-1-1,0 1,0-1,-1 1,-1-1,1 0,-2 0,1 0,-1 0,-1 4,0 0,0 1,0-1,0 1,-1-1,0 1,0 0,-1 0,1 0,-1 0,0 0,-1 0,3 3,-1 0,1 1,0 0,-1-1,0 1,1 0,-1 0,0 0,1 0,-1 0,0 0,0 0,0 0,0 1,0-1,0 1,0 0,0-1,0 1,0 0,0 0,0 0,0 0,0 1,0-1,0 1,1-1,-1 1,0-1,0 1,0 0,0 0,1 0,-1 0,0 1,-4 2,1 1,0 1,0-1,0 1,1 0,0 0,0 0,0 0,1 1,0-1,0 1,1 0,0 0,0 0,1 0,-1 1,2-1,-1 0,1 0,0 1,0-1,1 0,0 0,0 1,1-1,0 0,0 0,1 0,0 0,4 5,0 0,0-1,1 0,1 0,0-1,0 0,1-1,0 0,0 0,1-1,1 0,-1-1,1-1,0 0,1 0,-1-1,1-1,0 0,0 0,1-2,-1 0,1 0,6-1,20 0</inkml:trace>
  <inkml:trace contextRef="#ctx0" brushRef="#br0" timeOffset="6614.075">32088 1053,'0'4,"7"14,12 20,9 21,9 21,3 18,0 19,-5 15,-9 11,-13 2,-20-4,-25-6,-31-10,-30-15,1-26</inkml:trace>
  <inkml:trace contextRef="#ctx0" brushRef="#br1" timeOffset="-42544.303">27991 7895,'-37'401,"18"-156,20-263,0-10,1 0,1 0,1 0,1 1,2 0,1 0,2-4,-10 29,1 0,-1 0,1 1,0-1,-1 0,1 0,0 1,0-1,0 1,0-1,0 0,1 1,-1 0,0-1,1 1,-1 0,1 0,-1 0,1 0,0 0,-1 0,1 0,0 0,0 1,-1-1,1 1,0-1,0 1,0 0,0 0,0 0,0 0,-1 0,1 0,0 0,1 1,4 3,1 1,-1 0,-1 1,1 0,-1 0,0 0,0 1,-1-1,1 1,0 3,6 6,149 188,-161-203,2 0,-1 0,0 0,1 0,-1 0,0 1,0-1,0 0,0 1,0-1,0 1,0-1,-1 1,1-1,0 1,-1 0,1-1,-1 1,0 0,1 0,-1-1,0 1,0 0,0-1,-1 1,1 0,0 0,0-1,-1 1,1 0,-1-1,0 1,1-1,-1 1,0-1,0 1,0-1,0 1,0-1,-1 0,-6 2,-1 0,0-1,0 0,0-1,-1 0,1 0,0-1,0 0,-1-1,-7-1,11 1,-26-3,1-1,0-1,0-2,0-1,-9-6,15 4,25 11,0 0,1 0,-1 0,0 0,1 0,-1 0,0 0,1 0,-1 0,0 0,0 0,1 0,-1-1,0 1,0 0,1 0,-1 0,0 0,0-1,1 1,-1 0,0 0,0-1,0 1,1 0,-1 0,0-1,0 1,0 0,0 0,0-1,1 1,-1 0,0-1,0 1,0 0,0 0,0-1,0 1,0 0,0-1,0 1,0 0,0-1,-1 1,1 0,0 0,0-1,0 1,78 9,-30-1</inkml:trace>
  <inkml:trace contextRef="#ctx0" brushRef="#br1" timeOffset="-41448.424">28633 8550,'-5'-11,"0"1,-1-1,-1 1,1 0,-1 0,-1 1,0 0,0 1,-1-1,0 2,-1-1,1 1,-1 1,-1-1,1 2,-1-1,0 2,-5-2,11 3,-1 0,0 0,0 0,0 1,0 0,0 0,0 1,-1 0,1 0,-1 0,1 1,-1 0,1 0,-1 0,1 1,0 0,-1 0,1 1,0 0,0 0,0 1,0-1,0 1,0 0,1 1,0-1,-1 1,1 0,1 1,-1-1,1 1,-1 0,1 0,0 1,2 1,0-1,0 0,1 1,0-1,0 1,1 0,-1-1,1 1,1-1,0 1,0 0,0-1,0 0,1 1,0-1,1 0,-1 0,1 0,0 0,1 0,-1-1,1 1,0-1,1 0,-1 0,1-1,0 1,0-1,0 0,1-1,0 1,-1-1,1 0,0 0,0-1,1 0,-1 0,0 0,1-1,-1 0,1 0,0-1,-1 0,1 0,-1 0,1-1,0 0,-1 0,0-1,1 1,3-5,0 1,0-1,0-1,-1 0,0 0,-1-1,0 0,0 0,0-1,-1 0,0 0,-1-1,0 0,-1 0,0-1,0 1,0-4,7-8,-10 39,-3-12,0 0,0 0,1 1,0-1,-1 0,2 0,-1 1,1-1,-1 0,2 1,-1-1,0 0,1 0,0 0,0 0,1-1,-1 1,1 0,0-1,0 0,1 0,-1 0,1 0,0 0,0-1,0 1,0-1,1 0,-1-1,1 1,0-1,0 0,2 1,-2-2,0 1,0-1,0-1,0 1,0-1,0 0,0 0,0 0,0-1,0 0,0 0,0 0,-1-1,1 1,0-1,-1 0,1 0,-1-1,0 1,0-1,0 0,0 0,0-1,0 1,-1-1,2-2,2-3,-1 0,0 0,0-1,-1 1,0-1,-1-1,0 1,0-1,-2 1,1-1,0-6,1-14,-2-1,-1 0,-1 0,-3-16,3 47,-1 1,1-1,-1 0,1 0,0 1,-1-1,1 0,0 0,0 0,0 1,-1-1,1 0,0 0,0 0,0 1,0-1,0 0,1 0,-1 0,0 0,0 1,0-1,1 0,-1 0,0 1,1-1,-1 0,1 0,-1 1,1-1,-1 1,1-1,0 0,-1 1,1-1,-1 1,1-1,0 1,0 0,-1-1,1 1,0 0,0-1,-1 1,1 0,0 0,0 0,0 0,0 0,-1 0,1 0,0 0,0 0,0 0,176 35,-170-34,26 6,0 0,-1 2,0 2,0 0,8 7,-37-18,-1 1,1 0,-1 1,1-1,-1 0,1 1,-1-1,0 1,0 0,0 0,0 0,0 0,0 0,0 0,0 0,-1 1,1-1,-1 0,0 1,0 0,0-1,0 1,0 0,-1-1,1 1,-1 0,1 0,-1-1,0 1,0 0,-1 0,1 0,0-1,-1 1,0 1,-38 54,34-52,0 0,0 0,0 0,1 1,0 0,0 0,1 0,0 0,0 1,1-1,0 1,-1 4,3-10,0 1,0 0,1 0,-1-1,1 1,0 0,-1-1,1 1,0-1,1 1,-1-1,0 1,1-1,-1 0,1 0,0 0,0 0,0 0,0 0,0 0,0 0,0-1,0 1,1-1,-1 0,1 0,-1 0,3 1,75 19,-61-18,0-1,-1-1,1 0,0-1,0-2,0 1,0-2,-1-1,1 0,-1-1,0-1,0-1,16-9,12-27,-11 72,-25-22,1-1,0-1,0 0,0 0,0-1,1-1,0 0,0 0,0-1,0-1,0 0,0-1,0 0,1 0,-1-2,0 1,0-2,0 1,3-3,-11 4,1 0,-1 0,0-1,0 0,0 0,0 0,0 0,-1 0,1-1,-1 0,1 0,-1 0,0 0,0 0,0-1,-1 1,1-1,-1 1,0-1,0 0,0 0,0 0,-1-1,0 1,0 0,0 0,0-1,0 1,-1-1,0 1,0 0,0-1,-1 1,1 0,-1-1,0 1,0 0,-1-1,1 1,-1 0,0 0,0 0,0 1,-3-4,-2 0,-1 1,0 0,0 1,0 0,-1 0,0 0,0 1,0 0,0 1,0 0,-1 1,0 0,1 0,-1 1,0 0,0 1,0 0,1 1,-1-1,0 2,0 0,1 0,-1 0,1 2,0-1,0 1,0 0,0 1,-4 3,9-7,1 1,-1 0,1 1,-1-1,1 0,0 1,0 0,0 0,0 0,1 0,-1 0,1 0,0 1,0-1,0 1,0-1,1 1,-1 0,1 0,0 0,0 0,0 0,1 0,-1 0,1 0,0 0,0 0,1 0,-1 0,1 0,0 0,0 0,0 0,1 0,-1 0,1-1,0 1,0-1,0 1,0-1,1 0,-1 1,4 1,4 2,1-1,0 0,1-1,-1 0,1-1,0 0,0-1,0-1,0 1,0-2,1 0,-1 0,0-1,1-1,-1 0,1-1,7-2,28-4</inkml:trace>
  <inkml:trace contextRef="#ctx0" brushRef="#br1" timeOffset="-41187.137">30190 8140,'-3'-20,"-2"-15,-3-6,-6 3,-3 6,-3 10,-1 8,-3 9,1 10,4 11,5 10,6 7,3 5,3-3</inkml:trace>
  <inkml:trace contextRef="#ctx0" brushRef="#br1" timeOffset="-40941.791">30067 8427,'2'19,"3"10,6 8,5-1,5-1,6-2,7-5,7-4,11-4,8-6,8-5,1-3,-1-9,-6-10,-13-3</inkml:trace>
  <inkml:trace contextRef="#ctx0" brushRef="#br1" timeOffset="-40405.227">28523 9260,'-13'17,"-8"16,0 14,4 16,5 14,4 11,3 6,4 2,-2-3,-2-6,-3-8,-1-11,-3-12,-1-14,1-13</inkml:trace>
  <inkml:trace contextRef="#ctx0" brushRef="#br1" timeOffset="-39632.289">28306 9574,'0'-138,"0"136,0 0,-1 0,1 0,0 0,0 1,0-1,0 0,1 0,-1 0,0 0,1 0,0 1,-1-1,1 0,0 0,0 1,0-1,0 1,0-1,0 1,0-1,0 1,1-1,-1 1,0 0,1 0,-1 0,1 0,0 0,-1 0,1 0,0 0,0 1,-1-1,1 1,0-1,1 1,11 3,-1 0,0 2,0-1,0 2,-1-1,0 2,0 0,0 0,-1 1,0 0,6 7,-3-5,-1 1,0 0,-1 1,0 0,-1 1,0 0,-1 0,-1 2,1 0,-9-13,0 0,-1-1,1 1,-1 0,1 0,-1 0,0 0,1 0,-1-1,0 1,0 0,0 0,-1 0,1 0,0 0,-1 0,1-1,-1 1,0 0,0 0,1-1,-1 1,0 0,0-1,-1 1,1-1,0 1,0-1,-1 0,1 0,-1 1,1-1,-1 0,1 0,-1 0,0-1,0 1,1 0,-1-1,0 1,0-1,0 1,0-1,1 0,-1 0,0 0,-11 3,0 0,-1-1,1-1,0 0,-1 0,1-2,0 0,-3-1,14 2,0 0,1 0,-1 0,0-1,1 1,-1-1,0 1,1-1,-1 0,1 0,0 0,-1 1,1-1,-1-1,1 1,0 0,0 0,0 0,0-1,0 1,0 0,0-1,0 1,0-1,1 1,-1-1,0 1,1-1,0 0,-1 1,1-1,0 0,0 1,0-1,0 0,0 1,0-1,0 0,0 1,1-1,-1 0,1 1,-1-1,1 1,0-1,0 1,0-1,0 1,0-1,0 1,0 0,0 0,0-1,2 0,12-11,1 0,1 1,1 0,-1 1,2 2,14-7,8-5,8-4,-2-3,0-1,-2-3,1-4,-29 22,-1-1,-1 0,0-1,-1-1,-1 0,-1-1,0 0,-1-1,-1-1,-1 1,5-17,-8 19,-1-1,-1 1,0-1,-2 0,0 1,-1-1,0 0,-2 0,0 0,-1 0,0 0,-2 1,0-1,-1 1,-3-5,8 20,-1-1,0 1,0-1,0 1,0-1,0 1,0 0,0 0,-1-1,1 1,-1 0,0 0,0 1,0-1,0 0,0 1,0-1,0 1,0-1,0 1,-1 0,1 0,-1 0,1 0,-1 1,1-1,-1 0,1 1,-1 0,1 0,-1 0,0 0,1 0,-1 0,1 1,-1-1,1 1,-1 0,1-1,-1 1,1 1,-2-1,-6 11,-1-1,1 1,1 1,0 0,1 0,1 1,0-1,0 2,2-1,-1 1,2 0,0 0,0 4,-7 23,2 0,2 0,1 1,2 0,2 0,2 0,2 0,2 0,2-1,1 1,12 33,-14-60,1-2,0 1,1-1,0 0,2 0,6 9,-13-20,1 0,-1 1,1-1,0 0,0 0,0 0,1-1,-1 1,1-1,-1 0,1 0,0 0,0 0,-1-1,1 1,0-1,1 0,-1 0,0-1,0 1,0-1,0 0,1 0,-1 0,0-1,0 0,2 0,6-5,1-1,-1-1,0 0,-1-1,0 0,0 0,-1-1,0-1,-1 0,0 0,0-1,-1 0,-1 0,0-1,0-3,-5 14,73-144,-97 192,15-30,0 0,2 1,0 0,0 0,2 0,0 0,1 0,0 1,2-1,0 1,1-1,3 16,-3-28,1-1,0 0,0 0,0 1,0-1,1-1,-1 1,1 0,0-1,1 1,-1-1,0 0,1 0,0 0,0 0,0-1,0 0,0 0,0 0,0 0,3 0,22 6</inkml:trace>
  <inkml:trace contextRef="#ctx0" brushRef="#br1" timeOffset="-38600.56">29275 9070,'0'2,"1"1,0-1,0 1,-1-1,2 0,-1 1,0-1,0 0,1 0,-1 1,1-1,0 0,-1 0,1-1,0 1,0 0,2 1,-3-3,75 60,-57-47,0 1,-1 0,-1 2,0 0,-2 1,1 0,-2 1,3 5,-13-13,1 1,-1 0,-1 0,0 0,0 0,-1 0,-1 0,0 1,0 4,17 80,-16-91,-2-3,0 0,0 0,0 0,1-1,-1 1,0 0,1 0,-1-1,1 1,0 0,0-1,-1 1,1 0,0-1,0 0,0 1,1-1,-1 1,0-1,1 0,-1 0,0 0,1 0,-1 0,1 0,0 0,-1 0,1-1,0 1,-1-1,1 1,0-1,0 1,-1-1,1 0,0 0,0 0,0 0,-1 0,1-1,0 1,0 0,0-1,73-78,30-4,-104 82,0 1,-1-1,1 1,0-1,0 1,0-1,0 1,0-1,0 1,-1 0,1-1,0 1,0 0,0 0,0 0,0 0,0 0,0 0,0 0,0 0,0 0,0 0,0 0,0 1,0-1,0 1,0-1,0 0,0 1,0-1,-1 1,1 0,0-1,0 1,-1 0,1-1,0 1,-1 0,1 0,0 0,-1-1,1 1,-1 0,0 0,1 0,-1 0,0 1,4 51,-4-45,-1-2,0 1,0-1,1 1,0-1,0 1,1-1,0 0,0 1,1-1,0 0,0 0,0 1,0-1,1-1,0 1,1 0,-1-1,1 0,0 0,0 0,1 0,-1 0,1-1,2 2,3-2,0 0,-1 0,1-1,1 0,-1-1,0 0,1 0,-1-1,1-1,-1 0,1 0,0-1,-1-1,0 1,1-2,-1 1,0-1,0-1,0 0,-1 0,1-1,-1 0,0-1,0 0,-1 0,0-1,0 0,-1-1,1 1,-2-2,1 1,-1-1,0 1,-1-2,0 0,-5 8,1 0,-1 0,1-1,-1 1,1 0,0 0,0 0,0 0,0 0,0 0,0 0,1 0,-1 0,1 1,-1-1,1 1,0-1,0 1,-1-1,1 1,0 0,0 0,0 0,0 0,0 0,1 0,-1 1,0-1,0 1,0 0,1-1,-1 1,0 0,1 0,-1 0,0 1,1-1,35 66,-31-63,1 1,-1-1,1 0,0-1,0 0,0 0,0-1,0 0,0-1,0 1,0-1,0-1,1 0,-1 0,0 0,0-1,5-2,-8 3,-1 0,1-1,-1 1,0-1,0 0,0 0,0 0,0 0,0-1,-1 0,1 1,-1-1,1-1,-1 1,0 0,-1-1,1 0,0 1,-1-1,0 0,0 0,0 0,-1-1,1 1,-1 0,0-1,0 1,0-1,-1 1,0-1,0 1,0-1,0 1,-1-1,1 1,-1-1,0 1,-1 0,1-1,-1 1,0 0,0 0,-1-1,-4-3,0 0,0 1,-1 0,0 1,-1-1,1 1,-1 1,-1 0,1 0,-1 1,1 0,-1 1,0 0,0 0,-1 1,1 0,-1 1,1 0,-1 1,1 0,0 1,-1 0,1 0,-8 3,12-2,1-1,-1 2,0-1,1 0,-1 1,1 0,0 0,0 1,0-1,1 1,-1 0,1 1,0-1,0 1,1-1,-1 1,1 0,0 1,0-1,0 0,1 1,0-1,0 1,1 0,-1 0,1 0,0 0,1 0,0 0,0 0,0 0,0 0,1 0,0 0,0 0,1-1,0 1,0 0,0-1,1 1,-1-1,1 0,1 0,-1 0,1 0,0 0,0-1,0 0,0 1,1-2,1 2,3 0,0 0,0-1,0 0,0-1,0 0,1 0,-1-1,1 0,0-1,0 0,0-1,4 0,28-2</inkml:trace>
  <inkml:trace contextRef="#ctx0" brushRef="#br1" timeOffset="-38341.747">30667 9070,'-16'-8,"-10"-3,-8-1,0 2,3 5,5 7,7 9,8 7,10 7,8 7,4-3</inkml:trace>
  <inkml:trace contextRef="#ctx0" brushRef="#br1" timeOffset="-38185.922">30613 9493,'9'18,"8"11,8 6,7 0,9-2,10-5,9-5,9-6,5-6,-2-5,-5-6,-13-8,-15-2</inkml:trace>
  <inkml:trace contextRef="#ctx0" brushRef="#br2" timeOffset="-200499.44">16220 4002,'-9'80,"9"17,4 0,4 0,5-1,11 37,-4-18,12 131,-10 1,-9 174,-14-320,-1 0,4 1,5-1,7 21,63 209,-70-273,-3-1,-2 1,-5 42,1 7,2-93,-1 24,1 0,2-1,1 1,3-1,0 0,3 0,1-1,46 140,-13-23,-38-139,0-1,1 0,0 0,1-1,0 0,1 0,1 0,0-1,0-1,1 1,7 4,-8-11,1 0,-1-2,1 1,0-1,0 0,0-1,0 0,0-1,0 0,0-1,0 0,0 0,-1-1,1 0,0-1,-1 0,1 0,7-5,158-59,-113 41,2 3,0 2,22-2,34 5,0 5,1 6,22 5,-11-1,878-12,-741 11,369-15,255-19,181-2,195-10,-387 32,-830 13,-69-2,-34-5,20 3</inkml:trace>
  <inkml:trace contextRef="#ctx0" brushRef="#br2" timeOffset="-197851.918">16233 3989,'28'-10,"213"28,296 11,65-24,605-14,-106-5,16-6,-398-6,-30-3,-269 15,18 2,-88 4,-1-9,-132 3,280 12,-487 2,-8-1,1 0,0 1,-1 0,1-1,0 1,0 0,-1 0,1 1,0-1,-1 0,1 1,0 0,-1-1,1 1,-1 0,1 1,-1-1,1 0,-1 1,0-1,0 1,1 0,-1-1,-1 1,1 0,0 1,0-1,-1 0,1 0,-1 1,50 188,-33-130,-3 0,-3 1,-2 1,2 62,2 655,-28-341,13-328,5 0,5 0,10 36,107 417,-68-294,-31-103,-25-89,-4-76,0 0,0-1,0 1,-1-1,1 1,0-1,-1 0,1 0,-1 0,1 0,-1 0,0-1,1 1,-1-1,0 0,1 1,-1-1,0-1,0 1,1 0,-1-1,0 1,1-1,-1 0,1 0,-1 0,1 0,-1 0,1 0,0-1,-1 1,-8-3,-25-7,0 2,0 1,-1 2,-28-1,-363-4,187 15,-1 11,-62 18,148-13</inkml:trace>
  <inkml:trace contextRef="#ctx0" brushRef="#br2" timeOffset="-191673.233">18419 5082,'6'7,"1"1,0-1,0 0,0-1,1 0,0 0,1 0,-1-1,1-1,0 1,0-1,0-1,1 0,2 0,138 22,161-19,-311-6,0 1,1 0,-1 0,0-1,0 1,1 0,-1 0,0-1,0 1,0 0,0 0,0 0,0-1,0 1,0 0,0 0,0 0,0-1,-1 1,1 0,0 0,-1-1,1 1,0 0,-1-1,1 1,-1 0,1-1,-1 1,1 0,-1-1,0 1,1-1,-1 1,1-1,-1 0,0 1,0-1,0 1,-2 3,-22 37,3 1,2 0,1 2,3 0,1 1,2 1,3 0,1 1,-2 45,4-49,-1 7,-2 18,-2-1,-4 0,-23 61,29-108,3-10</inkml:trace>
  <inkml:trace contextRef="#ctx0" brushRef="#br2" timeOffset="-191417.918">18527 5545,'28'-4,"28"-2,25 0,17-1,11-2,1-1,-7-5,-14-3,-22 1</inkml:trace>
  <inkml:trace contextRef="#ctx0" brushRef="#br2" timeOffset="-191071.807">19497 5137,'-29'100,"14"-56,3 0,1 0,2 1,2 1,2-1,2 18,2-56,1 0,0 0,0-1,1 1,0 0,0-1,0 1,1 0,0-1,0 0,1 1,0-1,0 0,0 0,1-1,0 1,0-1,1 0,-1 0,1 0,0 0,0-1,1 0,-1 0,1-1,0 1,0-1,0 0,0-1,4 2,-1-3,0 0,0 0,0-1,0 0,0-1,0 0,0 0,0-1,0 0,-1 0,1-1,-1 0,1-1,-1 0,0 0,0-1,-1 0,8-6,3-4,0 0,0-2,-2-1,0 0,-1 0,7-13,17-26,-67 144,5 2,-11 80,28-127,3 0,1 0,2 0,2 0,2 1,6 29,4-14</inkml:trace>
  <inkml:trace contextRef="#ctx0" brushRef="#br2" timeOffset="-190608.006">20918 5641,'4'-102,"5"1,10-33,-2 8,-14 98,-3 19,-5 21,-26 90,6 2,3 0,5 7,8-57,2 1,3 0,2 0,2 0,3 1,-1-47,-1 0,1 0,0 0,1 0,0-1,1 1,0-1,0 1,0-1,2 0,17 21</inkml:trace>
  <inkml:trace contextRef="#ctx0" brushRef="#br2" timeOffset="-190090.386">21682 5409,'-1'-11,"0"-1,-1 1,0 0,0-1,-1 1,-1 0,0 1,0-1,-1 1,0 0,-1 0,0 0,-1 1,0 0,0 0,-1 0,0 1,-1 1,-4-4,6 7,1 0,-1 1,1 0,-1 0,0 1,0 0,-1 0,1 0,0 1,-1 0,1 1,0-1,-1 1,1 1,0 0,-1 0,1 0,0 1,0 0,0 0,0 1,0 0,0 0,1 0,-5 4,-2 1,0 1,1 0,0 1,1 0,0 1,1 0,0 1,0 0,1 0,1 1,-7 14,13-23,-1-1,1 1,0 0,0 0,0 1,0-1,1 0,0 1,0-1,0 0,0 1,1-1,0 1,-1 0,2-1,-1 1,1-1,-1 1,1-1,0 0,1 1,-1-1,1 0,0 0,0 1,0-2,1 1,-1 0,1 0,0-1,0 1,0-1,0 0,1 0,10 2,0 0,0-1,1 0,-1-1,1-1,0-1,0 0,0-1,-1 0,1-1,0-1,0 0,-1-1,1-1,-1 0,0-1,0 0,-1-1,13-8,172-120,-195 132,-1 0,1 0,0 1,0-1,-1 1,1-1,1 1,-1 0,0 0,0 0,0 0,0 1,1-1,-1 1,0 0,1 0,-1 0,0 1,0-1,1 1,-1-1,0 1,0 0,0 0,0 1,0-1,1 1,4 6,-1 1,0-1,0 1,-1 0,-1 0,1 1,-1 0,-1 0,0 0,-1 1,0-1,1 7,-2-12,14 49,-2 1,-3 1,-2 0,-3 0,-2 1,-2 13,-2-57,-1 0,0 0,-1 0,0 0,-1-1,-1 1,0-1,0 0,-1 0,-1 0,0-1,0 0,-1 0,0-1,-1 1,-1-1,0-1,0 0,0 0,-2-1,-5 4,-2-1,1-1,-1 0,-1-2,0 0,0-1,0-1,-1-1,0 0,0-2,-1 0,-6-1,23-1,0-1,0 1,0-1,0 0,0 0,-1-1,1 1,0-1,1 0,-1 0,0 0,0-1,0 1,1-1,-1 0,0 0,1 0,0-1,0 1,0-1,0 1,0-1,0 0,0 0,1-1,0 1,0-1,-1-1,-4-23</inkml:trace>
  <inkml:trace contextRef="#ctx0" brushRef="#br2" timeOffset="-189818.579">22297 5341,'-7'2,"0"11,8 11,11 12,15 11,15 9,9 7,7 4,4 0,-2-2,-7-8,-9-8,-14-11,-15-11,-15-11,-15-8,-4-5</inkml:trace>
  <inkml:trace contextRef="#ctx0" brushRef="#br2" timeOffset="-189439.871">22214 5231,'0'-5,"-1"0,1 0,0 0,0 0,1 0,-1 0,1-1,0 1,1 0,-1 1,1-1,0 0,0 0,1 1,-1-1,1 1,0 0,0 0,0 0,1 0,-1 0,1 1,0-1,0 1,2-1,11-2,0 1,0 1,0 0,0 1,1 1,-1 1,1 0,0 1,6 2,3-2,-24 0,20-1,0 0,0 2,0 1,-1 1,1 0,-1 2,1 1,17 7,-37-12,-1 0,1 0,-1 0,1 0,-1 1,0-1,0 1,1 0,-1-1,0 1,-1 0,1 0,0 0,0 0,-1 1,0-1,1 0,-1 1,0-1,0 1,0-1,0 1,-1-1,1 1,-1 0,1-1,-1 1,0 0,0-1,0 1,-1 0,1 0,-1-1,1 2,-5 7,-1 0,0 0,0-1,-1 0,0 0,-1-1,0 1,-1-2,1 1,-2-1,-6 5,3-2,-87 72,62-55,2 2,0 1,3 2,0 2,2 1,2 1,-12 21,37-53,0 0,1 1,0-1,0 1,0 0,1 0,-1 0,1 0,1 0,-1 0,1 1,1-1,-1 0,1 1,0-1,0 0,1 1,0-1,0 1,0-1,1 0,0 0,0 0,0 0,1 0,0-1,0 1,1-1,-1 1,1-1,0-1,2 3,12 3,0-1,1-1,-1 0,2-1,-1-1,1-1,0-1,0 0,0-2,0 0,0-1,1-1,10-2,-5 1,0 0,0-2,0 0,-1-2,1-1,-1-1,20-9,3-7</inkml:trace>
  <inkml:trace contextRef="#ctx0" brushRef="#br2" timeOffset="-188787.978">20863 5218,'14'-14,"7"-4,-3 2,-13 12,-20 15,-23 21,-23 17,-21 18,-17 13,-10 10,14-11</inkml:trace>
  <inkml:trace contextRef="#ctx0" brushRef="#br2" timeOffset="-181314.082">17516 6679,'-18'6,"-1"1,2 1,-1 1,1 0,0 2,1 0,0 0,0 2,2 0,0 0,0 1,1 1,1 1,0-1,1 2,1 0,1 0,0 1,1 0,1 1,5-16,0 0,1 1,0-1,-1 0,1 1,0-1,1 0,-1 1,1-1,-1 1,1 0,0-1,0 1,1-1,-1 1,1-1,0 0,0 1,0-1,0 1,0-1,1 0,0 0,-1 0,1 0,0 0,0 0,1-1,-1 1,1 0,-1-1,1 0,0 0,0 0,0 0,1 1,7-3,1 1,-1-2,0 0,0 0,0-1,0 0,-1-1,1 0,-1 0,1-1,-1-1,0 0,0 0,-1-1,0 0,7-7,10-3,-2-2,0 0,-1-2,-1-1,-1 0,0-2,-2 0,3-7,-14 18,0-1,0 0,-1 0,-1-1,0 0,-1 0,-1-1,0 1,-1-1,-1 0,0 1,-1-1,0 0,-1 0,-1 0,0 0,-3-8,4 16,-1 0,0 0,-1 0,0 0,0 0,0 1,-1-1,0 1,0-1,-1 1,1 0,-1 0,-1 1,1-1,-1 1,0 0,0 0,-1 0,1 1,-1 0,0 0,0 0,0 1,-1 0,1 0,-1 1,0 0,0 0,0 0,0 1,0 0,0 0,0 1,-1 0,1 1,0 1,1 0,-1 0,1 1,-1 0,1 0,0 0,0 1,1 0,-1 0,1 0,0 1,0 0,0 0,0 0,1 1,0-1,0 1,1 0,0 0,0 0,-1 2,-1 5,1-1,0 1,0 0,1 0,1 1,0-1,1 0,1 1,0-1,0 1,2 0,5 18,1 0,2 0,1-1,2-1,0 0,3-1,15 24,10 21,-41-73,16 28,-1 0,-2 1,-1 1,-1 0,1 12,-9-25</inkml:trace>
  <inkml:trace contextRef="#ctx0" brushRef="#br2" timeOffset="-180891.168">17926 6816,'-48'189,"4"-30,43-142,1-17,1 0,-1 1,0-1,0 0,1 0,-1 0,0 1,0-1,1 0,-1 0,0 0,1 0,-1 0,0 1,1-1,-1 0,0 0,1 0,-1 0,0 0,1 0,-1 0,0 0,1 0,-1 0,0 0,1 0,-1-1,0 1,1 0,-1 0,0 0,0 0,1-1,-1 1,0 0,1 0,-1 0,0-1,0 1,0 0,1 0,-1-1,0 1,0 0,0-1,1 1,-1 0,0-1,0 1,0 0,0-1,0 1,0 0,0-1,0 1,0 0,0-1,23-31,-1-1,-2-1,-1 0,6-20,-14 31,81-167,-80 171,-13 19,1 0,0 1,0-1,0 0,0 0,0 1,0-1,0 0,-1 0,1 1,0-1,0 0,0 0,0 1,0-1,0 0,0 0,1 1,-1-1,0 0,0 0,0 1,0-1,0 0,0 0,0 1,0-1,1 0,-1 0,0 0,0 1,0-1,0 0,1 0,-1 0,0 0,0 1,1-1,-1 0,0 0,0 0,1 0,-1 0,0 0,0 0,1 0,-1 0,0 0,0 0,1 0,-1 0,0 0,0 0,1 0,-1 0,0 0,0 0,1 0,-1 0,0 0,0 0,1 0,-1-1,0 1,0 0,0 0,1 0,-1 0,0-1,0 1,2 26,-2-25,-1 72,-1-38,1 0,1-1,2 1,2 0,1-1,1 1,2-2,2 1,1-1,6 11,-6-26,-2-6</inkml:trace>
  <inkml:trace contextRef="#ctx0" brushRef="#br2" timeOffset="-180598.942">17967 7048,'14'-2,"17"-4,18-2,16-3,10-1,-8 0</inkml:trace>
  <inkml:trace contextRef="#ctx0" brushRef="#br2" timeOffset="-180335.299">19989 6829,'18'3,"19"0,2 0</inkml:trace>
  <inkml:trace contextRef="#ctx0" brushRef="#br2" timeOffset="-180063.405">20685 6802,'21'4,"19"3,13-4,-1-1</inkml:trace>
  <inkml:trace contextRef="#ctx0" brushRef="#br2" timeOffset="-180062.405">21464 6775,'14'-3,"13"-2,3-1</inkml:trace>
  <inkml:trace contextRef="#ctx0" brushRef="#br2" timeOffset="-179817.842">22133 6761,'0'0</inkml:trace>
  <inkml:trace contextRef="#ctx0" brushRef="#br2" timeOffset="-179026.73">23540 6352,'-18'4,"1"1,0 1,1 1,-1 0,1 2,1-1,-1 2,2 0,-1 1,1 0,1 1,0 1,1 0,0 1,1 0,1 0,0 1,1 1,0 0,-3 11,9-22,0 0,1 0,0 1,0-1,0 1,0-1,1 1,0 0,0 0,1-1,0 1,0 0,0 0,0 0,1 0,0-1,0 1,1 0,0-1,0 1,0-1,0 0,1 1,0-1,0 0,1-1,-1 1,1-1,0 1,0-1,2 1,3 1,1-1,-1-1,1 0,0 0,1-1,-1 0,0-1,1 0,0-1,-1 0,1 0,0-1,-1-1,7 0,10-3,1 0,-1-2,1-1,-2-1,1-2,0 0,-1-2,0 0,0-2,-2-1,0-1,0-1,-2-1,0-1,17-20,-29 28,0 0,-1-1,0 0,-1 0,0-1,-1 0,-1-1,0 1,0-1,-2-1,0 1,0 0,-1-1,-1 0,-1 0,0 0,-1 0,0 1,-3-15,1 20,0 0,-1 0,0 0,0 1,-1-1,0 1,-1 0,0 0,0 0,-1 1,1 0,-2 0,1 0,-1 1,0 0,0 0,-1 0,0 1,0 1,0-1,0 1,-1 1,0-1,1 1,-1 1,0 0,-1 0,1 1,0 0,0 0,-1 1,1 0,-8 2,9-2,1 0,0 1,0 0,-1 0,1 0,0 1,0 0,0 1,1-1,-1 1,0 1,1-1,0 1,0 0,0 1,0-1,1 1,0 0,0 1,0-1,0 1,1 0,0 0,1 0,-1 1,1-1,0 1,1 0,-1 0,0 4,2 7,1 0,1 0,1-1,0 1,1 0,1-1,0 0,2 0,0 0,7 13,-9-18,58 141,36 57,-68-160,-18-37</inkml:trace>
  <inkml:trace contextRef="#ctx0" brushRef="#br2" timeOffset="-178768.422">24113 6474,'-3'19,"-2"13,-1 10,1 5,1 1,1 0,2-3,0-8,1-8,2-8,1-8</inkml:trace>
  <inkml:trace contextRef="#ctx0" brushRef="#br2" timeOffset="-178505.126">24373 6378,'-5'7,"-6"12,-1 12,-1 12,2 8,2 7,3 3,5-2,8-4,4-5,3-8,1-6,-1-10</inkml:trace>
  <inkml:trace contextRef="#ctx0" brushRef="#br2" timeOffset="-178337.573">24167 6665,'0'-4,"7"0,14 3,17 3,17 0,12 0,9-1,3 0,-12 0</inkml:trace>
  <inkml:trace contextRef="#ctx0" brushRef="#br2" timeOffset="-178151.573">24946 6652,'-7'0,"-5"0,-2-2,1-1</inkml:trace>
  <inkml:trace contextRef="#ctx0" brushRef="#br2" timeOffset="-169760.854">17586 7635,'1'0,"1"1,0-1,-1 1,1 0,0 0,-1 0,1 0,-1 0,1 0,-1 0,1 0,-1 0,0 1,0-1,0 1,1-1,-2 1,1-1,0 1,0 0,0-1,-1 1,1 0,-1 0,1-1,-1 1,0 0,0 0,1 0,-1-1,-1 1,1 0,0 0,-1 1,2 0,7 86,-5 0,-3 20,-1-30,0 260,18 644,15-536,14 288,-54-465,10-244,14-33,15-35,-20 26</inkml:trace>
  <inkml:trace contextRef="#ctx0" brushRef="#br2" timeOffset="-168958.926">17353 10517,'-1'3,"0"0,0-1,0 1,1 0,-1 1,1-1,-1 0,1 0,0 0,0 0,0 0,1 0,-1 0,1 0,0 0,0 0,0 0,0 3,10 31,2 0,2 0,1-2,2 0,1-1,2-1,15 18,-20-24,2-1,1-1,1-1,1 0,1-2,1 0,1-2,1-1,1 0,-24-17,1 0,-1-1,0 1,1 0,-1-1,1 0,-1 0,1 0,-1 0,1 0,0 0,0-1,-1 1,1-1,0 0,0 1,0-1,-1-1,1 1,0 0,0-1,-1 1,1-1,0 0,-1 0,1 0,0 0,-1-1,0 1,1-1,-1 1,0-1,0 0,0 0,2-2,6-13,-2-2,0 1,-1-1,-1 0,0-1,-2 0,0 1,1-18,-4 27,8-44,-4 1,-1-1,-3 0,-4-27,4 75,-1-1,0 1,-1 0,1 0,-1 0,0 0,-1 0,1 1,-1-1,-1 0,1 1,-1-1,0 1,0 0,0-1,-1 2,1-1,-1 0,-1 1,1 0,-1 0,1 0,-1 0,0 1,0 0,-1 0,1 0,-1 1,1-1,-1 1,-2 0,-9 1,1 1,-1 1,1 0,-1 1,1 1,0 1,0 0,0 1,1 1,-13 6,7-4,0 0,-1-2,0 0,0-1,-13 0,-16-5,64-4,129-15,0 5,0 7,34 7,-171 0,-3-1,0 1,0 0,-1-1,1 1,0 0,0 0,0 0,0 0,0 0,-1 1,1-1,0 1,0-1,0 1,-1-1,1 1,0 0,-1 0,1 0,0 0,-1 0,0 0,1 1,-1-1,0 0,1 1,-1-1,0 1,0-1,0 1,-28 44,6-20,1 1,1 0,2 2,1 0,1 1,1 0,2 1,1 0,1 1,-4 29,6 107,11-92</inkml:trace>
  <inkml:trace contextRef="#ctx0" brushRef="#br2" timeOffset="-168123.438">18049 11786,'-14'-1,"0"0,0 1,0 0,0 1,1 1,-1 0,0 1,1 0,-1 1,1 0,0 2,0-1,1 1,0 1,0 0,0 1,-10 9,4-2,1 0,1 1,0 1,1 1,0 0,2 1,0 0,2 1,0 0,-4 12,7-12,1 0,0 0,2 1,0 0,2 0,-1 11,3-24,1 0,0 1,0-1,1 0,0 0,0 1,1-1,0 0,0 0,1 0,0-1,1 1,-1-1,1 1,1-1,-1 0,1-1,1 1,-2-3,0 0,1-1,-1 0,1 1,0-1,0-1,0 1,0-1,1 0,-1 0,0 0,1-1,0 0,-1 0,1 0,0-1,-1 0,1 0,0 0,-1-1,1 0,0 0,-1 0,1-1,-1 0,0 0,1 0,4-3,7-4,0-1,0 0,-1-1,-1-1,1 0,-2-1,0-1,0 0,3-7,0-1,-1-1,-1 0,-1-1,-1-1,-2 0,0-1,-2 0,0-1,-2 1,-1-1,-1-1,-2 1,0-1,-2 0,-1 1,-1-1,-2 0,0 1,-5-11,6 28,0 1,-1 0,0 0,-1 1,0-1,0 1,-1-1,0 1,0 1,-1-1,3 5,1 1,-1-1,1 1,-1-1,0 1,0 0,0 0,0 1,0-1,0 1,0-1,-1 1,1 0,0 0,-1 0,1 1,-1-1,1 1,-1 0,1 0,-1 0,1 0,-1 1,1 0,-1-1,1 1,0 0,-1 1,-3 1,-1 0,1 1,0 0,0 1,0-1,0 1,1 1,0-1,0 1,1 0,-1 1,1-1,1 1,-1 0,1 0,0 0,-1 4,-2 7,0 0,1 0,1 1,0-1,2 1,0 0,1 1,3 17,2 0,2 0,1-1,2 0,1 0,2 0,2-1,1-1,1 0,2-1,1-1,5 3,14 37,-20-40,-1 1,-2 0,-1 1,2 16,-9-24</inkml:trace>
  <inkml:trace contextRef="#ctx0" brushRef="#br2" timeOffset="-167624.774">18349 12238,'1'13,"1"0,0 0,0 0,1 0,1 0,0 0,1-1,1 0,-1 0,2 0,0-1,0 0,1 0,0 0,1-1,0-1,1 1,5 2,144 134,-130-104,-29-41,0 0,1 0,-1 0,0 0,0 1,0-1,0 0,0 0,0 0,0 0,0 0,-1 0,1 0,0 0,-1 0,1 0,-1 0,1 0,-1 0,1 0,-1 0,1 0,-1 0,0 0,0 0,1-1,-1 1,0 0,0-1,0 1,0 0,0-1,0 1,0-1,0 0,0 1,0-1,0 0,0 0,0 1,-1-1,1 0,-16 2,0 0,0 0,0-2,0 0,0-1,0-1,0 0,0-1,1-1,-1-1,1 0,-13-7,20 9,0 0,0-1,1 0,0-1,0 0,0 0,0-1,1 0,-1 0,2-1,-3-2,8 6,0-1,0 1,1-1,-1 1,1-1,0 1,0-1,0 0,0 1,1-1,-1 1,1-1,0 1,0-1,0 1,1 0,-1-1,1 1,0 0,0 0,0 0,0 0,0 1,1-1,-1 0,1 1,0 0,0 0,-1 0,1 0,1 0,1-1,4-5,33-30,-17 19,-1-1,-1-1,-1-2,-1 0,0-1,-2-1,-1-1,-1 0,-2-2,0 0,-2 0,1-6,-13 31,1 0,-1 0,0-1,0 1,0-1,-1 1,1-1,-1 1,0-1,0 0,0 1,0-1,-1 1,1-1,-1 1,0-1,0 1,0-1,-1 1,1 0,-1 0,0 0,0 0,0 0,0 0,0 0,-1 0,1 1,-1-1,1 1,-1 0,0 0,0 0,0 0,-1 1,1-1,0 1,0-1,-1 1,-1 0,-6 1,-1 1,0 0,1 0,-1 1,1 1,0 0,0 0,0 1,0 1,0 0,1 0,0 1,0 0,1 1,-1 0,1 0,-1 3,0-2,1 0,0 1,0 0,1 0,1 0,-1 1,1 0,1 1,0 0,1 0,0 0,-1 3,-2 23</inkml:trace>
  <inkml:trace contextRef="#ctx0" brushRef="#br2" timeOffset="-167163.006">19784 10079</inkml:trace>
  <inkml:trace contextRef="#ctx0" brushRef="#br2" timeOffset="-166900.708">20631 10203,'23'-3,"19"-4,3-3</inkml:trace>
  <inkml:trace contextRef="#ctx0" brushRef="#br2" timeOffset="-166638.918">21477 10162,'17'-3,"18"-2,4-1</inkml:trace>
  <inkml:trace contextRef="#ctx0" brushRef="#br2" timeOffset="-166637.918">22310 10162,'17'-5,"4"-1</inkml:trace>
  <inkml:trace contextRef="#ctx0" brushRef="#br2" timeOffset="-166391.578">23020 10079,'0'0</inkml:trace>
  <inkml:trace contextRef="#ctx0" brushRef="#br2" timeOffset="-165679.969">23990 7334,'-2'-13,"-2"37,-16 357,17-271,-2 75,-9 388,33 182,-8-616,3-4,-6 0,-5 0,-7 1,-6-1,-16 74,-48 80,70-198,4-91,0 0,0 0,0-1,0 1,0 0,0 0,0 0,0 0,1 0,-1 0,0 0,0-1,0 1,0 0,0 0,1 0,-1 0,0 0,0 0,0 0,0 0,0 0,1 0,-1 0,0 0,0 0,0 0,0 0,1 0,-1 0,0 0,0 0,0 0,0 0,1 0,-1 0,0 0,0 0,0 0,0 0,0 1,1-1,5-20,-6 19,6-19</inkml:trace>
  <inkml:trace contextRef="#ctx0" brushRef="#br2" timeOffset="-165280.649">23553 9765,'296'379,"-289"-369,1 0,0-1,0 0,1 0,0-1,0 0,1-1,0 0,1 0,-1-1,1 0,1-1,-1 0,11 2,-19-7,1 0,-1 0,0-1,1 1,-1-1,0 0,1 0,-1 0,0 0,0 0,0-1,0 1,0-1,0 0,-1 0,1 0,-1 0,1-1,-1 1,0-1,1 1,-1-1,0-1,36-73,-15 7,-4-1,-3-1,1-26,8-39,-22 122,8-40,1 1,3 0,2 1,3 0,7-10,-25 59,0-1,1 1,-1 0,1 0,-1 0,1 0,1 0,-1 1,0-1,1 1,0 0,0 0,0 0,1 0,13-1</inkml:trace>
  <inkml:trace contextRef="#ctx0" brushRef="#br2" timeOffset="-164495.194">24195 11213,'-13'8,"0"0,0 1,1 1,0 0,0 1,1 0,1 1,0 0,1 1,0 0,1 0,-6 13,-5 6,1 1,2 1,2 0,1 1,1 1,0 10,9 27,3-71,1 0,-1 0,1 0,0 1,0-1,0-1,0 1,0 0,0 0,1 0,-1 0,0-1,1 1,0-1,-1 1,1-1,0 0,0 0,-1 1,1-1,0 0,0-1,0 1,0 0,1 0,-1-1,0 0,0 1,0-1,0 0,1 0,10-2,0 0,1-1,-1 0,-1-1,1 0,-1-2,1 1,-1-1,-1-1,1 0,-1-1,-1 0,1 0,-1-1,5-7,8-10,0 0,-3-2,0-1,-1 0,-2-1,-2-1,0 0,-2-2,-1 1,-2-1,-1-1,-2 0,-1 0,-2 0,-1-1,-2 0,-1 1,-4-26,2 41,0 0,0 0,-2 0,-1 1,0-1,-5-8,9 23,-1-1,0 0,0 1,-1-1,1 1,-1 0,0 0,0 0,0 0,-1 0,0 1,1-1,-1 1,0 0,-1 0,1 1,0-1,-1 1,1 0,-1 0,0 0,0 1,0 0,0 0,0 0,-4 0,2 2,0-1,1 1,-1 1,0-1,0 1,0 0,1 1,-1 0,1 0,0 0,0 1,0-1,0 2,1-1,0 0,0 1,0 0,0 1,-2 3,-4 4,1 1,1 1,0 0,1 0,1 1,0 0,-1 8,2-3,1 1,1-1,1 1,1-1,1 1,1 0,0 0,2 0,1-1,0 1,2-1,0 1,2-2,0 1,1-1,1 0,1 0,8 10,17 24,2-2,3-2,2-1,4 1,100 120,-126-140,-6-7</inkml:trace>
  <inkml:trace contextRef="#ctx0" brushRef="#br2" timeOffset="-164216.936">24755 11445,'-12'23,"-6"17,-2 14,0 9,3 5,5 0,4-1,3-6,6-8,4-12,4-9,0-11</inkml:trace>
  <inkml:trace contextRef="#ctx0" brushRef="#br2" timeOffset="-163886.274">25042 11486,'-3'16,"2"1,0-1,0 0,2 1,0-1,1 0,1 1,0-1,1 0,1-1,0 1,1-1,1 0,0 0,2 0,165 219,-174-232,1-1,0 0,0 0,0 0,-1 0,1 1,0-1,-1 0,1 0,-1 1,0-1,1 1,-1-1,0 0,0 1,0-1,0 1,0-1,0 0,0 1,-1-1,1 0,0 1,-1-1,1 0,-1 1,1-1,-1 0,0 0,1 1,-1-1,0 0,0 0,0 0,0 0,0 0,0 0,0 0,0-1,-1 1,1 0,0-1,0 1,-1-1,1 1,0-1,-1 1,1-1,-2 0,-8 2,-1 0,0-1,0 0,0-1,0 0,0-1,0-1,0 0,0 0,1-2,-1 1,1-1,0-1,0 0,-1-1,-25-14</inkml:trace>
  <inkml:trace contextRef="#ctx0" brushRef="#br2" timeOffset="-163637.424">25110 11363,'18'-7,"19"-4,16-1,10-1,10 3,0 0,-2 2,-6 0,-12 1,-15-1,-14 2</inkml:trace>
  <inkml:trace contextRef="#ctx0" brushRef="#br2" timeOffset="-163024.001">24700 11445,'5'-3,"-2"0,-5 3,-9 5,-8 7,-9 7,-8 5,-6 7,-8 3,4-5</inkml:trace>
  <inkml:trace contextRef="#ctx0" brushRef="#br2" timeOffset="-175160.274">6360 12223,'-9'-2,"0"1,0 0,0 1,-1 0,1 0,0 1,0 0,0 0,0 1,0 0,1 1,-1 0,1 0,-1 1,1 0,0 1,1-1,-5 4,-6 6,0 1,1 0,1 1,0 1,1 0,-10 16,8-9,1 0,1 2,1-1,2 2,0 0,2 0,1 1,1 0,2 1,0 3,9 40,-3-70,1-1,-1 1,1 0,0 0,-1 0,1 0,0-1,0 1,0 0,0-1,1 1,-1-1,0 1,1-1,-1 0,1 1,-1-1,1 0,-1 0,1 0,0 0,0 0,-1-1,1 1,0 0,0-1,0 0,0 1,0-1,0 0,0 0,0 0,0 0,0 0,7-3,0 0,0 0,0-1,0 0,-1 0,0-1,0 0,0 0,0-1,-1 0,0-1,0 0,-1 0,0 0,1-1,21-24,-1-2,-2 0,-1-2,-1-1,-3 0,-1-2,-1 0,-3-1,-1-1,-2 0,-1-1,-3 0,-1 0,-2-12,-3 42,-1 0,-1 0,0 0,-1 0,0 1,-1-1,0 0,-1 1,0-1,-1 1,0 0,-1 0,0 0,-1 1,0 0,-1 0,0 0,0 1,-1 0,0 0,-9-7,14 14,0 0,-1 1,1-1,-1 0,1 1,-1 0,1 0,-1 0,0 0,0 1,1-1,-1 1,0 0,0 0,0 0,1 1,-1-1,0 1,0 0,1 0,-1 0,1 1,-1-1,1 1,-1 0,1 0,0 0,0 0,0 1,0-1,0 1,1 0,-1 0,1 0,-2 3,-4 9,1 1,0-1,1 1,1 1,1-1,0 1,1 0,1 0,0 0,2 0,0 0,2 17,3 41,4-1,2 0,4-1,4-1,2 0,3-1,7 5,-23-55,1 0,1-1,0 0,2 0,0-1,1-1,1 0,8 6,-21-22,1 0,-1 0,1-1,0 1,0 0,-1-1,1 0,0 1,0-1,0 0,0 0,0 0,1 0,-1-1,0 1,0-1,1 1,-1-1,0 0,1 1,-1-1,0-1,1 1,-1 0,0 0,0-1,1 0,11-7</inkml:trace>
  <inkml:trace contextRef="#ctx0" brushRef="#br2" timeOffset="-174828.16">6579 12756,'3'11,"1"0,1-1,0 1,1-1,0 0,0 0,1-1,0 0,1 0,1 1,-5-7,-1 0,1 1,0-2,0 1,0 0,0-1,0 0,0 1,1-2,-1 1,1-1,0 1,-1-1,1 0,0-1,0 1,-1-1,1 0,0 0,0-1,-1 1,1-1,0 0,0 0,2-2,0 0,0-1,0 0,0 0,-1 0,1-1,-1 0,0 0,-1-1,1 0,-1 0,0 0,-1 0,1-1,-1 0,-1 0,1 0,-1 0,0-1,-1 1,0-1,0 0,0 1,-1-3,0 3,0 1,0 0,-1-1,0 1,0-1,-1 1,0-1,0 1,0 0,-1-1,0 1,0 0,0 0,-1 0,0 1,0-1,0 1,-1-1,0 1,0 0,0 0,-1 1,0-1,0 1,0 0,0 0,0 1,-4-2,3 3,1 0,0 0,-1 1,1-1,-1 1,1 1,-1-1,1 1,-1 0,0 0,1 1,-1-1,1 1,-1 0,1 1,0-1,-1 1,1 1,0-1,0 0,0 1,0 0,1 0,-1 1,1-1,0 1,0 0,-1 2,-4 3,0 1,1-1,1 2,-1-1,2 1,-1 0,2 0,-1 1,2 0,-1 0,2 0,-1 1,-1 27</inkml:trace>
  <inkml:trace contextRef="#ctx0" brushRef="#br2" timeOffset="-207140.469">4270 4453,'120'1276,"-9"-451,-107-798,22 149,-1 105,-25-269,2 0,-1-1,-1 0,0 1,0-1,-2 0,1 1,-1-1,-1 0,0 0,0 0,-1-1,-3 5,7-14,0 0,-1-1,1 1,0 0,-1-1,1 1,-1 0,0-1,1 1,-1-1,1 1,-1-1,0 1,1-1,-1 0,0 1,1-1,-1 0,0 1,0-1,0 0,1 0,-1 0,0 0,0 0,1 0,-1 0,0 0,0 0,0 0,1 0,-1 0,0-1,0 1,1 0,-1 0,0-1,0 1,1-1,-1 1,1-1,-1 1,0-1,1 1,-1-1,1 1,-1-1,1 0,-1 1,1-1,0 0,-1 1,1-1,0 0,-1 0,-4-11,-1 0,2-1,0 0,0 0,1 0,1 0,0 0,1-1,0 1,2-11,-2 9,-1-58</inkml:trace>
  <inkml:trace contextRef="#ctx0" brushRef="#br2" timeOffset="-205324.504">4257 4385,'11'-11,"0"-1,0 2,1 0,1 0,0 2,0-1,0 1,1 1,1 1,-1 0,1 0,0 2,0 0,0 0,1 2,-1 0,1 1,15 0,457-14,78 3,162 0,581 21,-415-41,-506 14,67-8,242-7,436 25,-496 2,-341-18,-102 22,-192 2,0 0,0 1,1-1,-1 0,0 1,0 0,0-1,0 1,0 0,0 0,0 0,-1 0,1 1,0-1,0 0,-1 1,1-1,-1 1,1-1,-1 1,0 0,0 0,0 0,0 0,0 0,0 0,0 0,0 0,-1 0,1 0,2 70,-3-52,-2 85,6 0,10 59,117 631,-121-709,17 136,11 6,-18-143,-4 0,-3 1,-5 1,-3 0,-4 0,-5 26,-10-49,7-99,3 9</inkml:trace>
  <inkml:trace contextRef="#ctx0" brushRef="#br2" timeOffset="-203284.793">4516 7130,'-1'90,"-1"-2,4 0,4 0,8 36,-14-124,21 74,-20-72,0 0,0 0,1 0,-1 1,0-1,1 0,-1 0,1-1,-1 1,1 0,0 0,0-1,0 1,0-1,0 0,0 0,0 1,1-1,-1-1,0 1,1 0,-1 0,0-1,1 0,-1 1,1-1,-1 0,0 0,1 0,98-36,-52 15,25 0,1 4,0 3,1 3,1 4,0 2,-1 5,1 2,24 7,41-4,149-5,43-16,1027-19,-625 22,354-39,-392 21,-9-3,272-24,-593 56,-206-12,-55 0,220 14,-327 0,1 1,0-1,1 0,-1 0,0 0,1 0,-1 0,0 0,1 0,-1 0,0 0,0-1,1 1,-1 0,0-1,0 1,1-1,-1 1,0-1,0 0,0 0,0 1,0-1,0 0,0 0,0 0,0 0,-1 0,1 0,0 0,0-1,1-10</inkml:trace>
  <inkml:trace contextRef="#ctx0" brushRef="#br2" timeOffset="-202927.731">12642 6433,'-2'3,"-2"4,1 10,1 12,0 15,1 15,0 13,1 13,2 9,6 1,6-3,6-8,1-12,2-13,-3-14,-5-15</inkml:trace>
  <inkml:trace contextRef="#ctx0" brushRef="#br2" timeOffset="-196458.171">6497 5286,'-1'4,"1"0,0 1,0-1,0 0,0 0,1 0,-1 0,1 1,0-1,0 0,1 0,-1-1,1 1,0 0,0 0,0-1,0 1,1-1,-1 0,1 0,0 0,0 0,0 0,1-1,-1 1,3 1,5 2,0 1,0-2,1 0,-1 0,1-1,1 0,-1-1,4 0,13 2,-1-2,1-1,0-2,0 0,0-2,0-2,-1 0,1-2,-1-1,0-1,-1-1,7-4,-24 9,-1-1,1 1,-1-1,0-1,0 0,-1 0,0-1,0 0,0 0,-7 6,0 0,-1 0,1 1,0-1,-1 0,1 0,0 0,-1 0,1 0,-1 0,1 0,-1 0,0 0,1 0,-1 0,0 0,0 0,1 0,-1 0,0 0,0 0,0 0,0 0,-1 0,1 0,0 0,0 0,-1 0,1 0,0 0,-1 0,1 0,-1 0,0 0,1 0,-1 0,0 0,1 1,-1-1,0 0,0 0,0 1,1-1,-1 1,0-1,0 1,-1-1,-50-9,47 11,0 1,0-1,1 1,-1 0,1 0,-1 0,1 1,0 0,0 0,0 0,0 0,1 0,-1 1,1-1,0 1,0 0,0 0,0 1,1-1,0 0,0 1,0 0,-1 2,-26 115,-12 332,-8-29,46-397</inkml:trace>
  <inkml:trace contextRef="#ctx0" brushRef="#br2" timeOffset="-196183.882">6333 5942,'23'-3,"24"-2,25-6,21-7,18-8,13-5,2 0,-4 1,-14 5,-18 5,-24 7</inkml:trace>
  <inkml:trace contextRef="#ctx0" brushRef="#br2" timeOffset="-195733.922">7534 5327,'6'-46,"-4"39,-6 31,-60 325,29-27,43-235,-7-84,0 0,0 0,0 0,0-1,0 1,1 0,-1-1,1 1,0-1,0 1,0-1,0 0,0 0,0 0,1 0,-1 0,0 0,1-1,0 1,-1-1,1 0,0 0,0 0,0 0,0 0,0-1,0 1,10-2,-1 0,1-1,-1 0,0-1,0 0,0-1,0-1,-1 0,0 0,0-1,0-1,-1 1,2-3,6-1,-1-1,0-1,0 0,-2-1,1-1,-2-1,0 0,-1 0,0-2,-1 1,-1-2,-1 0,0 0,-2 0,0-1,-1 0,0-1,-2 0,0-2,-4 21,-1-1,1 1,-1 0,1-1,-1 1,0 0,0-1,1 1,-1 0,0-1,0 1,0-1,0 1,0 0,-1-1,1 1,0 0,-1-1,1 1,-1 0,1 0,-1-1,0 1,1 0,-1 0,0 0,0 0,0 0,0 0,0 0,0 0,0 0,0 0,0 0,-1 1,1-1,0 0,0 1,-1-1,1 1,0 0,-1-1,1 1,0 0,-1 0,1 0,-2 0,-3 4,0 0,0 0,0 1,0-1,1 2,0-1,0 0,0 1,1 0,0 0,0 0,0 1,0 2,-12 22,2 0,1 1,2 1,1 0,1 0,2 1,1 0,2 0,2 1,0-1,3 1,1-1,1 1,2-1,1 0,2-1,1 1,3 0,6 19</inkml:trace>
  <inkml:trace contextRef="#ctx0" brushRef="#br2" timeOffset="-193651.999">8313 6010,'39'-258,"-23"-39,-21 242,0 72,0 371,9-65,17-221,-7-71</inkml:trace>
  <inkml:trace contextRef="#ctx0" brushRef="#br2" timeOffset="-193162.784">9009 5560,'-1'-13,"-2"0,0 1,0-1,-2 1,1 0,-1 0,-1 0,0 1,-1-1,4 8,0 0,0 0,0 1,0-1,-1 1,1-1,-1 1,0 0,0 0,0 1,0-1,-1 1,1 0,-1 0,1 0,-1 1,0 0,0 0,1 0,-1 0,0 1,0-1,0 1,0 1,-1-1,-7 4,0 1,0 0,0 0,0 2,1-1,0 2,1 0,-1 0,2 1,-1 0,1 1,0 0,1 0,0 1,1 1,0-1,-2 6,1-3,0 0,0 1,1 0,1 1,1-1,0 1,1 0,1 1,0-1,1 1,1 1,2-15,0-1,0 1,0-1,0 1,1-1,-1 1,1 0,0-1,0 0,0 1,0-1,0 1,0-1,1 0,-1 0,1 0,0 0,-1 0,1 0,0 0,0-1,0 1,0-1,1 1,-1-1,0 0,1 0,-1 0,0 0,1 0,0 0,-1-1,1 1,-1-1,1 0,-1 0,1 0,0 0,-1 0,1-1,-1 1,1-1,-1 1,1-1,0-1,21-5,-2-1,1-1,-1-1,-1-1,0 0,0-2,-1-1,-1 0,0-2,4-5,66-47,-88 66,0 1,0-1,0 1,0 0,0 0,1-1,-1 1,0 0,1 0,-1 0,1 0,-1 1,1-1,-1 0,1 0,0 1,-1-1,1 1,0 0,-1-1,1 1,0 0,-1 0,1 0,0 0,0 1,-1-1,1 0,0 1,-1-1,1 1,0-1,-1 1,1 0,-1 0,1 0,-1-1,1 2,-1-1,0 0,0 0,1 0,-1 1,0-1,0 0,0 1,0-1,-1 1,2 1,2 14,0 1,-1 0,-1 0,0 0,-1 0,-2 9,1-12,-2 36,-2-1,-2 0,-2 0,-3 0,-1-1,-3-1,-2 0,-2-2,-15 27,-1 0,34-63,7-11</inkml:trace>
  <inkml:trace contextRef="#ctx0" brushRef="#br2" timeOffset="-192645.274">9255 5573,'12'26,"2"-1,0-1,1 0,2-1,0-1,1-1,1 0,2-1,-1-1,14 8,-5-1,14 12,-14-14,-1 1,-1 2,-1 0,-1 2,-2 1,-1 0,6 14,-25-39,0 0,0-1,-1 1,0 0,0 0,0 0,0 0,-1 0,0 1,0-1,-1 0,1 1,-1-1,0 1,-1-1,1 0,-1 1,0-1,0 0,-1 0,0 0,1 0,-2 0,1 0,-1 0,1-1,-1 1,-1-1,1 0,0 1,-3 0,-4 3,0-1,0 0,-1-1,0 0,-1 0,1-1,-1-1,0 0,0-1,0 0,-1 0,1-2,-1 1,1-2,-1 0,0 0,1-1,-1 0,1-2,0 1,-1-1,1-1,1 0,-6-3,11 4,1-1,0 1,-1-1,2 0,-1 0,0-1,1 1,0-1,0 0,0 0,1 0,0-1,0 1,0-1,0 0,1 0,0 0,1 0,-1 0,1 0,0-1,1 1,-1 0,1-1,0 1,1 0,0 0,0-1,1-1,7-18,1 1,1 0,1 1,2 0,0 1,2 1,0 0,1 1,10-8,-3 0,4-5,6-4,-2-2,-2-1,-1-1,-3-1,-1-2,11-29,-34 71,0-1,0 0,0 0,-1-1,1 1,-1 0,0-1,0 1,0-1,-1 1,0 0,1-1,-2 1,1-1,0 1,-1-1,0 1,0-1,0 1,-1 0,0 0,1 0,-1 0,-1 0,1 0,0 0,-1 0,0 1,0 0,0-1,0 1,-1 0,1 1,-1-1,-1-1,-7 2,0 0,-1 0,1 1,0 1,-1 0,1 0,0 2,0-1,-1 1,1 1,1 0,-1 1,0 1,1-1,0 2,0-1,0 2,1-1,0 1,0 1,1 0,-1 1,-2 0,1 1,1 1,-1 0,2 0,-1 1,2 0,-1 0,2 1,-1 3,5-11,0 0,1 0,0 1,1-1,-1 1,1-1,0 1,0 0,0 0,1-1,0 1,0 0,1 0,0-1,0 1,0 0,0-1,1 1,0-1,0 0,1 1,-1-1,1 0,3 4,36 31,6-8</inkml:trace>
  <inkml:trace contextRef="#ctx0" brushRef="#br2" timeOffset="-185407.843">6059 6911,'-20'10,"1"1,0 1,0 0,1 1,1 1,0 1,1 1,1 0,0 1,1 0,1 1,1 1,0 0,2 1,0 0,1 1,1-1,-4 17,-1 37,13-72,0 0,0 0,0 0,0 0,0-1,0 1,1 0,-1 0,1 0,-1-1,1 1,0 0,-1-1,1 1,0 0,0-1,0 1,0-1,0 0,1 1,-1-1,0 0,1 0,-1 0,1 0,-1 0,1 0,0 0,-1 0,1 0,0-1,-1 1,1-1,0 1,0-1,0 0,-1 0,3 0,6-2,0 0,0-1,0 0,-1-1,1 0,-1-1,0 0,0 0,-1-1,1 0,-1 0,0-1,-1 0,0 0,5-7,9-10,0-1,-2 0,0-2,-2 0,-1-1,-2 0,0-1,-2-1,-1 0,-2-1,-1 0,-1 0,-2-1,0-11,-15-57,10 97,-1-1,0 1,-1-1,1 1,-1 0,1 0,-1 0,0 0,0 0,0 0,-1 0,1 1,-1-1,1 1,-1 0,0 0,0 0,0 0,0 0,0 0,0 1,-1 0,1-1,0 1,-1 1,1-1,-1 0,1 1,0 0,0 0,0 1,0-1,0 1,0 0,0-1,0 1,1 0,-1 1,0-1,0 0,1 1,-1 0,1-1,0 1,-1 0,1 0,0 1,0-1,0 0,0 1,1-1,-1 1,1 0,-29 72,27-43,2 1,1 0,2 0,1 0,1-1,2 1,1-1,2 0,1-1,1 0,2-1,16 29,-13-21,-4-9</inkml:trace>
  <inkml:trace contextRef="#ctx0" brushRef="#br2" timeOffset="-184884.719">6388 7089,'-91'265,"216"-590,-124 323,3-8,0-1,1 2,1-1,-1 0,2 1,-1 0,1 1,5-5,-12 12,1 0,0 1,-1-1,1 0,-1 1,1-1,0 1,0-1,-1 1,1-1,0 1,0 0,0-1,-1 1,1 0,0 0,0-1,0 1,0 0,0 0,-1 0,1 0,0 0,0 0,0 0,0 0,0 1,0-1,-1 0,1 0,0 1,0-1,0 1,-1-1,1 0,0 1,0 0,-1-1,1 1,0-1,-1 1,1 0,-1-1,1 2,15 38,18 240,-13-99,-17-162</inkml:trace>
  <inkml:trace contextRef="#ctx0" brushRef="#br2" timeOffset="-184624.874">6319 7294,'7'0,"14"-2,17-4,19-5,15-7,10-6,-9 2</inkml:trace>
  <inkml:trace contextRef="#ctx0" brushRef="#br2" timeOffset="-184220.923">7684 7130,'3'0,"7"0,7-2,0-1</inkml:trace>
  <inkml:trace contextRef="#ctx0" brushRef="#br2" timeOffset="-183931.169">8367 7020,'24'-7,"13"-4,2-1</inkml:trace>
  <inkml:trace contextRef="#ctx0" brushRef="#br2" timeOffset="-183669.868">8817 6952,'19'-2,"13"-3,1-1</inkml:trace>
  <inkml:trace contextRef="#ctx0" brushRef="#br2" timeOffset="-183668.868">9227 6939,'10'0,"7"0,1 0</inkml:trace>
  <inkml:trace contextRef="#ctx0" brushRef="#br2" timeOffset="-182938.295">10470 6652,'-16'15,"1"2,0 0,2 0,0 1,1 1,0 0,2 1,0 0,1 0,-1 9,8-25,1-1,0 0,1 1,-1-1,0 1,1-1,0 1,0-1,0 1,0-1,1 1,-1-1,1 1,0-1,0 0,0 1,1-1,-1 0,1 0,-1 0,1 0,0 0,0 0,1 0,-1-1,0 1,1-1,0 0,-1 1,1-1,0-1,0 1,0 0,1-1,-1 1,0-1,3 1,7-1,0 0,1-1,-1-1,0 0,0-1,0 0,0-1,0 0,-1-1,1-1,-1 0,0 0,0-2,-1 1,0-1,2-2,11-5,-2-1,0-1,0-1,-2 0,0-2,-1 0,-1-1,-1-1,0-1,-2 0,-1-1,0-1,-2 0,-1-1,-1 0,7-25,-15 42,0 1,0-1,-1 1,0-1,0 1,-1-1,0 0,-1 1,1-1,-1 0,-1 1,1-1,-1 1,-1 0,0-1,0 1,0 0,0 1,-1-1,0 1,-1-1,0 1,0 0,0 1,0-1,-1 1,0 0,0 1,0-1,-1 1,0 0,1 1,-1 0,-1 0,1 0,0 1,-1 0,1 0,-7 0,6 3,-1 0,1 0,0 1,-1 0,1 0,0 0,0 2,1-1,-1 1,1 0,-1 0,1 1,0-1,1 2,-1-1,1 1,0 0,1 0,-1 1,1 0,1 0,-1 0,1 0,0 1,1 0,0-1,0 1,1 0,0 1,0-1,1 0,-1 8,1 4,0 1,1-1,2 1,0-1,1 0,1 0,0 0,2 0,0-1,2 1,0-2,4 6,19 33,3-1,2-3,10 10,-18-32,-17-23</inkml:trace>
  <inkml:trace contextRef="#ctx0" brushRef="#br2" timeOffset="-182688.954">11154 6584,'-3'16,"0"15,-3 11,1 8,0 5,2-1,0 1,2-3,1-5,0-8,2-11,4-11,0-7</inkml:trace>
  <inkml:trace contextRef="#ctx0" brushRef="#br2" timeOffset="-182476.479">11371 6597,'-2'17,"-1"14,0 13,1 9,0 5,3 1,4-2,6-3,3-8,-1-7,-1-12,-1-10</inkml:trace>
  <inkml:trace contextRef="#ctx0" brushRef="#br2" timeOffset="-182289.983">11112 6816,'17'-2,"18"-4,23-5,22-5,20-2,17-3,-11 2</inkml:trace>
  <inkml:trace contextRef="#ctx0" brushRef="#br2" timeOffset="-176951.008">6019 7689,'-1'1,"0"-1,0 1,0 0,0 0,0-1,0 1,0 0,0 0,0 0,0 0,1 0,-1 0,0 0,1 0,-1 0,1 0,-1 0,1 1,-1-1,1 0,0 0,0 0,0 1,-1-1,1 0,0 0,1 1,-2 0,-5 52,2 1,2-1,5 37,-3-66,36 1010,-32-801,35 862,-17-865,13 282,-32-447,-3-65,0-1,1 0,-1 0,0 0,1 1,-1-1,1 0,-1 0,0 0,1 0,-1 0,1 0,-1 0,0 0,1 0,-1 0,1 0,-1 0,1 0,-1 0,0 0,1 0,-1 0,0 0,1-1,-1 1,1 0,-1 0,0 0,1-1,-1 1,0 0,0-1,1 1,-1 0,0 0,1-1,-1 1,0-1,0 1,0 0,0-1,1 1,-1 0,0-1,0 1,0-1,0 1,0 0,0-1,0 1,0-1,0 1,4-11</inkml:trace>
  <inkml:trace contextRef="#ctx0" brushRef="#br2" timeOffset="-176175.533">5895 10831,'14'11,"-1"1,0 1,-1 0,0 1,-1 1,-1-1,5 11,-10-18,122 228,-83-145,-12-43,-31-47,0 0,0 0,0 0,0 0,0 0,0 0,0 0,0 0,0 0,0-1,0 1,0 0,0-1,0 1,-1-1,1 1,0-1,0 1,0-1,0 0,-1 1,1-1,0 0,-1 0,1 0,0 1,-1-1,1 0,-1 0,1 0,-1 0,0 0,1 0,-1 0,0 0,0 0,0 0,1 0,-1 0,76-198,8 2,74-122,-118 246</inkml:trace>
  <inkml:trace contextRef="#ctx0" brushRef="#br2" timeOffset="-173719.57">11003 7567,'-11'62,"2"2,4-1,2 1,3 30,0-35,-14 1224,-43 241,45-1117,1-490,6 61</inkml:trace>
  <inkml:trace contextRef="#ctx0" brushRef="#br2" timeOffset="-173330.611">10580 10503,'43'139,"-32"-113,21 50,2-1,4-2,44 62,-73-123,-1 1,2-2,0 1,0-1,1-1,0 0,2 1,-10-9,-1 0,1 0,0-1,0 1,0-1,0 1,0-1,0 0,0 0,0-1,0 1,1 0,-1-1,0 0,1 0,-1 0,0 0,0 0,1-1,-1 0,0 1,0-1,0 0,0-1,0 1,0 0,0-1,0 0,-1 0,1 1,0-2,-1 1,0 0,1 0,0-2,13-18,-1-2,0 0,-2-1,-1 0,0-1,-2-1,-2 1,0-2,-2 1,2-13,80-452,-49 392,-21 75</inkml:trace>
  <inkml:trace contextRef="#ctx0" brushRef="#br2" timeOffset="-172588.836">11590 11568,'-9'0,"0"1,-1 0,1 1,0 0,0 0,0 1,1 0,-1 1,1 0,0 0,0 1,0 0,0 0,1 1,0 0,0 0,0 0,1 1,0 0,1 1,-1-1,1 1,-1 3,-6 11,2 0,0 0,1 1,1 0,2 0,0 1,1 0,0 8,3-18,-1-1,2 0,0 1,1-1,0 1,1-1,0 1,1-1,0 0,2 0,-1 0,1 0,1 0,1-1,3 7,-7-16,0 0,0 0,1-1,-1 1,1-1,-1 0,1 0,0 0,0 0,0 0,0 0,0-1,0 0,1 1,-1-1,0 0,1-1,-1 1,0-1,1 1,-1-1,1 0,-1 0,1 0,-1-1,0 1,1-1,-1 0,1 0,-1 0,0-1,2 0,7-4,-1 0,0-1,0 0,0-1,-1 0,0-1,0 0,-1-1,13-14,-2 0,-1-2,0 0,-2-1,-1-1,-2 0,0-1,-2-1,-1 0,-2-1,-1 0,-1 0,-2 0,2-30,-7 45,0 0,-1 0,0 0,-2 0,0 0,0 0,-2 0,0 1,-1 0,-6-12,9 21,0 0,-1 0,1 0,-1 1,-1 0,1 0,-1 0,0 0,0 1,0 0,0 0,-1 0,0 1,0-1,0 1,0 1,0-1,0 1,-1 0,1 1,-1-1,0 1,1 1,-1-1,0 1,1 0,-1 1,-3 0,0 1,0 0,1 1,-1 0,1 0,0 1,0 0,0 1,1 0,-1 1,1-1,0 1,1 1,0 0,0 0,0 0,1 1,0 0,0 0,1 1,-3 2,1 1,1 1,0-1,1 1,0 0,1 0,1 0,0 1,0-1,1 1,1-1,1 1,0 0,1 4,4 2,1-1,0 0,2-1,0 1,2-2,-1 1,2-1,1-1,0 0,1 0,0-1,1-1,1 0,0-1,1-1,1 0,70 70,-73-66,0 1,-2 0,1 1,-2 0,-1 1,0 0,-1 1,-2 0,0 0,0 1,-2 0,-1 0,-1 0,0 3,0 8</inkml:trace>
  <inkml:trace contextRef="#ctx0" brushRef="#br2" timeOffset="-172204.35">11932 11951,'86'10,"-59"-8,-1 1,0 1,0 1,0 2,-1 0,11 6,-29-10,0 1,-1 0,1 0,-1 1,0 0,0 0,0 0,-1 1,0 0,0 0,0 0,-1 1,0-1,0 1,0 0,-1 0,0 1,-1-1,1 0,-2 1,1 0,-1-1,0 1,0 1,0 23,-1 1,-2 0,-1-1,-1 1,-3 4,4-16,-3 16,-1-3,2 0,1 0,2 0,2 1,1 13,2-29</inkml:trace>
  <inkml:trace contextRef="#ctx0" brushRef="#br2" timeOffset="-171932.065">12013 12360,'28'-4,"28"-5,25-5,20-4,13-4,7-2,-5 5,-11 5,-25 5</inkml:trace>
  <inkml:trace contextRef="#ctx0" brushRef="#br2" timeOffset="-171437.876">7589 11144,'19'-4,"5"-2</inkml:trace>
  <inkml:trace contextRef="#ctx0" brushRef="#br2" timeOffset="-171192.518">8517 11090,'19'-5,"15"-3,2-1</inkml:trace>
  <inkml:trace contextRef="#ctx0" brushRef="#br2" timeOffset="-171010.513">9310 11063,'16'0,"5"0</inkml:trace>
  <inkml:trace contextRef="#ctx0" brushRef="#br2" timeOffset="-170855.924">9843 11090,'0'0</inkml:trace>
  <inkml:trace contextRef="#ctx0" brushRef="#br1" timeOffset="-143046.08">1102 5396,'30'20,"-5"-16,1-1,-1-1,0-1,1-1,8-2,16 1,121 7,82-4,-171-11,-45 3,1 2,0 2,0 1,0 2,6 3,8 0,0-2,-1-2,39-6,48 0,189-1,88 1,-111-22,-101 15,11 5,-116 13,-4 1,-94-6,0 0,0 0,0 1,0-1,0 0,0 0,0 0,0 0,0 0,0 0,0 1,0-1,0 0,0 0,0 0,0 0,0 0,0 0,0 0,0 1,0-1,0 0,0 0,-17 0,17 0,-22-2</inkml:trace>
  <inkml:trace contextRef="#ctx0" brushRef="#br1" timeOffset="-142019.018">4954 5041,'-14'-4,"0"0,0 1,0 1,0 1,0 0,-1 1,1 0,0 1,0 0,0 2,0-1,0 2,0 0,0 0,1 2,0-1,0 2,1 0,0 0,0 1,0 0,1 1,0 1,1 0,-3 3,12-10,-1 0,1 0,-1 1,1-1,0 0,0 0,0 1,1-1,-1 0,1 1,0-1,0 1,0-1,0 0,1 1,-1-1,1 1,0-1,0 0,0 0,0 1,1-1,-1 0,1 0,0 0,0-1,0 1,0 0,0-1,0 1,1-1,0 0,-1 0,1 0,0 0,0 0,0 0,0-1,0 0,0 1,1-1,-1 0,0-1,2 1,73 22,-61-19,1 1,-1 0,0 1,0 1,-1 1,13 7,-26-13,0 0,0 0,0 0,-1 1,1-1,-1 0,0 1,1 0,-1-1,0 1,-1 0,1 0,-1 0,1 0,-1 0,0 1,0-1,0 0,0 1,-1-1,1 1,-1-1,0 0,0 1,0-1,-1 1,1-1,-1 0,0 1,0-1,0 0,0 0,0 1,-1-1,1 0,-1 0,0-1,0 1,0 0,-1-1,-1 3,-9 3,-1-1,0 0,-1-1,1 0,-1-2,0 1,0-2,-1 0,1-1,-1 0,1-1,-15-1,-13 0,51-9,7 3</inkml:trace>
  <inkml:trace contextRef="#ctx0" brushRef="#br1" timeOffset="-141366.244">5090 5122,'11'20,"-5"12,-1 1,-1 0,-2 0,-1 0,-2 5,1 1,-1 86,-18-183,5 19,2-1,1 0,2-1,2 0,2 0,1-7,3 42,1 0,0 0,0 0,0 0,1 0,0 0,0 0,1 0,-1 0,1 1,0-1,1 1,-1-1,1 1,0 0,1 0,-1 0,1 0,0 1,0-1,1 1,-1 0,1 1,0-1,2-1,9 0,-1 1,1 0,1 1,-1 1,0 0,1 1,-1 1,1 0,-1 2,0-1,1 2,-1 0,0 2,10 3,-19-7,-1 0,0 1,0 0,-1 0,1 1,0-1,-1 1,1 1,-1-1,0 1,0-1,-1 1,1 1,-1-1,1 1,0 2,-5-5,0 1,0-1,0 0,0 1,-1-1,1 0,-1 0,1 1,-1-1,0 0,0 0,0 0,0 0,0 0,-1 0,1 0,-1 0,1 0,-1-1,1 1,-1-1,0 1,0-1,0 0,0 1,0-1,0 0,0 0,0-1,-1 1,1 0,0-1,-2 1,-218 81,220-82,0 0,1 1,-1-1,0 1,0 0,0-1,0 1,1 0,-1 0,0 0,1 0,-1 1,1-1,-1 0,1 0,0 1,0-1,-1 1,1 0,0-1,0 1,0 0,1-1,-1 1,0 0,1 0,-1 0,1 0,-1 0,1 0,0-1,0 1,0 0,0 0,0 0,1 0,-1 0,0 0,1 0,0 0,-1-1,1 1,7 7,-1-1,2 0,-1-1,1 0,0 0,1-1,0 0,0 0,0-1,0-1,11 4,6 1,0-2,0 0,1-2,0-1,-1-1,1-1,18-2,15-8,-40 1</inkml:trace>
  <inkml:trace contextRef="#ctx0" brushRef="#br1" timeOffset="-140821.699">6019 4931,'-17'-2,"5"-1,1 1,-1 0,1 1,-1 0,1 1,-1 1,0-1,1 2,-1 0,1 0,0 1,0 0,0 1,0 0,-2 2,10-3,0 0,0 0,0 0,0 1,0-1,1 1,0-1,0 1,0 0,0 0,0 0,1 0,0 1,0-1,0 0,0 0,1 1,0-1,0 1,0-1,0 0,0 1,1-1,0 0,0 0,0 1,1-1,-1 0,1 0,0 0,0 0,0-1,1 1,-1-1,1 1,0-1,0 0,0 0,0 0,1 0,2 1,72 41,-68-41,0 0,-1 1,1-1,-1 2,0-1,0 2,-1-1,0 1,0 0,-1 1,1-1,-2 2,1-1,-1 1,4 8,-8-13,-1-1,0 1,0 0,0 0,-1 0,1-1,-1 1,0 0,0 0,0 0,-1 0,1 0,-1 0,0-1,0 1,0 0,-1 0,0-1,1 1,-1-1,0 0,0 1,-1-1,1 0,-1 0,0 0,1-1,-1 1,0-1,-1 0,1 1,-3 0,-5 4,-1-1,0 0,0-1,-1 0,1-1,-1 0,0-1,0-1,-3 0,6 0,-1 0,0-1,0-1,1 0,-1 0,0-1,0-1,1 0,-1 0,1-1,9 3,0 0,0 0,0 0,0-1,0 1,0 0,1-1,-1 1,0-1,0 1,0-1,1 1,-1-1,0 1,1-1,-1 0,0 1,1-1,-1 0,1 0,-1 1,1-1,0 0,-1 0,1 0,0 0,-1 0,1 0,0 1,0-1,0 0,0 0,0 0,0 0,0 0,0 0,0 0,1 0,-1 1,0-1,0 0,1 0,-1 0,1 0,-1 1,1-2,9-9</inkml:trace>
  <inkml:trace contextRef="#ctx0" brushRef="#br1" timeOffset="-140474.611">6210 4945,'-8'179,"7"-173,0 1,0-1,1 0,0 0,0 0,1 1,0-1,0 0,0 0,1 0,0 0,0 0,0 0,1-1,0 1,0-1,1 1,-1-1,1 0,0-1,0 1,1-1,-1 1,1-1,0-1,0 1,0-1,1 0,-1 0,6 2,9 0,2-1,-1 0,0-2,1 0,-1-1,1-1,-1-2,0 0,1-1,-1-1,0-1,16-6,-31 10,1-1,-1-1,1 1,-1-1,0 0,0-1,0 1,-1-1,1 0,-1 0,4-5,0-3</inkml:trace>
  <inkml:trace contextRef="#ctx0" brushRef="#br1" timeOffset="-140198.788">6182 5095,'9'0,"11"0,10 0,10 0,8-2,2-4,1-2,-2-3,-5-1,-8 1,-11 2</inkml:trace>
  <inkml:trace contextRef="#ctx0" brushRef="#br1" timeOffset="-139500.138">6210 4863,'9'-7,"1"0,0 0,0 1,1 0,0 1,0 1,0-1,0 2,1-1,5 1,-12 1,67-15,2 4,-1 2,2 4,68 2,-135 5,-6-1,1 0,-1 1,0-1,1 1,-1-1,1 1,-1 0,1 0,-1 0,1 1,-1-1,0 0,1 1,-1 0,0-1,1 1,-1 0,0 0,0 1,0-1,1 0,-1 1,-1-1,1 1,0 0,0-1,-1 1,1 0,-1 0,1 0,-1 0,0 0,0 1,0-1,0 0,0 0,0 3,-5 176,2 26,11-653,-9 444,0-1,-1 0,1-1,-1 1,1-1,0 1,1-1,-1 1,1-1,-1 1,1-1,0 1,0 0,1-1,-1 1,0 0,1 0,0 0,0 0,0 0,0 1,0-1,1 1,-1-1,1 1,0 0,0 0,0 0,0 0,0 0,0 1,0-1,0 1,1 0,-1 0,1 0,14 3,0 0,-1 2,1 0,-1 1,0 0,0 2,-1 0,0 1,0 0,4 5,2-2,-11-5,0-1,-1 0,1 1,-1 0,-1 1,1 0,-1 0,0 1,4 5,-13-12,1 0,0 0,-1 0,1 0,-1 0,1 0,-1 0,1 1,-1-1,0 0,1 0,-1 0,0 1,0-1,0 0,0 0,0 1,0-1,-1 0,1 0,0 0,-1 1,1-1,0 0,-1 0,0 0,1 0,-1 0,1 0,-1 0,0 0,0 0,0 0,0 0,0 0,0-1,0 2,-43 24,41-25,-42 17,33-14,0 1,0-1,1 2,0 0,0 0,0 1,1 0,0 1,-8 8,17-15,-1 1,1-1,0 1,0-1,0 1,0 0,0 0,1-1,-1 1,1 0,-1 0,1 0,-1 0,1 0,0-1,0 1,0 0,0 0,0 0,0 0,1 0,-1 0,1 0,-1-1,1 1,0 0,-1 0,1-1,0 1,0 0,1-1,-1 1,0-1,0 1,1-1,-1 0,0 0,1 1,0-1,71 39,-26-28,0-2,1-2,0-2,1-2,-1-3,49-4,-75 3,-3 0,-1 0,1-2,-1 0,0-1,1 0,16-7,-11-2</inkml:trace>
  <inkml:trace contextRef="#ctx0" brushRef="#br1" timeOffset="-138622.406">3861 5409,'117'-1,"101"-14,-5-14,-138 8,-65 20,-3 0</inkml:trace>
  <inkml:trace contextRef="#ctx0" brushRef="#br1" timeOffset="-136923.949">311 4467,'197'-401,"-164"353,-32 48,0 0,-1 0,1 0,0 0,0 0,0 0,0 0,0 0,0 0,0 0,-1 1,1-1,0 0,0 1,0-1,0 0,-1 1,1-1,0 1,-1-1,1 1,0 0,-1-1,1 1,0 0,-1-1,1 1,-1 0,1 0,-1-1,0 1,1 0,-1 0,0 0,1 0,-1-1,0 1,0 0,0 0,0 0,0 0,0 0,0 0,0 0,0-1,-1 1,1 0,0 0,-1 0,2-1,11 234,41 146,-51-364,2 3,-2 0,0 1,-1-1,-1 1,-1-1,-3 14,2-29,-1 1,0 0,0-1,0 0,-1 1,0-1,0-1,0 1,0 0,0-1,-1 0,1 0,-1 0,0-1,0 0,0 0,0 0,0 0,-1-1,1 0,0 0,-1 0,1-1,-1 0,1 0,-1 0,1 0,-3-2,6 3,460-43,-416 45,-62 4,-3-10,-2-2</inkml:trace>
  <inkml:trace contextRef="#ctx0" brushRef="#br1" timeOffset="-136433.703">24 3716,'-7'-11,"-3"0,4 7,6 11,7 13,6 11,3 5,4 3,0-1,-2-4,-3-6,-3-5,-2-6,-1-9,-1-6</inkml:trace>
  <inkml:trace contextRef="#ctx0" brushRef="#br1" timeOffset="-135938.996">747 3539,'-4'6,"0"11,3 10,5 13,3 8,6 6,2 3,2 1,-1-5,1-4,-4-8,-1-9,-1-8,0-7,2-10,-3-5</inkml:trace>
  <inkml:trace contextRef="#ctx0" brushRef="#br1" timeOffset="-134540.244">337 5464,'33'8,"3"-6,-1-1,1-2,-1-2,0 0,30-9,-9 3,91-6,0 7,22 6,-64 1,33-14,-137 15,1 0,0-1,0 0,0 1,0-1,-1 0,1 0,0 0,-1 0,1 0,-1 0,1 0,-1-1,0 1,1 0,-1-1,0 1,0-1,0 1,0-1,1-2,0-5</inkml:trace>
  <inkml:trace contextRef="#ctx0" brushRef="#br1" timeOffset="-130391.418">10989 8714,'0'0,"-1"-1,0 0,1 1,-1-1,0 0,1 1,-1-1,0 1,0 0,0-1,0 1,0-1,1 1,-1 0,0 0,0 0,0-1,0 1,0 0,0 0,0 0,0 0,0 1,0-1,0 0,0 0,0 0,1 1,-1-1,0 1,0-1,0 0,0 1,1 0,-1-1,0 1,0-1,1 1,-1 0,1-1,-1 1,0 0,1 0,-1 0,1-1,0 1,-1 0,1 0,0 0,-1 0,1 0,0 0,-14 51,14-51,0 1,1 0,-1 0,1-1,0 1,-1 0,1-1,0 1,0-1,0 1,0-1,1 1,-1-1,0 0,0 0,1 1,-1-1,1 0,-1 0,1-1,0 1,-1 0,1 0,0-1,-1 1,1-1,0 1,0-1,-1 0,1 0,0 0,0 0,0 0,-1 0,1 0,0 0,0-1,0 1,-1-1,1 0,0 1,-1-1,1 0,-1 0,1 0,-1 0,1 0,-1 0,1-1,3-1,-1 0,0 0,0 0,0 0,0-1,-1 0,1 0,-1 0,0 0,0 0,-1 0,1-1,-1 1,0-1,0 0,-1 0,1 1,-1-1,0 0,0 0,-1-1,1 1,-1 0,0 0,-1 0,1 0,-1 0,0 0,0 0,-1 0,1 0,-1 0,0 1,0-1,-1 1,0-1,1 1,-1 0,-1 0,1 0,0 1,-1-1,0 1,0-1,-1 1,3 2,0 0,0-1,-1 2,1-1,-1 0,1 0,0 1,-1-1,1 1,-1 0,1 0,-1 0,1 0,-1 0,1 0,-1 1,1-1,0 1,-1 0,1 0,-1-1,1 2,0-1,0 0,0 0,0 1,0-1,0 1,0-1,0 1,1 0,-1 0,0 0,1 0,0 0,-1 0,0 2,-1 3,-1 0,1 0,0 0,0 0,1 1,0-1,1 1,-1-1,1 1,1 0,0 5,0-9,0 0,0-1,1 1,-1-1,1 1,0-1,0 1,1-1,-1 0,1 1,0-1,-1 0,1 0,1 0,-1 0,0-1,1 1,-1-1,1 1,0-1,0 0,0 0,0 0,0 0,0-1,0 1,1-1,-1 0,1 0,-1 0,1 0,3 0,4 0,1 0,-1-1,1 0,-1-1,1 0,-1-1,0 0,1-1,8-3,-9 3,-1 0,1 0,-1-1,0-1,-1 0,1 0,-1-1,0 0,0 0,-1-1,1 0,-2-1,1 0,-1 0,0-1,-1 1,0-1,4-8,-9 14,-1 0,1-1,-1 1,0 0,1 0,-1 0,-1 0,1-1,0 1,-1 0,0 0,1 0,-1 0,-1 0,1 0,0 0,-1 0,1 0,-1 1,0-1,0 1,0-1,0 1,0 0,-1 0,1-1,-1 2,1-1,-1 0,0 0,0 1,-1-1,-6-3,-2-1,1 2,-1-1,1 2,-1 0,0 0,-12-1,17 3,0 0,-1 0,1 1,-1 0,1 0,0 1,-1 0,1 0,0 0,-1 1,1 1,0-1,0 1,1 0,-1 0,1 1,-1 0,1 0,0 1,0 0,1 0,0 0,0 0,0 1,0 0,1 0,0 0,0 1,-2 6,5-10,0 1,1-1,0 1,-1-1,1 1,1-1,-1 1,0 0,1-1,0 0,0 1,0-1,0 1,0-1,1 0,0 0,-1 0,1 0,0 0,0 0,1 0,-1-1,1 1,-1-1,1 1,0-1,0 0,0 0,0 0,3 0,4 4,1-1,0 0,1-1,-1-1,0 0,1 0,0-1,8 0,-8 0,1-1,-1-1,0 0,0-1,0 0,0-1,0-1,0 1,-1-2,1 0,-1 0,0-1,0 0,0-1,-1 0,0-1,8-6,-17 11,1 1,-1-1,1 1,-1-1,0 0,1 0,-1 0,0 1,0-1,0 0,0-1,-1 1,1 0,-1 0,1 0,-1 0,0 0,0-1,1 1,-2 0,1 0,0 0,0-1,-1 1,1 0,-1 0,0 0,1 0,-1 0,0 0,0 0,-1 0,1 0,0 0,0 1,-1-1,1 0,-1 1,0-1,0 1,-5-6,-1 2,0-1,0 1,0 0,0 1,-1 0,0 0,-7-2,-92-9,103 15,1 1,-1-1,1 0,0 1,-1 0,1 0,0 1,0-1,0 1,0-1,0 1,0 1,0-1,1 0,-1 1,1 0,-1 0,1 0,0 0,1 0,-1 1,0 0,0 1,1-2,1 0,0 1,0-1,0 0,0 0,1 1,-1-1,1 0,0 1,0-1,0 0,1 1,-1-1,1 0,-1 1,1-1,0 0,1 0,-1 0,0 0,1 0,0 0,-1 0,1 0,0-1,1 1,1 1,1 2,1 0,0-1,1 0,-1 0,1 0,0-1,1 0,-1 0,1-1,5 2,-3-2,-1-1,0 0,1 0,-1-1,1-1,0 1,-1-2,1 1,5-2,-12 2,-1-1,1 1,-1-1,1 1,0-1,-1 0,1 0,-1 0,0 0,1-1,-1 1,0-1,0 1,0-1,0 0,0 0,0 0,-1 0,1 0,0 0,-1 0,0 0,1-1,-1 1,0-1,0 1,-1-1,1 1,0-1,-1 1,1-1,-1 0,0 1,0-1,0 1,-1-3,-1-2,-2 0,1 0,-1 1,0-1,0 1,-1 0,0 0,0 0,0 1,-1 0,1 0,-1 0,-1 0,1 1,-1 0,1 1,-1 0,0 0,0 0,-1 1,1-1,-1 2,1-1,-7 1,11-1,-1 1,-1 0,1 0,0 0,0 1,0-1,0 1,-1 0,1 0,0 1,0-1,0 1,0 0,0 0,0 0,0 1,0 0,0-1,0 1,1 0,-1 1,1-1,-1 1,1-1,0 1,0 0,0 0,1 1,-1-1,1 0,-1 1,1-1,0 1,1 0,-1 0,1 0,-1 2,2-3,0 0,0 1,0-1,1 0,-1 0,1 0,0 0,0 0,0 0,0-1,0 1,1 0,-1 0,1-1,0 1,0-1,0 1,0-1,0 0,1 0,-1 0,0 0,1 0,0-1,-1 1,1-1,0 0,0 1,0-1,0-1,0 1,0 0,2 0,0 0,0 0,0 0,-1 0,1-1,0 0,0 0,0 0,0 0,0-1,0 0,0 0,0 0,0 0,-1-1,1 0,-1 0,1 0,-1-1,0 1,1-1,-1 0,-3 2,0-1,-1 1,1-1,0 1,0-1,-1 1,1-1,-1 1,0-1,1 1,-1-1,0 0,0 1,0-1,0 0,0 1,0-1,0 0,-1 1,1-1,0 1,-1-1,0 1,1-1,-1 1,0-1,0 1,0-1,0 1,0 0,0 0,0-1,0 1,0 0,-1 0,1 0,0 0,-1 0,1 1,-1-1,1 0,-1 1,1-1,-1 1,1-1,-1 1,0 0,1 0,-1-1,0 1,1 1,-1-1,1 0,-1 0,0 0,0 1,-52 0,53-1,0 0,-1 0,1 1,0-1,0 0,-1 1,1-1,0 1,0-1,-1 1,1 0,0-1,0 1,0 0,0 0,0 0,0 0,0-1,0 2,0-1,1 0,-1 0,0 0,1 0,-1 0,0 1,1-1,0 0,-1 0,1 1,0-1,0 0,-1 1,1-1,0 0,0 1,1-1,-1 1,0-2,0 1,0-1,0 1,0-1,0 1,0-1,0 1,0-1,0 1,0-1,0 1,1-1,-1 1,0-1,0 1,1-1,-1 0,0 1,0-1,1 1,-1-1,1 0,-1 1,0-1,1 0,-1 1,1-1,-1 0,1 0,-1 1,1-1,-1 0,0 0,1 0,0 0,-1 0,1 0,-1 0,1 0,-1 0,1 0,-1 0,1 0,-1 0,1 0,-1 0,1 0,-1-1,1 1,-1 0,0 0,1-1,-1 1,1 0,-1 0,0-1,1 1,-1-1,1 1,-1 0,0-1,0 1,1-1,-1 1,0-1,0 1,1-1,-1 1,0-1,0 1,1-3,0 1,0-1,-1 1,1-1,-1 0,1 1,-1-1,0 0,0 1,0-1,-1 0,1 1,-1-1,1 0,-1 1,0-1,0 1,0-1,0 1,-1-1,1 3,-1 0,1 0,-1 1,1-1,-1 1,1-1,-1 1,1-1,-1 1,1 0,0 0,-1 0,1 0,0 0,0 0,0 0,0 0,0 0,0 0,0 1,0-1,0 0,1 1,-1-1,0 0,1 1,-1-1,1 1,0-1,-1 1,1 0,0-1,0 1,0-1,0 1,0 0,-1-1,1 1,-1 0,1-1,0 1,-1 0,1-1,0 1,0 0,0-1,0 1,0 0,0-1,1 1,-1 0,1-1,-1 1,1 0,-1-1,1 1,0-1,0 1,0-1,0 0,0 1,0-1,0 0,0 0,0 1,1-1,-1 0,1 0,-1 0,0-1,1 1,-1 0,1-1,0 1,-1 0,1-1,0 0,-1 1,1-1,0 0,-1 0,1 0,0 0,-1 0,1 0,0-1,-1 1,1-1,0 1,-1-1,1 1,-1-1,1 0,-1 0,1 0,-1 0,0 0,1 0,-1-1,2-1,-1 0,0 0,0 0,0 0,0-1,-1 1,1-1,-1 1,0-1,0 0,0 0,-1 1,1-1,-1 0,0 0,0 0,0 0,0 2,0 0,0 0,0 0,-1 1,1-1,0 0,-1 0,1 1,-1-1,0 0,1 1,-1-1,0 0,0 1,0-1,0 1,0 0,-1-1,1 1,0 0,-1 0,1 0,-1 0,1 0,-1 0,1 0,-1 0,0 0,1 1,-1-1,0 1,0-1,1 1,-1 0,0 0,-1 0,0 0,1 1,-1 0,0 0,1 0,-1 0,1 0,-1 0,1 1,-1 0,1-1,0 1,0 0,0 0,0 0,0 0,0 0,0 1,1-1,-1 1,1-1,0 1,0-1,0 1,-1 1,1-2,0 0,1-1,-1 1,0 0,1 0,-1 0,1-1,0 1,0 0,-1 0,1 0,0 0,1 0,-1-1,0 1,0 0,1 0,-1 0,1-1,0 1,-1 0,1 0,0-1,0 1,0-1,0 1,0-1,1 1,-1-1,0 0,1 1,-1-1,0 0,1 0,0 0,1 1,-2-3,1 1,-1 0,1 0,-1 0,1-1,-1 1,0-1,1 1,-1-1,0 0,1 1,-1-1,0 0,0 0,0 0,0 0,0 0,0 0,0 0,0 0,0-1,0 1,0 0,-1 0,1-1,0 1,-1-1,1 1,-1 0,0-1,0 1,1-1,-1 1,0-1,0 1,0-1,0 1,-1-1,1 1,0 0,-1-1,1 1,0-1,-2 0,0-11</inkml:trace>
  <inkml:trace contextRef="#ctx0" brushRef="#br1" timeOffset="-127781.255">1512 5163,'25'17,"97"30,107 51,-222-94,-3-2,0 0,1 0,-1 0,0 1,-1-1,1 1,0 0,-1 0,0 0,1 1,-1-1,-1 1,1 0,1 2,-4-4,0 0,-1 1,1-1,-1 0,0 0,0 0,0 0,0 0,0 0,0-1,0 1,0 0,-1 0,1-1,-1 1,1-1,-1 1,0-1,1 0,-1 0,0 0,0 0,-2 1,4-1,-37 19,-1 0,-1-3,0-1,-1-1,-30 5,-2 2,-11 0,82-23,-1 1,1-1,-1 1,1-1,0 0,-1 1,1-1,0 0,0 0,0 0,0 0,0 0,0 0,0-1,0 1,0 0,0 0,0-1,1 1,-1 0,1-1,-1 1,1-1,-1 1,1-1,0 1,0-1,0 1,-1-1,2 1,-1-1,0 1,0-1,0 1,1-1,-1 1,1-1,-1 1,0-5,7-304,-7 304,-13-63,13 69,-1 0,1 0,-1 1,1-1,-1 0,1 0,0 0,-1 1,1-1,-1 0,1 1,0-1,-1 0,1 1,0-1,-1 0,1 1,0-1,0 1,-1-1,1 1,0-1,0 1,0-1,0 0,-1 1,1-1,0 1,0-1,0 1,0-1,0 1,0-1,0 1,0-1,1 1,-1-1,0 1,0-1,0 1,0-1,1 1,-1-1,0 0,0 1,1-1,-1 0,0 1,1-1,-1 1,1-1,-1 0,0 0,1 1,-1-1,43 55,-34-46,1-1,1-1,0 0,0-1,0 0,1 0,0-1,0-1,0 0,0 0,1-1,-1-1,1 0,0-1,2 0,1 1,156 25,-131-7,-40-20,0 1,-1 0,1-1,0 1,-1 0,1-1,0 1,-1 0,1 0,-1 0,0 0,1-1,-1 1,0 0,1 0,-1 0,0 0,0 0,0 0,0 0,0 0,0 0,0 0,0-1,0 1,0 0,0 0,-1 0,1 0,0 0,-1 0,1 0,-1-1,1 1,-1 0,1 0,-1-1,1 1,-1 0,0-1,0 1,1 0,-1-1,0 1,0 0,-11 7,-1 0,1-1,-1 0,0-1,-1 0,0-1,0 0,0-1,-12 1,13-2,0-2,0 1,0-1,0-1,0 0,-1-1,1-1,0 0,0 0,1-2,-1 1,-2-3,71 9,-52-3,31 2,0-1,0-1,0-2,0-2,23-5,-52 4,-26 5,-240 33,172-33,88 0,0-1,-1 1,1-1,0 0,-1 1,1-1,0 0,0 1,-1-1,1 0,0 1,0-1,0 0,0 0,0 1,0-1,0 0,1 1,-1-1,0 0,0 1,0-1,1 0,-1 1,0-1,1 0,-1 1,0-1,1 1,-1-1,1 1,-1-1,1 1,-1-1,1 1,-1-1,1 1,0 0,-1-1,1 1,0 0,-1-1,1 1,0 0,-1 0,1 0,0 0,-1 0,1 0,0 0,0 0,-1 0,1 0,0 0,0 0,170-69,-171 69,-1 0,1 0,-1 0,0 0,1-1,-1 1,1 0,-1-1,1 1,-1 0,1-1,-1 1,1 0,-1-1,1 1,-1-1,1 1,0-1,-1 1,1-1,0 0,-1 1,1-1,0 1,0-1,0 0,0 1,-1-1,1 1,0-1,0 0,0 1,0-1,0 0,0 1,1-1,-1 0,0 1,0-1,0 1,1-1,-1 1,0-1,0 0,1 1,-1-1,1 1,-1-1,0 1,1-1,-1 1,1 0,-1-1,1 1,-1 0,1-1,0 1,-1 0,1-1,-1 1,1 0,0 0,-211-26,149 17,61 9,0 0,0 0,1 0,-1 0,0 0,0-1,0 1,0 0,0 0,1 0,-1 0,0 0,0-1,0 1,0 0,0 0,0 0,0 0,0-1,0 1,0 0,1 0,-1 0,0-1,0 1,0 0,0 0,0 0,0-1,25 0,122 1,-96 0</inkml:trace>
  <inkml:trace contextRef="#ctx0" brushRef="#br1" timeOffset="-121676.81">11058 8728,'-1'1,"1"1,-1-1,1 0,0 1,0-1,0 1,0-1,0 1,0-1,0 0,0 1,0-1,1 1,-1-1,1 0,-1 1,1-1,-1 0,1 0,0 1,0-1,-1 0,1 0,0 0,0 0,0 0,0 0,1 0,-1 0,0 0,0-1,0 1,1 0,-1-1,0 1,1-1,-1 1,1-1,0 0,-1-1,0 0,1-1,-1 1,0 0,0-1,0 0,0 1,0-1,0 1,0-1,0 0,-1 0,1 0,-1 1,1-1,-1 0,0 0,0 0,1 0,-1 0,-1 0,1 0,0 1,0-1,-1 0,1 0,-1 0,0 0,1 1,-1-1,0 0,0 1,0-1,0 0,0 1,-1-1,1 1,0 0,-1-1,1 1,0 1,1-1,-1 1,0 0,0-1,1 1,-1 0,0-1,0 1,1 0,-1 0,0 0,0 0,0-1,1 1,-1 0,0 1,0-1,0 0,1 0,-1 0,0 0,0 1,1-1,-1 0,0 0,0 1,1-1,-1 1,0-1,1 1,-1-1,1 1,-1-1,0 1,1 0,-1-1,1 1,0 0,-1-1,1 1,-1 0,1-1,0 1,0 0,-1 0,1 0,0-1,0 1,0 0,1 0,0 0,1 0,-1 0,0 0,0-1,1 1,-1-1,1 1,-1-1,1 1,-1-1,0 0,1 0,-1 0,1 1,-1-2,1 1,-1 0,1 0,-1 0,1-1,-1 1,1 0,-1-1,0 0,1 1,-1-1,0 0,1 0,-1 1,0-1,0 0,0 0,0 0,1-2,-3 2,0-1,-1 0,1 1,-1-1,1 0,-1 1,0 0,1-1,-1 1,0 0,0 0,0 0,0 0,0 0,0 0,0 1,0-1,0 1,0-1,-1 1,1 0,0 0,0 0,0 0,-2 0,1 2,21-2,5-2,0 2,-1 1,1 1,-1 0,1 2,1 1,26 4,161-7,901-2,-881-15,-49 3,58-3,-21 2,17-1,-56 0,-45 1,15-1,-58 12,-90-1,0 0,1 0,-1 0,-1-1,1 1,0 0,-1-1,1 1,-1-1,0 0,0 1,-1-1,1 0,-1 0,0 0,0 1,0-1,0 0,-1 0,1 1,-1-1,0 0,-1-2,1-1,-62-304,-63-97,52 88,-4-155,31 203,-14-317,42 433,-5-92,11 69,-2 34,8 1,-7-19,-13 32,25 58,4 71,0 0,0 0,1 0,-1 0,1 0,-1 1,1-1,0 1,0 0,0 0,-1 0,1 0,0 1,0-1,0 1,0 0,1-1,-1 1,0 1,0-1,0 0,0 1,0 0,7-1,296 19,-178-10,0-4,25-7,236-27,626 29,-728 0,-219 11,-56-9</inkml:trace>
  <inkml:trace contextRef="#ctx0" brushRef="#br1" timeOffset="-120673.397">16916 4617,'-22'-2,"0"1,1 1,-1 0,0 2,1 0,-1 2,1 0,0 2,0 0,1 1,-13 7,-36 28,68-41,0 0,-1 1,1-1,0 0,-1 1,1-1,0 0,0 1,0 0,1-1,-1 1,0-1,0 1,1 0,-1-1,1 1,0 0,-1 0,1 0,0-1,0 1,0 0,0 0,0 0,1-1,-1 1,0 0,1 0,0-1,-1 1,1 0,0-1,0 1,0-1,0 1,0-1,0 1,0-1,0 0,1 0,-1 1,1-1,11 9,1-1,1 0,-1-1,1-1,1 0,-1-1,1-1,0-1,2 0,9 5,2 0,5 0,-1 2,-1 1,0 2,11 7,-40-20,-1 0,1 0,-1 0,1 1,-1-1,0 0,0 1,0 0,0-1,0 1,0 0,0 0,0 0,-1 0,1 0,-1 1,0-1,1 0,-1 1,0-1,-1 1,1-1,0 1,-1 0,1-1,-1 1,0-1,0 1,0 0,0-1,0 1,0 0,-1-1,1 1,-1-1,0 1,0-1,0 1,0-1,-1 2,-9 7,-1 0,0-1,0 0,-1-1,0 0,-1-1,0-1,0 0,-1-1,0 0,0-1,0-1,-4 0,12-1,0 0,0-1,0 0,-1 0,1-1,-1 1,1-2,-1 1,1-1,-1 0,0-1,1 0,-1 0,1 0,-1-1,1 0,0-1,-4-1,-2-19,12 12</inkml:trace>
  <inkml:trace contextRef="#ctx0" brushRef="#br1" timeOffset="-120026.611">17162 4712,'0'-10,"0"18,0 21,5 79,18 100,-10-104,-29-237,-20-170,35 297,0 1,0-1,0 0,1 1,0-1,0 0,1 1,-1-1,1 1,1-1,-1 1,1-1,0 1,0 0,0 0,1 0,-1 0,1 0,1 0,-1 1,1-1,-1 1,1 0,3-2,6 3,1 0,0 0,-1 1,1 1,0 0,0 1,0 1,0 0,0 1,0 0,-1 1,11 4,-24-7,12 3,0-2,0 2,0 0,-1 0,1 1,-1 0,0 1,0 0,4 4,-15-8,1 0,0 1,-1-1,1 1,0-1,-1 1,0 0,1-1,-1 1,0-1,0 1,0 0,0-1,0 1,0-1,-1 1,1 0,0-1,-1 1,1-1,-1 1,0-1,1 1,-1-1,0 0,0 1,0-1,0 0,0 0,0 1,0-1,0 0,-1 0,1 0,0-1,-1 1,1 0,-1 0,1-1,-1 1,1-1,-1 1,1-1,-2 1,-56 32,47-27,-1 0,1 0,0 1,1 1,0 0,0 1,0 0,1 0,1 1,0 1,0-1,-1 3,9-10,-1 1,1-1,0 0,0 0,0 1,0-1,0 0,1 1,-1-1,1 1,0-1,0 1,1-1,-1 1,1-1,-1 0,1 1,0-1,0 0,1 1,-1-1,1 0,-1 0,1 0,0 0,0-1,0 1,1 0,0 0,5 4,0 1,0-1,0-1,1 0,0 0,1-1,-1 0,11 4,4 0,1-2,-1 0,2-2,-1-1,0-1,1-1,-1-1,1-1,22-3,-7-3</inkml:trace>
  <inkml:trace contextRef="#ctx0" brushRef="#br1" timeOffset="-119007.852">18049 4535,'-10'-5,"0"0,0 1,-1 0,0 1,1 1,-1-1,0 2,0-1,0 2,-1-1,1 1,0 1,0 0,0 1,0 0,0 1,1 0,-1 0,1 1,-1 0,1 1,1 1,-1-1,1 2,0-1,0 1,1 0,-5 6,10-11,1 1,0-1,0 1,0-1,0 1,1 0,-1 0,1 0,0 0,0 0,0 0,0 0,0 0,0 0,1 0,0 0,-1 1,1-1,1 0,-1 0,0 1,1-1,-1 0,1 0,0 0,0 0,1 0,-1 0,0 0,1 0,0 0,-1-1,3 2,10 9,0-1,1-1,1-1,-1 0,2-1,-1-1,1 0,1-1,-1-1,15 3,-11-2,1 0,-12-5,1 2,0-1,-1 1,0 1,0 0,0 0,0 1,-1 0,0 1,8 7,-16-12,1 0,0 0,-1 0,0 1,0-1,1 0,-1 1,-1-1,1 1,0-1,-1 1,1 0,-1-1,0 1,1-1,-2 1,1 0,0-1,0 1,-1-1,1 1,-1 0,0-1,0 1,0-1,0 0,0 1,0-1,-1 0,1 0,-1 0,0 0,-1 2,-71 55,58-51,0 0,-1-1,-1-1,1 0,-1-1,0-1,0-1,0-1,-15 1,32-3,-1 1,1-1,0 1,-1-1,1 0,0 1,-1-1,1 0,-1 0,1 0,0 0,-1 0,1 0,-1-1,1 1,0 0,-1-1,1 1,0-1,0 0,-1 1,1-1,0 0,0 1,0-1,0 0,0 0,0 0,0 0,0 0,0-1,0 1,0 0,1 0,-1 0,1-1,-1 1,1 0,-1-1,1 1,0 0,-1-1,1 1,0 0,0-1,0 1,0-1,0 1,1-2,35-37,-9 20</inkml:trace>
  <inkml:trace contextRef="#ctx0" brushRef="#br1" timeOffset="-118713.636">18268 4631,'-2'0,"0"1,0 0,0 0,1 0,-1 0,0 0,1 1,-1-1,1 0,-1 1,1-1,0 1,-1 0,1-1,0 1,0 0,0 0,0 0,0-1,1 1,-1 0,1 0,-1 0,1 1,-1 0,-3 5,1 1,0 0,1 0,0 0,0 0,1 0,0 0,1 1,0-1,0 0,1 0,0 1,1-1,0 0,0 0,1 0,0-1,1 1,0-1,0 0,1 0,0 0,0 0,1-1,0 0,0 0,1 0,-1-1,1 0,1-1,-1 1,2-1,1 1,1-1,1 0,-1-1,1 0,0 0,0-1,0-1,0 0,0-1,1 0,-1-1,0-1,0 1,1-2,-1 0,0 0,0-1,0-1,8-3,26-36,-34 20</inkml:trace>
  <inkml:trace contextRef="#ctx0" brushRef="#br1" timeOffset="-118520.64">18158 4699,'15'0,"15"0,15 0,11 0,7-2,3-4,-5 0,-9-1,-10-5,-13 0</inkml:trace>
  <inkml:trace contextRef="#ctx0" brushRef="#br1" timeOffset="-117854.246">18349 4467,'125'-10,"112"5,-162 6,-64-1,61 6,-70-5,0-1,0 1,0 0,0 0,0 0,-1 0,1 0,0 0,-1 0,1 1,-1-1,1 0,-1 1,1 0,-1-1,0 1,0 0,0-1,0 1,0 0,-1 0,1 0,0 0,-1 0,1 0,-1 0,0 0,0 0,1 0,-1 0,-1 0,1 0,0 0,-42 158,35-132,2 0,0 0,2 0,1 0,2 7,4-27,1-25,48-401,-52 414,-2 2,1-1,0 1,0-1,0 1,0-1,0 1,1 0,-1-1,1 1,0-1,0 1,-1 0,2-1,-1 1,0 0,0 0,1 0,-1 0,1 0,-1 0,1 0,0 1,0-1,0 1,0-1,0 1,0 0,0-1,1 1,-1 0,0 0,1 1,0-1,10 3,-1 2,0-1,0 2,0-1,-1 2,0-1,0 2,0-1,0 2,2 2,4 2,-6-6,-7-4,0 0,0 1,0-1,-1 1,1 0,-1 0,1 0,-1 0,0 0,0 1,-1-1,1 1,-1 0,2 3,-4-5,-1-1,1 1,-1 0,1 0,-1-1,0 1,0-1,0 1,0-1,0 1,0-1,0 0,-1 1,1-1,0 0,-1 0,1 0,-1 0,1 0,-1 0,0 0,1-1,-1 1,0 0,1-1,-1 0,0 1,0-1,1 0,-2 0,1 1,-38 7,33-7,-1 0,1 0,-1 1,1 0,0 1,-1-1,1 1,0 0,1 1,-1 0,-5 4,10-6,1 0,0-1,-1 1,1 0,0 0,0 0,0 0,1 0,-1 0,0 0,1 0,-1 0,1 0,0 0,-1 0,1 0,0 0,1 0,-1 1,0-1,0 0,1 0,0 0,-1 0,1 0,0 0,0 0,0 0,0-1,0 1,0 0,1 0,-1-1,2 2,57 51,-26-34,2-2,0-1,1-1,1-2,0-2,1-2,0-1,1-2,0-2,0-1,7-2,25-8,-62-3,-10-1</inkml:trace>
  <inkml:trace contextRef="#ctx0" brushRef="#br1" timeOffset="-102224.973">2850 6529,'-2'7,"-1"12,0 11,0 10,2 10,0 6,0 3,1 0,0-3,0-3,0-9,0-12</inkml:trace>
  <inkml:trace contextRef="#ctx0" brushRef="#br1" timeOffset="-101974.118">2782 7048,'-16'3,"-4"0,8 0,11-3,16-4,15-4,8-2,8-2,3-2,-5 2,-7 3,-12 6,-11 2</inkml:trace>
  <inkml:trace contextRef="#ctx0" brushRef="#br1" timeOffset="-101665.414">2714 6488,'2'-3,"3"0,6 1,5-1,5 2,6 0,4 0,6-2,2-2,1-1,0-1,-6 0,-8 1</inkml:trace>
  <inkml:trace contextRef="#ctx0" brushRef="#br1" timeOffset="-101154.208">3465 6624,'2'-1,"0"0,0 0,0-1,-1 1,1 0,0-1,-1 1,1-1,-1 0,0 1,1-1,-1 0,0 0,0 0,0 0,0 0,-1 0,1 0,-1 0,1 0,-1-1,1 1,-1 0,0 0,0 0,0 0,-1-1,1 1,0 0,-1 0,1 0,-1 0,0 0,0 0,0 0,0 0,0 0,0 0,0 0,0 1,-1-1,1 0,-1 1,0-1,1 1,-1 0,0-1,-7-1,0 0,0 0,0 0,-1 1,1 1,-1-1,1 2,-1-1,1 1,-1 1,0 0,1 0,0 1,-1 0,1 1,0 0,0 0,0 1,0 0,1 0,0 1,-1 0,2 1,-1 0,1 0,0 1,0-1,1 1,-1 1,2 0,-1-1,1 2,0-1,0 2,-1 3,1 0,0 0,1 0,0 0,1 1,0-1,1 1,1 0,0 0,1 0,1 0,0-1,1 1,0 0,1 1,-1-7,0 0,1 0,0-1,0 0,0 1,1-1,0 0,1-1,-1 1,1-1,1 0,-1 0,1 0,0-1,0 0,1 0,-1-1,1 0,0 0,0 0,1-1,-1 0,1 0,-1-1,1 0,5 1,-1-2,1 0,-1-1,0 0,1-1,-1-1,0 1,0-2,0 0,0 0,0-1,0-1,-1 0,0 0,8-6,6-5,0-1,-1-1,-1-1,-1-2,9-9,3-6</inkml:trace>
  <inkml:trace contextRef="#ctx0" brushRef="#br1" timeOffset="-99677.113">3875 6378,'0'2,"0"0,0 0,0-1,0 1,0 0,1-1,-1 1,1 0,-1 0,1-1,-1 1,1-1,0 1,0-1,0 1,0-1,0 1,0-1,0 0,1 0,-1 1,0-1,1 0,-1 0,1 0,-1-1,1 1,-1 0,1-1,0 1,-1 0,1-1,0 0,-1 1,1-1,0 0,0 0,-1 0,1 0,0 0,20 1,1-1,-1 0,0-2,0 0,0-2,0 0,0-1,-1-2,1 0,-2-1,1-1,1-3,-14 9,69-43,-79 39,-13 14,8-2,0 0,1 1,-1 0,1 1,0 0,1 0,0 0,0 0,0 1,1 0,0 0,0 0,1 0,0 1,1-1,0 1,0 0,1-1,0 1,0 0,1 0,1 5,-2 196,2-95,-11 93,-4-96,13-106</inkml:trace>
  <inkml:trace contextRef="#ctx0" brushRef="#br1" timeOffset="-99397.862">3915 6775,'-2'0,"4"0,10 0,13-3,16-4,15-9,15-7,6-5,2-1,-8 0,-11 5,-19 9,-22 11,-16 7</inkml:trace>
  <inkml:trace contextRef="#ctx0" brushRef="#br1" timeOffset="-93162.852">15113 5874,'-4'-5,"-2"1,0 4,1 8,-1 10,1 9,-1 7,-3 7,2 5,0 5,3 0,1-1,2-5,3-5,3-7,1-10</inkml:trace>
  <inkml:trace contextRef="#ctx0" brushRef="#br1" timeOffset="-92901.548">14949 6365,'3'0,"2"0,4 0,1 0,5 0,6-2,5-1,2-3,1 1,0 1,-2 0,-6 4,-6 2</inkml:trace>
  <inkml:trace contextRef="#ctx0" brushRef="#br1" timeOffset="-92548.963">15032 5751,'0'-3,"2"0,6 1,5-1,9 2,9-1,6 2,4-3,0 0,-3 0,-7 1</inkml:trace>
  <inkml:trace contextRef="#ctx0" brushRef="#br1" timeOffset="-91951.182">15537 5983,'-4'-4,"0"1,-1 0,1 0,0 0,-1 1,0-1,1 1,-1 0,0 0,0 1,0-1,0 1,-1 0,1 1,0-1,0 1,0 0,-1 1,1-1,0 1,0 0,0 0,0 0,0 1,-2 1,-4 0,0 2,1 0,0 0,0 0,0 2,1-1,0 1,0 0,1 1,0 0,-2 3,3-3,1 1,1 0,-1 0,1 0,1 1,0-1,0 1,1 0,0 1,1-1,0 0,1 1,0-1,0 1,1 7,1-11,-1-1,1 1,0-1,1 0,-1 0,1 0,0 0,1 0,0 0,0 0,0-1,0 1,1-1,0 0,0 0,1 0,-1-1,1 1,0-1,0 0,0-1,1 1,-1-1,1 0,0 0,1 0,10 1,0 1,1-2,-1-1,1 0,0-1,-1 0,1-2,0 0,-1-1,1-1,-1-1,0 0,0-1,0-1,-1 0,9-6,13-7</inkml:trace>
  <inkml:trace contextRef="#ctx0" brushRef="#br1" timeOffset="-91196.795">15823 5846,'2'8,"1"1,0-1,0 1,0-1,1 0,0-1,1 1,0-1,0 1,0-1,1-1,0 1,0-1,1 0,0 0,0-1,3 2,77 57,-63-49,0 2,-2 1,0 0,-1 2,0 0,-2 2,7 26,-25-46,-1-1,1 0,-1 1,0-1,1 1,-1-1,0 0,0 1,0-1,0 1,0-1,-1 0,1 1,0-1,-1 0,1 1,0-1,-1 0,0 1,1-1,-1 0,0 0,0 0,1 0,-1 1,0-1,0 0,0-1,0 1,-1 0,1 0,0 0,0-1,0 1,-1 0,0-1,-12 4,-1-1,0 0,0-1,0-1,0-1,0 0,0 0,0-2,-5-1,11 2,0-1,0 1,0-2,0 0,0 0,0 0,1-1,0-1,0 1,-2-2,7 4,0 0,1 0,-1-1,0 1,1-1,0 1,-1-1,1 0,0 0,0 0,1 0,-1 0,1 0,-1-1,1 1,0-1,0 1,1 0,-1-1,1 1,-1-1,1 0,0 1,1-1,-1 1,1-1,-1 1,1-1,4-7,0 1,0 0,1 0,0 0,1 1,0 0,0 0,1 1,0 0,1 0,0 1,14-16,-7 9,0-1,-1-1,-1 0,0-1,-2 0,0-1,0-1,-2 0,0-1,-2 1,0-2,-1 1,-1-1,-1 0,-1 0,0-1,-2-2,-1 22,-1 0,0 0,0-1,0 1,0 0,0-1,0 1,-1 0,1 0,-1-1,0 1,1 0,-1 0,0 0,0 0,0 0,0 0,-1 0,1 0,-1 0,1 1,-1-1,1 1,-1-1,0 1,0-1,0 1,0 0,0 0,0 0,0 0,0 0,0 0,-1 1,1-1,0 1,0 0,-1-1,1 1,0 0,0 0,-1 1,1-1,0 0,-2 1,-7 2,0 1,0 0,1 1,-1 0,1 0,1 1,-1 0,1 1,0 0,0 1,1 0,0 0,0 0,1 1,0 1,1-1,0 1,0 0,1 0,0 1,-10 16</inkml:trace>
  <inkml:trace contextRef="#ctx0" brushRef="#br1" timeOffset="-68082.245">13966 6488,'-10'30,"-1"1,-2-2,-1 0,-2 0,0-1,-2-1,-14 15,-61 106,93-148,1-1,-1 1,1-1,-1 1,1-1,0 1,-1 0,1-1,-1 1,1 0,0 0,-1-1,1 1,0 0,-1 0,1 0,0 0,0 0,-1 0,1 0,0 0,-1 0,1 0,0 0,-1 1,1-1,0 0,-1 0,1 1,0-1,-1 0,1 1,-1-1,1 1,-1-1,1 0,-1 1,1-1,-1 1,1 0,-1-1,1 1,-1-1,0 1,0 0,1-1,-1 1,0 0,0-1,0 1,1 0,-1-1,0 1,0 0,0-1,0 1,0 0,0 0,-1-1,1 1,0 0,0-1,0 1,-1 0,1-1,0 1,-1-1,1 1,-1 0,1-1,349-44,-345 44,-3 0,1 0,0 1,-1-1,1 0,0 0,-1 0,1 0,-1 0,1-1,0 1,-1 0,1-1,-1 1,1-1,-1 1,1-1,-1 0,1 0,-1 0,0 0,1 0,-1 0,0 0,0 0,0 0,0 0,0-1,0 1,0 0,0-1,0 1,-1-1,1 1,0-1,-1 1,1-1,-1 0,-50-93,34 60,-2 2,-1 0,-2 2,-1 0,-2 1,0 1,-2 1,-8-4,28 30,11 12,14 21,-15-26,12 22,-2 1,-1 0,-2 1,6 21,0-4,-13-36,-14-35,-16-18,-2 1,-1 1,-3 1,-7-6,24 32,6 25,8 130,-10-36,11-105,0 0,-1 0,1 0,-1 0,1 0,0 0,-1 0,1 0,0 0,-1 0,1 0,-1 0,1-1,0 1,-1 0,1 0,0 0,-1 0,1-1,0 1,-1 0,1 0,0-1,-1 1,1 0,0-1,0 1,0 0,-1 0,1-1,0 1,0-1,0 1,0 0,-1-1,1 1,0 0,0-1,0 1,0-1,0 1,0 0,0-1,0 1,0-1,0 1,0 0,1-1,-1 1,0 0,0-1,0 1,0 0,1-1,-1 1,0 0,0-1,0 1,-2-24,1 0,1 0,1 0,1 0,1 0,1 0,7-22,-74 165,2-15,116-177,46-107,-84 162,-71 183,-41 31,94-178,24-24,-7 0,6 3,2 2,-1 0,0 1,0 1,0 1,0 1,15 5,31 3,-31-4,-60-3,19-5,0-1,1 1,-1-1,0 0,1 0,-1 0,1-1,0 1,0 0,0-1,0 0,0 1,0-1,1 0,-1 0,1 0,0 0,0 0,0 0,0 0,1-1,-1 1,1 0,0 0,0 0,0-1,0 1,0 0,1 0,0-2,-2-20,-1 13,-17-65,18 76,-1 0,1 0,-1 0,1 1,-1-1,0 1,1-1,-1 1,0 0,1-1,-1 1,0 0,1 0,-1 0,0 0,0 1,1-1,-1 0,0 1,1-1,-1 1,1 0,-1-1,0 1,1 0,0 0,-1 0,1 0,0 0,-1 0,1 1,0-1,0 0,0 1,0-1,0 0,0 1,0-1,1 1,-1 0,0-1,1 1,-1 0,1 0,-7 7,-135 166,134-161,15-13,19-15,-5-3,-2-1,1 0,-2-1,-1-1,5-8,-7-3,-15 31,0-1,0 1,0-1,0 1,-1-1,1 1,0-1,0 1,0-1,0 1,0-1,-1 1,1 0,0-1,0 1,-1-1,1 1,0 0,-1-1,1 1,-1 0,1-1,0 1,-1 0,1-1,-1 1,1 0,-1 0,1 0,0-1,-1 1,1 0,-1 0,1 0,-1 0,1 0,-1 0,1 0,-1 0,1 0,-1 0,1 0,-1 0,1 0,-1 1,1-1,-1 0,1 0,-1 0,1 1,0-1,-1 0,1 1,-1-1,1 0,0 1,-1-1,1 0,0 1,0-1,-1 1,-13 6,1 0,0 2,0-1,1 1,0 1,1 0,0 1,1 0,0 1,-7 9,10-7,11-19,42-102,-132 180,-7 19,113-98,-14 3,6-3,0-1,0-1,-1 0,0 0,0-1,-1-1,7-8,-17 19,0-1,0 0,-1 1,1-1,0 1,-1-1,1 0,0 1,-1-1,1 0,0 0,-1 1,1-1,-1 0,1 0,0 0,-1 1,1-1,-1 0,1 0,-1 0,1 0,0 0,-1 0,1 0,-1 0,1 0,-1 0,1 0,-1 0,1 0,-1 0,1 0,0-1,-1 1,1 0,-1 0,1 0,0-1,-1 1,1 0,-1-1,1 1,0 0,0-1,-1 1,1 0,0-1,-1 1,1-1,0 1,0 0,0-1,0 1,-1-1,1 1,0-1,0 1,0 0,0-1,0 1,0-1,0 1,0-1,0 1,0-1,-46 28,24-12</inkml:trace>
  <inkml:trace contextRef="#ctx0" brushRef="#br1" timeOffset="-45826.334">23990 8687,'0'0,"-1"1,1 1,-1 0,1 0,0 0,0 0,0 0,0-1,0 1,0 0,1 0,-1 0,1 0,-1 0,1-1,-1 1,1 0,0 0,0-1,0 1,0-1,0 1,0-1,1 1,-1-1,0 0,1 1,-1-1,1 0,0 0,-1 0,1 0,0-1,-1 1,1 0,0-1,0 1,-1-1,1 1,0-1,1 0,0 0,-1 0,1-1,-1 1,1-1,-1 0,1 0,-1 0,0 0,0 0,1 0,-1-1,0 1,0-1,0 0,0 1,-1-1,1 0,0 0,-1 0,1 0,-1 0,0-1,0 1,0 0,0 0,0-1,0 1,0-1,-1 1,0-1,1 1,-1-1,0 1,0-1,0 1,0-1,-1 0,1 1,-1-1,0 1,1 0,-1-1,0 1,0 0,-1-1,1 1,0 0,-1 0,1 0,-1 0,0 0,0 0,1 1,-2-2,-1 1,0 0,0 1,-1-1,1 1,0-1,-1 1,1 1,-1-1,1 1,-1-1,1 1,-1 1,1-1,-1 0,1 1,-1 0,1 0,-1 1,1-1,0 1,0 0,0 0,0 0,0 0,0 1,1 0,-1 0,1 0,0 0,0 0,0 1,0-1,0 1,1 0,-1 0,1 0,0 0,1 0,-1 0,1 1,-1-1,1 0,0 2,2-3,-1-1,1 1,0-1,-1 0,1 1,0-1,0 0,1 0,-1 0,0 0,1 0,-1 0,1 0,0 0,-1-1,1 1,0-1,0 1,0-1,0 0,1 0,-1 1,0-2,0 1,1 0,-1 0,0-1,1 1,-1-1,1 0,-1 0,0 1,1-2,-1 1,1 0,-1 0,1-1,-1 0,2 0,-2 1,0 0,0 0,0 0,0 0,0 0,0-1,0 1,0-1,0 1,0-1,0 0,0 0,0 0,-1 0,1 0,0 0,-1 0,1-1,-1 1,1-1,-1 1,0-1,1 1,-1-1,0 0,0 1,0-1,0 0,-1 0,1 0,0 0,-1 0,0 0,1 0,-1 0,0 0,0 0,0 0,0 0,0 0,0 0,-1 0,1 0,-1 0,1 0,-1 0,0 0,0 1,0-1,-1-2,0 1,0 0,-1 1,1-1,-1 0,0 1,1-1,-1 1,0 0,0 0,-1 0,1 0,0 1,-1-1,1 1,-1 0,1 0,-1 0,0 1,1-1,-1 1,0 0,1 0,-1 0,0 0,1 0,-1 1,0 0,1 0,-1 0,1 0,-1 1,1-1,0 1,-1 0,1 0,0 0,0 0,0 0,1 1,-1 0,0-1,1 1,0 0,0 0,0 0,0 0,0 1,1-1,-1 2,0-3,1 0,0 0,0 0,0 0,1 0,-1 0,0 1,1-1,-1 0,1 0,0 1,0-1,0 0,0 0,0 1,0-1,1 0,-1 0,1 1,0-1,-1 0,1 0,0 0,0 0,0 0,1 0,-1 0,0 0,1-1,-1 1,1 0,0-1,-1 1,1-1,0 0,0 1,0-1,0 0,0 0,0 0,0-1,0 1,1 0,-1-1,0 1,0-1,1 0,-1 0,0 0,1 0,2 0,-1-1,1 0,-1 0,1 0,-1 0,0-1,0 1,0-1,0 0,0 0,0-1,0 1,-1-1,1 0,-1 0,0 0,0 0,0-1,0 1,0-1,-1 0,0 1,0-1,0 0,0-1,0 1,-1 0,0 0,0-1,0 1,0-1,-1 1,0 0,0-1,0 1,0-4,-1 6,1 0,-1 0,0 0,0 0,0 0,0 1,0-1,0 0,0 0,0 1,-1-1,1 0,-1 1,1 0,-1-1,0 1,1 0,-1 0,0 0,0 0,0 0,0 0,0 0,0 1,0-1,0 1,0-1,0 1,0 0,0 0,0 0,0 0,-1 0,0 1,-3-1,1 1,0 0,-1 0,1 0,0 1,0 0,0 0,0 0,1 1,-1-1,0 1,1 0,-2 2,-28 46,34-50,-1 0,0 1,1-1,0 1,-1-1,1 1,0-1,0 1,-1-1,1 1,0 0,1-1,-1 1,0-1,0 1,1-1,-1 1,1-1,-1 0,1 1,0-1,-1 1,1-1,0 0,0 0,0 1,0-1,0 0,0 0,0 0,1 0,-1 0,0 0,1-1,-1 1,0 0,1-1,5 3,0-1,0 0,0-1,1 1,-1-2,0 1,1-1,-1 0,1 0,-1-1,0 0,0 0,1-1,-1 0,0 0,0-1,5-3,-10 6,-1-1,1 0,0 0,-1 0,0 0,1 0,-1 0,0-1,1 1,-1 0,0-1,0 1,0-1,0 1,0-1,-1 0,1 1,0-1,-1 0,1 1,-1-1,0 0,1 0,-1 1,0-1,0 0,0 0,0 0,-1 1,1-1,0 0,-1 0,1 1,-1-1,0 0,1 1,-1-1,0 1,0-1,-2-2,1 0,-1 1,0 0,0-1,0 1,0 0,-1 1,1-1,-1 1,0-1,1 1,-1 0,0 0,0 1,-3-1,5 1,1 0,-1 1,1-1,-1 1,1-1,-1 1,1 0,-1 0,1 0,-1 0,0 0,1 0,-1 0,1 0,-1 1,1-1,-1 0,1 1,-1-1,1 1,-1 0,1 0,0-1,-1 1,1 0,0 0,0 0,0 0,0 1,0-1,2 0,0 1,0-1,1 1,-1-1,0 0,1 0,0 0,-1 0,1 0,-1 0,1 0,0 0,0-1,0 1,-1-1,1 1,0-1,0 0,0 1,0-1,0 0,0 0,0-1,0 1,0 0,-1 0,213 4,140 10,266-5,-397-10,-11-5,127 3,203 13,-366-11,-2-13,-64 14,-127-11,-1 2,-2-2</inkml:trace>
  <inkml:trace contextRef="#ctx0" brushRef="#br1" timeOffset="-43952.392">26215 8386,'-122'-13,"140"20,354 72,-333-70,158 46,-194-54,-1-1,0 1,1-1,-1 1,0 0,0 0,1 0,-1 0,0 0,0 0,0 1,0-1,0 1,0-1,-1 1,1 0,-1 0,1 0,-1 0,1 0,-1 0,0 0,0 0,0 0,0 1,0-1,-1 0,1 1,-1-1,0 0,1 1,-1-1,0 1,0-1,-1 1,-4 5,0 0,-1-1,-1 1,1-1,-1 0,0-1,-1 1,0-2,0 1,0-1,-3 1,-1 2,-53 31,-2-3,-2-4,-36 12,68-29,36-14,-1 0,1 1,-1-1,0 0,0 0,0-1,1 1,-1 0,0-1,0 1,0-1,0 1,0-1,0 0,0 0,0 0,0 0,0 0,0 0,0-1,0 1,0-1,0 1,0-1,0 0,0 0,0 0,1 0,-1 0,0 0,1 0,-1-1,1 1,-1 0,0-2,-33-115,-37-124,71 239,0 3,1 0,-1-1,1 1,-1 0,1-1,-1 1,1 0,-1-1,1 1,0-1,-1 1,1-1,0 1,-1-1,1 1,0-1,0 1,0-1,0 1,-1-1,1 0,0 1,0-1,0 1,0-1,0 1,0-1,0 0,0 1,0-1,1 1,-1-1,0 1,0-1,0 1,1-1,-1 1,0-1,1 1,-1-1,0 1,1-1,-1 1,1-1,-1 1,0 0,1-1,-1 1,1 0,-1 0,1-1,0 1,-1 0,1 0,-1 0,1-1,-1 1,1 0,-1 0,1 0,0 0,-1 0,1 0,-1 0,1 0,-1 1,1-1,191 66,290 61,-446-112,-35-14,0-1,-1 0,1 1,-1-1,1 1,-1-1,1 0,-1 1,1-1,-1 1,0 0,1-1,-1 1,0-1,1 1,-1-1,0 1,0 0,1-1,-1 1,0 0,0-1,0 1,0 0,0-1,0 1,0 0,0-1,0 1,0-1,0 1,-1 0,1-1,0 1,0 0,-1-1,1 1,0-1,-1 1,1-1,0 1,-1-1,1 1,-1-1,1 1,-1-1,1 1,-1-1,1 0,-1 1,0-1,1 0,-1 0,1 1,-13 5,0 1,0-2,0 0,-1 0,1-1,-1-1,0 0,0-1,0-1,-10 1,7-1,-213 13,-148-12,258-3,96 1,30-1,40 1,468-10,-404 9,-111 1,1 1,0-1,0 0,0 0,-1 0,1 1,0-1,0 0,0 0,-1 1,1-1,0 0,0 0,0 1,0-1,0 0,0 1,0-1,0 0,0 0,0 1,0-1,0 0,0 1,0-1,0 0,0 1,0-1,0 0,0 0,0 1,0-1,0 0,0 1,1-1,-1 0,0 0,0 1,0-1,0 0,1 0,-1 0,0 1,0-1,1 0,-1 0,0 0,0 0,1 0,-1 1,0-1,1 0,-1 0,0 0,0 0,1 0,-1 0,0 0,1 0,-1 0,0 0,1 0,-1 0,0 0,0 0,1 0,-1 0,0-1,1 1,-23 12,-21-1,0-1,0-2,0-2,-1-2,-15-2,-4 2,-80 6,190-4,112-1,-158-4,0-1,0 0,0 0,0 1,0-1,0 0,0 0,0 0,0 0,0 0,0-1,0 1,0 0,0 0,0-1,0 1,0-1,0 1,0-1,0 1,0-1,0 1,0-1,0 0,-1 1,1-1,0 0,-1 0,1 0,0 0,-1 0,1 1,-1-1,1 0,-1 0,0 0,1 0,-1 0,0-1,0 1,0 0,0 0,0 0,0 0,0 0,0 0,0 0,0 0,-1 0,1 0,0 0,-1 0,1 0,0 0,-1 0,0 0,1 0,-1 0,1 1,-1-1,0 0,0 0,-91-41,56 30,-65-41,98 51,0-1,0 1,1-1,-1 1,1-1,0 0,0 0,0 0,0 0,0-1,1 1,-1 0,1-1,0 1,0-1,0 1,1-1,-1 1,1-1,0 0,0 1,0-1,0 0,1 1,-1-1,1 1,0-1,0 1,1-4,25-45,-32 48,3 20,4-13,0-1,0 0,1 0,-1 0,1 0,-1-1,1 1,0-1,0 1,0-1,0 0,0 0,0 0,0 0,0-1,1 1,-2-1,21 5</inkml:trace>
  <inkml:trace contextRef="#ctx0" brushRef="#br1" timeOffset="-35713.618">23990 8673,'-4'-1,"0"1,0 0,0-1,0 1,0 1,0-1,0 0,0 1,0 0,0 0,0 0,0 1,0-1,1 1,-1 0,1 0,-1 0,1 0,0 1,0-1,0 1,0 0,0 0,1 0,-1 0,1 1,0-1,0 0,0 1,0 0,0-1,1 1,0 0,0 0,0 0,0-2,1 1,0-1,0 0,0 0,0 0,0 0,0 1,0-1,1 0,-1 0,1 0,-1 0,1 0,0 0,0 0,0 0,0 0,0 0,1 0,-1-1,0 1,1 0,-1-1,1 1,0-1,-1 0,1 1,0-1,0 0,0 0,0 0,0 0,0-1,0 1,0-1,0 1,1-1,1 1,0 0,1-1,-1 0,0 0,0 0,0 0,0-1,1 1,-1-1,0 0,0-1,0 1,-1-1,1 1,0-1,0 0,-1-1,1 1,0-1,-1 0,0 0,0 1,-1-1,1-1,-1 1,1 0,-1-1,0 1,0-1,-1 1,1-1,-1 0,0 0,0 0,0 0,0 0,0 0,-1 0,0 0,0 0,0 0,-1 0,1 0,-1 0,0 0,0 0,0 0,0 1,-1-1,0 0,0 1,0-1,0 1,0 0,-1-1,1 1,-1 0,0 0,0 1,0-1,0 1,-1-1,-2 0,-1 0,1 0,-1 1,1 0,-1 0,0 0,0 1,1 0,-1 0,0 1,0 0,0 0,0 1,0 0,0 0,0 0,0 1,-1 1,4-2,-1 0,1 1,0 0,0 0,0 0,0 0,0 1,1-1,-1 1,1 0,-1 0,1 1,0-1,0 0,1 1,-1 0,1 0,0 0,-1 0,2 0,-1 0,0 0,1 1,0-1,0 0,0 1,1-1,0 3,0-3,0 0,1 0,-1 0,1 1,0-1,1 0,-1 0,1 0,0-1,0 1,0 0,0-1,1 1,-1-1,1 0,0 0,0 0,0 0,0 0,1 0,-1-1,1 0,-1 0,1 0,0 0,0 0,0-1,0 0,1 1,4 0,0 1,0-1,1 0,-1-1,0 0,1-1,-1 0,1 0,-1-1,1 0,-1-1,8-2,-13 3,0-1,-1 1,1-1,0 0,-1 0,1 0,-1-1,0 1,1-1,-1 0,-1 0,1 0,0 0,-1 0,1 0,-1-1,0 0,0 1,-1-1,1 0,-1 0,1 0,-1 0,-1 0,1 0,0 0,-1 0,0 0,0 0,0 0,-1-4,0 1,0 0,0 1,-1-1,0 0,0 1,0-1,-1 1,0-1,-1 1,1 0,-1 0,0 1,-1-1,1 1,-1 0,0 0,0 1,-4-3,6 4,1 1,-1 0,0 0,0 0,0 0,-1 1,1-1,0 1,-1 0,1 0,0 0,-1 0,1 1,-1-1,0 1,1 0,-1 0,1 0,-1 0,1 1,-1 0,1-1,-1 1,1 0,0 1,-1-1,1 1,0-1,0 1,0 0,0 0,0 0,0 1,1-1,-1 1,1-1,0 1,0 0,0 0,0 0,0 0,0 0,0 4,1-1,0-1,0 1,1 0,0 0,0 0,1 0,0 0,0 0,0-1,0 1,1 0,0-1,0 1,1-1,0 0,-1 0,2 0,-1 0,1 0,-1-1,1 1,1-1,-1 0,0 0,1-1,0 1,0-1,0 0,0 0,0-1,1 0,-1 0,1 0,0 0,0-1,-1 0,1 0,0-1,0 1,0-1,0-1,0 1,-1-1,1 0,3-1,-6 2,0-1,0 0,0 0,0 0,0 0,0-1,0 1,0-1,0 1,-1-1,1 0,0 0,-1 0,0-1,0 1,1-1,-1 1,-1-1,1 0,0 1,-1-1,1 0,-1 0,0 0,0 0,0-1,0 1,-1 0,1 0,-1 0,0-1,0 1,0-3,-1 0,1 0,-1 0,-1 1,1-1,-1 0,0 1,0-1,-1 1,1 0,-1-1,-1 1,1 1,-1-1,1 0,-1 1,0 0,-1 0,-2-2,3 3,-1 0,0 1,1-1,-1 1,-1 0,1 1,0-1,0 1,-1 0,1 0,-1 0,1 1,0 0,-1 0,1 1,-1-1,1 1,0 0,-1 0,1 1,0 0,0 0,0 0,0 0,0 1,0 0,1 0,0 0,-1 1,1-1,0 1,1 0,-3 2,-24 25</inkml:trace>
  <inkml:trace contextRef="#ctx0" brushRef="#br1" timeOffset="-28963.69">26092 10953,'-12'-23,"-2"0,0 1,-2 0,0 1,-1 1,-2 1,0 0,-21-15,-14 1,-3 2,0 3,-2 3,-1 2,0 2,-53-9,101 26,-179-48,-3 7,-1 9,-2 9,-1 8,-20 9,118 10,1 5,0 5,1 3,0 5,1 5,2 3,-7 7,54-15,1 1,0 3,2 2,0 2,2 1,1 3,-24 22,42-30,1 0,1 2,0 0,2 2,1 0,2 1,0 1,1 1,2 0,2 1,0 0,-4 20,7-11,1 0,2 1,2 0,2 0,1 0,2 1,2-1,1 0,2 0,2-1,2 0,1 0,3-1,0-1,3 0,1-1,18 28,9 1,3-3,2-1,3-2,3-3,1-3,4-1,1-4,2-2,3-4,1-2,51 21,-23-18,2-3,1-5,2-4,1-5,1-4,1-5,88 3,-83-12,0-5,0-4,0-6,-1-4,0-4,-1-6,0-4,-3-4,0-6,-2-3,74-42,-132 57,-2-3,-1-1,-1-2,-1-2,-2-2,-1-1,-2-2,-1-1,-2-1,-2-2,-2-1,-1-1,-2-2,-2 0,-2-1,7-26,-14 32,-1 0,-2-1,-1 0,-3 0,-1 0,-2-1,-1 0,-3 0,-1 0,-2 1,-2-1,-1 1,-3 0,-1 1,-1 0,-3 1,-17-34,10 38,0 2,-2 1,-1 1,-2 1,-1 1,-1 1,-1 2,-1 1,-1 1,-1 2,-1 1,-1 2,-1 1,0 2,-1 2,-1 1,-9-1,-51-8,-1 4,0 4,-10 4,-98-3</inkml:trace>
  <inkml:trace contextRef="#ctx0" brushRef="#br0" timeOffset="-9549.598">22815 4412,'1'-1,"-1"1,1-1,-1 1,1-1,-1 1,1-1,-1 0,1 1,-1-1,1 0,-1 1,0-1,1 0,-1 1,0-1,0 0,0 0,0 0,1 1,-1-1,0 0,0 0,-1 1,1-1,0 0,0 0,0 0,0 1,-1-1,1 0,0 1,-1-1,1 0,0 0,-1 1,1-1,-1 1,1-1,-1 0,1 1,-1-1,0 1,1-1,-1 1,0 0,0-1,-8-6,0 1,-1 0,0 0,-1 1,1 0,-1 1,0 0,0 1,0 0,0 1,0 0,-1 1,1 0,-1 1,1 0,-1 1,1 0,-9 2,11-2,0 1,1-1,0 2,-1-1,1 1,0 0,0 1,1 0,-1 0,1 0,0 1,0 0,0 1,1 0,-1 0,1 0,1 1,-1-1,1 1,1 1,-1-1,1 2,2-8,1 1,0 0,0 0,0 0,1 0,-1 0,0 0,1 0,-1 0,1 1,0-1,-1 0,1 0,0 0,1 1,-1-1,0 0,0 0,1 0,0 0,-1 0,1 0,0 0,0 0,0 0,0 0,0 0,0 0,1-1,-1 1,1 0,-1-1,1 1,0-1,-1 0,1 0,0 1,0-1,0 0,196 59,-190-58,-1 0,0 0,0 1,0 0,0 1,0-1,-1 1,0 1,0-1,0 1,0 0,0 0,-1 1,0 0,0 0,-1 0,0 0,0 1,0-1,-1 1,0 0,0 0,-1 1,0-1,0 0,0 2,-2-6,1 0,0 0,0 0,0 1,0-1,-1 0,1 1,-1-1,0 1,0-1,0 1,-1-1,1 0,-1 1,1-1,-1 0,0 1,-1-1,1 0,-1 0,1 0,-1 0,0 0,0 0,0-1,0 1,-1-1,1 1,-1-1,1 0,-1 0,0 0,0 0,0 0,-2 0,-16 0,0-1,-1-2,1 0,0-1,0-1,0-1,-6-2,19 5,-118-31,124 31,18 3,3 1,-3-1</inkml:trace>
  <inkml:trace contextRef="#ctx0" brushRef="#br0" timeOffset="-8973.143">22966 4426,'-24'102,"-32"115,55-215,1 0,-1 0,1 0,0 0,-1 0,1 0,0 0,0 0,0 0,1 0,-1 0,0 0,1 0,-1 0,1 0,0 0,0-1,-1 1,1 0,1 0,-1-1,0 1,0-1,0 1,1-1,-1 1,1-1,-1 0,1 1,0-1,-1 0,1 0,0-1,0 1,0 0,0 0,0-1,0 1,0-1,0 0,0 1,1-1,189 4,-127-6,-50 1</inkml:trace>
  <inkml:trace contextRef="#ctx0" brushRef="#br0" timeOffset="-8337.835">23567 4440,'-18'-6,"1"2,-1 0,0 1,0 1,0 1,-8 0,20 1,0 1,0-1,0 1,0 1,0-1,0 1,0 0,1 0,-1 0,1 1,-1 0,1 0,0 1,0-1,0 1,1 0,-1 0,1 1,0-1,-3 5,6-7,-1 0,1 0,0 0,0 0,0 0,0 0,0 0,0 1,1-1,-1 0,1 0,-1 1,1-1,0 0,0 1,0-1,0 0,0 1,1-1,-1 0,1 0,-1 1,1-1,0 0,0 0,0 0,0 0,0 0,0 0,2 2,57 45,-44-38,-5-4,-1-1,0 1,0 0,-1 0,0 1,0 0,-1 1,0-1,-1 2,1-1,3 9,-10-16,0 0,-1 0,1 0,-1 0,1 0,-1 0,0 0,0 0,0 0,0 0,0 0,0 0,-1 0,1 0,0 0,-1 0,0 0,0 0,1 0,-1 0,0-1,0 1,-1 0,1-1,0 1,-1 0,1-1,0 0,-1 1,0-1,1 0,-1 0,0 1,-64 30,55-28,1-1,-1 0,0 0,0-1,0-1,0 0,0 0,-1-1,-6-1,8-2</inkml:trace>
  <inkml:trace contextRef="#ctx0" brushRef="#br0" timeOffset="-7998.718">23689 4549,'-11'91,"8"-81,0 0,1 0,0 1,1-1,0 1,1 0,0-1,0 1,1-1,1 1,0-1,0 1,1-1,0 0,1 0,4 9,-1-13,-1-1,1 1,0-1,1 0,-1-1,1 0,0 0,0 0,0-1,0-1,1 1,-1-1,1-1,0 1,-1-1,1-1,0 0,0 0,-1-1,1 0,0 0,-1-1,1 0,-1-1,6-2,13-4</inkml:trace>
  <inkml:trace contextRef="#ctx0" brushRef="#br0" timeOffset="-7737.371">23608 4672,'14'0,"11"0,11-2,7-2,2 1,-2-2,-3 1,-4 0,-5-2,-9 1</inkml:trace>
  <inkml:trace contextRef="#ctx0" brushRef="#br0" timeOffset="-7474.558">23812 4426,'-2'-2,"3"-1,10 2,8 2,12 2,9 2,7-1,5-1,1-1,-10 0</inkml:trace>
  <inkml:trace contextRef="#ctx0" brushRef="#br0" timeOffset="-6874.167">24222 4453,'-7'77,"3"1,4 0,8 52,-13-57,6-73,-1 0,0 1,0-1,0 0,0 1,-1-1,1 0,0 1,0-1,0 0,0 1,0-1,0 0,0 1,-1-1,1 0,0 1,0-1,0 0,-1 0,1 1,0-1,-1 0,1 0,0 0,0 1,-1-1,1 0,0 0,-1 0,1 0,0 0,-1 1,1-1,0 0,-1 0,1 0,0 0,-1 0,1 0,0 0,-1 0,1 0,-1 0,1-1,0 1,-1 0,1 0,0 0,0 0,-1 0,1-1,0 1,-1 0,1 0,0-1,0 1,-1 0,1 0,0-1,0 1,0 0,-1-1,1 1,0 0,0 0,0-1,0 1,0-1,-11-24,7 3,1-1,1 1,1-1,1 1,0-1,2 1,1-1,4-17,-3 24,1-1,0 1,1 1,0-1,2 1,0 0,0 1,1 0,1 0,1 0,-5 7,-1 1,1 1,0-1,0 1,1 0,0 0,0 0,0 1,0 1,0-1,1 1,0 0,0 1,0-1,0 2,0-1,0 1,0 0,0 1,1 0,1 1,-6-1,-1 2,0-1,0 0,-1 1,1-1,0 1,0 0,-1 0,1 0,-1 0,1 1,-1-1,0 1,0-1,0 1,0 0,-1-1,1 1,-1 0,0 0,0 0,0 0,0 1,0-1,-1 0,1 0,-1 1,0-1,0 0,0 0,0 1,-1-1,1 0,-1 0,0 0,0 1,0-1,0 0,0 0,-1-1,0 1,1 0,-1 0,0-1,0 1,-2 1,-141 106,143-108,1 0,-1 0,0 1,1-1,-1 0,1 1,0-1,0 1,0-1,0 1,0 0,0-1,1 1,0 0,-1-1,1 1,0 0,0 0,0-1,1 1,-1 0,1 0,-1-1,1 1,0 0,0-1,0 1,0-1,1 0,-1 1,1-1,-1 0,1 0,0 1,5 4,-1-1,1 0,1 0,-1 0,1-1,0 0,0-1,0 0,6 3,25 6,1-1,1-1,-1-3,35 4,-37-8</inkml:trace>
  <inkml:trace contextRef="#ctx0" brushRef="#br0" timeOffset="-5685.229">25028 4589,'31'-10,"191"23,67 11,258 14,193-42,-665 2,575 20,-442-11,-216-10,-8 0</inkml:trace>
  <inkml:trace contextRef="#ctx0" brushRef="#br0" timeOffset="-3317.982">26708 4521,'-69'0,"23"-3,0 3,1 1,-1 3,1 1,-1 3,2 1,-28 10,64-16,-1 0,1 0,0 1,0-1,0 2,1-1,-1 1,1 0,0 1,1 0,-1 0,1 0,1 1,-1 0,1 0,4-6,1 0,0 0,-1 1,1-1,0 0,0 0,0 0,0 1,0-1,0 0,0 0,0 0,0 1,1-1,-1 0,0 0,1 0,-1 0,1 0,-1 1,1-1,0 0,-1 0,1 0,0-1,0 1,0 0,-1 0,1 0,0-1,0 1,0 0,0-1,1 1,-1-1,0 1,0-1,47 16,-44-16,-4 0,68 14,-1 3,0 3,-2 2,22 13,82 42,-169-77,1 0,-1 1,1-1,0 0,-1 0,1 1,-1-1,1 0,0 0,-1 0,1 0,-1 0,1 0,0 0,-1 0,1 0,-1 0,1 0,0 0,-1 0,1-1,-1 1,1 0,0 0,-1-1,1 1,-1 0,1-1,-1 1,1-1,-1 1,0 0,1-1,-1 1,1-1,-1 1,0-1,1 1,-1-1,0 0,0 1,1-1,-1 1,0-1,0 1,0-1,0 0,0 1,0-1,0 0,0 1,0-1,-6-33,-28-58,-19-68,52 155,1 3,0 0,0 0,0 1,0-1,-1 0,1 0,0 1,-1-1,1 0,-1 1,0-1,0 1,1-1,-1 1,0-1,0 1,-1-1,1 1,0 0,0 0,-1 0,1 0,0-1,-1 2,1-1,-1 0,0 0,1 0,-1 1,1-1,-1 1,0-1,-113 14,83-6,-308 55,340-62,0 0,0 0,0 0,0 0,0 1,1-1,-1 0,0 0,0 0,0 0,0 0,0 0,0 1,0-1,0 0,0 0,0 0,0 0,0 0,0 0,0 1,-1-1,21 0,28-6,0-2,0-3,-1-1,-1-2,23-11,32-9,-83 29,-23 9,-31 12,-38 13,-1-3,-2-3,0-4,-56 6,306-64,103-7,-257 38,-135 12,99-2,-114 22,109-16,22-8,0 1,1-1,-1 1,0-1,0 1,0-1,0 0,0 1,1-1,-1 1,0-1,0 1,1-1,-1 0,0 1,0-1,1 0,-1 1,0-1,1 0,-1 0,1 1,-1-1,0 0,1 0,-1 1,1-1,-1 0,1 0,-1 0,1 0,-1 0,0 0,1 0,-1 0,1 0,-1 0,1 0,-1 0,1 0,-1 0,1 0,-1 0,0-1,1 1,-1 0,1 0,-1-1,1 1,-1 0,0 0,1-1,39-1,1-3,-1-1,0-2,0-1,-1-2,0-2,3-4,-30 13,-1-1,0 0,0-1,0 0,0-1,-1 0,-1-1,2 0,-10 7,-1 1,1 0,-1 0,1 0,-1 0,1-1,-1 1,1 0,-1-1,0 1,1 0,-1-1,1 1,-1-1,0 1,1 0,-1-1,0 1,1-1,-1 1,0-1,0 1,1-1,-1 1,0-1,0 0,0 1,0-1,0 1,0-1,0 1,0-1,0 1,0-1,0 0,0 1,0-1,-1 1,1-1,0 1,0-1,-1 1,1-1,0 1,0-1,-1 1,1-1,-1 1,1 0,0-1,-1 1,1 0,-1-1,1 1,-1 0,1-1,-1 1,1 0,-1 0,1 0,-1 0,1-1,-1 1,1 0,-1 0,0 0,1 0,-1 0,1 0,-1 0,-43 4,-4 9,1 3,1 2,1 2,-23 14,-87 38,100-52,50-21,17-9,8-8,-19 23,0-1,1 1,-1 0,1-1,0 0,0 1,1-1,-1 0,1 0,0 0,0 0,0-1,1 1,-1-1,1 0,0 0,0 0,0 0,0-1,0 0,1 0,-1 0,1 2,22 15,1-2,1-1,1 0,0-3,0 0,2-2,16 3,-47-13,1 0,0-1,0 1,-1 0,1-1,0 1,0-1,-1 0,1 0,0 1,0-1,0-1,0 1,-1 0,1 0,0-1,0 1,0-1,-1 1,1-1,0 0,-1 1,1-1,-1 0,1 0,-1 0,1-1,-1 1,1 0,-1 0,0-1,0 1,0-1,0 1,0-1,0 1,0-1,0 0,-1 1,1-1,-1 0,-1-156,-1 129,-6 44,5 1,1 1,1 0,1 0,0-1,1 1,1 0,0 0,1-1,2 3,-5-20,0 1,0-1,0 1,1-1,-1 1,0 0,0-1,0 1,0-1,1 1,-1 0,0-1,1 1,-1 0,0-1,0 1,1 0,-1-1,1 1,-1 0,0 0,1-1,-1 1,1 0,-1 0,0 0,1 0,-1-1,1 1,-1 0,1 0,-1 0,1 0,-1 0,0 0,1 0,-1 0,1 0,-1 1,1-1,-1 0,1 0,-1 0,0 0,1 1,-1-1,1 0,-1 0,0 1,1-1,-1 0,0 1,1-1,-1 0,0 1,0-1,1 1,-1-1,0 0,0 1,0-1,0 1,1-1,-1 1,0-1,0 0,0 1,0-1,0 1,0 0,13-35,-2-87,-13 108,-2 18,-2 21,5-22,0-1,1 0,0 1,0-1,0 1,0-1,0 1,1-1,-1 0,1 1,0-1,0 0,0 0,1 1,-1-1,1 0,0 0,1 2,2-3</inkml:trace>
  <inkml:trace contextRef="#ctx0" brushRef="#br0" timeOffset="-1905.129">28578 4385,'-2'0,"0"-1,-1 1,1 0,0 0,0 0,-1 0,1 0,0 1,0-1,0 1,-1 0,1-1,0 1,0 0,0 0,0 0,0 0,0 1,1-1,-1 1,0-1,1 1,-1-1,1 1,-1 0,1 0,0-1,0 1,0 0,0 0,0 1,0 0,-19 72,20-67,0 0,0 0,1 1,0-1,1 0,-1 0,2 0,-1-1,1 1,0 0,1-1,0 0,0 0,0 0,1 0,0-1,0 0,1 0,0 0,0 0,0-1,1 0,0-1,-1 1,2-1,-1-1,5 3,6 3,1-1,1-1,-1-1,1 0,0-1,1-2,-1 0,1-1,-1-1,1 0,0-2,4-1,-18 0,0 1,1-1,-1-1,0 1,0-1,0-1,-1 1,1-1,-1 0,0-1,0 1,0-1,0-1,-1 1,0-1,0 0,-1 0,0 0,0 0,0-1,0 0,-1 0,-1 0,1 0,0-3,3-13,0 1,-2-1,0 0,-2-1,0 1,-2 0,-2-18,1 22,-1 1,-1-1,0 1,-2 0,0 0,-1 0,-1 0,-7-11,10 21,0 0,-1 0,-1 1,1 0,-1 0,0 0,-1 1,1-1,-1 2,-1-1,1 1,-1 0,0 1,0 0,0 0,0 0,-1 1,-8-2,4 3,1 1,-1 0,1 0,-1 1,0 1,1 0,-1 1,1 0,0 1,-1 0,1 1,1 0,-1 1,1 0,-1 1,1 1,1-1,0 2,0-1,0 2,-4 4,2-2,1 1,0 0,1 0,0 1,1 1,0 0,2 0,-1 0,2 1,0 0,0 0,2 1,0 0,1-1,0 1,0 10,4 12</inkml:trace>
  <inkml:trace contextRef="#ctx0" brushRef="#br0" timeOffset="-1556.062">28319 3539,'-2'-7,"-1"2,0 9,3 11,3 10,7 9,8 9,5 7,9 0,-2-6</inkml:trace>
  <inkml:trace contextRef="#ctx0" brushRef="#br0" timeOffset="-1107.263">29207 3565,'2'14,"3"14,6 14,3 13,3 12,5 6,-1 2,-2-12</inkml:trace>
  <inkml:trace contextRef="#ctx0" brushRef="#br0" timeOffset="15408.207">17599 9055,'-23'35,"21"-32,1 1,0 0,0-1,1 1,-1 0,1 0,0-1,0 1,0 0,0 0,1-1,-1 1,1 0,0-1,0 1,0-1,1 1,-1-1,1 1,0-1,0 0,0 0,0 0,1 0,-1 0,1-1,0 1,0-1,0 1,0-1,0 0,0 0,0 0,1-1,-1 1,1-1,-1 0,1 0,0 0,-1 0,4-1,-3 1,-1-1,1-1,0 1,0 0,-1-1,1 0,0 0,-1 0,1 0,-1-1,1 1,-1-1,1 0,-1 0,0 0,0 0,0-1,0 1,-1-1,1 1,-1-1,1 0,-1 0,0-1,0 1,0 0,-1-1,1 1,-1-1,0 1,0-1,0 0,0 1,-1-1,1 0,-1 0,0 1,0-1,0 0,-1 0,0 0,1 1,-1-1,0 0,-1 1,1-1,-1 1,-1-4,-1 2,0 1,-1-1,0 0,0 1,0 0,0 0,0 1,-1-1,1 1,-1 1,0-1,0 1,0 0,0 0,-1 0,1 1,0 0,-1 0,1 1,-1 0,-2 0,4 0,0 0,1 1,-1 0,0-1,0 2,1-1,-1 0,0 1,1 0,0 0,-1 0,1 1,0-1,0 1,0 0,1 0,-1 0,1 1,-1-1,1 1,0 0,1 0,-1 0,1 0,0 1,0-1,0 0,-1 5,2-5,0 0,1 0,0 0,-1 0,1 0,1 0,-1 0,1 0,-1 0,1 0,0 0,1 0,-1 0,1 0,0 0,-1-1,2 1,-1-1,0 0,1 1,-1-1,1 0,0 0,0-1,0 1,1 0,-1-1,0 0,3 1,4 3,1 0,0 0,0-2,1 1,-1-1,1-1,0 0,0 0,6-1,-14-1,1-1,-1 1,1-1,-1 0,1 0,-1-1,1 1,-1-1,1 0,-1 0,0-1,0 1,1-1,-1 0,0 0,0 0,-1-1,1 1,0-1,-1 0,0 0,1 0,-1-1,0 1,-1-1,1 1,-1-1,0 0,1 0,-2 0,1 0,0-1,-1 1,0 0,0-1,0 1,-1-1,1 1,-1-1,0 1,0-1,-1 1,1-1,-3-3,1 0,-1 0,0 1,-1-1,0 1,0 0,0 0,-1 1,0-1,-1 1,1 0,-1 0,0 1,-1 0,1 0,-1 0,0 1,0 0,0 0,-1 1,1 0,-1 0,0 1,0 0,0 0,0 1,0 0,0 0,-1 1,-7 0,12 1,0 1,0-1,1 1,-1 0,0 0,1 0,-1 0,1 0,0 1,-1 0,1-1,0 1,1 0,-1 1,1-1,-1 0,1 1,0-1,0 1,0 0,1 0,-1 0,1 0,0 0,0 0,1 0,-1 3,0 0,0 1,0 0,1 0,0-1,1 1,0 0,0-1,1 1,0 0,0-1,0 0,1 1,0-1,2 3,-1-5,-1-1,1 1,0-1,0 1,0-1,1-1,0 1,-1 0,1-1,0 0,1 0,-1-1,0 0,1 0,-1 0,1 0,0-1,0 0,0 0,-1 0,1-1,0 0,0 0,0-1,0 1,0-1,-1 0,1-1,0 0,-1 0,1 0,-1 0,0-1,1 0,-1 0,-1 0,1-1,0 0,-1 0,0 0,0 0,0 0,0-1,-1 0,0 0,1-1,-2-1,0 0,-1 0,0 0,0 0,-1 0,1 0,-2 0,1 0,-1 0,0 0,0 0,-1 0,0 0,0 0,-1 0,0 1,0 0,0-1,-1 1,0 0,0 1,-1-2,2 3,0 0,-1 1,1-1,-1 1,1 0,-1 0,0 0,0 0,-1 1,1 0,0-1,-1 2,0-1,1 0,-1 1,0 0,0 0,1 0,-1 1,0 0,0 0,0 0,0 0,0 1,0 0,1 0,-1 0,0 1,0-1,1 1,-1 0,0 1,-2 0,1 1,0 0,0 0,0 0,0 0,1 1,-1 0,1 1,1-1,-1 1,1 0,0 0,0 0,0 1,1-1,0 1,1 0,-1 0,1 0,0 0,1 0,0 0,0 0,1 1,0-1,0 0,1 6,3-8,0 1,1-1,0 0,0 0,0 0,1-1,-1 0,1 0,0 0,0-1,1 0,-1 0,1 0,-1-1,1 0,0 0,0-1,0 0,0 0,0-1,0 1,0-2,0 1,0-1,5-1,-1 1,0 0,0-1,-1 0,1-1,-1-1,1 1,-1-1,9-6,-15 8,-1 0,1 0,-1 0,1-1,-1 0,0 1,0-1,0-1,0 1,-1 0,1 0,-1-1,0 0,0 1,0-1,-1 0,1 0,-1 0,0 0,0 0,0 0,-1 0,1-1,-1-1,0 2,-1 0,0 0,0 0,0 0,0 0,-1 1,0-1,1 0,-1 1,-1-1,1 1,0-1,-1 1,0 0,1 0,-1 0,0 1,-1-1,1 1,0 0,-1-1,0 2,1-1,-1 0,-2 0,-3-2,-1 1,1-1,-1 2,0-1,0 2,0-1,0 1,-1 1,-7 0,-33 19,49-18,1 0,0 0,0-1,1 1,-1 0,0 0,0 0,0 0,1 0,-1 1,0-1,1 0,-1 0,1 0,-1 1,1-1,0 0,-1 0,1 1,0-1,0 0,0 1,0-1,0 0,0 0,0 1,1-1,-1 0,0 0,1 1,-1-1,1 0,-1 0,1 0,0 0,0 1,-1-1,1 0,0 0,1 0,3 4,0 0,1-1,0 0,0 0,0 0,0-1,0 0,1 0,0-1,-1 1,5 0,-74-2,-119-2,54 2,0-5,1-6,-55-13,103 12,0 4,-1 3,-69 7,31-2,-268 8,64-4,196 9,81-6,70-14,-2-2</inkml:trace>
  <inkml:trace contextRef="#ctx0" brushRef="#br0" timeOffset="18295.014">16452 8851,'-4'-2,"0"1,0-1,0 1,0 1,0-1,0 0,0 1,0 0,0 0,0 0,-1 1,1-1,0 1,0 0,0 0,0 0,0 1,1-1,-1 1,-2 1,-14 4,-116 27,-222 67,232-53,108-36,27-1,-2-10,24 4,1 1,-1 1,-1 2,1 2,10 5,64 36,-48-21,2-2,1-4,2-2,14 2,-71-24,40 6,-44-7,0 0,0 0,0 0,0 0,-1 0,1-1,0 1,0 0,0 0,0-1,0 1,0 0,-1-1,1 1,0-1,0 0,-1 1,1-1,0 1,-1-1,1 0,-1 1,1-1,-1 0,1 0,-1 0,1 1,-1-1,0 0,1 0,-1 0,0 0,0 0,0 0,0 1,0-1,0 0,0 0,0 0,0 0,0 0,0 0,0 0,-1 0,-22-111,18-175,0 245,4 42,0 0,0 0,0 0,0 0,-1 0,1 0,0 1,0-1,0 0,0 0,0 1,0-1,0 1,0-1,0 1,0-1,0 1,0 0,1 0,-1-1,0 1,0 0,1 0,-1 0,0 0,1-1,-1 1,0 1,0 0,-9 8,-1 1,-1-2,1 1,-1-2,-1 0,1 0,-2-1,1 0,-10 2,-228 58,236-62,44-2,201-29,-229 25,0 1,-1 0,1-1,-1 1,1 0,0-1,-1 1,1 0,0 0,-1-1,1 1,0 0,-1 0,1 0,0 0,0 0,-1 0,1 0,0 0,-1 0,1 1,0-1,-1 0,1 0,0 1,-1-1,1 0,0 1,-1-1,1 0,-1 1,1-1,-1 1,1-1,-1 1,1-1,-1 1,1 0,-1-1,0 1,1-1,-1 1,0 0,0-1,1 1,-1 0,0-1,0 1,0 0,0 0,0-1,0 1,0 0,0-1,0 1,0 0,0 0,-1-1,-8 8,0-1,-1 0,0-1,0 0,0-1,-1 0,0 0,-11 2,9-2,-103 26,446-59,-477 40,126-5,36-1,-4-5,0 0,0-1,0-1,0 0,0 0,0-1,0 0,7-4,-14 5,-1 0,0 0,0 0,0-1,0 1,0-1,0 0,0 0,-1 0,1 0,0-1,-1 1,0-1,0 1,0-1,0 0,0 0,0 0,-1 0,1 0,-1 0,0 0,0 0,0-1,0 1,-1 0,1-1,-1 1,0-1,0 0,0 3,0 0,1 0,-1 0,0 1,0-1,0 0,-1 0,1 0,0 0,0 0,0 0,-1 0,1 0,0 0,-1 0,1 1,-1-1,1 0,-1 0,0 1,1-1,-1 0,1 0,-1 1,0-1,0 1,1-1,-1 1,0-1,0 1,0-1,0 1,0 0,0 0,1-1,-1 1,0 0,0 0,0 0,0 0,0 0,0 0,0 0,0 0,0 0,0 1,0-1,0 0,0 0,1 1,-1-1,0 1,0-1,0 1,1-1,-1 1,0-1,0 1,1 0,-1 0,1-1,-1 1,0 0,1 0,0-1,-1 1,-3 10,0 0,1 0,0 0,1 0,0 0,1 0,0 1,1-1,0 0,1 1,0-1,1 0,1 5,-3-11,1 0,0-1,0 1,0 0,1-1,-1 1,1-1,0 1,0-1,1 0,0 0,-1 0,1 0,0 0,1-1,-1 1,1-1,-1 0,1 0,-3-2,0-1,0 0,-1 0,1 1,0-1,0 0,-1 0,1 0,0 1,0-1,0 0,-1 0,1 0,0 0,0-1,0 1,-1 0,1 0,0 0,0-1,-1 1,1 0,0-1,0 1,-1-1,1 1,0-1,-1 1,1-1,-1 1,1-1,-1 1,1-1,-1 0,1 1,-1-1,0 0,1 0,-1 1,0-1,1 0,-1 0,0 1,0-1,0-1,4-37,-4 24,-1 1,-1 0,0 0,-1 0,0 0,-1 1,-1-1,0 1,-1-2,5 14,1 0,-1 0,1 0,-1 0,1 0,-1 0,0 0,0 0,1 0,-1 0,0 0,0 1,0-1,0 0,0 1,0-1,0 1,0-1,0 1,0-1,0 1,0 0,0-1,0 1,-1 0,1 0,0 0,0 0,0 0,0 0,0 0,-1 0,1 1,0-1,0 0,0 1,0-1,0 0,0 1,0 0,0-1,0 1,0 0,0-1,0 1,0 0,1 0,-1 0,0 0,1 0,-1-1,0 1,1 0,-1 1,1-1,0 0,-1 1,-3 3,1 0,0 1,0 0,1-1,-1 1,1 0,0 0,1 0,0 1,0-1,0 0,1 1,-1-1,1-5,0-1,0 0,0 1,1-1,-1 0,0 1,0-1,0 0,0 1,0-1,0 0,1 1,-1-1,0 0,0 1,0-1,1 0,-1 0,0 1,0-1,1 0,-1 0,0 1,1-1,-1 0,0 0,0 0,1 0,-1 0,0 1,1-1,-1 0,1 0,-1 0,0 0,1 0,-1 0,0 0,1 0,-1 0,0 0,1 0,-1-1,0 1,1 0,-1 0,0 0,1 0,-1 0,0-1,1 1,-1 0,0 0,0-1,1 1,-1 0,0 0,0-1,0 1,1 0,-1-1,0 1,0 0,0-1,0 1,0 0,18-21,-16 17,0 1,0 0,1 0,-1 0,0 0,-1-1,1 1,-1-1,0 1,1-1,-1 0,-1 1,1-1,-1 0,1 0,-1 0,0-1,-1 4,0 1,1-1,-1 1,0-1,1 1,-1 0,0-1,0 1,0 0,1-1,-1 1,0 0,0 0,0 0,1 0,-1 0,0 0,0 0,0 0,1 0,-1 0,0 1,0-1,0 0,1 1,-1-1,0 0,0 1,1-1,-1 1,0-1,1 1,-1-1,1 1,-1-1,0 1,1 0,-1-1,1 1,0 0,-1-1,-6 8</inkml:trace>
  <inkml:trace contextRef="#ctx0" brushRef="#br0" timeOffset="42078.617">14594 6119,'13'28,"-13"-23,44 314,-9-178,-13-59,-3 2,-4 0,0 36,-12-69,2 0,2-1,2 0,9 22,-6-30,-2 0,-2 0,-2 1,-2 0,-1 40,-4 248,-14-112,5-33,-7 89,26-116,-3 85,-7-151,1 96,0-187,1 0,-1 0,0-1,1 1,-1 0,1-1,-1 1,1 0,0-1,0 1,0-1,0 1,0-1,0 0,0 1,0-1,0 0,1 0,-1 0,1 1,-1-2,1 1,-1 0,1 0,-1 0,1-1,0 1,-1-1,1 1,0-1,0 0,-1 1,1-1,0 0,0 0,-1 0,1-1,0 1,0 0,-1-1,1 1,0-1,-1 1,1-1,-1 0,1 0,-1 0,1 0,-1 0,1 0,0-1,122-50,-24 14,17 5,85-38,-103 45,-46 26,-43-7,-13 2</inkml:trace>
  <inkml:trace contextRef="#ctx0" brushRef="#br0" timeOffset="46123.645">10430 4576,'-9'-4,"-1"0,0 0,0 1,0 0,0 1,0 0,0 1,0 0,-1 0,1 1,0 1,-1-1,1 2,0-1,0 2,0-1,0 1,0 1,0 0,1 0,0 1,0 0,0 1,1-1,-1 2,-5 5,12-9,0-1,-1 1,2 0,-1 0,0 0,0 0,1 0,0 0,0 0,-1 1,2-1,-1 0,0 1,1-1,0 0,-1 1,1-1,1 1,-1-1,0 1,1-1,0 0,0 1,0-1,0 0,0 0,1 0,-1 0,1 0,0 0,0 0,0 0,0-1,1 1,0 0,12 7,1-1,1-1,-1 0,2-1,-1-1,1 0,11 1,-1 1,2 0,-14-4,-1 0,1 0,-1 2,-1 0,1 0,-1 2,0-1,11 10,-23-15,0-1,0 1,0 0,0 0,-1 0,1 0,-1 0,0 1,1-1,-1 0,0 0,0 1,0-1,-1 1,1-1,-1 1,1-1,-1 1,0-1,0 1,0 0,0-1,0 1,-1-1,1 1,-1-1,0 1,0-1,0 0,0 1,0-1,0 0,0 0,-1 1,1-1,-1 0,0 0,1-1,-1 1,0 0,0-1,-1 1,-10 8,0-1,0 0,-1-1,0-1,0 0,-1-1,0 0,0-1,0-1,-1-1,0 0,1-1,-14 0,4-8,25-1</inkml:trace>
  <inkml:trace contextRef="#ctx0" brushRef="#br0" timeOffset="46510.136">10607 4658,'11'82,"14"148,-25-227,0 1,0-1,1 0,-1 0,1 0,0 0,0 0,0 0,0 0,1-1,-1 1,1 0,-1-1,1 1,0-1,0 1,0-1,0 0,1 0,-1 0,1 0,-1 0,1 0,0-1,-1 1,1-1,0 0,0 0,0 0,0 0,0-1,0 1,0-1,0 0,0 1,1-1,-1-1,0 1,0 0,174-48,-144 37,-6 1</inkml:trace>
  <inkml:trace contextRef="#ctx0" brushRef="#br0" timeOffset="47155.417">11016 4740,'1'266,"4"-239,2-52,-19-171,-1 46,13 148,-1-1,1 1,0 0,0 0,0-1,0 1,0 0,1 0,-1 0,1-1,-1 1,1 0,0 0,0 0,0 0,0 0,0 0,1 0,-1 1,0-1,1 0,-1 1,1-1,0 1,-1-1,1 1,0 0,0 0,0 0,0 0,0 0,0 0,0 0,0 1,1-1,-1 1,0-1,11-1,-1 1,0 0,1 1,-1 0,1 1,-1 0,0 1,1 0,-1 1,0 0,-1 1,1 1,0-1,-1 2,0 0,-1 0,1 1,6 5,-16-10,1-1,0 1,-1 0,1-1,-1 1,1 0,-1 0,0 0,0 0,1 0,-2 0,1 0,0 0,0 1,-1-1,1 0,-1 0,0 1,1-1,-1 0,0 1,0-1,-1 0,1 0,0 1,-1-1,0 0,1 0,-1 1,0-1,0 0,0 0,0 0,0 0,-1 0,1-1,-1 1,1 0,-1 0,-14 9,0 0,0-1,-1-1,-1 0,1-1,-1-1,-1-1,1-1,-1 0,-10 0,19-3,8-2,0 0,0 0,0 0,0 0,0 0,-1 0,1 1,0-1,0 1,0-1,0 1,0 0,0-1,0 1,0 0,0 1,1-1,-1 0,0 0,1 1,-1-1,1 1,-1 0,1-1,0 1,-1 0,1 0,0 0,0-1,0 1,1 0,-1 0,0 1,1-1,-1 0,1 0,0 0,0 0,0 0,0 0,0 1,0 0,5 5,0 0,0 0,0-1,1 0,0 0,1 0,-1 0,2-1,-1 0,0-1,1 0,0 0,0 0,1-1,-1 0,1-1,0 0,0 0,6 0,1 2,1 0,-1-2,1 0,0-1,0 0,0-2,0 0,0-1,0 0,0-1,3-2,2-3</inkml:trace>
  <inkml:trace contextRef="#ctx0" brushRef="#br0" timeOffset="47472.566">11454 4685,'-14'267,"13"-262,1-1,0 1,0-1,1 1,0-1,0 1,0-1,0 0,0 0,1 1,0-1,0 0,0 0,0 0,1-1,-1 1,1 0,0-1,0 0,0 0,1 0,-1 0,1 0,0-1,0 1,-1-1,1 0,1 0,-1-1,0 1,0-1,4 1,5 0,0 0,-1 0,1-1,0-1,0 0,0-1,0-1,0 0,0 0,-1-1,9-3,11-7</inkml:trace>
  <inkml:trace contextRef="#ctx0" brushRef="#br0" timeOffset="47667.56">11371 4822,'17'2,"11"1,12 0,5-3,1-1,2-4,-5-2,-6-2,-10-1</inkml:trace>
  <inkml:trace contextRef="#ctx0" brushRef="#br0" timeOffset="48396.659">11481 4631,'41'-13,"1"1,1 3,-1 1,2 3,21 0,-58 4,-4 0,1 0,-1 0,1 0,-1 0,1 1,-1 0,1 0,0 0,-1 0,1 0,-1 1,1-1,0 1,-1 0,0 0,1 0,-1 1,0-1,1 1,-1 0,0 0,0 0,0 0,-1 0,1 1,0-1,-1 1,0 0,1 0,-1 0,0 0,1 3,4 21,-1 0,-2 1,0 0,-1 21,1-6,-2-16,1-10,-1 1,-1 0,-1 0,-1 0,0 0,-1 0,-2 7,-7-43,5-30,2 0,3-1,2-31,0 71,-1-12,1-1,0 1,2 0,1 0,1 0,0 1,7-17,-9 33,-1 1,0-1,1 1,-1 0,1 0,0 0,0 0,0 0,1 1,-1-1,1 1,-1 0,1 0,0 0,0 1,0-1,0 1,0 0,0 0,0 0,0 1,0 0,0-1,1 1,-1 1,3-1,1 1,0 0,0 0,0 0,-1 1,1 0,-1 1,1 0,-1 0,0 0,0 1,0 0,-1 1,7 4,-10-6,1 0,-1 0,1 0,-1 1,0 0,0-1,-1 1,1 0,-1 0,0 1,0-1,0 0,-1 1,1-1,-1 1,0-1,-1 1,1-1,-1 1,1 0,-2 0,1-1,0 1,-1 0,0-1,0 1,0-1,-1 1,1-1,-1 0,0 1,0-1,-1 0,1 0,-1 0,0 0,-10 8,0 0,0 0,-2-1,1-1,-1 0,-16 7,-20 14,49-30,0 0,0 0,0 0,0 0,0 0,0 0,1 1,-1-1,0 1,1-1,-1 1,1 0,-1-1,1 1,0 0,0 0,0 0,0 0,0 0,0 0,1 1,-1-1,1 0,-1 0,1 0,0 1,0-1,0 0,0 2,4 0,0 0,0 0,0 0,1-1,-1 0,1 1,0-2,0 1,0 0,1-1,-1 0,0 0,1-1,0 0,5 1,-9-1,192 29,-131-25</inkml:trace>
  <inkml:trace contextRef="#ctx0" brushRef="#br0" timeOffset="56827.954">14403 4166,'1'1,"0"0,0 0,0 0,0 0,0 0,0 0,0 0,0 0,-1 0,1 0,-1 0,1 0,0 1,-1-1,0 0,1 1,-1-1,0 0,0 1,0-1,1 0,-1 1,-1-1,1 0,0 1,0-1,0 0,-1 1,1-2,3 168,-4-92,4-1,10 64,10-13,-6-37,-3 1,-1 56,-13 145,12-167,-10-98,0 0,2-1,1 1,1-1,1 0,1 0,10 20,-8-17,-1 0,-2 1,0 0,-2 1,0 20,3 9,41 184,-41-229,-2-14</inkml:trace>
  <inkml:trace contextRef="#ctx0" brushRef="#br0" timeOffset="60138.092">12396 4330,'-18'-2,"18"2,0 0,0 0,1 0,-1-1,0 1,0 0,0 0,0 0,0 0,1 0,-1 0,0 0,0-1,0 1,0 0,0 0,0 0,0 0,0-1,0 1,0 0,0 0,0 0,0 0,1-1,-1 1,0 0,-1 0,1 0,0 0,0-1,0 1,0 0,0 0,0 0,0 0,0-1,0 1,198-6,434-40,18-16,-281 61,-267 15,-107-14,-6 0</inkml:trace>
  <inkml:trace contextRef="#ctx0" brushRef="#br0" timeOffset="62005.72">13338 4030,'-39'22,"-361"161,394-180,2-1,1-1,-1 1,1 0,0 0,0 0,0 1,0-1,0 1,1-1,-1 1,1 0,-1 0,1 0,-1 2,4-3,-1 0,1 0,0 0,0 0,0 0,0-1,0 1,0 0,0 0,1-1,-1 1,1-1,-1 1,1-1,-1 0,1 0,0 1,0-1,-1 0,1 0,0-1,0 1,0 0,0-1,0 1,0-1,0 0,1 1,0-1,1 1,191 51,-114-25,-43-12,0-3,0-1,1-2,0-1,11-1,-48-7,-1 1,1-1,0 0,-1 0,1 0,-1 1,1-2,-1 1,1 0,0 0,-1 0,1-1,-1 1,1-1,-1 1,1-1,-1 1,0-1,1 0,-1 0,0 0,1 0,-1 0,0 0,0 0,0 0,0 0,0-1,0 1,0 0,0-1,-1 1,1-1,0 1,-1-1,0 1,1-1,-1 1,0-1,1 1,-1-1,0 1,0-1,0 0,0 1,-1-1,1-1,-33-212,6 55,27 159,1 1,-1-1,0 1,0 0,0-1,0 1,-1-1,1 1,0 0,0-1,0 1,0 0,0-1,0 1,-1 0,1-1,0 1,0 0,0-1,-1 1,1 0,0-1,-1 1,1 0,0 0,-1-1,1 1,0 0,-1 0,1 0,0-1,-1 1,1 0,0 0,-1 0,1 0,-1 0,1 0,0 0,-1 0,1 0,-1 0,1 0,0 0,-1 0,1 0,0 0,-1 1,1-1,-1 0,1 0,0 0,-1 0,1 1,0-1,-1 0,1 0,0 1,-1-1,-15 24,14-20,-6 10,0 3,-1 1,0-1,-1-1,-1 0,-1 0,0-1,-1-1,0 0,-1-1,-1 0,0-1,-1-1,0 0,-1-1,0-1,-9 3,24-11,-1 0,0 0,0-1,0 1,0-1,0 0,0 0,0 0,0 0,0 0,0-1,0 1,0-1,0 0,0 0,1 0,-1 0,0 0,0-1,1 1,-1-1,1 0,0 1,-1-1,1-1,0 1,0 0,-1-2,3 2,0 1,0 0,0-1,0 1,1 0,-1-1,0 1,1 0,-1 0,1-1,-1 1,1 0,0 0,-1 0,1 0,0 0,0 0,0 0,0 0,0 0,0 0,0 0,0 0,0 1,1-1,-1 0,0 1,0-1,1 1,-1 0,0-1,1 1,-1 0,0 0,1 0,-1 0,0 0,1 0,-1 0,0 0,1 0,-1 1,1-1,244-1,-349 12,-35-7,108 3,29-7,1 1,0-1,-1 0,1 0,0 1,0-1,-1 0,1 1,0-1,0 1,0-1,-1 0,1 1,0-1,0 0,0 1,0-1,0 1,0-1,0 1,0-1,0 0,0 1,0-1,0 1,0-1,0 1,0-1,0 0,0 1,1-1,-1 1,0-1,0 0,0 1,1-1,-1 0,0 1,0-1,1 0,-1 1,0-1,1 0,-1 0,1 0,-1 1,0-1,1 0,-1 0,0 0,1 0,-1 1,1-1,-1 0,1 0,-1 0,0 0,1 0,-1 0,1 0,-1 0,0 0,1-1,-1 1,1 0,-1 0,26 8,1-1,-1-1,1-2,0 0,1-2,-1-1,23-2,-44 1,-3 0,1 1,0-1,-1 0,1 0,0-1,0 1,-1-1,1 0,-1 0,1 0,-1 0,1 0,-1-1,1 0,-1 1,0-1,1-1,-4 1,0 0,0 1,-1-1,1 1,-1-1,1 0,-1 1,0 0,1-1,-1 1,0-1,0 1,0 0,0-1,0 1,0 0,-1 0,1 0,0 0,0 0,-1 0,1 0,-1 1,1-1,-1 0,1 1,-1-1,1 1,-1-1,0 1,1 0,-1 0,2 0,-33-10,0 2,0 1,0 1,-1 3,0 0,0 2,0 2,-13 2,46-4,-1 1,1 0,0 0,-1-1,1 1,-1 0,1 0,0 0,-1 1,1-1,0 0,-1 0,1 1,0-1,-1 1,1-1,0 1,0-1,0 1,-1 0,1 0,0 0,0-1,0 1,0 0,0 0,1 1,-1-1,0 0,0 0,1 0,-2 2,9 1,-1 1,0-1,1 0,0 0,0-1,0 0,0 0,1 0,-1-1,2 0,7 3,57 15,0-2,2-4,15-2,-83-9,-28-4,-183-14,238 25,141 18,-167-24,-35-4,24 0,-120-3,106-2,22-2,27-4,-6 3,-54 0,-32-1,29 3</inkml:trace>
  <inkml:trace contextRef="#ctx0" brushRef="#br0" timeOffset="66864.505">5936 9342,'6'-8,"-9"20,3-9,0-1,0 1,0-1,0 1,0-1,1 1,-1-1,1 1,0-1,0 1,0-1,0 1,0-1,0 0,1 0,-1 0,1 0,-1 0,1 0,0 0,0 0,0 0,0-1,0 1,0-1,0 0,0 1,1-1,-1 0,0 0,1-1,-1 1,1 0,-1-1,1 0,0 1,-1-1,1 0,-1 0,2-1,-2 2,1-1,-1 1,1-1,-1 0,0 0,1 0,-1 0,0 0,1 0,-1-1,0 1,1-1,-1 1,0-1,1 0,-1 0,0 0,0 0,0-1,0 1,0-1,0 1,-1-1,1 1,0-1,-1 0,1 0,-1 0,0 0,0 0,1 0,-1 0,-1 0,1-1,0 1,0 0,-1-1,1 1,-1 0,0-1,0 1,0 0,0-1,0 1,0-1,-1 1,0-2,0-2,-1 0,0 1,-1-1,0 0,1 1,-2-1,1 1,-1 0,1 0,-1 0,-1 1,1 0,-1-1,0 1,0 1,0-1,0 1,0 0,-1 0,0 0,1 1,-1 0,0 0,-4 0,7 0,-1 1,0 0,0 1,1-1,-1 1,0 0,0-1,0 2,0-1,1 0,-1 1,0 0,0 0,1 0,-1 0,0 0,1 1,0 0,-1-1,1 1,0 1,0-1,0 0,0 1,0-1,0 1,1 0,-1 0,1 0,0 0,0 1,0-1,1 1,-1-1,1 1,-1-1,1 1,0 0,0 2,1-2,-1 0,1 0,0 1,0-1,0 0,1 0,-1 0,1 1,0-1,0 0,1 0,-1 0,1 0,0 0,0-1,0 1,0 0,1-1,-1 0,1 0,0 1,0-1,0-1,1 1,-1 0,1-1,-1 0,1 0,3 2,0-1,0 1,1-1,-1-1,1 1,0-1,0-1,-1 1,1-1,0 0,0-1,0 0,0-1,0 1,0-1,6-2,-11 2,0 0,-1 0,1 0,0 0,-1 0,1 0,-1-1,1 0,-1 1,0-1,0 0,0 0,0 0,0 0,0-1,0 1,-1 0,1-1,-1 1,1-1,-1 0,0 1,0-1,0 0,-1 0,1 0,-1 0,1 1,-1-1,0 0,0 0,-1 0,1 0,0 0,-1 0,0 1,1-1,-1 0,0 0,-1 1,1-1,0 1,-1-1,1 1,-1-1,0 1,0 0,0 0,-1-1,-2-1,-1 0,1 0,-1 1,0 0,0 0,0 0,0 1,0 0,-1 0,1 1,-1 0,1 0,-1 0,1 1,-1 0,1 0,-1 0,0 1,1 0,0 1,-6 1,10-3,1 0,0 1,0-1,-1 1,1-1,0 1,0-1,0 1,0-1,0 1,0 0,0 0,0 0,0-1,0 1,0 0,1 0,-1 0,0 0,1 0,-1 1,1-1,-1 0,1 0,-1 0,1 0,0 1,-1-1,1 0,0 0,0 1,0-1,0 0,0 0,0 1,1-1,-1 0,0 0,1 1,-1-1,38 34,-26-31,0 0,0-1,0 0,0 0,1-2,-1 1,1-2,-1 0,4 0,-16 0,0-1,0 1,0 0,0 0,0-1,0 1,0 0,0 0,0-1,0 1,0 0,0 0,0-1,0 1,0 0,0 0,0-1,0 1,0 0,0 0,0 0,0-1,0 1,1 0,-1 0,0 0,0-1,0 1,0 0,1 0,-1 0,0 0,0-1,0 1,1 0,-1 0,0 0,0 0,0 0,1 0,-1 0,0 0,0 0,1 0,-1 0,0 0,0 0,1 0,-1 0,0 0,0 0,1 0,-1 0,0 0,0 0,0 0,1 0,-1 0,-20-6,-151 14,-228-12,128-3,-123 13,-235-3,-232-26,-178 23,602-13,433 12,0 1,1 1,-1-1,0 0,1 1,-1 0,0 0,1 0,-1 0,1 1,-1-1,1 1,0 0,0 0,0 0,0 0,0 1,0-1,3-1,0 0,0-1,0 1,0-1,1 1,-1 0,0-1,0 1,0-1,1 1,-1-1,0 1,0-1,1 1,-1-1,1 1,-1-1,0 1,1-1,-1 1,1-1,-1 0,1 1,-1-1,1 0,0 1,-1-1,1 0,-1 0,1 0,0 0,-1 1,1-1,-1 0,1 0,0 0,-1 0,1 0,-1 0,1-1,0 1,-1 0,1 0,-1 0,1 0,0-1,17 1</inkml:trace>
  <inkml:trace contextRef="#ctx0" brushRef="#br0" timeOffset="68446.224">3424 9206,'-235'35,"-28"17,220-44,26-6,0 1,1 1,-1 1,1 0,0 1,-6 4,21-10,1 0,-1 0,1 0,-1 0,1 1,-1-1,1 0,-1 0,1 1,0-1,-1 0,1 1,0-1,-1 0,1 1,0-1,-1 1,1-1,0 1,0-1,-1 0,1 1,0-1,0 1,0-1,0 1,0-1,0 1,0-1,0 1,0-1,0 1,0-1,0 1,0-1,0 1,0-1,0 1,0-1,1 1,-1-1,0 0,0 1,1-1,-1 1,0-1,1 0,-1 1,0-1,1 0,-1 1,0-1,1 0,-1 1,1-1,-1 0,1 0,-1 0,1 1,-1-1,1 0,32 14,-32-14,392 92,-351-75,-1 2,0 3,-2 0,30 24,-65-43,-3-2,0 1,0 0,1-1,-1 1,0-1,1 0,0 1,-1-1,1 0,0 0,-1 0,1 0,0 0,0-1,0 1,0 0,0-1,0 0,0 1,0-1,0 0,0 0,0 0,0 0,0 0,0 0,0-1,0 1,0-1,0 0,-1 1,1-1,0 0,0 0,0 0,-1 0,1 0,0-1,-1 1,2-2,0-9,-1-1,0 1,0-1,-1 0,-1 0,0 1,-1-1,-1 0,1 1,-2-1,0 1,-2-6,-47-143,52 160,0 0,0 0,0 0,-1 0,1 0,0 0,0 0,0 0,-1 0,1 0,-1 0,1 0,-1 1,1-1,-1 0,1 0,-1 0,0 1,1-1,-1 0,0 1,1-1,-1 1,0-1,0 1,0-1,0 1,0-1,0 1,1 0,-1-1,0 1,0 0,0 0,0 0,0 0,0 0,0 0,0 0,0 0,0 0,0 0,0 1,0-1,0 0,0 1,0-1,1 1,-1-1,0 1,0-1,0 1,-23 17,0 0,-2-2,0-1,0-1,-7 1,-9-1,0-2,-1-2,-1-2,0-2,0-2,0-2,0-1,-17-4,52 2,20 0,486-41,-623 44,-86 25,160-10,52-16,0-1,0 1,0 0,0 0,0-1,0 1,0 0,0-1,0 1,0 0,1 0,-1-1,0 1,0 0,1-1,-1 1,0 0,1-1,-1 1,1-1,-1 1,1-1,-1 1,1-1,-1 1,1-1,-1 1,1-1,0 1,-1-1,1 0,0 0,-1 1,1-1,0 0,0 0,-1 0,1 0,0 0,-1 0,1 0,0 0,0 0,32 9,1-2,0-2,0-1,1-1,26-2,-8 1,103 8,-170-5,-126 6,320-12,-401 1,285 3,-41 0</inkml:trace>
  <inkml:trace contextRef="#ctx0" brushRef="#br0" timeOffset="70362.303">25355 4727,'-88'-81,"12"47,76 34,1 0,-1 1,0-1,0 0,1 0,-1 0,0 0,0 1,1-1,-1 0,0 0,1 0,-1 0,0 0,1 0,-1 0,0 0,1 0,-1 0,0 0,0 0,1 0,-1 0,0 0,1 0,-1 0,0 0,1 0,-1-1,0 1,0 0,1 0,-1 0,0-1,0 1,1 0,-1 0,0 0,0-1,0 1,1 0,-1 0,0-1,0 1,0 0,0-1,0 1,0 0,0-1,1 1,-1 0,0 0,0-1,0 1,0 0,0-1,0 1,0 0,-1-1,1 1,0 0,0-1,198 11,419 63,-460-52,146 20,484 58,-645-87,86-6,-189-9,-40-2,-48-16,10 7</inkml:trace>
  <inkml:trace contextRef="#ctx0" brushRef="#br0" timeOffset="71049.509">26871 4494,'-54'-5,"0"2,1 3,-1 2,0 2,-13 4,23-3,31-4,-73 8,1 3,-21 9,87-14,19-7,0 0,0 1,0-1,0 1,0-1,0 1,0-1,0 1,0-1,0 1,0-1,1 1,-1-1,0 0,0 1,0-1,1 1,-1-1,0 0,0 1,1-1,-1 0,0 1,1-1,-1 0,0 1,1-1,-1 0,0 0,1 1,-1-1,1 0,-1 0,1 0,-1 0,0 1,1-1,-1 0,1 0,-1 0,1 0,-1 0,1 0,-1 0,1 0,-1 0,1-1,-1 1,173 31,-141-24,0 1,0 2,-1 1,-1 1,0 2,-1 1,0 1,-1 1,-1 2,24 21,-19-14,-31-26,0-1,0 1,0-1,0 0,0 1,0-1,0 0,0 0,0 1,0-1,0 0,0 0,-1 0,1 0,0 0,-1 0,1-1,-1 1,1 0,-1 0,0 0,1 0,-1-1,0 1,0 0,0 0,0-1,0 1,0 0,0 0,0 0,-1-1,1 1,0 0,-1 0,1 0,-1-1,1-1,0-17,1 12,0 0,-1 0,0 1,0-1,-1 0,0 0,0 1,-1-1,0 0,-1 1,1 0,-1 0,-1-1,1 2,-1-1,-4-5,7 11,0 0,0 0,-1 0,1 0,0 0,0 0,-1 0,1 1,0-1,-1 0,1 1,0-1,-1 1,1 0,-1 0,1-1,-1 1,1 0,-1 0,1 0,-1 0,1 1,-1-1,1 0,-1 1,1-1,-1 1,1-1,0 1,-1 0,1-1,0 1,0 0,-1 0,1 0,0 0,0 0,0 0,0 0,0 0,0 1,0-1,-1 3,-1 0,1 0,0 0,0 1,0-1,0 0,1 1,0-1,0 1,0 0,0-1,1 1,-1 0,3 1,0 0,0-1,0 1,0-1,1 0,0 0,0 0,1 0,-1 0,1-1,0 1,0-1,0 0,1 0,0-1,-1 1,1-1,0 0,1 0,-1-1,0 0,1 0,0 0,-1 0,1-1,0 0,0 0,-1-1,1 1,4-1,-8 0,-1-1,1 1,-1 0,1 0,-1-1,1 1,-1-1,1 1,-1-1,0 1,1-1,-1 0,0 0,0 0,1 0,-1 0,0 0,0 0,0 0,0 0,0 0,-1-1,1 1,0 0,0-1,-1 1,1 0,-1-1,1 1,-1-1,0 1,1-1,-1 1,0-1,0 1,0-1,0 1,0-1,-1 1,1-1,0 1,-1-1,1 1,-1 0,1-1,-1 1,0 0,0-1,1 1,-1 0,0 0,0 0,0-1,0 1,-1 0,1 0,0 1,0-1,-1 0,0-1,0 1,0-1,0 1,0-1,0 1,0 0,0 0,-1 0,1 0,0 1,-1-1,1 1,-1-1,1 1,0 0,-1 0,1 0,-1 0,1 0,-1 1,1-1,0 1,-1-1,1 1,0 0,-1 0,1 0,-14 8</inkml:trace>
  <inkml:trace contextRef="#ctx0" brushRef="#br0" timeOffset="72755.045">3314 9151,'-450'105,"262"-63,187-42,0 0,0 0,0 0,1 0,-1 0,0 0,0 0,0 1,0-1,0 0,0 0,0 1,1-1,-1 0,0 1,0-1,0 1,1-1,-1 1,0 0,1-1,-1 1,0 0,1-1,-1 1,1 0,-1 0,1-1,0 1,-1 0,1 0,0 0,-1 0,1 0,0-1,0 1,0 0,0 0,0 0,0 0,0 0,0 0,0 0,0 0,0 0,1-1,-1 1,1 1,87 29,282 48,-345-72,89 15,-111-23,-1 1,0-1,1 1,-1-1,0 0,1 1,-1-1,0 0,0-1,0 1,0 0,0-1,0 1,0-1,0 1,0-1,-1 0,1 0,-1 0,1 0,-1 0,0 0,0 0,0 0,0-1,0 1,0 0,-1-1,1 0,10-76,-10 72,0-18,0 0,-2 0,0 0,-2 0,-1 1,-1-1,-3-9,-4 13,4 37,6 24,4-34,-2 0,1-1,0 1,-1 0,0-1,-1 1,1 0,-1-1,0 1,-1-1,1 1,-1-1,0 1,0-1,-1 0,1 0,-1 0,0-1,-1 1,1 0,-1-1,0 0,0 0,0 0,0-1,-2 1,-1-3,0 0,0 0,0 0,0-1,-1-1,1 1,0-1,0 0,0 0,0-1,0 0,0-1,0 1,-5-4,-17-4,16 5,0 0,-1 1,0 1,0 0,0 1,0 0,0 2,0-1,0 1,0 1,0 1,-1 0,2 1,-1 0,0 1,1 1,-1 0,1 1,1 0,-1 1,-2 2,13-8,1-1,0 1,0 0,0-1,0 1,0 0,0 0,0 0,0 0,0 0,1 0,-1 0,0 0,0 0,1 0,-1 0,1 0,-1 1,1-1,0 0,-1 0,1 1,0-1,0 0,0 1,0-1,0 0,0 0,0 1,0-1,0 0,1 0,-1 1,0-1,1 0,0 0,-1 0,1 1,-1-1,1 0,0 0,0 0,0 0,-1 0,1 0,1 0,68 13,-25-13</inkml:trace>
  <inkml:trace contextRef="#ctx0" brushRef="#br0" timeOffset="78842.036">1361 9943,'-10'50,"10"-37,-3 402,11-360,-7-55,0 0,0 1,0-1,0-1,0 1,1 0,-1 0,0 0,0 0,0-1,0 1,0-1,0 1,0 0,0-1,0 0,0 1,0-1,-1 0,1 1,0-1,0 0,-1 0,1 0,0 0,-1 1,1-1,-1 0,1 0,-1 0,1-1,0 1,19-28,-15 20,1 1,0-1,0 1,0 0,1 1,0-1,1 1,0 1,0 0,0 0,0 0,1 1,1 0,-8 4,1 1,-1-1,0 1,1 0,-1 0,0 0,1 0,-1 0,0 0,1 1,-1-1,0 1,1-1,-1 1,0 0,0 0,0 0,0 0,0 1,0-1,0 1,0-1,0 1,-1-1,1 1,-1 0,1 0,-1 0,0 0,2 2,27 67,-29-67,0 1,0 0,0-1,-1 1,1 0,-1-1,0 1,0 0,-1 0,0-1,1 1,-2-1,1 1,0-1,-1 1,0-1,0 1,0-1,0 0,-1 0,0 0,0-1,0 1,0-1,0 1,-1-1,0 0,1 0,-1-1,-4 3,1-1,1 0,-1-1,0 0,0 0,0-1,-1 0,1 0,0-1,-1 0,1 0,-1 0,1-1,-1 0,1-1,-1 0,1 0,-1 0,1-1,0 0,0-1,0 0,0 0,0 0,-2-2,8 4,1 1,0 0,-1 0,1 0,0 0,0-1,-1 1,1 0,0 0,0 0,-1-1,1 1,0 0,0 0,0-1,-1 1,1 0,0-1,0 1,0 0,0-1,0 1,0 0,0 0,0-1,0 1,0 0,0-1,0 1,0 0,0-1,0 1,0 0,0-1,0 1,0 0,0-1,1 1,-1 0,0 0,0-1,0 1,0 0,1 0,-1-1,0 1,0 0,1 0,-1-1,0 1,0 0,1 0,-1 0,0 0,1 0,-1-1,0 1,1 0,-1 0,0 0,1 0,-1 0,0 0,1 0,-1 0,0 0,26-3,-24 3,22-1</inkml:trace>
  <inkml:trace contextRef="#ctx0" brushRef="#br0" timeOffset="80001.752">1922 10421,'-7'-10,"0"1,-1 0,0 1,-1 0,1 0,-2 1,1 0,-1 1,0 0,0 0,0 1,-1 0,-7-2,16 7,-1 0,0 0,1 0,-1 0,1 0,-1 1,0-1,1 1,-1-1,1 1,0 0,-1 0,1 0,0 1,-1-1,1 0,0 1,0-1,0 1,0 0,0 0,1 0,-1 0,0 0,1 0,-1 0,1 0,0 1,-1 1,-23 74,23-74,0 0,1-1,0 1,0 0,0 0,0 0,1-1,-1 1,1 0,0 0,0 0,0 0,1 0,-1 0,1 0,0 0,0 0,1-1,-1 1,1-1,0 1,0-1,0 1,0-1,0 0,1 0,0 0,-1 0,1 0,0-1,0 1,1-1,-1 0,0 0,1 0,2-1,-1 0,1 0,0-1,0 0,-1 0,1 0,0-1,-1 0,1 0,-1-1,1 1,-1-1,0 0,1 0,-1-1,0 0,-1 0,1 0,0 0,-1-1,0 0,1 0,-2 0,2-1,1-2,1-1,-1 0,-1 0,0-1,0 0,0 0,-1 0,-1 0,0 0,0-1,0 0,-1 1,0-5,-2 22,2 0,-1 0,1 0,0 0,0 0,1 0,0-1,1 1,3 4,-4-5,0 0,0 0,1-1,0 0,1 0,-1 0,1 0,0 0,0-1,1 0,0 0,0-1,0 0,0 0,1 0,-1-1,1 0,0 0,0 0,0-1,0 0,5 0,-9-2,-1-1,0 1,1-1,-1 1,0-1,0 0,1 0,-1 0,0 0,0-1,0 1,0 0,-1-1,1 1,0-1,-1 0,1 0,-1 0,1 1,-1-1,0-1,0 1,0 0,0 0,0 0,0 0,-1-1,1 1,-1-1,11-70,-9-86,-1 156,0 1,1 0,-1 0,1 0,0 0,-1 0,1 0,0 0,0 1,0-1,0 1,0-1,1 1,-1 0,0 0,1 0,-1 0,1 0,-1 1,1-1,-1 1,1-1,-1 1,1 0,-1 0,1 0,0 0,-1 1,1-1,-1 1,1 0,-1-1,1 1,-1 0,0 0,1 1,-1-1,0 0,0 1,5 0,172 55,-176-55,0 0,0-1,0 1,0 1,0-1,-1 0,1 1,-1-1,0 1,0-1,0 1,0 0,0 0,-1 0,1 0,-1 1,0-1,0 0,0 0,0 1,0-1,-1 1,0-1,0 1,0-1,0 0,0 1,-1-1,1 1,-1-1,-1 3,1 10,0-12,0 0,0 0,0 1,1-1,-1 0,1 0,0 1,0-1,1 0,-1 0,1 1,0-1,0 0,0 0,1 0,0 0,-1 0,1-1,1 1,-1 0,0-1,1 1,0-1,0 0,0 0,0 0,0 0,1-1,7 2,0-2,0 0,0 0,0-1,0 0,0-1,1 0,-1-1,0 0,0-1,0 0,0-1,0 0,0-1,-1 0,1-1,-1 0,0 0,-1-1,0 0,8-7,-17 13,1-1,-1 1,1-1,-1 1,1-1,-1 1,1 0,-1-1,1 1,-1-1,1 1,0 0,-1 0,1-1,-1 1,1 0,0 0,-1 0,1 0,0 0,-1 0,1 0,0 0,0 0,-1 0,1 0,-1 0,1 1,0-1,-1 0,1 0,0 1,-1-1,1 0,-1 1,1-1,-1 1,1-1,-1 0,1 1,-1-1,1 1,-1 0,0-1,1 1,-1-1,0 1,1 0,-1-1,0 1,0-1,0 1,1 0,-1-1,0 1,5 9,0-5,1 0,0 0,0-1,0 0,1 0,0 0,-1-1,1 0,1 0,-1-1,0 1,0-2,1 1,-1-1,1 0,-1-1,1 0,0 0,-1 0,1-1,-1-1,5 0,-4 1,0 0,0-1,0 0,0 0,-1-1,1 0,-1-1,1 1,-1-1,0-1,6-4,-11 7,1 0,-1 0,0-1,0 1,0-1,0 1,0-1,0 0,-1 0,1 0,-1 0,0 0,0 0,0 0,0 0,0 0,-1 0,0-1,1 1,-1 0,0 0,-1-1,1 1,0 0,-1 0,0 0,0-1,0 1,0 0,0 0,-1 0,-2-5,-1 0,0 1,-1 0,1 0,-1 0,0 1,-1 0,0 0,0 0,0 1,0 0,-1 1,0 0,0 0,0 0,-1 1,1 0,-1 1,1 0,-8-1,11 2,-1 0,1 0,0 1,-1 0,1 0,-1 0,1 0,-1 1,1 0,0 0,-1 1,1-1,0 1,0 0,0 1,0-1,1 1,-1 0,1 0,-1 0,1 1,0 0,0 0,1 0,-1 0,1 0,0 1,0-1,0 1,1 0,-1 0,1 0,-1 5,1-6,1 0,0 0,0 0,0 0,1 1,0-1,-1 0,2 0,-1 0,0 1,1-1,0 0,-1 0,2 0,-1 0,0 0,1 0,0 0,0-1,0 1,0-1,1 1,-1-1,1 0,0 0,0 0,0 0,0 0,1-1,-1 1,1-1,-1 0,1 0,0 0,0-1,1 1,7 2,0-1,1 0,-1-1,0 0,1-1,-1-1,1 0,-1 0,3-2,24-3</inkml:trace>
  <inkml:trace contextRef="#ctx0" brushRef="#br0" timeOffset="80312.421">3055 10039,'-2'-1,"-92"-1,91 2,0 0,1 1,-1-1,0 1,0 0,1-1,-1 1,0 0,1 1,-1-1,1 0,0 1,-1 0,1-1,0 1,0 0,0 0,0 0,0 0,0 0,1 1,-1-1,1 1,0-1,0 1,-1-1,1 1,1 0,-1-1,0 1,1 0,1 6,0 0,1-1,0 1,1-1,-1 1,2-1,-1 0,1 0,0 0,1-1,0 0,0 1,1-2,0 1,0-1,4 4,9 12,7 12,-2 1,-2 1,0 1,-3 1,-1 0,2 12,-19-44,1 0,0 0,1 0,-1 0,1 0,0-1,1 1,-1-1,1 0,0 0,1 0,-1 0,1-1,0 0,0 0,0 0,1 0,-1-1,1 0,0 0,5 1,12 1,1-2,-1-1,0-1,1 0,7-3,-13 2,19-1</inkml:trace>
  <inkml:trace contextRef="#ctx0" brushRef="#br0" timeOffset="81524.261">1881 11076,'-12'-1,"0"1,0 0,1 1,-1 0,0 1,1 0,-1 1,1 0,0 1,0 0,0 1,0 0,1 1,0 0,0 0,1 1,-1 0,2 1,-1 0,1 1,0-1,1 2,-5 6,10-14,0 1,0-1,0 1,0 0,0-1,0 1,1 0,0 0,0 0,-1 1,2-1,-1 0,0 0,1 1,-1-1,1 0,0 0,0 1,0-1,1 0,-1 1,1-1,0 0,0 0,0 0,0 1,0-1,1 0,-1-1,1 1,0 0,0 0,0-1,0 1,0-1,1 0,-1 1,1-1,0 0,-1-1,2 1,5 0,1-2,-1 1,1-1,-1-1,1 0,-1 0,1-1,-1 0,0-1,1 0,-2 0,1-1,0 0,-1-1,1 1,-1-2,-1 1,1-1,2-3,-4 5,1-1,-1 0,0-1,0 1,0-1,-1 0,0-1,0 1,-1-1,1 0,-2-1,1 1,-1 0,0-1,0 0,-1 0,0 0,0-5,-2 13,0 0,0 0,0 1,-1-1,1 0,0 0,0 0,0 0,-1 0,1 0,0 1,0-1,0 0,-1 0,1 0,0 0,0 0,0 0,-1 0,1 0,0 0,0 0,-1 0,1 0,0 0,0 0,0 0,-1 0,1 0,0-1,0 1,-1 0,1 0,0 0,0 0,0 0,0 0,-1-1,1 1,0 0,0 0,0 0,0-1,0 1,-1 0,1 0,0 0,0-1,0 1,0 0,0 0,0 0,0-1,0 1,0 0,0 0,0-1,0 1,-10 21,2 15,2 1,1 0,2 0,2 1,1-1,5 35,28 372,-33-434,1 0,-1 0,-1-1,0 1,0 0,-1 0,-1-1,1 1,-1-1,-1 1,0-1,0 0,-1-1,0 1,0-1,-2 2,5-8,0-1,0 1,0-1,0 0,0 1,0-1,0 0,-1 0,1 0,0-1,-1 1,1 0,0-1,-1 0,1 1,-1-1,1 0,-1 0,1 0,-1-1,1 1,0-1,-1 1,1-1,0 0,-1 0,1 0,0 0,0 0,0 0,0-1,0 1,-1-1,-55-63,48 49,1-1,0-1,2 1,0-1,1-1,0 1,2-1,0 0,1 0,1-1,1 1,0 0,2 0,0-1,1 1,1 0,5-16,-4 26,1-1,0 1,0 0,1 0,0 0,0 1,1 0,0 0,1 0,-1 1,2 0,-1 1,1 0,0 0,0 1,0 0,1 1,7-3,6-1,1 1,0 1,0 1,1 1,0 1,-1 1,13 2,-30-1,0 0,0 0,0 1,0 0,0 1,0 0,0 0,0 0,-1 1,1 0,0 0,-1 0,1 1,-1 0,0 1,0-1,0 1,-1 0,1 0,-1 1,0 0,0 0,2 3,-4-3,-2-1,0 0,0 0,1 0,0 0,0 0,0 0,0-1,0 1,1-1,0 1,0-1,-1 0,2 0,-1-1,0 1,1 0,-1-1,1 0,0 0,-1 0,1 0,0-1,0 1,1-1,-1 0,0-1,0 1,0-1,1 1,-1-1,0 0,3-1,-4-1,1 1,0-1,-1 0,0-1,0 1,0-1,0 1,0-1,0 0,0 0,-1 0,0 0,1-1,-1 1,-1-1,1 1,0-1,-1 0,0 1,0-1,0 0,0 0,0 0,-1-2,1-4,0 1,-1-1,0 0,-1 1,0-1,-1 1,0-1,0 1,-3-7,3 10,-1-1,-1 0,1 1,-1 0,0 0,0 0,-1 1,1-1,-1 1,-1 0,1 0,-1 1,0-1,0 1,0 1,0-1,-1 1,1 0,-1 1,0-1,0 1,0 1,0-1,0 1,0 0,0 1,-1 0,1 0,-3 1,-3 2,17 1,22 3,101 3,-79-6</inkml:trace>
  <inkml:trace contextRef="#ctx0" brushRef="#br0" timeOffset="82392.965">2222 11295,'-16'-2,"-10"-1,-3 2,1 6,5 7,7 9,6 4,4 6,4-2</inkml:trace>
  <inkml:trace contextRef="#ctx0" brushRef="#br0" timeOffset="83672.757">2768 11405,'1'-5,"-1"1,0-1,-1 1,1-1,-1 1,0 0,0-1,0 1,-1 0,1 0,-1 0,0 0,0 0,-1 0,1 0,-1 1,0-1,0 1,0 0,0 0,0 0,-1 0,1 0,-1 1,0 0,0 0,0 0,0 0,0 0,0 1,-1 0,1 0,0 0,-4 0,0 0,0 0,0 0,0 1,0 1,0-1,0 1,1 1,-1-1,0 1,0 0,1 1,0 0,-1 0,1 1,0 0,0 0,1 1,-1-1,1 2,0-1,1 0,-1 1,1 0,0 1,0-1,1 1,0 0,0 0,1 0,-3 7,5-12,1 1,-1-1,0 0,1 1,-1-1,1 1,0-1,0 1,0-1,0 1,0 0,1-1,-1 1,1-1,0 0,-1 1,1-1,0 0,1 1,-1-1,0 0,1 0,-1 0,1 0,-1 0,1 0,0 0,0-1,0 1,0-1,0 1,0-1,0 0,1 0,-1 0,0 0,1 0,1 0,6 1,1 0,-1-1,1 0,0-1,-1-1,1 1,0-2,-1 1,1-1,-1-1,0 0,0 0,0-1,0-1,-1 0,1 0,-1 0,-1-1,1-1,-1 1,0-1,6-7,14-35,-39 146,11-93,0 0,1-1,0 1,-1 0,1 0,1-1,-1 1,0 0,1-1,0 0,0 1,0-1,0 0,0 0,1 0,0 0,-1 0,1-1,0 1,0-1,0 0,1 0,-1 0,0 0,1 0,3 0,-1 0,1-1,0 1,-1-2,1 1,0-1,0 0,-1 0,1-1,0 0,-1 0,1 0,0-1,-1 0,0-1,1 1,-1-1,0 0,0-1,-1 1,4-4,5-3,0-1,-1-1,-1 0,0-1,0-1,-1 0,3-6,3-12,-1-1,-1-1,-2 0,-2-1,-1-1,-1 1,-2-1,-2-1,-1 1,-2-1,-1 0,-5-32,-8-6,11 74,1 1,0-1,-1 0,1 0,-1 1,1-1,-1 0,1 1,-1-1,0 0,1 1,-1-1,0 1,1-1,-1 1,0-1,0 1,1 0,-1-1,0 1,0 0,0 0,1 0,-1-1,0 1,0 0,0 0,0 0,0 0,1 0,-1 1,0-1,0 0,0 0,0 1,1-1,-1 0,0 1,0-1,1 0,-1 1,0-1,1 1,-2 0,-26 30,6 6,2 1,1 0,3 2,1 0,-10 41,15-53,2 0,1 0,1 1,2 0,0 0,2 0,2 0,2 28,-1-50,1-1,0 1,0-1,0 1,1-1,0 0,0 0,1 0,0-1,0 1,0-1,0 0,1 0,0 0,0-1,0 1,1-1,0-1,-1 1,1-1,0 0,1 0,-1-1,0 1,1-2,0 1,-1-1,1 0,0 0,0 0,6-1,2 0,1 0,-1 0,0-2,0 0,1 0,-1-1,0-1,-1-1,1 0,-1-1,0 0,0-1,-1-1,0 0,0-1,3-3,32-25,-39 68,-7-26,-1 0,1-1,0 1,0-1,0 0,0 1,1-1,0 0,0 0,0-1,0 1,0-1,1 1,0-1,-1 0,1 0,0-1,1 1,-1-1,0 0,1 0,-1 0,1-1,0 0,-1 0,1 0,0 0,3 0,-1 0,1-1,-1 1,0-1,0 0,0-1,0 0,0 0,0 0,0-1,0 0,0-1,-1 1,1-1,-1 0,0-1,0 0,0 0,0 0,3-3,-6 2,1 1,-1-1,0 0,0 1,0-1,0-1,-1 1,0 0,0-1,-1 1,1-1,-1 1,-1-1,1 0,-1 1,0-1,0 0,0 0,-1 1,0-1,0 0,0 1,-1-1,0 1,0 0,0-1,-1 1,0 0,0 0,0 1,0-1,-1 1,0-1,0 1,0 0,0 1,-1-1,1 1,-1 0,0 0,0 0,0 0,0 1,-1 0,1 0,-1 1,1-1,-1 1,-1 0,-3 2,1 0,-1 0,0 1,1 0,-1 1,1 0,-1 0,1 1,0 0,1 1,-1 0,1 0,0 1,0 0,1 1,-1-1,1 1,1 1,-1-1,2 1,-1 0,1 1,0-1,0 1,1 0,0 0,1 1,0-1,1 1,0-1,0 1,1 0,0 2,1-8,-1 0,1 0,1 0,-1 0,0 0,1 0,0 0,0 0,0 0,1-1,-1 1,1 0,0-1,0 1,0-1,0 1,1-1,-1 0,1 0,0 0,0 0,0-1,0 1,0-1,1 0,-1 0,1 0,0 0,-1-1,1 1,0-1,0 0,0 0,0 0,0-1,0 0,0 1,0-1,4-1,70-16,-44 2</inkml:trace>
  <inkml:trace contextRef="#ctx0" brushRef="#br0" timeOffset="83936.051">3656 10872,'-18'7,"-12"7,-2 5,2 5,5 5,8 2,7 0,4-4</inkml:trace>
  <inkml:trace contextRef="#ctx0" brushRef="#br0" timeOffset="84184.386">3766 11595,'18'5,"16"1,14 0,12-6,7-7,3-8,-12-1</inkml:trace>
  <inkml:trace contextRef="#ctx0" brushRef="#br3" timeOffset="133185.03">7958 4426,'-11'-3,"1"1,-1 0,1 0,-1 1,0 0,1 1,-1 0,0 1,1 0,-1 1,1 0,-1 0,1 1,0 1,0 0,0 0,0 1,1 0,-5 4,10-7,-2 0,0 1,0 0,0 0,0 0,1 1,-1-1,1 1,0 1,0-1,1 1,-1 0,1 0,0 0,0 0,1 1,0 0,-1 0,5-4,0 0,0 1,0-1,0 0,1 0,-1 0,0 0,1 0,0 0,-1 0,1 0,0-1,0 1,0-1,0 1,0-1,0 0,1 1,-1-1,0-1,0 1,1 0,-1 0,1-1,-1 1,1-1,-1 0,1 0,-1 0,3 0,1 1,51 7,54 15,-106-21,0 1,-1-1,1 1,-1-1,1 1,-1 0,0 1,0-1,-1 1,1 0,-1 0,1 0,-1 0,0 0,-1 1,1 0,-1-1,0 1,0 0,0 1,7 69,-9-73,0 0,0 0,-1 0,1 0,-1 0,1 1,-1-1,0 0,1-1,-1 1,0 0,0 0,-1 0,1 0,0-1,-1 1,1-1,-1 1,1-1,-1 1,0-1,1 0,-1 0,0 0,0 0,0 0,0 0,0-1,0 1,0-1,0 1,-2-1,-103-1,106 0</inkml:trace>
  <inkml:trace contextRef="#ctx0" brushRef="#br3" timeOffset="133523.157">8149 4795,'24'-145,"-19"192,-6-11,-1-18,1 0,1 1,1-1,0 0,2 1,0-1,0 0,2 0,0-1,1 0,1 0,6 11,5-7,0-7</inkml:trace>
  <inkml:trace contextRef="#ctx0" brushRef="#br3" timeOffset="134061.717">8845 4426,'-5'-4,"0"0,-1 0,0 1,0-1,0 1,0 1,0-1,-1 1,1 0,-1 0,1 1,-1 0,0 0,1 1,-1 0,0 0,0 0,1 1,-1 0,0 0,1 1,-1 0,1 0,-1 0,1 1,0 0,0 0,-3 3,1-1,0 1,0 1,0-1,1 1,-1 1,2-1,-1 1,1 0,1 1,-1 0,1 0,1 0,0 0,0 1,-1 5,4-13,1 1,-1-1,1 0,0 0,0 0,0 0,0 0,0 0,0 1,0-1,1 0,-1 0,1 0,-1 0,1 0,0 0,0 0,0 0,0 0,0-1,1 1,-1 0,0-1,1 1,-1-1,1 1,0-1,0 0,-1 1,1-1,0 0,0 0,1 0,77 17,-49-14,-23-3,0 1,0-1,-1 1,1 1,-1-1,1 1,-1 1,0-1,0 1,-1 0,1 1,-1 0,0 0,0 0,0 0,-1 1,0 0,0 1,0-1,-1 1,0-1,0 1,-1 1,0-1,0 0,-1 1,0-1,0 1,-1 0,1 2,-2-8,-1 1,1-1,-1 0,1 0,-1 1,0-1,0 0,0 0,0 0,0 0,0 0,-1 0,1 0,-1 0,1-1,-1 1,0-1,1 1,-1-1,0 1,0-1,0 0,0 0,0 0,-1 0,1 0,0-1,0 1,-1 0,-70 8,72-9,-108-1,121 1,5 0</inkml:trace>
  <inkml:trace contextRef="#ctx0" brushRef="#br3" timeOffset="134383.851">9023 4808,'3'6,"1"-1,0 0,0 0,1 0,-1 0,1-1,0 0,0 0,1 0,-1-1,1 0,0 0,-1 0,1 0,1-1,-1 0,0-1,0 1,1-1,-1 0,1-1,-1 1,1-1,-1-1,1 1,-1-1,1 0,-1-1,0 1,0-1,0-1,0 1,0-1,0 0,0 0,-1-1,0 1,1-1,-1 0,-1-1,1 1,1-4,-4 4,0 0,0-1,-1 1,1-1,-1 1,0-1,-1 0,1 1,-1-1,0 0,0 0,0 1,-1-1,0 0,0 1,0-1,0 0,-1 1,0 0,0-1,0 1,0 0,-1 0,1 0,-1 0,0 0,0 1,-1 0,1-1,-1 1,1 0,-1 0,0 1,0-1,0 1,-1 0,1 0,0 1,-1-1,0 1,1 0,-1 0,0 0,0 1,-4-2,0 0,-1 1,1 1,-1-1,1 1,-1 1,1 0,-1 0,1 1,-1 0,1 1,0 0,-5 3,8-4,1 0,1 1,-1-1,0 1,1 0,-1 1,1-1,0 1,0-1,0 1,1 1,-1-1,1 0,0 1,0 0,1-1,-1 1,1 0,0 0,1 1,-1-1,1 0,0 1,0 0,1 22</inkml:trace>
  <inkml:trace contextRef="#ctx0" brushRef="#br3" timeOffset="135638.59">20385 4207,'-52'0,"31"-2,-1 1,1 0,0 2,0 1,-1 1,2 0,-1 2,0 0,1 1,0 1,-2 2,20-7,0-1,0 0,0 1,1-1,-1 1,0 0,1-1,0 1,-1 0,1 0,0 0,0 0,0 0,0 0,0 0,0 0,1 1,-1-1,1 0,-1 0,1 1,0-1,0 0,0 0,0 1,1-1,-1 0,0 1,1-1,0 0,-1 0,1 0,0 0,0 0,0 0,1 0,-1 0,0 0,1 0,-1 0,1-1,-1 1,1-1,0 1,0-1,0 0,0 0,0 1,0-1,0-1,0 1,0 0,1 0,0-1,82 31,-74-29,0 1,0 0,0 0,0 1,-1 1,0 0,1 0,-2 1,1 0,-1 1,0 0,0 0,-1 1,0 0,0 1,0 1,-6-8,-1 0,0 0,0 1,0-1,0 1,0-1,-1 1,1-1,-1 1,0-1,1 1,-1 0,0-1,0 1,-1 0,1-1,-1 1,1-1,-1 1,0-1,0 1,0-1,0 0,0 1,-1-1,1 0,-1 0,1 0,-1 0,0 0,0 0,0 0,0-1,0 1,-1 0,-86 39,-37-29,120-13</inkml:trace>
  <inkml:trace contextRef="#ctx0" brushRef="#br3" timeOffset="135959.723">20467 4712,'12'-48,"-1"0,-3-1,-2-1,-2 1,-3 44,-2 193,0-169,1 0,1 1,1-1,1 0,0 0,1 0,5 11,-2-15</inkml:trace>
  <inkml:trace contextRef="#ctx0" brushRef="#br3" timeOffset="136507.205">21095 4234,'-2'-4,"1"0,-2 0,1 1,0-1,-1 0,0 1,0 0,0-1,0 1,0 0,-1 1,1-1,-1 1,0-1,0 1,0 0,0 0,0 1,0-1,0 1,-1 0,1 0,0 1,-1-1,1 1,-1 0,1 0,0 0,-1 1,1-1,-1 1,1 0,-1 1,-4 0,0 2,0-1,0 1,0 0,1 1,-1 0,1 1,0 0,1 0,-1 0,1 1,1 0,-1 0,1 1,0 1,5-7,0-1,0 1,0-1,0 1,0 0,1-1,-1 1,1 0,-1-1,1 1,0 0,-1 0,1 0,0-1,0 1,1 0,-1 0,0 0,0-1,1 1,-1 0,1 0,0-1,-1 1,1-1,0 1,0 0,0-1,0 1,0-1,1 0,-1 1,0-1,1 0,56 32,-49-29,6 3,6 2,0 0,0 2,-1 0,0 2,9 7,-25-16,0-1,0 1,0-1,-1 1,1 0,-1 0,0 1,0-1,-1 1,1 0,-1-1,0 1,0 0,-1 0,1 1,-1-1,0 0,0 0,-1 0,0 1,0-1,0 0,0 1,-1-1,0 0,-1 4,0-5,1 0,-1 0,0 0,0 0,-1 0,1 0,-1-1,0 1,0-1,0 1,0-1,-1 0,1-1,-1 1,0-1,0 1,1-1,-2 0,1 0,0-1,0 1,-1-1,1 0,0 0,-1-1,-2 1,-9 1,0-1,0-1,0 0,0-1,0-1,-13-2,17-1,17 3</inkml:trace>
  <inkml:trace contextRef="#ctx0" brushRef="#br3" timeOffset="136851.898">21313 4658,'97'46,"-92"-44,-1-1,1 1,-1-1,0 0,1-1,0 1,-1-1,1 0,-1 0,1 0,-1-1,1 0,-1 0,1 0,-1 0,1 0,-1-1,0 0,0 0,0 0,4-3,-6 2,1 1,-1-1,0 1,0-1,0 0,0 0,0 0,0 0,-1-1,0 1,0 0,0-1,0 1,0-1,-1 1,1-1,-1 1,0-1,0 1,0-1,-1 1,1-1,-1 1,0 0,0-1,0 1,0 0,-1-2,0-1,-1-1,0 0,-1 1,0 0,0 0,0 0,-1 0,1 0,-1 1,-1 0,1 0,-1 1,-1-2,0 3,1-1,-1 1,0 1,0-1,0 1,0 0,0 1,-1 0,1 0,0 0,-1 1,1 0,0 1,-1-1,1 1,0 1,0 0,0 0,0 0,0 0,0 1,1 1,-3 0,-11 7,1 1,1 1,0 1,1 0,0 1,1 1,0 1,-3 4</inkml:trace>
  <inkml:trace contextRef="#ctx0" brushRef="#br3" timeOffset="138747.152">7739 4098,'13'-169,"-11"-131,-13 1,-29-144,14 281,-8-76,32 217,2 0,0 0,1 0,1 0,1 0,2-3,-4 22,0 1,-1-1,1 1,0-1,0 1,0-1,1 1,-1 0,0 0,0 0,1-1,-1 1,1 0,-1 1,1-1,-1 0,1 0,-1 1,1-1,0 1,-1-1,1 1,0 0,-1-1,1 1,0 0,0 0,-1 1,1-1,0 0,0 0,-1 1,1-1,0 1,-1 0,5-1,11 2</inkml:trace>
  <inkml:trace contextRef="#ctx0" brushRef="#br3" timeOffset="142925.571">2181 2528,'406'8,"163"-1,-362-9,880 10,-22-1,-656-8,77-7,-355 3,-1 1,95-17,-160 12,71-13,1 7,82 3,159 4,-106 2,-70-8,425 43,1171-29,-636-9,-800 1,740-27,-6 4,-1073 30,761-12,-133 6,167 2,-242 18,-43 10,-315-10,261 6,-113 11,-1 7,-235-28,114-3,-149-7,106 1,-81 28,-116-26,0 0,0 0,-1 0,1 1,-1-1,1 1,-1 0,0 0,0 0,0 1,0-1,-1 1,0-1,1 1,-1 0,-1 0,1 0,0 0,-1 0,0 0,0 0,0 1,-1-1,1 0,-1 1,0-1,0 0,0 1,-1-1,0 1,1 15,-2 84,-3-1,-8 16,8-82,2 1,2-1,1 1,2 0,5 24,-2 242,-3-284,1-1,1 0,0 0,2-1,6 19,31 132,-34-102,-4-57,-3-13</inkml:trace>
  <inkml:trace contextRef="#ctx0" brushRef="#br3" timeOffset="144881.862">7548 2309,'-14'33,"7"-17,0-1,1 1,1 1,1-1,0 1,1 0,0 9,3-23,0 0,0 1,1-1,-1 0,1 0,0 0,-1 1,2-1,-1 0,0 0,1-1,-1 1,1 0,0 0,0-1,0 1,0-1,0 1,0-1,1 0,-1 0,1 0,0 0,0-1,-1 1,1-1,0 0,0 1,0-1,3 0,2 1,1 0,0 0,0-1,0 0,0-1,0 0,0 0,0-1,0 0,5-1,-4 0,-1-1,1 1,0-1,-1-1,1 0,-1 0,0-1,-1 0,1 0,-1-1,0 0,0-1,-1 0,0 0,0-1,0 1,-1-1,-1-1,1 1,-1-1,-1 0,1-2,-4 7,-1 1,1 0,-1-1,0 1,0 0,-1-1,1 1,-1-1,0 1,1 0,-2 0,1 0,0-1,0 1,-1 0,0 0,0 1,0-1,0 0,0 1,0-1,-1 1,1-1,-1 1,1 0,-1 0,0 1,0-1,0 0,-2 0,-6-3,-1-1,1 1,-1 1,-1 0,1 1,0 0,-8 0,11 2,0 0,-1 1,1 0,-1 0,1 1,0 0,-1 1,1 0,0 0,0 1,0 0,1 1,-1 0,1 0,0 0,0 2,0-1,0 1,1 0,0 0,1 1,-1 0,1 0,0 0,1 1,0 0,0 0,1 0,0 1,0-1,1 1,0 0,1 0,-1 4,2-9,1 0,0 0,0 1,0-1,1 0,-1 1,1-1,0 0,0 0,1 0,-1 0,1 0,0 0,0 0,0-1,0 1,1-1,-1 1,1-1,0 0,0 0,0 0,1 0,-1-1,1 1,-1-1,1 0,0 0,0 0,0-1,0 1,1-1,5 2,0 0,0-1,0 0,0-1,0 0,1-1,-1 0,0-1,0 0,1 0,-1-1,0 0,2-2,-2 0,0 0,0 0,0-1,-1 0,0-1,0 0,0-1,0 0,-1 0,5-6,-10 9,0 1,0-1,0 0,0 0,-1 0,0 0,1-1,-2 1,1-1,0 1,-1-1,0 0,0 1,0-1,-1 0,1 0,-1 0,-1 1,1-1,0 0,-1 0,0 1,0-1,-1 0,1 0,-2-1,0-1,0 1,-1 0,0 0,0 0,0 1,0-1,-1 1,0 0,0 0,-1 1,1 0,-1-1,0 2,0-1,0 1,0 0,-1 0,0 1,1 0,-1 0,0 0,0 1,0 0,0 0,0 1,0 0,0 0,0 1,0 0,0 0,0 0,1 1,-1 0,0 1,1-1,-1 1,1 1,0-1,0 1,0 0,1 0,-1 1,1-1,0 1,0 0,1 1,-2 2,3-4,0 0,0 1,0-1,1 1,0 0,0 0,0 0,1 0,0 0,0 0,0 0,0 1,1-1,0 0,0 0,0 1,1-1,-1 0,1 0,1 0,-1 0,1 0,0 0,0 0,0 0,1-1,-1 1,1-1,0 1,1-1,-1 0,1-1,0 1,0 0,3 2,4-2,1-1,-1 0,0-1,1 0,0-1,-1 0,1 0,0-1,-1-1,1 0,-1-1,1 0,-1-1,1 0,-1-1,0 0,-1 0,1-1,-1-1,0 0,5-4,-10 7,0-1,-1 0,1 0,-1-1,0 1,0-1,0 0,-1 0,0 0,0-1,0 1,-1-1,2-4,-3 7,0 1,-1-1,1 1,-1-1,0 0,0 1,0-1,0 0,0 1,-1-1,1 1,-1-1,1 0,-1 1,0-1,0 1,0 0,-1-1,1 1,0 0,-1 0,0-1,1 1,-1 1,0-1,0 0,0 0,0 1,0-1,-1 1,1-1,-1 1,-4-3,0 1,-1 0,1 0,-1 1,0-1,0 2,0-1,0 1,0 0,0 1,0 0,0 0,0 1,0 0,0 0,0 1,1 0,-1 1,0-1,1 1,0 1,-1-1,1 1,1 1,-1-1,1 1,-1 0,1 1,1 0,-1-1,1 2,0-1,0 1,1-1,0 1,0 1,1-1,-2 6,4-11,1 0,-1 1,1-1,0 1,0-1,0 0,0 1,0-1,1 1,-1-1,1 0,0 1,-1-1,1 0,0 0,0 0,1 1,-1-1,0 0,1 0,-1-1,1 1,-1 0,1 0,0-1,0 1,0-1,0 0,0 1,0-1,0 0,0 0,1 0,-1-1,0 1,1 0,-1-1,0 0,1 1,-1-1,1 0,-1 0,14 2,-1-1,1 0,0-2,-1 1,1-2,0 0,-1-1,0 0,0-1,0-1,0-1,0 0,-1 0,0-2,-1 0,3-2,20-31,-36 40,1-1,-1 1,1 0,-1 0,0 0,1-1,-1 1,0 0,0 0,0-1,0 1,0 0,0 0,0 0,-1-1,1 1,0 0,-1 0,1 0,-1-1,1 1,-1 0,0 0,1 0,-1 0,0 0,0 0,1 0,-1 0,0 1,0-1,0 0,0 0,0 1,0-1,-1 1,1-1,0 1,0-1,0 1,0 0,-1-1,-7 0,-1-1,1 1,-1 1,1 0,-1 0,1 1,-1 0,1 0,0 1,0 1,-1-1,1 1,1 1,-1 0,0 0,1 1,0 0,0 0,1 1,-1 0,1 0,0 1,-4 5,10-11,0-1,0 1,-1 0,1-1,0 1,0 0,0 0,0 0,0 0,1 0,-1 0,0 0,0 0,1 0,-1 0,0 0,1 1,-1-1,1 0,0 0,-1 1,1-1,0 0,0 1,0-1,0 0,0 1,0-1,0 0,0 1,0-1,1 0,-1 0,0 1,1-1,-1 0,1 0,0 0,-1 1,1-1,0 0,0 0,0 0,0 0,-1 0,1-1,1 1,-1 0,0 0,0-1,1 2,7-1,-1 0,1 0,-1 0,1-1,0-1,-1 1,1-1,-1-1,1 0,-1 0,0 0,0-1,0 0,0-1,6-3,-13 6,0 1,0 0,0 0,-1 0,1-1,0 1,0 0,0-1,-1 1,1-1,0 1,0-1,-1 1,1-1,0 1,-1-1,1 0,-1 0,1 1,-1-1,1 0,-1 0,1 1,-1-1,0 0,0 0,1 0,-1 0,0 1,0-1,0 0,0 0,0 0,0 0,0 0,0 0,0 1,0-1,-1 0,1 0,0 0,0 0,-1 1,1-1,-1 0,1 0,-1 1,1-1,-1 0,1 0,-1 1,0-1,1 1,-1-1,0 1,1-1,-1 1,0-1,0 1,0 0,1-1,-2 1,-5 0,-1 0,1 1,0 0,0 0,-1 1,1-1,0 2,1-1,-1 1,0 0,1 0,-1 1,1 0,0 0,0 1,1-1,-1 1,1 0,-2 4,6-9,0 1,0 0,0 0,0 0,0 0,1-1,-1 1,0 1,1-1,-1 0,0 0,1 0,-1 0,1 0,0 0,-1 1,1-1,0 0,0 0,0 0,0 1,0-1,0 0,0 0,0 1,0-1,1 0,-1 0,0 0,1 1,-1-1,1 1,7 4</inkml:trace>
  <inkml:trace contextRef="#ctx0" brushRef="#br3" timeOffset="146296.268">1553 1299,'-32'2,"0"2,1 1,-1 1,1 2,0 1,1 2,0 1,-4 3,26-13,0 1,0 0,0 1,0-1,0 2,1-1,-1 1,1 0,1 0,-1 1,1 0,0 0,0 1,0 0,1 0,0 0,1 0,-4 9,8-12,1 0,0 0,1 0,-1 0,1-1,-1 1,1 0,0-1,0 1,1-1,-1 1,1-1,0 0,-1 0,1 0,1-1,-1 1,0-1,1 0,-1 1,1-2,0 1,-1 0,1-1,0 1,0-1,0 0,4 0,-7-1,130 41,-99-33,-1 1,0 1,0 2,-1 1,0 1,8 7,-31-16,0 1,0-1,0 1,-1 0,0 1,-1-1,1 1,-1 0,0 1,-1-1,0 1,0 0,-1 0,0 0,0 0,-1 1,0-1,0 1,-1-1,0 1,0 0,-1 0,-1-1,1 1,-1 0,-1-1,0 3,0-6,-1 1,1-1,-1 0,0 0,0 0,-1-1,1 1,-1-1,0 1,-1-1,1-1,-1 1,1 0,-1-1,0 0,0 0,-1-1,1 1,0-1,-1 0,-1-1,-123 21,-62-21,237-9,-14 2</inkml:trace>
  <inkml:trace contextRef="#ctx0" brushRef="#br3" timeOffset="147031.898">1799 1927,'19'-50,"3"1,2 1,1 1,12-14,-37 61,0-1,0 1,0-1,0 1,0-1,0 0,0 1,0-1,1 1,-1-1,0 1,0-1,0 1,1-1,-1 1,0-1,0 1,1-1,-1 1,1-1,-1 1,0 0,1-1,-1 1,1 0,-1-1,1 1,-1 0,1-1,-1 1,1 0,-1 0,1 0,-1 0,1-1,-1 1,1 0,-1 0,1 0,-1 0,1 0,0 0,-1 0,1 1,-1-1,1 0,-1 0,1 0,-1 0,1 1,-1-1,1 0,-1 1,1-1,-1 0,1 1,-1-1,0 0,1 1,-1-1,-8 112,6-93,1 1,1-1,1 0,1 0,0 0,1 0,2-1,0 1,2 4,-1-8,-4-13,0 1,0-1,-1 1,1 0,-1 0,0 0,0 0,0 0,0 0,0 0,0 0,-1 0,0 0,1 1,-1-1,-1 0,1 0,0 0,-1 1,1-1,-1 0,0 0,0 0,0 0,-1 0,1 0,-1-1,1 1,-1 0,0-1,-1 2,-6 0,-1 1,0-1,0-1,0 1,0-2,0 1,-1-2,1 1,-1-1,1-1,-5 0,66-10,193 3,-236 7</inkml:trace>
  <inkml:trace contextRef="#ctx0" brushRef="#br3" timeOffset="148306.159">2427 1627,'-18'2,"1"0,0 2,0 0,0 1,1 0,-1 2,2 0,-1 0,1 2,0 0,0 0,-5 7,14-12,0 0,1 1,0 0,0 0,0 1,0-1,1 1,0 0,0 0,1 0,0 1,0 0,0-1,1 1,0 0,0 0,1 0,0 0,0 0,0 0,1 1,0-1,1 0,-1 0,1 0,1 0,0 0,0 0,0 0,0 0,1-1,0 1,1-1,0 0,0 1,1-1,-1-1,1 1,0-1,1 0,-1 0,1 0,0-1,0 0,1 0,-1 0,1-1,0 0,0 0,0-1,0 0,0 0,1-1,-1 0,0 0,1-1,-1 0,1 0,4-1,68-4,-59 2</inkml:trace>
  <inkml:trace contextRef="#ctx0" brushRef="#br3" timeOffset="148800.865">2304 1845,'27'-19,"-5"9,1 2,0 0,0 2,0 0,1 2,0 0,23 0,-45 4,-1 0,1 0,-1 0,1 0,-1 0,1 0,-1 0,1 1,-1-1,1 0,-1 1,0-1,1 1,-1 0,0-1,1 1,-1 0,0 0,1 0,-1 0,0 0,0 0,0 0,0 0,0 0,0 1,-1-1,1 0,0 1,-1-1,1 0,-1 1,1-1,-1 1,1-1,-1 1,0-1,0 1,-8 64,2-37,6-20,0 1,0-1,1 0,0 1,0-1,1 0,1 0,-1 0,2-1,-1 1,3 8,-3-8</inkml:trace>
  <inkml:trace contextRef="#ctx0" brushRef="#br3" timeOffset="150034.88">966 1,'-28'10,"7"-3,-1 2,1 0,0 1,1 1,0 0,-2 4,17-10,0 0,1 1,-1 0,1-1,1 1,-1 0,1 1,0-1,1 1,-1-1,1 1,1 0,-1 0,1 0,0 0,1 0,0 0,0 0,0 0,1 0,0 0,0 0,1-1,0 1,0 0,0-1,1 1,0-1,1 0,-1 0,1 0,0 0,1-1,-1 1,1-1,0 0,3 2,9 5,-1-1,1 0,1-1,0-1,0-1,1-1,0 0,0-1,6 0,-2-1,-1 2,0 1,-1 1,0 0,0 2,12 8,-30-18,-1 1,1-1,-1 1,1-1,-1 1,0 0,1 0,-1 0,0 0,0 0,-1 0,1 1,0-1,-1 1,1-1,-1 1,0 0,0-1,0 1,0 0,0 0,-1 0,1 0,-1 0,0 0,0 0,0-1,0 1,0 0,-1 0,0 0,1 0,-1 0,0 0,0-1,0 1,-1 0,1-1,-1 1,1-1,-2 2,-13 9,0-1,0 0,-1-2,0 0,-1-1,0 0,0-2,-1 0,0-1,0-1,-17 2,-120 17,146-24</inkml:trace>
  <inkml:trace contextRef="#ctx0" brushRef="#br3" timeOffset="155360.634">1416 343,'-5'6,"0"0,0 1,0 0,1 0,0 1,0-1,1 1,0 0,0-1,1 1,0 1,1-1,-1 0,2 0,-1 1,1-1,0 0,1 1,0-1,0 0,1 0,0 0,0 0,1 0,0 0,3 4,3-3,0 0,1-1,0 0,0 0,1-1,0 0,0-1,1 0,0-1,0-1,0 0,0 0,1-1,-1-1,1 0,0 0,0-2,-1 1,1-2,0 0,7-1,-15 2,-1 0,1 0,-1 0,0-1,1 1,-1-1,0 0,1 0,-1-1,0 1,0-1,0 0,0 0,0 0,-1 0,1-1,-1 0,1 0,-1 0,0 0,0 0,0 0,-1-1,1 0,-1 1,0-1,0 0,0 0,0 0,-1 0,0-1,1 1,-3-6,1 0,-1 0,-1 0,0 1,0-1,-1 1,0-1,0 1,-1 0,0 0,-1 0,0 1,-1 0,0-1,0 2,0-1,-1 1,0 0,0 1,-1-1,0 2,0-1,-1 1,-5-3,9 6,0-1,-1 1,0 0,1 0,-1 0,0 1,0 0,0 0,0 1,0-1,0 1,0 1,0-1,0 1,0 0,0 0,0 1,0 0,1 0,-1 0,1 1,-1 0,1 0,0 0,0 0,0 1,1 0,-1 0,1 0,0 1,-2 2,-3 5,0 0,1 1,0 0,1 1,0 0,1 0,0 1,2-1,-4 14,-2 22</inkml:trace>
  <inkml:trace contextRef="#ctx0" brushRef="#br3" timeOffset="155876.765">2168 261,'-9'-4,"-1"1,1 0,-1 1,1 0,-1 1,0-1,1 2,-1-1,0 2,0-1,1 1,-1 1,0-1,1 2,-1-1,1 1,0 1,0 0,0 0,0 1,1 0,0 0,0 1,0 0,1 0,0 1,-1 1,-1 1,1-1,-1 1,2 0,0 0,0 1,0 0,1 0,1 1,0 0,-2 6,5-12,1 0,-1 0,1 1,0-1,0 0,1 0,0 1,0-1,0 0,0 0,1 1,0-1,0 0,1 0,-1 0,1 0,0 0,0 0,1 0,-1-1,1 1,0-1,0 0,3 2,4 3,1-2,0 1,1-2,0 0,0 0,0-1,1 0,-1-1,1 0,0-1,0-1,0 0,1-1,-1 0,0-1,1-1,-1 0,8-2,46-12,-44 5</inkml:trace>
  <inkml:trace contextRef="#ctx0" brushRef="#br3" timeOffset="156191.922">2031 452,'28'-16,"-11"12,0 0,0 2,0 0,1 1,-1 0,17 3,-31-2,0 0,0 1,0-1,0 1,0 0,0 0,0 0,0 0,-1 1,1-1,0 1,-1 0,1 0,-1 0,0 0,1 0,-1 0,0 0,0 1,-1-1,1 1,0 0,-1-1,0 1,0 0,1 0,-1 0,-1 0,1 0,0 0,-1 0,0 3,-2 102,-1-87,1-16,1 1,0 0,0 0,0 0,1 0,0-1,0 1,1 0,0 0,0 0,0 0,1 1,3 2</inkml:trace>
  <inkml:trace contextRef="#ctx0" brushRef="#br3" timeOffset="159788.96">2837 465,'0'-1,"1"0,0 0,0 0,0 0,1 0,-1 1,0-1,0 0,0 0,1 1,-1-1,0 1,1-1,-1 1,0 0,1-1,-1 1,1 0,-1 0,0 0,1 0,-1 0,1 0,0 1,1-2,351 0,-305 1,332-11,579-51,-207 40,-617 20,389-11,190 13,-482-13,216-15,-14 37,-144 11,-289-20,-1 0,1 0,0 0,-1 0,1 0,-1 0,1 0,0 1,-1-1,1 1,-1-1,1 1,-1 0,0 0,1 0,-1-1,0 1,1 0,-1 1,0-1,0 0,0 0,0 0,0 1,0-1,0 0,0 1,-1-1,1 1,0-1,-1 1,1-1,-1 1,0 0,0-1,1 1,-1-1,0 3,17 166,37 147,5 49,-43-150,11 54,-26-224,-1 18,3-1,3 1,7 25,30 221,0-37,-30-190,3 0,4-1,16 38,43 235,-55-197,-21 156,-11-164,2-41,6-109,1-1,-1 1,0 0,0 0,0-1,0 1,0 0,0 0,1 0,-1-1,0 1,0 0,0 0,1 0,-1 0,0-1,0 1,0 0,1 0,-1 0,0 0,0 0,1 0,-1 0,0 0,0 0,1 0,-1 0,0 0,0 0,1 0,-1 0,0 0,0 0,1 0,-1 0,0 0,0 0,3-17</inkml:trace>
  <inkml:trace contextRef="#ctx0" brushRef="#br3" timeOffset="163800.617">8203 233,'-7'5,"0"-1,0 1,0 1,1-1,0 1,0 0,0 1,1-1,0 1,-1 3,4-8,1 1,-1-1,1 1,0 0,-1 0,2-1,-1 1,0 0,0 0,1 0,0 0,-1 0,1 0,0 0,0-1,1 1,-1 0,1 0,-1 0,1 0,0 0,0-1,0 1,1 0,-1-1,1 1,-1-1,1 1,0-1,2 2,3 2,2-1,-1 0,1-1,-1 0,1 0,0-1,0 0,1-1,-1 0,1 0,-1-1,1 0,-1-1,1 0,0-1,-1 0,1 0,-1-1,2 0,81-36,-89 36,0 0,0 0,0 0,-1 0,1-1,0 1,-1-1,0 0,1 0,-1 0,0 0,0 0,-1 0,1 0,-1-1,0 1,1-1,-1 1,-1-1,1 1,-1-1,1 1,-1-1,0 0,0-2,-4 0,1 0,-1 0,0 0,0 0,0 1,-1-1,0 1,0 0,0 1,-1-1,0 1,0 0,0 1,0-1,0 1,-1 1,1-1,-1 1,0 0,0 0,0 1,0 0,0 0,0 1,0 0,-8-2,1 0,-1 2,0 0,0 0,1 2,-1 0,0 0,1 1,-2 2,10-3,-1 0,1 0,0 0,0 1,0 0,1 1,-1-1,1 1,0 0,0 0,0 1,0-1,1 1,0 0,0 0,0 1,1-1,0 1,0 0,0 0,-1 4,3-6,0-1,0 1,1 0,0-1,-1 1,1 0,0 0,1-1,-1 1,1 0,0 0,0-1,0 1,0-1,0 1,1-1,0 1,0-1,0 0,0 0,0 0,0 0,1 0,0 0,-1-1,1 1,0-1,0 0,0 0,1 0,-1 0,0 0,2-1,9 6,1 0,1-1,-1-1,1-1,0 0,0-1,2-1,-1 1,0-1,0-1,1-1,-1 0,0-1,0-1,0-1,0 0,0-1,-1-1,1-1,-1 0,-1-1,1-1,0-1,-13 8,0-1,-1 0,1 1,-1-1,1 0,-1 0,0-1,0 1,0 0,0-1,0 1,-1-1,1 1,-1-1,1 0,-1 0,0 0,0 0,0 0,-1 0,1 0,-1 0,0 0,1 0,-1 0,-1 0,1 0,0 0,-1 0,1 0,-1 0,0 0,0 0,0 0,-1 0,1 1,-1-1,-1-2,-7-4,-1 1,0 1,-1-1,1 2,-1 0,-1 0,1 1,-1 0,0 1,0 1,0 0,-1 1,1 0,0 1,-1 0,1 1,-3 1,6-2,1-1,-1 2,0-1,1 1,-1 1,0 0,1 0,-1 1,1 0,-1 1,1 0,0 0,0 1,0 0,1 1,-1 0,1 0,0 1,1 0,-1 0,1 1,0 0,6-5,0 0,-1 0,1 0,0 1,0-1,1 1,-1-1,0 0,1 1,-1-1,1 1,0 0,0-1,0 1,0-1,1 1,-1-1,0 1,1-1,0 0,0 1,0-1,0 1,0-1,0 0,0 0,1 0,-1 0,1 0,0 0,-1 0,1 0,0-1,0 1,0-1,0 1,0-1,1 0,-1 1,0-1,2 0,103 31,-90-28,1-2,-1 0,0-1,1-1,-1 0,1-1,-1-2,0 1,1-2,-1 0,-1-1,4-2,-18 6,-1 1,1 0,-1-1,0 1,1-1,-1 0,0 1,1-1,-1 0,0 0,0 0,0 0,0 0,0 0,0 0,0 0,0 0,0 0,0-1,-1 1,1 0,-1-1,1 1,-1 0,1-1,-1 1,1-1,-1 1,0-1,0 1,0-1,0 1,0 0,0-1,-1 1,1-1,0 1,-1-1,1 1,-1 0,1-1,-1 1,0 0,1-1,-1 1,0 0,0 0,0 0,0 0,0 0,0 0,0 0,-1 0,1 0,0 0,-13-5,0 0,0 1,-1 0,0 1,1 1,-1 0,0 1,-1 1,1 0,-5 1,-1-1,1 1,0 1,-1 0,1 2,0 0,0 1,-10 4,5 10,25-17,0 0,-1-1,2 1,-1 0,0 0,0-1,0 1,0 0,0-1,0 1,1 0,-1 0,0-1,1 1,-1-1,0 1,1 0,-1-1,1 1,-1-1,1 1,-1-1,1 1,0-1,-1 1,1-1,-1 0,1 1,0-1,-1 0,1 0,0 1,0-1,-1 0,1 0,0 0,-1 0,1 0,0 0,0 0,24 5,0-1,0-1,0-1,1-1,10-2,1 1,232-12,-193 32,-29-3,-8-10,0-2,0-2,0-2,16-1,-18-1,594 18,63 25,494 40,-16 36,711 24,-1744-134,1139 51,-283-23,-635-35,309 11,50 17,-203-2,-139-3,436-21,-518 11,-116-14,-73-15,-91 14,50 8,-64-5,0 0,0 0,0 0,0 0,0 0,-1 1,1-1,-1 0,1 1,-1-1,0 0,0 0,0 1,-1-1,1 0,0 1,-1-1,1 0,-1 0,0 1,0-1,-1 1,0 5,-7 45,2 1,2-1,3 1,2 0,2 0,3 0,2-1,1 12,-4 0,-2 0,-3 1,-7 33,-59 262,47-195,-14 118,24-201,4 0,3 33,4 558,25-523,-15-123,-11-28,0 1,1-1,-1 0,0 1,0-1,1 0,-1 1,0-1,1 0,-1 1,0-1,1 0,-1 0,0 1,1-1,-1 0,1 0,-1 0,0 0,1 0,-1 1,1-1,-1 0,1 0,-1 0,0 0,1 0,-1 0,1 0,-1-1,1 1,-1 0,0 0,1 0,-1 0,1 0,-1-1,0 1,1 0,-1 0,1-1,-1 1,0 0,1-1,-1 1,0 0,0-1,1 1,-1 0,0-1,0 1,0 0,1-1,-1 1,0-1,0 1,0-1,0 1,0 0,0-1,0 1,0-1,6-34,-6 15</inkml:trace>
  <inkml:trace contextRef="#ctx0" brushRef="#br3" timeOffset="164499.922">14308 1927,'0'10,"0"1,0-1,1 0,1 0,0 1,0-1,1-1,0 1,0 0,1-1,1 1,0-1,3 5,18 18,1-2,2-1,0-1,2-2,1-1,1-1,31 16,-13-6,-1 1,38 38,-84-72,-1 1,-1 0,1 0,0 1,0-1,-1 0,0 1,1 0,-1-1,0 1,0 0,0 0,-1 0,1 0,-1 1,0-1,0 0,0 1,0-1,0 1,-1-1,1 1,-1-1,0 1,0-1,0 1,-1-1,1 0,-1 1,0-1,0 1,0-1,-2 2,-4 3,-1 0,0-1,-1 0,0 0,0-1,0 0,-1-1,0 0,0-1,-6 2,-76 29,-1-4,-53 9,34-11</inkml:trace>
  <inkml:trace contextRef="#ctx0" brushRef="#br3" timeOffset="165267.508">13844 397,'-2'3,"1"-1,-1 0,1 1,0-1,0 1,0-1,0 1,0-1,1 1,-1 0,1-1,-1 1,1 0,0 0,0-1,1 1,-1 0,0-1,1 1,0 0,0-1,-1 1,2-1,-1 1,0-1,0 1,1-1,-1 0,1 0,0 0,-1 0,1 0,0 0,80 57,-65-49,32 20,-16-12,-1 1,-1 1,0 2,-2 1,-1 1,-1 1,-1 2,2 4,-24-26,-1-1,0 1,0 0,0 0,-1-1,1 2,-1-1,-1 0,1 0,-1 1,1-1,-2 1,1-1,0 1,-1-1,0 1,-1 0,1-1,-1 1,0-1,0 1,-1-1,0 0,0 0,0 1,0-1,-1 0,0-1,0 1,-3 3,-8 8,-1 0,-1-1,-1 0,0-2,0 0,-2-1,1 0,-13 4,-58 28,-3-5,-1-3,-2-4,-24 2,-61 14</inkml:trace>
  <inkml:trace contextRef="#ctx0" brushRef="#br3" timeOffset="166305.288">4680 220,'1'-1,"-1"0,1 0,-1 0,1 0,-1 1,1-1,0 0,-1 0,1 1,0-1,0 0,0 1,0-1,-1 1,1-1,0 1,0-1,0 1,0 0,0 0,0-1,0 1,0 0,0 0,0 0,0 0,0 0,0 0,0 0,0 0,0 1,0-1,0 0,1 1,-1-1,25-4,1 2,-1 2,1 0,-1 1,1 2,-1 0,0 2,0 1,0 2,-1 0,17 8,-36-12,0-1,-1 1,1 1,-1-1,0 1,-1 0,1 0,-1 0,0 0,0 1,0 0,-1 0,0 0,0 0,-1 0,1 1,-1-1,-1 1,1-1,-1 1,-1 0,1-1,-1 1,0 0,0 0,-1-1,0 1,0 0,-1 2,-9 21,-1-1,-1 0,-1-1,-1 0,-2-1,-1-1,-1-1,-1 0,-1-1,-9 6,28-28,-208 213,151-162</inkml:trace>
  <inkml:trace contextRef="#ctx0" brushRef="#br3" timeOffset="167371.83">4803 2364,'0'0,"1"0,-1 0,0 0,1 0,-1 0,0 0,1 0,-1 0,0 0,1 0,-1 0,0 0,1 0,-1 0,0 0,1 0,-1 0,0-1,0 1,1 0,-1 0,0 0,0-1,1 1,-1 0,0 0,0 0,1-1,-1 1,0 0,0-1,0 1,0 0,1 0,-1-1,0 1,0 0,0-1,0 1,0-1,15 12,9 1,0-2,0-1,1 0,0-2,1-1,0-1,9-1,74 19,-108-23,1 0,1 0,-1 0,1 0,-1 1,1-1,-1 1,1-1,-1 1,1 0,-1 0,0 0,0 0,0 0,1 1,-1-1,0 1,0-1,-1 1,1 0,0 0,-1 0,1 0,-1 0,1 0,-1 0,0 0,0 1,0-1,0 0,0 1,-1-1,1 1,-1-1,1 1,-1-1,-4 5,1-1,-1 0,-1 0,1 0,-1 0,0-1,0 0,-1 0,0 0,0-1,-3 3,1-1,-90 65,-2-4,-3-5,-90 39,92-54</inkml:trace>
  <inkml:trace contextRef="#ctx0" brushRef="#br4" timeOffset="-164927.985">392 8359,'-1'-2,"0"0,0 0,0-1,0 1,0 0,-1 0,1 0,-1 0,0 1,1-1,-1 0,0 1,0-1,0 1,0-1,0 1,0 0,-1 0,1 0,0 0,0 1,-1-1,1 0,-1 1,1 0,0 0,-1-1,1 1,-1 1,0-1,-72 19,36 1,0 2,2 2,1 1,-11 11,44-35,1 0,0 0,0 0,0 1,0-1,0 1,0-1,1 1,-1 0,0-1,1 1,-1 0,1 0,0 0,0 0,-1 0,1 1,1-1,-1 0,0 0,1 1,-1-1,1 0,-1 1,1-1,0 1,0-1,0 0,1 1,-1-1,0 1,1-1,-1 0,1 1,0-1,0 0,0 0,0 0,0 0,2 2,4 1,-1 1,2-1,-1 0,1-1,-1 0,1 0,0-1,1 0,-1 0,7 1,18 7,-14-4,1 1,-1 2,-1 0,1 1,-2 0,0 2,11 9,-22-17,0 1,-1 0,1 0,-1 0,-1 0,1 1,-1 0,0 0,-1 0,1 0,-1 1,-1-1,0 1,0 0,0 0,-1-1,0 1,0 0,-1 0,0 0,-2 7,1-9,-1 1,1-2,-2 1,1 0,-1 0,1-1,-2 1,1-1,-1 0,1 0,-1 0,-1 0,1-1,-1 0,1 0,-1 0,0 0,-1-1,1 0,-1 0,1 0,-1-1,0 0,0 0,0 0,0-1,0 0,0 0,-1 0,1-1,0 0,0 0,-6-2,-42 0,56-2,7 0</inkml:trace>
  <inkml:trace contextRef="#ctx0" brushRef="#br4" timeOffset="-164635.241">488 8632,'0'5,"0"8,2 11,4 11,2 14,0 10,2 6,-2 6,0 3,0 0,-3 0,-1-7,0-7,0-9,-1-11,-1-10,0-11</inkml:trace>
  <inkml:trace contextRef="#ctx0" brushRef="#br4" timeOffset="-164320.063">447 8864,'-2'-13,"-1"-91,3 99,1 1,0 0,0 0,0 0,0 0,1 1,-1-1,1 0,0 0,0 1,1 0,-1-1,1 1,0 0,0 0,0 0,0 0,0 1,0-1,1 1,-1 0,1 0,2-1,0 1,0 0,0 0,0 1,0 0,0 0,0 0,0 1,0 0,1 0,-1 0,0 1,0 0,0 0,0 1,0-1,0 1,-1 1,1-1,-1 1,1 0,-1 0,0 0,0 1,0 0,-1 0,1 0,-1 1,0-1,0 1,0 0,-1 0,0 1,0-1,0 0,-1 1,0 0,0 0,0 0,-1 0,1 0,-1 0,-1 0,1 0,-1 0,0 0,-1 0,0 0,0 1,0 1,0-3,-1 0,1 1,-1-1,0 0,0 0,-1 0,1 0,-1-1,0 1,0-1,-1 0,0 1,1-1,-1-1,-1 1,1-1,0 1,-1-1,0-1,1 1,-1-1,0 1,0-1,-1-1,1 1,-2 0,-5-5,4-3</inkml:trace>
  <inkml:trace contextRef="#ctx0" brushRef="#br4" timeOffset="-163571.574">775 8905,'13'-20,"-1"0,0-1,-2-1,0 1,-2-2,0 1,-2-1,0-1,-2 1,-1-1,0 1,-2-1,-1-21,0 42,0 0,0 1,0-1,-1 0,1 0,-1 1,0-1,0 0,0 0,0 1,0-1,0 1,-1-1,1 1,-1 0,0 0,1-1,-1 1,0 0,0 0,-1 1,1-1,0 0,-1 1,-1-1,4 1,1 1,-1 0,0 0,1 0,-1 0,0 0,1 0,-1 0,0 0,1 0,-1 0,0 0,1 0,-1 0,0 0,1 0,-1 1,0-1,1 0,-1 0,0 0,0 0,1 1,-1-1,0 0,1 0,-1 1,0-1,0 0,0 0,1 1,-1-1,0 0,0 0,0 1,0-1,0 0,0 1,1-1,-1 0,0 1,0-1,0 0,0 1,0-1,0 0,0 1,0-1,0 0,-1 1,1-1,0 0,0 1,0-1,0 0,0 1,0-1,-1 0,1 0,0 1,0-1,-1 0,1 0,0 1,0-1,-1 0,1 0,0 0,0 0,-1 1,17 3,-1 0,1-1,0-1,0-1,0 0,0-1,3 0,2 0,8-1,58 10,-83-5,-1-1,0 1,0 0,-1 1,1-1,-1 0,0 1,0-1,-1 1,1 0,-1 0,0-1,0 1,-1 0,1 0,-1 0,0 0,0 0,-1 0,0 0,1-1,-2 1,1 0,-2 3,-1 13,2-16,1 1,-1-1,1 1,-1 0,2-1,-1 1,1 0,-1 0,1-1,1 1,-1 0,1 0,0-1,1 1,-1-1,1 1,0-1,1 0,-1 1,1-1,0 0,0-1,1 1,-1 0,5 3,-1-4,1 1,-1-1,1-1,0 1,0-1,1-1,-1 1,1-2,-1 1,1-1,-1 0,1-1,0 0,0 0,-1-1,1 0,-1-1,1 0,-1 0,1 0,-1-1,0-1,0 1,-1-1,1-1,-1 0,0 0,0 0,0 0,-1-1,6-6,-2 2,0-1,-1 0,-1 0,0 0,0-1,-1-1,-1 1,0-1,0 0,-1 0,-1-1,0 1,-1-1,-1 0,0 0,0-14,-2 26,1 0,-1 0,0 0,1 0,-1 1,0-1,0 0,0 0,0 0,-1 0,1 0,-1 0,1 0,-1 0,1 1,-1-1,0 0,0 0,0 1,0-1,0 1,0-1,0 1,-1-1,1 1,-1 0,1-1,-1 1,1 0,-1 0,0 0,1 0,-1 0,0 1,0-1,0 0,1 1,-1 0,0-1,0 1,0 0,-1 0,-4 5,-1 0,1 1,0 0,0 0,1 0,0 1,0 0,0 1,1-1,0 1,0 0,1 0,0 0,1 1,-2 4,3-9,0 0,0 0,0 0,0 0,1 1,-1-1,1 1,0-1,1 1,-1-1,1 1,0-1,0 1,0-1,1 1,-1-1,1 1,0-1,1 1,-1-1,1 0,-1 0,1 1,1-1,-1-1,1 1,-1 0,1-1,0 1,0-1,1 0,-1 0,0 0,1 0,0 0,0-1,2 1,15 3,1-2,-1 0,1-2,0 0,0-1,0-1,-1-2,1 0,0-1,-1-1,11-4,52-10,-11-2</inkml:trace>
  <inkml:trace contextRef="#ctx0" brushRef="#br4" timeOffset="-163120.236">2810 8236,'7'21,"2"19,2 13,-1 8,0 0,-1-1,-3-6,-2-8,-1-9,-2-10</inkml:trace>
  <inkml:trace contextRef="#ctx0" brushRef="#br4" timeOffset="-162783.623">2646 8236,'11'-13,"2"1,0 0,0 1,1 0,0 1,1 0,0 2,1-1,0 2,0 0,1 1,-1 1,1 0,1 1,-1 1,0 1,1 0,-1 2,1 0,1 0,-10 0,0 1,0 0,0 0,0 1,0-1,0 2,-1 0,1 0,-1 0,3 2,-9-3,1-1,-1 1,1 0,-1 0,0 0,1 0,-1 0,0 0,-1 0,1 1,0-1,0 1,-1-1,0 1,1 0,-1 0,0-1,-1 1,1 0,0 0,-1 0,1 0,-1 0,0 0,0 0,0 0,-1 0,1 0,-1 0,1 0,-1 0,-1 0,-5 13,-1 0,0-1,-2 0,1 0,-2-1,0-1,-1 0,0 0,-1-1,0-1,-1 0,0-1,-13 7,-45 29,67-41</inkml:trace>
  <inkml:trace contextRef="#ctx0" brushRef="#br4" timeOffset="-162100.447">3246 8195,'0'2,"0"106,4 1,10 39,-2-99,-3-63,-6-37,-1 0,-3 0,-3 0,-4-22,-2-30,9 99,0 1,0-1,0 1,0-1,1 1,-1-1,1 0,0 1,0-1,1 0,-1 1,1-1,-1 1,1-1,0 1,0-1,1 1,-1-1,1 1,0 0,0 0,0 0,0 0,0 0,1 0,-1 1,1-1,0 1,0 0,0 0,0 0,0 0,0 0,0 0,2 0,4 3,-1-1,1 1,0 1,-1 0,1 0,-1 0,0 1,1 0,-1 1,-1 0,1 0,0 1,-1 0,0 0,0 1,-1-1,0 2,0-1,0 1,0 0,-1 0,3 6,-5-8,0 0,0 1,-1-1,0 1,0-1,-1 1,1 0,-1-1,0 1,-1 0,1 0,-1 0,0 0,-1 0,1 0,-1-1,-1 1,1 0,-1 0,0-1,0 1,0-1,-1 0,0 1,0-1,0-1,-1 1,1 0,-1-1,0 0,-1 1,1-2,-1 1,0 0,0-1,0 0,0 0,0-1,-1 1,1-1,-1-1,-1 2,0-2,7-1,-1 0,0-1,1 1,-1 0,0 0,1 0,-1-1,0 1,1 0,-1 0,0 0,0 0,1 0,-1 1,0-1,1 0,-1 0,0 0,1 1,-1-1,0 0,1 1,-1-1,0 0,1 1,-1-1,1 1,-1-1,1 1,-1-1,1 1,-1-1,1 1,0 0,-1-1,1 1,0 0,-1-1,1 1,0 0,0-1,0 1,0 0,0-1,0 1,0 0,0 0,0-1,0 1,0 0,0-1,0 1,0 0,1-1,-1 1,0 0,0-1,1 1,-1 0,1-1,-1 1,1-1,10 8,0-1,1 0,0-1,1 0,-1-1,1-1,0 0,9 1,-11-1,37 8,0-1,0-2,1-3,1-1,-1-3,-29-2</inkml:trace>
  <inkml:trace contextRef="#ctx0" brushRef="#br4" timeOffset="-161732.408">2604 7990,'19'0,"17"0,20 0,15 0,18 0,11 0,6-3,0-2,-5-3,-9-3,-13 1,-16 0,-15 1,-19 2,-19 5,-11 3</inkml:trace>
  <inkml:trace contextRef="#ctx0" brushRef="#br4" timeOffset="-160388.853">4571 8209,'12'277,"-7"-81,2-164,-7-31,0-1,0 0,0 1,1-1,-1 1,0-1,0 1,0-1,1 0,-1 1,0-1,0 0,1 1,-1-1,0 0,1 1,-1-1,0 0,1 0,-1 1,1-1,-1 0,0 0,1 0,-1 1,1-1,-1 0,1 0,-1 0,0 0,1 0,-1 0,1 0,-1 0,1 0,-1 0,1 0,-1 0,0 0,1-1,-1 1,1 0,-1 0,1 0,-1-1,0 1,1 0,-1 0,0-1,1 1,-1 0,0-1,1 1,-1 0,0-1,0 1,0-1,1 1,-1 0,0-1,0 1,0-1,0 0,20-36,-20 34,1-1,0 1,-1 0,1-1,0 1,1 0,-1 0,1 0,-1 0,1 0,0 0,0 0,0 1,0-1,1 1,-1-1,1 1,-1 0,1 0,0 0,0 0,0 1,0-1,0 1,0 0,0 0,1 0,-1 0,0 0,1 1,-1-1,0 1,1 0,-1 0,1 0,0 1,3 2,0 1,-1-1,1 1,-1 1,0-1,0 1,0 0,-1 1,0-1,0 1,0 0,-1 0,0 0,0 1,-1 0,1 0,-1 0,-1 0,0 0,0 0,0 1,0 2,-2-7,-1 0,1 0,-1 1,0-1,0 0,0 0,0 0,0-1,-1 1,1 0,-1 0,0-1,0 1,0-1,0 1,0-1,-1 0,1 0,-1 0,1 0,-1 0,0-1,1 1,-1-1,0 0,-2 1,-2 1,-1 0,1-1,-1 0,0 0,0 0,0-1,1-1,-1 1,0-1,-1-1,8 2,-1-1,1 0,0 0,0 0,0 0,-1-1,1 1,0 0,0 0,0-1,0 1,-1-1,1 1,0-1,0 1,0-1,0 0,0 0,0 1,0-1,1 0,-1 0,0 0,0 0,1 0,-1 0,0 0,1 0,-1 0,1 0,-1-1,1 1,0 0,0 0,-1 0,1 0,0-1,0 1,0 0,0 0,0-1,0 1,1 0,-1 0,1-1,28-50,-14 37,0 0,1 2,1 0,0 0,1 2,0 0,1 1,0 1,0 1,1 1,0 0,4 1,-22 4,1 1,-1 0,1 0,-1 1,0-1,1 0,-1 1,1 0,0-1,-1 1,1 0,-1 0,1 1,-1-1,1 0,-1 1,1-1,-1 1,1 0,-1 0,0 0,1 0,-1 1,0-1,0 0,0 1,0 0,0-1,0 1,0 0,-1 0,1 0,-1 0,1 0,-1 1,13 74,-15-71,1 1,0-1,0 1,0-1,1 0,0 1,1-1,-1 0,1 0,0 0,1 0,-1 0,1-1,0 1,1-1,-1 1,1-1,0 0,1-1,-1 1,1-1,0 0,1 1,-4-4,1 0,-1 0,0 0,1-1,-1 1,0-1,1 0,-1 1,1-1,-1 0,1 0,-1-1,0 1,1 0,-1-1,1 0,-1 1,0-1,0 0,1 0,-1 0,0-1,0 1,0 0,0-1,17-14</inkml:trace>
  <inkml:trace contextRef="#ctx0" brushRef="#br4" timeOffset="-160196.374">4994 8345,'-5'5,"4"1,8 2,11 0,1-2</inkml:trace>
  <inkml:trace contextRef="#ctx0" brushRef="#br4" timeOffset="-159710.608">5377 8414,'-12'2,"1"0,-1 0,1 1,0 1,0 0,0 0,0 1,1 1,0 0,0 0,0 1,1 0,0 0,1 1,-1 1,1-1,-6 10,13-16,0 0,-1 1,1-1,0 0,0 1,1-1,-1 1,0-1,1 1,0-1,-1 1,1-1,0 1,0-1,1 1,-1 0,0-1,1 1,0-1,-1 0,1 1,0-1,0 1,0-1,1 0,-1 0,1 0,-1 0,1 0,-1 0,1 0,0 0,1 0,75 44,-47-34,-22-9,0 0,0 0,-1 1,1 0,-1 0,0 1,0 0,-1 1,1-1,-1 1,2 3,-8-6,0-1,0 0,0 1,-1-1,1 1,-1 0,1-1,-1 1,0-1,0 1,0 0,-1-1,1 1,0-1,-1 1,0-1,1 1,-1-1,0 1,-1-1,1 0,0 1,0-1,-1 0,0 0,1 0,-1 0,0 0,0 0,0-1,0 1,0-1,0 1,-1-1,1 0,0 0,-1 0,1 0,-1 0,1 0,-1-1,1 0,-1 1,0-1,-1 0,2-1,0 0,0 0,-1-1,1 1,0-1,0 1,0-1,1 0,-1 0,0 0,1 0,-1 0,1 0,-1 0,1-1,0 1,0 0,0-1,0 1,1-1,-1 1,1-1,-1 1,1-1,0 1,0-1,0 0,0 1,1-1,-1 1,1-1,-1 1,1-2,5-40,1-1,3 1,11-34,-8 32,106-390,-115 425,-2 24,-1-2,17 72,3-1,4-1,3-1,13 18,-36-86,79 172,-73-161</inkml:trace>
  <inkml:trace contextRef="#ctx0" brushRef="#br4" timeOffset="-158604.458">5472 8331,'61'10,"0"-3,0-3,0-3,0-2,44-7,18 0,-63 12,-59-4,-1 0,1 0,-1 1,1-1,-1 0,1 0,-1 0,1 1,-1-1,1 0,-1 1,1-1,-1 0,1 1,-1-1,1 0,-1 1,0-1,1 1,-1-1,0 1,0-1,1 1,-1-1,0 1,0-1,0 1,1 0,-1-1,0 1,0-1,0 1,0-1,0 1,0 0,0-1,0 1,0-1,-1 1,1-1,0 1,0-1,0 1,-1 0,1-1,0 1,-1-1,1 0,0 1,-1-1,1 1,-1-1,-23 23,-130 92,145-107,0 1,1-1,0 2,1-1,0 1,0 0,1 1,1 0,-5 9,10-19,0 0,-1 0,1 0,0 1,0-1,-1 0,1 0,0 0,0 0,0 1,0-1,1 0,-1 0,0 0,0 0,1 0,-1 1,1-1,-1 0,1 0,-1 0,1 0,0 0,-1 0,1-1,0 1,0 0,0 0,0 0,-1-1,1 1,0 0,0-1,0 1,1-1,-1 1,0-1,0 0,0 1,0-1,0 0,0 0,2 0,51-2,-44-1,0 0,1-1,-1 0,-1 0,1-1,-1 0,0-1,0 0,0 0,-1-1,0 0,0 0,-1-1,0 0,0-1,-1 0,0 0,0 0,-1 0,2-7,-20 111,12-91,2-1,-1 0,0 1,1-1,-1 0,1 0,0 1,0-1,1 0,-1 0,0 0,1 0,0 0,0-1,0 1,0 0,0-1,0 1,1-1,-1 0,1 0,0 0,0 0,-1 0,1-1,0 1,0-1,1 0,-1 0,0 0,0 0,4 0,-2-1,1 0,0 0,0 0,0-1,0 0,0 0,-1 0,1-1,0 0,-1 0,0 0,1-1,-1 0,0 0,0 0,0 0,-1-1,1 0,0-1,6-6,-1 1,-1-1,0-1,0 0,-1 0,-1-1,3-4,4-20,-2-1,-2-1,-1 1,-2-1,-1-1,-3 1,-1-1,-2 0,-2-16,1 28,0 22,0 19,0 34,2 0,2 0,2 0,2 0,2-1,13 40,17 14,-39-99,1 0,-1 0,1 0,-1 0,1 0,0-1,-1 1,1 0,0 0,-1-1,1 1,0 0,0-1,0 1,-1-1,1 1,0-1,0 0,0 1,0-1,0 0,0 1,0-1,0 0,0 0,0 0,0 0,0 0,0 0,0 0,0 0,0-1,0 1,0 0,0-1,0 1,0 0,-1-1,1 1,32-31,-15 12,-15 17,-1-1,1 1,0 0,0-1,0 2,0-1,0 0,0 0,1 1,-1 0,0 0,1 0,-1 0,1 0,-1 1,1-1,0 1,-1 0,1 0,-1 1,1-1,-1 1,1-1,-1 1,1 0,-1 1,1-1,-1 0,0 1,0 0,0 0,0 0,0 0,0 0,0 1,-1-1,1 1,-1-1,0 1,0 0,0 0,0 0,1 3,-1 0,0 0,0 0,0 1,-1-1,0 0,0 1,-1-1,1 1,-1-1,-1 1,0-1,1 1,-2-1,1 0,-1 1,0-1,0 0,-1 0,0-1,0 1,0 0,-1-1,1 0,-1 1,-3 1,7-7,-1 1,1 0,-1-1,0 1,1 0,-1-1,1 1,-1-1,0 1,0-1,1 0,-1 1,0-1,0 0,0 1,1-1,-1 0,0 0,0 0,0 0,0 0,0 0,1 0,-1 0,0 0,0 0,0 0,0 0,1-1,-1 1,0 0,0-1,0 1,1 0,-1-1,0 1,1-1,-1 1,0-1,1 0,-1 1,1-1,-1 0,1 1,-1-1,1 0,-1 1,1-1,0 0,-7-44,9 28,1 0,1 0,1 0,1 0,0 1,1 0,0 0,1 1,1 0,4-4,-13 17,1 0,0-1,0 1,0 0,0 0,1 0,-1 0,0 0,1 0,0 0,-1 0,1 1,0-1,0 1,0-1,0 1,0 0,0-1,0 1,1 0,-1 1,0-1,1 0,-1 1,0-1,1 1,-1 0,1-1,-1 1,1 0,-1 1,0-1,1 0,-1 1,1-1,-1 1,0 0,0 0,1 0,-1 0,0 0,0 1,0-1,0 0,1 2,3 7,0 1,0 1,-1-1,0 1,-1 0,-1 0,2 8,33 77,-37-96,-1 0,1 0,0 0,-1 0,1 0,0 0,0 0,0 0,-1-1,1 1,0 0,0-1,0 1,1-1,-1 1,0-1,0 1,0-1,0 0,0 1,0-1,1 0,-1 0,0 0,0 0,0 0,0 0,1 0,-1 0,1-1,9-4</inkml:trace>
  <inkml:trace contextRef="#ctx0" brushRef="#br4" timeOffset="-158343.159">6688 8113,'2'16,"6"10,1 1</inkml:trace>
  <inkml:trace contextRef="#ctx0" brushRef="#br4" timeOffset="-158076.854">7083 8468,'16'-17,"-1"-1,-1 0,0 0,-2-2,0 1,-1-2,-1 1,-1-2,-1 1,-1-1,-1 0,0-1,-2 1,-1-1,0 0,-2 0,-1 0,-1 0,0 0,-2 0,-1 0,2 15,0 0,-1 0,1 0,-2 0,1 1,-1 0,0-1,-1 1,-4-4,8 9,-1 0,0 0,1 0,-1 0,0 1,-1-1,1 1,0-1,0 1,0 0,-1 0,1 0,-1 0,1 0,-1 0,1 1,-1-1,1 1,-1 0,0 0,1 0,-1 0,1 0,-1 1,1-1,-1 1,0-1,1 1,0 0,-1 0,1 0,-2 2,-7 6,0 0,1 2,0-1,0 1,1 0,1 1,0 0,1 1,0 0,1 0,0 0,1 0,1 1,0 0,1 0,0 0,1 1,0 10,-1-1,2 1,0-1,1 0,2 1,1-1,0 0,2 0,1 0,0 0,2-1,1 0,7 12,-9-21,1 0,0 0,1-1,0 0,1 0,1-1,0 0,0-1,2-1,-1 0,1 0,0-1,1-1,0 0,0-1,1 0,0-2,0 1,10 1,-15-5,0-1,0 1,0-2,0 1,0-1,0-1,1 0,-1 0,-1-1,1 0,1-1,19-9</inkml:trace>
  <inkml:trace contextRef="#ctx0" brushRef="#br4" timeOffset="-157811.579">7507 8550,'2'-4,"4"-7,0-1</inkml:trace>
  <inkml:trace contextRef="#ctx0" brushRef="#br4" timeOffset="-156292.64">26585 7676,'-20'1,"0"1,0 1,0 1,0 0,1 1,0 2,0 0,1 1,0 0,-17 12,-18 13,2 3,-40 37,-62 66,7 6,-66 90,154-170,-45 58,98-122,9-8</inkml:trace>
  <inkml:trace contextRef="#ctx0" brushRef="#br4" timeOffset="-155722.64">25642 8222,'-11'12,"0"1,0 0,1 0,1 1,0 0,1 1,1 0,0 0,1 1,0-1,0 7,4-16,-45 162,58-192,8-53,-4-1,-4 0,1-77,-12 154,0 1,0-1,-1 0,1 0,0 1,0-1,0 0,0 0,0 0,0 1,0-1,0 0,1 0,-1 0,0 1,0-1,1 0,-1 0,0 1,1-1,-1 0,1 1,-1-1,1 0,-1 1,1-1,-1 1,1-1,0 1,-1-1,1 1,0-1,-1 1,1 0,0-1,0 1,-1 0,1-1,0 1,0 0,0 0,-1 0,1 0,0 0,0 0,0 0,-1 0,1 0,0 0,0 1,0-1,-1 0,1 0,0 1,-1-1,1 1,0-1,0 0,-1 1,1-1,-1 1,1 0,-1-1,1 1,0-1,-1 1,0 0,1 0,-1 0,180 96,-165-91,44 24,-58-29,0 1,0-1,1 1,-1-1,0 1,0-1,0 1,-1-1,1 1,0 0,0-1,-1 1,1 0,-1 0,0-1,0 1,1 0,-1 0,0 0,0 0,-1-1,1 1,0 0,-1 0,1 0,-1-1,1 1,-1 0,0-1,0 1,0 0,0-1,-1 2,-13 18,-2 0,0-2,-1 0,-1-1,-1 0,0-2,-1 0,-5 1,-26 21,28-8,63-31,-35 0,29-10</inkml:trace>
  <inkml:trace contextRef="#ctx0" brushRef="#br4" timeOffset="-154549.124">27144 6693,'0'1,"-1"-1,0 1,0-1,0 1,0-1,0 1,0-1,0 0,0 1,0-1,0 0,0 0,0 0,0 0,0 0,0 0,0 0,0 0,0 0,0-1,0 1,0 0,0 0,0-1,0 1,0-1,0 1,0-1,0 0,1 1,-1-1,0 0,0 1,1-1,-1 0,0 0,1 0,-1 1,1-1,-1 0,1 0,-1 0,1 0,0 0,-1 0,1 0,0 0,0 0,0-1,-7-54,12 13,2 0,1 1,10-24,-7 24,46-161,-57 204,0-1,-1 1,1-1,0 1,0-1,0 1,0-1,0 1,0-1,0 1,1-1,-1 1,0-1,0 1,0-1,0 1,1-1,-1 1,0-1,0 1,1-1,-1 0,0 1,1-1,-1 1,1-1,-1 0,0 1,1-1,-1 0,1 0,-1 1,1-1,-1 0,1 0,-1 0,1 0,-1 1,1-1,-1 0,1 0,-1 0,1 0,-1 0,1 0,-1 0,1-1,-1 1,1 0,-1 0,1 0,-1 0,1-1,-1 1,1 0,-1 0,1-1,-1 1,0 0,1-1,-1 1,1-1,-1 1,0-1,1 3,23 60,20 78,-43-138,-1 0,0-1,1 1,-1 0,0 0,0 0,0 0,0-1,-1 1,1 0,0 0,-1-1,1 1,-1 0,1 0,-1-1,0 1,0-1,0 1,0-1,0 1,0-1,0 1,-1-1,1 0,0 0,-1 0,1 1,-1-2,1 1,-1 0,0 0,1 0,-1-1,0 1,1-1,-1 1,0-1,0 0,0 1,1-1,-1 0,0 0,0-1,0 1,1 0,-2-1,2 1,0 0,0-1,0 1,0-1,0 1,1-1,-1 0,0 1,0-1,0 0,1 1,-1-1,0 0,1 0,-1 0,1 0,-1 0,1 1,-1-1,1 0,0 0,-1 0,1 0,0 0,0 0,0 0,0-1,0 1,0 0,0 0,0 0,0 0,0 0,1 0,-1 0,0 0,1 0,-1 0,1 0,-1 1,1-1,0-1,24-40,175-174,-153 176,-45 41,0-1,-1 0,1 1,0 0,-1-1,1 1,0 0,-1 0,1 0,-1 0,0 0,1 0,-1 1,0-1,1 0,-1 1,0-1,0 1,0-1,0 1,-1-1,1 1,0 0,-1-1,1 1,-1 0,1-1,-1 1,0 0,0 0,0 0,0-1,0 1,0 0,0 0,-1 1,3 7,34 132,14 85,-47-197,-1-1,-1 0,-2 1,-1-1,-1 1,-1-1,-2 0,-1-1,-2 3,-3-4,2-19,3-13</inkml:trace>
  <inkml:trace contextRef="#ctx0" brushRef="#br4" timeOffset="-154287.219">27541 6133,'-1'-3,"0"1,0-1,0 1,0-1,0 0,1 1,0-1,-1 0,1 1,0-1,0 0,0 1,1-1,-1 0,1 1,-1-1,1 0,0 1,0-1,0 1,1 0,-1-1,0 1,1 0,-1 0,1-1,0 1,0 1,0-1,0 0,0 0,0 1,1-1,-1 1,2-1,12-2,0 0,1 1,-1 1,1 1,0 0,-1 1,1 1,0 1,-1 0,0 1,1 1,10 3,-24-6,1-1,0 1,-1 0,1 0,0 0,-1 1,0-1,1 1,-1 0,0-1,0 2,1-1,-2 0,1 1,0-1,0 1,-1 0,0 0,1 0,-1 0,0 0,-1 0,1 1,0-1,-1 1,0-1,0 1,0-1,0 1,0 0,-1 0,0-1,0 1,0 2,-5 4,-1-1,-1 0,1-1,-1 0,-1 0,1 0,-1-1,-1 0,1-1,-1 0,0 0,-1-1,1 0,-1 0,0-1,-2 0,-97 31,92-34</inkml:trace>
  <inkml:trace contextRef="#ctx0" brushRef="#br4" timeOffset="-153704.774">27991 6242,'-68'-337,"67"336,0-1,1-1,-1 1,1 0,0 0,-1 0,1 0,0 0,0 0,1 0,-1 0,0-1,1 1,-1 0,1 0,-1 0,1 0,0 0,0 1,0-1,0 0,0 0,0 0,1 1,-1-1,1 1,-1-1,1 1,0 0,-1-1,1 1,0 0,0 0,1 0,7 0,0 2,0-1,0 1,-1 1,1 0,0 0,-1 1,6 2,4 1,-9-4,-3-1,0 0,0 0,-1 0,1 1,0 0,0 0,-1 1,1 0,-1 0,0 1,0-1,0 1,0 0,-1 1,0 0,0 0,0 0,0 0,-1 1,0-1,0 1,0 0,-1 0,0 1,0-1,0 1,-7 133,4-139,0 1,0-1,0 1,1-1,-1 1,0-1,1 0,-1 1,1-1,-1 0,1 1,0-1,-1 0,1 0,0 1,0-1,0 0,0 0,0 0,0 0,0 0,1 0,-1-1,0 1,0 0,1-1,-1 1,0 0,1-1,-1 0,0 1,1-1,-1 0,1 0,-1 0,1 0,-1 0,1 0,-1 0,0 0,1 0,-1-1,2 1,61-22,-48 13,-1 0,0-1,-1-1,0 0,0-1,-1-1,-1 0,0-1,-1 0,0-1,-1 0,-1 0,0-1,-2-1,1 1,3-15,-10 29,0-1,0 1,0 0,0 0,0-1,0 1,-1-1,1 1,-1-1,1 1,-1-1,0 1,0-1,0 1,-1-1,1 1,0-1,-1 1,0-1,1 1,-1 0,0-1,0 1,-1 0,1 0,0 0,-1 0,1 0,-1 0,0 0,0 0,1 0,-1 1,0-1,0 1,-1 0,1-1,0 1,0 0,-1 0,1 0,-1 1,1-1,0 1,-1-1,1 1,-2 0,-1 1,0 0,0 1,0-1,0 1,1 1,-1-1,1 1,-1-1,1 1,0 0,0 1,0-1,1 1,-1 0,1-1,0 2,0-1,0 0,1 1,-1-1,1 1,0-1,0 1,1 0,0 0,-1 0,2 0,-1 0,0 0,1 1,0-1,1 0,-1 0,1 0,0 0,0 0,0 0,1 0,-1 0,1-1,0 1,2 1,6 4,1-1,0-1,0 0,1 0,0-1,0-1,1 0,0 0,0-1,0-1,0 0,1-1,0-1,0 0,0-1,-1 0,4-1,165 1,-100-8</inkml:trace>
  <inkml:trace contextRef="#ctx0" brushRef="#br4" timeOffset="-153210.521">30135 5505,'-4'-6,"0"0,0 0,0 1,0 0,-1-1,0 1,0 1,-1-1,1 1,-1 0,0 0,0 1,0 0,-1 0,1 0,-1 1,0 0,1 0,-1 1,0-1,0 2,0-1,0 1,0 0,0 0,0 1,0 0,0 0,0 1,0 0,1 0,-1 0,1 1,-1 0,1 0,0 1,0 0,-3 2,4-2,-1-1,1 1,0 1,0-1,0 1,1 0,-1 0,1 0,0 0,1 1,-1 0,1 0,0 0,1 0,-1 0,1 0,1 1,-1-1,1 1,0-1,0 1,1 0,0-1,0 1,1 0,0-1,0 1,0-1,1 1,0-1,0 0,2 3,1-1,0 0,1 0,0 0,0 0,1-1,0 0,0-1,0 0,1 0,0 0,1-1,-1 0,1-1,0 0,0 0,0-1,5 1,3 1,1-1,0-1,0 0,0-2,0 0,0-1,0 0,0-2,2 0,-2-2,0 0,0 0,0-2,-1 0,1-1,-1-1,-1 0,0-2,0 0,-1 0,0-1,-1-1,0-1,-1 0,8-11,6-12</inkml:trace>
  <inkml:trace contextRef="#ctx0" brushRef="#br4" timeOffset="-152941.67">30503 5313,'0'0,"-1"0,1 0,-1 0,1 0,-1 0,1 0,-1 0,1 0,-1 0,1 1,0-1,-1 0,1 0,-1 0,1 1,-1-1,1 0,0 0,-1 1,1-1,0 0,-1 1,1-1,0 0,-1 1,1-1,0 1,0-1,-1 1,1-1,0 1,0-1,0 0,0 1,0-1,-1 1,1-1,0 1,0-1,0 1,0-1,1 1,-1-1,0 1,0-1,0 1,0 1,-5 23,1-1,1 1,1-1,1 1,2 0,1 10,-1-27,0 0,0 0,1-1,0 1,0 0,1-1,0 0,0 0,0 0,1 0,0 0,1-1,0 1,0-1,0 0,0-1,1 1,0-1,0-1,1 1,-1-1,1 0,0 0,0-1,0 0,0 0,1 0,0-1,-1 0,1-1,3 1,5-2,1 1,-1-2,1 0,-1-1,0-1,0 0,0-1,0-1,0 0,-1-1,0-1,-1 0,1-1,3-3,18-12</inkml:trace>
  <inkml:trace contextRef="#ctx0" brushRef="#br4" timeOffset="-152183.999">31104 5273,'-11'31,"1"2,1-1,2 1,2 0,0 0,3 1,0 0,4 26,9-6,-11-55,0 1,0 0,0-1,0 1,0 0,0 0,0-1,0 1,1 0,-1-1,0 1,0 0,0 0,0-1,0 1,0 0,1 0,-1-1,0 1,0 0,0 0,1-1,-1 1,0 0,0 0,1 0,-1 0,0-1,0 1,1 0,-1 0,0 0,1 0,-1 0,0 0,0 0,1 0,-1 0,0 0,1 0,-1 0,0 0,1 0,-1 0,0 0,0 0,1 0,-1 0,0 0,0 1,1-1,-1 0,0 0,0 0,1 0,-1 1,0-1,0 0,1 0,-1 1,0-1,0 0,0 0,0 1,0-1,1 0,-1 0,0 1,0-1,0 0,5-24,-4-8,-2 1,-1 0,-2 0,-1 0,-5-16,1 1,2 7,-13-127,20 163,0 0,0 0,0-1,0 1,1 0,0 0,-1 0,1 0,0-1,1 1,-1 1,0-1,1 0,0 0,0 0,-1 1,2-1,-1 1,0 0,0-1,1 1,-1 0,1 0,0 1,-1-1,1 0,0 1,0 0,0 0,0-1,0 2,1-1,-1 0,2 1,6-3,0 2,0-1,-1 2,1-1,0 1,0 1,0 0,0 1,0 0,-1 0,1 1,-1 1,0 0,0 0,0 1,0 0,-1 1,0 0,0 0,0 1,-1 0,0 0,0 1,-1 0,6 8,-12-11,1-1,-1 1,1 0,-1-1,-1 1,1 0,-1 0,1 0,-1-1,-1 1,1 0,-1 0,0 0,0-1,0 1,0-1,-1 1,0-1,0 1,0-1,-1 0,1 0,-1 0,-2 2,-87 87,75-79,-24 27,40-40,1 0,-1 0,1 0,0 0,0 0,-1 0,1 0,0 0,0 0,0 1,0-1,0 0,0 0,1 0,-1 0,0 0,0 0,1 0,-1 0,1 0,-1 0,1 0,-1 0,1 0,0 0,-1-1,1 1,0 0,0 0,-1-1,1 1,0 0,0-1,0 1,0-1,0 1,0-1,0 1,0-1,0 0,0 0,0 1,0-1,0 0,0 0,0 0,1 0,-1 0,0 0,0 0,35 7,1-2,0-1,0-1,0-2,1-2,-30 1,35 1,0-3,1-1,-1-2,15-5,-33 2,-13 1</inkml:trace>
  <inkml:trace contextRef="#ctx0" brushRef="#br4" timeOffset="-151888.741">30121 5054,'21'-14,"23"-9,28-6,26-4,23-1,16-3,8 2,2 1,-4 2,-12 4,-15 7,-23 6,-28 7</inkml:trace>
  <inkml:trace contextRef="#ctx0" brushRef="#br4" timeOffset="-150790.624">28674 6624,'13'35,"13"33,-3 1,-2 0,8 64,-24-104,-1-1,-1 1,-2-1,-1 1,-1-1,-4 21,-15-4,19-45,0 1,0-1,0 0,0 0,0 0,0 0,1 0,-1 0,0 0,0-1,0 1,0 0,0 0,0-1,0 1,1-1,-1 1,0 0,0-1,0 1,1-1,-1 0,0 1,1-1,-1 0,1 1,-1-1,0 0,1 0,0 1,-1-1,1 0,-1 0,1 0,0 0,0 0,-1 0,1 1,0-1,0 0,0 0,0 0,0 0,0 0,0 0,1 0,-1 0,0 0,0 0,0-12,0-1,1 1,0-1,1 1,0-1,1 1,1 0,0 0,1 1,0-1,1 1,0 0,1 0,0 1,1 0,4-4,-9 11,0 1,0 0,1-1,0 1,-1 0,1 0,0 1,0-1,0 1,0 0,1 0,-1 1,1-1,-1 1,1 0,0 0,-1 0,1 1,0 0,-1-1,1 2,0-1,0 1,-1-1,1 1,-1 0,1 1,-1-1,1 1,-1 0,0 0,0 0,0 1,0 0,0-1,0 1,-1 1,1-1,-1 0,0 1,2 2,-2-2,1 0,-1 1,0 0,0-1,0 1,0 0,-1 0,0 1,0-1,-1 0,1 1,-1-1,0 1,-1-1,1 1,-1 0,0-1,0 1,-1 0,0-1,0 1,0-1,-1 0,0 1,0-1,0 0,0 0,-1 0,0 0,0 0,0-1,-1 1,1-1,-1 0,0 0,-5 3,4-3,-1-1,0 0,0 0,0 0,0-1,-1 0,1 0,0 0,-1-1,0 0,1-1,-3 1,7-1,0 0,0 0,-1 0,1 0,0-1,0 1,0 0,0-1,0 0,0 1,0-1,0 0,0 0,0 0,0 0,1-1,-1 1,0 0,1-1,-1 1,1-1,-1 0,1 1,0-1,0 0,0 0,0 0,0 0,0 0,0 0,1 0,-1 0,1 0,-1 0,1 0,0 0,0-1,0 1,0 0,2-9,0 1,1 0,1 1,-1-1,2 1,-1-1,1 1,0 1,1-1,0 1,1 0,0 0,0 0,0 1,1 1,0-1,0 1,8-4,-6 2,1 1,0 0,0 1,0 0,1 1,0 0,0 1,0 0,0 1,8-1,-18 4,0 0,0 0,0 0,0 0,-1 0,1 0,0 0,0 1,0-1,0 1,0 0,0-1,-1 1,1 0,0 0,-1 0,1 0,0 0,-1 0,0 1,1-1,-1 0,0 1,1-1,-1 1,0 0,0-1,0 1,0 0,0 1,13 61,-11-41,-1-12,-1 0,1-1,1 1,0-1,0 1,1-1,0 0,1-1,0 1,1-1,-1 0,3 2,3-4,-2-7</inkml:trace>
  <inkml:trace contextRef="#ctx0" brushRef="#br4" timeOffset="-150511.353">29056 6693,'21'5,"16"1,11 2,-2 0</inkml:trace>
  <inkml:trace contextRef="#ctx0" brushRef="#br4" timeOffset="-150022.461">29547 6748,'-11'-2,"-1"1,0 1,0 0,0 1,0 0,0 1,0 0,-10 3,17-3,1-1,0 1,0 0,0 0,0 0,0 1,0-1,1 1,-1 0,1 0,0 0,0 1,0-1,0 1,0-1,1 1,0 0,-1 0,1 0,1 0,-1 1,1-1,0 0,-1 4,1-1,0-1,1 0,0 0,0 0,0 0,1 1,0-1,0 0,0 0,1 0,0 0,0-1,0 1,1 0,0-1,0 0,1 0,-1 0,1 0,1 1,97 78,-72-63,-29-21,0 0,0 0,0 1,0-1,-1 1,1-1,0 1,0-1,0 1,-1-1,1 1,0 0,-1-1,1 1,0 0,-1 0,1-1,-1 1,1 0,-1 0,0 0,1 0,-1 0,0 0,0-1,1 1,-1 0,0 0,0 0,0 0,0 0,0 0,0 0,0 0,-1 0,1 0,0 0,-1 0,1 0,0-1,-1 1,1 0,-1 0,1 0,-1 0,1-1,-1 1,0 0,1-1,-1 1,0 0,0-1,0 1,-6 4,-1-1,1 0,-1 0,0 0,-1-1,1 0,-1-1,1 0,-1 0,0-1,1 0,-1-1,0 1,-4-2,12 1,0 0,0 0,0 0,0-1,0 1,0 0,1 0,-1-1,0 1,0-1,0 1,0-1,0 1,1-1,-1 1,0-1,0 0,1 0,-1 1,1-1,-1 0,0 0,1 0,0 1,-1-1,1 0,-1 0,1 0,0 0,0 0,-1 0,1 0,0 0,0 0,0 0,0 0,0 0,0 0,1 0,-1 0,0 0,0 0,1 1,-1-1,1-1,22-44,-21 43,85-126,-59 95,-2-2,-2-1,-1-1,-3-1,0-1,-3-1,-1 0,-2-1,1-14,-11 40,-2 0,0-1,0 1,-2-1,0 1,-1-1,0 1,-1-1,-4-11,6 29,0 0,-1-1,1 1,0-1,-1 1,1-1,0 1,-1-1,1 1,-1-1,1 1,-1-1,1 0,-1 1,1-1,-1 0,0 1,1-1,-1 0,1 0,-1 1,0-1,1 0,-1 0,0 0,1 0,-1 0,0 0,1 0,-1 0,1 0,-1 0,0 0,1-1,-1 1,0 0,1 0,-1-1,1 1,-1 0,1-1,-1 1,1-1,-1 1,1 0,-1-1,1 1,-1-1,1 1,0-1,-1 0,1 1,0-1,0 1,-1-1,1 0,0 1,0-1,0 1,0-1,0 0,-1 1,1-1,0 0,1 1,-1-1,0 0,0 1,0-1,0 0,-3 17,0 1,0-1,2 1,0 0,1-1,0 1,1-1,1 1,5 16,7 24,2-1,3 0,3-1,2-1,2-1,33 48,-20-45,-28-52,-4-10</inkml:trace>
  <inkml:trace contextRef="#ctx0" brushRef="#br4" timeOffset="-149762.156">29575 6501,'14'0,"21"0,23 3,22 0,19 2,9 3,0 2,-19 0</inkml:trace>
  <inkml:trace contextRef="#ctx0" brushRef="#br4" timeOffset="-148875.407">30326 6665,'-19'0,"-1"0,1 0,0 2,0 1,0 0,0 1,0 1,1 1,-6 3,21-8,0 1,-1-1,1 1,0 0,0 0,0 0,1 0,-1 1,0-1,1 1,0 0,-1 0,1-1,0 1,0 0,1 1,-1-1,1 0,-1 1,1-1,0 0,1 1,-1-1,0 1,1-1,0 1,0 0,0-1,0 1,1-1,-1 1,1-1,0 1,0-1,0 1,0-1,1 0,-1 1,1-1,0 0,0 0,0 0,0-1,1 1,-1 0,1-1,0 1,1 0,1-1,-1 0,1 1,-1-1,1-1,0 1,-1-1,1 0,0 0,0 0,0 0,0-1,0 0,0 0,0-1,0 1,0-1,0 0,0 0,0-1,-1 1,1-1,0 0,-1-1,0 1,1-1,-1 0,0 0,6-4,-2-1,1 0,-1-1,0 1,0-2,-1 1,-1-1,1 0,-2 0,1-1,0-4,1 0,-3 53,-4-34,0 0,-1 0,1 1,0-1,1 0,-1 0,1 0,0 0,0 0,0 0,1 0,-1 0,1 0,0-1,0 1,0 0,1-1,-1 0,1 1,0-1,0 0,0-1,0 1,0 0,0-1,1 0,0 0,-1 0,1 0,0 0,0-1,0 1,0-1,0 0,0-1,0 1,0-1,0 0,1 0,2 0,-2-2,1 1,-1-1,1-1,-1 1,0-1,0 0,0 0,-1-1,1 1,-1-1,1 0,-1 0,-1 0,1-1,0 0,-1 1,0-1,0 0,0-2,37-106,-28 55,-4 0,-2 0,-2 0,-3-1,-6-48,4 93,0 0,0-1,-2 1,0 0,0 0,-1 1,-1-1,0 1,5 13,0 1,0 0,0-1,0 1,0 0,0-1,0 1,0 0,0 0,0-1,0 1,0 0,-1-1,1 1,0 0,0-1,-1 1,1-1,-1 1,1-1,0 1,-1 0,1-1,-1 1,1-1,-1 0,1 1,-1-1,0 1,1-1,-1 0,0 1,1-1,-1 0,1 0,-1 0,0 1,0-1,1 0,-1 0,0 0,1 0,-1 0,0 0,1 0,-1-1,0 1,1 0,-1 0,0 0,1-1,-1 1,0 0,1-1,-1 1,1 0,-1-1,1 1,-1-1,1 1,-1-1,1 1,-1-1,1 0,-1 1,1-1,0 0,-4 29,1 0,2 1,1-1,1 0,1 0,2 0,0 0,2 0,2-1,0 0,1-1,2 0,1 0,2 2,-12-25,58 99,-57-100,0 0,-1 0,1 0,0-1,0 0,0 1,1-1,-1 0,0 0,0-1,1 1,-1-1,0 1,0-1,1 0,-1 0,0-1,1 1,0-1,27 1,-21 2,0-1,0 2,-1 0,1 0,-1 0,0 1,0 1,0 0,0 0,-1 0,0 1,0 1,0-1,-1 1,0 0,0 1,5 7,-11-13,-1-1,1 0,0 0,0 0,-1 0,1 1,-1-1,1 0,-1 1,1-1,-1 0,0 1,0-1,0 1,1-1,-1 0,-1 1,1-1,0 1,0-1,0 0,-1 1,1-1,-1 0,1 1,-1-1,1 0,-1 0,0 1,0-1,0 0,0 0,1 0,-1 0,-1 0,1 0,0 0,0-1,0 1,0 0,-1-1,1 1,0 0,0-1,-1 0,1 1,0-1,-2 0,-4 3,0-2,-1 1,1-1,-1 0,0-1,1 0,-1 0,1 0,-1-1,0 0,1-1,0 0,-1 0,1 0,0-1,0 0,0-1,0 1,1-1,0-1,-1 1,1-1,1 0,-1 0,1-1,-2-3,5 7,1 0,0 0,0 0,0 0,0 0,0-1,0 1,1 0,-1-1,1 1,-1 0,1-1,0 1,0 0,0-1,1 1,-1-1,0 1,1 0,0-1,-1 1,1 0,0 0,0 0,0-1,0 1,1 0,-1 0,1 1,-1-1,1 0,-1 0,1 1,0-1,0 1,2-2,79-41,-82 43,163-54,-162 55,-1-1,0 0,1 0,-1 0,1 1,-1-1,0 1,1-1,-1 1,1 0,0-1,-1 1,1 0,-1 0,1 0,-1 0,1 0,-1 1,1-1,-1 0,1 1,-1-1,1 1,-1-1,1 1,-1 0,0 0,1 0,-1-1,0 1,0 0,0 1,1-1,-1 0,0 0,-1 0,1 1,0-1,0 0,0 1,-1-1,1 1,-1-1,1 1,2 26,-4-22,1-1,-1 1,2 0,-1 0,0-1,1 1,0 0,1-1,-1 1,1-1,0 1,0-1,1 0,-1 0,1 0,0 0,1 0,-1-1,1 1,0-1,0 0,0 0,1 0,-1-1,1 0,0 0,5 3,33-12,-25-5</inkml:trace>
  <inkml:trace contextRef="#ctx0" brushRef="#br4" timeOffset="-148269.029">30913 6174,'20'0,"40"8,1 4,-2 2,0 3,0 2,0 3,-53-19,-3-1,-1-1,0 1,1-1,-1 0,1 0,-1 0,1 0,0 0,-1-1,1 1,0-1,0 1,-1-1,1 0,0 0,0-1,-1 1,1 0,0-1,0 0,-1 1,1-1,-1 0,1-1,-1 1,1 0,-1-1,1 1,8-12,-1 0,0-1,0 0,-2 0,0-1,0 0,-1 0,-1-1,-1 0,0 0,-1 0,-1-1,-1 0,1-2,0-87,-3 102,-1 0,1 0,-1 0,0 0,0 0,0 0,-1 0,1 0,-1 1,0-1,0 0,0 1,-1 0,1-1,-1 1,0 0,0 0,0 1,0-1,0 1,-1-1,1 1,-1 0,-1 0,2 0,-1 1,0 0,0 1,0-1,0 1,0 0,0 0,0 0,0 0,0 1,0-1,1 1,-1 0,0 0,0 1,1-1,-1 1,0 0,1 0,0 0,-1 0,1 1,0-1,0 1,0 0,1 0,-2 2,-4 4,0 0,1 1,1 0,0 0,0 0,1 1,0 0,-3 9,3 1,1 0,0 0,2 0,0 1,2-1,0 0,1 1,1-1,1 0,6 20,7 19,3-1,2-1,6 8,-20-50,7 18,1 0,2 0,1-2,5 4,-22-34,1 1,-1-1,1 0,0 0,0 0,0 0,1 0,-1 0,0-1,1 1,-1-1,1 1,-1-1,1 0,0 0,-1 0,1-1,0 1,0-1,-1 1,1-1,0 0,0 0,0 0,0 0,0-1,-1 1,1-1,0 0,0 1,-1-1,1-1,1 0,230-111,-166 82,-43 22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25:13.0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25:18.7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533 329,'-6'-4,"-1"0,0 1,0 0,0 0,-1 0,1 1,-1 0,1 0,-1 1,0 0,0 1,0 0,1 0,-1 0,0 1,0 0,1 1,-1-1,1 2,-1-1,1 1,-3 1,-9 6,0 1,0 1,1 1,1 0,0 1,1 1,0 1,2 0,-1 1,2 0,1 1,0 1,-4 8,-7 31,3 1,2 0,3 1,-8 62,7-21,4 1,5 0,5 91,8-154,1-1,1 0,3 0,1 0,1-2,2 1,2-2,11 17,-13-21,26 54,3-2,4-2,25 29,-44-70,2-1,2-2,2-1,1-1,2-2,1-2,1-1,1-3,2-1,1-2,1-2,0-2,2-2,44 11,268 45,-272-65,0-5,75-6,-154 2,324-22,168-38,-79 8,352-60,-678 95,398-81,156-62,-595 147,-1-2,-1-2,0-3,-1-1,-2-3,44-28,11-24,68-67,-94 77,-4-3,-2-3,-4-3,47-67,-101 121,-1-1,0 1,-2-2,-1 0,0 0,-2-1,0 0,-2-1,-1 1,-1-1,-1-3,10-306,-14 307,-1 0,-2 0,0 0,-2 1,-1 0,-1 0,-1 1,-1 0,-1 0,-2 1,0 1,-2 0,0 1,-1 0,-2 1,-12-11,-15-12,-2 3,-46-30,67 53,-1 2,-1 1,0 2,-1 1,0 0,-1 3,0 0,-1 2,1 1,-5 1,-66-5,-1 5,-45 5,101 0,-238 7,0 12,-246 51,-141 52,282-65,257-35,-108 20,-1-12,-153-2,294-26,-1 5,-9 5,-13 5,-1-6,-18-5,-81-30,123 8,-154-14,-25 17,203 38,51-18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6T14:55:07.9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17,'0'-7,"0"-2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17.52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33.62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3019 424,'-75'99,"60"-68,2 1,1 0,1 0,2 1,2 0,-3 23,-2 55,-2 60,14 77,-15-112,16 115,14-110,-2 22,1 58,-15 135,-5-300,-1 0,-4-1,-1-1,-7 11,-121 302,112-294,-3-2,-38 65,59-117,-25 44,-2-1,-3-2,-21 21,25-42,-2-1,-2-2,-1-2,-41 26,57-42,-31 25,-2-3,-2-2,-1-3,-35 13,-206 55,149-55,-190 37,179-31,106-31,15-7,0 2,0 2,2 2,0 2,-99 64,117-73,-88 73,35 8,47-46,14-26,1 0,1 1,2 0,0 1,1 1,2 0,-1 5,-29 144,21-24,4-15,22-9,21-22,0 31,17 51,1 3,-33-139,17 31,-20-63,0 0,-2 1,0 0,-1 1,6 22,24 56,46 62,-23 44,-18-69,38 246,-3-110,33 156,-33-101,-13-67,57 145,-116-372,2-1,1 1,2-1,1-1,1-1,4 5,-5-11,-2 2,-1-1,-1 2,-1-1,-1 1,0 15,15 53,-11-61,2-2,2 1,17 29,15 32,-41-81,0 1,1-1,1-1,0 1,0-1,2-1,-1 0,2 0,0-1,7 6,39 30,3-3,51 28,154 99,-211-138,2-2,1-3,2-2,2-2,28 5,1-5,2-3,0-5,22-1,-63-8,8 3,0-4,1-2,-1-2,1-3,0-3,-1-2,5-4,287-55,352-26,-380 24,-131 23,516-63,-538 86,2 2,1 8,6 7,501-9,-47 14,-312 17,50 21,237 51,177 9,-547-74,126 33,-130-20,93-3,-91-11,308 34,61-4,-430-36,1 1,83-6,136-15,-208-11,240-25,-96 11,191-60,-327 52,159-6,60-10,97-12,442-42,-239 44,-672 58,431-37,31 1,-93-13,-111 38,157 0,124 6,-204-7,-324 12,-1-2,1-2,-1-2,38-13,-47 10,-1-1,0-3,-1-1,-1-2,0-2,-2-2,28-21,-52 32,27-18,-1-3,-2-1,-1-2,-2-2,-1-1,-2-2,8-16,23-51,12-17,-5-4,21-65,-83 174,26-60,-3-2,-5 0,16-85,45-152,-46 139,34-151,-2 11,-34 124,0 1,7-133,-40-28,-8 213,0 42,-4 0,-8-26,-3 5,-23-148,-12-5,36 197,3-1,3-1,4 0,4-25,4 36,-4 1,-2 0,-3 0,-3 0,-5-8,-10-49,20 89,-2 0,-1 1,-2 1,-9-23,-95-175,80 137,7 20,-3 0,-3 2,-6-5,-38-54,-6 4,-14-9,47 72,3 0,-2 3,-3 2,-3 2,-2 2,-29-19,-69-27,101 69,2-1,1-4,-14-15,-118-106,-170-75,175 92,116 106,-1 3,-2 2,-1 4,-1 2,-1 3,-1 3,-1 3,-69-6,31 3,0-5,2-4,-55-26,-207-92,255 102,-2 5,-36-4,55 19,-18-4,1-5,0-6,-215-96,61 15,187 83,-2 3,-1 5,-1 3,-2 3,-69-8,-363-48,-113 22,100 13,-943-111,250 54,537 47,-20-13,-591-18,811 56,-314-14,298 33,208 8,-394-26,-182 28,26-50,277 45,129-22,-89 28,283 13,192-10,0 2,1 3,0 1,1 3,-14 7,14-5,12-3,0 2,2 1,0 2,0 2,-15 12,44-26,0 0,0 0,0 1,1 1,0-1,0 1,1 0,-1 1,2 0,-1-1,1 2,-4 7,0 3,1 0,0 0,2 1,0 0,2 0,0 0,1 1,1-1,0 15,11 205,-8-61,-9-83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37.2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23 1,'-5'14,"-1"14,0 13,1 14,4 10,2 4,1 4,0-6,0-5,0-15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37.90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21 221,'-3'-14,"-2"-2,1 0,1 0,0 0,2 0,0-1,0 1,2-2,-1 15,1 0,0 0,0 0,0-1,0 1,1 0,-1 1,1-1,0 0,0 0,0 1,0-1,0 1,0-1,1 1,-1 0,1 0,0 0,0 0,-1 1,1-1,0 1,0 0,1 0,-1 0,83-14,-71 14,1 1,-1 1,0 0,0 1,0 1,0 0,0 1,5 3,-15-6,0 1,0 0,-1 0,1 1,0 0,-1-1,0 1,1 1,-1-1,-1 1,1-1,0 1,-1 0,0 1,0-1,0 0,0 1,-1 0,0-1,0 1,0 0,0 0,-1 0,0 1,1 3,-2-1,-1 0,1 0,-1 0,-1 0,0 0,0 0,0 0,-1-1,0 1,-1-1,1 0,-1 0,-1 0,0 0,1-1,-3 1,-94 91,-48-6,147-91,0-1,1 1,-1-1,0 1,0 0,1-1,-1 1,0 0,1 0,-1 0,1 0,-1 0,1 1,-1-1,1 0,0 1,0-1,0 1,0-1,0 1,0-1,0 1,0 0,1 0,-1-1,1 1,-1 0,1 0,0 0,-1-1,1 1,0 0,0 0,0 0,6 10,0 0,1-1,0 0,1 0,0 0,1-1,0 0,1-1,0 0,0-1,1 0,1 1,10 3,-1 0,1-2,1 0,0-2,0 0,1-2,0 0,0-2,0-1,1-1,-1 0,1-2,-1-1,1-1,9-3,-18 3,1-2,-1 1,-1-2,1 0,-1-1,1-1,-2 0,1-1,-1 0,10-8,-19 12,0-1,0 1,0-1,0 0,-1 0,1 0,-1-1,-1 0,1 0,-1 0,0 0,0 0,-1 0,0-1,0 1,0-1,-1 0,0 1,0-1,-1 0,0 0,0 0,-1 1,1-1,-1 0,-2-5,0 4,1 0,-2 0,1 0,-1 0,0 0,-1 1,0 0,0 0,0 0,-6-5,9 10,-1-1,1 1,-1-1,0 1,0 0,1 0,-1 0,-1 0,1 1,0-1,0 1,-1 0,1 0,0 0,-1 0,1 1,-1 0,1-1,-1 1,1 0,-1 0,1 1,-1-1,1 1,-1 0,1 0,-3 1,1 2,0 1,0-1,0 1,1 1,0-1,-1 0,2 1,-1 0,1 0,0 0,0 1,1-1,0 0,0 1,0 0,1-1,0 1,0 0,1 0,0 0,0 0,0-1,1 1,0 0,0 0,1-1,0 2,1 1,-1 0,1 0,1-1,0 1,0-1,0 0,1 0,0 0,1-1,0 0,0 0,0 0,1-1,0 0,0 0,1 0,-1-1,1-1,1 1,-1-1,0 0,3 0,6 1,0 0,0 0,0-2,0 0,1-1,-1-1,1 0,0-1,-1-2,1 1,3-3,42-9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38.42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324 78,'-3'-5,"0"-1,0 1,0 0,-1 1,0-1,0 1,0-1,0 1,-1 0,1 1,-1-1,0 1,0 0,-1 0,1 0,0 1,-1 0,0 0,1 0,-1 1,0 0,0 0,0 1,0-1,0 1,0 0,0 1,0-1,0 1,1 1,-1-1,0 1,1 0,-1 0,1 0,-1 1,-4 3,0 1,0 1,1 0,-1 0,2 1,-1 0,1 1,1 0,-1 0,2 0,0 1,0 0,1 1,0-1,0 1,2 0,0 0,0 0,0 8,2-17,1 1,-1-1,1 1,0 0,0-1,1 1,-1-1,1 1,0-1,0 1,0-1,0 0,1 1,-1-1,1 0,0 0,0 0,0 0,0 0,0 0,1-1,-1 1,1-1,0 0,0 1,0-1,0-1,0 1,0 0,0-1,1 1,-1-1,0 0,1 0,-1-1,1 1,-1-1,1 1,0-1,12-2,-1 0,1-1,-1 0,0-1,0-1,0 0,-1-1,1-1,-1 0,-1-1,0-1,0 0,0 0,-1-2,-1 1,0-1,0-1,1-3,30-54,-45 108,3 8,2-1,2 1,2-1,2 0,2 0,1-1,3 0,6 8,0 5,-3 1,-3 0,-2 1,1 28,-12-78,1 1,-2-1,1 0,-1 1,-1-1,0 0,-1 1,0-1,0 0,-1 0,0 0,-1 0,0-1,-1 1,0-1,0 0,-1-1,0 1,0-1,-1 0,0-1,-1 0,1 0,-1 0,-1-1,1 0,-9 4,6-6,0 0,0-1,-1 0,1-1,-1 0,1-1,-1 0,0-1,1 0,-1-1,1 0,-1-1,1-1,-1 1,1-2,0 1,0-2,0 1,1-2,0 1,0-1,0-1,1 0,0 0,0-1,1 0,-1 0,2-1,0 0,0-1,0 1,1-1,1-1,-3-3,7 9,-1 1,0 0,1 0,0-1,0 1,0 0,0-1,1 1,0-1,0 1,0-1,1 1,-1-1,1 1,0-1,0 1,0 0,1-1,0 1,0 0,0 0,0 0,1 0,-1 1,1-1,0 1,0-1,0 1,0 0,1 0,1-1,18-12,1 1,1 0,0 2,25-10,3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40.3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1,'5'25,"6"23,3 17,4 14,2 9,-3 7,-2 2,-4 0,-3-6,-4-9,-4-11,-4-13,-2-17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41.0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6 302,'-1'-2,"0"1,0-1,1 1,-1-1,1 1,-1-1,1 0,0 1,-1-1,1 0,0 1,0-1,0 0,0 1,1-1,-1 0,0 1,1-1,-1 0,1 1,0-1,-1 1,1-1,0 1,0-1,0 1,0 0,0-1,0 1,0 0,1 0,-1 0,0 0,1 0,-1 0,0 0,1 0,-1 1,1-1,0 1,-1-1,1 1,-1-1,1 1,1 0,26-4,-1 1,0 1,1 2,0 1,-1 1,9 3,-28-4,0-1,0 0,0 1,1 0,-1 1,0 0,0 0,-1 1,1 0,0 0,-1 1,0 0,0 1,0 0,0 0,2 3,-9-7,0 0,0 1,-1-1,1 1,-1-1,1 1,-1-1,1 1,-1-1,0 1,0-1,0 1,0 0,0-1,0 1,0-1,0 1,-1-1,1 1,-1 0,1-1,-1 0,1 1,-1-1,0 1,0-1,0 0,0 1,0-1,0 0,0 0,0 0,0 0,0 0,-1 0,-47 34,24-22,1-1,-2-1,0-1,0-2,0-1,-1 0,-19 1,30-7,41-12,116-23,-52 14,0-4,-1-4,80-36,-156 59,0 0,0-1,0 0,-1 0,0-2,0 1,-1-1,0-1,0 0,-1 0,0-1,-1 0,0-1,0 1,-1-2,-1 1,0-1,1-2,-7 10,1 0,-1 0,0 0,0 1,0-1,-1 0,1 0,-1 0,0 0,0 1,0-1,-1 0,1 1,-1-1,0 1,0 0,0-1,0 1,-1 0,1 0,-1 0,0 1,0-1,0 1,0-1,0 1,0 0,-1 0,1 1,-1-1,1 1,-1-1,0 1,0 0,1 1,-1-1,0 1,0-1,0 1,0 0,0 1,1-1,-1 0,0 1,0 0,-1 1,-1-1,-1 1,1 0,-1 0,1 1,0 0,0 0,0 0,0 1,1 0,0 0,-1 0,1 1,1 0,-1 0,1 0,0 0,0 1,0 0,1 0,0 0,0 0,0 0,1 0,0 1,-1 2,0 1,1-1,1 0,-1 0,2 1,-1-1,1 1,0-1,1 1,0-1,1 1,0-1,0 0,1 0,0 0,1 0,0 0,2 1,1 0,0-1,0 0,1 0,1-1,-1 0,1 0,0-1,1 0,0 0,0-1,0-1,1 0,-1 0,1-1,1 0,4 0,3 1,1-1,0 0,0-2,0 0,0-1,0-2,0 0,1-1,15-3,26-13,-10-3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41.5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54 579,'8'-89,"-3"0,-4 0,-4 0,-13-79,4 114,7 53,-6 61,-2 75,6 1,7 66,15-72,-3-84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41.92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236 11,'-6'-3,"0"1,-1 1,1-1,0 1,-1 0,0 0,1 1,-1 0,1 0,-1 1,0 0,1 0,-1 0,1 1,0 0,-1 0,1 1,0 0,0 0,1 0,-1 0,1 1,-1 0,1 0,0 1,1 0,-4 3,-1 6,1 0,1 0,0 1,0 0,2 0,0 1,1-1,0 1,1 0,1 0,0 0,2 1,0-1,0 0,2 0,0 0,1 0,4 15,-3-15,1 0,0 0,2 0,-1-1,2 0,0 0,1-1,0 0,1-1,6 6,-10-13,-1 0,1 0,-1-1,2 0,-1 0,0-1,1 0,0 0,0 0,0-1,0 0,1 0,-1-1,1 0,0-1,-1 1,1-1,0-1,0 1,0-1,0-1,0 0,1 0,-4 0,-1 0,1-1,-1 1,1-1,-1 0,0 0,0 0,0-1,0 0,0 1,0-1,-1-1,1 1,-1 0,0-1,0 0,0 0,-1 0,1 0,-1 0,0 0,0 0,-1-1,1 1,-1-1,0 0,0 1,0-1,-1 0,0 1,0-1,0 0,0 0,-1 1,1-1,-1 0,-1 1,1-1,-1 1,1-1,-1 1,0 0,-1 1,1 1,0 0,0 0,-1 0,1 0,-1 0,1 0,-1 1,0-1,0 1,0 0,0 0,0 0,0 0,0 0,0 1,0-1,0 1,0 0,-1 0,1 0,0 1,0-1,0 1,0-1,0 1,0 0,-2 1,-77 43,72-39,0 1,1 0,0 1,1 0,-1 0,2 1,-1 0,1 0,0 1,1 0,1 0,-1 0,1 1,1 0,0 0,1 0,0 0,0 1,0 6,9 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42.62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62 0,'-4'6,"-1"0,1 0,1 0,-1 0,1 1,0-1,0 1,1 0,0 0,0 0,-1 6,3-12,-10 62,3-1,2 1,3 1,3-1,9 57,-7-71,29 228,-32-276,7 23,-6-23,-1-1,0 0,0 1,0-1,0 0,0 0,1 1,-1-1,0 0,0 0,1 1,-1-1,0 0,0 0,1 1,-1-1,0 0,1 0,-1 0,0 0,0 0,1 1,-1-1,0 0,1 0,-1 0,0 0,1 0,-1 0,1 0,-1 0,0 0,1 0,-1 0,0 0,1-1,-1 1,0 0,0 0,1 0,-1 0,0 0,1-1,-1 1,0 0,0 0,1-1,-1 1,0 0,0 0,1-1,-1 1,0 0,0 0,0-1,0 1,0 0,1-1,-1 1,0 0,0-1,0 1,0 0,0-1,31-71,-29 65,0-1,0 0,1 0,0 1,0-1,0 1,1 0,1 0,-1 1,1-1,0 1,1 0,-1 0,1 1,0-1,1 1,-1 1,1-1,7-3,-10 7,1 0,-1 0,1 0,-1 1,1-1,-1 1,1 0,-1 0,1 1,0 0,-1-1,0 1,1 1,-1-1,0 1,1 0,-1 0,0 0,0 0,0 1,-1-1,1 1,-1 0,1 0,-1 0,0 1,0 0,5 5,-1 0,0 0,-1 1,0 0,-1 0,0 1,0-1,-1 1,-1 0,2 4,-4-10,1-1,-1 0,0 0,0 1,0-1,-1 1,0-1,0 1,0-1,0 1,0-1,-1 1,0-1,0 1,0-1,-1 0,1 0,-1 0,0 0,0 0,-1 0,1 0,-1 0,0-1,0 1,0-1,0 0,0 0,-1 0,0-1,1 1,-1-1,0 0,-1 1,-2-1,-1 0,1 0,-1-1,1 0,-1 0,1-1,-1 0,1 0,-1-1,1 0,-1 0,-5-3,10 4,0-1,0 0,0 0,0-1,1 1,-1 0,1-1,-1 1,1-1,-1 0,1 0,0 0,0 0,0-1,0 1,0 0,0-1,1 1,-1-1,1 0,-1 1,1-1,0 0,0 0,1 0,-1 0,1 0,-1 0,1 0,0 0,0 0,0 0,1-1,2-6,0 1,2-1,-1 1,1 0,0 0,1 0,0 1,0-1,1 1,0 1,0 0,1 0,0 0,0 1,1 0,6-3,172-102,-183 109,-3 1,0 0,0 0,1 0,-1 0,0 0,1 1,-1-1,1 0,-1 1,1-1,-1 1,1-1,-1 1,1 0,-1-1,1 1,-1 0,1 0,0 0,-1 0,1 1,-1-1,1 0,-1 1,1-1,-1 1,1-1,-1 1,1 0,-1-1,0 1,1 0,-1 0,1 1,2 80,3 38,-7-114,2 0,-1 0,1-1,-1 1,2 0,-1-1,1 1,-1-1,1 0,1 0,-1 0,1 0,0-1,0 1,0-1,1 0,-1 0,5 2,9 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42.91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43.2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0,'76'318,"-32"-145,6 80,-39-167,-5-36,1 1,3-1,2 0,3 1,-15-47,1 0,0 0,0 0,1-1,-1 1,1 0,-1-1,1 1,0-1,1 1,-1-1,1 0,-1 0,1 0,0 0,0 0,0-1,0 1,1-1,-1 0,1 0,-1 0,1-1,0 1,0-1,-1 0,1 0,0 0,0 0,0-1,0 0,0 0,0 0,0 0,0 0,0-1,1 0,10-7,0-1,-1 0,0-1,0-1,-1 0,-1-1,0 0,0-1,-1-1,-1 1,0-2,-1 1,-1-1,5-12,32-55,-45 113,-4-11,0-2,0 0,1 0,1 1,0-1,2 1,0-1,2 12,-1-26,0 0,0 0,1 0,-1 0,1 0,0-1,0 1,0-1,1 1,-1-1,1 0,0 0,0 0,0 0,0 0,1-1,-1 1,0-1,1 0,0 0,0-1,0 1,-1-1,1 1,0-1,1 0,0-1,24 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43.5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163 47,'-18'-3,"-9"-2,-2-1,1 1,4-2,3-3,6-1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43.82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55,'21'-3,"23"0,25 0,24-1,17-3,6-1,-3 0,-15-2,-26 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44.23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 0,'0'2,"0"4,0 2,-5-1,-1-3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0:56.44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324 1,'-17'2,"1"0,0 1,0 1,0 1,1 0,-1 1,1 0,0 2,1 0,0 0,0 1,1 1,0 0,1 1,0 0,1 1,0 0,0 1,2 0,-1 1,-4 11,12-24,0 1,0 0,0 0,1 0,-1 0,0 0,1 0,0 0,-1 1,1-1,0 0,0 1,0-1,1 1,-1-1,1 1,-1-1,1 1,0 0,0-1,0 1,0-1,0 1,1 0,-1-1,1 1,0-1,-1 1,1-1,1 0,-1 1,0-1,0 0,1 0,-1 0,1 0,0 0,1 1,10 3,1-1,0-1,0 0,0-1,0 0,1-1,-1-1,1-1,2 0,29 3,-19 0,0 0,0 2,0 1,0 1,-1 1,-20-6,1 0,-1 1,0-1,0 1,-1 1,1-1,-1 1,1 0,-1 0,-1 0,1 1,0 0,-1-1,0 2,0-1,-1 0,1 1,-1 0,0 0,-1 0,1 0,-1 0,0 5,-1-6,0 1,-1-1,0 1,0-1,-1 1,1-1,-1 0,-1 1,1-1,-1 0,1 0,-2 0,1 0,0 0,-1 0,0-1,0 1,-1-1,1 0,-1 0,0 0,0 0,0 0,0-1,-1 0,1 0,-1 0,-4 1,-11 6,1-1,-1-1,-1-1,1-1,-1-1,-17 2,-144 3,182-10,-1 0,1 0,-1-1,1 1,-1 0,1 0,-1 0,0 0,1 0,-1 0,1 0,-1 0,1 0,-1 0,0 0,1 0,-1 0,1 1,-1-1,1 0,-1 0,1 1,-1-1,1 0,-1 1,1-1,0 0,-1 1,1-1,-1 1,1-1,0 0,-1 1,1-1,0 1,0-1,-1 1,1 0,0-1,0 1,0-1,0 1,-1-1,1 1,0-1,0 1,7 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1:03.8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 6,'-3'-4,"0"2,0 7,1 9,3 10,3 7,4 8,0 7,-1 4,1 3,-2 0,-1-2,-1-4,-3-4,0-7,-1-13,0-9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1:04.30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22,'5'0,"6"0,5 0,8 0,6-3,3 0,1-2,-4 0,-4 0,-7 4,-7 4,-7 2,-7 0,-5-2,-2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1:04.7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 42,'-2'0,"1"-3,6 0,9 0,6-1,8-1,5-1,2 0,-1 1,-1 2,-3 1,-6 1,-3 0,-7 3,-4 4,-5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1:05.4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19 129,'29'245,"-6"-30,-38-281,2-1,4-1,1-28,13-50,-4 138,1 0,-1-1,2 1,-1 1,1-1,0 0,1 1,0-1,0 1,1 0,0 1,0-1,0 1,1 0,0 0,2-2,-1 5,0 0,0 0,0 0,0 1,0 0,1 0,-1 1,0 0,1 0,-1 1,1 0,-1 0,1 1,-1-1,1 2,-1-1,0 1,0 0,1 1,-1 0,-1 0,1 0,0 1,-1 0,0 0,0 1,0 0,-1 0,1 0,-1 1,0-1,-1 1,1 0,-1 1,-1-1,3 5,-3-4,0-1,0 1,-1 0,0 0,0 0,-1 0,0 0,0 1,0-1,-1 0,0 0,-1 1,0-1,0 0,0 0,-1 0,0 0,0 0,-1 0,0 0,0-1,-1 1,0-1,0 0,0 0,-1-1,1 1,-1-1,-1 0,1 0,-1-1,-3 3,-4 2,-1 0,1-1,-2-1,1 0,-1-1,0 0,0-1,-1-1,0-1,0 0,1-1,-1 0,-1-2,1 0,-1 0,-21-11,135 81,-71-54,0-2,0-1,1-1,0-1,1-2,1-1,-1-1,1-1,0-1,1-2,-1-1,1-1,-1-2,1-1,-1-1,3-2,-1-3,-8-1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1:07.31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507 21,'-22'-6,"-1"1,0 1,0 1,-1 1,1 1,-1 1,1 1,0 1,0 2,0 0,0 1,0 1,1 1,0 1,0 1,1 1,0 1,-4 3,20-11,1 0,-1-1,0 2,1-1,-1 0,1 1,0 0,0 0,1 0,-1 0,1 1,0-1,0 1,0 0,1 0,0 0,0 0,0 0,0 1,1-1,0 0,0 1,0-1,1 1,0 1,4-2,0-1,0 0,0 0,1 0,-1 0,1 0,0-1,0 0,1 0,-1-1,1 1,-1-1,1 0,0-1,-1 1,1-1,0 0,0-1,5 1,-2 0,44 8,-30-6,0 0,0 2,-1 1,1 1,-1 0,8 6,-26-11,-1 0,1 0,-1 1,1 0,-1-1,0 1,0 0,0 1,-1-1,1 0,-1 1,0 0,0-1,0 1,0 0,-1 0,1 0,-1 0,0 0,0 1,-1-1,1 0,-1 0,0 0,0 1,-1-1,1 0,-1 0,0 0,0 1,0-1,0 0,-1 0,0 0,1-1,-1 1,-1 0,1-1,-1 1,1-1,-1 0,0 0,-3 3,0 0,-1 0,1 0,-1-1,0 0,0 0,-1-1,0 0,0-1,0 1,0-1,0-1,0 0,-1 0,1 0,-2-1,-142 2,123-4,2 0,25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1:07.6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100 0,'-10'5,"-4"8,-1 9,2 8,2 8,2 5,2 3,3 2,2 0,2-5,0-4,0-4,-2-8,0-7,-3-6,0-6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1:07.89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0,'2'0,"3"0,6 0,5 0,5 0,1 0,1 0,-1 0,-1 0,-5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1:08.1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0,'5'0,"6"0,5 0,6 0,3 0,2 0,1 0,-4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1:08.6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 1,'-21'161,"10"-63,3 0,7 92,0-188,1 0,0 0,0 0,0 0,0 0,0 1,1-1,-1 0,0 0,1 0,0 0,-1 0,1 0,0-1,0 1,0 0,0 0,1 0,-1-1,0 1,1-1,-1 1,1-1,-1 0,1 1,0-1,0 0,-1 0,1 0,0 0,0 0,0-1,0 1,0-1,0 1,1-1,39 4,1-3,-1-1,38-6,-52 4,119-9,-116 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1:09.46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129 3,'0'-3,"-2"5,-6 8,-6 12,-5 17,-7 12,-5 10,2-6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1:12.9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0 292,'14'28,"-3"-2,1 0,1 0,1-2,1 0,2 0,0-2,1 0,1-1,2 0,2 0,-20-18,0-1,0 0,1 0,-1 0,0 0,1 0,-1-1,1 1,-1-1,1 0,-1 0,1 0,0-1,0 0,-1 1,1-1,0 0,0-1,0 1,-1-1,1 1,0-1,-1 0,1-1,-1 1,1-1,-1 1,1-1,-1 0,0 0,0 0,0-1,0 1,-1-1,1 0,-1 0,1 0,-1 0,15-23,-1 0,-2-1,-1-1,-1 0,-1-1,-2-1,0 1,-2-1,2-24,5-10,-11 50,-1 1,0 1,1-1,0 1,1 0,1 0,0 0,0 0,1 1,1 0,0 0,0 1,1 0,0 0,14-6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3:21:13.4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1 366,'2'7,"0"1,1 0,0-1,0 1,1-1,0 0,0 0,1-1,-1 1,2-1,-1 0,1 0,0-1,0 0,0 0,1 0,-1-1,1 1,1-2,-1 1,0-1,1 0,0-1,-1 0,9 2,-9-3,0 0,1 0,0-1,-1 1,1-2,-1 1,1-1,-1 0,1-1,-1 1,0-1,0-1,0 0,0 0,0 0,0-1,-1 0,0 0,0 0,0-1,0 0,-1 0,1-1,1-2,12-15,-2 0,0-1,-2-1,-1 0,9-22,73-167,-68 150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08:32.8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5248 776,'-40'-21,"0"2,-2 2,0 2,-1 1,-15-1,-44-1,0 4,-1 4,0 5,-12 5,34 5,1 3,-1 4,-25 10,16-5,-306 73,237-58,3 7,-80 34,-185 121,-117 60,122-80,-39-37,281-64,-63 41,192-92,0 2,2 1,1 3,1 1,1 3,3 1,0 1,0 5,-45 62,5 4,4 3,-24 55,75-125,2 1,2 1,2 1,2 0,1 1,3 0,1 1,3 0,1 0,2 7,3 71,6 1,5-2,5 1,10 24,-10-81,3-1,2 0,3-2,3 0,3-2,35 54,110 175,-148-243,3-2,1 0,3-2,1-2,38 35,-27-33,1-3,2-2,2-2,1-2,1-3,2-1,19 4,69 25,3-7,31 3,-69-32,0-5,0-5,71-1,-45-4,0 6,14 9,-70-7,59 12,2-5,24-4,318 2,-319-14,0-7,127-18,-242 13,107-11,-2-7,38-15,281-84,-335 87,-2-6,-2-6,45-26,408-195,-523 241,-2-3,-2-2,0-2,-3-3,-1-3,-1-2,-3-2,-2-2,35-43,-49 34,-1-1,-3-2,-3-1,-2-1,-3-2,-3 0,-2-1,7-63,-14 85,-2-1,-1 0,-3 0,-1 0,-2 0,-2-1,-3-5,-12-37,-4 0,-3 2,-15-29,0-1,-5-28,-11-36,-7 3,-42-75,-160-262,244 477,-2 0,-1 1,-1 2,-2 0,-1 2,-2 0,-15-11,-16-5,-1 1,-3 4,-34-16,-227-158,104 45,199 157,-2 1,1 1,-1 0,-1 2,0 1,0 1,0 1,-1 1,1 1,-8 1,-11-4,-55-8,-1 5,-9 4,107 4,-1 1,1 0,-1-1,1 1,-1 0,1 0,-1 0,1 0,-1 1,1-1,-1 0,1 1,0-1,-1 1,1-1,-1 1,1 0,0-1,0 1,-1 0,1 0,0 0,0 0,0 0,0 0,0 0,5 5</inkml:trace>
  <inkml:trace contextRef="#ctx0" brushRef="#br0" timeOffset="1450.931">6164 93,'-2'-5,"0"0,-1 0,0 0,1 0,-1 1,-1 0,1 0,-1-1,1 2,-1-1,0 0,-1 1,1 0,-1 0,1 0,-1 1,0-1,0 1,0 0,0 1,0-1,0 1,-1 0,1 0,0 1,-1-1,-3 1,-4 0,1 0,-1 1,0 1,1 0,0 0,-1 2,1-1,0 1,0 1,1 0,-5 3,6-2,0 1,0 0,1 0,0 1,0 0,1 0,0 1,1 0,-3 4,8-9,-1-1,1 1,0-1,0 1,1 0,-1 0,1 0,0 0,0 0,0 0,0 0,1 1,-1-1,1 0,1 0,-1 0,0 1,1-1,0 0,0 0,0 0,0 0,1 0,0 0,0 0,0-1,1 3,7 4,0 0,1 0,0-2,0 1,1-1,-1-1,2 0,-1-1,1 0,0-1,0 0,10 1,18 9,-40-14,10 2,0 0,-1 1,0 0,0 1,0 0,-1 0,1 1,-1 1,-1-1,1 1,-1 1,0 0,-1 0,0 0,0 1,-1 0,3 5,-8-11,0 0,-1 0,1-1,-1 1,1 0,-1 0,0 0,0 0,0 0,-1 0,1 0,-1 0,0 0,1 0,-1-1,0 1,-1 0,1-1,0 1,-1 0,0-1,1 0,-1 1,0-1,0 0,-1 0,1 0,0 0,-1 0,0 0,-84 34,78-33,-1-1,0 0,1 0,-1-1,0-1,0 1,0-2,0 1,0-1,0-1,0 0,1 0,-1-1,1 0,-1 0,1-1,0-1,1 0,-8-4,15 8,0 0,0 1,0-1,1 1,-1-1,0 0,0 0,1 0,-1 1,0-1,1 0,-1 0,1 0,-1 0,1 0,0 0,-1 0,1 0,0 0,0 0,-1 0,1 0,0 0,0 0,0 0,1-1,-1 1,0 0,0 0,0 0,1 0,-1 0,0 0,1 0,-1 0,1 0,0 1,-1-1,1 0,0 0,-1 0,1 0,0 1,0-1,-1 0,1 1,0-1,0 1,0-1,52-19,-37 17,29-6,0-2,0-2,-1-1,-1-3,0-1,38-24,-64 32,0-1,-1-1,-1 0,0-1,0-1,-1 0,-1-1,6-8,-19 22,1 0,0-1,0 1,-1 0,1 0,0 0,-1-1,0 1,1 0,-1-1,0 1,1 0,-1-1,0 1,0 0,0-1,0 1,0 0,0-1,-1 1,1 0,0-1,-1 1,1 0,-1-1,1 1,-1 0,0 0,0 0,1 0,-1-1,0 1,0 0,0 0,0 1,0-1,0 0,0 0,-1 0,1 1,0-1,0 1,0-1,-1 1,1-1,0 1,-1 0,1-1,0 1,-1 0,1 0,-1 0,1 0,0 0,-1 1,1-1,0 0,-2 1,-3-1,-1 0,1 0,0 1,-1-1,1 2,0-1,0 1,0 0,0 0,0 0,0 1,0 0,1 0,-1 1,1 0,0-1,0 2,0-1,1 1,0-1,0 1,0 0,0 1,1-1,-1 1,2-1,-1 1,0 0,1 0,0 0,1 0,-1 1,1-1,1 0,-1 1,1-1,0 0,0 1,1-1,0 1,0-1,0 0,1 0,0 0,0 0,1 0,-1 0,1 0,1-1,2 4,5 1,0-1,1-1,0 0,1 0,0-1,0-1,0 0,1-1,0 0,0-1,0-1,0 0,1-1,-1-1,1 0,0-1,-1 0,1-1,2-1,23-3</inkml:trace>
  <inkml:trace contextRef="#ctx0" brushRef="#br0" timeOffset="1856.289">6696 189,'0'6,"-5"16,2 0,0 0,2 0,0 1,2-1,0 0,1 0,2 0,0 0,5 14,-7-33,0 1,1 0,-1-1,1 1,-1-1,1 0,0 0,1 0,-1 0,0 0,1-1,0 0,-1 1,1-1,0-1,0 1,0-1,0 1,0-1,1 0,-1 0,0-1,0 1,1-1,-1 0,0 0,1-1,-1 1,0-1,0 0,0 0,1 0,-1-1,0 0,0 1,-1-1,1-1,0 1,-1 0,1-1,-1 0,0 0,0 0,3-3,3-5,-1 0,0 0,-1-1,0 0,-1 0,0-1,-1 0,-1 0,0 0,0 0,-1-1,-1 1,0-1,-1 0,-1 1,0-1,-1 0,0 0,-2-6,-4 7,3 35,2-13,1 0,0 0,1 0,0 0,1 0,0 0,0 0,1-1,0 1,0 0,1-1,0 1,1-1,0 0,0 0,0-1,1 1,1-1,-1 0,1 0,0 0,0-1,1 0,0-1,0 1,1-1,-1 0,1-1,0 0,6 2,15 0</inkml:trace>
  <inkml:trace contextRef="#ctx0" brushRef="#br0" timeOffset="2245.093">7515 24,'-11'-4,"-1"0,0 0,1 1,-1 0,0 1,-1 0,1 1,0 1,0 0,-1 0,1 1,0 1,0 0,0 1,0 0,0 1,1 0,-9 5,17-7,1 0,-1 0,1 0,-1 1,1-1,0 1,0-1,0 1,1 0,-1 0,1 0,-1 0,1 0,0 0,0 0,0 1,1-1,-1 0,1 0,0 1,0-1,0 0,0 1,0-1,1 0,0 0,-1 1,1-1,0 0,1 0,-1 0,0 0,1 0,0 0,0-1,0 1,0 0,0-1,1 1,13 12,2 0,-1-1,2-2,0 1,0-2,1-1,0 0,1-2,0 0,10 1,47 22,-76-31,0 1,0-1,0 0,0 0,0 1,0-1,0 1,0 0,0-1,0 1,0 0,0 0,0 0,-1 0,1 1,0-1,-1 0,1 1,-1 0,0-1,1 1,-1-1,0 1,0 0,0 0,0 0,0 0,0 0,-1 0,1 0,-1 0,1 0,-1 0,0 0,0 0,0 0,0 0,0 0,0 1,-1-1,-6 5,-1 0,-1-1,1 0,-1 0,0-1,-1 0,1-1,-1 0,0 0,0-1,-7 1,7-1,-83 21,101-31,12-2</inkml:trace>
  <inkml:trace contextRef="#ctx0" brushRef="#br0" timeOffset="2510.133">8021 311,'-14'0,"-9"0,-1 0</inkml:trace>
  <inkml:trace contextRef="#ctx0" brushRef="#br0" timeOffset="4116.828">6546 1239,'-8'-6,"-1"-1,1 1,-1 1,0-1,0 2,-1-1,1 1,-1 1,0 0,0 0,0 1,0 0,-1 0,1 1,0 1,-1 0,1 0,-1 1,1 1,0-1,0 2,-1-1,1 1,1 1,-1 0,1 0,-1 1,1 0,1 1,-1 0,1 0,-1 2,2-1,0 1,1-1,0 1,0 1,1-1,1 1,-1 0,1 0,0 0,1 1,2-8,0 1,1-1,-1 0,1 1,-1-1,1 1,0-1,0 1,0-1,0 1,0-1,0 1,1-1,-1 0,1 1,0-1,0 0,0 1,0-1,0 0,0 0,0 0,1 0,-1 0,1 0,0 0,-1 0,1-1,0 1,0 0,0-1,0 0,1 0,-1 1,0-1,0 0,1-1,-1 1,0 0,1-1,1 1,10 0,1-1,-1-1,0 0,0 0,0-2,0 0,0 0,0-1,-1-1,1 0,-1-1,0-1,-1 0,0 0,0-1,-1-1,0 0,1-1,5-6,-2-1,0 0,-1-1,0 0,-2-1,0-1,-1 0,-1-1,-1 0,-1 0,-1-1,-1 0,0 0,-2 0,-1-1,0 0,-2 1,-1-1,0 0,-4-15,-11-14,15 51,-1 0,0 0,1 0,-1 0,0 0,0 0,0 0,0 0,0 0,0 1,0-1,0 0,0 1,0-1,-1 1,1-1,0 1,0-1,-1 1,1 0,0 0,0 0,-1-1,1 1,0 0,-1 1,1-1,0 0,0 0,-1 0,1 1,0-1,0 1,0-1,-1 1,1-1,0 1,-1 0,-8 7,0 1,1 0,0 0,0 0,1 1,0 1,1-1,0 1,0 0,2 1,-1 0,1 0,-2 8,-1 0,1 1,0-1,1 2,2-1,0 0,1 1,1 0,1 0,1 0,1-1,1 1,1 0,2 2,-3-16,1-1,0 0,0 0,0 0,1 0,1 0,-1-1,1 0,0 0,0 0,1-1,-1 1,1-1,1 0,-1-1,1 0,-1 0,1 0,0-1,1 0,-1 0,0-1,1 0,0 0,4 0,0 0,1-1,0 0,-1-1,1 0,0-1,0-1,-1 0,1 0,-1-1,0-1,0 0,0 0,0-2,-1 1,5-4,-8 4,0 0,0-1,-1 0,1 0,-1 0,-1-1,1 0,-1-1,0 0,-1 1,0-2,0 1,-1 0,0-1,0 0,-1 0,0 0,-1-1,0 1,-1 0,1-1,-2 0,1 1,-1-1,-1 1,0-1,0 1,-1-1,0 1,-1 0,0 0,-1-3,3 10,1 0,-1-1,0 1,0 0,0 0,0 0,0 0,0 0,0 0,-1 0,1 1,-1-1,0 0,1 1,-1-1,0 1,0 0,0-1,0 1,0 0,0 0,0 0,0 1,0-1,0 0,-1 1,1-1,0 1,0 0,-1 0,1 0,0 0,-1 0,1 0,0 1,0-1,-1 1,1 0,0-1,0 1,0 0,0 0,0 1,0-1,0 0,0 1,1-1,-1 1,0-1,1 1,-1 0,0 0,-1 4,0 1,0-1,0 1,1 0,0 0,0 0,1 0,0 0,0 0,0 0,1 0,0 0,1 1,-1-1,2 0,-1 0,1 0,0 0,0 0,0-1,1 1,0-1,1 1,0-1,0 0,0 0,0-1,1 1,0-1,0 0,0 0,1-1,0 0,6 4,-3-4,0-1,1 0,-1-1,1 0,0-1,0 0,-1 0,1-1,0 0,0-1,0 0,0 0,-1-1,1 0,-1-1,1 0,-1-1,0 0,0 0,-1-1,1 0,-1 0,0-1,0 0,-1-1,0 0,0 0,-1 0,1-1,-2 0,1 0,-1 0,0-1,-1 0,0 0,0 0,-1 0,1-4,-1 0,1 0,-1-1,-1 1,-1-1,0 1,0-1,-2 1,1-1,-2 0,2 14,0 1,0-1,0 0,0 0,0 1,0-1,-1 0,1 0,0 0,0 1,0-1,0 0,-1 0,1 0,0 1,0-1,0 0,-1 0,1 0,0 0,0 0,0 1,-1-1,1 0,0 0,-1 0,1 0,0 0,0 0,-1 0,1 0,0 0,0 0,-1 0,1 0,0 0,0 0,-1 0,1 0,0 0,0-1,-1 1,1 0,0 0,0 0,-1 0,1 0,0-1,0 1,-6 24,1 1,1 0,2 0,0 0,3 24,-2-8,0 228,-8 174,-2-380,11-63,0 0,0 0,0-1,0 1,0 0,0-1,0 1,0 0,0-1,0 1,0 0,0-1,0 1,0 0,-1-1,1 1,0 0,0 0,0-1,0 1,-1 0,1 0,0-1,0 1,0 0,-1 0,1 0,0-1,0 1,-1 0,1 0,0 0,-1 0,1 0,0 0,-1-1,1 1,0 0,0 0,-1 0,1 0,0 0,-1 0,1 0,0 0,-1 0,1 1,0-1,-1 0,1 0,0 0,0 0,-1 0,1 0,0 1,-1-1,1 0,0 0,0 0,-1 1,1-1,0 0,-10-156,11 111,-2 1,-2-49,5 0,3 1,4 0,4 0,11-27,-20 103,1 1,1-1,0 1,1 1,1-1,0 1,1 0,6-7,-11 17,-1 0,1 0,0 0,0 0,0 1,1-1,-1 1,1 0,0 0,0 1,0 0,0 0,1 0,-1 0,0 1,1 0,-1 0,1 0,-1 1,1-1,-1 1,1 1,0-1,-1 1,0 0,4 1,-4 0,1 1,-1-1,0 1,0 0,0 1,-1-1,1 1,-1 0,0 0,0 0,0 1,0-1,-1 1,1 0,-1 0,-1 0,1 0,-1 1,0-1,0 1,0-1,-1 1,0 0,0 0,-1-1,1 1,-1 0,0 0,-1 0,1 0,-1-1,-1 1,1 0,-1-1,0 1,0-1,0 1,-1-1,0 0,0 0,0 0,-1-1,1 1,-2 0,-57 47,51-52,21-14,146-140,-127 121,-1-2,-1 0,-2-2,-2-1,-1-1,-2-1,-2-1,-2 0,-1-2,-2 1,-2-2,-1-5,-10 47,4-52,-4 53,0 0,0 0,0 0,0 0,-1 0,1 0,0 0,0 0,0 0,-1 0,1 0,-1 0,1 0,0 0,-1 1,0-1,1 0,-1 0,1 0,-1 1,0-1,0 0,1 1,-1-1,0 1,0-1,0 1,0-1,0 1,0 0,1-1,-1 1,0 0,0 0,0-1,0 1,0 0,0 0,0 0,0 0,0 1,0-1,0 0,0 0,0 0,0 1,0-1,0 1,-7 3,0 1,0 0,0 1,1 0,0 0,0 0,0 1,1 0,0 1,1-1,0 1,0 0,-1 3,5-11,-12 21,0 1,1 0,1 0,1 1,1 0,1 1,1 0,1 0,2 1,0 0,1 0,2 10,1-29,0 1,1 0,0-1,0 1,0 0,1-1,0 0,1 1,-1-1,1 0,0 0,1 0,-1-1,1 1,0-1,1 0,-1 0,1 0,0-1,0 1,1-1,-1 0,1-1,0 0,0 0,0 0,0 0,0-1,1 0,7 1,0 0,0-1,1-1,-1 0,1-1,-1 0,5-2,39-5</inkml:trace>
  <inkml:trace contextRef="#ctx0" brushRef="#br0" timeOffset="4477.982">8102 816,'-11'-5,"0"0,0 0,-1 1,0 0,1 1,-1 1,-1 0,1 1,0 0,0 0,-1 1,1 1,0 0,0 1,0 0,0 1,0 1,0-1,1 2,-8 3,17-7,-1 1,0-1,0 1,1 0,-1 0,1 0,0 0,-1 0,1 0,0 1,0-1,0 1,1-1,-1 1,1 0,-1 0,1 0,0 0,0 0,0 0,1 0,-1 0,1 0,-1 0,1 0,0 0,0 1,1-1,-1 0,1 0,-1 0,1 0,0 0,0 0,0 0,1 0,-1 0,1-1,-1 1,1 0,0-1,0 0,0 1,0-1,1 0,1 2,4-1,0 0,1 0,-1-1,1 0,0-1,-1 0,1 0,0-1,0 0,-1 0,1-1,0 0,0-1,-1 0,1 0,-1-1,0 0,0 0,0-1,0 0,0-1,-1 1,0-1,0-1,0 1,-1-1,0-1,0 1,0-1,-1 0,0 0,0-1,-1 1,0-1,0 0,1-5,-5 14,0-1,-1 0,1 0,0 0,0 1,0-1,-1 0,1 0,0 0,0 0,-1 0,1 1,0-1,0 0,-1 0,1 0,0 0,0 0,-1 0,1 0,0 0,0 0,-1 0,1 0,0 0,0 0,-1 0,1 0,0 0,0 0,-1-1,1 1,0 0,0 0,-1 0,1 0,0-1,-3 5,1-1,1 1,-1 0,0-1,1 1,-1 0,1 0,0 0,1 0,-1 0,1 0,-1 0,1 0,0 0,1 0,-1 0,1 0,0 0,0 0,0 0,0-1,1 1,-1 0,1-1,0 1,0-1,1 1,-1-1,1 0,-1 0,1 0,0 0,0 0,0-1,0 0,1 1,-1-1,1 0,0-1,2 2,25 0,1-6</inkml:trace>
  <inkml:trace contextRef="#ctx0" brushRef="#br0" timeOffset="4843.794">8431 529,'-101'-39,"97"39,1-1,-1 0,0 1,1 0,-1 0,0 0,0 0,1 1,-1-1,0 1,1 0,-1 0,0 1,1-1,0 1,-1-1,1 1,0 0,0 0,0 1,0-1,0 1,0-1,1 1,-1 0,1 0,0 0,0-1,1 1,0-1,0 0,0 0,0 1,0-1,0 1,1-1,-1 1,1-1,-1 1,1-1,0 1,0-1,1 1,-1-1,0 1,1-1,-1 1,1-1,0 0,0 1,0-1,0 0,0 1,0-1,1 0,-1 0,1 0,0 0,-1 0,2 0,68 48,-35-33,-27-13,0-1,0 2,0-1,0 1,-1 0,0 1,0 0,0 0,-1 0,0 1,0 0,3 6,-9-11,0 1,0-1,0 0,0 0,-1 0,1 1,-1-1,0 0,1 1,-1-1,0 0,0 1,-1-1,1 0,0 1,-1-1,1 0,-1 0,0 1,0-1,0 0,0 0,0 0,0 0,-1 0,1 0,-1 0,1-1,-1 1,0 0,-1 0,-64 38,66-40,-3 2,1 0,-1-1,0 1,1-1,-1 0,0 0,0-1,0 1,0-1,0 0,1 0,-1 0,0 0,0-1,0 1,-1-1,5 0,0 0,-1 1,1-1,0 0,-1 0,1 1,0-1,0 0,0 0,0 1,-1-1,1 0,0 0,0 1,1-1,-1 0,0 0,0 0,0 1,0-1,1 0,-1 1,0-1,1 0,-1 0,0 1,1-1,-1 1,1-1,-1 0,1 1,0-1,-1 1,1-1,-1 1,1-1,0 1,21-20,5-1</inkml:trace>
  <inkml:trace contextRef="#ctx0" brushRef="#br0" timeOffset="5723.575">8703 557,'0'-3,"1"0,-1 1,0-1,0 0,-1 0,1 0,-1 1,1-1,-1 0,0 0,0 1,0-1,-1 1,1-1,0 1,-1-1,0 1,1 0,-1 0,0 0,0 0,0 0,0 0,-1 0,1 1,-1-1,1 1,-1 0,1 0,-1 0,1 0,-1 0,0 0,0 1,1-1,-1 1,0 0,0 0,0 0,0 0,1 0,-1 1,0-1,0 1,1-1,-1 1,0 0,-1 1,-3 2,0 1,1 0,-1 0,1 0,0 0,0 1,0 0,1 1,0-1,1 1,-1 0,1 0,0 0,1 1,0-1,0 1,0 0,1 0,1 0,-1 0,1 0,1 0,-1 1,1-1,1 0,-1 0,1 0,2 7,0-10,0-1,0 1,0-1,0 0,0 0,1 0,0-1,0 1,0-1,0 0,1 0,-1 0,1 0,-1-1,1 0,0 0,0 0,0-1,0 1,0-1,1-1,-1 1,0-1,0 1,1-2,-1 1,0 0,1-1,-1 0,0 0,0-1,0 0,0 0,0 0,-1 0,1 0,0-1,-1 0,0 0,0 0,0-1,0 0,3-3,-1 0,0-1,0 0,0-1,-1 1,0-1,-1 0,0 0,-1-1,1 1,-2-1,1 1,-2-1,1-2,-2 15,4 76,-4-77,0 0,1-1,-1 1,1 0,-1 0,1-1,0 1,0 0,0-1,0 1,0-1,0 1,0-1,0 1,0-1,1 0,-1 1,1-1,-1 0,1 0,-1 0,1 0,-1-1,1 1,0 0,0-1,-1 1,1-1,0 1,0-1,0 0,0 0,-1 0,1 0,0 0,0 0,0 0,0-1,-1 1,2-1,4-3,-1 0,0 0,0-1,0 0,-1 0,0 0,0-1,0 0,0 0,-1 0,0 0,0-1,-1 1,0-1,0 0,-1 0,1 0,-1 0,-1-1,0 1,0 0,0-1,-1-4,25-289,-25 299,0 1,-1-1,2 0,-1 0,0 1,0-1,0 0,1 0,-1 1,1-1,0 0,-1 1,1-1,0 1,0-1,0 1,0-1,0 1,0 0,0-1,1 1,-1 0,0 0,1 0,-1 0,1 0,-1 0,1 0,-1 1,1-1,0 0,-1 1,1 0,0-1,-1 1,1 0,0 0,0 0,-1 0,1 0,0 0,0 0,-1 1,1-1,0 0,0 1,-1 0,1-1,7 6,-1 0,0 0,-1 1,1-1,-1 2,0-1,-1 1,0 0,0 0,-1 1,0 0,0 0,-1 0,0 0,-1 1,0-1,0 1,-1 0,-1 0,1 0,-2 0,1 0,-1 0,-1 0,0 0,-1 3,-3 45,5-57,0 0,1 0,-1 0,1 0,-1-1,1 1,0 0,-1-1,1 1,0 0,0-1,-1 1,1-1,0 1,0-1,0 1,-1-1,1 0,0 1,0-1,0 0,0 0,0 0,0 1,0-1,0 0,0 0,0 0,0-1,0 1,-1 0,1 0,0 0,0-1,0 1,0-1,0 1,0-1,38-16,-19 6,-2-1,0 0,0-1,-1-1,-1-1,0 0,-1-2,-1 1,0-2,-1 0,-1 0,-1-1,-1 0,0-1,-2-1,0 1,2-11,-9 29,0 0,0 0,0 0,-1 0,1 0,0-1,-1 1,1 0,-1 0,0 0,0 0,0-1,0 1,0 0,0 0,0 0,-1-1,1 1,-1 0,0 0,1 0,-1 0,0 0,0 0,-1 0,1 1,0-1,0 0,-1 0,1 1,-1-1,0 1,1-1,-1 1,0 0,0 0,0 0,0 0,0 0,0 0,0 0,-6 2,0 1,0-1,0 1,1 1,-1-1,1 1,-1 1,1-1,0 1,0 0,1 1,-1 0,1 0,0 0,1 1,-1 0,1 0,0 0,0 1,1-1,0 1,0 0,1 1,-1-1,2 0,-1 1,0 4,2-4,0-1,0 0,0 0,1 1,1-1,-1 0,1 0,0 0,1 1,0-1,0 0,0-1,1 1,0 0,0-1,1 1,0-1,0 0,0 0,1-1,0 1,0-1,0 0,1-1,-1 1,1-1,0 0,1 0,-1-1,1 0,-1 0,1 0,0-1,2 0,32 11,-5-6</inkml:trace>
  <inkml:trace contextRef="#ctx0" brushRef="#br0" timeOffset="7304.563">6874 3274,'2'-25,"1"1,2-1,0 1,1 0,2 1,0-1,2 1,-2-1,97-241,-101 256,-4 6,0 0,1 0,0 0,-1 0,1 0,0 0,1 0,-1 0,0 0,1 1,0-1,-1 0,1 1,0-1,0 1,1 0,-1 0,0 0,1 0,-1 0,1 0,0 1,-1-1,1 1,0 0,0-1,0 2,0-1,0 0,0 0,0 1,1 0,-1 0,0-1,0 2,2-1,6 8,1 0,-1 1,0 1,-1-1,0 2,0-1,-2 1,1 1,6 11,-9-14,0 1,0 0,0 0,-2 0,1 1,-1-1,-1 1,0 0,1 4,-4-11,1 0,-1 0,0 0,0 0,0 0,0 0,-1 0,1 0,-1 0,0 0,0-1,-1 1,1 0,-1 0,0-1,0 1,0-1,0 0,-1 1,1-1,-1 0,0 0,0-1,0 1,0-1,0 1,-2 0,-3 1,0 0,0 0,0-1,0-1,-1 1,1-1,-1 0,1-1,-1 0,0-1,-3 0,-17-1</inkml:trace>
  <inkml:trace contextRef="#ctx0" brushRef="#br0" timeOffset="8048.812">7078 2933,'408'-130,"-334"81,-72 48,0-1,0 0,0 0,-1 0,1 0,0 0,-1 0,1 0,-1-1,0 1,0 0,0-1,0 1,0-1,-1 1,1-1,-1 0,1 1,-1-1,0 0,0 1,0-1,0 1,-1-1,1 0,-1 1,1-1,-1 1,0-1,0 1,-1-2,-1 2,1-1,-1 0,0 1,-1 0,1 0,0 0,-1 0,1 0,-1 1,1-1,-1 1,0 0,1 0,-1 1,0-1,0 1,0 0,1 0,-1 0,0 0,0 0,0 1,1 0,-1 0,0 0,0 0,1 1,-1-1,1 1,0 0,-1 0,1 0,0 0,0 1,0 0,1-1,-1 1,0 0,1 0,0 0,0 0,0 1,-2 2,2 3,-1-1,2 0,-1 1,1-1,0 1,1 0,0-1,0 1,1-1,0 1,0-1,1 1,0-1,1 0,0 0,0 0,1 0,0 0,0-1,1 1,0-1,0 0,0-1,1 0,0 1,1-2,-1 1,1-1,0 0,0 0,1-1,-1 0,1 0,0-1,0 0,0 0,1-1,-1 0,1-1,-1 1,1-2,-1 1,1-1,1-1,-5 1,0-1,0 0,0-1,0 1,0-1,0 0,-1 0,1-1,0 0,-1 1,0-1,0-1,0 1,0 0,0-1,-1 0,1 0,-1 0,0 0,0-1,-1 1,1-1,-1 0,0 0,-1 1,1-1,-1 0,1-1,3-18,-1 0,-1 0,-1 0,-1-1,-1-7,-10-106,10 138,1-1,0 0,0 1,0-1,0 1,0-1,0 1,0-1,0 1,0 0,0-1,0 1,0 0,0 0,0 0,0 0,0 0,0 0,0 0,0 0,0 0,0 0,1 1,-1-1,0 0,0 1,0-1,-1 1,1-1,0 1,0-1,0 1,0 0,0-1,-1 1,1 0,0 0,0 0,-1 0,1-1,-1 1,1 0,-1 0,1 1,7 4,55 27,-43-24,-1 2,0 0,0 1,-1 0,16 16,-29-22,0 0,-1 1,1 0,-2 0,1 0,-1 0,1 0,-2 1,1-1,-1 1,-1 0,1 0,-1-1,-1 1,1 0,-1 0,-1 0,0 4,2 25,-1-36,0 0,-1 0,1 0,0 0,0 0,0-1,1 1,-1 0,0 0,0 0,0 0,0-1,1 1,-1 0,0 0,1 0,-1-1,1 1,-1 0,1-1,-1 1,1 0,0-1,-1 1,1-1,0 1,-1-1,1 1,0-1,0 1,-1-1,1 0,0 0,0 1,0-1,-1 0,1 0,0 0,0 0,0 0,0 0,-1 0,1 0,0 0,0 0,0 0,0 0,-1-1,1 1,0 0,0-1,0 1,-1-1,1 1,0-1,41-29,-25 13,-1-1,-2 0,0-1,0-1,-2 0,-1-1,0 0,7-21,-28 162,10-117,0 0,1-1,-1 1,1 0,0 0,0-1,0 1,0-1,0 1,1-1,-1 1,1-1,-1 0,1 1,0-1,0 0,0 0,0 0,0-1,1 1,-1 0,0-1,1 0,-1 1,1-1,0 0,-1 0,1-1,2 1,14 1</inkml:trace>
  <inkml:trace contextRef="#ctx0" brushRef="#br0" timeOffset="8310.661">8335 2346,'-5'19,"4"12,8 9,3-3</inkml:trace>
  <inkml:trace contextRef="#ctx0" brushRef="#br0" timeOffset="9161.27">8594 2783,'-24'-21,"13"10,-2 0,0 0,0 1,0 1,-1 0,-1 1,-12-5,25 12,1 1,-1-1,1 0,0 1,-1 0,1-1,-1 1,1 0,-1 0,1 0,-1 0,1 0,-1 0,1 0,-1 1,1-1,-1 0,1 1,0-1,-1 1,1 0,0-1,-1 1,1 0,0 0,0 0,0 0,-1 0,1 0,0 0,1 0,-1 0,0 0,0 1,0-1,1 0,-1 1,0-1,1 0,-1 1,1-1,0 1,0-1,-1 1,1-1,0 1,0-1,0 1,0-1,1 1,-1-1,0 1,1-1,-1 0,1 1,-1-1,1 0,0 1,-1-1,2 1,-1 1,1 0,-1-1,1 1,0-1,0 1,0-1,0 0,1 0,-1 0,0 0,1 0,0-1,-1 1,1-1,0 1,0-1,0 0,0 0,0 0,0-1,0 1,0-1,0 1,0-1,0 0,0 0,0-1,0 1,3-1,4-1,0 0,-1-1,1 0,0 0,-1-1,0 0,0-1,5-3,-7 3,-7 4,0 0,0 1,1-1,-1 1,0-1,1 1,-1-1,0 1,1-1,-1 1,0-1,1 1,-1-1,1 1,-1 0,1-1,-1 1,1 0,-1-1,1 1,0 0,-1 0,1-1,-1 1,1 0,0 0,-1 0,1 0,-1 0,1 0,0 0,-1 0,1 0,-1 0,1 0,0 0,-1 1,1-1,-1 0,1 0,0 1,-1-1,1 0,-1 1,1-1,-1 0,1 1,-1-1,0 1,1-1,-1 1,0-1,1 1,-1-1,0 1,1-1,-1 1,0 0,3 32,7 41,-9-71,0-1,0 0,0 0,0 0,0 1,0-1,1-1,-1 1,1 0,-1 0,1 0,0-1,0 1,0-1,0 0,0 1,0-1,0 0,0 0,0 0,0 0,1-1,-1 1,0-1,1 1,-1-1,1 0,0 0,6-2,-1 0,1-1,-1 0,0 0,0-1,0 0,-1-1,1 0,-1 0,0 0,-1-1,1 0,-1 0,0-1,-1 0,0 0,0 0,0 0,-1-1,0 0,1-3,17-38,-3-1,-2-1,-2-1,-2 0,-2-1,-3 0,-2-1,-3 1,-2-45,0 78,0 10,0-1,-1 1,0-1,-1 1,0-1,-1 1,0-1,0 1,-1 0,-2-4,4 13,0 0,0 0,-1 0,1 0,0 0,-1 0,1 0,0 1,-1-1,1 1,-1-1,1 1,-1-1,1 1,-1 0,0 0,1 0,-1 0,1 0,-1 0,1 0,-1 0,0 1,1-1,-1 1,1-1,-1 1,1-1,0 1,-1 0,1 0,0 0,-1 0,1 0,0 0,0 0,0 0,0 0,0 0,0 1,0-1,0 0,0 1,1-1,-1 1,1-1,-1 2,-14 19,2 2,1-1,1 2,1-1,0 2,2-1,2 1,0 0,-1 17,1-7,1 1,1 0,3-1,1 1,3 24,-1-45,0 1,1 0,1-1,1 1,0-1,2 0,-1-1,2 0,0 0,1 0,0-1,1 0,4 4,-10-13,0-1,0 1,0-1,0 1,1-1,0-1,0 1,0-1,0 1,0-1,1-1,-1 1,1-1,0 0,-1 0,1-1,0 0,0 0,0 0,0-1,0 1,1-2,-1 1,0-1,0 0,3-1,2-4,-10 5,0 1,-1-1,1 0,0 0,0 1,0-1,0 0,-1 1,1-1,0 1,0-1,0 1,0-1,0 1,1 0,-1 0,0-1,0 1,0 0,0 0,0 0,0 0,0 0,0 0,0 1,1-1,-1 0,0 0,0 1,0-1,0 1,0-1,0 1,0-1,-1 1,1 0,0-1,0 1,0 0,0 0,-1 0,1-1,0 1,-1 0,1 0,-1 0,1 0,-1 0,8 17,-7-14,1 1,-1-1,1 1,0-1,0 0,0 0,0 0,1 0,0-1,0 1,0 0,0-1,0 0,1 0,-1 0,1 0,0-1,0 1,0-1,0 0,0 0,1-1,-1 1,4 0,-4-2,1 1,0-1,0 0,0 0,0-1,-1 0,1 0,0 0,-1 0,1-1,0 1,-1-1,0 0,1-1,-1 1,0-1,0 0,0 0,-1 0,1 0,-1-1,0 1,0-1,0 0,0 0,0 0,-1-1,0 1,0 0,0-1,-1 1,1-1,-1 0,0 0,0 1,-1-1,1 0,-1 0,0 0,-1 0,1 1,-1-1,0 0,0 0,0 1,-1-1,-1-2,1 2,-1 0,0 1,0-1,-1 0,1 1,-1 0,0 0,-1 0,1 0,0 1,-1 0,0 0,0 0,0 0,0 1,0 0,-1 0,1 0,0 1,-1-1,0 1,1 1,-1-1,0 1,1 0,-1 0,0 1,1-1,-1 1,1 1,-1-1,1 1,-1 0,1 0,0 0,0 1,0 0,0 0,1 0,-1 1,1-1,-1 1,1 0,-1 2,0 0,0 0,0 1,1-1,-1 1,2 0,-1 0,1 1,0-1,-2 8,4-12,1-1,-1 0,0 0,1 1,0-1,0 0,0 1,0-1,0 0,0 1,0-1,1 0,-1 0,1 1,0-1,0 0,0 0,0 0,0 0,0 0,0 0,1 0,-1 0,1 0,-1-1,1 1,0 0,-1-1,1 0,0 1,0-1,0 0,0 0,1 0,0 0,65 6,-30-11</inkml:trace>
  <inkml:trace contextRef="#ctx0" brushRef="#br0" timeOffset="9427.556">9332 2428,'-19'-3,"-10"0,-6 5,2 7,4 6,6 7,10 8,12 5,5-3</inkml:trace>
  <inkml:trace contextRef="#ctx0" brushRef="#br0" timeOffset="9690.866">9413 2988,'10'14,"4"4,6 0,3-4,5-6,3-7,0-8,-3-8,-5-1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10:43.9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151 366,'5'19,"1"17,0 10,-2 6,0-1,-2-6,-1-12</inkml:trace>
  <inkml:trace contextRef="#ctx0" brushRef="#br0" timeOffset="473.6">1 189,'20'-4,"1"1,0 2,0 0,0 1,0 0,0 2,0 1,0 1,-1 0,1 1,-1 2,-1 0,1 1,-1 1,0 0,-1 2,0 0,10 10,-14-7,0 2,-1 0,-1 0,0 1,-2 1,0 0,-1 0,0 1,-2 0,0 1,-1 0,-1-1,-1 2,-1-1,1 21,2-7,-5-28,-2-4,1-1,0 1,-1-1,1 1,0-1,0 1,0-1,0 1,0-1,1 1,-1-1,0 1,1-1,-1 1,1-1,-1 1,1-1,0 0,-1 1,1-1,0 0,0 0,0 0,0 0,0 1,0-1,1-1,-1 1,0 0,0 0,1 0,-1-1,1 1,-1 0,0-1,1 1,-1-1,1 0,-1 0,1 1,-1-1,1 0,1 0,6-8,1 0,-1-1,-1 0,1 0,-2 0,1-1,-1-1,-1 1,0-1,0 0,1-5,4-6,-1 0,-1 0,-1-1,-1-1,0 1,-2-1,1-19,-6 43,0 0,-1 0,1 0,0 0,0 0,0 0,-1 0,1 0,0 0,0 0,0 0,-1 0,1 0,0-1,0 1,0 0,0 0,-1 0,1 0,0 0,0-1,0 1,0 0,0 0,0 0,-1 0,1-1,0 1,0 0,0 0,0 0,0-1,0 1,0 0,0 0,0 0,0-1,0 1,0 0,0 0,-8 19,2-1,2-1,0 0,1 1,1 0,0-1,2 18,0-29,0 0,1 0,-1 0,2 0,-1 0,0-1,1 1,0 0,1-1,-1 1,1-1,0 0,0 0,1 0,-1 0,1-1,0 1,0-1,1 0,-1 0,1-1,3 3,1-2,0-1,0 0,0 0,0 0,0-1,1-1,-1 0,1 0,-1-1,1 0,0 0,-1-1,1 0,5-2,34-8</inkml:trace>
  <inkml:trace contextRef="#ctx0" brushRef="#br0" timeOffset="842.613">1149 325,'19'-2,"0"0,0-1,-1-2,1 0,-1 0,0-2,10-5,-11 6,-1-1,1 0,-1-1,-1-1,0-1,0 0,-1-1,0 0,-1-1,0 0,-1-2,0 1,-1-1,8-14,-18 26,1 0,0-1,-1 1,1-1,-1 0,0 0,0 1,0-1,0 0,0 0,-1 0,1 0,-1 0,0 0,0 0,0 0,0 0,-1 0,1 0,-1 0,1 0,-1 0,0 0,0 1,-1-1,1 0,-1 0,1 1,-1-1,0 1,0 0,0-1,0 1,0 0,0 0,-1 0,1 1,0-1,-1 1,-2-2,0 2,-1-1,0 1,1 1,-1-1,0 1,0 0,1 0,-1 1,0-1,0 1,1 1,-1-1,1 1,-1 0,1 0,0 0,0 1,0 0,0 0,-3 2,-2 3,0 1,0-1,0 1,1 1,1 0,0 0,0 1,-4 7,0 6,0 0,1 1,2 0,1 1,0-1,2 2,1-1,2 1,-1 15,2 22,2 0,3 0,7 30,12 51,-11-86,-2 1,-3-1,-3 1,-2 19,-2-67,0 0,0 0,-1 0,0-1,-1 1,0-1,-1 1,-1-1,0 0,0-1,-1 1,-1 0,-12 11</inkml:trace>
  <inkml:trace contextRef="#ctx0" brushRef="#br0" timeOffset="1089.951">984 680,'-4'-9,"0"-3,8-2,17-1,22-3,24-2,21-3,13 0,5 2,-16 4</inkml:trace>
  <inkml:trace contextRef="#ctx0" brushRef="#br0" timeOffset="1367.741">1831 544,'0'9,"0"6,0-3,0-3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10:40.6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1150,'-1'-53,"0"2,2-1,2 1,2 0,6-19,-11 66,0 0,1 1,-1-1,1 1,-1-1,1 1,0-1,1 1,-1 0,0-1,1 1,0 0,0 0,0 0,0 0,0 0,0 1,1-1,0 1,-1-1,1 1,0 0,0 0,0 0,0 0,1 1,-1-1,0 1,1 0,-1 0,1 0,-1 1,1-1,2 1,4 3,0 1,0 1,0 0,-1 0,0 1,0 0,0 1,-1 0,0 0,0 1,-1 0,0 0,3 3,-1-1,-1 1,0 1,0-1,-1 1,-1 1,4 9,-8-17,0 1,0-1,0 0,-1 1,0-1,0 1,0-1,-1 1,0-1,0 1,0-1,-1 1,0-1,0 1,0-1,-1 1,0-1,0 0,0 0,-2 3,2-5,1-1,-1 1,0-1,0 0,0 0,0 1,-1-1,1-1,0 1,-1 0,0-1,1 1,-1-1,0 0,0 0,1 0,-1 0,0 0,0-1,0 1,0-1,0 0,0 0,0 0,0 0,-1 0,-10-5</inkml:trace>
  <inkml:trace contextRef="#ctx0" brushRef="#br0" timeOffset="854.155">672 672,'-13'3,"1"0,0 1,0 0,1 1,-1 0,1 1,0 0,0 1,1 0,0 1,0 0,1 0,0 1,1 0,-1 1,2 0,-1 0,2 1,-1 0,1 0,1 0,-2 5,6-13,1-1,-1 1,0 0,1-1,-1 1,1 0,0 0,0-1,0 1,0 0,0 0,1-1,-1 1,1 0,0 0,0-1,0 1,0-1,0 1,0-1,1 0,-1 1,1-1,0 0,0 0,0 0,0 0,0 0,0 0,0-1,0 1,1-1,-1 0,1 1,-1-1,1 0,2 0,3 1,-1 0,1-1,0 0,0 0,0-1,0 0,-1 0,1-1,0 0,0-1,0 0,-1 0,1 0,-1-1,0 0,0 0,6-4,5-4,-1 0,-1-1,0-1,-1 0,0-1,5-7,-1-1,-1-2,-1 0,0-1,-2 0,-2-1,0-1,-1 0,-2-1,-1 0,-1 0,-1-1,-2 0,-1-1,-1 1,-2 0,0-1,-2 0,-2 1,0 0,-2 0,-1 0,-2-1,7 23,-1 0,0 0,0 0,-1 1,0-1,0 1,-1-1,1 1,-1 0,-1 0,1 0,-1 1,0 0,0 0,-1 0,1 0,-1 1,0 0,0 0,-1 1,1 0,-1 0,1 0,-2 0,3 5,0-1,0 0,0 1,0 0,0 0,1 1,-1-1,1 1,-1 0,1 0,0 1,1-1,-1 1,0 0,1 0,0 0,0 0,0 1,1-1,-1 1,1-1,0 1,0 0,1 0,-1 0,1 0,0 0,1 0,-1 6,-1 17,1 1,1-1,2 1,0-1,2 0,2 0,0 0,2 0,1-1,1-1,1 1,1-2,1 1,5 3,13 22,2-1,2-2,2-2,2-1,10 6,-45-46,-3-3,0 0,0 0,1 0,-1-1,0 1,1 0,-1 0,1-1,0 1,-1-1,1 1,0-1,0 0,0 0,0 0,0 0,0 0,0 0,1 0,-1-1,0 1,0-1,1 0,-1 0,0 1,0-1,1-1,-1 1,0 0,0-1,1 1,-1-1,1 0,29-66,-25 46,45-134,-53 154,1 1,0-1,0 0,0 1,0-1,0 1,0-1,0 0,0 1,0-1,0 0,0 1,0-1,0 1,0-1,0 0,1 1,-1-1,0 1,0-1,1 0,-1 1,0-1,1 1,-1-1,1 1,-1 0,1-1,-1 1,1-1,-1 1,1 0,-1-1,1 1,-1 0,1 0,0-1,-1 1,1 0,-1 0,1 0,0 0,-1 0,1 0,0 0,-1 0,1 0,-1 0,1 0,0 0,-1 0,1 0,0 1,-1-1,1 0,-1 1,1-1,-1 0,1 1,-1-1,1 0,-1 1,1-1,-1 1,1-1,-1 1,21 45,-20-40,1 1,0-1,0 0,0 0,1 0,0 0,0-1,0 1,1-1,0 0,0 0,0 0,1 0,-1-1,1 0,0 0,1 0,-1 0,0-1,1 0,0 0,0-1,0 1,0-1,0-1,7 2,-5-3,0-1,-1 0,1 0,0-1,-1 0,1 0,-1-1,1 0,-1 0,0-1,0 1,-1-2,1 1,-1-1,0 0,0 0,0-1,-1 0,0 0,0 0,0 0,-1-1,0 0,-1 0,1 0,-1 0,0 0,-1-1,0 1,0-1,-1 0,0 0,0-7,0-1,15 51,16 29,-20-49</inkml:trace>
  <inkml:trace contextRef="#ctx0" brushRef="#br0" timeOffset="2796.871">1423 289,'25'-7,"0"0,0 1,1 1,-1 2,1 0,0 2,0 1,5 1,-22 0,-1 0,1 0,0 1,0 0,-1 1,1 0,-1 0,0 1,0 0,0 0,0 1,-1 0,1 0,-2 1,1 0,0 0,-1 0,0 1,-1 0,1 0,-2 1,1 0,-1-1,0 1,0 1,0 3,38 196,-42-205,0 0,1 0,-1 0,1 0,0 0,0 0,0 0,0-1,0 1,1 0,-1-1,1 1,-1-1,1 1,0-1,0 0,0 0,1 0,-1 0,0 0,1 0,-1-1,1 1,-1-1,1 0,0 0,0 0,0 0,0 0,-1 0,1-1,0 1,0-1,0 0,0 0,3 0,-1-3,1 1,0 0,-1-1,0 0,0 0,0-1,0 0,0 0,-1 0,0 0,0 0,0-1,0 0,0 0,-1 0,0 0,0-1,-1 1,0-1,2-4,1-4,-1 0,-1 0,0 0,0 0,-2-1,0 1,0-1,-2-2,1 24,0 1,0-1,0 0,1 1,0-1,0 0,1 0,0 0,0 0,1 0,0-1,0 1,1-1,-1 0,1 1,1-2,-1 1,1 0,0-1,0 0,1 0,-1-1,1 1,0-1,3 1,-4-3,0 0,0-1,0 0,0 1,0-2,1 1,-1-1,0 1,0-2,1 1,-1 0,0-1,0 0,0 0,0-1,0 1,0-1,0 0,0-1,-1 1,1-1,-1 0,0 0,1 0,-1 0,-1-1,1 0,-1 0,1 0,0-1,39-63,-42 69,0-1,-1 0,1 0,0 0,-1 1,1-1,0 0,-1 1,1-1,0 0,-1 1,1-1,-1 1,1-1,-1 1,1-1,-1 1,1 0,-1-1,1 1,-1 0,0-1,1 1,-1 0,0-1,0 1,1 0,-1-1,0 1,0 0,0 0,0-1,0 1,0 0,0 0,0-1,-1 1,1 0,0 0,0-1,0 1,-1 0,1-1,0 1,-1 0,1-1,-1 1,1 3,1 2,0 1,1-1,-1 1,1-1,0 0,0 0,1 0,0 0,0 0,1 0,0 1,-2-6,-1 1,0 0,0 0,1-1,-1 1,1-1,-1 1,1-1,0 0,0 0,-1 1,1-1,0-1,0 1,0 0,0 0,0-1,0 1,0-1,1 1,-1-1,0 0,0 0,0 0,0 0,0 0,0-1,1 1,-1-1,0 1,0-1,0 0,0 0,0 0,-1 0,2 0,2-4,0 0,-1 0,1-1,-1 1,0-1,-1 0,1 0,-1-1,0 1,-1-1,1 1,-1-1,-1 0,1 0,-1 0,0-4,8-65,-4 0,-2 0,-4-1,-10-66,7 89,4 42,4 28,-3-12,30 126,5-1,9 7,-44-133,16 33,-17-35,0-1,1 1,-1-1,0 1,1 0,-1-1,0 1,1-1,-1 1,1-1,-1 1,1-1,-1 1,1-1,-1 0,1 1,0-1,-1 0,1 1,-1-1,1 0,0 0,-1 0,1 1,0-1,-1 0,1 0,0 0,-1 0,1 0,0 0,-1 0,1-1,0 1,-1 0,1 0,-1 0,1-1,0 1,-1 0,1-1,-1 1,1 0,-1-1,1 1,-1-1,1 1,-1-1,1 1,-1-1,75-129,-71 126,-1 0,1 0,0 0,0 0,0 1,0-1,1 1,-1 0,1 0,0 1,0 0,0 0,0 0,0 0,0 1,0 0,1 0,-1 0,1 0,-1 1,0 0,1 0,-1 1,1 0,-1 0,0 0,1 0,-1 1,0 0,0 0,0 0,0 1,-1-1,1 1,-1 0,1 1,-1-1,0 1,0 0,-1 0,1 0,-1 0,0 1,0-1,0 1,-1-1,0 0,-1 1,0-1,1 0,-2 1,1-1,0 1,-1-1,0 1,0 0,0-1,0 1,-1-1,0 1,0-1,0 0,-1 1,1-1,-1 0,0 0,0 0,0 0,-1 0,0 0,1-1,-1 1,0-1,-4 3,-3 4,0-1,-1 0,-1-1,1 0,-2 0,1-2,-1 1,-10 3,18-9,0 2,1-1,-1 0,0 0,0-1,0 1,-1-1,1 0,0-1,0 1,-1-1,1 0,0 0,0-1,-2 0,7 0,0 1,-1-1,1 0,0 1,0-1,0 0,0 0,-1 1,1-1,0 0,0 0,0 1,0-1,1 0,-1 0,0 1,0-1,0 0,1 1,-1-1,0 0,1 1,-1-1,0 0,1 1,-1-1,1 0,-1 1,1-1,-1 1,1-1,0 1,-1 0,1-1,-1 1,1-1,0 1,0 0,0-1,-1 1,32-24,1 1,1 1,1 2,1 2,16-6,10-6,93-47,-156 77,0 0,1 0,-1-1,0 1,1 0,-1 0,1-1,-1 1,1-1,-1 1,0 0,1-1,0 1,-1-1,1 1,-1-1,1 1,-1-1,1 1,0-1,-1 0,1 1,0-1,0 0,0 1,-1-1,1 1,0-1,0 0,0 1,0-1,0 0,0 1,0-1,0 0,0 1,1-1,-1 0,0 1,0-1,0 0,1 1,-1-1,0 1,1-1,-1 1,1-1,-1 0,1 1,-1 0,1-1,-1 1,1-1,-1 1,1 0,-1-1,1 1,0 0,-1-1,1 1,-1 0,1 0,0 0,-1 0,1 0,0 0,-8-1,1 0,0 1,-1 0,1 1,-1 0,1 0,0 0,-1 0,1 1,0 0,0 1,0-1,0 1,1 0,-1 1,1-1,0 1,0 0,0 0,0 1,1-1,0 1,-1 0,2 0,-1 1,1-1,0 1,0 0,0 0,1 0,0 0,0 0,1 0,-1 1,1-1,1 0,-1 2,1-5,0 1,0-1,1 0,-1 1,1-1,0 0,0 1,0-1,0 0,0 0,1 0,0 0,-1 0,1 0,0-1,0 1,1-1,-1 1,0-1,1 0,0 1,-1-1,1-1,0 1,0 0,0-1,0 1,1-1,3 1,0 1,0-1,1-1,-1 1,1-1,-1-1,1 0,-1 0,1 0,-1-1,1 0,1 0,3-3,0 1,0-2,0 0,0 0,-1-1,0-1,0 1,-1-2,1 0,-2 0,1-1,-1 0,-1 0,1-1,-2 0,1-1,-2 1,4-7,-9 52,-2-32,0 0,0 0,1 0,-1 0,1 0,0 1,0-1,0 0,1 0,-1 0,1 0,-1 0,1 1,0-1,0 0,0-1,1 1,-1 0,1 0,0-1,-1 1,1 0,0-1,1 0,-1 1,0-1,1 0,-1 0,1-1,-1 1,1 0,0-1,0 0,0 1,2-1,-1 0,0-1,0 0,-1 0,1 0,0 0,0-1,-1 1,1-1,0 0,-1 0,1 0,-1-1,1 1,-1-1,0 0,1 0,-1 0,0-1,0 1,-1-1,1 1,0-1,-1 0,0 0,1 0,-1 0,0-1,39-96,-31-6,-10 104,0 1,0-1,0 0,0 1,0-1,1 1,-1-1,0 0,1 1,0-1,-1 1,1-1,0 1,0 0,-1-1,1 1,0 0,1-1,-1 1,0 0,0 0,0 0,1 0,-1 0,0 0,1 0,-1 1,1-1,-1 1,1-1,-1 1,1-1,0 1,-1 0,1-1,-1 1,1 0,0 0,-1 0,1 1,0-1,-1 0,7 0,0 0,-1 1,1 0,0 0,-1 1,1 0,-1 0,0 0,0 1,0 0,0 1,0 0,-1 0,1 0,-1 1,0-1,0 2,-1-1,0 1,0-1,0 1,0 1,-1-1,0 1,-1 0,1-1,-1 2,0-1,-1 0,0 2,18 181,-19-187,-1 0,1 0,1-1,-1 1,0 0,1-1,-1 1,1-1,0 0,0 0,0 1,0-1,0 0,0-1,1 1,-1 0,0-1,1 1,0-1,-1 0,1 0,0 0,-1 0,1 0,0 0,0-1,0 0,0 1,0-1,0 0,0 0,-1-1,3 1,94-30,-76 18,-2-1,0-1,0-1,-2-1,1 0,-2-2,-1 0,0-1,-1 0,-1-1,-1-1,-1-1,6-12,1-25,-20 58,0-1,1 0,-1 0,0 1,0-1,0 0,0 0,0 1,0-1,0 0,-1 0,1 1,0-1,-1 0,0 1,1-1,-1 1,0-1,0 0,0 1,0 0,0-1,0 1,0 0,-1-1,1 1,0 0,-1 0,1 0,-1 0,1 0,-2 0,1 1,-1-1,1 0,-1 1,1 0,-1 0,1 0,-1 0,1 0,-1 0,1 0,-1 1,1 0,-1-1,1 1,0 0,-1 0,1 0,0 0,0 1,0-1,0 1,0-1,0 1,0 0,0-1,0 1,1 0,-1 1,-33 63,33-60,1-1,0 1,0-1,0 1,1-1,-1 1,1 0,1-1,-1 1,1-1,0 1,0-1,1 1,-1-1,1 0,0 1,1-1,-1 0,1 0,0-1,1 1,-1-1,1 1,-1-1,1 0,1-1,-1 1,3 2,8 1,0 0,0-1,0 0,1-1,0-1,-1-1,2 0,-1-1,0 0,0-1,13-2,48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10:37.7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1600 1961,'-49'0,"12"-2,-1 2,1 2,-1 1,1 2,0 1,0 2,-10 5,-28 18,2 4,2 3,1 3,-34 28,56-36,2 2,1 3,1 1,-27 34,-51 72,-54 90,146-193,2 2,2 0,1 2,3 0,2 2,1 0,3 1,2 1,-60 406,63-367,3 1,4-1,4 1,5 24,6 544,26-276,-6 2,26-106,-25-141,-24-89,3 1,2-1,1-1,3 0,2-1,2-1,26 41,-20-46,2 0,2-3,1 0,2-2,1-1,2-2,1-2,1-1,2-2,1-2,1-2,37 15,274 81,-268-98,0-5,1-3,1-4,0-4,0-4,0-3,-1-4,16-7,-40 2,-1-4,0-2,-2-3,0-3,-1-2,-1-3,-2-2,-1-3,42-33,227-173,-104 71,-178 139,-2-2,0-1,-3-3,-1 0,-1-3,-2 0,-2-3,-1 0,-3-2,23-45,-20 12,-3-2,14-69,7-19,-37 132,8-19,-3-1,-2-1,-2 0,-3-1,1-29,-11-45,-13-96,5 115,-8-24,-5 1,-6 2,-14-26,-18-89,49 195,-9-43,-3 1,-5 0,-36-82,-20 8,-95-140,149 261,-3 2,-2 0,-1 3,-3 1,-36-30,49 48,-38-34,-2 3,-20-10,66 53,0 1,-1 0,0 1,0 2,-1 0,0 1,0 1,-1 1,1 1,-1 1,-15 1,-13-1,1-3,-1-1,1-3,-13-6,23 3,0 1,-1 2,0 2,0 1,0 3,-1 1,0 2,-34 4,12 9,0 3,0 2,2 3,1 3,-51 28,84-39,6-4</inkml:trace>
  <inkml:trace contextRef="#ctx0" brushRef="#br0" timeOffset="1245.415">2296 1729,'23'-17,"516"-465,-291 252,56-51,280-197,-500 417,4 4,62-29,-137 79,-6 3,1-1,0 1,0 1,0 0,0 0,1 1,-1-1,1 2,2-1,-11 2,1 0,0 0,-1 1,1-1,0 0,-1 0,1 0,-1 1,1-1,0 0,-1 1,1-1,-1 0,1 1,-1-1,1 1,-1-1,1 1,-1-1,1 1,-1 0,0-1,1 1,-1-1,0 1,1 0,-1-1,0 1,0 0,0-1,0 1,0 0,0-1,0 1,0 0,0-1,0 1,0 0,0-1,0 1,0 0,-1-1,1 1,0 0,0-1,-1 1,1-1,0 1,-1 0,1-1,-1 1,1-1,-1 1,1-1,-1 1,-49 57,18-30</inkml:trace>
  <inkml:trace contextRef="#ctx0" brushRef="#br0" timeOffset="2139.634">2542 1388,'-6'1,"-1"1,1 0,0 1,0 0,0 0,0 0,1 0,-1 1,1 0,0 0,0 1,0 0,1-1,-1 1,1 1,0-1,1 1,-4 2,-51 67,3 2,-4 14,-48 70,125-185,2 2,0-1,1 2,2 1,0 1,1 1,0 1,2 1,21-10,-34 20,0 1,0 0,1 1,0 0,0 1,0 1,0 0,0 1,0 0,0 1,1 1,-1 0,0 1,0 1,9 2,-12-1,-10-3,1 0,-1 0,1 0,0 0,-1 0,1-1,0 1,-1 0,1-1,0 0,0 1,-1-1,1 0,0 0,0 0,0 0,0 0,-1-1,1 1,0 0,0-1,-1 1,1-1,0 0,-1 0,1 1,-1-1,1 0,-1 0,1-1,-1 1,1-7,0-1,-1 1,0-1,0 0,-1 1,0-1,-1 0,0 1,0-1,-1 1,0-1,-1 1,1 0,-2-3,-2-7,0 1,-1-1,-1 1,0 1,-1-1,-1 2,-1-1,0 1,-1 1,0 0,-1 1,-1 0,0 1,-1 0,0 1,-10-5,22 14,1 1,0 0,-1-1,1 1,0 0,-1 1,0-1,1 0,-1 1,1-1,-1 1,0 0,1 0,-1 0,0 0,1 0,-1 0,0 1,1-1,-1 1,-1 1,3-2,1 1,0 0,0 0,-1-1,1 1,0 0,0-1,0 1,0 0,0 0,0-1,0 1,0 0,0 0,0-1,1 1,-1 0,0 0,0-1,1 1,-1 0,0-1,1 1,-1 0,1-1,-1 1,1-1,-1 1,1-1,-1 1,1-1,0 1,-1-1,1 0,0 1,0-1,15 12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0:46.59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0,'0'0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0:51.99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2:19.1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0 377,'47'-79,"-27"40,2 1,1 1,3 2,0 0,3 2,30-30,-58 62,-1 0,1 0,-1 0,1 0,0 0,-1 0,1 0,0 0,0 0,-1 1,1-1,0 0,0 0,0 1,0-1,0 0,0 1,0-1,0 1,0 0,1-1,-1 1,0 0,0-1,0 1,0 0,0 0,1 0,-1 0,0 0,0 0,0 1,1-1,-1 0,0 1,0-1,0 0,0 1,0-1,0 1,0 0,0-1,0 1,0 0,0 0,0-1,-1 1,1 0,0 0,0 0,0 1,-2 105,-1-78,-16 409,18-422,-1 1,0-1,-1 0,-1 1,-1-1,0 0,-1-1,0 1,-2-1,0 0,0-1,-1 1,-1-1,-3 2,8-12,-1-1,0 1,0-1,0 0,0 0,0-1,-1 1,1-1,-1 0,0-1,0 0,1 1,-1-2,0 1,0-1,0 0,0 0,0 0,0-1,0 0,1 0,-1-1,-4-1,4-1,20 2,71-2,-1 5,1 3,83 15,-78 12,-84-28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2:20.1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94 181,'-11'14,"1"0,0 0,1 1,1 0,0 0,1 1,1 0,0 0,1 1,1-1,1 1,0 0,0 9,2-17,1 0,0 0,1 0,-1 0,2 0,-1 0,1 0,0-1,1 1,0-1,1 1,0-1,0 0,0 0,1-1,0 1,1-1,0 0,0-1,0 0,1 1,0-2,0 1,0-1,1 0,3 1,-2-1,1 1,1-1,-1-1,1 0,0 0,0-1,0 0,0-1,0-1,1 0,-1 0,1-1,-1 0,0-1,1-1,-1 1,0-2,0 0,0 0,0-1,-1 0,1-1,-1 0,0 0,0-1,-1-1,0 0,0 0,-1-1,1 0,4-7,-4-3,0 0,-2-1,0 0,-1-1,-1 1,-1-1,0 0,-2 0,0-1,-1 1,-2 0,0-1,-1 1,0 0,-2 0,-1 0,0 1,-2-1,-7-15,9 22,0 1,-1 0,0 1,-1-1,-1 1,0 0,0 1,-1 0,-10-9,16 16,-1 0,1 1,-1-1,0 1,0-1,0 1,-1 0,1 0,0 1,-1 0,1-1,-1 1,0 1,1-1,-1 1,0 0,1 0,-1 0,1 0,-1 1,0 0,1 0,-1 0,1 1,-1-1,1 1,0 0,0 0,-3 2,-6 7,1 0,0 0,1 1,0 1,1 0,0 0,1 1,0 0,1 1,1-1,1 2,0-1,0 1,2 0,0 0,-1 14,-7 29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2:26.0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1 868,'39'11,"1"-1,0-3,1-1,-1-2,1-1,13-3,84-1,0-6,0-6,16-9,516-95,-586 98,-1-5,-1-2,-1-5,-2-2,-2-5,-1-2,42-32,-79 50,111-64,3 8,82-28,251-55,-468 154,-9 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2:26.3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1,'26'10,"1"-2,0 0,1-2,-1-1,1-1,0-1,0-2,0-1,1-1,-1-1,1-2,67 0,-92 3,-1 1,1-1,-1 1,1 0,-1 0,1 0,0 0,-1 0,1 1,-1 0,1 0,-1 0,0 0,1 0,-1 1,0-1,0 1,0 0,0 0,0 0,0 1,0-1,-1 1,1-1,-1 1,0 0,0 0,1 1,-2 5,0 0,0 0,-1 1,0-1,-1 0,0 0,0 0,-1 1,0-1,-1-1,0 1,0 0,-1-1,0 1,0-1,-3 3,-34 62,-3-2,-3-2,-3-2,-3-2,-60 56,29-34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2:27.6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0,'27'7,"0"-1,0-1,0-2,22 0,-15 0,705 52,205-26,-818-28,67 8,-153 5,-40-13,0 0,-1-1,1 1,0 0,-1-1,1 1,0 0,-1-1,1 1,0 0,-1-1,1 1,-1-1,1 1,-1-1,0 1,1-1,-1 1,1-1,-1 0,0 1,1-1,-1 0,0 1,0-1,1 0,-1 0,0 0,0 0,1 0,-1 0,0 0,1 0,-1 0,0 0,0 0,-105-1,88-2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2:27.9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0,'347'54,"-339"-53,23 3,-1 1,1 1,-2 1,1 2,-1 1,0 1,-1 2,20 12,-42-22,-1 1,0 1,0-1,0 1,-1-1,1 1,-1 1,-1-1,1 0,-1 1,0 0,0 0,0 0,-1 0,0 0,0 1,-1-1,1 1,-1-1,-1 1,0-1,1 1,-2-1,1 1,-1-1,0 1,0-1,-1 1,0-1,0 0,-1 0,-2 6,-15 21,-1-1,-1-1,-1-1,-2-1,-1-1,-2-2,0 0,-2-2,0-1,-2-1,-14 6,-40 26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2:29.5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61,'0'-61,"4"134,4-1,3-1,19 68,-10-63,3 0,3-2,15 25,-83-162,41 61,-3-3,0-1,0 0,1 0,-1 0,1-1,0 1,1-1,0 0,0 1,0-1,1 0,0 0,0 0,1 0,0 0,0 0,1 0,0 0,0 0,0 0,1 0,0 0,1-2,25-25,-21 27,0-1,-1 1,0-1,-1 0,1 0,-2-1,1 1,-1-1,0 0,-1 0,0-1,-1 1,1-1,-1-3,-3-1,0-1,-1 1,0-1,-2 1,1 0,-2 0,0 0,0 1,-1-1,-1 1,0 1,-1-1,0 1,-1 1,-1 0,-2-3,-32-22,263 78,-162-34,6 0,-1 3,0 2,59 21,-46 12,-73-45,-1 1,1-1,0 1,-1 0,0 0,1 0,-1 0,0 0,0 0,0 0,0 0,0 0,0 1,-1-1,1 0,-1 0,1 1,-1-1,0 0,0 1,0-1,0 1,-1-1,1 0,-1 0,1 1,-1-1,0 0,0 0,0 0,0 1,0-1,0 0,0-1,-1 2,-8 6,0 0,0-1,-1 0,0-1,0 0,-1-1,0 0,0 0,0-2,-1 1,-8 0,-2 3,-149 69,126-51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2:50.43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0,'157'8,"57"-1,-142-7,0 3,55 9,185 49,114-41,-240-7,-115-10,-1 3,65 14,-80-7,-28-5,1-2,0-1,0-1,20-1,144 19,-108-8,16-4,1-3,27-6,157 22,-285-23,47 7,1-2,0-1,0-3,39-5,99-5,-156 7,-21-1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2:51.03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118 0,'29'19,"51"26,-43-28,-1 3,-1 1,-1 1,-1 2,-2 2,0 0,15 19,-42-42,-1 0,1 1,-1-1,0 1,0 0,0 0,0 0,-1 0,0 0,0 1,0-1,0 1,-1-1,1 1,-1 0,-1 0,1-1,0 1,-1 0,0 0,0 0,-1 0,1-1,-1 1,0 0,-1 0,1-1,-1 1,0-1,0 1,0-1,0 0,-1 0,0 1,-11 8,0-1,0-1,-1 0,-1-1,0-1,0 0,-1-2,-16 7,10-4,-247 115,266-123,-65 46,61-36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3:05.0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268 1,'-19'18,"-12"16,-7 16,-3 13,1 15,2 15,8 12,8 9,14 7,14 1,16-4,13-9,13-10,9-13,7-15,-8-18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3:05.68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43 155,'-7'12,"1"0,1 0,0 0,0 1,2 0,-1-1,2 1,0 1,0-1,1 0,1 0,0 1,1-1,0 0,1 0,0 0,1 0,1 0,1 1,-3-5,1 0,0 0,1 0,0-1,0 1,1-1,0 0,0 0,1-1,0 0,0 0,1 0,0-1,0 0,0 0,1-1,0 0,0 0,0-1,1 0,0 0,-1-1,1 0,0 0,1-1,-1-1,0 1,1-2,-1 1,0-1,8-1,-8-1,1 0,-1-1,1 0,-1 0,0-1,0-1,-1 1,1-1,-1-1,0 1,0-2,-1 1,0-1,0 0,0 0,-1-1,0 0,-1 0,0 0,0-1,0 1,-1-1,-1 0,1-1,-1 0,2-8,0 0,-1 0,-1 0,-1-1,0 1,-2-1,0 0,-1 1,0-1,-2 1,0 0,-6-17,7 27,0 0,-1-1,0 1,0 0,-1 0,0 1,0-1,-1 1,0 0,0 0,-1 1,0-1,0 1,0 0,-1 1,0 0,0 0,0 0,-1 1,1 0,-1 0,0 1,0 0,-1 1,1-1,0 2,-1-1,0 1,1 0,-1 1,1 0,-1 0,0 1,1 0,-1 1,-3 1,1 2,0 1,0 0,1 0,0 1,0 1,1 0,0 0,0 0,1 1,0 1,0 0,1 0,0 0,1 0,1 1,-1 0,2 1,-1-1,2 1,0 0,0 0,1 0,0 0,1 0,0 0,1 0,1 7,5 26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3:06.1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176 0,'5'21,"4"19,4 20,6 19,1 20,0 15,-1 12,-5 8,-8 2,-15-3,-22-7,-29-7,-39-11,-3-23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3:07.0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253 1,'-14'18,"-11"21,-9 19,-5 17,-1 13,4 9,6 3,8 2,10-3,14-7,14-9,11-13,0-17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3:07.62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0 231,'27'-41,"1"1,2 2,2 0,27-23,-59 61,0-1,0 1,0-1,1 0,-1 1,0-1,0 1,1-1,-1 1,0-1,1 0,-1 1,0-1,1 1,-1 0,1-1,-1 1,1-1,-1 1,1 0,-1-1,1 1,0 0,-1 0,1-1,-1 1,1 0,0 0,-1 0,1 0,0 0,-1 0,1 0,-1 0,1 0,0 0,-1 0,1 0,0 0,-1 0,1 1,-1-1,1 0,-1 0,1 1,0-1,-1 0,1 1,-1-1,1 1,-1-1,0 1,1-1,-1 1,1-1,-1 1,0 0,-7 139,2 297,-8-346,12-88,0 0,0-1,0 1,0 0,0-1,-1 1,1-1,-1 1,0-1,0 0,0 1,0-1,0 0,0 0,0-1,-1 1,1 0,-1-1,1 0,-1 1,0-1,1 0,-1 0,0 0,0-1,0 1,0-1,1 1,-4-1,4 0,0-1,0 1,-1 0,1-1,0 1,0-1,-1 0,1 0,0 0,0 0,0 0,0 0,0-1,1 1,-1 0,0-1,0 0,1 1,-1-1,1 0,0 0,-1 0,1 0,0 0,0 0,0 0,1 0,-1 0,0-2,2 3,-1 0,1-1,0 1,0 0,0 0,0 0,0 0,0 0,0 0,0 0,0 0,1 0,-1 0,0 1,0-1,1 0,-1 1,1-1,-1 1,0 0,1-1,-1 1,1 0,-1 0,1 0,-1 0,1 0,0 0,0 0,200 3,-108 3,144-4,-198-5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3:07.94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140 1,'16'2,"10"8,8 11,2 17,0 15,-3 15,-9 17,-9 14,-15 13,-19 9,-24 8,-32 7,-36 4,-1-22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15:42.1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574 754,'-2'0,"1"7,8 9,10 13,9 14,9 9,8 6,4 2,0-6,0-7,-6-7,-6-10,-5-11,-9-8</inkml:trace>
  <inkml:trace contextRef="#ctx0" brushRef="#br0" timeOffset="249.968">929 767,'-14'5,"-9"12,-6 19,-4 16,-1 13,-3 10,2 1,1-5,2-10,4-13,7-15</inkml:trace>
  <inkml:trace contextRef="#ctx0" brushRef="#br0" timeOffset="449.432">356 999,'-5'5,"8"1,18 0,20-4,23-6,17-8,12-6,5-4,-2-2,-12 2,-19 4</inkml:trace>
  <inkml:trace contextRef="#ctx0" brushRef="#br0" timeOffset="853.349">929 439,'-36'-11,"0"2,-1 2,1 1,-2 2,1 1,0 2,0 2,-1 1,1 2,0 2,-17 5,28-5,1 2,0 1,0 0,1 2,1 1,0 1,0 0,1 2,1 1,1 1,0 0,1 1,1 2,1-1,0 2,2 0,0 1,2 1,-9 19,11-16,1 0,2 1,0 0,2 0,1 1,1-1,2 1,1 0,0 0,3 0,0 0,5 21,-4-30,2-1,0 0,1-1,0 1,2-1,0-1,1 1,0-1,1-1,1 0,1 0,0-1,1 0,0-1,1-1,0 0,1-1,0-1,11 6,1-4,-1 0,2-2,0-1,0-1,0-2,1-1,0-1,0-1,0-1,0-2,28-3,-13-2,0-1,-1-2,1-3,-2-1,1-2,-2-1,22-13,-40 17,0-1,-1-1,0 0,-1-2,0 0,-2-2,0 0,-1-1,0-1,-2-1,0 0,-1-1,-1 0,-1-2,-1 1,-2-1,0-1,-1 0,-1-1,-1 1,-2-1,0-1,-2 1,1-24,-5 23,-1 0,-1-1,-2 2,0-1,-2 1,-1 0,-1 0,0 0,-2 2,-1-1,-1 1,-1 1,-1 1,-1 0,-1 1,0 0,-2 1,0 2,-1 0,-1 0,0 2,-1 1,-1 1,0 1,-1 0,0 2,0 1,-1 1,-1 1,1 1,-1 1,0 2,0 0,0 2,-1 1,3 2,1 2,0 1,0 1,0 0,1 2,0 1,0 0,1 2,0 0,1 1,1 2,0 0,0 1,1 0,1 2,1 0,1 1,0 0,1 1,1 1,1 0,0 1,2 0,1 1,-5 15,-14 82,17-10</inkml:trace>
  <inkml:trace contextRef="#ctx0" brushRef="#br0" timeOffset="6622.162">9587 794,'-9'-6,"-1"1,1 0,-1 0,0 1,0 0,0 1,0 0,-1 0,1 1,-1 1,1 0,-1 0,0 1,1 0,-1 1,0 0,1 1,-1 0,1 1,-1 0,1 0,0 1,1 1,-1 0,1 0,0 1,0 0,0 0,1 1,0 0,0 0,1 1,-21 57,27-63,1-1,0 1,0-1,0 1,0-1,0 1,0-1,1 0,-1 1,0-1,1 1,-1-1,1 1,-1-1,1 0,0 1,0-1,0 0,-1 0,1 0,0 1,0-1,1 0,-1 0,0-1,0 1,0 0,1 0,-1 0,0-1,1 1,-1-1,1 1,-1-1,0 0,1 1,-1-1,1 0,-1 0,1 0,-1 0,1 0,-1 0,1-1,0 1,15-4,0 0,-1-1,0-1,0-1,0 0,-1-1,0-1,0 0,-1-1,-1 0,0-1,0-1,1-1,2 0,-1-1,0-1,-1 0,0-1,-1-1,-1 0,-1 0,0-1,-2-1,0 0,0 0,-2 0,-1-1,0 0,-1-1,-2 1,0-1,-1 0,-1 0,-1 0,0 1,-2-5,0 16,0 1,0-1,-1 0,0 1,-1-1,0 1,0 0,-1 0,0 0,-3-3,6 9,1 0,-1 0,-1-1,1 1,0 1,0-1,-1 0,1 0,-1 1,1 0,-1-1,0 1,0 0,1 0,-1 1,0-1,0 0,0 1,0 0,0 0,0 0,0 0,0 0,0 0,1 1,-1 0,0-1,0 1,0 0,1 0,-1 1,0-1,-1 1,-7 7,0 0,1 1,0 0,0 0,1 1,0 1,1-1,1 1,0 1,0-1,1 1,1 0,0 1,1-1,0 1,0 7,-1-2,1-1,1 2,0-1,2 0,0 0,1 0,1 1,1-1,1 0,0 0,2 0,0-1,1 1,1-1,0-1,1 1,2-1,-1-1,2 1,0-2,1 0,0 0,2-1,-1 0,2-1,0-1,0-1,1 0,0-1,1 0,0-1,3-1,-8-2,0-1,0-1,1 0,-1-1,1 0,0-1,0 0,0-1,1-1,-1 0,0-1,0 0,0-1,0 0,0-1,-1-1,1 0,-1 0,0-2,0 1,0-1,-1-1,0 0,0-1,-1 0,0-1,-1 0,5-4,-8 3,1 0,-1 0,-1 0,0-1,-1 0,0 0,0 0,-1 0,0 0,-1-1,-1-1,0 8,0-1,-1 1,0-1,0 0,0 1,-1-1,0 1,0-1,0 1,-1 0,0-1,0 1,0 0,-1 0,1 0,-1 0,0 1,-1-1,1 1,-1 0,0 0,0 0,-4-3,5 5,0 0,-1 0,1 0,0 1,-1 0,1-1,-1 1,1 0,-1 1,1-1,-1 0,0 1,1 0,-1 0,0 0,0 1,1-1,-1 1,1 0,-1 0,1 0,-1 0,1 0,-1 1,1 0,0 0,0 0,0 0,0 0,0 0,0 1,1 0,-1-1,0 2,-1 0,1 1,-1-1,1 1,0 0,0 0,0 0,1 1,0-1,0 0,0 1,1-1,-1 1,1 0,1 0,-1-1,1 1,0 0,0 0,1-1,-1 1,3 5,-1-4,1-1,1 1,-1 0,1-1,1 0,-1 0,1 0,0-1,0 0,0 0,1 0,0 0,0-1,0 0,0 0,1-1,3 2,125 36,-39-29,-6-7</inkml:trace>
  <inkml:trace contextRef="#ctx0" brushRef="#br0" timeOffset="1568.307">2323 399,'0'21,"0"20,0 18,0 12,2 11,1 5,0 0,1-9,1-17</inkml:trace>
  <inkml:trace contextRef="#ctx0" brushRef="#br0" timeOffset="2225.183">2308 616,'-1'-14,"-7"-203,24 148,-16 68,1-1,-1 1,1-1,-1 1,1-1,0 1,0 0,0-1,0 1,0 0,0 0,0 0,0 0,0 0,0 0,1 0,-1 0,0 0,1 0,-1 1,0-1,1 1,-1-1,1 1,-1-1,1 1,0 0,-1 0,1 0,-1 0,1 0,-1 0,1 0,-1 0,1 1,-1-1,1 0,-1 1,1 0,-1-1,2 1,5 6,0 0,0 1,0 0,-1 0,-1 0,1 1,-1 0,0 1,-1-1,0 1,-1 0,0 0,-1 0,0 1,0-1,-1 1,1 9,0-4,-1 1,0-1,-1 1,-1 0,0-1,-1 1,-1 0,1-11,0-1,0 1,-1-1,1 1,-1-1,0 0,-1 0,1 0,-1 0,0 0,0 0,-1-1,1 1,-1-1,0 0,0 0,0-1,-1 1,1-1,-1 0,0 0,-1 0,4-2,1 0,-1 0,1 0,-1-1,1 1,-1-1,0 1,1-1,-1 1,0-1,0 0,1 0,-1 0,0 0,0 0,1 0,-1 0,0-1,0 1,1-1,-1 1,0-1,1 0,-1 1,1-1,-1 0,1 0,-1 0,1 0,0 0,-1-1,1 1,0 0,0-1,0 1,1 0,0 0,1 0,-1 0,1 0,-1 0,1 0,-1 0,1 0,0 0,0 1,-1-1,1 0,0 0,0 1,0-1,0 1,-1-1,1 1,0-1,0 1,0-1,0 1,0 0,0 0,1-1,-1 1,0 0,0 0,0 0,0 0,0 0,0 0,0 1,0-1,0 0,0 1,12 1,-1 1,0 0,-1 1,1 1,-1 0,0 0,0 1,0 1,-1 0,0 0,0 1,-1 0,0 0,4 6,-8-10,0 1,1 0,-2 0,1 0,0 1,-1-1,0 1,-1 0,1 0,-1 1,0-1,0 1,-1-1,0 1,0 0,-1 0,0 0,0 0,-1 0,1 0,-1 0,-1 0,0 0,0 0,0 0,-1 0,1-1,-2 1,1 0,-1-1,-3 7,-1-6,0 0,-1 0,1 0,-1-1,-1 0,1 0,-1-1,0 0,0-1,-1 0,1 0,-1-1,0 0,0-1,0 0,0 0,0-1,0-1,-1 0,1 0,0-1,7 1,-1 0,1 0,0 0,0 0,-1-1,1 1,0-1,0 0,-1 0,1 0,0-1,0 1,1-1,-1 1,0-1,0 0,1 0,-1 0,1-1,0 1,-1-1,1 1,0-1,0 1,1-1,-1 0,1 0,-1 0,1 0,0 0,0-1,0 1,1 0,-1 0,1-1,0 1,-1 0,2 0,-1-1,0 1,1 0,-1-1,1 1,0 0,0 0,0 0,0 0,1 0,1-3,7-6,1 0,1 1,-1 0,2 1,-1 1,1-1,1 2,0 0,0 1,0 0,1 1,0 1,0 0,1 1,12-2,-7 1,0 0,1 2,0 0,-1 1,1 1,4 2,-20-1,0 0,-1 1,1 0,0 0,0 0,-1 1,1-1,-1 2,1-1,-1 0,0 1,0 0,0 1,0-1,0 1,-1-1,0 2,1-1,-2 0,1 1,0-1,-1 1,0 0,0 0,0 1,1 6,-1 0,0 0,0 0,-1 0,-1 0,0 0,0 12,7 57,-7-77,0 0,0 0,0-1,1 1,-1-1,1 0,0 1,0-1,0 0,0 0,1 0,-1 0,1 0,0-1,0 1,0-1,0 0,1 1,7 2</inkml:trace>
  <inkml:trace contextRef="#ctx0" brushRef="#br0" timeOffset="2478.203">2718 522,'-5'11,"9"9,11 3,5-2</inkml:trace>
  <inkml:trace contextRef="#ctx0" brushRef="#br0" timeOffset="3043.995">3332 712,'-25'1,"-1"1,1 1,0 1,0 2,1 0,-1 1,1 2,1 0,0 1,-10 8,-11 16,43-33,0 0,0 0,0 0,0 0,1 0,-1 1,1-1,-1 0,1 0,-1 1,1-1,0 0,-1 1,1-1,0 1,0-1,0 0,0 1,0-1,0 0,1 1,-1-1,0 0,1 1,-1-1,1 0,-1 0,1 1,-1-1,1 0,0 0,0 0,0 0,0 0,0 0,0 0,0 1,10 5,0 1,1-1,-1-1,1 0,1 0,-1-1,1-1,0 0,0-1,21 8,-22-7,-1-1,0 0,0 0,0 1,0 1,-1 0,0 0,0 1,0 0,-1 1,0 0,0 1,0-1,-1 2,0-1,4 7,-11-12,0-1,0 0,0 1,-1-1,1 1,0-1,-1 1,0-1,0 1,0-1,0 1,0-1,0 1,0-1,-1 1,0-1,1 1,-1-1,0 1,0-1,0 0,0 1,-1-1,1 0,-1 0,1 0,-1 0,0 0,0-1,1 1,-1 0,0-1,-1 1,1-1,-2 1,-2 2,-1-1,1 1,-1-2,0 1,0-1,0 1,0-2,0 1,-1-1,1 0,-8-1,13 0,-1 0,1 0,0 0,-1-1,1 1,0-1,-1 1,1-1,0 0,0 0,0 0,-1 0,1 0,0 0,0-1,1 1,-1-1,0 0,0 1,1-1,-1 0,1 0,-1 0,1 0,0 0,0 0,0 0,0 0,0-1,1 1,-1 0,1-1,-1 1,10-81,11 33,2 1,2 1,2 2,25-34,10-18,-35 55,-1-2,-2 0,-2-1,-2-2,-3 0,-1 0,-3-2,-1 1,3-49,-18 46,-3 55,-12 68,11-3,3 0,3 1,3 0,3-1,3 1,3-1,3-1,3 0,4 3,-16-52,1 0,1-1,0 0,1 0,1-1,0 0,2 0,-1-1,2 0,0-1,11 11,-19-22,0-1,0 0,0 0,0 0,0 0,1 0,-1 0,1-1,-1 0,1 1,0-1,0-1,-1 1,1-1,0 1,19-3</inkml:trace>
  <inkml:trace contextRef="#ctx0" brushRef="#br0" timeOffset="3299.309">3114 357,'-14'0,"-2"0,13 3,23 0,32 0,35-1,32 0,27-4,18-2,-19-2</inkml:trace>
  <inkml:trace contextRef="#ctx0" brushRef="#br0" timeOffset="3810.044">4302 808,'-11'-1,"0"1,-1 0,1 0,0 1,0 0,-1 1,1 1,0-1,1 2,-1-1,0 2,1-1,0 1,0 1,0 0,1 0,0 1,0 0,1 1,0 0,0 0,1 1,0 0,0 0,1 0,0 1,1 0,0 0,0 1,4-9,0-1,0 1,0 0,0-1,0 1,0 0,0 0,1 0,-1 0,1 0,-1 0,1 0,0 0,0 0,0 0,0 0,0 0,0 0,0 0,1 0,-1 0,1 0,0 0,-1 0,1 0,0 0,0 0,0-1,0 1,1 0,-1-1,0 1,1-1,-1 1,1-1,-1 0,1 1,0-1,-1 0,1 0,0 0,0-1,0 1,0 0,0-1,0 1,0-1,0 0,11 0,0-2,0 0,0 0,-1-1,1-1,-1 0,0-1,0 0,0-1,0 0,-1-1,0 0,5-5,-3 4,0-2,-1 1,0-1,0-1,-1 0,-1-1,0 0,0 0,-1-1,-1 0,0-1,-1 0,3-8,-7-14,-3 35,1 0,-1 1,0-1,0 0,0 1,0-1,0 0,0 1,-1-1,1 0,0 1,0-1,0 0,-1 1,1-1,0 1,-1-1,1 0,0 1,-1-1,1 1,-1-1,1 1,-1 0,1-1,-1 1,1-1,-1 1,1 0,-1-1,1 1,-1 0,0 0,1-1,-1 1,0 0,1 0,-1 0,0 0,1 0,-1 0,0 0,1 0,-1 0,0 0,1 0,-1 0,0 1,1-1,-3 3,0 0,0 1,1-1,-1 1,1-1,0 1,0 0,1 0,-1 0,1 0,0 0,0 0,0 0,0 1,1-1,0 0,0 0,0 1,0-1,1 0,-1 0,1 0,1 2,0 3,1 0,-1 0,2 0,0-1,0 0,0 0,1 0,0 0,0 0,1-1,0 0,1 0,-1-1,1 0,1 0,-1-1,1 1,0-2,0 1,0-1,1 0,-1-1,1 0,0 0,0-1,0 0,0-1,0 0,1 0,34 1</inkml:trace>
  <inkml:trace contextRef="#ctx0" brushRef="#br0" timeOffset="4411.217">4835 180,'-6'16,"0"0,1 1,1-1,1 1,0 0,1 0,1 0,0 4,0-10,-2 99,4 0,4-1,7 13,2-47,-14-75,0 1,0 0,0-1,0 1,0 0,0-1,0 1,0-1,0 1,0 0,1-1,-1 1,0-1,0 1,1-1,-1 1,1-1,-1 1,0-1,1 1,-1-1,1 1,-1-1,1 0,-1 1,1-1,-1 0,1 1,-1-1,1 0,0 0,-1 1,1-1,-1 0,1 0,0 0,-1 0,1 0,-1 0,1 0,0 0,-1 0,1 0,0 0,-1-1,1 1,-1 0,1 0,-1-1,1 1,0 0,-1-1,21-27,-5-12,-14 33,0 0,0 1,1-1,0 1,0 0,0 0,1 0,0 0,0 1,1-1,-1 1,5-3,-7 7,-1 0,1 0,0 1,0-1,-1 1,1-1,0 1,0 0,0-1,-1 1,1 0,0 0,0 1,0-1,0 0,-1 1,1-1,0 1,0-1,-1 1,1 0,0 0,-1 0,1 0,-1 0,1 0,-1 0,0 0,1 0,-1 1,0-1,1 2,36 48,-30-37,-1 1,-1 0,0 0,0 0,-2 0,0 1,-1 0,0 0,-1 0,-1 10,-1-23,1-1,-1 1,-1-1,1 0,0 1,0-1,-1 0,0 1,1-1,-1 0,0 0,0 1,0-1,0 0,-1 0,1 0,0 0,-1-1,0 1,1 0,-1-1,0 1,0-1,0 1,0-1,0 0,0 0,0 0,0 0,-1 0,1 0,0-1,-1 1,1-1,0 1,-1-1,1 0,0 0,-1 0,1 0,-1-1,1 1,0-1,-1 1,1-1,-2-1,-1-1,0 0,0-1,0 0,1 0,0 0,-1-1,2 1,-1-1,0 0,1 0,0-1,0 1,1-1,-1 1,1-1,1 0,-1 0,1 0,0 0,0 0,0 0,1 0,0 0,0 0,1 0,0 0,0 0,0 0,1 0,-1 1,2-1,-1 0,3-3,1-1,0 1,1 0,0 0,1 1,0 0,0 0,1 1,0 0,0 1,1 0,-1 0,1 1,1 0,-1 1,1 0,-1 1,1 0,0 0,1 1,-1 1,6 0,-13 1,0 0,0 0,0 1,0-1,-1 1,1 0,0 1,0-1,-1 0,1 1,-1 0,0 0,1 0,-1 0,0 1,0-1,0 1,-1 0,1 0,-1 0,1 0,-1 0,0 0,0 0,0 1,32 98,-22-57,-11-40,0 0,0 0,1 0,-1 0,1 0,0 0,1 0,-1 0,1-1,0 1,0-1,0 0,1 0,-1 0,1 0,0-1,0 1,1-1,-1 0,1 0,-1-1,1 1,0-1,0 0,14-3</inkml:trace>
  <inkml:trace contextRef="#ctx0" brushRef="#br0" timeOffset="4689.051">5162 316,'-4'16,"4"15,13 9,13 7,2-4</inkml:trace>
  <inkml:trace contextRef="#ctx0" brushRef="#br0" timeOffset="5571.462">5804 739,'14'-18,"-1"-2,-1 1,-1-2,-1 1,-1-1,0-1,-2 0,-1 0,0-1,-2 1,0-1,-2 0,0 0,-2 0,0 0,-2 0,0 0,-2 0,0 0,-2 1,-3-9,8 27,0-1,-1 0,1 1,-1-1,0 1,0-1,0 1,-1 0,0 0,1 0,-2 0,1 1,0-1,-1 1,1 0,-1 0,0 0,0 0,0 1,0 0,-1-1,1 1,0 1,-1-1,0 1,1 0,-1 0,0 0,0 1,1-1,-1 1,0 0,0 1,0-1,0 1,1 0,-4 1,-2 5,1 0,1 1,-1 0,1 0,1 1,-1 0,1 0,1 1,0-1,0 2,1-1,1 0,-1 1,2 0,-1 0,0 6,-5 18,1 1,1 0,2 0,1 0,2 0,2 1,1-1,5 27,-3-39,1 0,2-1,0 0,1 0,1-1,1 1,1-2,1 1,1-2,1 1,1-2,0 0,14 13,-22-25,-1-1,1 0,1 0,-1 0,1-1,0 0,0 0,0-1,1 0,0 0,0-1,0 0,0 0,0-1,0 0,1-1,-1 1,1-2,-1 1,1-1,-1 0,1-1,-1 0,1-1,-1 1,0-1,1-1,3-1,1-8,1 0,-2-1,1-1,-2 0,0 0,-1-1,0 0,-1-1,-1 0,0-1,-1 0,-1 0,-1 0,1-5,21-57,-19 72,-9 30,1-20,-2 14,1 1,1 0,1 0,0 0,1 0,3 8,-4-22,0 1,0 0,1-1,0 0,0 1,0-1,1 0,-1 0,1 0,0 0,0-1,0 1,1-1,-1 0,1 0,0 0,0 0,0-1,0 1,0-1,0 0,1 0,-1-1,1 1,-1-1,1 0,0 0,6 0,1-1,-1 0,0-1,1 0,-1-1,0 0,0-1,0 0,-1-1,1 0,-1 0,1-1,-2-1,1 0,0 0,-1-1,-1 0,1 0,-1-1,0 0,-1-1,1 0,-2 0,1 0,-2-1,1 0,-1 0,-1 0,1-1,-2 0,0 1,0-1,1-9,-5 26,1 0,0 1,0-1,1 0,0 1,0-1,0 0,1 0,0 0,0 0,1 0,0 0,1 1,6 4,1-1,0 0,1 0,0-2,1 1,0-2,0 1,0-2,1 0,0-1,0 0,1-1,-1 0,1-1,10 0,52 17,-21 1,75 16,-122-38,0-1,-1 0,1 0,-1-1,0 0,0-1,0 0,0 0,0 0,-1-1,0 0,0-1,0 0,-1 0,0 0,0-1,-1 0,1 0,-1 0,-1 0,1-1,-2 0,2-3,24-42,-3-2,-3 0,-2-2,-2 0,-3-1,-2-1,-3 0,-3-1,-2 0,-2-48,-4 100,2-8,-1 0,-1-1,-1 1,0 0,-1 0,-1 0,0 0,-1 0,-1 1,-1-3,5 16,0 0,0 0,0 0,0-1,-1 1,1 0,-1 0,1 1,-1-1,0 0,1 0,-1 1,0-1,0 1,0 0,-1 0,1-1,0 1,0 1,-1-1,1 0,0 0,-1 1,1-1,-1 1,1 0,0 0,-1 0,1 0,-1 0,1 1,-1-1,1 1,0-1,-1 1,1 0,0 0,0 0,-1 0,1 0,-1 2,-8 5,1 1,1 0,0 1,0 0,1 0,0 1,1 0,0 0,1 0,0 1,0 0,2 1,-1 0,-5 13,0 0,2 0,1 1,1-1,1 2,1-1,2 0,1 1,1-1,1 1,1-1,2 0,1 1,1-2,1 1,1-1,2 0,0 0,2-1,0-1,12 15,5-2,2-2,2-1,1-1,1-2,2-2,1-1,1-2,27 13,85 35,-89-52</inkml:trace>
  <inkml:trace contextRef="#ctx0" brushRef="#br0" timeOffset="11871.092">18054 890,'-3'-6,"0"0,0-1,-1 2,1-1,-1 0,-1 1,1 0,-1 0,0 0,0 0,-1 1,1 0,-1 0,0 1,0-1,0 1,-1 0,1 1,-1 0,1 0,-1 0,0 1,1 0,-1 0,0 1,0-1,0 2,0-1,0 1,-4 1,5 0,-1 2,1-1,-1 1,1-1,0 2,0-1,1 1,0 0,-1 0,1 0,1 1,-1-1,1 1,0 1,1-1,-1 1,3-5,-1 1,1 0,-1 0,1 1,0-1,0 0,1 0,-1 0,1 1,0-1,-1 0,1 1,1-1,-1 0,0 0,1 1,0-1,0 0,0 0,0 0,0 0,0 0,1 0,0 0,-1 0,1 0,0-1,0 1,1-1,-1 1,0-1,1 0,0 0,-1 0,4 1,6 2,1-1,-1 0,1-1,0-1,1 0,-1 0,0-1,0-1,1 0,-1-1,0-1,0 0,0 0,0-1,0-1,0 0,-1-1,0-1,0 0,0 0,-1-1,0 0,3-3,-6 4,1 0,-1 0,0 0,-1-1,1 0,-1 0,-1-1,1 0,-2 0,1-1,-1 1,0-1,-1 0,4-9,-8 17,1-1,-1 1,0 0,1-1,-1 1,0-1,0 1,1-1,-1 1,-1-1,1 1,0-1,0 1,0-1,-1 1,1-1,-1 1,1-1,-1 1,0 0,1-1,-1 1,0 0,0 0,0 0,0-1,0 1,0 0,0 0,0 0,-1 1,1-1,0 0,-1 0,1 1,0-1,-1 1,1-1,-1 1,1-1,-1 1,1 0,-1 0,1 0,-1 0,1 0,-1 0,1 0,-1 0,1 1,0-1,-1 0,1 1,-1-1,1 1,0 0,-1 0,1-1,0 1,0 0,-1 0,-1 3,-1-1,1 1,0 0,0 0,1 0,-1 0,1 0,0 0,0 1,0-1,1 1,-1 0,1-1,0 1,1 0,-1 0,1-1,0 1,0 0,0 0,1 0,0-1,0 1,0 0,0-1,1 1,0-1,0 1,0-1,0 0,1 0,0 0,-1 0,1 0,3 2,6 4,0 0,1 0,0-1,0-1,1 0,0-1,0-1,0 0,1-1,0 0,1-1,13 1,53 12</inkml:trace>
  <inkml:trace contextRef="#ctx0" brushRef="#br0" timeOffset="15316.467">25551 767,'-18'-5,"1"1,-1 1,1 0,-1 1,0 1,0 1,-12 1,23 0,0 0,0 0,-1 0,1 1,0 0,1 0,-1 1,0 0,1 0,-1 1,1-1,0 1,0 1,1-1,-1 1,1 0,0 0,0 1,1 0,-1-1,3-2,1 0,-1-1,0 1,1 0,-1 0,1 0,0 0,0 0,0 1,1-1,-1 0,1 0,0 0,0 1,0-1,0 0,0 0,1 1,-1-1,1 0,0 0,0 0,0 0,0 0,1 0,-1 0,1 0,0 0,0-1,0 1,0-1,0 1,0-1,1 0,-1 0,1 0,0 0,-1 0,4 0,6 2,1 0,0-1,0-1,1 0,-1-1,0 0,1-1,-1-1,0 0,0-1,1 0,-1-1,0 0,-1-1,1-1,-1 0,0 0,0-2,0 1,-1-1,2-3,1 1,0-1,-1-1,0 0,0-1,-2 0,1-1,-2 0,1 0,-2-2,0 1,-1-1,0 0,-1-1,-1 0,0 0,-2 0,0-1,0 1,-1-4,2-8,-2 0,-1 0,-1 0,-1 0,-2 1,-1-1,-1 0,-1 0,-1 1,-2 0,-4-8,12 32,-1 0,1 1,-1-1,0 0,0 1,0-1,0 1,-1 0,1-1,0 1,-1 0,0 0,0 0,1 0,-1 0,0 0,-1 0,1 1,0-1,0 1,-1 0,1-1,-1 1,1 0,-1 0,1 1,-1-1,0 0,1 1,-1 0,0 0,1 0,-1 0,0 0,-3 4,1 1,0 0,0 0,1 1,0-1,-1 1,2 0,-1 0,1 1,0-1,0 1,1-1,-1 1,2 0,-1 0,1 0,0 0,0 2,1-7,-6 23,2 0,1 1,0-1,2 1,2 0,0-1,1 1,1-1,2 0,1 0,0 0,2-1,1 0,1 0,1-1,1 0,0-1,2 0,1-1,1-1,7 7,-13-17,1-1,0 0,1 0,-1-1,2-1,-1 0,1-1,0 0,0-1,1 0,0-1,13 2,-21-5,1 0,0 0,0-1,0 0,0 0,-1-1,1 1,0-2,0 1,-1-1,1 0,-1 0,1-1,-1 0,0 0,0 0,0-1,-1 0,1 0,-1 0,0-1,0 0,0 0,-1 0,0 0,0-1,2-3,0-1,-1-1,0 1,0-1,-1 0,-1-1,0 1,0-1,-1 1,-1-1,0 0,0 0,-1 0,-1 0,0 1,-1-1,0 0,0 1,-5-12,7 21,-1 1,1-1,-1 0,1 0,-1 1,0-1,1 0,-1 1,0-1,0 1,0-1,0 1,-1 0,1-1,0 1,-1 0,1 0,-1 0,1 0,-1 0,1 0,-1 0,1 0,-1 1,0-1,0 0,1 1,-1 0,0-1,0 1,0 0,1 0,-1 0,0 0,0 0,0 1,1-1,-1 0,0 1,0 0,1-1,-1 1,0 0,1 0,-1 0,1 0,-1 0,1 0,-1 0,0 1,-1 3,1-1,-1 0,1 1,0-1,0 1,1-1,-1 1,1 0,0 0,1 0,-1 0,1 0,0 0,0-1,0 1,1 0,-1 0,1 0,1 0,-1 0,1-1,-1 1,3 3,1 3,1 0,1 0,0 0,0 0,1-1,0-1,1 1,8 6,2 0,2-1,-1-1,2-1,0-1,0-1,4 0,55 21</inkml:trace>
  <inkml:trace contextRef="#ctx0" brushRef="#br0" timeOffset="12632.854">19870 1094,'3'-61,"2"1,4-1,5-16,-11 61,1-1,0 1,1 0,1 0,0 0,1 1,3-4,-8 15,0 1,1-1,-1 1,1 0,-1 0,1 0,0 0,0 0,1 1,-1-1,0 1,1 0,0 0,-1 0,1 0,0 1,0-1,0 1,0 0,0 1,0-1,0 0,0 1,0 0,0 0,1 0,-1 1,0 0,0-1,0 1,0 1,0-1,5 3,0 0,0 1,0 0,-1 0,1 1,-1 0,-1 1,1-1,-1 1,0 1,-1 0,0 0,0 0,-1 0,0 1,0 0,-1 0,0 0,-1 1,0-1,0 1,-1 0,0 0,-1 0,0 6,-1-12,0 0,0 0,-1 0,1 0,-1 0,0 0,-1 0,1-1,-1 1,1 0,-1 0,0-1,-1 0,1 1,0-1,-1 0,0 0,0 0,0 0,0-1,0 1,0-1,-1 0,1 0,-1 0,0 0,1-1,-1 1,0-1,0 0,0 0,0 0,0-1,0 0,0 1,0-1,0-1,0 1,0-1,0 1,0-1,0 0,0 0,0-1,-2-1,4 2,0 0,0-1,0 1,0-1,1 0,-1 0,1 1,-1-1,1 0,0 0,0 0,0-1,0 1,0 0,0 0,1 0,-1-1,1 1,-1 0,1-1,0 1,0 0,0-1,0 1,0 0,1-1,-1 1,1 0,0-1,-1 1,1 0,0 0,0 0,0 0,1 0,-1 0,0 0,1 0,-1 0,1 0,0 1,0-1,-1 1,1-1,0 1,1 0,17-13,2 2,-1 0,2 1,-1 1,1 2,9-3,60-24,-83 32,0-1,-1 0,0 0,1-1,-1 0,-1 0,1-1,-1 0,0 0,0 0,-1-1,0-1,4-5,-9 12,-1 0,1-1,-1 1,1-1,-1 1,1 0,-1-1,0 1,0-1,0 1,0-1,0 1,0-1,0 1,0-1,-1 1,1-1,-1 1,1 0,-1-1,1 1,-1-1,0 1,0 0,1 0,-1 0,0-1,0 1,0 0,-1 0,1 0,0 0,0 1,0-1,-1 0,1 0,0 1,-2-1,-56-10,56 12,-1-1,1 1,-1 0,1 0,0 0,-1 1,1-1,0 1,0 0,0 0,0 0,0 0,0 0,1 1,-1-1,1 1,0 0,0-1,0 1,0 0,0 0,0 1,1-1,-1 0,1 1,0-1,0 0,0 1,1-1,-1 1,1 0,0-1,0 1,0 5,0 0,0-1,1 1,0-1,1 1,0-1,0 1,1-1,0 0,1 0,-1 0,1-1,3 4,0-2,1-1,1 0,-1 0,1-1,0 0,1 0,0-1,0-1,0 0,0 0,1-1,0 0,0 0,0-2,0 1,0-1,1-1,-1 0,8-1,28 1</inkml:trace>
  <inkml:trace contextRef="#ctx0" brushRef="#br0" timeOffset="13005.457">20826 699,'-2'2,"0"0,0 1,1-1,-1 0,1 1,0-1,-1 1,1-1,0 1,1 0,-1 0,0-1,1 1,-1 0,1 0,0 0,0-1,0 1,0 0,1 0,-1 0,1-1,0 1,-1 0,1 0,1-1,-1 1,0-1,0 1,2 1,1 3,1 0,0 0,0-1,1 1,0-1,0 0,0-1,1 0,5 4,-6-5,1 0,0 0,0-1,0 0,0 0,0 0,1-1,-1 0,1-1,0 0,-1 0,1 0,0-1,0 0,-1-1,1 0,0 0,-1 0,1-1,-1 0,1-1,-1 0,0 0,0 0,0-1,-1 0,1 0,-1-1,0 0,0 0,2-3,-1 2,-1-1,1 0,-1-1,-1 0,1 1,-2-2,1 1,-1-1,0 1,-1-1,1 0,-2 0,2-9,-11 22,4 4,0 0,1 0,0 0,0 0,1 0,0 0,1 0,0 0,0 1,1-1,-1 0,2 0,-1 0,1 0,1 0,-1 0,1-1,1 1,-1-1,1 0,1 0,-1 0,1 0,0-1,1 0,-1 0,1 0,1-1,-1 0,1 0,0 0,0-1,0 0,4 1,34 10,-2-6</inkml:trace>
  <inkml:trace contextRef="#ctx0" brushRef="#br0" timeOffset="14466.967">21836 562,'-32'-6,"-1"3,0 0,0 2,0 2,-3 1,-27 19,61-20,1 0,0 0,0 0,0 0,0 0,-1 0,2 1,-1-1,0 0,0 1,0-1,1 0,-1 1,0-1,1 1,-1-1,1 0,0 1,0 0,-1-1,1 1,0-1,0 1,0-1,1 1,-1-1,0 1,0-1,1 1,-1-1,1 1,0-1,-1 0,1 1,0-1,0 0,-1 1,1-1,0 0,1 0,-1 1,12 11,1 0,1 0,-1-2,2 1,0-2,0 0,0-1,2-1,15 11,-9-6,-5-4,-1 1,0 1,-1 0,0 1,0 1,-2 1,0 0,0 1,9 14,-22-28,-1 0,0 1,0-1,0 0,0 1,-1-1,1 1,0-1,-1 1,1-1,-1 1,1 0,-1-1,0 1,1 0,-1-1,0 1,0 0,0-1,-1 1,1 0,0-1,-1 1,1 0,-1-1,1 1,-1-1,0 1,0-1,1 1,-1-1,0 0,0 1,-1-1,1 0,0 0,0 1,0-1,-1 0,1-1,-1 1,1 0,-1 0,1 0,-1-1,1 1,-1-1,0 1,-1 0,-1 1,0 0,1-1,-1 0,0 0,0 0,0 0,0-1,0 1,0-1,0 0,1 0,-1-1,0 1,0-1,0 0,0 0,0 0,1 0,-1-1,0 1,1-1,-1 0,1 0,0 0,0-1,0 1,0-1,0 0,0 0,1 0,-1 0,1 0,0 0,0-1,0 1,0-1,1 0,-1 1,1-1,1-2,1 0,0 0,0 0,0 0,1 0,-1 0,1 1,1-1,-1 1,1-1,0 1,0 0,0 0,1 0,0 1,0-1,4-3,84-62,-77 61,0 1,1 0,1 1,-1 1,1 0,0 1,17-3,-32 8,0 0,-1 0,1 0,0 0,-1 0,1 0,0 0,-1 0,1 1,0-1,-1 1,1-1,0 1,-1 0,1-1,-1 1,0 0,1 0,-1 0,0 0,1 0,-1 1,0-1,0 0,0 1,0-1,0 0,0 1,0-1,-1 1,1-1,0 1,-1 0,8 60,-7-47,-1 3,2-1,0 1,1-1,1 1,0-1,4 5,-7-18,1 1,-1-1,2 0,-1 0,0 0,1 0,-1 0,1 0,0-1,1 1,-1-1,0 0,1 0,0 0,0-1,0 1,0-1,0 0,0 0,0 0,1-1,-1 0,1 1,-1-1,1-1,1 1,-1-1,0 0,0-1,-1 1,1-1,0 0,-1-1,1 1,-1-1,1 1,-1-2,0 1,0 0,0-1,0 1,0-1,0 0,-1-1,0 1,1-1,-1 1,1-3,48-89,-30 6,-22 89,0 1,0-1,0 0,-1 0,1 0,0 0,0 1,0-1,0 0,0 0,0 0,-1 0,1 0,0 0,0 0,0 0,0 1,-1-1,1 0,0 0,0 0,0 0,0 0,-1 0,1 0,0 0,0 0,0 0,0 0,-1 0,1 0,0 0,0 0,0 0,0 0,-1-1,1 1,0 0,0 0,0 0,0 0,0 0,-1 0,1 0,0 0,0-1,0 1,0 0,-7 18,5-12,1 1,0-1,0 0,1 0,0 0,0 1,1-1,-1 0,1 0,1 1,-1-1,1 0,0 0,0-1,1 1,0 0,0-1,0 0,1 1,-1-1,1 0,0-1,1 1,-1-1,1 0,0 0,0 0,0-1,1 0,-1 0,1 0,0-1,0 1,0-1,0-1,0 1,0-1,1 0,6 0,1 0,-1-1,1 0,-1-1,0-1,0 0,1-1,-1 0,-1-1,1 0,-1-1,1-1,-1 0,-1 0,1-1,-1-1,4-3,6-6,-1 0,-1-1,0-2,-1 1,-2-2,0 0,-1-1,5-11,-4 1,-1 0,-1-2,-2 0,-1 0,-2-1,-1 0,-2-1,-1 1,-2-1,-2-34,-2 55,0 1,0 0,-2-1,0 1,0 0,-1 0,-1 1,-1-1,-1-3,4 13,1-1,-1 0,0 1,0 0,0-1,0 1,-1 0,0 1,0-1,0 1,0 0,0 0,-1 0,1 0,-1 1,0 0,0 0,0 0,0 0,0 1,0 0,0 0,-1 0,1 1,0 0,-4 0,2 1,-1 0,1 1,0 0,-1 0,1 1,0 0,1 0,-1 0,0 1,1 0,0 1,0-1,0 1,1 0,-1 1,1-1,0 1,1 0,-1 0,-2 6,-2 3,1 1,0 0,1 0,1 0,0 1,1 0,1 0,0 9,1-5,2 0,1 0,0-1,2 1,0 0,1 0,1-1,1 0,1 0,1 0,0-1,2 0,7 13,2-2,0 0,3-2,0 0,1-2,2 0,1-1,22 16,-31-27,1-1,0-2,0 1,1-2,1 0,7 2,-21-10,1 0,-1 0,0 0,1-1,-1 0,1 0,-1 0,1-1,-1 0,1 0,0 0,-1-1,1 0,-1 0,1 0,-1 0,0-1,1 0,-1 0,0-1,0 0,0 0,-1 0,1 0,3-4,5-7,0-1,-1-1,-1 0,0-1,-1 0,-1 0,-1-1,0 0,-1-1,-1 0,-1 0,2-19,-15 76,6-30,2 0,-1 0,1 0,0 0,1 0,0 0,0 0,1 0,0 0,0 0,1-1,0 1,0-1,1 0,0 0,0 0,1 0,0 0,0-1,0 0,1 0,0-1,0 0,0 0,1 0,2 1,-2-2,1-1,-1 1,1-1,0-1,0 1,0-2,0 1,1-1,-1 0,0-1,1 1,-1-2,0 1,1-1,-1-1,0 1,0-1,0-1,0 0,0 0,0 0,-1-1,0 0,0 0,0-1,0 0,0 0,3-5,-2 1,0-1,0 1,-1-1,0-1,-1 0,0 1,-1-2,0 1,-1-1,0 1,1-9,-5 14,-2 11,-2 11,2-10,1 1,0-1,1 1,-1-1,1 1,1-1,-1 1,1-1,0 1,0-1,1 0,0 1,0-1,1 0,0 0,0 0,0-1,0 1,1-1,0 0,0 0,1 0,-1 0,1-1,0 0,0 0,1 0,-1 0,1-1,0 0,0 0,0-1,0 1,1-1,7 2,0-1,1-1,-1 0,0-1,1 0,0-1,-1-1,1 0,-1-1,0 0,1-1,-1-1,0-1,10-4,-15 6,-1-1,0 0,0-1,-1 0,1 0,-1-1,0 1,0-2,-1 1,0-1,0 0,-1 0,1 0,-2-1,1 0,-1 0,0 0,-1 0,1-1,-2 1,1-1,-1 0,-1 0,1-1,-20 54,15-27,0-1,1 0,0 1,2 0,0-1,1 1,1 5,-1-16,-1 0,2-1,-1 1,1 0,-1-1,2 1,-1-1,1 0,-1 0,1 0,1 0,-1 0,1-1,0 1,0-1,0 0,0 0,1-1,0 1,-1-1,1 0,3 1,27 7,-1-7</inkml:trace>
  <inkml:trace contextRef="#ctx0" brushRef="#br0" timeOffset="14713.36">24213 412,'-19'-5,"-13"-1,-7 0,-3 6,4 7,8 10,17 7,10-2</inkml:trace>
  <inkml:trace contextRef="#ctx0" brushRef="#br0" timeOffset="9401.75">11840 671,'-1'-1,"0"-1,0 1,0-1,0 1,-1 0,1-1,0 1,-1 0,1 0,-1 0,1 0,-1 0,0 0,1 0,-1 1,0-1,1 1,-1-1,0 1,0 0,0-1,1 1,-1 0,0 0,0 0,0 1,1-1,-2 0,-8 2,-1-1,1 1,0 1,0 0,1 0,-1 1,1 1,0 0,0 0,0 1,0 0,1 1,0 0,1 0,0 1,0 0,0 0,1 1,0 0,1 0,0 1,-1 1,6-9,1 0,-1 0,0 0,0 0,1 0,-1 0,1 0,0 0,-1 0,1 0,0 0,0 0,0 0,1 0,-1 0,1 0,-1 0,1 0,-1 0,1 0,0 0,0 0,0 0,0 0,0-1,0 1,1 0,-1-1,1 1,-1-1,1 1,-1-1,1 0,0 0,0 0,-1 0,1 0,0 0,0 0,0-1,0 1,1 0,92 16,-39-17,1-2,-1-3,-1-2,1-3,-1-2,29-11,-69 19,1 0,0 0,-1-1,0-1,1-1,-2 0,1-1,5-4,-20 12,0 0,-1-1,1 1,0 0,0 0,0 0,0-1,-1 1,1 0,0 0,0 0,0-1,0 1,0 0,0 0,0-1,0 1,0 0,0 0,0-1,0 1,0 0,0 0,0-1,0 1,0 0,0 0,0 0,0-1,0 1,0 0,0 0,0-1,0 1,0 0,1 0,-1-1,-6 4,0-1,0 1,0-1,0 2,1-1,-1 1,1 0,0 0,0 0,0 0,1 1,-1 0,1 0,1 0,-1 1,1-1,-1 1,2 0,-1 0,1 0,0 0,0 0,0 1,1-1,-1 5,4-7,-1-1,0 1,1-1,0 1,0-1,0 0,0 0,0 0,0 0,1 0,0 0,-1-1,1 1,0-1,0 0,1 0,-1 0,0 0,1-1,-1 1,1-1,3 1,83 16,-77-17,0-1,0 0,0-1,1-1,-1 0,-1 0,13-5,-20 5,-1 1,1-1,0 0,-1 0,0 0,0-1,1 1,-1-1,-1 0,1-1,0 1,-1 0,0-1,1 0,-2 0,1 0,0 0,-1 0,0-1,0 1,0-1,1-3,-3 4,1-1,-1 1,0-1,0 1,0-1,-1 1,0-1,1 1,-2 0,1-1,0 1,-1 0,0 0,0 0,0 0,-1 0,1 0,-1 0,0 1,0 0,0-1,-1 1,-82-59,77 58,0 0,-1 0,1 0,-1 1,0 1,0 0,0 0,0 1,0 0,0 1,0 0,0 0,-9 2,20-2,0 0,0 1,-1-1,1 0,0 0,-1 1,1-1,0 1,-1-1,1 0,0 1,-1-1,1 1,-1-1,1 1,-1 0,1-1,-1 1,1 0,-1-1,0 1,1 0,-1-1,0 1,1 0,-1 0,0-1,0 1,0 0,0 0,0-1,0 1,0 0,0 0,0-1,0 1,0 0,-1 0,1-1,0 1,0 0,-1 0,1-1,0 1,-1 0,1-1,-1 1,1-1,-1 1,1 0,-1-1,0 1,1-1,-1 1,1-1,-1 0,0 1,1-1,-1 0,0 1,0-1,1 0,-1 0,0 0,0 0,0 0,18 5,0-1,1-1,-1 0,0-2,1 0,5-1,2 1,359 4,-379-6,0 1,-1 0,1 0,0 1,-1-1,1 1,0 0,-1 0,1 0,-1 1,1 0,-1 0,0 0,0 0,0 1,0-1,0 1,0 0,-1 0,1 1,-1-1,0 1,0-1,0 1,-1 0,1 0,-1 0,0 1,0-1,0 2,-9 92,-2-42,9-55,0 0,-1 1,1-1,0 0,0 0,0 1,0-1,0 0,0 0,0 1,1-1,-1 0,0 0,1 1,-1-1,1 0,-1 0,1 0,-1 0,1 0,0 0,0 0,-1 0,1 0,0 0,0 0,0 0,0 0,0-1,0 1,0 0,1-1,-1 1,0-1,0 1,0-1,1 0,-1 1,0-1,0 0,1 0,-1 0,0 0,0 0,1 0,-1 0,59-21,-46 13,1-1,-1-1,-1 0,0-1,-1 0,0-1,0 0,-1-1,-1 0,0-1,-1 0,0-1,-2 1,1-2,-2 1,0-1,1-6,-3 3,-8 18,-1 15,3-8,0 0,0 0,1 0,-1 0,1 0,1 0,-1 0,1 0,0 1,1-1,-1 0,1 0,1 0,-1 0,1 0,0 0,0 0,0-1,1 1,0-1,0 1,1-1,-1 0,1 0,0-1,3 3,-2-3,1-1,-1 0,1 0,0 0,0-1,0 1,0-1,1-1,-1 1,0-1,1-1,-1 1,1-1,-1 0,1 0,-1-1,0 0,1 0,-1 0,0-1,1 0,-1 0,0-1,0 1,-1-2,1 1,-1 0,1-1,-1 0,0 0,-1-1,1 1,-1-1,0 0,0 0,0-1,2-6,-1 0,0 0,0-1,-2 1,0-1,0 0,0-11,-8 124,7-93,1-1,0 1,1-1,0 0,0 0,0 0,0-1,1 1,0-1,0 0,1-1,-1 1,1-1,0 0,0 0,0-1,1 0,-1 0,1 0,0-1,0 0,0 0,0-1,5 1,43 9</inkml:trace>
  <inkml:trace contextRef="#ctx0" brushRef="#br0" timeOffset="10206.823">14107 808,'-24'-6,"0"0,-1 1,1 2,-1 0,0 2,0 1,0 0,-6 3,24-2,0 0,0 1,0 0,1 1,-1-1,0 1,1 0,0 1,-1-1,1 1,1 1,-5 2,8-5,1 0,-1 0,0 0,0 0,1 0,0 0,-1 1,1-1,0 0,0 1,0-1,0 1,0-1,1 1,-1-1,1 1,0 0,0-1,0 1,0-1,0 1,0 0,1-1,-1 1,1-1,0 1,0-1,-1 1,2-1,-1 0,0 1,0-1,1 0,0 0,0 1,6 5,1-1,-1 0,1-1,0 0,1 0,0-1,0 0,0 0,0-1,1-1,-1 0,1 0,0-1,0-1,0 0,0 0,0-1,0 0,0-1,2-1,-1 1,-1-1,1 0,-1-1,1-1,-1 0,0 0,-1-1,1-1,-1 1,0-2,0 1,4-5,-9 6,1 1,-1-1,-1 0,1 0,-1 0,0 0,0-1,0 0,-1 0,0 0,0 0,-1 0,1-1,-1 1,-1-1,1 1,-1-1,0 0,-1 0,0 1,0-1,0-1,0 6,0 1,1 0,-1 0,0-1,0 1,0 0,0-1,0 1,0 0,0 0,-1-1,1 1,0 0,-1 0,1 0,-1-1,1 1,-1 0,0 0,1 0,-1 0,0 0,0 0,0 0,0 0,0 0,0 1,0-1,0 0,0 0,0 1,0-1,0 1,0-1,-1 1,1 0,0-1,0 1,-1 0,1 0,0 0,0 0,-1 0,1 0,0 0,0 0,-1 0,1 1,0-1,0 0,-1 1,1-1,0 1,0 0,0-1,0 1,0 0,0 0,0-1,0 1,0 0,0 0,0 0,1 0,-2 1,-1 5,1 0,-1 0,1 0,0 0,1 0,-1 0,1 0,1 1,-1-1,1 0,1 1,-1-1,1 0,1 0,-1 1,1-1,0 0,1 0,0-1,0 1,0 0,1-1,0 0,0 0,1 0,0-1,-1 1,2-1,-1 0,1 0,0-1,5 4,-2-3,0-1,0 1,1-1,-1-1,1 0,0 0,0-1,0 0,0-1,0 0,0 0,1-1,-1-1,5 0,-9 0,0 0,0 0,0-1,-1 1,1-1,-1-1,1 1,-1-1,0 0,0 0,0 0,0-1,-1 1,1-1,-1-1,0 1,0 0,0-1,-1 0,0 0,0 0,0 0,0 0,-1-1,1-2,0-2,0 0,-1-1,0 1,-1-1,0 1,-1-1,0 1,0-1,-1 1,-1-1,-1-6,3 17,-1 0,1 0,0 0,0 0,0 1,-1-1,1 0,0 0,0 0,0 0,-1 0,1 0,0 0,0 1,-1-1,1 0,0 0,0 0,-1 0,1 0,0 0,0 0,-1 0,1 0,0-1,0 1,-1 0,1 0,0 0,0 0,-1 0,1 0,0 0,0-1,0 1,-1 0,1 0,0 0,0 0,0-1,0 1,0 0,-1 0,1 0,0-1,0 1,0 0,0 0,0-1,0 1,0 0,0 0,0-1,0 1,0 0,-5 23,4-16,0 0,1-1,-1 1,2 0,-1-1,1 1,0 0,0-1,0 1,1-1,0 1,1-1,-1 0,1 0,0 0,1 0,0 0,0-1,0 0,0 0,1 0,0 0,0-1,0 1,0-1,1 0,-1-1,1 0,2 1,3 0,0-1,1 0,-1-1,1 0,-1 0,1-2,0 1,0-1,-1-1,1 0,0-1,-1 0,1-1,2-1,-8 2,0 0,0 0,1-1,-2 0,1 0,0-1,-1 1,1-1,-1 0,0-1,-1 1,1-1,-1 0,0 0,0 0,0-1,-1 0,0 1,0-1,0 0,-1 0,0-1,0 1,0 0,0-6,-1 8,0-1,-1 1,0-1,0 0,0 1,0-1,-1 0,1 1,-1-1,0 1,-1-1,1 1,-1-1,-2-3,-4 35,8-20,0 0,1 0,0-1,0 1,1 0,0-1,0 1,0-1,1 0,0 0,0 0,1 0,-1 0,1-1,1 1,-1-1,1 0,-1-1,2 1,-1-1,0 0,1 0,5 3,5 1,0 0,1-1,-1-1,1 0,1-1,-1-1,1-1,11 1,172 2,-144-10</inkml:trace>
  <inkml:trace contextRef="#ctx0" brushRef="#br0" timeOffset="10980.766">15527 890,'0'-5,"-1"0,0 0,-1-1,1 1,-1 1,0-1,0 0,-1 0,1 1,-1-1,0 1,0 0,-1 0,1 0,-1 0,0 1,0-1,0 1,0 0,-1 0,1 1,-1-1,0 1,0 0,0 0,0 0,0 1,0 0,0 0,0 0,-3 1,3-1,-1 1,0-1,0 2,0-1,0 0,0 1,0 0,1 1,-1-1,0 1,1 0,-1 1,1-1,0 1,0 0,0 0,0 1,0-1,1 1,-1 0,1 0,0 1,0-1,1 1,-1 0,1 0,0 0,1 1,-1-1,1 0,-1 6,2-8,1 0,0 0,0 0,0 0,0 0,0 0,1 0,-1 0,1 0,0 0,0-1,0 1,0 0,1 0,-1-1,1 1,0-1,-1 0,1 1,0-1,0 0,0 0,1 0,-1 0,0 0,1-1,0 1,-1-1,1 0,0 1,-1-1,2 0,5 2,0 0,0-1,0 0,0 0,0-1,1 0,-1-1,0 0,10-1,-10 0,0-1,1 0,-1 0,0-1,0 0,0-1,-1 0,1 0,-1-1,0 0,0 0,0-1,-1 0,0 0,0-1,-1 0,0 0,0-1,0 1,-1-1,0-1,-1 1,0-1,0 1,-1-1,0 0,1-6,3-32,-2 0,-2 0,-2 0,-2 0,-3-1,-4-17,8 63,-4-38,-1 0,-2 0,-12-36,-1 39,19 36,0 0,1 1,-1-1,0 1,0-1,0 1,1 0,-1-1,0 1,0 0,0 0,0-1,0 1,0 0,1 0,-1 0,0 0,0 0,0 0,0 0,0 0,0 1,0-1,0 0,1 0,-1 1,0-1,0 1,0-1,1 1,-1-1,0 1,0-1,1 1,-1-1,1 1,-1 0,0 0,1-1,-1 1,1 0,0 0,-1 0,-8 13,1 0,1 0,0 1,1 0,0 1,1-1,1 1,0 0,0 14,4-29,-6 20,2 0,1 0,0 0,2 0,0 0,1 0,1 0,2 0,0 0,1 0,0 0,2-1,1 0,0 0,2 0,0-1,1-1,3 4,-1-8,0 0,1 0,0-2,1 0,0 0,1-1,1-1,0 0,0-2,0 1,1-2,1 0,-1-1,1-1,0-1,0 0,0-2,1 0,-1-1,1 0,-1-2,1 0,-1-1,0-1,0-1,2-1,-14 4,-1 0,1-1,-1 0,1 0,-1 0,1-1,-1 0,0 0,0 0,-1 0,1-1,-1 0,1 0,-1 0,0-1,-1 1,1-1,-1 0,0 0,0 0,-1 0,1-2,-4 5,0 0,0 1,0-1,0 0,0 0,-1 0,1 1,-1-1,1 1,-1-1,0 1,0-1,1 1,-1 0,0 0,0 0,0 0,0 0,-1 1,1-1,0 0,0 1,0 0,0-1,-1 1,1 0,0 0,0 1,0-1,-1 0,1 1,0-1,0 1,0-1,0 1,0 0,0 0,-1 1,2-2,-1 1,1 0,-1 0,1 0,0 0,-1 0,1 0,0 0,0 1,0-1,0 0,0 1,0-1,0 1,0-1,0 1,1-1,-1 1,1 0,-1-1,1 1,0 0,-1-1,1 1,0 0,0 0,0-1,1 1,-1 0,0-1,0 1,1 0,-1-1,1 1,0 0,-1-1,1 1,0-1,0 1,0-1,0 0,0 1,0-1,1 0,-1 0,0 0,1 0,-1 0,0 0,1 0,0 0,0 0,6 4,1-1,-1 0,1 0,0-1,0 0,0-1,0 0,1 0,-1-1,0 0,1-1,-1 0,1 0,-1-1,0 0,1-1,-1 0,0 0,0-1,0 0,0-1,0 0,-5 1,-1 0,1 0,0 0,-1-1,0 1,0-1,0 0,0 0,0 0,-1 0,0-1,0 1,0 0,0-1,-1 0,0 1,0-1,0 0,0 0,-1 1,0-1,0 0,0 0,0 0,-1 1,0-1,0 0,0 0,-1 1,1-1,-1 1,0 0,-1-1,1 1,-1 0,1 0,-1 0,-1 1,1-1,0 1,-1-1,0 1,1 0,-1 1,0-1,-2 0,-2-3,-2 1,1 0,0 0,-1 1,0 0,0 1,0 0,-1 1,1 0,-1 0,1 1,-8 0,13 1,0 0,-1 0,1 1,-1-1,1 1,-1 0,1 1,0-1,0 1,0 0,0 0,0 1,0 0,1 0,-1 0,1 0,-1 0,1 1,1 0,-1 0,0 0,1 0,0 1,0-1,-1 2,3-2,-1 0,0 0,1 1,0-1,0 0,0 1,0-1,1 1,0-1,0 1,0-1,0 1,1-1,-1 1,1-1,0 0,1 1,-1-1,1 0,0 0,0 0,0 0,1 0,-1-1,1 1,0-1,3 4,1 0,1 1,0-1,0 0,1-1,0 0,0-1,1 0,-1 0,1-1,0 0,3 0,-2 0,1-2,0 0,-1 0,1-1,0-1,0 0,0 0,-1-1,1-1,0 0,-1 0,10-4,22-11</inkml:trace>
  <inkml:trace contextRef="#ctx0" brushRef="#br0" timeOffset="11263.018">16319 316,'-7'-4,"0"-1,0 2,-1-1,0 1,1 0,-1 1,0-1,0 2,0-1,-1 1,1 0,0 1,0 0,-1 0,1 1,0 0,0 1,0-1,0 2,0-1,0 1,0 0,1 0,-1 1,1 0,0 1,1 0,-1 0,1 0,0 1,0-1,0 1,1 1,0-1,0 1,0 0,1 0,0 1,2-1,0 0,1 0,-1 0,1 0,0 0,1 1,0-1,0 0,1 0,0 0,0 1,0-1,1 0,0 0,1-1,-1 1,1 0,1-1,2 5,8 10,0 0,1-1,1 0,1-2,2 2,57 56,-16-18,-3 3,28 40,-83-97,1 1,0-1,0 0,0 0,1 0,0 0,0-1,0 1,0-1,0 0,0 0,1-1,0 1,-1-1,1 0,0 0,0-1,0 1,0-1,1 0,-1-1,0 1,0-1,5 0,84-21,-44 3</inkml:trace>
  <inkml:trace contextRef="#ctx0" brushRef="#br0" timeOffset="17576.483">27777 671,'-13'-3,"-1"0,0 1,0 1,0 0,0 1,0 0,0 1,0 1,0 0,1 0,-1 2,1 0,-1 0,1 2,1-1,-1 1,1 1,0 1,0-1,-9 10,19-16,1 1,-1-1,0 1,1-1,0 1,-1-1,1 1,0 0,0 0,0 0,0 0,0 0,1 0,-1 0,0 0,1 0,0 0,-1 0,1 0,0 0,0 0,0 1,0-1,1 0,-1 0,0 0,1 0,0 0,-1 0,1 0,0 0,0 0,0 0,0-1,1 1,-1 0,0 0,1-1,-1 1,1-1,-1 0,1 1,0-1,0 0,-1 0,1 0,0 0,0 0,0 0,0-1,1 1,12 1,0 0,-1-1,1-1,0-1,0 0,0 0,0-2,-1 0,1 0,-1-1,0-1,0-1,0 0,-1 0,0-2,0 1,-1-2,0 0,0 0,-1-2,0 1,0-1,-1-1,-1 0,0 0,-1-1,0 0,-1-1,0 0,-1 0,-1 0,0-1,-1 1,0-1,-1 0,-1 0,-1-1,0 1,-1 0,0 0,-1-1,-1 1,-1 0,0 0,-1 0,0 1,-1-1,-1 1,0 0,-1 1,-1-1,0 1,7 10,-1 0,1 0,-1 1,0-1,1 1,-1-1,0 1,-1-1,1 1,0 0,-1 0,1 0,-1 1,0-1,1 0,-1 1,0 0,0 0,0 0,0 0,0 0,0 0,0 1,-1 0,1-1,0 1,0 0,0 1,0-1,0 0,-1 1,1 0,0 0,0 0,0 0,1 0,-1 0,0 1,0 0,1-1,-3 3,-4 7,1 1,0 0,0 1,1 0,1 0,0 1,1-1,0 1,1 0,1 1,0-1,1 1,1-1,0 1,1 0,0-1,1 1,3 12,-1-8,0-1,1 1,1-1,1 0,1 0,0-1,1 0,1 0,0-1,2 0,0 0,0-2,1 1,1-1,1-1,0 0,0-1,1-1,1 0,0-1,0-1,1 0,0-1,1-1,-10-4,-1-1,0 0,1-1,-1 1,1-1,-1-1,1 1,0-1,-1-1,1 1,0-1,-1-1,1 0,-1 0,0 0,1 0,-1-1,0-1,-1 1,1-1,-1 0,1-1,-1 1,0-1,-1 0,1-1,-1 0,0 1,3-7,-2 2,0 0,-1-1,-1 1,0-1,0 0,-1 0,0 0,-1-1,0 1,-1-1,0 1,-1-1,0 1,-1-1,-1 0,1 1,-2 0,0-1,0 1,-1 0,4 10,0 0,-1-1,1 1,0 0,-1 0,1 0,-1 0,1 0,-1 0,0 0,1 0,-1 0,0 0,0 0,0 0,0 1,1-1,-1 0,0 1,0-1,-1 0,1 1,0-1,0 1,0 0,0-1,0 1,0 0,-1 0,1 0,0 0,0 0,0 0,-1 0,1 0,0 0,0 0,0 1,0-1,0 0,-1 1,1-1,0 1,0-1,0 1,0 0,0-1,0 1,0 0,1 0,-1 0,0-1,0 1,1 0,-1 0,0 0,1 0,-1 1,1-1,-1 0,-1 5,-1 0,1-1,1 1,-1 0,1 0,0 0,0 0,1 0,0 0,0 0,0 0,1 0,-1 0,2-1,-1 1,1 0,-1 0,2-1,-1 1,1-1,-1 1,1-1,1 0,0 1,4 6,1-1,0 0,1 0,0-1,1-1,0 1,0-2,1 1,10 4,-13-7,1-1,0 0,0 0,0-1,0 0,1-1,-1 0,1 0,0-2,0 1,0-1,0-1,0 0,0 0,0-1,0-1,0 0,0 0,-1-1,1 0,-1-1,0 0,0-1,0 0,0-1,-1 0,0 0,0-1,-1 0,0-1,1-1,0-3,-1 0,-1-1,-1 0,1 0,-2-1,0 1,-1-1,0 0,-1-1,0-1,-2-7,-1 23,-1 0,1-1,0 1,-1 0,1 0,-1-1,1 1,0 0,-1 0,1 0,-1 0,1-1,-1 1,1 0,-1 0,1 0,-1 0,1 0,0 0,-1 0,1 0,-1 0,1 0,-1 1,1-1,-1 0,1 0,0 0,-1 0,1 1,-1-1,1 0,0 1,-1-1,1 0,0 0,-1 1,1-1,0 1,-1-1,1 0,0 1,0-1,-1 1,1-1,0 0,0 1,0-1,0 1,0-1,0 1,0-1,0 1,0-1,0 1,0-1,0 1,0-1,0 0,0 1,0 0,-14 34,1 2,2 0,1 0,2 1,1 0,1 17,-6 53,5 0,4 1,5 0,5-1,20 104,-29-247,2-162,9-1,9 1,18-62,-31 222,13-73,-18 109,0 0,0 0,0 0,0 0,0 0,0 0,1 0,-1 0,0 0,0 1,1-1,-1 0,0 0,1 0,-1 0,1 0,-1 1,1-1,0 0,-1 1,1-1,-1 0,1 1,0-1,0 1,-1-1,1 1,0-1,0 1,0-1,0 1,0 0,0-1,-1 1,1 0,0 0,0 0,0 0,0 0,0 0,0 0,0 0,0 0,0 0,0 1,0-1,-1 0,1 1,0-1,0 0,0 1,0-1,-1 1,1 0,0-1,0 1,-1-1,1 1,-1 0,1 0,0-1,-1 1,1 0,-1 0,0 0,1-1,-1 1,0 0,1 1,97 152,-81-125,49 104,-65-132,-1 0,1 0,0 0,0 0,-1 0,1 0,-1 0,1 0,-1 1,1-1,-1 0,0 0,0 1,1-1,-1 0,0 0,0 1,0-1,0 0,-1 0,1 1,0-1,0 0,-1 0,1 1,-1-1,1 0,-1 0,0 0,1 0,-1 0,0 0,0 0,1 0,-1 0,0 0,0 0,0 0,0-1,0 1,0 0,-1-1,1 1,0-1,0 1,-1-1,-5 0,0-1,1 0,-1-1,0 0,0 0,1 0,-1-1,1 1,0-2,0 1,0-1,0 0,1 0,-1 0,1-1,0 0,1 0,-1 0,1 0,0-1,0 0,-2-4,4 5,-1 0,1-1,0 1,1-1,-1 0,1 1,0-1,0 0,1 0,0 0,0 0,0 1,1-1,0 0,0 0,0 0,1 1,0-1,0 1,0-1,0 1,2-2,80-106,-71 98,68-79,48-76,-106 136,-1-1,-2-1,-2 0,-1-2,-2 0,-1-1,0-7,-14 44,1 0,0 0,1 0,-1-1,-1 1,1 0,0-1,-1 1,1-1,-1 1,1-1,-1 1,0-1,0 1,-1-1,1 1,0 0,-1-1,1 1,-1-1,0 1,0 0,0-1,0 1,0 0,0 0,-1 0,1 0,-1 0,0 0,1 0,-1 0,0 1,0-1,-5 3,1 0,0 0,0 1,-1 0,1 0,0 1,1-1,-1 1,0 1,1-1,0 1,-1 0,1 0,1 0,-1 1,1 0,0-1,-2 4,-9 11,1 0,1 1,0 0,2 1,0 0,1 1,2 0,0 1,1 0,1 0,2 1,0-1,1 1,2 0,0 0,2 0,0 0,2-1,0 1,2-1,0 1,2-1,1-1,0 1,2-2,0 1,2-1,0-1,15 19,-16-23,1 0,1 0,0-2,1 1,1-2,0 0,1 0,0-2,1 0,0-1,1 0,0-2,0 0,1-1,0 0,11 1,-24-8,0 1,0-1,0 1,0-2,0 1,0-1,0 0,0 0,0 0,-1-1,1 0,0 0,-1-1,0 1,1-1,-1 0,0-1,0 1,-1-1,1 0,-1 0,0-1,0 1,0-1,-1 0,1 0,-1 0,0 0,-1-1,1 1,-1-1,0 1,-1-1,1 0,-1-4,1 3,-1 0,0 0,0 0,0 0,-1 1,0-1,-1 0,0 0,0 0,0 0,-1 0,0 1,0-1,0 1,-1-1,0 1,-1 0,1 0,-1 0,0 1,-1-1,1 1,-1 0,0 0,0 1,-1-1,1 1,-1 0,0 1,0-1,0 1,-1 0,1 1,-2 0,4 0,-1 0,1 0,-1 1,0 0,0 0,1 0,-1 0,0 1,0 0,0 0,0 0,0 1,0 0,1 0,-1 0,0 0,1 1,-1 0,0 0,1 0,0 0,0 1,-1-1,2 1,-1 0,0 0,0 1,1-1,0 1,0 0,0 0,0 0,1 0,-1 0,1 1,0-1,0 1,1 0,-1-1,1 1,1 3,1 0,0 0,0-1,1 1,0 0,0-1,1 1,0-1,0 0,0 0,1 0,0-1,1 1,0-1,0 0,0 0,0 0,1-1,0 0,0 0,1 0,-1-1,1 0,0 0,0-1,0 0,0 0,1-1,-1 0,1 0,0 0,0-1,-1-1,1 1,0-1,0 0,0-1,0 0,-1 0,1-1,0 0,-1 0,0-1,4-1,-6 1,-1 0,0 0,0 0,0 0,-1-1,1 0,-1 0,0 0,0 0,0 0,0-1,-1 1,0-1,0 0,0 1,0-1,-1 0,0 0,0 0,0 0,-1 0,1-1,-1 1,-1 0,0-5,1 9,0 0,0-1,-1 1,1 0,-1 0,1 0,-1-1,0 1,1 0,-1 0,0 0,0 0,0 0,0 0,0 1,0-1,0 0,0 0,0 1,0-1,0 0,0 1,0-1,-1 1,1 0,0-1,0 1,-1 0,1 0,0 0,-1 0,1 0,0 0,0 0,-1 0,1 0,0 1,0-1,-1 0,1 1,0-1,0 1,0 0,0-1,-1 1,1 0,0-1,0 1,1 0,-1 0,0 0,0 0,0 0,0 0,1 0,-1 0,1 1,-1-1,1 0,-1 0,1 0,0 1,-1-1,1 1,-2 4,0-1,1 1,0-1,0 1,0 0,1-1,0 1,0 0,0-1,1 1,0 0,0-1,0 1,1-1,0 1,0-1,0 0,0 0,1 0,0 0,0 0,1 0,-1-1,1 0,0 1,0-1,0-1,1 1,-1-1,1 1,0-2,0 1,0 0,0-1,0 0,1 0,32 13</inkml:trace>
  <inkml:trace contextRef="#ctx0" brushRef="#br0" timeOffset="17954.867">30057 562,'-24'-9,"-2"2,1 1,-1 0,0 2,-17 0,41 4,1-1,-1 1,0-1,1 1,-1 0,0-1,1 1,-1 0,0 0,1 1,-1-1,0 0,1 0,-1 1,0-1,1 1,-1-1,1 1,-1 0,1 0,-1-1,1 1,0 0,-1 0,1 0,0 1,0-1,0 0,0 0,0 1,0-1,0 1,0-1,0 1,1-1,-1 1,1-1,-1 2,42 51,188 129,-191-135,-38-46,1-1,0 1,0-1,-1 1,1-1,0 1,-1 0,0-1,1 1,-1 0,0 0,0-1,0 1,0 0,0-1,0 1,-1 0,1-1,-1 1,1 0,-1-1,1 1,-1 0,0-1,0 1,0-1,0 0,0 1,0-1,0 0,0 1,-1 0,-8 3,0-1,0 0,0 0,0-1,0 0,-1 0,1-2,-1 1,0-1,1-1,-1 0,-7 0,5 0,3 0,-83-9,92 8,1 1,-1-1,1 1,-1-1,0 1,1-1,-1 0,1 1,-1-1,1 0,0 1,-1-1,1 0,0 0,-1 1,1-1,0 0,0 0,0 1,0-1,0 0,0 0,0 0,0 1,0-1,0 0,0 0,0 0,0 1,1-1,-1 0,0 0,1 1,-1-1,0 0,1 0,-1 1,1-1,-1 1,1-1,0 0,-1 1,1-1,-1 1,1-1,0 1,0 0,-1-1,1 1,0 0,0-1,-1 1,1 0,0 0,0 0,-1 0,1 0,0 0,0 0,0 0,0 0,-1 0,1 0,0 0,151-39,-94 30</inkml:trace>
  <inkml:trace contextRef="#ctx0" brushRef="#br0" timeOffset="18726.835">30358 808,'-1'-5,"0"0,-1-1,0 1,0 0,0-1,0 1,-1 0,0 1,0-1,0 0,0 1,-1 0,0 0,0 0,0 0,0 0,-1 1,0 0,1 0,-1 0,0 1,0-1,0 1,-1 0,1 1,0-1,-1 1,1 0,-1 0,0 1,1 0,3-1,0 1,0-1,1 1,-1 0,0 0,0 0,0 0,1 0,-1 0,0 0,0 0,1 1,-1-1,0 1,0-1,1 1,-1 0,0 0,1-1,-1 1,1 0,-1 1,1-1,0 0,0 0,-1 0,1 1,0-1,0 1,0-1,0 1,0-1,0 1,1 0,-1-1,1 1,-1 0,1 0,-1-1,1 1,0 0,0 0,1 6,1 0,0 0,0 0,1-1,0 1,1-1,-1 0,1 0,1 0,-1-1,1 1,0-1,1 0,-1-1,1 1,0-1,1 0,-1 0,1-1,0 0,3 1,-4 0,0-1,0 0,0 0,1-1,-1 0,1 0,-1 0,1-1,0 0,0 0,0-1,0 0,1 0,-1-1,0 0,0 0,0 0,1-1,-1 0,0-1,0 1,0-1,-1-1,1 1,0-1,-1-1,1 1,3-4,-10 7,0 1,0-1,0 1,0-1,0 1,0-1,0 1,0-1,0 1,0-1,0 1,0-1,0 1,0-1,1 1,-1-1,0 1,0-1,0 0,1 1,-1-1,0 1,1-1,-1 0,0 1,1-1,-1 0,0 1,1-1,-1 0,1 1,-1-1,0 0,1 0,-1 0,1 0,-1 1,1-1,-1 0,1 0,-1 0,1 0,-1 0,1 0,-1 0,1 0,-1 0,1 0,-1 0,1-1,-1 1,0 0,1 0,-1 0,1-1,-1 1,1 0,-1 0,0-1,1 1,-1 0,1 13,-1-11,0 1,1-1,-1 0,0 1,1-1,-1 0,1 0,0 0,0 1,0-1,0 0,0 0,0 0,1-1,-1 1,1 0,-1 0,1-1,-1 1,1-1,0 1,0-1,0 0,0 0,0 0,0 0,0 0,0 0,0 0,1-1,-1 1,0-1,0 1,1-1,-1 0,0 0,1 0,-1 0,0-1,0 1,1-1,-1 1,0-1,0 0,0 0,0 0,0 0,0 0,0 0,0-1,5-6,-1-1,0 0,0 0,-1-1,0 1,-1-1,0 0,-1 0,0-1,-1 1,0-1,0-2,0 7,29-151,-30 156,-1 0,1 0,-1 0,0 0,1 0,0 0,-1 1,1-1,0 0,-1 0,1 1,0-1,0 0,0 1,-1-1,1 1,0-1,0 1,0-1,0 1,0 0,0-1,0 1,0 0,0 0,0 0,0 0,0 0,0 0,0 0,0 0,0 0,0 0,0 1,0-1,0 0,0 1,0-1,0 1,0-1,0 1,0-1,0 1,-1-1,2 2,38 31,-33-26,1 1,-1 0,0 0,-1 0,0 1,0 0,-1 0,0 1,-1 0,0 0,0 0,-1 0,0 0,-1 1,-1-1,1 1,-1-1,-1 1,0 0,-2 8,-17 72,19-89,0-1,0 1,0-1,0 1,0-1,1 0,-1 1,1-1,-1 0,1 1,-1-1,1 0,0 0,0 1,-1-1,1 0,0 0,0 0,0 0,0 0,0 0,1 0,-1-1,0 1,0 0,1 0,-1-1,0 1,1-1,-1 1,0-1,1 0,-1 0,1 1,0-1,54 2,-46-2,0-1,0 0,0 0,-1-2,1 1,-1-1,1 0,-1-1,0 0,0-1,-1 1,1-2,-1 1,0-1,-1-1,1 1,-1-1,0 0,-1-1,0 0,0 0,-1 0,0-1,0 0,-1 1,0-2,0 1,-1 0,-1-1,1 0,-2 1,1-1,-1 0,-1-10,1 18,-1 0,0 0,0 0,0 0,0-1,0 1,0 0,-1 0,1 0,-1 0,1 0,-1 0,0 0,0 0,0 0,0 0,0 0,0 0,-1 0,1 1,0-1,-1 1,0-1,1 1,-1-1,0 1,0 0,0 0,1 0,-1 0,0 0,0 0,-1 1,1-1,0 1,0-1,0 1,0 0,0 0,-1 0,1 0,-1 0,0 1,-1 1,1-1,0 1,0 0,0 0,0 0,0 1,0-1,0 1,1-1,-1 1,1 0,0 0,0 0,0 0,0 0,0 1,1-1,-1 0,1 1,0-1,0 1,0 0,0 3,0 1,0 1,0-1,1 1,0 0,1-1,0 1,0-1,1 1,0-1,1 4,6 5,1 0,1-1,0 0,0-1,2-1,0 1,1-2,0 0,1-1,0 0,1-1,0-1,1 0,0-2,0 1,10 1,61 27</inkml:trace>
  <inkml:trace contextRef="#ctx0" brushRef="#br1" timeOffset="145130.837">26725 3854,'-2'14,"-3"16,-1 17,1 19,1 16,1 14,1 6,-1 3,-5-4,-3-6,-3-13,2-21</inkml:trace>
  <inkml:trace contextRef="#ctx0" brushRef="#br1" timeOffset="145452.504">26616 3977,'-4'-15,"-7"-54,11 67,1 0,-1 0,0 0,1 0,-1 0,1 0,-1 1,1-1,0 0,0 0,0 1,0-1,0 0,0 1,0-1,1 1,-1 0,0-1,1 1,-1 0,1 0,0 0,-1 0,1 0,0 0,0 0,-1 1,1-1,0 1,0-1,0 1,0 0,1-1,14 1,-1 1,1 1,-1 0,1 1,-1 0,0 1,0 1,-1 1,1 0,-1 1,8 6,-14-9,-1 0,0 0,1 0,-2 1,1 1,-1-1,1 1,-2 1,1-1,-1 1,0 0,5 7,-11-12,0 1,1-1,-1 0,0 1,0-1,0 0,-1 1,1-1,0 0,-1 0,0 1,1-1,-1 0,0 0,0 0,0 0,-1 0,1 0,0 0,-1 0,1 0,-1 0,0-1,1 1,-1-1,0 1,0-1,0 0,0 0,0 0,0 0,-1 0,1 0,0-1,0 1,-1-1,1 1,0-1,-1 0,1 0,0 0,-1 0,1 0,0-1,-1 1,-14 3,1-1,-1-1,0 0,0-1,0-1,1 0,-6-2,21 3,1 0,0 0,-1 0,1 0,-1 0,1 0,0 0,-1 0,1 0,-1 0,1-1,0 1,-1 0,1 0,0 0,-1 0,1-1,0 1,-1 0,1 0,0-1,-1 1,1 0,0-1,0 1,-1 0,1-1,0 1,0 0,0-1,0 1,-1 0,1-1,0 1,0-1,0 1,0 0,0-1,0 1,0 0,0-1,0 1,0-1,0 1,0 0,0-1,1 1,-1-1,0 1,0 0,0-1,0 1,1 0,-1-1,0 1,0 0,1-1,8-8</inkml:trace>
  <inkml:trace contextRef="#ctx0" brushRef="#br1" timeOffset="146146.652">27012 3935,'17'5,"1"-1,-1 0,1-1,0-2,0 1,0-2,0 0,-1-2,1 0,0 0,0-2,-1 0,0-1,4-3,-19 8,0-1,0 0,1 0,-1 0,0 0,0 0,-1 0,1-1,0 1,0-1,-1 1,1-1,-1 0,1 0,-1 1,0-1,0 0,1 0,-1 0,-1 0,1-1,0 1,0 0,-1 0,0 0,1-1,-1 1,0 0,0 0,0-1,0 1,0 0,-1-1,1 1,-1 0,1 0,-1 0,0 0,0 0,0-1,0 2,0-1,-1 0,1 0,0 0,-1 0,0 1,1-1,-1 1,0-1,0 1,1 0,-2-1,-1-1,0 0,-1 0,1 0,-1 1,1 0,-1 0,0 0,1 0,-1 1,0-1,0 1,0 1,0-1,0 1,-1 0,1 0,0 0,0 1,0-1,0 1,0 1,0-1,0 1,1 0,-1 0,0 0,1 0,0 1,-1 0,1 0,0 0,0 0,1 1,-1 0,1-1,0 1,0 1,0-1,0 0,1 1,-1-1,1 1,0 2,0 0,1 0,0-1,1 1,0 0,0 0,0 0,1 0,0 0,0 0,1 0,0 0,0-1,1 1,0-1,0 0,0 1,1-1,-1-1,2 1,-1 0,0-1,1 0,0 0,3 1,8 8,0-1,0-1,1-1,1 0,0-2,0 1,17 4,122 24,-89-32</inkml:trace>
  <inkml:trace contextRef="#ctx0" brushRef="#br1" timeOffset="148596.219">29020 3006,'16'3,"24"5,31 5,33 7,30 0,24 1,13-2,3-2,-7 0,-18-5,-26-3,-30-4,-29 0,-28-1,-18 1,-11 0</inkml:trace>
  <inkml:trace contextRef="#ctx0" brushRef="#br1" timeOffset="147298.796">29088 3553,'-5'26,"-3"19,-1 17,-1 9,-1 6,-2 0,1-4,0-8,4-12,0-13,2-14</inkml:trace>
  <inkml:trace contextRef="#ctx0" brushRef="#br1" timeOffset="147597.004">28896 3471,'-7'-77,"8"75,-1 1,1-1,0 1,0-1,-1 1,1 0,0-1,0 1,0 0,1 0,-1 0,0 0,0 0,1 0,-1 0,0 0,1 0,-1 0,1 1,-1-1,1 1,-1-1,1 1,-1 0,1 0,0-1,1 1,17-1,-1 0,1 2,0 0,0 1,-1 1,1 1,17 5,-20-4,26 4,0 3,-1 1,-1 2,0 2,-2 2,37 23,-70-38,1 0,-1 0,0 0,-1 1,1 0,-1 0,0 0,0 1,0 0,-1 0,0 0,2 4,-6-7,0 0,0 0,-1 0,1 0,0 0,-1 0,0 0,0-1,0 1,0 0,0 0,0-1,-1 1,1 0,-1-1,0 1,0-1,0 0,0 0,0 0,0 0,-1 0,1 0,-1 0,1-1,-1 1,0-1,1 0,-1 0,0 0,0 0,0 0,0-1,0 1,-3-1,-43 13,-1-3,0-1,0-3,-1-2,-40-2,72-2</inkml:trace>
  <inkml:trace contextRef="#ctx0" brushRef="#br1" timeOffset="148194.256">29689 3621,'-7'5,"1"-1,0 1,0 0,0 0,1 1,-1 0,1 0,1 0,-1 1,1-1,0 1,1 0,0 0,0 0,0 1,1-1,0 1,0-1,1 1,0 0,0 0,1 6,-10 85,4-1,5 1,5 28,0-116,2-32,82-352,-87 370,4-23,0 1,2-1,1 1,1 1,1-1,1 2,1-1,2 2,0 0,1 0,4-3,-16 22,-1 1,1-1,0 1,0 0,-1 0,2 0,-1 0,0 0,0 1,0 0,1-1,-1 1,1 0,-1 1,1-1,-1 1,1-1,-1 1,1 0,-1 0,1 1,0-1,-1 1,1 0,-1 0,0 0,1 0,-1 0,0 1,0-1,1 1,-1 0,-1 0,1 0,0 1,0-1,0 2,4 5,0 0,-1 0,0 0,-1 1,0 0,-1 1,0-1,0 0,-1 1,0 0,-1 0,-1 0,1 0,-2 0,0 0,0 0,-1 1,0-1,-1 0,0 0,0-1,-2 1,1 0,-1-1,-2 2,2-4,-1-1,0 1,-1-1,0-1,0 1,0-1,-1 0,0 0,0-1,-1 0,1 0,-1-1,0 0,0 0,-1-1,1 0,-3 1,-14 2,0-1,0-1,-1-2,1 0,-12-2,32 0,4 0,1-1,-1 1,0-1,0 1,0-1,0 1,1 0,-1 0,0-1,0 1,0 0,0 0,0 0,0 0,0 0,0 0,0 0,0 0,0 0,0 0,1 1,-1-1,0 0,0 1,0-1,0 0,0 1,1-1,-1 1,0-1,0 1,1 0,-1-1,0 1,1 0,-1 0,1-1,-1 1,1 0,-1 0,1 0,-1 0,1-1,0 1,0 0,-1 0,1 0,0 0,0 0,0 1,10 8,0-1,1 0,0 0,0-1,1 0,0-1,6 3,2 1,54 28,1-3,2-4,1-3,75 17,-134-41,-10-1,0-1,1-1,-1 0,0 0,1-1,0 0,-1-1,1 0,-1 0,7-2,1-5</inkml:trace>
  <inkml:trace contextRef="#ctx0" brushRef="#br1" timeOffset="139048.425">22683 2392,'1'0,"0"0,-1 0,1 1,0-1,0 0,-1 0,1 1,0-1,0 1,-1-1,1 1,0-1,-1 1,1-1,-1 1,1-1,-1 1,1 0,-1-1,1 1,-1 0,1-1,-1 1,0 0,1 0,-1-1,0 1,0 0,0 0,0 0,1-1,-1 1,0 0,0 0,-1 0,1-1,0 1,0 0,0 0,0 0,-1-1,1 1,0 0,-1 0,1-1,-1 1,1 0,-1-1,1 1,-1-1,1 1,-1 0,1-1,-1 1,0-1,1 0,-1 1,0-1,0 1,1-1,-1 0,0 0,0 1,1-1,-1 0,0 0,0 0,3 0,0 0,-1-1,1 0,0 1,0-1,0 0,-1 1,1-1,0 0,-1 0,1-1,-1 1,1 0,-1 0,0-1,1 1,-1-1,0 1,0-1,0 0,0 1,0-1,0 0,-1 1,1-1,-1 0,1 0,-1 0,1 0,-1 0,0 0,0 0,0 1,0-1,0 0,-1 0,1 0,-1 0,1 0,-1 0,1 1,-1-1,0 0,0 1,0-1,0 0,0 1,0-1,-1 1,1-1,0 1,-1 0,1 0,-1 0,0-1,1 1,-1 1,0-1,-1-1,0 1,-1 0,1 0,-1 0,0 1,1-1,-1 1,0 0,0 0,1 0,-1 0,0 1,1-1,-1 1,1 0,-1 0,1 1,-1-1,1 1,0-1,-1 1,1 0,0 0,0 1,0-1,1 0,-1 1,1 0,-1 0,1 0,-1 1,-8 15</inkml:trace>
  <inkml:trace contextRef="#ctx0" brushRef="#br1" timeOffset="139325.217">22696 2775,'-2'7,"1"0,1-4,3-4,1-7,0-5,-6 1,-6 2,-10 2,-6 3,-1 7,1 5,5 7,12 5,15 1,17-2,14-4,1-5</inkml:trace>
  <inkml:trace contextRef="#ctx0" brushRef="#br1" timeOffset="137283.215">20389 2092,'-13'15,"1"0,0 2,1-1,0 1,2 1,0 0,1 0,1 1,0 0,2 0,0 1,1-1,1 1,1 0,0 3,3-16,0 0,0 0,1-1,-1 1,2-1,-1 0,1 1,0-1,0 0,0 0,1-1,0 1,0-1,0 0,1 0,0 0,0 0,0-1,0 0,1 0,0 0,0-1,0 0,0 0,0-1,1 1,-1-1,1-1,-1 1,1-1,0 0,-1-1,1 0,0 0,0 0,0-1,1 0,2 1,0-1,0-1,0 1,0-2,-1 1,1-1,-1-1,1 0,-1 0,0-1,-1 0,1 0,-1-1,0 0,0-1,-1 1,0-2,0 1,-1-1,1 0,-2 0,1-1,-1 1,-1-1,0 0,0-1,0 1,-1-1,-1 0,0 1,0-1,-1 0,0 0,0-3,-1 0,-1-1,0 0,0 1,-2 0,1-1,-2 1,0 0,0 0,-1 1,-1 0,0-1,-1 2,0-1,-1 1,0 0,0 1,-2 0,1 0,-1 1,0 0,-1 0,0 2,0-1,-1 1,0 1,0 0,-1 1,1 0,-1 1,-7-1,13 4,-1 1,1 0,-1 1,1 0,-1 0,1 0,0 1,0 0,-1 0,1 1,1 0,-1 1,0-1,1 1,0 0,-1 1,2-1,-1 1,1 1,-1-1,1 1,1 0,-1 0,1 0,0 0,-3 7,2-3,0 0,1 0,0 1,1-1,0 1,0 0,1 0,1 0,0 0,0 1,1-1,0 0,1 0,1 0,0 0,0 0,4 10,23 34,6-10</inkml:trace>
  <inkml:trace contextRef="#ctx0" brushRef="#br1" timeOffset="137752.946">20907 1996,'-24'-46,"23"46,0 0,0 1,0-1,0 0,0 1,1-1,-1 1,0-1,0 1,0 0,1-1,-1 1,0-1,1 1,-1 0,1 0,-1-1,1 1,-1 0,1 0,-1 0,1 0,0 0,-1 0,1-1,0 1,0 0,0 0,0 0,0 0,0 0,0 0,0 0,0 0,0 0,-7 43,3 1,1 0,3 24,0-31,0 14,7 188,6-198,-12-42,0 0,-1 0,1 1,0-1,-1 0,1 0,0 0,0 0,-1 0,1 0,0 0,0-1,-1 1,1 0,0 0,-1-1,1 1,0 0,-1-1,1 1,-1 0,1-1,0 1,-1-1,1 1,-1-1,1 1,-1-1,1 0,-1 1,0-1,1 1,-1-1,0 0,0 1,1-1,-1 0,0 1,112-191,-111 189,1 0,-1 0,1 0,-1 0,1 0,0 0,0 0,0 1,0-1,0 1,0-1,0 1,0 0,1 0,-1 0,1 0,-1 0,1 0,-1 1,1-1,-1 1,1 0,-1-1,1 1,-1 0,1 1,-1-1,1 0,0 1,-1 0,0-1,1 1,-1 0,1 0,-1 0,0 1,0-1,0 0,0 1,0 0,0-1,0 1,0 0,0 0,-1 0,2 1,1 4,0 0,0 1,0-1,-1 1,0-1,0 1,-1 0,0 0,0 1,-1-1,0 0,0 0,-1 6,0-9,0-1,-1 1,1-1,-1 1,0-1,0 0,-1 1,1-1,-1 0,0 0,0 0,0 0,-1 0,1 0,-1-1,0 1,0-1,0 0,-1 1,1-2,-1 1,1 0,-1-1,0 1,-2-1,-3 2,0-1,0 0,0 0,-1-1,1-1,-1 0,1 0,-1 0,1-1,-1-1,-1 0,-5-2</inkml:trace>
  <inkml:trace contextRef="#ctx0" brushRef="#br1" timeOffset="138077.512">21659 2351,'-12'-7,"0"1,0 0,0 0,-1 2,0 0,0 0,0 1,0 0,-11 1,22 1,1 1,0 0,-1 0,1 0,-1 0,1 0,-1 0,1 0,-1 0,1 1,0-1,-1 1,1-1,-1 1,1-1,0 1,0 0,-1 0,1-1,0 1,0 0,0 0,0 0,0 0,0 1,0-1,0 0,0 0,1 0,-1 1,0-1,1 1,-1-1,1 0,0 1,-1-1,1 1,0-1,0 1,0-1,0 0,0 1,0-1,0 1,0-1,1 1,-1-1,1 0,-1 1,1-1,-1 1,1-1,0 0,0 0,0 1,-1-1,1 0,0 0,1 0,10 15,1-2,1 1,0-2,1 0,0-1,1 0,2 0,10 8,-2-1,-7-6,-1 0,-1 1,0 1,-1 1,9 11,-23-25,-1 0,1 0,-1 0,1 0,-1 0,0 0,0 0,0 0,0 1,0-1,-1 1,1-1,-1 0,1 1,-1-1,0 1,0-1,0 1,0-1,0 1,-1-1,1 0,-1 1,1-1,-1 0,0 1,0-1,0 0,0 0,-1 0,1 0,-1 0,1 0,-1 0,0 0,1 0,-1-1,0 1,0-1,0 1,0-1,-2 1,-18 8,-1-1,0-1,0-1,-1-1,1-1,-1-1,-1-1,1-1,0-1,0-1,-9-2,15 2,-40 0</inkml:trace>
  <inkml:trace contextRef="#ctx0" brushRef="#br1" timeOffset="138433.025">20144 2898,'6'4,"1"-1,0 0,0 0,0 0,0-1,0 0,1-1,-1 1,0-1,5-1,5 3,216 22,67-9,-115-6,887 76,-1149-88,51-2</inkml:trace>
  <inkml:trace contextRef="#ctx0" brushRef="#br1" timeOffset="142038.247">22505 3908,'13'-24,"-1"-1,-1 0,-2 0,0-2,-2 1,-1-1,2-17,-7 39,19-110,-4 0,-3-48,-20 350,-14 65,16-216,1-15,0 0,2-1,0 1,2 0,0 0,1 0,1-1,1 1,1 0,6 17,-5-30,0 0,0-1,0 0,1 0,1 0,-1-1,1 1,0-2,0 1,1-1,-1 0,1-1,0 1,1-2,-1 1,1-1,-1 0,1-1,0 0,0-1,0 1,0-2,0 1,0-1,0-1,1 0,-1 0,0-1,40-5</inkml:trace>
  <inkml:trace contextRef="#ctx0" brushRef="#br1" timeOffset="142298.096">22301 3553,'25'-2,"28"-1,25-1,23 2,12 0,6 4,-3 5,-22 2</inkml:trace>
  <inkml:trace contextRef="#ctx0" brushRef="#br1" timeOffset="142692.657">23038 4113,'9'-20,"0"1,-2-1,0-1,-1 0,-1 0,-1 0,-1 0,-1 0,-1-1,-2-21,1 37,0 0,-1 0,0 0,-1 0,1 0,-1 0,0 0,0 1,-1-1,0 1,0-1,0 1,0 0,-1 0,0 1,0-1,0 1,-1 0,-3-3,44 12,35 9,-39-10,-1 2,1 2,-1 1,-1 1,0 1,11 7,-38-17,0 1,0-1,0 1,0 0,-1 0,1 0,0 1,-1-1,0 0,1 1,-1 0,0-1,0 1,0 0,-1 0,1 0,-1 0,0 1,0-1,0 0,0 0,0 1,-1-1,1 1,-1-1,0 0,0 1,0-1,-1 1,1-1,-1 0,0 1,0-1,-1 2,-55 103,56-107,1 1,-1-1,0 1,1 0,-1-1,1 1,0 0,-1-1,1 1,0 0,0 0,0-1,0 1,1 0,-1-1,0 1,1 0,-1-1,1 1,0 0,-1-1,1 1,0-1,0 1,0-1,0 0,0 1,0-1,0 0,1 0,-1 0,0 0,1 0,-1 0,1 0,-1 0,1 0,-1-1,1 1,0 0,72 15,-72-15,117 3,-60-6</inkml:trace>
  <inkml:trace contextRef="#ctx0" brushRef="#br1" timeOffset="143069.307">23899 3922,'-16'-8,"-1"2,1 0,-1 1,-1 0,1 1,-6 1,17 2,1 1,0 0,-1 0,1 0,-1 1,1 0,-1 0,1 0,0 1,0 0,0 0,0 0,0 1,0-1,0 1,1 0,0 1,-1-1,1 1,0 0,1 0,-2 1,1-2,1 0,1 0,-1 0,0 0,1 1,-1-1,1 1,0-1,0 1,0 0,1 0,0 0,-1 0,1 0,0 0,1 0,-1 0,1 0,0 0,0 0,0 0,0 1,1-1,0 0,0 0,0 0,0 0,1 0,-1 0,1-1,0 1,0 0,0-1,1 0,-1 1,1-1,0 0,0 0,0 0,0-1,1 1,1 0,5 1,-1-1,1 0,0-1,0 0,0-1,0 0,0 0,0-1,0-1,0 0,0 0,0-1,0 0,-1 0,1-1,-1-1,1 1,-1-2,0 1,0-1,-1-1,0 1,0-1,0-1,0 0,-1 0,-1 0,1-1,-1 0,0 0,-1 0,0-1,2-3,-6 10,0 0,0-1,0 1,0 0,0 0,-1-1,1 1,-1-1,1 1,-1 0,0-1,0 1,0-1,0 1,-1-1,1 1,-1 0,1-1,-1 1,0 0,0-1,0 1,0 0,0 0,-1 0,1 0,0 0,-1 0,0 0,1 1,-3-2,2 3,0 1,0 0,0 0,0 0,0 0,1 0,-1 0,0 1,0-1,1 1,-1-1,1 1,-1-1,1 1,0 0,0 0,0 0,0 0,0 0,0 0,0 0,1 0,-1 0,1 0,-1 0,1 0,0 0,0 1,0-1,0 1,0 4,0-1,0 0,1 1,0-1,0 0,1 0,-1 0,1 0,1 0,-1 0,1 0,0-1,0 1,1-1,-1 0,1 0,1 0,-1-1,1 1,-1-1,1 0,0 0,1-1,-1 0,0 1,1-2,0 1,0-1,0 0,0 0,0 0,4-1,29 9</inkml:trace>
  <inkml:trace contextRef="#ctx0" brushRef="#br1" timeOffset="143429.629">24554 3785,'-15'-4,"0"2,-1 0,1 1,-1 0,1 1,-1 1,1 1,-1 0,1 1,0 0,0 2,-8 2,20-6,0 0,1 0,0 1,-1-1,1 0,0 1,-1-1,1 1,0 0,0 0,0 0,1 0,-1 0,0 0,1 0,-1 1,1-1,0 0,0 1,0-1,0 1,0 0,0-1,1 1,-1 0,1-1,0 1,0 0,0-1,0 1,0 0,1 0,-1-1,1 1,0-1,0 1,0 0,0-1,0 0,0 1,1-1,-1 0,2 2,9 9,1-2,0 1,0-2,1 0,1-1,0 0,0-1,0-1,15 6,47 24,-74-35,2 0,0 1,0 0,0 0,0 0,-1 0,1 1,-1 0,0 0,0 0,0 1,0-1,-1 1,0 0,0 0,-2-3,-1-1,0 0,0 1,0-1,0 0,0 1,0-1,0 0,0 1,-1-1,1 1,0-1,-1 0,1 0,-1 1,0-1,1 0,-1 0,0 0,0 1,0-1,1 0,-1 0,0 0,0-1,-1 1,1 0,0 0,0-1,0 1,0 0,-1-1,0 1,-47 16,48-17,-22 6,1-1,-1-2,0 0,0-1,0-2,0 0,-10-2,32 2,1 0,-1 1,0-1,0 0,1 0,-1 0,0 0,0 0,1 0,-1 0,0-1,0 1,1 0,-1 0,0 0,0-1,1 1,-1-1,0 1,1 0,-1-1,1 1,-1-1,0 1,1-1,-1 1,1-1,-1 0,1 1,0-1,-1 0,1 1,0-1,-1 0,1 1,0-1,0 0,0 0,-1 1,1-1,0 0,0 0,0 0,0 1,0-1,0 0,1 0,-1 1,0-1,0 0,1 1,-1-1,0 0,1 0,-1 1,0-1,1 1,-1-1,1 0,-1 1,1-1,-1 1,1-1,20-14,5 1</inkml:trace>
  <inkml:trace contextRef="#ctx0" brushRef="#br1" timeOffset="144095.725">24759 4017,'18'1,"1"-1,-1 0,0-2,0 0,1-1,-1-1,-1 0,1-1,-1-1,0-1,0-1,-1 0,1-1,12-10,-27 18,1-1,-1 0,0 1,0-1,0 0,0 0,0 0,0 0,-1-1,1 1,-1 0,1-1,-1 1,0-1,0 1,0-1,0 0,-1 1,1-1,-1 0,1 0,-1 1,0-1,0 0,0 0,-1 1,1-1,0 0,-1 0,0 1,0-1,0 1,0-1,0 0,0 1,-1 0,1-1,-1 1,0 0,0 0,0 0,-1-2,-2 2,1-1,-1 1,0 0,0 1,0-1,1 1,-1 0,-1 0,1 0,0 1,0-1,0 1,0 1,0-1,0 1,0 0,0 0,0 0,0 1,0 0,0 0,1 0,-1 0,1 1,0-1,-1 1,1 1,0-1,1 0,-1 1,1 0,-1 0,1 0,0 0,-2 4,2-1,1 0,0 0,0 0,0 0,1 1,0-1,0 0,1 1,0-1,0 1,1-1,0 0,0 1,1-1,-1 0,2 0,-1 0,1 0,0 0,0-1,1 1,0-1,0 0,1 0,0 0,0-1,0 1,0-1,1-1,0 1,2 0,6 4,1 0,0-1,0-1,1-1,0 0,0-1,1-1,-1 0,1-1,0-1,0 0,0-2,0 0,0-1,0 0,0-1,1-2,-12 3,0 0,-1-1,1 0,0 0,-1-1,0 1,1-1,-1 0,0-1,-1 1,1-1,-1 0,1 0,-1-1,0 1,-1-1,1 0,-1 0,0 0,0 0,-1 0,1-1,-1 0,0 1,-1-1,1 2,1 0,-1 1,0-1,1 1,0 0,0-1,0 1,0 0,0 1,1-1,-1 1,1-1,0 1,0 0,0 0,0 1,0-1,0 1,0 0,0 0,0 0,1 1,-1-1,0 1,1 0,3 1,20-5,-19 2,8 0,-1-1,0-1,0 0,-1-1,1 0,-1-2,0 0,-1 0,1-2,-13 8,0 0,-1-1,1 1,0 0,-1-1,0 1,1-1,-1 0,0 1,0-1,0 0,0 0,0 1,0-1,0 0,-1 0,1 0,-1 0,1 0,-1 0,0 0,0 0,0-1,0 1,0 0,0 0,-1 0,1 0,-1 0,1 0,-1 0,0 0,0 1,0-1,0 0,0 0,0 0,0 1,0-1,-1 1,1-1,-1 1,1 0,-1-1,0 1,1 0,-1 0,0 0,-1 0,-5-3,1 1,-1 0,1 0,-1 1,0 0,0 1,0-1,0 1,0 1,0 0,0 0,0 1,0-1,0 2,0-1,0 1,0 0,1 1,-1 0,1 0,-3 2,5-2,0 0,0 0,0 0,1 0,-1 0,1 1,0 0,0 0,0 0,0 1,1-1,0 1,0 0,0 0,1 0,-1 0,1 0,0 1,1-1,-1 1,1-1,0 1,1-1,-1 1,1 0,0-1,1 1,-1 0,1-1,1 5,3 2,1-1,0 0,1 0,0 0,1-1,0 0,1-1,0 0,0 0,1-1,0 0,0 0,1-1,0-1,0 0,0 0,1-1,0-1,0 0,1 0,-1-1,14 5,0-2,1 0,-1-1,1-2,0-1,13-1,13-3</inkml:trace>
  <inkml:trace contextRef="#ctx0" brushRef="#br0" timeOffset="82282.187">21126 10982,'-9'-8,"0"1,0 1,-1 0,0 0,0 1,0 0,-1 0,0 1,0 1,0 0,0 1,-1 0,1 0,0 1,-1 1,1 0,-1 0,1 1,-1 1,1 0,0 1,0 0,0 0,0 1,0 0,1 1,0 1,0-1,0 2,1-1,-8 8,13-11,0 1,1 0,0 0,-1 0,1 0,1 0,-1 1,1-1,0 1,0-1,0 1,0 0,1 0,0 0,0 0,0 0,1 0,0 0,0 0,0 0,0 0,1 0,0 0,0 0,0 0,1 0,-1 0,1 0,0-1,1 1,-1-1,1 1,0-1,0 0,0 0,1-1,-1 1,4 2,19 15,0-1,1-1,0-1,2-2,12 5,60 36,-87-48,1 0,-1 1,0 0,-1 2,0-1,-1 1,-1 1,0 0,0 1,-1 0,1 4,-10-16,0 1,0-1,0 1,0 0,0-1,0 1,-1 0,1-1,-1 1,0 0,0 0,0 0,0-1,-1 1,1 0,0 0,-1-1,0 1,0 0,0-1,0 1,0-1,-1 1,1-1,-1 0,1 1,-1-1,0 0,0 0,0 0,0 0,0-1,0 1,-1 0,1-1,-1 0,-1 1,-7 4,0-1,-1-1,0 0,0-1,0 0,0 0,-12 0,-6-1,-1 0,1-2,0-1,-1-1,1-2,-22-6,50 10,1 0,-1 0,0 0,0-1,1 1,-1 0,0-1,1 1,-1-1,0 0,1 0,-1 0,1 1,-1-1,1-1,-1 1,1 0,0 0,0 0,0-1,0 1,-1-1,2 1,-1-1,0 1,11-4</inkml:trace>
  <inkml:trace contextRef="#ctx0" brushRef="#br0" timeOffset="82557.352">21509 11569,'3'-114,"4"1,9-27,-12 228,-1-10,3 0,4-1,3 0,21 67,-14-84</inkml:trace>
  <inkml:trace contextRef="#ctx0" brushRef="#br0" timeOffset="24601.925">3851 4290,'29'1,"150"21,0-8,64-8,133 10,-255 1,-116-14,-9 0</inkml:trace>
  <inkml:trace contextRef="#ctx0" brushRef="#br0" timeOffset="25335.713">5067 3935,'27'669,"-26"-627,-6 96,0-168,26-339,-19 288,-3-1,-4 0,-4 1,-3 0,-4 1,-20-58,13 77,40 83,1-1,1 0,1-2,0 0,1-2,1 0,1-1,1-1,0-1,7 1,106 58,-77-44,-1 3,-2 2,-1 3,17 17,-59-42,-1 0,-1 1,0 1,-1 0,0 1,-1 0,-1 1,0 0,-1 0,-1 1,2 6,-6-15,-1 1,0-1,0 1,0 0,-1 0,-1 0,1 0,-1 0,-1 0,0 0,0 0,-1-1,0 1,0 0,-1-1,0 1,-1-1,0 0,0 0,-1 0,1-1,-2 0,-3 5,-7 1,-1-1,-1-1,0 0,0-1,-1-1,0-1,0 0,-1-2,0 0,0-1,-1-1,0-1,1-1,-1-1,-9-1,20 1,-110 9,59-7,0 3,0 2,1 3,0 3,-8 4,43-6,25-12,1 0,-1 0,0 0,1 0,-1 0,0 0,1 0,-1 0,0 0,1 0,-1 0,0 0,1 0,-1 0,0 1,0-1,1 0,-1 0,0 0,0 0,1 1,-1-1,0 0,0 0,1 0,-1 1,0-1,0 0,0 0,0 1,1-1,-1 0,0 1,0-1,0 0,0 1,0-1,0 0,0 0,0 1,0-1,0 0,0 1,0-1,0 0,0 1,0-1,0 0,0 1,0-1,0 0,-1 0,1 1,0-1,0 0,0 1,0-1,-1 0,1 0,0 0,0 1,-1-1,1 0,0 0,79-3,-26-5</inkml:trace>
  <inkml:trace contextRef="#ctx0" brushRef="#br0" timeOffset="25753.013">5941 4236,'-9'2,"1"0,-1 1,1 1,0-1,0 1,0 1,1-1,0 1,0 1,0-1,0 1,1 0,0 1,0 0,1 0,0 0,0 0,0 1,1 0,0 0,1 0,0 0,0 0,1 1,0 0,0-1,1 1,0 0,0 0,1-1,1 1,-1 0,2 1,0-1,0 0,1 0,0-1,0 1,1-1,1 0,-1 0,1 0,0 0,1-1,0 0,0 0,1-1,0 1,0-1,0-1,1 1,-1-2,1 1,1-1,-1 0,0 0,1-1,3 1,4 0,0 1,0-2,0 0,0-1,1-1,-1 0,1-2,-1 1,0-2,1 0,-1-1,0-1,6-2,-12 3,0 0,-1-1,0 0,1 0,-1-1,-1 0,1 0,-1-1,0 0,0-1,-1 1,0-2,0 1,-1-1,0 0,0 0,0-1,-2 1,1-1,-1-1,0 1,0 0,-1-1,-1 0,0 0,0 0,-1 0,0 0,-1 0,0-7,-3 6,0 0,0 0,-1 0,-1 0,0 1,0-1,-1 1,0 1,-1-1,0 1,-1 0,1 1,-2 0,1 0,-1 1,0 0,-1 0,0 1,0 1,-8-4,10 4,0 2,0-1,0 1,-1 0,1 1,-1 0,0 0,0 1,0 0,0 0,0 1,1 0,-1 1,0 0,0 0,0 1,0 0,1 1,-1 0,1 0,0 1,0 0,0 0,1 1,-1 0,-5 5,10-8,0 1,0 0,0 0,0 0,1 1,-1-1,1 0,0 1,0 0,0-1,0 1,1 0,-1 0,1 0,0 0,0 0,1 0,-1 1,1-1,0 0,0 0,0 0,1 1,-1-1,1 0,0 0,0 0,1 0,-1 0,1 0,0 0,31 33,7-6</inkml:trace>
  <inkml:trace contextRef="#ctx0" brushRef="#br0" timeOffset="26045.113">6460 4359,'497'12,"-387"-11,641 5,-723-5,-4-1,0 2,0 0,0 1,-1 1,21 7,-25-1,-27 2,-11-9,-2-1</inkml:trace>
  <inkml:trace contextRef="#ctx0" brushRef="#br0" timeOffset="28588.007">2650 3854,'-13'1,"0"0,0 1,0 0,0 1,1 1,-1 0,1 1,0 0,0 1,1 0,0 1,0 0,0 0,-7 9,-5 4,2 1,0 1,1 1,1 1,-13 22,18-24,0 1,2 1,0 0,2 0,0 1,2 1,1 0,1 0,0 3,5-26,0 1,1 0,-1-1,1 1,-1 0,1 0,0-1,0 1,1 0,-1-1,1 1,0 0,0-1,0 1,0-1,1 1,-1-1,1 0,0 1,0-1,0 0,0 0,1-1,-1 1,1 0,0-1,-1 1,1-1,2 1,0-2,0 1,0-1,1 0,-1 0,1-1,-1 0,1 0,-1 0,1 0,-1-1,0 0,1 0,-1-1,0 1,0-1,0 0,0 0,1-2,86-55,-55 27,-2-2,-2-1,-1-1,-1-2,-3-2,-1 0,-2-1,-1-2,16-43,-29 62,-1-1,-1-1,-1 0,-2 0,0 0,-2-1,0 0,-2 0,-2-26,1 49,-1-1,-1 1,1 0,0 0,-1 0,0 0,0 0,0 0,-1 0,1 0,-1 0,0 0,0 1,0-1,-1 1,1-1,-1 1,0 0,0 0,0 0,0 1,0-1,-1 1,1-1,-1 1,1 0,-1 0,0 1,0-1,0 1,0 0,0 0,0 0,0 1,-1-1,1 1,0 0,0 0,0 1,0-1,-3 1,-7 5,1 0,-1 1,2 1,-1 0,1 0,0 1,1 1,0 0,0 0,1 1,1 1,0-1,0 1,1 1,1 0,-1 1,1-1,1-1,0 1,1 1,0-1,1 1,1 0,0-1,0 2,2-1,0 0,0 0,1 0,1 1,1-1,0 0,0 0,2 0,0-1,0 1,1-1,1 0,6 11,14 19,3-1,1-1,2-2,2-1,15 12,30 35,-70-75,0 0,-1 0,0 1,0-1,-2 2,1-1,-1 1,-1 0,0 1,-1-1,0 1,1 25</inkml:trace>
  <inkml:trace contextRef="#ctx0" brushRef="#br0" timeOffset="37927.566">3114 4332,'-56'194,"42"-154,-52 134,54-156,12-18,0 0,1 0,-1 0,0-1,0 1,1 0,-1 0,0 0,0-1,0 1,1 0,-1 0,0 0,0-1,0 1,0 0,0-1,1 1,-1 0,0 0,0-1,0 1,0 0,0-1,0 1,0 0,0 0,0-1,0 1,0 0,0-1,0 1,0 0,0 0,-1-1,1 1,0 0,0 0,0-1,0 1,0 0,-1 0,1-1,0 1,0 0,-1 0,1 0,0-1,0 1,0 0,-1 0,1 0,0 0,-1 0,1-1,0 1,0 0,-1 0,1 0,0 0,-1 0,1 0,0 0,-1 0,76-171,39-76,-81 203,-33 44,1-1,-1 1,1-1,0 1,-1 0,1 0,0-1,-1 1,1 0,0 0,0 0,-1 0,1 0,0 0,0 0,-1 0,1 0,0 0,-1 0,1 0,0 0,0 0,-1 1,1-1,0 0,-1 1,1-1,0 0,-1 1,1-1,-1 1,1-1,-1 1,1-1,-1 1,1 0,-1-1,0 1,1-1,-1 1,0 0,1-1,-1 1,0 0,0 0,1-1,-1 1,0 0,0 0,11 42,-10-40,14 155,-14-123,1-1,2 0,1 0,1-1,3 0,6 18,-14-47,1 1,0-1,0 0,0 0,1 0,0 0,-1 0,1 0,1-1,-1 1,0-1,1 0,0 0,8 4</inkml:trace>
  <inkml:trace contextRef="#ctx0" brushRef="#br0" timeOffset="38183.558">2978 4577,'-19'-2,"-3"-1,11 0,21 1,27-2,32-3,23-2,16-2,-11 1</inkml:trace>
  <inkml:trace contextRef="#ctx0" brushRef="#br0" timeOffset="43927.318">7990 4386,'0'0,"0"-1,1 1,-1-1,1 1,-1-1,1 1,-1 0,1-1,-1 1,1-1,0 1,-1 0,1 0,-1-1,1 1,0 0,-1 0,1 0,0 0,-1 0,1-1,0 1,-1 0,1 1,0-1,-1 0,1 0,0 0,-1 0,1 0,-1 1,1-1,0 0,-1 1,1-1,-1 0,1 1,0-1,2 1,67 13,0-4,0-2,59-3,-96-4,566 27,-505-15,-76-10</inkml:trace>
  <inkml:trace contextRef="#ctx0" brushRef="#br0" timeOffset="44948.196">9286 4017,'-5'30,"1"0,1 0,2 0,1 16,0-6,-5 320,4 826,2-1155,2 4,-2 0,-2 0,-1 0,-1-1,-2 1,-10 33,-9-22,23-45,0 0,1 0,-1 0,0-1,1 1,-1 0,0 0,0-1,0 1,0-1,1 1,-1-1,0 1,0-1,0 1,0-1,0 0,0 1,0-1,0 0,-1 0,1 0,0 0,0 0,0 0,0 0,0 0,0-1,0 1,0 0,0-1,0 1,0-1,0 1,0-1,0 1,1-1,-1 1,0-1,0 0,0 1,1-1,-1 0,0 0,0 0,-2-4,0 0,1 1,-1-1,1 0,0 0,0-1,0 1,1 0,0-1,0 1,0-1,1 1,0-1,0 1,0-1,0 1,1-1,3-22</inkml:trace>
  <inkml:trace contextRef="#ctx0" brushRef="#br0" timeOffset="46202.85">9327 4017,'87'0,"39"-3,1 6,-1 5,0 6,24 11,-104-16,0 2,-1 2,0 3,-2 1,0 2,-1 2,-1 1,0 3,-2 1,-2 2,0 1,-2 2,23 26,-31-22,-1 1,-1 1,-2 1,-2 1,-1 1,-2 0,-2 2,-2 0,-2 0,-2 1,-1 1,-2 0,-3 0,-1 0,-2 4,-2 11,-4 0,-1-1,-3 0,-3 0,-2-1,-3-1,-2 0,-2-1,-3-1,-2-2,-3 0,-12 14,19-36,-1-1,-1-1,-1-1,-2-1,0-1,-2-2,-1 0,0-3,-2 0,0-2,-1-1,-1-2,0-1,-1-2,-1-1,0-2,-24 3,-220 16,-75-26,206 10,147-11,6 0</inkml:trace>
  <inkml:trace contextRef="#ctx0" brushRef="#br0" timeOffset="47104.386">10967 5123,'-7'0,"32"0,1959 1,-1644 11,-332-12,-24-1,-4-2</inkml:trace>
  <inkml:trace contextRef="#ctx0" brushRef="#br0" timeOffset="49240.2">9205 5588,'-124'-3,"0"-5,0-6,-52-14,98 13,-1 3,0 4,-1 3,0 4,1 3,-39 8,68-4,1 2,0 2,0 2,-20 9,68-20,-1-1,1 1,0-1,-1 1,1-1,0 1,-1 0,1-1,0 1,0 0,0 0,0 0,0 0,0 0,0 0,0 1,0-1,0 0,0 0,1 1,-1-1,1 0,-1 1,1-1,-1 1,1-1,0 0,0 1,-1-1,1 1,0-1,1 1,-1-1,0 1,0-1,0 1,1-1,-1 0,1 1,-1-1,1 0,92 236,58 215,-123-349,-5 2,-4 1,-5 1,-5 0,-4 80,-9 105,4-289,1 0,-1 1,1-1,-1 0,0 1,-1-1,1 1,0-1,-1 0,0 0,0 1,0-1,0 0,0 0,-1 0,0 0,1 0,-1 0,0 0,0-1,0 1,-1-1,1 1,-1-1,1 0,-1 0,0 0,0 0,0-1,0 1,-1 0,-7-2,1 0,-1-1,0 0,0 0,0-1,0-1,1 0,-1 0,1-1,-7-4,-10-2,-51-14,-2 2,0 5,-1 3,-69-3,-333 2,261 14,-505-34,-472-16,1163 50,-134-3,-79-2,-16-13,253 18,-116-25,127 26,0 0,1 0,-1 0,1 0,-1-1,0 1,1 0,-1 0,1 0,-1-1,1 1,-1 0,1-1,-1 1,1 0,-1-1,1 1,-1-1,1 1,0-1,-1 1,1-1,0 1,-1-1,1 1,0-1,0 1,-1-1,1 1,0-1,0 0,0 1,0-1,0 1,0-1,0 0,0 1,0-1,0 1,0-1,0 0,0 1,1-1,-1 1,0-1,0 1,1-1,-1 1,0-1,1 0,6-7</inkml:trace>
  <inkml:trace contextRef="#ctx0" brushRef="#br0" timeOffset="60113.5">916 6762,'11'160,"-11"-130,1 12,-3 1,-1-1,-2 1,-5 14,1-30,9-28,0 1,0-1,0 1,0 0,0-1,0 1,0 0,0-1,0 1,0 0,0-1,0 1,-1-1,1 1,0 0,0-1,0 1,0 0,-1 0,1-1,0 1,0 0,-1-1,1 1,0 0,-1 0,1-1,0 1,-1 0,1 0,0 0,-1 0,1 0,0-1,-1 1,1 0,0 0,-1 0,1 0,0 0,-1 0,1 0,-1 0,1 0,0 0,-1 0,1 1,0-1,-1 0,1 0,0 0,-1 0,1 0,0 1,-1-1,1 0,0 0,-1 1,1-1,0 0,0 0,0 1,-1-1,1 1,-4-26,1 0,1 0,1 0,2 0,0-1,5-19,-1 1,1-1,3 1,1 1,17-42,-21 68,1 0,0 1,1 0,1 1,1-1,0 2,1 0,0 0,1 0,1 2,0 0,1 0,13-8,-19 15,1 0,0 0,1 1,-1 0,1 1,0 0,-1 0,7 0,-12 3,-1-1,0 1,0 0,1 0,-1 0,0 0,0 1,0-1,1 1,-1 0,0 0,0 0,0 0,0 0,0 1,0-1,-1 1,1 0,0 0,-1 0,1 0,-1 0,0 1,0-1,0 1,0 0,0-1,0 2,1 3,0 0,0 0,-1 0,0 1,-1-1,0 1,0-1,0 0,-1 1,0-1,-1 1,1-1,-2 1,1-1,-1 1,0-1,0 0,-1 0,-2 4,-2 4,0-1,-1 0,0-1,-1 0,-1 0,0-1,-1-1,-10 10,12-13,1 0,-1-1,-1-1,1 1,-1-1,0-1,-1 0,1 0,-1-1,0-1,0 0,0 0,0-1,0 0,-1-1,1-1,-1 1,0-2,9 1,0-1,1 0,-1 1,1-1,0 0,-1-1,1 1,0 0,0-1,0 1,0-1,0 1,0-1,0 0,0 0,1 0,-1 0,1 0,-1-1,1 1,0 0,0-1,0 1,0 0,0-1,1 1,-1-1,1 1,-1-1,1 0,0 1,0-1,0 1,1-1,-1 0,1 1,-1-1,1 1,0-1,0 1,0 0,0-1,0 1,1 0,-1 0,0 0,1-1,0 2,0-1,-1 0,1 0,0 1,1-1,-1 1,0-1,0 1,0 0,1 0,1-1,2 2,-1 0,0 0,0 0,1 1,-1 0,0 0,0 0,0 0,0 1,0 0,0 0,-1 0,1 1,-1 0,1 0,-1 0,0 0,0 1,0-1,-1 1,1 0,-1 0,2 3,-4-5,68 71,-50-50,1 0,1-1,1-1,1-1,1-1,0-1,2-2,0 0,14 5,-36-18,1-1,0 0,0 0,0 0,0 0,1-1,-1 0,0 0,1 0,-1-1,0 0,1 0,-1 0,1-1,-1 1,0-1,0-1,1 1,-1-1,0 0,0 0,0 0,-1-1,1 0,0 0,-1 0,0 0,0-1,0 1,0-1,0 0,-1-1,0 1,0 0,2-4,-2-1,-1 0,0 0,0-1,0 1,-1-1,-1 1,0-1,0 1,-1-1,0 1,-1-1,1 1,-2 0,0-1,0 1,0 1,-1-1,-1 0,1 1,-1 0,-1 0,-4-5,9 12,0-1,0 1,-1 0,1-1,-1 1,1 0,-1 0,1 0,-1 0,0 0,1 1,-1-1,0 0,0 1,0-1,1 1,-1 0,0 0,0-1,0 1,0 0,0 1,1-1,-1 0,0 0,0 1,0-1,1 1,-1 0,0 0,0-1,1 1,-1 0,1 0,-1 0,1 1,-1-1,1 0,0 0,-1 1,1-1,0 1,0-1,0 1,0 0,0-1,0 2,-5 9,-1 0,2 1,-1 0,2 0,0 0,0 0,2 1,-1 0,2-1,0 1,0 7,1-16,0 1,0-1,0 0,0 0,1 1,0-1,0 0,1 0,-1 0,1 0,0 0,0 0,1-1,-1 1,1-1,0 1,1-1,-1 0,1 0,-1 0,1-1,0 0,1 1,-1-1,0-1,1 1,0 0,4 1,29 9</inkml:trace>
  <inkml:trace contextRef="#ctx0" brushRef="#br0" timeOffset="60979.389">2062 6790,'-16'-4,"0"2,0 0,0 1,0 1,0 0,-1 1,1 1,0 0,0 2,1-1,-1 2,1 0,-1 1,2 1,-1 0,1 1,-8 5,19-10,1-1,-1 0,1 0,-1 1,1 0,0-1,0 1,0 0,1 0,-1 0,1 0,-1 0,1 0,0 1,0-1,0 0,1 0,-1 1,1-1,0 1,0-1,0 0,0 1,1-1,0 1,-1-1,1 0,0 0,0 1,1-1,-1 0,1 0,-1 0,2 1,7 7,1-1,0 0,1 0,0-1,1 0,-1-2,2 1,-1-1,1-1,7 2,-3 0,24 10,-23-10,-1 0,1 1,-2 1,1 0,10 10,-27-20,0 1,0-1,0 1,0 0,0-1,0 1,0 0,0 0,0 0,-1-1,1 1,0 0,-1 0,1 0,0 0,-1 0,0 0,1 0,-1 1,1-1,-1 0,0 0,0 0,0 0,0 0,0 1,0-1,0 0,0 0,0 0,0 0,-1 0,1 0,0 1,-1-1,1 0,-1 0,1 0,-1 0,0 0,1 0,-1-1,0 1,0 0,0 0,1 0,-1-1,0 1,0 0,0-1,0 1,-1-1,-12 6,0-1,-1 0,0-1,1-1,-1-1,-1 0,1 0,0-2,-15-1,26 1,3 0,-9 1,-1-1,1 0,0 0,0-1,0 0,-1-1,1-1,1 1,-1-2,-7-2,16 6,0-1,0 1,0-1,0 1,0-1,0 1,0-1,0 0,0 0,0 1,0-1,1 0,-1 0,0 0,0 0,1 0,-1 0,1 0,-1 0,1 0,-1 0,1 0,0-1,-1 1,1 0,0 0,0 0,0 0,0-1,0 1,0 0,0 0,1 0,-1 0,0 0,0-1,1 1,-1 0,1 0,-1 0,1 0,0 0,-1 0,1 0,44-34,1 14,0 2,2 3,0 1,3 2,18-6,-33 9,-13 5,-1-2,1 0,-2-1,1-2,16-9,-36 18,0 0,1 0,-1 0,0 0,0-1,0 1,-1-1,1 1,0-1,-1 0,1 1,-1-1,1 0,-1 0,0 0,1 0,-1 0,-1-1,1 1,0 0,0 0,-1-1,1 1,-1 0,0-1,0 1,0 0,0-1,0 1,0 0,0-1,-1 1,1 0,-1-1,0 1,0 0,0 0,0 0,0-1,0 1,-1 0,1 1,-1-1,1 0,-1 0,0 1,1-1,-1 1,0-1,0 1,0 0,0 0,0 0,-1 0,0-1,1 2,0 0,0 0,0 0,0 0,0 0,1 0,-1 1,0-1,0 0,0 1,1 0,-1-1,0 1,0 0,1 0,-1 0,1 0,-1 0,1 0,-1 1,1-1,0 0,0 1,-1-1,1 1,0-1,0 1,1 0,-1-1,0 1,0 0,-18 59,18-50,0 1,0-1,1 1,1-1,0 1,1-1,0 1,0-1,1 0,1 0,0 0,0-1,1 1,1-1,-1 0,5 4,-6-8,1 0,0 0,0 0,0 0,1-1,0 0,0 0,0-1,1 1,0-2,0 1,0-1,0 1,0-2,0 1,1-1,0-1,-1 1,1-1,0 0,-1-1,1 0,0 0,6-1,-4-2,1 1,0-1,-1-1,0 0,0-1,0 0,0 0,-1-1,0 0,0 0,0-1,-1-1,0 1,6-9,4-5,-1 0,-2-2,0 1,-1-2,5-13,1-11,-1-1,-3-1,-2-1,-2 0,-2-1,-2 0,-3 0,-2-1,-3 1,-3-21,3 63,0 1,0-1,-1 1,0-1,0 1,-1 0,0-1,-1 1,0 0,0 1,-1-1,-3-5,6 13,1 0,0 1,-1-1,1 1,-1-1,1 1,0-1,-1 1,1 0,-1-1,0 1,1-1,-1 1,1 0,-1 0,1-1,-1 1,0 0,1 0,-1 0,0-1,1 1,-1 0,0 0,1 0,-1 0,0 0,1 1,-1-1,1 0,-1 0,0 0,1 0,-1 1,0-1,1 0,-1 1,1-1,-1 0,1 1,-1-1,1 1,-1-1,1 1,-1-1,1 1,0-1,-1 1,1-1,0 1,-1 0,1-1,0 1,-6 11,0 0,2 0,-1 0,1 1,1 0,1 0,-1-1,2 2,0 3,-2 5,-8 75,4 0,5 0,9 79,-5-142,3-1,0 0,2 0,2 0,12 30,-17-52,0-1,1 0,0 1,1-2,1 1,-1-1,1 0,1 0,0-1,0 0,0 0,1-1,0 0,1 0,0-1,0-1,0 0,0 0,2 0,71 2,-52-14</inkml:trace>
  <inkml:trace contextRef="#ctx0" brushRef="#br0" timeOffset="61228.722">2281 6584,'21'-2,"25"-1,29-2,29-3,22-4,10-3,2 1,-12 4,-22 2,-30 4</inkml:trace>
  <inkml:trace contextRef="#ctx0" brushRef="#br0" timeOffset="66268.262">13315 5110,'371'-9,"-216"12,-146-2,0 1,-1 0,1 0,0 0,-1 1,1 1,-1-1,0 1,0 1,-1-1,1 2,-1-1,0 1,0 0,-1 0,0 0,-3-1,-1-1,0 0,0 0,-1 1,0-1,1 1,-1-1,-1 1,1-1,-1 1,0 0,0-1,0 1,-1 4,1 4,-4 626,7-582,-3-56,0 0,1-1,-1 1,1-1,-1 1,1 0,-1-1,1 1,-1-1,1 1,-1-1,1 0,0 1,-1-1,1 0,0 1,-1-1,1 0,0 1,0-1,-1 0,1 0,0 0,-1 0,1 0,0 0,0 0,-1 0,1 0,0 0,0 0,-1-1,1 1,0 0,-1 0,1-1,0 1,-1-1,1 1,0 0,-1-1,1 1,-1-1,1 1,-1-1,1 0,-1 1,1-1,1 0,14-10</inkml:trace>
  <inkml:trace contextRef="#ctx0" brushRef="#br0" timeOffset="67308.14">14121 6093,'-8'-6,"0"1,0 0,0 0,-1 1,0 1,0-1,0 1,0 1,-1-1,1 2,-1-1,1 1,-1 1,0 0,1 0,-1 1,1 0,-1 1,1 0,-1 0,1 1,0 0,0 1,0 0,1 0,-1 1,-5 4,10-6,-1 1,1-1,1 1,-1 0,0 0,1 0,0 1,0-1,0 1,0 0,1 0,0 0,0 0,0 0,1 0,0 0,0 1,0-1,0 0,1 1,0-1,0 1,0-1,1 0,0 1,0-1,0 0,1 0,0 1,0-1,0-1,0 1,3 3,2 2,0 0,1-1,0 0,0 0,1-1,0 0,1-1,-1 0,2 0,-1-1,1 0,0-1,0 0,0-1,1 0,-1-1,1 0,0-1,0 0,0-1,8 0,-10-1,1 0,-1 0,0-1,1 0,-1-1,0 0,0-1,0 0,0 0,-1-1,1-1,-1 0,0 0,-1 0,1-1,-1 0,0-1,0 0,-1 0,0-1,0 0,-1 0,0 0,0-1,1-4,-3 6,0-1,0 0,0 0,-1 0,0 0,-1 0,0-1,0 1,-1-1,0 0,-1 1,1-1,-2 0,1 0,-1 1,-1-1,1 1,-1-1,-1 1,0 0,0 0,0 0,-1 0,-1 0,1 1,-1 0,0 0,-1 0,1 0,-1 1,-1 0,1 0,-1 1,-7-5,6 6,-2 1,1 0,0 0,-1 1,1 0,-1 0,0 1,1 0,-1 1,0 0,0 1,1 0,-1 0,0 1,1 0,0 1,-1 0,1 0,0 1,0 1,1-1,-7 5,-3 3,-1 1,2 1,0 1,1 0,0 1,1 1,1 0,0 1,-3 7,-18 34</inkml:trace>
  <inkml:trace contextRef="#ctx0" brushRef="#br0" timeOffset="68398.754">12523 6434,'25'7,"0"-2,-1-1,1 0,1-2,7-1,1 0,746 46,439-21,-159-8,-926-11,356 9,-431-21,-75-1,-43 5,26 3</inkml:trace>
  <inkml:trace contextRef="#ctx0" brushRef="#br0" timeOffset="69088.011">14039 7254,'0'14,"0"11,0 14,0 9,0 10,0 7,-3 2,0 0,1 0,-3-4,-2-7,0-9,-2-10,2-11</inkml:trace>
  <inkml:trace contextRef="#ctx0" brushRef="#br0" timeOffset="69383.23">13861 7309,'0'-3,"1"0,-1 0,1 0,0 0,0 0,0 0,0 0,0 0,0 1,1-1,0 0,-1 1,1-1,0 1,0 0,0 0,1 0,-1 0,0 0,1 0,-1 0,1 1,0-1,-1 1,1 0,0 0,0 0,0 0,1 0,90-12,-76 12,0 0,-1 2,1 0,0 1,-1 1,0 1,0 0,0 1,0 1,0 1,-1 0,0 1,4 3,-19-10,1 0,0 1,0-1,-1 1,1-1,-1 1,1-1,-1 1,0 0,1 0,-1-1,0 1,0 0,0 0,-1 0,1 0,0 0,-1 1,1-1,-1 0,0 0,0 0,0 0,0 0,0 1,0-1,0 0,-1 0,1 0,-1 0,0 0,0 0,1 0,-1 0,0 0,-1 0,1 0,0 0,-10 9,-1-1,0 0,-1 0,0-1,0-1,-1 0,0-1,0-1,-1 0,0-1,0 0,0-1,-8 0,15-1,-54 11,49-14</inkml:trace>
  <inkml:trace contextRef="#ctx0" brushRef="#br0" timeOffset="69967.906">14503 7363,'-19'64,"2"0,4 1,2 0,-3 65,2-18,2-42,3-61,5-32,8-67,5 1,18-74,-26 150,1-9,-2 5,0 1,2-1,0 1,0 0,2 0,0 0,1 1,0 0,2 0,6-9,-10 20,1 0,1 0,-1 1,1 0,-1 0,1 0,0 1,0 0,0 0,0 1,0 0,0 0,0 1,1 0,-1 0,0 0,0 1,0 0,0 1,0-1,0 1,0 1,0 0,0-1,-1 2,0-1,0 1,0 0,0 0,0 1,-1 0,3 2,-5-4,0 0,0 0,0 0,-1 1,1-1,-1 1,1-1,-1 1,-1 0,1 0,0 0,-1 0,0 0,0 0,0 0,0 0,-1 1,0-1,0 0,0 0,0 1,0-1,-1 0,0 0,0 0,0 0,-1 1,1-1,-1-1,0 1,0 0,0 0,0-1,-1 1,0-1,1 0,-3 2,-9 7,0-1,-1 0,0-1,0-1,-2 0,1-1,-1-1,0-1,-7 2,-28 13,50-21,0 0,1 1,-1-1,0 1,1-1,-1 1,1 0,-1 0,1 0,-1 0,1 0,-1 0,1 0,0 0,0 0,0 1,-1-1,1 0,0 1,1-1,-1 1,0-1,0 1,1-1,-1 1,1 0,-1-1,1 1,0 0,-1 0,1-1,0 1,0 0,0-1,1 1,-1 0,0 0,1-1,-1 1,1 0,-1-1,1 1,0-1,0 1,-1-1,10 12,1-1,0-1,1 0,0-1,0 0,1 0,1-2,-1 1,1-2,3 1,9 6,1-2,0-1,1-1,0-1,0-1,1-2,25 2,1-14,-39-3</inkml:trace>
  <inkml:trace contextRef="#ctx0" brushRef="#br0" timeOffset="70248.155">13848 6980,'14'-2,"18"1,25 2,26-1,22 1,16-1,12 1,-2-1,-8 0,-26 1</inkml:trace>
  <inkml:trace contextRef="#ctx0" brushRef="#br0" timeOffset="72792.606">12701 6544,'-146'-85,"144"83,-1 1,0-1,0 1,1 0,-1 0,0 0,0 1,0-1,0 1,0-1,0 1,0 0,0 0,0 1,0-1,0 0,0 1,0 0,0 0,0 0,0 0,0 0,1 0,-1 1,0-1,1 1,-1 0,1 0,0 0,-1 1,-11 14,2 0,0 1,0 0,2 1,0 1,2-1,0 1,1 1,1-1,0 1,2 1,1-1,0 0,2 5,-1 15,3 0,1 0,2 0,2 0,1-1,3 0,1-1,2 0,5 10,2 19,-3 0,-3 1,-3 0,-4 1,-2 0,-3 0,-7 65,0-59,-6 68,6 0,7 1,13 74,0-108,-4 1,-5 0,-6 0,-4 4,-10 23,3-47,4 0,5 86,9-80,-5 0,-4 1,-8 36,0-11,5 1,9 81,6-81,5-2,23 86,-9-51,34 231,-50-325,-3-1,-3 1,-2 1,-3-1,-4 1,-2 7,-32 158,-28 41,51 89,-6-145,20-49,-1-163,0-1,1 0,-1 0,1 1,0-1,0 0,0 0,0 0,0 0,0 0,0 0,1 0,-1 0,1-1,-1 1,1 0,0-1,0 1,0-1,0 0,0 1,0-1,0 0,0 0,0-1,0 1,1 0,-1-1,0 1,73 6,-69-7,350 7,86 14,470 37,-601-40,192 41,-244-21,74-6,274 8,-338-52,-75 9,-159 12,-32-6</inkml:trace>
  <inkml:trace contextRef="#ctx0" brushRef="#br0" timeOffset="74955.37">16593 6503,'-8'11,"0"2,1-1,1 1,0 0,1 0,0 1,1-1,0 1,1 0,1 0,1 1,0-1,0 0,1 0,1 1,1-1,0 0,2 5,-4-11,1 3,12 141,-7 1,-6-1,-8 10,-19 69,8-98,6 1,6 1,8 74,16 49,-16 198,-10-227,14 121,4 395,18-105,-27-551,-1-5,3 0,11 58,-10-125,14 97,-4 0,-4 23,-21 279,22-253,-4-122,-1 0,-3 1,-1-1,-2 0,-6 34,6-50,1 0,1 1,1-1,1-1,1 1,1 0,5 12,18 174,-24-184,0 0,-2 0,-1 0,-1 0,-2 0,0 0,-2 4,-3 131,8-103,2-26,0-22</inkml:trace>
  <inkml:trace contextRef="#ctx0" brushRef="#br0" timeOffset="76429.438">14367 13344,'-6'-7,"-1"-1,0 1,0 0,-1 0,0 1,0 0,0 0,-1 1,0 0,0 0,-1 1,5 2,1 1,-1-1,1 1,-1 0,0 1,1-1,-1 1,0 0,1 0,-1 1,0-1,0 1,1 0,-1 0,1 0,-1 1,1 0,-1 0,1 0,0 0,0 1,0-1,0 1,-1 2,-2 0,2 0,-1 0,0 1,1-1,0 1,0 1,1-1,0 1,0-1,0 1,1 0,0 1,0-1,1 1,0-1,0 1,1-1,0 1,0 0,1 0,0 0,1-1,-1 1,1 0,1 0,-1-1,2 1,-1-1,1 1,0-1,0 0,1 0,1 2,2-1,1 0,0-1,1 1,0-2,0 1,0-1,1 0,0-1,0-1,0 1,1-1,0-1,-1 0,1-1,0 0,0 0,0-1,4-1,-8 1,0-1,0 0,0-1,0 1,0-2,-1 1,1-1,0 0,0 0,-1 0,1-1,-1 0,0-1,0 1,0-1,-1-1,1 1,-1-1,0 1,0-2,-1 1,1 0,-1-1,0 0,-1 0,1 0,-1 0,0-1,0-1,0-3,0 1,-1 0,0-1,-1 1,0-1,-1 0,0 1,0-1,-1 0,-1 1,1-1,-2 1,0-1,-2-4,3 10,0 0,0 0,-1 0,1 0,-1 0,-1 1,1 0,-1-1,1 1,-1 0,0 1,0-1,-1 1,1 0,-1 0,0 0,0 0,0 1,0 0,0 0,0 1,0-1,-1 1,1 0,-1 0,1 1,-1 0,-2 0,-3 1,0 0,0 1,0 1,0 0,1 0,-1 1,1 0,0 1,0 0,1 0,-1 1,1 1,0 0,1 0,0 0,0 1,-6 8,-7 11</inkml:trace>
  <inkml:trace contextRef="#ctx0" brushRef="#br0" timeOffset="76722.449">14258 13672,'-3'16,"0"13,0 12,1 12,0 10,1 11,1 9,0 9,-3 9,-2 7,-6 3,-5 2,-2-5,-1-12,3-16,5-23</inkml:trace>
  <inkml:trace contextRef="#ctx0" brushRef="#br0" timeOffset="77413.265">14407 12389,'-6'-6,"-1"1,0 1,0-1,-1 1,1 0,-1 1,0 0,0 0,0 1,0 0,0 0,0 1,-1 0,1 0,-1 1,1 0,-1 0,1 1,0 0,-1 1,1 0,-6 2,3 1,0-1,1 2,0-1,0 1,0 1,1 0,0 0,0 1,1 0,0 0,0 1,1 0,0 0,1 1,0 0,0 0,1 1,0 1,1-5,1 1,1-1,-1 1,1 0,1 0,-1 0,1 0,1 0,0 0,0 0,0 0,1 0,0-1,0 1,1 0,0 0,1-1,0 1,0-1,0 1,1-1,0 0,1-1,-1 1,1-1,3 3,8 4,1-1,-1-1,2-1,-1-1,1 0,1-1,0-1,0-1,0 0,1-2,-1 0,1-1,0-1,0-1,0-1,6-1,105-19,-80 2</inkml:trace>
  <inkml:trace contextRef="#ctx0" brushRef="#br0" timeOffset="77730.012">14762 12430,'0'0,"0"1,0 0,0-1,0 1,0-1,0 1,0 0,0-1,0 1,0-1,-1 1,1-1,0 1,0-1,-1 1,1-1,0 1,-1-1,1 1,-1-1,1 1,-1-1,1 0,0 1,-1-1,1 0,-1 1,0-1,1 0,-1 0,1 0,-1 1,1-1,-1 0,1 0,-1 0,0 0,1 0,-1 0,1 0,-1 0,0 0,1 0,-1-1,1 1,-1 0,1 0,-1 0,1-1,-1 1,1 0,-1-1,1 1,-1 0,1-1,-1 1,1-1,-1 1,1-1,-101 404,99-398,0 1,1-1,0 1,0 0,0-1,1 1,0 0,0-1,0 1,1 0,0-1,0 1,0 0,1-1,0 0,0 1,0-1,1 0,-1 0,1 0,0 0,1-1,-1 1,1-1,0 0,0 0,2 2,9-2,0 0,0 0,0-2,0 0,0 0,1-1,-1-1,0-1,1 0,-1-1,0-1,0 0,5-3,113-23,-78 16</inkml:trace>
  <inkml:trace contextRef="#ctx0" brushRef="#br0" timeOffset="78245.538">14025 11965,'12'5,"15"1,22 2,23 0,23-2,22-2,16-1,8-1,-2-2,-24 0</inkml:trace>
  <inkml:trace contextRef="#ctx0" brushRef="#br0" timeOffset="79272.395">15486 8688,'-35'33,"2"2,2 2,1 0,2 2,1 2,2 0,-10 26,11 13,24-77,-1 0,1-1,0 1,0 0,0 0,0 0,0-1,0 1,1 0,-1 0,1-1,0 1,0 0,0-1,0 1,1-1,-1 1,1-1,-1 1,1-1,0 0,0 0,0 0,0 0,0 0,0-1,2 2,2-2,0 1,0-1,1 0,-1 0,0-1,0 0,1 0,-1 0,0-1,1 0,-1 0,0-1,0 0,0 0,0 0,0-1,-1 0,1 0,-1 0,4-3,17-10,1-1,-2-1,0-1,-2-1,0-2,-1 0,-1-1,-1-1,-1-1,-2-1,0 0,-2-2,-1 1,-1-2,-1 0,5-21,-14 37,1 0,-2 0,0-1,0 1,-2 0,1-1,-2 1,0-9,0 17,0 0,0-1,-1 1,1 0,-1 0,0-1,-1 2,1-1,-1 0,0 0,0 1,0-1,-1 1,1 0,-1 0,0 1,0-1,-1 1,1 0,-1 0,1 0,-3 0,0-1,0 1,-1 1,0-1,1 1,-1 1,0-1,0 1,0 1,1 0,-1 0,0 0,0 1,0 0,0 0,1 1,-1 0,0 1,1-1,0 2,-1-1,1 1,1 0,-1 0,1 1,-1-1,1 2,0-1,1 1,0 0,0 0,0 0,0 1,1-1,0 1,1 0,-1 0,1 1,1-1,-1 1,1-1,1 1,-1 0,1 0,1 0,4 18,1-1,1 0,1 0,1 0,1-1,2-1,0 0,1 0,1-1,8 9,6 14,-4-8,-1 1,-3 1,0 1,-3 0,-1 1,-3 1,-1 0,-2 1,-1 4,-4 24</inkml:trace>
  <inkml:trace contextRef="#ctx0" brushRef="#br0" timeOffset="80097.955">15637 10900,'-19'5,"1"0,-1 1,1 1,1 0,-1 2,2 0,-1 1,1 0,0 2,1 0,1 0,0 1,1 1,0 1,1-1,0 2,1 0,1 0,1 1,-1 3,3-7,1 0,1 1,0 0,0 0,1 0,1 0,-1 14,3-23,1 0,0 0,0 0,0 0,1 0,-1-1,1 1,0 0,0 0,1-1,0 1,0-1,0 1,0-1,0 0,1 0,0 0,0 0,0 0,1-1,-1 1,1-1,-1 0,1 0,2 1,6 1,0-1,1-1,-1 0,1 0,0-1,-1-1,1 0,0-1,0-1,0 0,-1 0,1-1,0-1,-1 0,0 0,0-2,0 1,0-2,-1 1,1-2,-1 1,9-9,-3 3,0 0,-1-2,0 0,-1-1,0 0,-2-1,0-1,0 0,-2 0,0-2,2-6,-7 14,-1-1,0 1,-1-1,0 0,-1 0,-1-1,0 1,0 0,-1-1,-1 1,0-1,-1 0,0 1,-1 0,0-1,-1 1,0 0,-1 0,-3-7,3 12,1 0,-1 0,0 0,0 1,-1-1,0 1,0 0,0 1,-1-1,0 1,0 0,0 1,-1-1,0 1,0 0,0 1,0 0,0 0,0 0,-1 1,0 0,1 1,-1 0,0 0,0 0,1 1,-1 0,0 1,0 0,0 0,1 0,-1 1,1 1,-1-1,1 1,0 0,0 0,0 1,0 0,1 1,-1-1,-4 6,6-4,0 0,0 0,1 0,0 1,0 0,1 0,-1 0,2 0,-1 0,1 1,0-1,1 1,-1 0,1-1,1 1,0 0,0 0,0-1,1 1,0 0,2 5,3 12,2 0,0 0,2-1,0 0,13 21,53 88,-34-63,-3 2,-3 2,-2 5,-30-70,-1 0,1 0,-2 0,1 0,-1 1,-1-1,1 1,-2-1,1 1,-1 0,-1-1,0 5,-7 7</inkml:trace>
  <inkml:trace contextRef="#ctx0" brushRef="#br0" timeOffset="80343.654">15213 10490,'17'17,"20"7,26 2,28-4,26-5,18-8,8-5,-21-4</inkml:trace>
  <inkml:trace contextRef="#ctx0" brushRef="#br0" timeOffset="81261.06">16634 11200,'1075'-10,"114"95,-413-19,-501-43,-255-18,-20-5,0 1,0-1,0 1,0-1,0 0,0 1,0-1,0 1,-1-1,1 1,0-1,0 0,0 1,-1-1,1 1,0-1,0 0,-1 1,1-1,0 0,0 1,-1-1,1 0,0 0,-1 1,1-1,-1 0,1 0,0 0,-1 0,1 1,-1-1,1 0,-1 0,1 0,0 0,-1 0,1 0,-1 0,1 0,-1 0,1 0,0 0,-1 0,1-1,-1 1,1 0,-1 0,1 0,0 0,-1-1,1 1,0 0,-17 1</inkml:trace>
  <inkml:trace contextRef="#ctx0" brushRef="#br0" timeOffset="81598.957">18941 10872,'123'60,"-10"-6,94 62,-206-115,84 65,-82-63,0 0,-1 0,1 0,-1 0,0 0,0 1,0-1,0 1,-1-1,0 1,1 0,-1-1,0 1,-1 0,1 0,-1 0,0 0,0 0,0-1,0 1,0 0,-1 0,0 0,0 0,-1 2,-6 7,0 0,0-1,-2 0,1-1,-2 0,1 0,-1-1,-1 0,0-1,0-1,-1 0,-10 5,23-13,-297 163,223-106,60-36</inkml:trace>
  <inkml:trace contextRef="#ctx0" brushRef="#br0" timeOffset="83803.664">16551 8865,'487'-47,"1070"33,-1219 21,44 6,-335-2,-54 0,-5-8</inkml:trace>
  <inkml:trace contextRef="#ctx0" brushRef="#br0" timeOffset="85420.129">18805 8524,'33'19,"0"-7,0 2,-1 1,-1 1,0 2,-1 1,-1 1,-1 2,-1 0,10 13,-32-31,-1 1,1 0,-1 0,0 0,-1 0,1 1,-1 0,0 0,0 0,-1 0,0 0,0 0,0 0,-1 1,0-1,0 1,0-1,-1 1,0-1,-1 1,1-1,-2 4,-5 3,-1-1,0 0,-1-1,-1 0,1 0,-2-1,1 0,-2-1,1 0,-1-1,0 0,-1-1,0 0,0-1,0 0,-9 1,-167 59,146-55</inkml:trace>
  <inkml:trace contextRef="#ctx0" brushRef="#br0" timeOffset="85978.683">19311 8852,'180'7,"81"17,-145-11,235 13,-365-27,9 0,-1 0,1 1,0 0,0 0,0 0,0 0,0 1,0 0,0 0,0 0,0 1,-4 1,8 3,6-1</inkml:trace>
  <inkml:trace contextRef="#ctx0" brushRef="#br0" timeOffset="86799.674">20990 8497,'-19'-4,"0"1,-1 1,1 1,-1 0,0 2,1 0,-1 1,1 1,0 1,0 1,0 0,1 1,-10 5,25-9,0 0,0 0,0 0,0 0,0 0,0 1,1-1,-1 1,1 0,0-1,0 1,0 0,0 0,0 1,0-1,1 0,0 1,-1-1,1 1,1-1,-1 1,0-1,1 1,0-1,0 1,0 0,0-1,1 1,-1-1,1 1,0 0,1 2,6 11,2 0,0 0,0-1,2 0,0-1,1-1,0 1,1-2,1 0,12 8,-24-18,78 63,-40-34,-2 1,-2 1,22 28,-55-59,0 1,0-1,-1 1,1 0,-1 1,0-1,-1 1,1-1,-1 1,0 0,0 0,0 0,-1 0,1 0,-1 0,-1 0,1 0,-1 1,1-1,-2 0,1 0,0 1,-1-1,0 0,-1 0,1 0,-1 0,0 2,-7 1,0-1,0 1,0-1,-1-1,0 0,-1 0,1-1,-1 0,0-1,0 0,0-1,-1 0,1-1,-1 0,0-1,1 0,-1-1,-4-1,0 3,0 0,0-1,0-1,0-1,0 0,1-1,-1-1,0 0,1-1,-1-1,1 0,-2-2,16 7,1 0,-1 0,1 0,-1 0,1-1,-1 1,1 0,-1 0,1 0,-1-1,1 1,-1 0,1 0,-1-1,1 1,0 0,-1-1,1 1,-1-1,1 1,0-1,0 1,-1 0,1-1,0 1,0-1,-1 1,1-1,0 0,0 1,0-1,0 1,0-1,0 1,0-1,0 1,0-1,0 1,0-1,0 1,0-1,0 1,1-1,-1 1,0-1,0 1,1-1,-1 1,0-1,0 1,1-1,-1 1,1 0,-1-1,0 1,1-1,-1 1,1 0,-1 0,1-1,-1 1,1 0,-1 0,1 0,-1-1,1 1,37-10,-38 10,34-5</inkml:trace>
  <inkml:trace contextRef="#ctx0" brushRef="#br0" timeOffset="87101.865">21290 9275,'-1'2,"0"1,-1-1,1 0,0 1,0-1,0 1,1-1,-1 1,0 0,1-1,0 1,0-1,0 1,0 0,0-1,0 1,1 0,-1-1,1 1,-1-1,1 1,0-1,0 1,1-1,-1 0,0 1,1-1,-1 0,1 0,0 0,0 0,-1 0,1-1,1 1,-1 0,0-1,0 0,0 1,1-1,-1 0,2 0,10 4,0-2,0 0,0 0,0-1,1-1,-1 0,1-1,-1-1,0 0,1-1,-1-1,0 0,0-1,0 0,9-5,-18 7,0 0,0-1,0 1,0-1,-1 0,1 0,-1-1,0 1,0-1,0 0,-1 0,1-1,-1 1,0-1,0 1,-1-1,1 0,-1 0,0 0,-1 0,1 0,-1-1,0 1,0 0,0-1,-1 1,0-1,0 1,-1-1,1 1,-1 0,0-1,0 1,-1 0,0 0,0-1,-1 0,-2-3,0 1,-1-1,0 1,-1 1,0-1,0 1,0 1,-1-1,0 1,-1 0,1 1,-1 0,0 0,0 1,0 0,-1 1,1 0,-1 0,0 1,0 1,0-1,0 2,0-1,0 1,0 1,0 0,0 0,0 1,0 0,0 1,1 0,-1 0,-3 3,-6 5,1 0,0 1,1 1,0 1,1 0,1 1,0 1,1 0,1 1,-7 11,-27 40</inkml:trace>
  <inkml:trace contextRef="#ctx0" brushRef="#br0" timeOffset="102623.352">2036 13003,'-1'-4,"0"0,0 0,0 0,0 1,0-1,-1 0,1 1,-1-1,0 1,0 0,-1 0,1-1,0 1,-1 1,0-1,0 0,0 1,0-1,0 1,-1 0,1 0,0 0,-1 1,0-1,1 1,-1 0,0 0,0 0,0 0,1 1,-1-1,0 1,0 0,0 0,0 1,0-1,0 1,0 0,1 0,-1 0,0 1,-1 0,-7 3,0 1,1 0,-1 1,1 1,1-1,-1 2,2 0,-1 0,1 0,0 1,1 1,0-1,-1 4,-11 19,0 1,2 1,-10 31,14-34,1 1,2 0,1 1,2 0,2 1,0 0,3 0,0 0,3 9,0-39,-1 0,1 0,0 0,1 0,-1-1,1 1,0 0,1 0,-1-1,1 1,-1 0,1-1,1 0,-1 1,1-1,0 0,0 0,0 0,0-1,0 1,1-1,0 0,0 0,0 0,0 0,0-1,0 1,1-1,-1 0,1-1,-1 1,1-1,0 0,0 0,0 0,0-1,-1 0,1 0,1 0,11-6,1-2,-2 0,1-1,-1-1,0 0,-1-1,0 0,-1-2,0 0,-1 0,-1-1,0-1,-1 0,6-9,7-8,0-1,-2-1,-1 0,-2-2,-2 0,-1-1,-2-1,-1 0,-3-1,0 0,-3-1,-1 0,-2 0,-1-28,-24-34,20 99,0-1,0 1,-1-1,0 1,0 0,0-1,0 1,0 0,0 0,-1 1,0-1,1 0,-1 1,0 0,0-1,0 1,-1 0,1 1,0-1,-1 0,1 1,-1 0,0 0,1 0,-3 0,-1 2,0 1,0-1,0 1,0 0,0 1,0 0,1 0,-1 0,1 1,0 0,0 0,0 0,1 1,-1 0,1 0,0 1,1-1,-1 1,-1 4,-8 9,1 0,0 1,2 0,0 1,2 1,0-1,1 1,2 1,0-1,1 1,1 0,2 1,0 10,1 25,3-1,2 0,3 0,12 48,-14-81,10 42,-3 0,-3 1,-3 0,-3 0,-3 4,-3-36</inkml:trace>
  <inkml:trace contextRef="#ctx0" brushRef="#br0" timeOffset="102917.185">2308 13563,'0'14,"0"14,-2 11,-4 11,-2 8,-2 4,-3 1,2-4,2-7,3-10,3-15,6-18,3-11</inkml:trace>
  <inkml:trace contextRef="#ctx0" brushRef="#br0" timeOffset="103164.146">2459 13645,'56'-82,"-57"82,1 1,0-1,-1 1,1-1,0 1,0 0,-1-1,1 1,0-1,0 1,0 0,0-1,0 1,0 0,0-1,0 1,0 0,0-1,0 1,0 0,1-1,-1 1,0-1,0 1,1 0,-1-1,0 1,1-1,-1 1,1-1,-1 1,0-1,1 1,-1-1,1 0,-1 1,1-1,0 0,-1 1,1-1,-1 0,1 0,0 1,-1-1,1 0,-1 0,1 0,0 0,-1 0,1 0,0 0,-1 0,1 0,0 0,-1 0,1 0,0-1,-1 1,1 0,-1 0,1-1,-1 1,1 0,0-1,-1 1,1 0,-1-1,-31 204,23-148,1 0,3 1,2-1,3 1,3 9,9-13,-5-38</inkml:trace>
  <inkml:trace contextRef="#ctx0" brushRef="#br0" timeOffset="103348.664">2227 13849,'13'0,"22"0,21 0,19 0,11-2,-9-1</inkml:trace>
  <inkml:trace contextRef="#ctx0" brushRef="#br0" timeOffset="103904.529">3469 14055,'424'13,"-330"-13,118 0,82 0,60 17,-338-16,13 1,1 1,-1 2,1 1,-2 1,12 5,-15 4,-25-15,0-1,0 1,0-1,0 1,0-1,0 1,0-1,0 0,0 1,0-1,0 1,0-1,0 1,0-1,0 0,-1 1,1-1,0 1,0-1,0 0,-1 1,1-1,0 1,-1-1,1 0,0 0,-1 1,1-1,0 0,-1 1,1-1,-1 0,1 0,0 0,-1 0,1 1,-1-1,1 0,-1 0,1 0,-1 0,1 0,0 0,-1 0,1 0,-1 0,1 0,-1 0,1-1,-1 1,1 0,0 0,-1 0,-13-1,1-1</inkml:trace>
  <inkml:trace contextRef="#ctx0" brushRef="#br0" timeOffset="104611.014">5190 13686,'-8'24,"2"-1,0 1,1 0,2 1,0-1,2 1,1-1,0 5,0-5,0 153,2-46,-6 1,-18 106,7-178,16-60,-1 0,0 0,0-1,0 1,0 0,0-1,0 1,0 0,0 0,-1-1,1 1,0 0,0 0,0-1,0 1,0 0,0 0,0-1,-1 1,1 0,0 0,0 0,0-1,0 1,-1 0,1 0,0 0,0 0,-1-1,1 1,0 0,0 0,-1 0,1 0,0 0,0 0,-1 0,1 0,0 0,0 0,-1 0,1 0,0 0,0 0,-1 0,1 0,0 0,-1 0,1 0,0 0,-1 0,14-198,-3 18,-7-1,-9 1,-14-71,12 167,8 83,0 0,0 1,0-1,0 0,1 1,-1-1,0 0,0 1,0-1,1 0,-1 1,0-1,1 1,-1-1,1 1,-1-1,1 1,-1-1,1 1,-1-1,1 1,-1-1,1 1,-1 0,1-1,0 1,-1 0,1 0,0-1,-1 1,1 0,0 0,-1 0,1 0,0 0,-1 0,1 0,0 0,0 0,-1 0,1 0,0 0,-1 1,1-1,0 0,-1 0,1 1,-1-1,1 1,-1-1,1 0,0 1,-1-1,1 1,148 82,-67-38,27 13,-3 6,66 52,-142-92,0 1,-1 1,-2 2,-1 0,-1 2,-1 1,-2 1,-1 0,-2 2,11 25,6 64,-35-118,0 1,-1 0,0-1,0 1,0-1,-1 1,1-1,-1 1,-1-1,1 0,-1 1,0-1,0 0,-1 0,1 0,-1 0,0-1,-1 1,1-1,-1 0,-3 4,-9 2,-1 0,0-2,0 0,-1 0,0-2,0 0,0-1,-1-1,0-1,0 0,-1-1,3 0,-167 23,86-14,1 5,1 3,-20 10,82-16,34-13,1 0,-1 0,0 1,1-1,-1 0,0 0,1 0,-1 0,0 1,0-1,1 0,-1 0,0 1,0-1,1 0,-1 1,0-1,0 0,0 1,1-1,-1 0,0 1,0-1,0 0,0 1,0-1,0 0,0 1,0-1,0 1,0-1,0 0,0 1,0-1,0 0,0 1,0-1,-1 0,1 1,0-1,0 0,0 1,0-1,-1 0,1 1,0-1,0 0,-1 0,36 0,8-5</inkml:trace>
  <inkml:trace contextRef="#ctx0" brushRef="#br0" timeOffset="104993.045">6309 14300,'-8'-1,"0"1,-1-1,1 1,0 0,0 1,-1 0,1 1,0-1,0 2,0-1,1 1,-1 0,0 0,1 1,0 0,0 1,0 0,1 0,-1 0,1 0,0 1,1 0,-1 1,1-1,1 1,-1 0,0 2,2-2,1 0,0-1,0 1,0 0,1 0,0 0,1 0,-1 0,1 0,1 0,-1 0,1 0,1 0,-1 0,1 0,0 0,1-1,0 1,0-1,0 1,1-1,-1 0,1-1,1 1,2 3,4 2,0-1,0 0,1 0,0-1,1 0,0-1,0-1,1 0,0-1,0 0,8 1,-5-1,2 0,-1-2,0 0,1-1,-1-1,1-1,0 0,0-1,0-2,-1 0,1 0,-1-2,1 0,-1-1,0-1,8-5,-19 6,0 0,0 0,0-1,-1 0,1-1,-2 1,1-1,-1 0,0-1,0 1,-1-1,0 0,0 0,-1 0,0-1,-1 1,0-1,0 1,0-1,-1 0,-1 0,0 1,0-1,0 0,-1 0,0 0,-1 1,0-1,-1 0,1 1,-2 0,1 0,-1 0,0 0,-1 0,0 1,-2-3,-2-2,-1 0,0 1,0 0,-1 1,0 0,-1 1,0 0,-1 1,0 1,0-1,-1 2,0 0,0 1,0 0,0 1,-1 1,0 0,0 1,1 0,-1 1,0 1,0 1,0 0,0 1,0 0,0 1,1 1,-1 0,1 1,0 1,0 0,-9 6,19-10,0 0,0 1,0-1,0 1,0 0,0 0,1 0,0 0,-1 1,1 0,0-1,1 1,-1 0,1 0,-1 0,1 1,1-1,-1 1,1-1,-1 1,1-1,0 1,1 0,-1-1,1 1,0 0,0 0,1-1,-1 1,1 0,0-1,1 3,30 36,11-7</inkml:trace>
  <inkml:trace contextRef="#ctx0" brushRef="#br0" timeOffset="106528.487">6924 14491,'-105'0,"335"25,333 12,-343-28,274 27,261 61,-556-64,755 101,-643-110,263 29,-286-10,-89-11,185 5,72-36,-149-28,-140 13,93 0,7 50,-85-10,-68-18,-97-8,1 0,0 0,0 2,-1 1,1 0,-1 1,2 1,94 12,-3-12,-108-7,0 1,1 0,-1-1,0 1,0-1,0 1,0-1,0 0,-1 0,1 0,0 0,-1 0,0-1,1 1,-1 0,0-1,0 1,0-1,0 1,-1-1,1 1,-1-1,0 1,1-1,-1 0,0 1,0-1,-1 1,1-1,-1 1,1-1,-1 0,-1-1,2-23,10-243,-10 177</inkml:trace>
  <inkml:trace contextRef="#ctx0" brushRef="#br0" timeOffset="110555.7">12947 8647,'-3'-14,"0"-7,-2-2,-1 0,-1 5,1 7,-2 12,1 18,2 18,2 13,1 13,1 7,0 3,4-1,0-7,0-8,2-16,0-13</inkml:trace>
  <inkml:trace contextRef="#ctx0" brushRef="#br0" timeOffset="110866.805">12905 8469,'0'0,"0"1,-1-1,1 0,-1 1,1-1,0 0,0 1,-1-1,1 1,0-1,0 0,-1 1,1-1,0 1,0-1,0 1,0-1,0 1,0-1,0 1,0-1,0 1,0-1,0 0,0 1,0-1,0 1,0-1,0 1,0-1,1 1,-1-1,0 1,0-1,1 0,-1 1,0-1,0 1,1-1,-1 0,1 1,-1-1,0 0,1 0,-1 1,0-1,1 0,-1 0,1 0,-1 1,1-1,120 147,-77-98,-19-20,17 17,-2 2,-3 1,20 36,-53-80,-1-1,1 1,-1 0,-1-1,1 2,0-1,-1 0,0 0,-1 1,1-1,-1 1,0-1,0 1,-1 0,1-1,-1 1,-1 0,1-1,-1 1,0-1,0 1,-1-1,1 1,-1-1,0 0,-1 1,1-1,-1 0,0-1,0 1,-4 3,-10 5,-1-1,-1 0,0-2,0 0,-1-1,0-1,-1-1,0-1,0-1,0 0,-1-2,-11 1,-18 1,11-2</inkml:trace>
  <inkml:trace contextRef="#ctx0" brushRef="#br0" timeOffset="111637.106">13042 10299,'-8'-7,"-1"1,1-1,-1 1,0 1,-1 0,1 0,-1 1,0 0,0 0,-11-1,16 4,1 0,-1 1,0 0,0 0,1 0,-1 0,0 1,1-1,-1 1,0 0,1 1,-1-1,1 1,0 0,-1 0,1 0,0 1,0 0,0-1,1 1,-1 1,1-1,0 0,-1 1,0 2,-4 6,1 1,1 0,0 0,1 1,0 0,1 0,0 0,1 0,1 0,0 1,1 0,1-1,0 1,1-1,0 1,2-1,1 6,-3-13,2 0,-1 0,1 0,0 0,1 0,0-1,0 0,0 1,1-1,0-1,0 1,0-1,1 0,-1 0,1 0,1-1,-1 0,0 0,1-1,0 0,0 0,0 0,0-1,0 0,1-1,-1 1,1-1,-1-1,1 1,-1-1,1-1,-1 1,1-1,2-1,4-1,1-1,-1 0,1-1,-2-1,1 0,-1-1,1 0,-2-1,1-1,-1 0,-1 0,3-3,18-18</inkml:trace>
  <inkml:trace contextRef="#ctx0" brushRef="#br0" timeOffset="111825.604">13274 10231,'-5'19,"-1"12,0 11,2 10,3 7,2 6,0 1,1-2,0-5,-1-7,2-12,1-14</inkml:trace>
  <inkml:trace contextRef="#ctx0" brushRef="#br0" timeOffset="112117.9">13629 10313,'-351'212,"290"-165,60-46,0 0,1 0,-1 0,1 0,-1 0,1 1,-1-1,1 0,0 0,-1 0,1 1,0-1,0 0,0 1,0-1,0 0,0 0,0 1,1-1,-1 0,0 0,1 0,-1 1,1-1,-1 0,1 0,0 0,-1 0,1 0,0 0,0 0,0 0,-1 0,1 0,0 0,0-1,1 1,-1 0,0-1,0 1,0-1,0 1,0-1,1 1,-1-1,0 0,0 0,1 0,-1 0,0 1,0-2,2 1,39 11,0-1,1-3,0-1,36-1,-54-3,359 9,-342-12</inkml:trace>
  <inkml:trace contextRef="#ctx0" brushRef="#br0" timeOffset="113616.756">12427 8715,'-19'-9,"-211"-17,-715-99,822 120,121 6,1 1,-1-1,1 1,-1 0,1 0,0 0,0-1,0 1,0 0,0 1,0-1,1 0,-1 0,1 0,-1 0,1 0,0 1,0-1,0 0,0 0,0 1,0-1,1 0,-1 0,1 0,-1 0,1 0,0 1,0-1,0-1,0 1,0 0,1 0,0 1,2 9,5 30,-3 1,-1 0,-2 0,-2 0,-2 18,0-11,1-39,2 379,22 59,-16-365,4 29,-5 0,-7 98,-30-65,30-145,1 0,-1 0,1 1,0-1,0 0,-1 0,1 0,0 0,0 0,0 0,0-1,0 1,0 0,0 0,1-1,-1 1,0 0,0-1,1 1,-1-1,0 0,0 1,1-1,-1 0,0 0,1 0,-1 0,0 0,1 0,-1 0,0 0,1-1,-1 1,0-1,0 1,1-1,-1 1,0-1,0 1,0-1,0 0,1 0,9-1,55-2,1 2,-1 3,1 3,10 4,160 11,0-10,10-11,-242 2,50-3,-41 0</inkml:trace>
  <inkml:trace contextRef="#ctx0" brushRef="#br0" timeOffset="114411.304">11198 10422,'-2'1,"0"1,0-1,0 1,0 0,1-1,-1 1,1 0,-1 0,1 0,-1 0,1 0,0 0,0 1,0-1,0 0,1 1,-1-1,1 0,-1 1,1-1,0 1,0-1,0 1,0-1,0 3,-1 4,-30 329,-52 260,31-253,52-357,1 1</inkml:trace>
  <inkml:trace contextRef="#ctx0" brushRef="#br0" timeOffset="114733.105">10516 12006,'13'-3,"22"0,21 0,21 1,22 0,16-1,12-3,6 0,-1 1,-8 1,-15 1,-18 2,-24 0,-22 3,-22 4,-21 2,-21 3,-6 0</inkml:trace>
  <inkml:trace contextRef="#ctx0" brushRef="#br0" timeOffset="114949.94">10666 11937,'-14'15,"-9"13,-6 13,-2 15,0 10,0 9,0 1,4-3,6-8,7-9,6-15</inkml:trace>
  <inkml:trace contextRef="#ctx0" brushRef="#br0" timeOffset="115148.496">10789 12088,'-16'16,"-13"15,-8 14,-2 8,0 2,8-1,10-7,14-13,18-15,6-12</inkml:trace>
  <inkml:trace contextRef="#ctx0" brushRef="#br0" timeOffset="115396.377">11062 12156,'-16'17,"-13"13,-8 15,-4 6,1 1,9-3,8-8,14-11,8-10</inkml:trace>
  <inkml:trace contextRef="#ctx0" brushRef="#br0" timeOffset="115661.978">11294 12115,'-16'21,"-13"16,-8 13,-4 11,-1 3,5-2,9-9,11-14,18-18,9-12</inkml:trace>
  <inkml:trace contextRef="#ctx0" brushRef="#br0" timeOffset="115662.978">11540 12224,'-14'17,"-9"11,-4 7,2 1,4-2,8-8,7-8</inkml:trace>
  <inkml:trace contextRef="#ctx0" brushRef="#br0" timeOffset="115956.201">11772 12143,'-2'16,"-4"15,-4 13,-6 14,-5 8,-8 5,1-10</inkml:trace>
  <inkml:trace contextRef="#ctx0" brushRef="#br1" timeOffset="140852.81">19883 3703,'14'9,"12"4,10 1,11-2,12 0,11-2,13-3,11-3,5-4,-13-2</inkml:trace>
  <inkml:trace contextRef="#ctx0" brushRef="#br1" timeOffset="141278.37">21181 3662,'-10'0,"19"0,13 0,-9 0,2-2,-1 2,1 0,-1 1,1 0,0 1,-1 1,0 0,0 1,0 0,0 1,0 1,4 3,-16-8,0 0,0 1,0 0,0-1,-1 1,1 0,-1-1,1 1,-1 0,0 0,1 0,-1 1,0-1,0 0,-1 0,1 0,0 1,-1-1,1 0,-1 1,0-1,0 1,0-1,0 0,0 1,-1-1,1 0,-1 1,0 1,-41 59,2-26,-1-3,-2-1,-18 8,-35 28,89-63,-42 44,49-49,0 1,0-1,0 1,0-1,0 0,1 1,-1-1,0 0,1 1,-1-1,1 0,0 0,-1 1,1-1,0 0,0 0,0 0,0 0,0 0,0 0,0 0,0 0,0 0,0-1,0 1,1 0,-1-1,0 1,0-1,1 1,-1-1,1 0,-1 1,0-1,1 0,-1 0,0 0,1 0,0 0,22 4,1-1,0-1,0-1,0-1,2-2,359-34,-259 20</inkml:trace>
  <inkml:trace contextRef="#ctx0" brushRef="#br1" timeOffset="154847.62">3251 8414,'37'7,"1"-2,0-2,1-1,36-4,-14 1,538 0,-118-25,-370 12,-1-5,-1-4,0-6,-2-3,-2-6,-1-4,-2-5,22-18,36-22,112-84,238-182,-97 75,-54 53,-15 8,-289 178,-3-3,-1-1,17-22,96-80,119-98,-196 171,4 3,2 5,15-3,-89 55,402-226,-111 67,47-57,-311 202,706-389,-407 266,-239 106,258-111,-285 121,2 4,1 3,1 4,1 4,1 3,47 0,-120 14,197-20,0 9,85 10,-21 38,-93-7,43-5,-61-9,-1 6,-2 8,5 9,-82-11,0 4,15 12,35 13,-43-26,1-3,76 11,91 26,-234-57,1 2,-2 0,1 2,-1 0,-1 1,0 2,-1 0,0 1,-1 1,15 16,127 150,-109-133,-3 3,-1 2,-3 2,-3 2,16 31,105 275,-163-362,0 0,1 0,-1 0,1 0,-1 0,1 0,0 0,0 0,0-1,0 1,0 0,0-1,0 1,0-1,1 1,-1-1,1 1,-1-1,1 0,0 0,-1 0,1 0,0 0,0 0,-1 0,1 0,0-1,0 1,0-1,0 1,0-1,0 0,0 0,0 0,0 0,0 0,0-1,0 1,0 0,0-1,0 0,0 1,0-1,0 0,0 0,9-12</inkml:trace>
  <inkml:trace contextRef="#ctx0" brushRef="#br1" timeOffset="155687.885">11499 4072,'4'4,"0"1,0-1,1 0,-1 0,1 0,0-1,0 0,0 0,0 0,1 0,-1-1,1 0,0 0,2 0,7 4,81 32,-41-20,-2 3,0 3,-2 1,0 3,-2 2,22 19,-65-46,-1 1,0-1,0 1,-1 0,1 0,-1 0,1 1,-2-1,1 1,0 0,-1 0,0 1,0-1,0 1,-1-1,0 1,0 0,0 0,-1 0,0 0,0 0,0 0,-1 0,0 0,0 0,-1 0,0 2,-4 1,-1-1,-1 0,1 0,-2-1,1 0,-1 0,0 0,0-1,0 0,-1-1,0 0,0 0,-1-1,-1 0,4 0,-413 171,388-160,33-14,-1-1,0 0,1 0,-1 0,0 0,1 1,-1-1,0 0,0 0,1 0,-1 1,0-1,0 0,1 1,-1-1,0 0,0 0,0 1,0-1,1 0,-1 1,0-1,0 0,0 1,0-1,0 0,0 1,0-1,0 1,0-1,0 0,0 1,0-1,0 0,0 1,0-1,0 0,-1 1,1-1,0 0,0 1,0-1,-1 0,1 0,0 1,0-1,0 0,-1 0,1 1,0-1,-1 0,1 0,0 0,-1 1,1-1,0 0,0 0,-1 0,1 0,-1 0,1 0,0 0,-1 0,1 0,0 0,-1 0,18 3</inkml:trace>
  <inkml:trace contextRef="#ctx0" brushRef="#br1" timeOffset="159468.288">22696 5520,'3'-3,"5"-2,1-4,-1 1</inkml:trace>
  <inkml:trace contextRef="#ctx0" brushRef="#br1" timeOffset="162068.09">17562 1982,'17'28,"18"146,-26-111,63 372,-33-194,-7 25,-1-31,51 183,-58-309,5 0,5-2,5-1,4-2,4-3,35 52,75 80,46 40,-152-207,3-3,2-2,3-2,2-4,42 29,483 319,-393-257,92 68,50 14,-312-214,392 241,94 25,-428-238,-1 4,-2 3,-2 3,66 61,186 186,-298-270,-1 1,-1 1,-2 2,-1 0,-2 2,-1 1,11 27,136 344,-127-317,13 22,-4 1,-6 3,-5 1,-5 2,-2 17,9 243,-23-169,5 88,-12 159,-17-252,-22 135,-19 1,-20 20,23-102,-3 141,-10 82,45-418,-9 63,-4 121,22-119,1-33,-4-1,-16 91,-1-74,-2 7,-5 93,-6 211,-57 123,15-122,31-89,37-248,9-86,0-1,1 0,-1 1,1-1,-1 0,1 1,-1-1,1 0,0 0,-1 1,1-1,-1 0,1 0,0 0,-1 0,1 0,-1 0,1 0,0 0,-1 0,1 0,-1 0,1 0,-1 0,1-1,0 1,-1 0,1 0,-1-1,1 1,-1 0,1 0,-1-1,1 1,-1-1,1 1,-1-1,0 1,1-1,-1 1,0-1,1 1,-1-1,0 1,0-1,1 1,-1-1,0 0,0 1,17-21</inkml:trace>
  <inkml:trace contextRef="#ctx0" brushRef="#br1" timeOffset="163553.148">22041 6038,'0'-11,"0"0,0 1,-1-1,0 0,-1 0,0 1,-1-1,0 1,-1 0,0 0,-1 0,1 0,-2 1,0 0,0 0,0 0,-1 1,0 0,-1 0,0 1,-1-1,6 6,0 1,-1-1,1 1,0-1,-1 1,1 0,-1 0,1 0,-1 1,0-1,1 1,-1 0,0 0,1 1,-1-1,1 0,-1 1,0 0,1 0,-1 0,1 1,0-1,-1 1,1-1,0 1,0 0,0 0,0 1,1-1,-1 1,-6 5,1 0,0 1,0 0,1 1,0 0,1 0,0 0,-3 9,4-6,0 0,0 0,2 1,-1-1,2 1,0 0,1 0,0 0,1 0,1 5,-1-13,0 0,1-1,0 1,0-1,0 1,1-1,0 1,0-1,0 0,1 0,0 0,0 0,0-1,0 1,1-1,0 0,0 0,0 0,0 0,0-1,1 1,0-1,0 0,0-1,0 1,5 1,-5-3,-1 0,1 0,0 0,0 0,0-1,0 0,0 0,0-1,-1 1,1-1,0 0,0 0,0 0,-1-1,1 0,-1 0,1 0,-1 0,0-1,0 0,0 0,0 0,0 0,-1 0,3-3,1-3,1 1,-1-2,-1 1,0-1,0 0,-1 0,0-1,0 1,-1-1,1-6,-2 4,0 0,-1 0,0 0,-1 0,0 0,-1 0,-1 0,0-1,0 1,-1 0,-1 1,-1-1,0 0,0 1,-1-1,5 12,0 0,-1 0,1 0,0 0,0 0,-1 0,1 0,0 0,-1 0,1 1,-1-1,1 0,-1 0,0 0,1 1,-1-1,0 0,1 0,-1 1,0-1,0 1,0-1,0 1,1-1,-1 1,0-1,0 1,0 0,0 0,0-1,0 1,0 0,0 0,0 0,0 0,0 0,0 0,0 0,0 1,0-1,0 0,0 0,0 1,0-1,0 1,1-1,-1 1,0-1,0 1,0-1,1 1,-1 0,0 0,0 0,-3 9,1 0,0 0,0 1,1-1,0 1,1 0,1-1,-1 1,2 0,-1 0,2-1,-1 1,4 9,-4-8,2 0,-1 0,2 0,0 0,0 0,1-1,0 1,1-1,0-1,1 1,0-1,1 0,0-1,1 0,-1 0,2-1,-1 0,1 0,1-1,-1-1,1 1,0-2,9 4,16 0</inkml:trace>
  <inkml:trace contextRef="#ctx0" brushRef="#br1" timeOffset="164144.963">22383 5575,'-14'-15,"0"0,0 2,-1 0,-1 1,0 0,-1 1,0 1,-1 1,0 0,0 1,-1 1,-13-3,-8 0,0 2,0 1,0 3,-1 1,-29 2,34 2,1 1,-1 2,0 1,1 2,0 2,1 1,0 1,0 2,2 2,-10 6,20-9,0 1,1 2,1 0,0 1,1 1,1 1,1 0,0 1,1 1,1 1,1 0,1 1,1 1,-8 20,13-24,1 1,0-1,2 1,0 0,1 0,1 0,1 0,1 1,0-1,2 0,0 0,2 1,0-2,1 1,1-1,0 1,2-2,0 1,1-1,1 0,1-1,0 0,14 14,-5-9,1-1,1-1,0 0,2-2,0-1,1-1,1-1,0-1,1-1,1-1,4 0,21 5,0-3,1-1,1-3,-1-3,34 1,-53-5,1-1,0-2,0-2,-1-1,1-1,-1-2,0-2,0-1,-1-2,0-1,-1-1,-1-2,5-5,-23 10,0-1,-1 0,0-1,-1 0,0-2,-1 1,-1-1,0 0,-1-1,0-1,-1 1,-1-1,5-15,-1-5,-2 0,-1 0,-2 0,-1-1,-2 0,-2-3,0 0,-2 0,-2-1,-2 2,-1-1,-2 1,-2 0,-2 0,-1 1,-1 1,-16-27,19 44,-1-1,0 1,-2 1,0 1,-1 0,-1 0,0 2,-1 0,-1 1,-1 1,0 0,-1 2,0 0,-1 1,0 1,-1 1,0 1,0 1,-1 0,-10 3,1 1,-1 2,0 0,1 3,-1 0,1 3,-1 0,2 2,-1 1,1 2,0 1,1 1,0 2,1 1,1 1,0 2,1 0,1 2,1 1,1 1,1 1,0 1,2 1,-5 9,10-10,1 0,0 0,2 2,1 0,1 0,1 1,-2 15,-8 52</inkml:trace>
  <inkml:trace contextRef="#ctx0" brushRef="#br1" timeOffset="165968.619">23352 5902,'0'-6,"0"-10,-3 23,0 12,0-1,2 1,-1-1,2 1,1 0,0-1,2 1,0-1,0 1,2-1,0 0,2-1,7 16,-13-30,1 0,-1 0,1 0,0-1,0 1,0-1,1 1,-1-1,1 0,-1 0,1 0,0 0,-1 0,1-1,0 1,0-1,0 0,1 0,-1 0,0 0,0 0,0-1,1 0,-1 1,0-1,1 0,-1-1,0 1,1 0,-1-1,0 0,0 0,0 0,0 0,0 0,0-1,0 1,0-1,0 0,0 0,1-2,7-7,0-1,-1-1,0 0,-1-1,0 1,-1-2,-1 1,0-1,-1 0,-1-1,0 1,-1-1,0-6,4-49,-16 77,2 14,1 1,1 1,1-1,1 0,1 1,1 7,-1-18,1 0,0 0,0 0,1 0,0 0,1 0,0 0,1-1,0 1,1-1,0 1,1-1,0-1,0 1,3 3,14 9</inkml:trace>
  <inkml:trace contextRef="#ctx0" brushRef="#br1" timeOffset="166348.312">23899 5929,'-5'15,"1"2,0-1,1 0,1 1,0-1,2 1,0 0,0-1,2 2,-1-11,0 1,0-1,1 1,0-1,0 0,1 0,0 0,0 0,1 0,0 0,0-1,0 0,1 0,0 0,0-1,1 1,-1-1,1 0,0-1,6 4,-8-6,-1 0,1-1,1 1,-1-1,0 0,0 0,0 0,0-1,1 1,-1-1,0 0,1 0,-1-1,0 1,0-1,1 0,-1 0,0-1,0 1,0-1,0 0,-1 0,1 0,0 0,-1 0,1-1,-1 0,0 0,0 0,2-2,5-6,0-1,-1 1,0-2,-1 0,0 0,-1 0,0-1,-1-2,16-73,-30 78,-4 28,10-10,-1-1,1 1,0 0,1-1,0 1,0 0,0 0,1 0,0 0,0 0,1 0,0 0,0 0,0 0,1-1,0 1,1-1,-1 1,1-1,1 0,-1 0,1 0,0 0,0 0,1-1,-1 0,2 1,8 4,1 0,0-1,1 0,0-1,0-1,1-1,0 0,0-1,0-1,8 1,45 9</inkml:trace>
  <inkml:trace contextRef="#ctx0" brushRef="#br1" timeOffset="166952.418">25647 6270,'19'-31,"0"-2,-2 0,-1-1,-2-1,-2 0,-1-1,-1 0,3-36,0-23,-5-1,-4 0,-5 0,-3-4,5 229,34 308,-34-431,27 137,-26-136,0-1,0 1,1-1,0 0,0 1,1-1,0-1,0 1,0 0,1-1,-1 0,1 0,1-1,-1 1,1-1,-1 0,1 0,0-1,2 1,22 2,-4-6</inkml:trace>
  <inkml:trace contextRef="#ctx0" brushRef="#br1" timeOffset="167170.833">25524 5697,'4'5,"16"1,26 2,27 0,25-2,17 1,5 3,-18 1</inkml:trace>
  <inkml:trace contextRef="#ctx0" brushRef="#br1" timeOffset="167586.723">26234 6298,'5'-34,"-1"-1,-2 0,-2 0,-1 0,-1 0,-2 0,-2 0,-1 1,-9-28,9 44,7 17,1 1,0-1,-1 1,1-1,0 1,-1 0,1-1,0 1,-1 0,1-1,0 1,0 0,0 0,-1 0,1 0,0 0,0 0,-1 0,1 0,0 0,0 0,0 0,-1 0,1 1,0-1,0 0,-1 1,1-1,0 0,-1 1,1-1,0 1,-1-1,1 1,-1-1,1 1,-1-1,1 1,-1 0,1 0,7 3,200 58,-27-11,-178-51,-1 0,1 1,0-1,-1 1,1 0,0 0,-1 0,1 0,-1 1,1-1,-1 0,0 1,1 0,-1 0,0-1,0 1,0 0,-1 1,1-1,0 0,-1 0,1 1,-1-1,0 1,0-1,0 1,0 0,0-1,-1 1,1 0,-1 0,0 0,0-1,0 2,-52 92,50-94,1 0,-1 0,1 0,0 0,0 0,0 0,0 1,1-1,-1 0,0 1,1-1,0 0,0 1,-1-1,1 1,1-1,-1 0,0 1,1-1,-1 0,1 1,-1-1,1 0,0 1,0-1,0 0,1 0,-1 0,0 0,1 0,-1 0,1-1,0 1,-1 0,1-1,0 1,0-1,9 3,-1 0,0-2,1 1,-1-1,1-1,-1 0,1 0,0-1,0 0,0-1,-5 1,43-2</inkml:trace>
  <inkml:trace contextRef="#ctx0" brushRef="#br1" timeOffset="167930.449">27176 6038,'-22'-7,"-1"0,0 2,0 1,0 0,-17 1,32 2,0 1,1 1,-1-1,0 1,1 0,-1 1,1 0,-1 0,1 0,0 1,0 0,0 1,0 0,0 0,1 0,0 1,0 0,0 0,0 0,3-2,0 1,1-1,-1 0,1 1,0-1,0 1,0 0,0 0,1-1,-1 1,1 0,0 1,0-1,1 0,-1 0,1 0,0 0,0 1,0-1,1 0,-1 0,1 0,0 0,0 0,1 0,-1 0,1 0,0 0,0-1,0 1,0 0,1-1,-1 0,1 0,0 0,0 0,1 1,4 0,1 1,0-1,-1-1,1 0,1 0,-1-1,0 0,0-1,1 0,-1 0,1-1,-1 0,1 0,-1-1,1-1,-1 0,0 0,0-1,0 0,0 0,0-1,-1 0,8-5,-11 6,0 0,-1-1,1 0,-1 0,0 0,0 0,0-1,-1 0,0 1,0-1,0 0,0-1,-1 1,1 0,-2-1,1 1,0-1,-1 0,0 0,-1 1,1-1,-1 0,0 0,0 0,-1 0,-1-5,2 11,0-1,0 0,-1 0,1 1,0-1,0 0,-1 1,1-1,-1 0,1 1,0-1,-1 0,1 1,-1-1,0 1,1-1,-1 1,1-1,-1 1,0 0,1-1,-1 1,0 0,0-1,1 1,-1 0,0 0,0 0,1 0,-1-1,0 1,0 0,1 0,-1 1,0-1,0 0,1 0,-1 0,0 0,0 1,1-1,-1 0,0 1,1-1,-1 0,0 1,1-1,-1 1,1-1,-1 1,1-1,-1 1,0 0,-22 36,23-32,0 1,0 0,0-1,1 1,-1 0,1-1,1 1,-1-1,1 1,0-1,0 0,0 0,1 0,0 0,0 0,0 0,0-1,1 0,0 1,0-1,0-1,1 1,-1-1,1 1,-1-1,1 0,0-1,1 1,-1-1,0 0,0-1,1 1,-1-1,2 0,30 10</inkml:trace>
  <inkml:trace contextRef="#ctx0" brushRef="#br1" timeOffset="168978.422">27695 5875,'-15'-4,"1"2,0-1,-1 2,1 0,-1 1,0 0,1 1,-1 0,1 2,0 0,0 0,0 1,-10 5,22-9,1 1,0 0,-1 1,1-1,-1 0,1 0,0 0,0 1,0-1,0 1,0-1,0 1,0-1,0 1,1 0,-1-1,0 1,1 0,0 0,-1-1,1 1,0 0,0 0,0-1,0 1,0 0,0 0,1 0,-1-1,0 1,1 0,0-1,-1 1,1 0,0-1,0 1,0-1,0 1,0 0,49 57,-47-56,170 136,-171-137,0-2,0 1,-1 0,1-1,-1 1,1 0,-1 0,1 0,-1 0,1 0,-1 1,0-1,1 0,-1 1,0-1,0 0,0 1,0-1,-1 1,1 0,0-1,-1 1,1 0,-1-1,1 1,-1 0,0 0,1-1,-1 1,0 0,0 0,-1 0,1-1,0 1,-1 0,1 0,-1-1,1 1,-1 0,0-1,1 1,-1 0,-8 1,0 0,0 0,1-1,-1 0,-1 0,1-1,0 0,0-1,0 0,-1 0,1-1,-9-2,13 3,0-1,1 1,-1-1,0 0,1-1,-1 1,1-1,-1 1,1-1,0-1,0 1,0-1,0 1,0-1,0 0,1 0,-1-1,1 1,0-1,0 0,0 0,0 0,3 2,0 1,0-1,0 0,-1 1,1-1,1 0,-1 1,0-1,0 1,1-1,-1 0,1 1,-1-1,1 1,-1-1,1 1,0 0,0-1,0 1,0 0,0-1,0 1,0 0,0 0,1 0,-1 0,0 0,1 0,-1 0,1 1,-1-1,1 0,54-21,-53 21,132-33,-92 25,0-2,-1-1,-1-2,3-4,21-29,-63 46,-1 0,0-1,0 1,0 0,1-1,-1 1,-1-1,1 1,0-1,0 0,0 1,-1-1,1 0,-1 0,0 1,1-1,-1 0,0 0,0 0,0 1,0-1,0 0,-1 0,1 0,0 1,-1-1,1 0,-1 1,0-1,0 0,1 1,-1-1,0 1,0-1,-1 1,1-1,0 1,0 0,-1 0,1-1,-2 0,0 0,-1 0,1 0,-1 0,0 0,1 1,-1 0,0-1,0 1,0 1,0-1,0 0,0 1,0 0,0 0,0 0,0 1,0-1,0 1,0 0,0 0,0 0,0 1,1-1,-1 1,0 0,1 0,0 0,-1 0,1 1,0-1,0 1,0 0,0 0,1 0,-1 0,1 1,0-1,0 1,0-1,0 1,1 0,0 0,-1 0,1-1,1 1,-1 0,0 0,1 0,0 0,0 1,0-1,1 0,-1 1,4 6,0-1,1 0,0 0,1 0,0 0,0-1,1 0,0-1,0 1,1-1,0-1,1 0,0 0,0 0,0-1,1-1,0 1,0-2,0 1,1-1,-1-1,1 0,0-1,1 1,-3 0,0 0,0-1,0 0,0 0,1-1,-1 0,1-1,-1 1,1-2,-1 0,0 0,1-1,-1 0,0 0,0-1,0 0,0-1,-1 0,1 0,-1-1,0 0,0 0,-1-1,1 0,-1 0,-1-1,2-2,-1-1,-1-1,0-1,0 1,-1-1,-1 0,0 0,-1-1,0 1,-1-1,0 1,-1-1,-1-1,1 13,-1 1,0 0,0-1,0 1,1-1,-1 1,0 0,0-1,0 1,0-1,0 1,0 0,0-1,0 1,0-1,0 1,0 0,0-1,0 1,0-1,-1 1,1 0,0-1,0 1,0 0,-1-1,1 1,0 0,0-1,-1 1,1 0,0-1,0 1,-1 0,1 0,0-1,-1 1,1 0,-1 0,1 0,0 0,-1-1,1 1,-1 0,1 0,0 0,-1 0,1 0,-1 0,1 0,0 0,-1 0,1 0,-1 0,1 0,0 1,-1-1,1 0,0 0,-1 0,1 0,-1 1,1-1,0 0,-18 23,15-18,1 1,0-1,0 1,0-1,0 1,1 0,0 0,1 0,-1-1,1 1,0 0,1 0,-1 0,1 0,0 0,0-1,1 1,0-1,0 1,0-1,1 1,0-1,0 0,0 0,0 0,1-1,0 1,0-1,0 0,0 0,1 0,0-1,0 0,0 0,5 3,-3-2,0 0,0 0,1-1,-1 0,1-1,0 1,0-1,0-1,0 0,0 0,0 0,0-1,0 0,0-1,0 0,1 0,-1-1,-1 1,1-2,0 1,0-1,-1-1,0 1,0-1,0 0,0-1,0 0,-1 0,0 0,0-1,0 0,-1 0,0 0,0-1,0 0,-3 2,1 1,0-1,-1 0,0 0,-1 0,1 0,-1 0,0-1,0 1,0 0,-1-1,0 1,0 0,0-1,0 1,-1 0,0-1,0 1,-1 0,0 0,1 0,-2 0,1 0,0 0,-1 1,0-1,-2-1,5 5,-1 1,1-1,-1 1,1-1,0 1,-1-1,1 1,-1 0,1-1,-1 1,1 0,-1-1,1 1,-1 0,0 0,1 0,-1 0,1-1,-1 1,0 0,1 0,-1 0,1 0,-1 0,0 0,1 0,-1 1,1-1,-1 0,1 0,-1 0,0 0,1 1,-1-1,1 0,-1 1,1-1,-1 0,1 1,0-1,-1 1,1-1,-1 1,1-1,0 1,-1-1,1 1,0-1,0 1,-1-1,1 1,0-1,0 1,0 0,0-1,0 1,0-1,0 1,0 0,2 36,7-17,0 0,2-1,0 0,0-1,2 0,1-1,0 0,1-1,0-1,13 10,-27-24,1 1,-1-1,0 0,1 0,-1 0,0 0,1 0,0 0,-1 0,1 0,-1 0,1-1,0 1,0-1,-1 1,1-1,0 0,0 0,0 0,-1 0,1 0,0 0,0 0,0 0,-1-1,1 1,0-1,-1 1,1-1,0 0,-1 0,1 0,-1 0,1 0,-1 0,1 0,-1 0,0 0,1-1,-1 1,0 0,0-1,0 1,0-1,7-10</inkml:trace>
  <inkml:trace contextRef="#ctx0" brushRef="#br1" timeOffset="170315.577">29579 6189,'24'-6,"0"-1,0 0,-1-2,-1-1,1 0,-2-2,1 0,-2-2,0 0,0-1,-2-1,1-2,20-46,-39 63,1-1,-1 1,1-1,-1 0,0 1,0-1,0 1,1-1,-2 0,1 1,0-1,0 1,0-1,-1 0,1 1,-1-1,1 1,-1-1,0 1,0-1,1 1,-1 0,0-1,0 1,0 0,0 0,-1 0,1-1,0 1,0 0,-1 1,1-1,-1 0,1 0,-1 1,1-1,-1 0,1 1,-1 0,1-1,-1 1,0 0,0 0,-4-1,0 1,0 0,0 0,0 0,0 1,0 0,0 0,0 1,1-1,-1 1,0 1,1-1,0 1,-1 0,1 0,0 0,0 1,1-1,-1 1,1 1,0-1,0 1,0-1,1 1,-1 0,1 0,1 0,-1 1,1-1,-1 1,2 0,-1-1,1 1,-1 0,2 0,-1 0,1 0,-1 0,2 0,-1 0,1 0,0 3,2-1,0 0,0 0,1-1,0 1,0-1,1 0,0 0,0 0,1-1,0 0,0 0,0 0,1-1,0 1,0-2,0 1,0-1,1 0,5 1,3 2,0-1,1-1,0 0,0-1,0-1,1-1,-1 0,0-1,3-2,-14 2,0-1,-1 0,1-1,0 1,0-1,-1 0,1-1,-1 1,1-1,-1 0,0 0,0-1,0 0,0 0,0 0,0 0,-1-1,0 0,0 0,0 0,0 0,0 0,-1-1,1-1,20-67,-24 67,1 1,-1 0,1-1,0 1,0 0,0 0,1-1,0 1,0 0,0 1,0-1,1 0,0 1,0-1,0 1,1 0,-1 0,1 0,0 0,0 1,0 0,1 0,-1 0,1 0,0 1,0-1,0 1,0 0,0 1,0-1,0 1,3 0,0 1,1 1,0 0,-1 0,1 1,-1 0,1 0,-1 1,0 0,0 1,0 0,-1 0,1 0,-1 1,0 1,0-1,4 5,-7-6,0 0,0 0,0 1,0-1,-1 1,1 0,-1 0,0 0,-1 1,0-1,1 0,-2 1,1 0,-1-1,1 1,-2 0,1 0,-1 0,0 0,0 0,0 0,-1-1,0 1,-1 6,0-8,0 1,0-1,0 0,0 0,-1 0,1 0,-1 0,0 0,0-1,-1 0,1 1,-1-1,0 0,1-1,-1 1,-1-1,1 1,0-1,0-1,-1 1,1 0,-1-1,1 0,-1 0,-3 0,7-2,1 0,-1 0,0 0,1 0,-1 0,1 0,-1 0,1 0,0-1,-1 1,1 0,0 0,0 0,0 0,0 0,0-1,0 1,0 0,0 0,0 0,0 0,1 0,-1-1,0 1,1 0,-1 0,1 0,0 0,-1 0,1 0,0 0,-1 0,1 1,0-1,0 0,0 0,0 1,0-1,0 0,0 0,0 0,37-50,92-143,-107 148,-1 0,-2-2,-3 0,-2-2,-1 1,-3-2,-2 0,-3 0,-1-11,-11-14,6 76,0 1,0 0,0 0,0-1,0 1,0 0,-1 0,1-1,0 1,-1 0,1-1,0 1,-1-1,1 1,-1 0,1-1,-1 1,1-1,-1 1,1-1,-1 1,1-1,-1 0,0 1,1-1,-1 0,0 1,0-1,1 0,-1 0,0 1,1-1,-1 0,0 0,0 0,1 0,-1 0,0 0,0 0,1-1,-1 1,0 0,1 0,-1 0,0-1,1 1,-1 0,0-1,1 1,-1-1,0 1,1-1,-1 1,1-1,-1 1,1-1,-1 1,1-1,0 0,-1 1,1-1,0 0,-1 1,1-1,0 0,0 1,0-1,-1 0,1 0,0 0,-5 15,0 0,1 0,0 0,1 0,1 1,0-1,1 1,1 8,-1-16,2 58,3-1,2 0,3 0,3-1,3 0,2-1,4-1,9 17,-18-43,2 0,1-1,2 0,1-2,4 2,-22-32,1 0,0-1,0 1,0 0,0-1,0 1,0-1,0 0,1 1,-1-1,0 0,1 0,-1 0,1 0,-1 0,1 0,0 0,-1 0,1 0,0-1,-1 1,1-1,0 0,0 1,0-1,0 0,-1 0,1 0,0 0,0 0,0 0,0-1,-1 1,1-1,0 1,0-1,-1 0,1 0,0 1,-1-1,1 0,-1-1,1 1,-1 0,0 0,1-1,0 0,7-12,0 0,0-1,-1 0,-1-1,0 1,-2-1,0-1,0 1,1-12,13-41,-14 108,-4-19,-1 1,2-1,1 0,1 1,0-1,2-1,0 1,1 0,-3-11,0 0,0-1,1 0,0 1,1-2,0 1,0-1,0 0,1 0,0-1,0 0,1 0,0-1,0 1,0-2,0 1,1-1,4 1,17 4</inkml:trace>
  <inkml:trace contextRef="#ctx0" brushRef="#br1" timeOffset="170565.728">30371 5575,'17'-3,"23"2,31 6,29 4,20 5,11 3,-3 1,-23-4</inkml:trace>
  <inkml:trace contextRef="#ctx0" brushRef="#br1" timeOffset="171393.504">23229 7117,'43'-4,"-1"-1,0-2,0-1,-1-3,0-1,0-3,-2 0,25-15,-40 20,-1 0,0-2,0 0,-2-2,1 0,-2-2,0 0,-1-1,0-1,2-4,-19 20,0 0,0 0,0-1,0 1,0 0,-1-1,1 1,-1-1,0 0,1 1,-1-1,0 0,-1 0,1 0,0 1,-1-1,0 0,0 0,0 0,0 0,0 0,0 0,-1 0,1 0,-1 0,0 0,0 1,0-1,0 0,0 1,-1-1,1 1,-1-1,0 1,0-1,0 1,0 0,0 0,0 0,0 0,-1 1,1-1,-3-1,1 2,0-1,-1 1,0 0,1 0,-1 1,1-1,-1 1,0 0,0 0,1 1,-1-1,0 1,1 0,-1 0,1 1,-1-1,1 1,0 0,0 0,0 1,0-1,0 1,0 0,-2 2,-3 3,0 0,1 0,1 1,-1 0,1 1,1-1,0 1,0 0,-2 8,-5 24,1 1,2 0,2 0,2 1,2 0,2 0,3 34,22 507,-22-556,-2 1,-1-1,-2 0,0-1,-2 1,-1-1,-4 8,-10 12</inkml:trace>
  <inkml:trace contextRef="#ctx0" brushRef="#br1" timeOffset="172420.531">23229 7417,'58'-13,"1"3,0 2,0 3,50 2,-83 3,186 0,-209-1,0 1,0-1,0 1,0 0,1 0,-1 0,0 0,0 1,0-1,1 1,-1 0,0 0,0 0,0 0,0 1,-1-1,1 1,0-1,-1 1,1 0,-1 0,1 1,-1-1,0 0,0 1,0-1,0 1,0 0,-1-1,1 1,-1 0,0 0,1 0,-2 0,1 0,0 0,0 1,-1 0,-40 120,40-122,-1-1,1 1,-1-1,1 1,-1 0,1-1,0 1,0 0,0-1,0 1,0 0,0-1,0 1,0-1,1 1,-1 0,1-1,-1 1,1-1,0 1,-1-1,1 1,0-1,0 0,0 1,0-1,0 0,1 0,-1 1,0-1,0 0,1-1,-1 1,1 0,-1 0,1 0,-1-1,1 1,-1-1,1 1,-1-1,1 0,0 1,-1-1,1 0,0 0,-1 0,1-1,0 1,4 0,0-1,0 0,0-1,-1 1,1-1,0 0,-1 0,1-1,-1 0,0 0,0 0,0 0,0-1,-1 0,1 0,-1 0,0-1,0 1,0-1,-1 0,0 0,0 0,0-1,-1 1,1-1,-1 1,0-1,-1 0,0 0,1-3,0 1,-1 1,0-1,0 1,-1-1,1 0,-2 0,1 1,-1-1,0 1,-1-1,0 1,0-1,0 1,-1 0,0 0,-1 0,0 0,0 0,0 1,-1 0,0 0,0 0,-5-4,2 5,-1 0,1 0,-1 1,0 0,0 1,-1 0,1 0,-1 1,0 0,1 1,-1 0,0 0,0 1,0 1,1-1,-1 2,0-1,-8 4,-22 17,39-21,1 0,-1-1,0 1,1-1,-1 1,1 0,-1 0,1-1,-1 1,1 0,-1 0,1-1,0 1,-1 0,1 0,0 0,0 0,0 0,0-1,0 1,0 0,0 0,0 0,0 0,0 0,0 0,0 0,1-1,-1 1,0 0,1 0,-1 0,0-1,1 1,-1 0,1 0,-1-1,1 1,0 0,-1-1,1 1,0-1,-1 1,1-1,0 1,0-1,0 1,8 3,1 0,-1-1,1 0,-1 0,1-1,0 0,0-1,0 0,0-1,9 0,-6 0,13 1,1 0,-1-2,0-1,1-1,-1-1,0-1,0-2,-1 0,0-2,0-1,-1-1,-1-1,0-1,0 0,-1-2,-1-1,0-1,-1 0,-1-2,-1 0,-1-1,-1-1,13-20,-11 9,-2-2,-1 1,-1-2,-2 0,-1 0,-2-1,3-34,-11 67,0 0,0 0,-1 0,1 0,-1 0,1 0,-1 0,0 0,-1 0,1 0,0 0,-1 0,0 0,0 0,1 0,-2 1,1-1,0 0,-1 0,1 1,-1-1,0 1,1 0,-1-1,0 1,-1 0,1 0,0 0,-1 0,1 1,-1-1,1 1,-1-1,0 1,0 0,0 0,1 0,-1 0,0 1,0-1,0 1,0 0,-2 0,-7 2,-1 1,1 1,0 0,0 1,1 0,0 1,-1 0,2 1,-1 0,1 1,0 0,1 0,0 1,0 0,1 1,0 0,0 0,-3 7,1 0,0 0,1 1,1 1,0-1,2 1,0 0,1 1,1-1,1 1,1 0,1 0,0 0,1 0,2 0,0 0,1-1,0 1,2-1,0 1,2-1,0-1,1 1,1-1,0-1,9 11,-4-6,1-1,2-1,0 0,1-2,0 0,2-1,0-1,1 0,1-2,0 0,9 2,18-4,-48-12,0 0,0 0,1 0,-1-1,0 1,0-1,1 1,-1-1,0 0,0 1,0-1,0 0,0 0,0 1,0-1,0 0,0 0,0 0,-1 0,1 0,0-1,-1 1,1 0,-1 0,1 0,-1-1,1 1,-1 0,0 0,0-1,1 1,-1 0,0-1,0 1,-1-1,3-53,24 64,-17-4,1 0,0-1,0 0,0-1,0 0,1 0,-1-1,1-1,0 0,-1 0,1-1,0 0,-1-1,1-1,0 1,-1-1,1-1,-1 0,0-1,5-2,-12 4,0 0,0 1,0-1,0 0,-1-1,1 1,-1 0,0-1,1 1,-1-1,-1 0,1 0,0 0,-1 0,1 0,-1 0,0 0,0 0,0-1,0 1,-1 0,1-1,-1 1,0 0,0-1,0 1,0-1,-1 1,1 0,-1-1,0 1,0 0,0 0,-1 0,1 0,-1 0,1 0,-1 0,0 0,0 0,0 1,-1-1,1 1,-1 0,0-1,-4-2,0-1,-1 1,0 1,1 0,-2 0,1 0,0 1,-1 0,0 1,1 0,-1 0,0 1,0 0,0 0,0 1,0 1,0-1,0 1,0 1,0 0,1 0,-1 1,0 0,1 0,0 1,0 0,0 0,0 1,1 0,0 0,0 1,0 0,1 1,-1-1,0 3,6-7,-1 1,1 0,0 0,0 0,0 1,0-1,0 0,1 0,0 0,-1 1,1-1,1 0,-1 0,0 0,1 1,-1-1,1 0,0 1,11 23</inkml:trace>
  <inkml:trace contextRef="#ctx0" brushRef="#br1" timeOffset="172903.742">25265 7254,'-27'-5,"-1"2,1 0,0 2,-1 1,1 1,0 1,-1 2,26-4,1 0,-1 0,0 0,1 0,-1 0,0 0,0 1,1-1,-1 1,1-1,-1 1,0 0,1-1,0 1,-1 0,1 0,-1 0,1 0,0 1,0-1,-1 0,1 0,0 1,0-1,0 1,1-1,-1 1,0-1,0 1,1-1,-1 1,1 0,0-1,-1 1,1 0,0-1,0 1,0 1,50 45,39 10,-60-41,-1 2,0 0,-2 2,0 1,-1 1,2 4,-26-26,1 0,0 1,0-1,-1 0,1 1,-1-1,1 1,-1-1,0 1,1 0,-1 0,0-1,0 1,0 0,-1 0,1 0,0 0,-1 0,1 0,-1 1,0-1,1 0,-1 0,0 0,-1 0,1 0,0 0,0 0,-1 1,1-1,-1 0,0 0,0 0,0 0,0-1,0 1,0 0,0 0,0-1,-1 1,1 0,-1-1,1 1,-1-1,-1 1,-2 0,0 0,-1-1,1 0,-1 0,0 0,1 0,-1-1,0 0,1 0,-1-1,1 1,-1-1,0 0,1-1,0 0,-4-1,6 2,1 0,-1 0,1 0,-1 0,1-1,0 1,0-1,0 1,0-1,0 0,0 0,0 0,0 0,1 0,-1-1,1 1,-1 0,1-1,0 1,0-1,0 1,0-1,1 1,-1-1,1 0,0 1,-1-1,1 0,0 1,1-1,-1 0,0 1,1-1,-1 0,2-1,3-8,2 1,0-1,0 1,1 1,0-1,0 2,1-1,1 1,0 0,0 1,1 0,-1 1,2 0,5-3,4-2,1 0,0 1,0 1,1 0,1 2,-1 1,8 0,-29 6,0 1,0-1,0 1,0 0,0-1,0 1,0 0,0 0,0 1,0-1,0 0,0 0,-1 1,1 0,0-1,0 1,0 0,0 0,-1 0,1 0,0 0,-1 0,1 0,-1 0,1 1,-1-1,1 1,-1-1,0 1,0 0,0-1,0 1,0 0,0 0,-1 0,1-1,0 1,-1 0,0 0,1 0,-1 0,0 0,0 0,0 0,0 0,0 0,-1 0,1 1,-13 69,10-62,0-1,1 1,0 1,0-1,1 0,1 0,0 0,0 1,1-1,0 0,2 6,-2-13,0-1,0 1,0-1,1 0,-1 1,1-1,0 0,-1 0,1 0,0 0,0 0,0-1,0 1,1-1,-1 1,0-1,1 0,-1 0,1 0,-1 0,1 0,-1 0,1-1,0 1,-1-1,1 0,0 0,-1 0,1 0,0 0,-1 0,1-1,0 0,1 0,20-6</inkml:trace>
  <inkml:trace contextRef="#ctx0" brushRef="#br1" timeOffset="173162.72">25633 6954,'-14'0,"-5"4,2 7,7 8,13 10,15 10,5-3</inkml:trace>
  <inkml:trace contextRef="#ctx0" brushRef="#br1" timeOffset="173415.693">25960 7623,'51'-336,"5"-83,-56 405,-6 25,-14 39,3 2,2 0,3 1,2 0,-1 27,8-50,0 0,3 1,0-1,2 0,2 0,0-1,7 24,-7-39,1 0,0 0,0 0,2-1,-1 1,2-2,0 1,0-1,1 0,1-1,0 0,0 0,1-1,1-1,-1 0,10 6,-14-11,0 0,-1-1,1 0,1 0,-1 0,0-1,1 0,-1 0,1-1,-1 0,1 0,0-1,0 0,-1 0,5-1,16-7</inkml:trace>
  <inkml:trace contextRef="#ctx0" brushRef="#br1" timeOffset="173579.305">25838 7076,'16'7,"26"5,32 0,31-2,28-3,-9-2</inkml:trace>
  <inkml:trace contextRef="#ctx0" brushRef="#br1" timeOffset="174420.142">27613 7486,'108'-145,"-86"121,-2 0,0-2,-2 0,-1-2,-1 0,-1 0,-1-2,-2 1,2-13,-12 37,0-1,0 1,-1-1,0 0,0 0,0 1,-1-1,0 0,0 0,0 0,-1 0,0 1,0-1,-1 0,1 1,-1-1,0 1,-1-1,1 1,-1 0,0 0,-1 0,1 0,-1 1,0-1,0 1,0 0,0 0,-1 1,-2-3,-2 3,-1-1,1 1,0 0,-1 1,0 0,1 1,-1 0,0 0,0 1,0 0,0 1,1 0,-1 0,0 1,1 1,-1 0,1 0,0 0,0 1,0 1,0 0,1 0,0 0,0 1,0 0,1 1,0 0,0 0,1 0,0 1,0 0,0 0,1 1,1-1,-1 1,1 0,1 0,-1 4,1-2,1 1,1 0,0-1,1 1,0 0,0 0,1-1,1 1,0-1,1 1,0-1,0 0,1 0,1 0,0 0,0-1,1 0,2 3,8 8,0 0,1 0,1-2,0 0,2-1,0-1,15 9,-10-9,1 0,0-2,1-1,1-1,0-1,1-2,0-1,1-1,0-1,0-2,0-1,1-1,0-2,13-1,-34 0,1-1,-1 1,0-2,0 1,0-1,0-1,0 0,0 0,-1-1,1 0,-1-1,0 0,0 0,-1-1,0 0,0-1,0 0,-1 0,0-1,0 1,0-1,-1-1,-1 1,4-7,-8 12,0 0,-1 0,1 0,0 1,-1-1,0 0,0 0,0 0,0 0,0 0,0 0,-1 0,0 1,1-1,-1 0,0 0,0 0,-1 1,1-1,0 1,-1-1,0 1,1 0,-1-1,0 1,0 0,0 0,-1 0,1 0,0 1,-1-1,1 1,-1-1,-2 0,-7-3,0 0,0 1,0 1,-1-1,1 2,-1 0,-5 0,-5-1,0 2,0 0,0 1,0 1,0 2,-17 3,38-6,1 0,-1 0,1 0,-1 0,0 0,1 1,0-1,-1 1,1-1,-1 1,1-1,-1 1,1 0,0-1,-1 1,1 0,0 0,0 0,0 0,0 0,0 0,0 1,0-1,0 0,0 0,0 1,1-1,-1 0,1 1,-1-1,1 1,-1-1,1 1,0-1,0 1,-1-1,1 1,0-1,1 1,-1-1,0 1,0-1,1 1,-1-1,0 1,1-1,0 1,-1-1,1 0,0 1,0-1,0 0,-1 0,1 0,1 0,0 1,8 6,2 0,-1-1,1-1,0 0,0-1,1 0,-1-1,1 0,0-1,0 0,1-1,9 0,-6 0,-1 0,1-1,-1 0,1-1,-1-1,1-1,-1-1,0 0,0-1,0 0,0-1,14-8,2-20,-31 32,0 0,-1 1,1-1,-1 0,0 0,1 0,-1 0,0 0,1 0,-1 0,0 1,0-1,0 0,0 0,0 0,0 0,0 0,0 0,0 0,-1 0,1 0,0 0,0 0,-1 0,1 1,-1-1,1 0,-1 0,1 0,-1 1,1-1,-1 0,0 1,1-1,-1 0,0 1,0-1,0 1,1-1,-1 1,0-1,0 1,0 0,0-1,0 1,-1 0,1 0,-1 0,0 0,0 0,1 0,-1 0,0 0,1 1,-1-1,0 1,1-1,-1 1,0 0,1-1,-1 1,1 0,0 0,-1 0,1 0,0 0,-1 1,1-1,0 0,0 1,0-1,0 0,0 1,0-1,1 1,-1 0,0-1,1 1,-1-1,1 1,0 0,-1 0,1-1,0 1,0 0,0-1,0 1,1 0,-1 0,0-1,1 1,-1 0,1-1,-1 1,1-1,0 1,0-1,0 2,5 4,-1 1,1-2,0 1,0-1,0 0,1 0,0 0,0-1,1 0,0-1,-1 0,1 0,1-1,-1 1,8 0,35 12,0-2,1-3,1-2,-1-2,1-3,0-2,36-3,-13-3</inkml:trace>
  <inkml:trace contextRef="#ctx0" brushRef="#br1" timeOffset="175159.909">23884 8387,'3'21,"0"16,0 12,0 5,-1 2,-1-2,-3-6,-1-9,0-10</inkml:trace>
  <inkml:trace contextRef="#ctx0" brushRef="#br1" timeOffset="175822.608">23776 8114,'304'178,"-294"-172,0 0,0 0,-1 1,0 0,-1 0,1 1,-1 0,-1 1,0 0,0 0,0 0,-1 1,-1 0,0 0,0 0,-1 1,0 0,-1 0,0 0,1 10,-4-2,0-1,-2 1,0-1,-1 1,0-1,-4 7,-2 19,8-43,1 0,-1 0,1 0,0 1,0-1,0 0,0 0,0 0,0 0,0 0,0 0,0 0,0 1,0-1,1 0,-1 0,1 0,-1 0,0 0,1 0,0 0,-1 0,1 0,0-1,-1 1,1 0,0 0,0 0,0-1,-1 1,1 0,0-1,0 1,0-1,0 1,0-1,0 0,1 1,-1-1,0 0,0 0,0 1,0-1,0 0,0 0,0 0,0-1,1 1,-1 0,0 0,0-1,0 1,0 0,0-1,0 1,0-1,0 1,0-1,0 0,0 1,-1-1,2 0,17-9,0-1,-1 0,0-2,-1 0,0-1,-1 0,-1-1,0-1,-1-1,-1 0,4-6,21-33,-38 55,0 1,0-1,0 1,0 0,0-1,0 1,0-1,0 1,0 0,0-1,0 1,0 0,0-1,1 1,-1 0,0-1,0 1,0 0,1-1,-1 1,0 0,0-1,1 1,-1 0,0 0,1 0,-1-1,0 1,1 0,-1 0,0 0,1 0,-1-1,0 1,1 0,-1 0,1 0,-1 0,0 0,1 0,-1 0,0 0,1 0,-1 0,1 0,-1 0,0 1,1-1,-1 0,0 0,1 0,-1 0,0 1,1-1,-1 0,0 0,1 1,-1-1,0 0,0 0,1 1,-1-1,0 0,0 1,0-1,1 1,1 26,-3-21,1 0,0 0,0-1,0 1,1 0,0 0,0-1,1 1,-1-1,1 1,0-1,1 1,-1-1,1 0,0 0,1-1,-1 1,1-1,0 1,0-1,0 0,0 0,1-1,1 1,6 2,1 0,0-2,0 1,0-2,0 1,1-2,0 0,-1-1,1 0,0-1,0 0,-1-1,1-1,0 0,-1-1,1-1,-1 0,10-5,-12 6,-1-1,0-1,-1 0,1 0,-1-1,0-1,0 1,-1-1,0 0,0-1,0 0,-1-1,-1 1,1-1,-1 0,-4-2,-11 21,5-3,1-1,-1 1,1 0,1 0,0 1,0-1,0 0,1 1,0-1,0 1,1-1,0 7,0-10,0-1,1 1,-1-1,1 0,0 1,0-1,0 0,0 1,1-1,-1 0,1 0,0 0,-1 0,2 0,-1-1,0 1,0 0,1-1,0 0,-1 1,1-1,0-1,0 1,0 0,0 0,0-1,1 0,0 1,18 2</inkml:trace>
  <inkml:trace contextRef="#ctx0" brushRef="#br1" timeOffset="176079.971">24978 8127,'4'14,"2"5</inkml:trace>
  <inkml:trace contextRef="#ctx0" brushRef="#br1" timeOffset="176403.088">25428 7923,'-13'233,"13"-180,2 303,-3-350,1 1,-1 0,1 0,1 0,0-1,0 1,0 0,0 0,1-1,0 1,1-1,0 0,0 0,0 0,0 0,1 0,0-1,0 1,1-1,-1 0,1 0,0-1,1 0,-1 0,1 0,0 0,4 1,1-5,1 0,-1-1,0 0,0-1,0 0,1-1,-2 0,1-1,0 0,-1 0,0-1,0-1,0 0,-1 0,0-1,0 0,0 0,-1-1,0-1,-1 1,0-1,1-2,-2 5,-1-1,0 0,0 0,-1-1,0 0,0 0,-1 0,0 0,0 0,-1 0,1-6,-6 13,-3 16,4-10,1 0,-1 1,1-1,0 0,1 1,-1 0,1-1,0 1,1-1,-1 1,1-1,0 1,1-1,-1 0,1 1,0-1,0 0,1 0,-1 0,1 0,0-1,0 1,1-1,0 0,-1 0,1 0,1 0,-1-1,0 0,1 1,65 12,-36-18</inkml:trace>
  <inkml:trace contextRef="#ctx0" brushRef="#br1" timeOffset="176622.728">26002 8319,'-19'-2,"-10"-1,-3 0,1 0,2-1,1-2,6-1</inkml:trace>
  <inkml:trace contextRef="#ctx0" brushRef="#br1" timeOffset="176836.825">25195 8087,'21'-2,"26"-2,27 1,28 3,19 4,9 3,-16 1</inkml:trace>
  <inkml:trace contextRef="#ctx0" brushRef="#br1" timeOffset="177560.053">26384 8551,'-4'-8,"0"1,-1 0,0 1,0-1,0 1,-1 0,1 0,-1 1,-1 0,1 0,-1 0,0 1,0 0,0 0,-1 1,1 0,-1 0,0 1,0 0,0 0,0 1,0 0,0 0,0 1,-1 0,1 0,0 1,0 0,0 1,0-1,0 2,0-1,1 1,-1 0,1 1,-1 0,1 0,1 0,-1 1,0 0,1 0,0 1,1 0,-1 0,-1 2,6-3,-1-1,1 0,0 1,0-1,0 0,1 1,0-1,0 1,0-1,0 1,1-1,-1 1,1-1,0 0,1 1,-1-1,1 0,0 0,0 0,0 0,0 0,1 0,-1-1,1 1,0-1,0 0,1 0,-1 0,0 0,1 0,0-1,0 0,0 0,0 0,0 0,0 0,0-1,1 0,-1 0,0 0,1 0,0-1,10 4,-1-1,0-1,1 0,0-1,-1-1,1 0,-1-1,1 0,-1-2,1 1,-1-2,0 0,0 0,0-2,-1 0,0 0,0-1,0-1,8-6,-18 12,0 0,-1 0,1 0,-1 0,1 0,-1 0,0-1,0 1,0-1,0 1,0-1,-1 0,1 0,-1 0,0 0,0 0,0 0,0 0,-1 0,1 0,-1 0,1-1,-1 1,0 0,-1 0,1-2,-2 5,1-1,0 1,-1 0,1 0,-1 0,1 0,-1 0,1 0,-1 0,1 0,0 1,-1-1,1 0,-1 1,1-1,0 1,-1 0,1-1,0 1,0 0,0 0,-1 0,1 0,0 0,0 0,0 0,1 0,-1 0,0 1,0-1,0 0,1 0,-1 1,1-1,-1 1,1-1,0 0,-1 1,1-1,0 1,-1 1,-1 1,1-1,1 1,-1-1,0 1,1-1,0 1,0 0,0-1,0 1,0-1,1 1,0-1,-1 1,1-1,1 1,-1-1,0 0,1 1,0-1,-1 0,1 0,1 0,-1-1,0 1,1 0,-1-1,1 1,0-1,0 0,0 0,0 0,0 0,0-1,0 1,1-1,-1 0,0 0,1 0,7 2,0-1,0 0,1 0,-1-1,1-1,-1 0,1 0,-1-1,0-1,1 0,-1 0,0-1,0-1,-1 0,1 0,-1-1,1 0,-2-1,6-3,2-3,-1 1,-1-2,1 0,-2-1,0-1,-1 0,0 0,-1-2,-1 1,8-16,-8 9,-1 0,-1 0,-1-1,-1 0,-1 0,-1-1,-1 0,-2 0,0 0,-1 0,-2 0,-1 0,0 0,-2 0,-1 1,-1-1,-3-6,5 21,-1 1,1-1,-1 1,-1 0,0 0,0 1,-1 0,-4-4,9 9,-1 0,0 1,0 0,0-1,0 1,0 0,0 0,-1 1,1-1,0 1,-1 0,1 0,-1 0,0 0,1 0,-1 1,0 0,1 0,-1 0,0 0,0 0,1 1,-1-1,0 1,0 1,-5 3,0 1,1 0,0 0,0 1,1 0,0 0,0 1,0 0,1 0,1 0,-1 1,1 0,1 0,-1 1,2-1,-1 1,1 0,1 0,0 0,0 0,0 8,1 4,0 0,1 0,1 0,1 0,2 0,0 0,1-1,0 0,2 0,1 0,1-1,0 0,2 0,0-1,1-1,1 0,0-1,2 0,0-1,0 0,2-2,0 0,1 0,0-2,18 10,-28-17,-1 0,0-1,1 0,0 0,0-1,0 0,0 0,1-1,-1 0,1 0,-1-1,1 0,0-1,-1 0,1 0,0-1,-1 0,1 0,-1-1,1 0,-1-1,0 0,0 0,1-1,3-7,0 0,-1-2,0 1,-1-1,-1-1,0 1,0-2,-2 1,0-1,0 0,-2-1,0 1,2-10,-36 126,27-96,1 1,0-1,0 1,1 0,-1-1,1 1,1 0,-1-1,1 1,0 0,0-1,0 1,1-1,0 1,0-1,1 0,-1 0,1 0,0 0,0-1,1 1,-1-1,1 1,0-1,1-1,-1 1,0 0,1-1,0 0,0 0,0-1,0 1,0-1,1 0,-1 0,5 0,21 0</inkml:trace>
  <inkml:trace contextRef="#ctx0" brushRef="#br1" timeOffset="177822.352">27313 8032,'-19'-2,"-10"1,-1 6,5 9,12 9,7 0</inkml:trace>
  <inkml:trace contextRef="#ctx0" brushRef="#br1" timeOffset="179405.98">27668 8510,'-2'-2,"0"-1,1 1,-1-1,1 1,-1-1,1 0,0 0,0 0,1 1,-1-1,0 0,1 0,0 0,0 0,0 0,0 0,0 0,1 0,-1 0,1 0,0 0,-1 0,2 0,-1 0,0 1,0-1,1 0,-1 1,1-1,0 1,0 0,0 0,0-1,0 1,1 0,-1 1,1-1,0 0,1 1,0 0,0 1,0 0,0 0,0 0,0 0,0 1,0 0,0 0,0 0,0 0,0 0,-1 1,1-1,0 1,-1 0,1 0,-1 1,0-1,0 1,0 0,0-1,0 1,0 1,4 5,0 0,0 0,-1 0,0 1,-1 0,0 0,-1 0,1 4,4 25,-3 0,0 0,-3 0,-2 0,-1 1,-1-1,-3 0,-1 0,-5 13,-3 54,9-70,1 1,2-1,2 0,1 0,7 32,-7-55,1 0,1 0,0-1,0 0,2 1,-1-2,1 1,1-1,0 0,1 0,0 0,1-1,0-1,0 0,1 0,0 0,8 4,-15-10,0-1,1 1,-1-1,1 1,-1-1,1 0,-1 0,1-1,0 1,0-1,0 0,0 0,0 0,0 0,0-1,1 0,-1 0,0 0,0 0,0-1,0 1,0-1,0 0,0 0,0-1,0 1,0-1,0 0,-1 0,1 0,-1 0,0-1,1 1,-1-1,0 0,0 0,1-9,-1 0,0 0,-1 0,0 0,-1-1,0 1,-1 0,0 0,-1-1,-1 1,0 0,-1 0,0 0,0 0,-1 1,-1-1,-5-8,-11-27,-2 2,-2 0,-2 2,-2 1,-2 1,-2 2,-1 1,-2 2,-1 1,-2 2,-1 2,-2 1,-37-19,55 32,24 16,0 1,0-1,0 1,0-1,0 1,0-1,0 0,0 1,0-1,0 1,0-1,1 1,-1-1,0 1,0-1,1 1,-1-1,0 1,1-1,-1 1,1 0,-1-1,0 1,1-1,-1 1,1 0,-1 0,1-1,-1 1,1 0,-1 0,1-1,0 1,-1 0,1 0,-1 0,1 0,-1 0,1 0,0 0,-1 0,1 0,-1 0,1 0,-1 0,1 1,-1-1,1 0,-1 0,1 1,-1-1,1 0,-1 0,1 1,-1-1,1 1,-1-1,1 1,0-1,335 28,-329-28,163 13,158-9,-250-17,-77 13,-1-1,1 1,-1 0,1 0,-1 0,0 0,1 0,-1-1,1 1,-1 0,1 0,-1-1,0 1,1 0,-1-1,0 1,1 0,-1-1,0 1,0-1,1 1,-1 0,0-1,0 1,0-1,1 1,-1-1,0 1,0-1,0 1,0-1,0 1,0-1,0 1,0 0,0-1,0 1,0-1,0 1,-1-1,1 1,0-1,0 1,0-1,-1 1,1 0,0-1,0 1,-1-1,1 1,0 0,-1-1,1 1,0 0,-1 0,1-1,-1 1,1 0,-28-14,4 6,-1 1,0 2,-1 0,1 2,-1 1,0 1,-24 2,48-2,-1 1,1 0,-1-1,1 1,-1 0,1 0,-1 1,1-1,0 0,-1 1,1 0,-1-1,1 1,0 0,-1 0,1 1,0-1,0 0,0 1,0-1,0 1,0-1,0 1,1 0,-1 0,1 0,-1 0,1 0,0 0,0 1,0-1,0 0,0 1,0-1,0 0,1 1,-1-1,1 1,0-1,0 3,4 2,1 1,-1-1,1 0,1-1,0 1,-1-1,2 0,-1-1,1 0,0 1,0-2,0 1,1-1,0-1,-1 1,1-1,1 0,0-1,7 4,0 0,1-1,0-1,0-1,0 0,0-2,0 0,7 0,-19-1,0-1,1 1,-1-1,0 0,0 0,1 0,-1-1,0 0,0 0,0 0,-1 0,1-1,0 0,-1 0,0 0,0-1,0 1,0-1,0 0,-1 0,0 0,0-1,0 1,0-1,0 1,-1-1,0 0,0-2,3-20,-2 14,4 30,-5-10,1 0,-1 0,2 0,-1 0,1-1,0 1,0-1,1 0,0 0,0-1,0 1,1-1,1 1,-5-4,1 0,0 0,0 0,0-1,0 1,0-1,0 0,0 1,0-1,0-1,1 1,-1 0,0-1,1 0,-1 0,0 0,1 0,-1 0,0-1,1 1,-1-1,0 0,0 0,1 0,-1-1,0 1,0-1,0 1,-1-1,4-2,4-7,0-1,-1-1,0 1,0-2,-2 1,1-1,-2 0,0 0,-1-1,0 0,-1 0,-1 0,0 0,-1-1,-1 1,0-8,3-2,-5 23,1 1,0-1,0 1,0-1,-1 1,1-1,1 1,-1-1,0 1,0-1,1 1,-1-1,0 1,1-1,0 1,-1 0,1-1,0 1,0 0,-1-1,1 1,0 0,0 0,1 0,-1 0,0 0,0 0,0 0,1 0,-1 0,0 1,1-1,-1 1,1-1,-1 1,1-1,-1 1,1 0,-1-1,1 1,-1 0,1 0,1 0,110 60,-102-54,0-1,0 2,0 0,-1 0,0 1,0 0,-1 1,0 0,-1 0,0 1,0 0,-1 0,0 1,-1 0,0 0,-1 0,0 1,-1 0,0 0,0 3,-1 9,-3-20,-1 1,1-1,1 1,-1-1,1 0,-1 1,1-1,0 0,1 0,-1 1,1-1,0 0,0 0,0-1,0 1,1 0,0-1,-1 1,1-1,0 0,1 0,-1 0,1-1,-1 1,1-1,0 0,0 0,0 0,1 1,8-3,0 1,0-2,0 0,-1 0,1-1,0-1,-1 0,1-1,-1 0,0 0,0-2,-1 1,1-2,-1 0,0 0,-1 0,0-2,0 1,-1-1,0 0,-1-1,5-6,-3 4,0-1,0 0,-1 0,-1-1,0 0,-1-1,0 0,-1 0,-1 0,-1-1,0 1,0-6,-4 19,0 0,-1 0,1 0,-1 0,1 0,-1 0,0 0,0 0,0 1,0-1,0 0,0 0,0 1,-1-1,1 1,0-1,-1 1,0 0,1-1,-1 1,0 0,1 0,-1 0,0 0,0 0,0 1,0-1,0 1,0-1,0 1,0 0,0-1,0 1,0 0,0 0,0 1,0-1,0 0,0 1,0-1,0 1,0 0,0-1,0 1,0 0,0 0,1 0,-1 1,0-1,1 0,-1 1,1-1,-1 1,-3 1,1-1,-1 1,1 0,0 0,0 1,0-1,0 1,1 0,0 0,-1 0,1 1,1-1,-1 1,1-1,-1 1,1 0,1 0,-1 0,1 0,0 0,0 0,0 1,1-1,0 0,0 0,0 1,0-1,1 0,0 0,0 0,1 0,-1 0,1 0,1 2,2 2,1-1,0 0,1 0,0 0,0-1,0 0,1 0,0-1,1 0,-1 0,1-1,0-1,0 1,1-1,0 0,150 37,-114-33,1-3,-1-1,0-2,1-3,-1-1,18-5,-55 6,-1 0,0 0,0-1,0 0,0 0,0-1,-1 0,1 0,-1-1,0 0,0 0,0-1,0 0,-1 0,0 0,0-1,0 0,-1 0,0 0,0-1,0 0,-1 0,0 0,0-1,-1 1,0-1,-1 0,1 0,-1 0,0-4,-2 6,0 1,0-1,0 1,-1-1,0 1,0 0,0-1,-1 1,0 0,0 0,0 0,-1 0,1 0,-1 0,0 1,-1-1,1 1,-1 0,0 0,0 0,0 0,0 1,-1 0,1 0,-1 0,0 0,0 1,0 0,0 0,-1 0,1 0,0 1,-2 0,-4-1,-1 0,1 1,-1 1,1 0,-1 0,1 1,-1 1,1 0,0 0,-9 4,15-5,0 1,0 0,1 0,-1 0,0 1,1 0,0 0,0 0,0 0,0 0,0 1,1 0,-1 0,1 0,0 0,0 0,0 1,1-1,0 1,0 0,0 0,0 0,1-1,-1 6,1-5,1 0,0-1,0 1,1 0,-1-1,1 1,0 0,0-1,1 1,-1-1,1 0,0 0,0 1,1-1,-1 0,1-1,0 1,0 0,0-1,0 0,1 1,-1-1,1-1,0 1,0 0,1 0,8 4,0 0,0-1,0 0,1-1,0-1,0 0,0 0,0-2,-1 0,-1-1,1 0,-1-1,1-1,0 0,-1 0,0-1,1-1,-1 0,2-1,-8 2,0 0,-1 0,1-1,-1 0,0 0,0 0,0 0,0-1,-1 0,1 0,-1 0,0 0,0-1,0 0,-1 1,0-1,0-1,0 1,0 0,-1-1,0 1,0-3,-1 6,0 0,-1 0,1 0,-1 0,1 0,-1 0,0 0,0-1,0 1,0 0,0 0,-1 0,1 0,0 0,-1 0,0 0,1 0,-1 0,0 0,0 0,0 0,0 0,-1 0,1 1,0-1,-1 0,0 1,1-1,-1 1,0 1,1 0,0 1,0-1,0 1,0 0,0-1,0 1,0 0,0-1,0 1,0 0,0 0,0 0,1 0,-1 0,0 0,1 0,-1 0,0 0,1 0,-1 0,1 1,0-1,-1 0,1 0,0 0,0 1,0-1,0 0,0 0,0 1,0-1,0 0,1 0,-1 1,2 6,1 1,0-1,0 0,1 0,0 0,1-1,0 0,0 1,0-1,1-1,0 1,0-1,0 0,1-1,0 0,0 0,1 0,-1-1,1 0,6 2,33 16,0-3,1-1,1-3,1-2,0-2,0-2,1-2,21-2,-3-3,-19-6</inkml:trace>
  <inkml:trace contextRef="#ctx0" brushRef="#br1" timeOffset="180316.578">23557 10108,'59'-293,"-58"286,27-72,-27 77,0-1,1 1,-1 0,0 0,1 0,-1 0,1 0,0 1,-1-1,1 0,0 1,0-1,0 1,0 0,1 0,-1 0,0 0,0 0,1 0,-1 0,0 1,1-1,-1 1,1 0,-1 0,1 0,-1 0,1 0,-1 0,0 1,2-1,6 4,0 0,0 1,-1 0,1 0,-1 1,0 0,-1 0,0 1,0 1,0-1,-1 1,0 0,0 1,-1 0,0 0,-1 0,0 1,2 5,-5-12,-1 1,0-1,1 1,-1-1,-1 1,1-1,0 1,-1-1,0 1,0 0,0-1,0 1,-1 0,1-1,-1 1,0-1,0 1,0-1,-1 1,1-1,-1 0,0 1,0-1,0 0,0 0,0-1,-1 1,1 0,-1-1,0 1,1-1,-4 2,-7 3,0 0,0 0,-1-2,0 1,0-2,0 0,-10 1,-13 3</inkml:trace>
  <inkml:trace contextRef="#ctx0" brushRef="#br1" timeOffset="181185.711">24322 9753,'-20'-1,"0"0,0 2,0 0,0 1,0 1,0 1,0 1,1 1,0 0,0 2,-17 8,33-15,0 1,1-1,-1 0,1 1,0-1,-1 1,1-1,0 1,0 0,0 0,0 0,0 0,1 1,-1-1,1 0,-1 1,1-1,0 1,0-1,0 1,0 0,0 0,1-1,-1 1,1 0,0 0,0-1,0 1,0 0,0 0,0 0,1-1,0 1,-1 0,1 0,0-1,0 1,0-1,1 1,-1-1,1 1,-1-1,1 0,0 0,0 0,1 1,8 2,-1 0,2-1,-1 0,0-1,1 0,-1-1,1 0,0-1,-1 0,1-1,0 0,0-1,0 0,-1-1,11-3,2 0,-1 0,1-2,-1-1,0-1,0-1,-1-1,-1-1,0-1,-1 0,0-2,-1 0,0-1,-1-1,-2-1,1 0,-2-2,-1 1,0-2,-1 0,-1 0,-2-1,1-3,1-12,-2-1,-1-1,-2 1,-2-1,-2-1,-1 1,-2 0,-4-36,3 73,-7-39,8 41,0-1,0 0,0 0,0 0,-1 0,1 1,-1-1,1 0,0 0,-1 1,1-1,-1 0,1 1,-1-1,0 0,1 1,-1-1,0 1,1-1,-1 1,0-1,0 1,1-1,-1 1,0 0,0 0,0-1,0 1,1 0,-1 0,0 0,0 0,0 0,0 0,0 0,0 0,1 0,-1 0,0 1,0-1,0 0,0 1,-5 4,-1 1,0-1,1 2,0-1,1 1,-1 0,1 0,1 0,-1 1,1 0,1 0,-1 0,-1 8,4-14,-12 27,2 1,1 0,2 1,1-1,1 2,1-1,2 1,1-1,2 1,1 0,1-1,2 1,1-1,2 0,1 0,1-1,1 0,2 0,1-1,15 24,-24-47,-1-1,1 1,0 0,0-1,0 0,1 1,-1-2,1 1,0-1,1 1,-1-1,1-1,3 3,-8-7,1 1,0 0,0 0,-1 0,1-1,0 1,-1-1,1 0,-1 1,1-1,0 0,-1 0,0 0,1 0,-1 0,0 0,1 0,-1-1,0 1,0 0,0-1,0 1,0-1,0 1,0-1,-1 1,1-1,-1 0,1 1,-1-1,1 0,-1-1,1 1,20-58,-18 48,0 0,1 1,0-1,0 0,2 1,-1 0,1 1,1-1,0 1,1 0,0 1,0-1,1 2,0-1,0 1,1 0,-8 7,-1 0,1 0,0 0,-1 0,1 0,0 0,0 0,-1 0,1 1,0-1,0 1,0-1,0 1,0 0,0 0,0 0,0 0,0 0,0 0,-1 1,1-1,0 1,0-1,0 1,0-1,0 1,-1 0,1 0,0 0,-1 0,1 0,-1 1,1-1,-1 0,0 1,1-1,-1 1,0-1,0 1,0 0,0-1,0 1,0 0,-1 0,1 0,0 1,15 66,-15-59,0-1,1 1,0 0,0-1,1 1,1-1,0 0,0 0,1 0,0 0,0-1,1 0,0 0,2 1,-1-3,0 0,1-1,-1 0,1 0,0-1,1 0,-1-1,1 0,0 0,-1-1,1 0,0 0,0-1,1 0,-1-1,0 0,0 0,0-1,7 0,-1-1,1-1,-1-1,0 0,0-1,-1 0,1-1,-1-1,0 0,1-2,-7 5,-1-1,1 1,-1-1,-1-1,1 1,-1-1,0-1,0 1,-1-1,1 0,-2 0,1 0,-1-1,0 0,0 0,-1 0,0 0,-1 0,0 0,0-1,-1 0,0 1,0-8,-2 13,0-1,0 2,0-1,-1 0,1 0,-1 0,1 0,-1 1,0-1,0 1,0 0,-1-1,1 1,-1 0,1 0,-1 0,1 1,-1-1,0 1,0-1,0 1,0 0,0 0,0 0,0 1,0-1,-1 1,1-1,0 1,0 0,0 1,0-1,-1 0,1 1,0 0,0-1,0 1,0 1,0-1,0 0,0 1,1-1,-1 1,0 0,1 0,-1 0,1 0,0 0,0 1,0-1,-2 3,1-1,-1 0,1 0,0 0,1 0,-1 0,1 1,-1-1,1 1,1 0,-1-1,1 1,0 0,0 0,0 0,1 0,-1 0,1 0,0 0,1 0,-1 0,1 0,0 0,1 0,-1 0,1 0,0-1,0 1,0-1,0 1,1-1,0 0,0 0,0 0,1 0,2 2,6 2,1-1,1 0,-1-1,1 0,0-1,0-1,1 0,0-1,-1-1,1 0,0-1,0-1,0 0,13-2,34-1</inkml:trace>
  <inkml:trace contextRef="#ctx0" brushRef="#br1" timeOffset="182162.782">25906 9739,'-5'2,"0"0,0 1,0 0,1 0,-1 0,1 0,0 1,0 0,0 0,1 0,-1 0,1 0,0 1,0-1,0 1,1 0,0 0,0 0,0 0,1 1,-1-1,1 0,0 1,1-1,-1 0,1 1,0-1,1 1,-1-1,1 1,0-1,0 0,1 0,0 1,0-1,0 0,0 0,1-1,0 1,0 0,0-1,0 0,1 0,-1 0,5 3,-2-1,0-1,1 0,-1 0,1-1,0 0,1 0,-1-1,1 0,0 0,-1 0,1-1,0-1,0 1,0-1,1-1,-1 1,0-1,0-1,0 1,0-1,1-1,-1 0,-1 0,1 0,0-1,-1 0,1-1,-1 0,0 0,4-3,1-4,-2-1,1 0,-1 0,-1-1,-1-1,0 1,0-1,-1-1,-1 1,0-1,2-13,-22 87,13-56,1 0,0 1,0-1,0 1,0-1,0 1,0-1,1 0,0 1,0-1,0 0,0 1,0-1,1 0,-1 0,1 0,0 0,0 0,0-1,0 1,0 0,1-1,-1 0,1 0,0 1,0-1,0-1,-1 1,2 0,1 0,13 3,1 0,1-1,-1-2,0 0,1 0,-1-2,1-1,-1 0,1-1,-1-1,0-1,0-1,3-2,-5 3,1-1,-2-1,1 0,-1-1,0-1,0 0,-1-2,0 0,-1 0,0-1,0-1,8-10,-21 21,0 0,1 0,-1 0,0-1,0 1,0-1,0 1,0-1,-1 1,1-1,0 1,-1-1,1 0,-1 1,0-1,1 0,-1 0,0 1,0-1,0 0,0 1,0-1,-1 0,1 0,0 1,-1-2,0 3,0 0,0 0,-1 1,1-1,0 0,0 1,0-1,0 0,0 1,0-1,0 1,0-1,0 1,0 0,0 0,0-1,0 1,1 0,-1 0,0 0,0 0,1 0,-1 0,1 0,-1 0,1 0,-1 0,1 1,-2 1,1 0,-1 0,1 0,0 0,0 0,0 0,1 0,-1 0,1 0,-1 1,1-1,0 0,1 0,-1 1,0-1,1 0,0 0,0 0,0 0,0 0,0 0,0 0,1 0,0 0,-1 0,1-1,0 1,0-1,1 1,-1-1,0 0,1 0,-1 0,1 0,1 0,7 6,2-1,-1 0,1-1,0 0,0-1,0-1,9 2,9 1,0-1,0-1,0-2,0-2,0 0,1-2,-1-2,0 0,0-3,-1 0,1-2,11-5,-33 9,0 1,0-2,-1 1,1-1,-1-1,0 0,-1 0,0 0,1-1,-2 0,4-5,-7 9,-1 0,0 0,0-1,0 1,0-1,-1 1,1-1,-1 0,0 1,0-1,0 0,-1 0,1 0,-1 0,0 1,0-1,0 0,-1 0,0 0,1 0,-1 0,0 1,-1-1,1 0,-1 1,1-1,-1 1,0 0,-2-3,2 3,-1-1,1 1,-1 0,0 0,0 0,0 0,0 1,-1-1,1 1,0 0,-1 0,0 0,0 0,1 1,-1-1,0 1,0 0,0 0,0 1,0-1,-1 1,1 0,0 0,0 0,0 0,0 1,0 0,0 0,0 0,0 0,0 1,0-1,0 1,1 0,-1 0,1 0,-1 1,1-1,0 1,0 0,0 0,0 0,-1 3,1-1,0 1,1 0,-1 0,1 1,1-1,-1 0,1 1,0-1,1 1,-1-1,1 1,1 0,-1-1,1 1,0-1,1 0,-1 1,1-1,1 0,-1 0,1 0,0 0,0 0,1-1,0 0,0 1,0-1,0-1,1 1,0-1,0 1,0-1,0-1,1 1,-1-1,1 0,0 0,0-1,0 1,1-1,19 6,0-1,0-2,1 0,-1-1,1-2,0-1,0-1,0-1,-1-2,1 0,-1-2,1-1,-1-1,-1-1,6-4,164-82,-194 94,0 0,0 0,0 0,-1 0,1 0,0 0,0 0,0 0,0 0,0 1,-1-1,1 0,0 1,0-1,-1 0,1 1,0-1,0 1,-1-1,1 1,0-1,-1 1,1 0,-1-1,1 1,-1 0,1-1,-1 1,1 0,-1 0,0 0,1-1,-1 1,0 0,0 0,0 0,1 0,-1-1,0 1,0 0,0 0,-1 0,1 0,0 0,0 0,4 13,3-3,-1 0,2-1,0 0,0 0,1-1,0 0,0 0,1-1,0 0,1-1,0 0,0 0,0-1,1-1,0 0,0-1,0 0,1-1,-1 0,1-1,5 0,24-6,-30-3</inkml:trace>
  <inkml:trace contextRef="#ctx0" brushRef="#br1" timeOffset="182364.619">28078 9534,'-17'-4,"-4"0,5 1,5 1</inkml:trace>
  <inkml:trace contextRef="#ctx0" brushRef="#br1" timeOffset="185239.933">697 7581,'21'5,"0"1,0 0,0 2,-1 0,0 1,0 1,0 2,6 2,69 34,2-4,1-4,2-5,102 22,-103-38,2-4,0-5,0-4,1-4,-1-5,1-4,-1-5,-1-4,-1-5,0-3,-2-5,87-39,-75 21,-1-5,-3-4,-2-5,-3-5,-4-3,36-37,-100 78,-1-1,-2-2,-1 0,-1-2,-2-1,13-26,-29 44,0-1,-1 0,-1 0,-1 0,0-1,-2 0,0-1,-1 1,0 0,-2-1,0 0,-1 1,-1-1,-1 0,-1 1,-1-5,-9-17,-1-1,-3 2,-1 0,-2 1,-1 1,-2 1,-2 0,-1 2,-1 2,-23-21,3 6,-3 2,-1 3,-2 1,-2 3,-1 3,-2 2,-1 2,-2 4,0 1,-2 4,-1 2,0 3,-1 3,-1 3,0 3,-52 0,8 8,-1 5,1 4,0 6,1 4,1 5,1 5,2 4,1 5,2 4,1 5,-59 40,82-44,3 4,1 3,3 3,2 4,2 2,3 3,3 3,3 2,3 3,3 2,-26 50,59-85,1 1,2 1,1 0,3 1,1 0,2 1,1 0,0 29,6-43,2-1,0 1,2 0,1 0,1-1,1 1,2-1,0 0,2-1,1 0,1-1,1 1,14 20,-8-21,1-1,1-1,1-1,1-1,0 0,2-2,0-1,1 0,1-2,0-1,1-1,0-2,1 0,1-2,-1-1,2-1,-1-2,1-1,99 13</inkml:trace>
  <inkml:trace contextRef="#ctx0" brushRef="#br1" timeOffset="189352.585">24595 10832,'-118'310,"77"-212,15-36,26-62,0-1,0 1,0 0,0 0,0-1,0 1,0 0,0 0,0 0,0-1,-1 1,1 0,0 0,0-1,0 1,0 0,0 0,0 0,-1 0,1-1,0 1,0 0,0 0,0 0,-1 0,1 0,0-1,0 1,0 0,-1 0,1 0,0 0,0 0,0 0,-1 0,1 0,0 0,0 0,-1 0,1 0,0 0,0 0,-1 0,1 0,0 0,0 0,0 0,-1 0,1 0,0 0,0 1,0-1,-1 0,1 0,0 0,0 0,-2-26,2 25,-1-60,1-1,4 1,2-1,3 1,8-23,-16 77,0 0,1 0,0 0,0 1,0-1,1 0,0 1,1-1,-1 1,1 0,0 0,1 1,-1-1,1 1,0 0,1 0,-1 1,1-1,0 1,0 0,0 1,1 0,-1 0,1 0,0 1,-1 0,1 0,0 0,0 1,1 0,-1 1,0-1,0 1,2 1,-1 0,-1 1,1 0,0 1,-1 0,0 0,0 0,0 1,0 0,0 0,-1 1,1 0,-1 0,-1 0,1 1,-1 0,0 0,0 0,0 1,-1 0,0-1,-1 2,1-1,-1 0,-1 1,1-1,-1 2,-2-6,1 1,-1-1,0 1,0-1,-1 0,1 1,-1-1,0 0,1 1,-1-1,-1 0,1 0,0 0,-1 0,0 0,1 0,-1 0,-1 0,1-1,0 1,0-1,-1 0,0 1,1-1,-1 0,0-1,0 1,0 0,-1 0,-98 28,-77-19,177-11,1-1,-1 1,1 0,-1 0,0 0,1 0,-1 0,1 0,-1 0,1 0,-1 1,1-1,-1 1,1-1,-1 1,1-1,-1 1,1 0,0 0,-1 0,1 0,0 0,0 0,0 0,0 0,0 0,0 0,0 1,0-1,0 0,0 1,1-1,-1 1,1-1,-1 0,1 1,-1 0,1 1,2 3,1 0,0 0,0 0,0 0,1-1,0 1,0-1,1 0,-1 0,1 0,0-1,4 4,-2-2,26 23,1-2,1-2,1-1,2-1,0-3,31 13,17-5,-52-21</inkml:trace>
  <inkml:trace contextRef="#ctx0" brushRef="#br1" timeOffset="190061.12">24963 11187,'10'0,"17"1,0-2,1-1,-1-1,0-1,8-3,-29 6,0-1,-1 1,1-1,-1-1,1 1,-1-1,0 0,0 0,0 0,0-1,-1 0,1 0,-1 0,0 0,0-1,-1 0,1 1,-1-1,0-1,0 1,-1 0,1-1,-1 1,-1-1,1 0,-1 1,0-2,0 5,-1-1,1 1,-1 0,0-1,0 1,0 0,0-1,0 1,-1 0,1-1,-1 1,0 0,1 0,-1 0,0-1,0 1,0 0,-1 0,1 0,0 1,-1-1,1 0,-1 0,0 1,0-1,1 1,-1-1,0 1,0 0,0 0,-1 0,1 0,0 0,0 0,-4 0,1 0,0 0,-1 0,1 1,-1-1,1 1,-1 0,1 1,-1 0,1 0,0 0,-1 0,1 1,-2 1,-3 1,1 0,0 1,0 0,0 0,1 1,0 1,0-1,0 1,1 1,0-1,0 1,1 0,0 1,0-1,1 1,0 1,1-1,0 0,1 1,-1 0,2 0,0 0,0 0,0 0,1 7,2-11,0-1,0 1,1-1,0 0,0 0,0 0,0 0,1 0,0-1,0 1,0-1,0 1,1-1,0 0,0 0,0-1,0 1,0-1,1 0,0 0,-1-1,1 1,0-1,2 1,11 4,1-1,-1-1,1 0,0-1,0-1,3-1,45 3</inkml:trace>
  <inkml:trace contextRef="#ctx0" brushRef="#br1" timeOffset="190915.098">25769 10982,'-14'-1,"0"2,0 0,0 1,0 0,1 1,-1 0,1 1,-1 1,1 0,0 1,1 0,0 1,-6 4,16-10,0 1,1-1,-1 1,1-1,-1 1,1 0,-1 0,1-1,0 1,0 0,0 0,0 0,0 0,0 1,1-1,-1 0,1 0,0 0,-1 0,1 1,0-1,0 0,0 0,1 1,-1-1,0 0,1 0,-1 0,1 0,0 1,0-1,0 0,0 0,0 0,0-1,2 3,59 56,-62-60,162 125,-161-124,0 0,1-1,-1 1,0 0,1 0,-1 0,0 0,0 0,0 0,0 0,0 0,0 0,0 0,0 1,-1-1,1 0,0 1,-1-1,1 1,-1-1,1 0,-1 1,0-1,0 1,1-1,-1 1,0-1,0 1,-1-1,1 1,0-1,0 1,-1-1,1 1,-1-1,1 1,-1-1,0 0,1 1,-1-1,0 0,0 0,0 0,0 1,0-1,0 0,0 0,-1 0,0 0,-2 0,0 1,-1-1,1-1,-1 1,1 0,-1-1,1 0,-1 0,1 0,-1-1,1 0,-1 0,1 0,0 0,-1 0,1-1,0 0,0 0,0 0,0-1,0 1,1-1,-1 0,3 3,0-1,1 0,-1 1,1-1,-1 0,0 1,1-1,-1 0,1 0,0 1,-1-1,1 0,0 0,-1 0,1 0,0 0,0 0,0 1,0-1,-1 0,1 0,1 0,-1 0,0 0,0 0,0 0,0 1,1-1,-1 0,0 0,1 0,-1 0,1 1,-1-1,1 0,-1 0,1 1,-1-1,1 0,0 1,-1-1,1 1,0-1,-1 1,2-1,39-20,104-24,-107 36,-1-2,0-1,0-2,-2-2,31-18,-4-21,-60 53,-1 1,1-1,-1 0,1 0,-1 0,0 0,0 0,0 0,0 0,0 0,0 0,0 0,-1-1,1 1,-1 0,0-1,0 1,0 0,0-1,0 1,0 0,0-1,-1 1,1 0,-1 0,0-1,0 1,0 0,0 0,0 0,0 0,-1-2,0 3,0-1,0 0,0 1,0-1,0 1,-1-1,1 1,0 0,-1 0,1 0,-1 0,1 0,-1 1,1-1,-1 1,1 0,-1-1,1 1,-1 0,0 1,1-1,-1 0,1 1,-1-1,1 1,-1 0,1 0,-2 1,-60 42,57-39,1 1,1-1,-1 1,1 1,0-1,0 1,1 0,0 0,0 0,1 0,0 1,0 0,0 0,1-1,1 1,-1 0,1 1,0-1,1 0,0 0,1 0,-1 0,1 0,1 0,0 0,0 0,0 0,1 0,0-1,1 1,-1-1,2 0,-1 0,1-1,0 1,1 0,7 1,1-1,-1 0,2-1,-1-1,0 0,1-1,0 0,0-1,0-1,1-1,-1 0,0-1,1 0,-1-1,0-1,0-1,0 0,0 0,9-5,-4 2,-1 0,0-2,0 0,0-1,-1-1,0 0,-1-2,-1 0,1-1,-2 0,0-2,-1 1,0-2,-1 0,-1 0,0-2,-2 1,0-1,0-1,-2 0,0-2,12-37,-3-2,-3 0,-2-1,-3 0,-3 0,-2-17,-4 69,1 6,0-1,-1 1,0-1,0 1,0-1,0 1,-1-1,0 1,1-1,-1 1,0 0,0-1,-1 1,1 0,-1-1,0 4,1 0,-1 0,1 0,0 0,-1 0,1 0,0 1,-1-1,1 0,0 1,-1 0,1-1,0 1,0-1,0 1,0 0,0 0,0 0,0 0,0 0,0 0,0 0,0 0,0 0,0 0,1 0,-1 1,1-1,-1 0,1 0,-1 1,1 0,0-2,-19 38,1 0,3 1,1 1,1 0,3 1,1 0,3 0,0 11,2-20,2 0,1 0,2 0,1-1,1 1,7 25,-7-43,0 0,1 0,1-1,0 0,1 0,0 0,1-1,1 0,0 0,0-1,1 0,1 0,0-1,0 0,1-1,5 3,48 12,-41-26</inkml:trace>
  <inkml:trace contextRef="#ctx0" brushRef="#br1" timeOffset="191165.44">26438 10819,'-16'-5,"-10"-2,-3 1,6 2,13 2,21 6,26 3,29 3,28 3,28 0,24 2,14-1,-19-2</inkml:trace>
  <inkml:trace contextRef="#ctx0" brushRef="#br1" timeOffset="191430.153">27545 11104,'23'7,"22"3,19-1,15 0,6-1,-4-2,-17-2</inkml:trace>
  <inkml:trace contextRef="#ctx0" brushRef="#br1" timeOffset="191617.034">27531 11282,'17'14,"20"7,27 0,24-4,21-4,12-5,-14-4</inkml:trace>
  <inkml:trace contextRef="#ctx0" brushRef="#br1" timeOffset="191824.789">28514 11323,'-3'4,"-1"-1,1 1,0-1,0 1,0 0,0 0,1 1,0-1,0 0,0 1,0-1,1 1,0 0,-1-1,2 1,-1 0,1 0,-1 0,1 0,1-1,-1 1,1 0,0 0,0 0,0-1,0 1,1 0,0-1,1 3,4 0,1-1,-1 0,1-1,0 0,0 0,1-1,-1 0,1 0,0-1,0 0,0 0,1-1,-1 0,1-1,8 0,1 1,1 0,0-1,0-2,0 0,0-1,-1-1,1 0,-1-2,1 0,-1-2,0 0,-11 4,1-1,-1 0,0 0,0-1,0 0,-1-1,1 0,-1 0,-1 0,1-1,-1 0,0 0,-1 0,1-1,-2 0,1 0,-1-1,0 1,-1-1,0 1,0-1,-1 0,0-1,0-3,-2 1,-1 1,1 0,-2 0,0 0,0-1,-1 2,0-1,-1 0,0 1,-1 0,0-1,-1 2,0-1,0 1,-1 0,0 0,-1 1,0 0,0 0,-1 1,0 0,0 0,0 1,-1 1,0-1,0 2,-1-1,1 1,-1 1,0 0,0 0,0 1,0 1,0 0,-1 0,1 1,-1 1,-7 1,1 0,-1 2,1 0,0 1,0 1,1 1,0 0,0 2,0-1,-12 11,-13 10,1 2,1 2,-8 11,-37 39</inkml:trace>
  <inkml:trace contextRef="#ctx0" brushRef="#br2" timeOffset="204640.669">23174 12238,'-3'47,"-3"0,-2-1,-10 32,5-19,10-43,-36 171,5 33,34-214,3-18,6-31,-7 34,0-1,0-7,1 0,1 0,0 0,1 0,1 1,0 0,2 0,0 0,0 1,1 1,11-13,-18 25,0 0,0 0,1 0,-1 0,1 0,-1 1,1-1,0 1,-1 0,1 0,0 0,0 0,0 1,0-1,0 1,0-1,0 1,0 0,0 0,0 0,0 1,0-1,0 1,0 0,-1-1,1 1,0 1,0-1,-1 0,1 1,0-1,-1 1,1 0,0 1,5 3,-1 1,1 0,-2 1,1 0,-1 0,0 0,0 1,-1 0,3 7,17 65,-25-78,0 0,1 0,-1-1,0 1,0 0,-1 0,1 0,-1-1,1 1,-1 0,0 0,0-1,0 1,0-1,0 1,-1-1,1 1,-1-1,0 0,1 0,-1 0,0 0,0 0,0 0,-1 0,1-1,0 1,-3 0,-9 3,-1-2,1 0,-1-1,0 0,1-1,-1-1,0 0,0-1,0 0,0-2,1 0,-1 0,-5-3,-38-12,54 11,10 3</inkml:trace>
  <inkml:trace contextRef="#ctx0" brushRef="#br2" timeOffset="205222.088">23707 12088,'-1'-8,"-1"-1,0 1,-1-1,0 1,0 0,-1 0,1 0,-2 1,1-1,-1 1,0 0,-1 0,0 1,0 0,0 0,-1 0,0 1,0-1,0 2,0-1,-1 1,0 0,0 1,0 0,0 0,-1 1,1 0,-8-1,-34-4,0 3,0 2,0 2,-1 2,1 2,-35 9,32-3,1 1,0 3,1 3,1 1,1 3,1 2,0 2,-31 23,50-28,0 1,2 1,1 2,0 1,2 0,1 2,1 1,2 1,0 0,2 2,2 0,0 1,-6 23,12-30,2 0,1 1,1-1,1 1,1 1,1-1,1 0,2 1,1-1,1 1,1-1,1 0,1 0,2 0,0-1,2 0,1 0,1-1,1 0,10 15,-3-14,1-1,1-1,1-1,1 0,1-2,0-1,2-1,0-1,1-1,0-2,24 9,-2-3,2-3,0-2,0-2,1-2,1-2,28-1,-33-5,0-2,0-3,0-1,0-2,-1-3,1-1,-2-3,0-2,0-1,14-9,-32 11,-1-1,0-1,-1-1,-1-1,0-1,-1-1,-1-2,-1 0,-1-1,-1-2,-1 0,-1 0,-1-2,-1 0,-2-1,8-21,-9 13,-2-1,-2 0,-1-1,-2 0,-1 0,-2-1,-2 1,-1-1,-2 1,-2 0,-1-1,-2 2,-1-1,-2 1,-2 0,-1 1,-2 1,-5-9,4 11,-1 2,-1 0,-2 1,-1 2,-1-1,-1 2,-1 1,-1 1,-2 2,0 0,-1 2,-1 0,-1 3,-1 0,0 2,-1 1,-1 2,0 1,-25-5,13 10,0 2,-1 2,1 2,0 2,0 2,0 2,0 1,0 3,2 2,-1 1,-18 11,-107 43</inkml:trace>
  <inkml:trace contextRef="#ctx0" brushRef="#br2" timeOffset="208274.933">3373 2720,'0'0,"-1"0,0 0,1 1,-1-1,1 0,-1 0,0 0,1 0,-1 1,1-1,-1 0,1 1,-1-1,1 0,-1 1,1-1,-1 1,1-1,0 1,-1-1,1 1,-1-1,1 1,0-1,0 1,-1-1,1 1,0 0,0-1,0 1,0-1,-1 1,1 0,0-1,0 1,0-1,0 1,1 0,-1-1,0 1,0 0,0-1,0 1,1-1,-1 1,0 0,0 0,-1 13,1 1,0-1,1 1,0-1,1 1,1-1,0 0,1 0,0 0,1 0,1-1,0 0,1 0,0-1,1 0,1 0,0 0,0-1,1-1,0 1,1-2,0 0,7 5,175 98,-134-71,-32-20,1-2,1 0,1-2,0-1,1-2,1 0,25 5,351 41,-301-41,0-6,6-3,477 43,-378-30,204-4,224-5,-553-9,-1 4,0 4,0 4,55 19,-68-16,186 51,163 72,-114-10,19 8,-124-60,72 14,-159-47,2-4,27 1,446 100,-384-101,101 5,368 70,-411-68,613 138,-349-71,-397-88,-2 5,-1 6,50 26,298 128,-410-161,-1 3,-2 3,7 10,-9-8,209 106,-271-147,38 21,0-1,2-1,37 12,-58-25,0-2,1 0,-1-1,1-1,0-1,9 0,-84-22,25 8</inkml:trace>
  <inkml:trace contextRef="#ctx0" brushRef="#br2" timeOffset="209188.053">7730 3389,'6'20,"27"35,2-1,3-2,22 23,-19-23,150 190,-144-162,-48-77,1 1,0-1,-1 0,1 0,-1 0,0 0,0 0,0 0,0 0,-1-1,1 1,-1 0,1-1,-1 1,0-1,0 1,0-1,-1 0,1 0,0 0,-1 0,0 0,1-1,-1 1,0-1,0 1,0-1,1 0,-1 0,-1-1,1 1,0-1,0 1,0-1,0 0,-1 0,-72 16,-1-3,-64 2,43-5,-18 3,1 5,-61 20,111-19</inkml:trace>
  <inkml:trace contextRef="#ctx0" brushRef="#br2" timeOffset="211701.256">24404 12730,'19'8,"1"-1,0-1,0 0,1-2,-1 0,1-2,0 0,0-1,0-1,0-1,0-1,0-1,-1-1,1-1,-1 0,0-1,0-2,4-2,-14 6,-1 0,1 0,-1-1,0 0,-1 0,1-1,-1-1,0 1,-1-1,1 0,-1-1,-1 0,0 0,0-1,0 1,-1-1,0 0,0-4,-4 11,-1 0,1 0,-1 0,0 0,1 0,-1 0,0 0,-1 0,1 0,0 0,0 0,-1-1,0 1,1 0,-1 1,0-1,0 0,0 0,0 0,0 0,0 1,0-1,-1 0,1 1,-1-1,1 1,-1 0,0 0,1-1,-1 1,0 0,0 0,0 0,0 1,0-1,0 0,-1 1,-79-8,75 9,0 0,-1 1,1 0,0 0,0 0,0 1,0 0,0 0,1 1,-1 0,1 0,0 1,0-1,1 1,-1 1,1-1,0 1,1 0,-1 0,1 0,0 0,1 1,-1 0,1-1,1 1,-1 1,1-1,1 0,-1 0,1 1,0-1,1 1,0-1,0 6,1-4,1 0,0-1,0 1,1-1,0 1,0-1,1 0,0-1,0 1,1-1,0 1,0-1,1-1,0 1,0-1,0 0,1 0,0-1,0 0,0 0,1-1,0 0,0 0,5 1,3 2,1-1,0-1,0-1,0 0,1-2,-1 0,1 0,0-2,-1 0,1-1,15-3,-21 2,0-1,-1 0,1-1,-1 0,0-1,0 0,0-1,-1 0,0-1,0 0,0 0,-1-1,0 0,-1-1,0 0,0 0,-1-1,0 0,0 0,2-6,62-123,-71 138,1-1,0 1,0-1,0 1,0 0,0-1,0 1,0 0,1 0,-1 0,0 0,1 0,-1 0,0 0,1 1,-1-1,1 0,0 1,-1-1,1 1,-1 0,1-1,0 1,-1 0,1 0,0 0,-1 0,1 1,0-1,-1 0,1 1,-1-1,1 1,0-1,-1 1,1 0,-1-1,0 1,1 0,-1 0,0 0,1 0,-1 0,0 1,0-1,0 0,0 1,8 8,-1 0,-1 1,0 0,-1 0,0 1,0 0,-2 0,1 0,-1 1,-1-1,0 1,-1 0,-1 0,0 0,0 0,-1 0,0-11,0 0,0 0,0 0,0 0,0 0,-1 0,1 0,0-1,-1 1,0 0,1 0,-1 0,0-1,0 1,0 0,0-1,0 1,0 0,0-1,-1 0,1 1,-1-1,1 0,-1 0,1 0,-1 0,0 0,1 0,-1 0,0 0,0-1,0 1,1-1,-1 1,0-1,0 0,0 0,0 0,0 0,0 0,0 0,0 0,0-1,0 1,1-1,-1 1,0-1,0 0,0 0,0-3,0 0,0 0,1 0,-1-1,1 1,0 0,1-1,-1 1,1-1,-1 1,1-1,1 0,-1 1,0-1,1 1,0 0,0-1,1 1,-1 0,1-1,0 1,0 0,0 0,1 1,0-2,22-41,2 1,2 2,7-6,23-34,-34 49,-1-1,-3-1,-1-1,-1 0,-2-2,-2 0,-1-1,-3 0,-1-1,-1 0,-3 0,1-39,-20 22,12 58,1-1,-1 0,1 0,-1 0,0 0,1 0,-1 0,0 1,1-1,-1 0,0 1,0-1,0 0,0 1,0-1,0 1,0 0,0-1,0 1,0 0,0-1,0 1,0 0,0 0,0 0,0 0,0 0,0 0,0 0,0 0,-1 1,1-1,0 0,0 1,0-1,0 0,1 1,-1-1,0 1,0 0,0-1,0 1,0 0,1-1,-1 1,0 0,1 0,-1 0,0 0,0 1,-7 8,0 2,0-1,1 1,0 1,1-1,1 1,0 0,0 0,2 1,-1-1,2 1,0 0,-7 29,2 1,1-1,3 1,2 0,1 0,2 0,3 0,1-1,2 1,2-2,2 1,2-1,1-1,14 23,-18-44,0 0,2-1,0 0,2-1,11 12,-19-23,-1-1,1 0,0 0,0-1,0 0,1 0,0-1,0 0,0 0,0-1,1 0,-1 0,1-1,0 0,0 0,0-1,-4-1,0 0,0-1,0 1,-1-1,1 0,0 0,0 0,-1-1,1 0,-1 0,1 0,-1 0,0-1,1 1,-1-1,-1 0,1-1,0 1,-1-1,0 1,0-1,0 0,0 0,0 0,-1-1,2-3,2-7,0 1,-1-1,-1 0,0 0,-1 0,-1 0,0-1,-1 0,0 2,-1 0,0 0,0 0,-2-1,0 1,0 0,-1 1,-3-9,6 21,0 0,0 0,0 0,0 0,0 0,-1 0,1 0,0 0,0 0,-1 0,1 1,0-1,-1 0,1 0,-1 0,1 0,-1 0,1 0,-1 1,0-1,0 0,1 1,-1-1,0 0,0 1,0-1,1 1,-1-1,0 1,0-1,0 1,0 0,0 0,0-1,0 1,0 0,0 0,0 0,0 0,0 0,0 0,0 0,0 0,0 1,0-1,0 0,0 1,0-1,0 0,0 1,0-1,1 1,-1 0,0-1,0 1,0 0,0 0,-3 7,0 1,1 0,0 1,0-1,1 1,0-1,1 1,0-1,0 1,1 0,0 0,1-1,0 1,1 0,0-1,0 1,2 2,1 1,-1-1,2-1,0 1,0-1,1 0,0 0,1 0,0-1,1-1,0 1,0-1,1-1,0 0,1 0,0-1,0-1,10 5,28 11</inkml:trace>
  <inkml:trace contextRef="#ctx0" brushRef="#br2" timeOffset="211884.283">25456 12143,'-17'-5,"-7"-1,10 0,20 3,34 6,36 3,39 3,37 3,30 2,-17-2</inkml:trace>
  <inkml:trace contextRef="#ctx0" brushRef="#br2" timeOffset="212318.79">27354 12580,'35'-4,"1"0,-1-3,0 0,-1-3,0 0,-1-3,8-4,-38 16,30-11,-1-3,0 0,-1-2,27-19,-47 28,0-1,0 0,0-1,-1 0,-1 0,0-1,0 0,-1-1,-1 1,0-2,0 1,-1-1,3-11,-7 20,-1 1,1-1,-1 0,0 0,0 0,0 0,0 0,-1 0,1 0,-1-1,0 1,-1 0,1 0,-1 0,1 0,-1 0,0 0,-1 0,1 0,-1 0,0 1,0-1,0 0,0 1,-1 0,1-1,-1 1,0 0,0 0,0 1,0-1,0 1,-1-1,1 1,-1 0,0 0,1 1,-1-1,0 1,0 0,0 0,0 0,0 0,0 1,-1-1,-4 4,0 0,1 1,-1-1,1 2,0-1,0 1,0 0,0 1,1 0,0 0,1 0,-1 1,1 0,0 1,1-1,0 1,0 0,1 0,-1 1,2-1,-1 1,2 0,-1 0,0 5,-14 52,3 0,3 2,3-1,3 1,4 66,1-126,0 191,2-89,-3 0,-6-1,-5 0,-9 31,-3-57,0-18</inkml:trace>
  <inkml:trace contextRef="#ctx0" brushRef="#br2" timeOffset="213304.067">27339 12989,'-4'-18,"0"4,0-1,1 0,1 0,0 0,1 0,0-12,3 24,0 0,0 0,0 0,0 0,0 0,1 0,-1 1,1-1,0 1,-1-1,1 1,0 0,1 0,-1 1,0-1,0 1,1-1,-1 1,1 0,-1 0,1 0,-1 1,1-1,0 1,-1 0,1 0,0 1,-1-1,1 0,1 1,3-1,75-3,1 4,-1 4,0 3,36 10,-106-16,-2 0,-1-1,1 1,-1 1,0 0,0 0,0 1,-1 1,1-1,-1 2,5 2,-12-6,-1 0,1 0,0 1,-1-1,1 0,-1 1,0-1,0 1,0-1,0 1,0 0,0-1,-1 1,1 0,-1 0,0-1,0 1,0 0,0 0,-1-1,1 1,-1 0,1 0,-1-1,0 1,0-1,0 1,0-1,-1 1,1-1,-2 2,-8 31,11-34,-1 0,1 0,0 0,0 0,0 1,0-1,0 0,0 0,0 0,1 0,-1 0,0 0,0 0,1 0,-1 0,1 0,-1 0,1-1,-1 1,1 0,0 0,-1 0,1-1,0 1,-1 0,1 0,0-1,0 1,0-1,0 1,0-1,0 1,0-1,0 0,0 1,0-1,0 0,0 0,0 0,0 1,0-1,0 0,0-1,1 1,47-9,-41 5,-1 0,1 0,-1-1,0 0,0-1,0 1,-1-1,0-1,0 1,0-1,-1 0,0 0,0-1,-1 1,0-1,0 0,-1 0,0 0,-1-1,1 1,-2-1,1 0,-1 1,0-1,-1 0,0 0,-1 1,0-1,0 0,0 1,-1-1,-1 1,0-1,0 1,0 0,-1 0,0 0,0 1,-1-1,0 1,-4-4,1 4,0 1,0 0,0 0,0 1,-1 0,0 0,0 1,-1 0,1 1,-1 0,1 0,-1 1,0 1,0-1,0 1,0 1,0 0,0 1,0 0,0 0,-3 1,-30 19,44-19,-1-1,0 0,1 0,-1 0,1 1,-1-1,1 0,-1 0,1 0,0 0,0 0,-1 0,1 0,0 0,0 0,0-1,0 1,0 0,0-1,0 1,1 0,-1-1,0 1,0-1,0 0,1 1,-1-1,0 0,0 0,1 0,-1 0,30 7,-1-2,1-2,0 0,0-2,0-2,0 0,0-2,0-2,-1-1,22-7,-25 8,-1-2,0 0,0-2,-1-1,0-1,-1-2,0 0,-1-1,-1-1,0-1,-1-1,-1-1,0-1,-2-1,0-1,-1 0,-1-1,-1 0,3-9,-8 11,0-1,-2 1,0-2,-2 1,0-1,-1 0,-1-1,-1 1,-1 0,-2-1,0 0,-1-8,0 27,1 0,-1 1,1-1,-1 0,-1 0,1 1,0-1,-1 1,1-1,-1 1,0-1,-1 1,1 0,0 0,-1 0,1 0,-1 1,0-1,0 1,0 0,-1-1,1 1,0 1,-1-1,1 0,-1 1,0 0,1 0,-1 0,0 0,0 0,-3 1,-1 0,0 1,0 1,0-1,1 1,-1 0,0 1,1 0,0 0,-1 1,1 0,1 0,-1 0,1 1,-1 0,1 1,-1 1,-8 8,1 1,0 0,1 1,0 1,-5 11,2 0,1 1,1 0,1 1,2 0,2 1,0 0,2 0,2 1,1 0,1 0,2 0,1 0,2 0,1 0,2 0,1-1,7 21,-8-38,1 0,0 0,1 0,1-1,0 0,1 0,1-1,0 0,0-1,1 0,1-1,0 0,1-1,0 0,0-1,1 0,0-2,1 1,-1-2,1 0,1 0,-1-2,1 0,0 0,13 0,-22-4,0-1,0 0,0 0,0 0,0-1,0 0,0 0,0-1,-1 0,0 0,1 0,-1-1,0 0,0 0,-1-1,0 1,1-1,-2-1,1 1,0-1,-1 1,0-1,-1 0,1-1,-1 1,0-1,-1 1,1-1,-1 0,-1 0,1 0,-1 0,0 0,-1 0,0 0,0 0,-1-1,1 1,-2-3,2 9,1-1,-1 1,0-1,0 1,0-1,0 1,0 0,0-1,0 1,0-1,-1 1,1-1,0 1,-1 0,0-1,1 1,-1 0,0-1,1 1,-1 0,0 0,0 0,0-1,0 1,0 0,0 0,0 1,-1-1,1 0,0 0,0 1,-1-1,1 0,0 1,-1-1,1 1,-1 0,1-1,-1 1,1 0,-1 0,1 0,0 0,-1 0,1 0,-1 1,1-1,-2 1,0 2,1 1,0-1,-1 1,1-1,0 1,1 0,-1 0,1 0,0 0,0 0,0 1,0-1,1 0,-1 0,1 0,0 1,1-1,-1 0,1 0,0 1,0-1,0 0,0 0,1 0,-1 0,1-1,0 1,1 0,-1-1,0 1,1-1,0 0,0 0,0 0,0 0,0 0,1-1,3 3,2 1,0 1,0-1,1-1,-1 1,1-2,1 1,-1-2,1 1,-1-1,1-1,0 0,0-1,0 0,0 0,1-1,-1-1,0 0,0 0,0-1,-1 0,1-1,0-1,-1 1,0-2,1 1,-2-1,1-1,6-4,-13 7,0 0,0 1,-1-1,1 0,-1 0,1 0,-1-1,0 1,0 0,-1-1,1 1,-1-1,0 0,0 0,0 1,0-1,-1 0,1 0,-1 0,0 0,0 0,0 1,-1-1,1 0,-1 0,0 0,0 1,-1-1,1 0,-1 1,0-1,1 1,-2 0,1-1,0 1,-1 0,0-1,-8-4,0 0,-1 0,1 1,-1 1,-1 0,1 0,-1 1,0 1,0 0,-1 1,1 0,-1 1,1 1,-1 0,0 1,1 0,-1 1,0 1,1 0,-12 4,19-6,1 1,-1 0,1 0,-1 0,1 1,0 0,-1 0,1 0,0 0,0 1,1 0,-1 0,0 1,1-1,0 1,0 0,0 0,0 0,1 1,-1-1,1 1,0 0,1 0,-1 0,1 0,0 0,0 0,1 1,-1-1,1 1,0 0,8 26</inkml:trace>
  <inkml:trace contextRef="#ctx0" brushRef="#br2" timeOffset="213801.271">29621 12661,'-26'-8,"0"1,0 1,-1 1,0 2,0 0,-14 2,-17 14,57-13,-1 1,1-1,0 1,-1 0,1 0,0 0,0 0,-1 0,1 0,0 0,0 0,0 0,1 0,-1 0,0 1,0-1,1 0,-1 1,0-1,1 1,-1-1,1 0,0 1,0-1,-1 1,1-1,0 1,0-1,0 1,1-1,-1 1,0-1,0 1,1-1,-1 1,1-1,0 1,3 6,2 0,-1 0,1-1,1 1,-1-1,1-1,0 1,1-1,-1 0,1-1,1 0,4 2,2 3,70 43,-50-34,-2 2,0 1,-2 2,21 20,-50-43,0 0,-1 0,1 0,0 1,-1-1,1 1,-1-1,0 1,1-1,-1 1,0 0,0 0,0-1,0 1,0 0,-1 0,1 0,-1 0,1 0,-1 0,0 0,1 0,-1 0,0 0,0 0,-1 0,1 1,0-1,-1 0,1 0,-1 0,0-1,1 1,-1 0,0 0,0 0,0 0,-1-1,1 1,0 0,-9 3,1 0,-1-1,1 0,-1-1,0 0,-1 0,1-1,0-1,-1 0,1 0,-1-1,1 0,-1 0,-1-2,-46-11,56 13,1-1,-1 1,1-1,0 0,0 0,-1 0,1 0,0 0,0 0,0 0,0 0,0 0,0 0,0-1,0 1,1 0,-1-1,1 1,-1 0,0-1,1 1,0-1,-1 1,1-1,0 1,0-1,0 1,0-1,0 1,0-1,0 1,1-1,-1 1,1-1,-1 1,1 0,-1-1,6-8,-1 1,1 0,1 0,-1 0,1 1,1 0,0 1,0-1,0 2,2-2,7-6,224-182,-215 180,-25 16,0 0,0 1,0-1,0 0,0 0,-1 0,1 1,0-1,0 0,0 1,-1-1,1 1,0-1,-1 1,1-1,0 1,-1-1,1 1,-1 0,1-1,0 1,-1 0,0-1,1 1,-1 0,1 0,-1 0,0-1,0 1,0 0,1 0,-1 0,0 0,0 0,0-1,0 1,0 0,0 0,0 0,-1 0,1 0,0-1,0 1,-1 0,1 0,0 0,-1-1,1 1,-1 0,1-1,-1 1,0 0,1-1,-1 1,1-1,-2 1,1 4,-3 12,-3 6,2 1,0-1,2 1,0 0,2 4,1-23,0 0,0 0,1 1,-1-1,1 0,0 0,1 0,-1 0,1 0,0 0,0 0,1 0,0-1,-1 1,2-1,-1 0,0 0,1 0,-1 0,1-1,0 1,1-1,-1 0,0 0,5 1,22 7,-3-7</inkml:trace>
  <inkml:trace contextRef="#ctx0" brushRef="#br2" timeOffset="214084.438">30044 12252,'-7'9,"-2"4</inkml:trace>
  <inkml:trace contextRef="#ctx0" brushRef="#br2" timeOffset="214345.842">30454 12102,'-10'10,"1"1,1 0,-1 0,2 1,0 0,0 0,1 1,1 0,0 0,0 0,2 1,-2 6,-12 51,2 1,4 1,-2 70,11-118,1-1,0 1,2 0,1-1,1 1,1-1,1 0,1 0,1 0,1-1,1 0,1 0,2-1,0-1,14 19,-18-28,1-1,0 0,1-1,0 0,1 0,0-1,1 0,0-1,0-1,1 1,0-2,0 0,0-1,1 0,-1-1,1 0,1-1,-1-1,0 0,6-1,-15-2,0 0,-1 0,1 0,0 0,-1-1,1 0,-1 0,1 0,-1-1,0 1,0-1,0 0,-1 0,1-1,-1 1,3-4,18-26</inkml:trace>
  <inkml:trace contextRef="#ctx0" brushRef="#br2" timeOffset="214612.662">30153 12457,'21'0,"23"2,25 3,22 1,15 2,10-1,-2-1,-11-2,-22-1</inkml:trace>
  <inkml:trace contextRef="#ctx0" brushRef="#br2" timeOffset="-213783.047">23762 14191,'437'-479,"-409"446,-1-1,-2-1,-1-1,-2-2,-1 0,-2-1,-2-1,-2-1,1-8,-12-24,-5 71,1 0,0 1,-1-1,1 1,-1-1,0 0,0 1,1-1,-1 1,0 0,0-1,0 1,-1 0,1-1,0 1,0 0,-1 0,1 0,-1 0,1 0,-1 1,1-1,-1 0,1 1,-1-1,0 1,1-1,-1 1,0 0,1 0,-1-1,0 1,1 1,-1-1,0 0,0 0,1 1,-1-1,-1 1,-7 3,-1 0,1 1,0 1,0-1,1 2,0-1,0 1,0 1,1-1,0 1,1 1,-1 0,2 0,-2 2,-10 13,2 0,0 1,1 1,2 0,1 1,1 0,1 1,1 0,2 1,0-1,3 2,0-1,2 0,1 1,1-1,2 13,1-27,0 1,1-1,1 1,0-2,1 1,1 0,0-1,1 0,0-1,1 0,1 0,0-1,1 0,0-1,0 0,1 0,1-2,0 1,0-2,1 0,0 0,0-1,1-1,0-1,0 0,0-1,1 0,0-1,-1-1,16 0,-11-1,-1-2,1 0,-1-2,0 0,0-1,0-1,0 0,-1-2,0 0,0-1,0-1,-1 0,-1-1,0-1,0-1,-1 0,0-1,-1-1,-1 0,0-1,-1 0,3-7,13-37,-28 58,1-1,0 0,-1 0,0 0,1 0,-1-1,0 1,0 0,0 0,0 0,-1 0,1 0,-1 0,1 0,-1 0,1 0,-1 1,0-1,0 0,0 0,0 0,0 1,-1-1,1 0,0 1,-1 0,1-1,-1 1,0 0,0-1,-8-2,-1 1,0 0,0 0,0 1,0 0,-1 1,1 1,0-1,-1 2,1 0,0 0,-8 3,0-2,1 1,0 1,1 1,-1 1,1 0,-6 4,18-8,0 0,0 1,0 0,1 0,-1 0,1 0,0 1,-1 0,2 0,-1 0,0 0,1 0,0 1,0 0,0 0,0 0,1 0,0 0,0 0,0 0,1 1,-1 4,2-6,0 0,0 0,0-1,1 1,-1 0,1 0,0 0,0-1,0 1,1 0,-1-1,1 1,0-1,0 0,0 0,0 1,1-1,-1-1,1 1,0 0,0-1,0 1,0-1,0 0,4 2,91 30,-83-32,-1 0,1-1,-1 0,1-2,-1 0,1 0,-1-1,1-1,-1 0,6-3,-14 4,0 0,0-1,0 0,-1 0,1 0,-1 0,0-1,0 0,0 0,0-1,-1 1,1-1,-1 0,0 0,-1 0,0-1,1 1,-1-1,-1 0,1 0,-1 0,-1 0,1 0,0-5,-1 7,0 0,-1 1,1-1,-1 0,0 0,0 0,0 0,-1 0,1 0,-1 0,0 0,0 1,0-1,-1-1,-1 16,8 0,1 1,0-1,1 0,0-1,1 0,0 0,1 0,0-1,0 0,1-1,0 0,0-1,1 0,0-1,0 0,1 0,0-1,0-1,4 1,23 10,2-3,-1-1,2-2,-1-2,32 1,14-2</inkml:trace>
  <inkml:trace contextRef="#ctx0" brushRef="#br2" timeOffset="-189233.383">26029 14273,'18'-26,"0"0,-2-1,-1-1,-1 0,-1-1,-1-2,20-42,-30 68,-2 3,0 0,0 0,1 0,-1 0,1 0,0 0,-1 0,1 1,0-1,0 0,0 0,0 1,1-1,-1 0,0 1,1-1,-1 1,1 0,-1 0,1-1,-1 1,1 0,0 0,0 0,0 1,-1-1,1 0,0 1,0-1,0 1,0 0,0-1,0 1,0 0,0 0,0 0,0 1,2-1,6 9,0 0,0 1,-1 0,-1 0,1 1,-2 0,5 8,3 3,-7-11,-1-2,-1 0,1 1,-1-1,-1 1,0 0,0 1,-1-1,0 1,-1 0,0 3,-3-13,1 1,-1-1,-1 1,1-1,0 1,0-1,0 1,-1-1,1 0,-1 1,1-1,-1 0,1 1,-1-1,0 0,0 0,0 0,1 1,-1-1,0 0,0 0,-1 0,1 0,0-1,0 1,0 0,-1 0,1-1,0 1,-1-1,1 1,0-1,-1 1,1-1,-1 0,1 0,-1 0,1 0,0 0,-1 0,1 0,-1 0,1-1,-1 1,1 0,0-1,-1 1,1-1,0 0,-1 1,1-1,0 0,0 0,0 0,0 0,0 0,0 0,0 0,0 0,0 0,0 0,0-1,-3-3,0 0,1 0,-1 0,1-1,1 1,-1-1,1 0,-1 0,2 0,-1 0,1 0,0 0,0-1,0 1,1 0,0 0,1-1,-1 1,1 0,0 0,2-4,1-8,2 0,0 1,1-1,1 2,1-1,8-12,50-68,-47 71,-1-1,-1-1,-1 0,-1-2,-2 0,-1 0,7-25,-13 20,-1 0,-1-1,-2 0,-2 1,-1-1,-3-14,-8 12,-2 59,3 145,10-128,-1 46,9 219,-6-283,1 1,1-1,1 0,1 0,0 0,4 3,-7-15,0-1,1 0,0-1,0 1,1-1,-1 0,2 0,-1 0,0-1,1 0,0 0,1 0,-1-1,1 1,-1-2,1 1,6 1,14 3</inkml:trace>
  <inkml:trace contextRef="#ctx0" brushRef="#br2" timeOffset="-188984.022">26289 13617,'-14'-7,"-10"-2,3 0,13 5,22 4,30 5,28 4,25 5,17 5,8 4,-17-2</inkml:trace>
  <inkml:trace contextRef="#ctx0" brushRef="#br2" timeOffset="-188008.057">27162 14109,'-35'-12,"0"1,0 2,-1 1,-19 0,45 6,1 2,-1-1,0 1,1 1,-1 0,1 0,-1 1,1 0,-1 0,1 1,0 1,0-1,0 1,1 1,-1 0,1 0,0 1,1 0,-5 3,10-7,-1 0,0 1,0-1,1 1,0-1,-1 1,1 0,0 0,0 0,1 0,-1 0,1 0,-1 0,1 1,0-1,0 1,0-1,1 1,-1-1,1 1,0-1,0 1,0-1,0 1,1-1,0 1,-1-1,1 1,0-1,1 0,-1 1,1-1,-1 0,1 0,1 1,5 1,0-1,1 0,-1 0,1-1,0 0,0-1,0 0,1 0,-1-1,0 0,1-1,-1 0,1 0,-1-1,0 0,1-1,0 0,-2 1,1 0,-1-1,0 0,0-1,0 0,0 0,0 0,0-1,-1 0,1-1,-1 0,-1 0,1 0,-1-1,0 0,0 0,0 0,-1-1,0 0,0 0,-1-1,0 1,0-1,-1 0,0 0,0 0,1-8,-3 11,0-1,0 1,0-1,-1 0,0 1,0-1,-1 0,1 1,-1-1,0 1,-1-1,0 1,0-3,2 8,0-1,0 1,-1-1,1 1,0-1,0 1,0 0,0-1,-1 1,1-1,0 1,0-1,-1 1,1 0,0-1,-1 1,1 0,-1-1,1 1,0 0,-1 0,1-1,-1 1,1 0,-1 0,1 0,-1-1,1 1,-1 0,1 0,-1 0,1 0,-1 0,1 0,-1 0,1 0,0 0,-1 0,1 0,-1 1,1-1,-1 0,1 0,-1 0,1 1,-1-1,1 0,0 0,-1 1,1-1,-1 0,1 1,0-1,-1 0,1 1,0-1,0 1,-1-1,1 1,0-1,0 0,0 1,0-1,-1 1,1 0,-11 33,10-27,1 1,-1-1,1 0,0 1,1-1,0 0,0 0,0 0,1 0,0 0,0 0,1 0,0 0,0-1,1 1,0-1,0 0,0 0,1-1,-1 1,1-1,1 0,-1 0,1-1,0 1,0-1,0-1,0 1,1-1,3 1,-2-1,0 0,0-1,1 0,-1 0,0-1,1 0,-1-1,1 0,-1 0,1-1,-1 0,1 0,-1-1,0 0,0-1,1 0,-2 0,1-1,0 1,-1-2,0 1,0-1,0 0,0-1,-1 1,0-1,0-1,-1 1,1-1,-2 0,4-4,11-25,0-1,-3-1,-1 0,-1-1,-3-1,-1 0,-2 0,-1-1,-3 0,0-37,-1 52,-1 0,-1-1,-2 1,0 0,-2 0,-1 0,-1 0,-1 0,-9-23,15 47,-1 0,1 0,-1 0,1 0,-1 1,0-1,1 0,-1 0,0 0,0 1,0-1,-1 0,1 1,0-1,0 1,-1-1,1 1,-1 0,0 0,1-1,-1 1,0 0,0 1,1-1,-1 0,0 0,0 1,0-1,0 1,0 0,0-1,0 1,0 0,0 0,0 0,0 1,0-1,0 0,0 1,0-1,0 1,-1 0,-1 4,1 0,-1 0,1 0,0 0,1 0,-1 0,1 1,0 0,0-1,1 1,0 0,-1 5,-4 42,2 0,2 0,3-1,2 1,2 0,6 18,-4-8,20 148,-28-210,1-1,0 1,-1-1,1 1,0-1,0 1,-1-1,1 1,0-1,0 1,0 0,0-1,0 1,0-1,0 1,0-1,0 1,0 0,0-1,0 1,1-1,-1 1,0-1,0 1,0-1,1 1,-1-1,0 1,1-1,-1 1,0-1,1 1,-1-1,1 0,-1 1,1-1,-1 0,1 1,-1-1,1 0,-1 1,1-1,-1 0,1 0,-1 0,1 0,0 0,-1 0,1 1,-1-1,1 0,-1-1,1 1,0 0,-1 0,1 0,-1 0,1 0,-1-1,1 1,-1 0,1 0,-1-1,1 1,-1 0,1-1,0 1,8-11,61-54,-67 63,0 1,0-1,0 1,0-1,0 1,1 0,-1 0,0 1,0-1,1 1,-1-1,1 1,-1 0,0 1,1-1,-1 0,0 1,1 0,-1 0,0 0,0 0,0 0,1 1,-2-1,1 1,0 0,0 0,2 1,-1 1,1-1,-1 1,0 0,-1 0,1 0,-1 1,1-1,-1 1,-1 0,1 0,-1 0,0 0,0 0,0 1,-1-1,1 0,-2 1,1-1,0 1,-1 0,0-1,0 1,-1-1,0 1,0-1,0 1,0-1,-1 0,0 1,0-1,0 0,-1 0,0 0,0-1,0 1,0-1,-1 0,0 1,0-2,0 1,-3 2,0-1,1-1,-1-1,0 1,0-1,0 0,0-1,-1 0,1 0,-1-1,0 1,1-2,-1 1,0-1,1 0,-1-1,0 1,-1-2,7 2,0-1,1 0,-1 1,0-1,1 0,-1 0,1 0,-1 0,1 0,-1 0,1-1,-1 1,1 0,0-1,0 1,0-1,0 1,0-1,0 0,0 1,1-1,-1 0,0 0,1 1,0-1,-1 0,1 0,0 0,0 0,0 0,0 1,0-1,0 0,1 0,-1 0,1 0,-1 1,1-1,0-1,41-61,-28 51,0 1,1 0,1 2,0 0,0 0,1 2,0 0,1 0,-1 2,1 0,1 2,-1 0,1 0,-1 2,6 0,-21 2,1-1,-1 1,1-1,-1 1,1 0,-1 1,0-1,1 1,-1-1,1 1,-1 0,0 0,0 0,1 1,-1-1,0 1,0 0,0 0,-1 0,1 0,0 0,-1 1,1-1,-1 1,0-1,0 1,0 0,0 0,-1 0,1 0,-1 0,1 2,0 7,-1-1,0 1,-1-1,0 0,-1 1,0-1,-1 0,-3 12,-4 33,9-54,0 0,-1-1,1 1,0-1,0 1,0 0,0-1,0 1,1-1,-1 1,0 0,1-1,-1 1,1-1,0 1,-1-1,1 1,0-1,0 0,0 1,0-1,0 0,0 0,0 0,0 0,1 0,-1 0,0 0,1 0,-1 0,1 0,-1-1,1 1,-1-1,1 1,-1-1,1 0,0 1,-1-1,1 0,-1 0,2 0,19-5,0-3</inkml:trace>
  <inkml:trace contextRef="#ctx0" brushRef="#br2" timeOffset="-187739.775">27955 13631,'7'19,"2"6</inkml:trace>
  <inkml:trace contextRef="#ctx0" brushRef="#br2" timeOffset="-187371.805">28241 14055,'28'-33,"-2"-1,-1-1,-2-1,-1-2,-2 0,-1-1,-2 0,-2-2,1-12,-10 34,-1-1,-1 0,0 0,-2-1,0 1,-2-1,0 1,-1-1,-1 1,-1 0,-3-8,6 26,0 1,-1-1,1 0,-1 0,1 0,-1 0,0 1,0-1,0 0,0 1,0-1,0 0,0 1,-1-1,1 1,-1 0,1 0,-1-1,1 1,-1 0,0 0,1 0,-1 1,0-1,0 0,1 1,-1-1,0 1,0-1,0 1,0 0,0 0,0 0,0 0,0 0,0 0,0 1,0-1,1 1,-1-1,0 1,0 0,0-1,1 1,-1 0,0 0,0 1,-8 7,1 0,1 0,0 1,0 0,1 1,0 0,1 0,0 0,1 1,0 0,1 0,0 0,-1 9,-8 23,3 1,1 0,3 1,1 0,3 0,1 0,3 10,-1-38,0-1,0 1,2 0,0-1,1 0,1 0,1 0,0 0,1-1,0 0,2 0,0-1,1 0,0-1,1 0,0-1,1 0,1 0,0-1,1-1,3 2,-11-11,-1 1,1-1,-1 0,1 0,0-1,0 0,0 0,0 0,0-1,0 1,0-2,0 1,0-1,0 1,0-2,-1 1,1-1,0 1,-1-2,1 1,-1-1,1 1,-1-2,0 1,0 0,-1-1,1 0,-1 0,0 0,2-3,9-10,-1 0,-1 0,-1-2,0 1,-2-2,0 1,5-16,-3-1,-11 30,-10 22,1 0,0 2,1-1,1 1,1 0,0 1,2-1,0 1,1 0,0 12,2-28,1 0,-1 0,0 1,1-1,0 0,0 0,0 0,0 0,1 0,-1-1,1 1,-1 0,1-1,0 1,0-1,0 1,1-1,-1 0,0 0,1 0,-1 0,1 0,0-1,0 1,0-1,-1 0,3 1,22 6</inkml:trace>
  <inkml:trace contextRef="#ctx0" brushRef="#br2" timeOffset="-187096.254">28869 13713,'-14'-2,"-4"1,-2 8,3 10,6 9,10 9,5-1</inkml:trace>
  <inkml:trace contextRef="#ctx0" brushRef="#br2" timeOffset="-186219.835">28979 14355,'27'-67,"-2"-2,-3 0,-3-2,-4 0,0-18,-14 85,-2 4,1-1,0 0,0 1,-1-1,1 0,0 1,0-1,0 0,0 1,0-1,0 0,0 1,0-1,0 0,0 1,0-1,0 0,0 1,0-1,1 1,-1-1,0 0,1 1,-1-1,0 1,1-1,-1 0,1 1,-1-1,0 1,1 0,-1-1,1 1,0-1,-1 1,1 0,-1-1,1 1,0 0,-1 0,1-1,0 1,-1 0,1 0,0 0,-1 0,1 0,0 0,-1 0,1 0,0 0,-1 0,1 0,0 0,-1 1,1-1,-1 0,1 0,0 1,-1-1,184 137,-176-132,-3-3,-1-1,0 1,0 0,0 0,-1 0,1 0,0 1,-1 0,0 0,1 0,-1 0,0 0,-1 0,1 1,-1 0,1-1,-1 1,0 0,0 0,-1 0,1 0,-1 0,0 1,0-1,0 0,-1 1,1-1,-1 0,0 1,-1 3,-12 29,9-28,1 0,-1 0,2 0,-1 0,1 1,1-1,0 1,0 7,1-14,0-1,1 0,-1 0,1 1,0-1,0 0,0 0,0 0,0 0,0 0,0 0,1 0,-1 0,0 0,1-1,0 1,-1 0,1-1,0 0,0 1,0-1,0 0,0 0,0 0,0 0,1 0,-1-1,0 1,0-1,1 1,71 0,-63-2,-1-1,1 0,-1 0,0-1,0-1,0 0,0 0,0-1,-1 0,0-1,0 1,-1-2,1 0,-1 0,-1 0,0-1,0 0,0 0,-1-1,0 0,0 0,-1 0,-1-1,1 1,-2-1,1 0,-1-1,-1 1,0 0,0-1,-1 0,-1 1,1-1,-2-5,1 14,0 1,0-1,0 0,0 1,0-1,0 0,-1 1,1-1,-1 1,1-1,-1 1,0-1,1 1,-1-1,0 1,0 0,0-1,0 1,0 0,0 0,0 0,-1 0,1 0,0 0,-1 0,1 0,0 0,-1 1,1-1,-1 1,1-1,-1 1,0-1,1 1,-1 0,1 0,-1 0,0-1,1 2,-1-1,1 0,-1 0,0 1,1-1,-1 0,1 1,-1 0,1-1,-1 1,1 0,0 0,-1 0,1 0,-1 0,-3 3,-1-1,1 1,0 1,0-1,1 1,-1-1,1 1,0 1,1-1,-1 1,1-1,0 1,0 0,1 0,-1 0,1 0,1 1,-1-1,1 1,0-1,1 1,0-1,0 1,0-1,0 1,1-1,0 1,1-1,0 0,0 0,0 1,0-1,1 0,0-1,0 1,1-1,0 1,0-1,0 0,3 3,9 0,-1 0,1-1,1 0,-1-2,1 0,0 0,0-2,1 0,-1-1,1-1,-1 0,1-1,-1-2,1 1,-1-2,4-1,-2 1,0-1,0-1,0-1,-1-1,0 0,-1-1,13-8,-23 12,-1 1,-1-1,1 0,-1-1,1 1,-1-1,-1 0,1-1,-1 1,1-1,-2 1,1-1,-1-1,0 1,0 0,0-1,-1 1,0-1,0 0,-1 0,0 0,0-6,-1 10,0 0,0 0,0-1,0 1,-1 0,0 0,1 0,-1 0,0 0,-1 0,1 0,0 0,-1 0,0 0,0 0,1 1,-1-1,-1 1,1 0,0-1,-1 1,1 0,-1 0,0 1,1-1,-1 0,0 1,0 0,-2-1,-2 0,1 1,-1 0,1 0,-1 0,1 1,-1 0,0 0,1 0,-1 1,1 0,-1 1,1-1,0 1,-2 1,-1 1,0 0,1 0,-1 1,1 0,0 1,0 0,0 0,1 1,0-1,0 2,1-1,-2 3,6-7,0 0,0 0,0 1,0-1,1 0,-1 0,1 1,0-1,0 1,0-1,1 1,-1 0,1-1,0 1,0 0,0-1,0 1,1-1,-1 1,1 0,0-1,0 1,0-1,1 0,-1 1,1-1,0 0,0 0,0 0,0 0,0 0,1-1,-1 1,1 0,5 3,1-1,-1 1,1-1,0-1,1 0,-1 0,1 0,0-2,0 1,-1-1,2 0,-1-1,0 0,0-1,0 0,0-1,1 0,-1 0,0-1,0-1,-1 1,9-5,-13 5,-1 0,1 0,-1-1,0 0,0 0,0 0,0 0,-1-1,1 1,-1-1,0 0,0 0,0 0,0-1,-1 1,0 0,0-1,0 0,0 0,-1 1,0-1,0 0,0 0,0 0,-1 0,0 0,0 0,-1-2,8 49,-3-34,1-1,-1 1,2-1,-1 0,1 0,0-1,0 0,1 0,0 0,0-1,0 0,1 0,-1-1,1 0,7 2,8 3,0-1,1-1,-1-1,1-1,5-1,-15-1,0-1,1 0,-1-1,1-1,-1 0,1-1,-1-1,1 0,-1-1,0-1,0 0,0 0,-1-2,1 0,3-2,2-8</inkml:trace>
  <inkml:trace contextRef="#ctx0" brushRef="#br2" timeOffset="-184946.337">23189 15092,'1'-20,"1"0,0 0,2 1,0-1,2 1,0 0,1 0,1 1,0 0,7-10,-13 23,0 1,0 0,1-1,-1 1,1 0,0 0,0 0,0 0,1 1,-1-1,1 1,0 0,0 0,0 0,0 1,1-1,-1 1,1 0,-1 0,1 1,0-1,0 1,0 0,-1 1,1-1,0 1,0 0,0 0,0 0,5 1,3 8,0 0,0 0,0 1,-1 0,-1 1,0 1,-1 0,0 0,0 1,-1 0,5 12,-12-22,3 5,2 1,-1 0,0 0,0 1,-1 0,0 0,-1 0,0 1,-1 0,0 0,1 6,-4-15,0 0,-1 0,1 0,0 0,-1 0,1 0,-1 0,0-1,0 1,0 0,0 0,0-1,0 1,0-1,0 1,-1-1,1 1,0-1,-1 0,1 0,-1 1,0-1,1 0,-1 0,0-1,0 1,1 0,-1-1,0 1,0-1,0 1,-2-1,-63-1,63 1,-1-1,0 0,0 0,0-1,1 1,-1-1,1 0,-1-1,1 1,0-1,0 0,0 0,0 0,0 0,1-1,-1 1,1-1,0 0,0 0,1 0,-1-1,1 1,0 0,0-1,0 0,1 1,-1-3,4 4,0-1,1 1,-1-1,1 1,0 0,0 0,0 0,0 0,0 1,1-1,-1 1,1 0,0 0,0 0,-1 0,1 1,0 0,0 0,1 0,-1 0,0 0,0 1,0 0,4 0,-6 0,102-12,-77 10,0 0,0-2,0-1,-1-1,0-1,0-1,0-2,-24 10,0 0,1-1,-1 1,0-1,0 0,0 1,0-1,0 0,0 0,0-1,0 1,0 0,-1-1,1 1,0-1,-1 1,1-1,-1 0,0 1,1-1,-1 0,0 0,0 0,0 0,-1 0,1 0,0-1,-1 1,1 0,-1 0,0 0,0-1,1 1,-2 0,1 0,0 0,0-1,-1 1,1 0,-1 0,0 0,1 0,-1 0,0 0,0 0,-1 0,1 0,-1-1,-2 0,-1 1,1 0,0 0,-1 0,1 0,-1 1,1 0,-1 0,0 0,0 0,0 1,1 0,-1 0,0 0,0 1,0-1,1 1,-1 0,0 1,1-1,-1 1,1 0,0 0,-1 0,1 0,0 1,0 0,0 0,1 0,-1 0,1 1,0-1,0 1,0 0,0 0,0 0,1 0,-1 3,0-1,0-1,1 0,0 1,0-1,1 1,0 0,0-1,0 1,0 0,1 0,0 0,0-1,1 1,0 0,0 0,0-1,0 1,1 0,0-1,0 1,1-1,-1 0,1 0,1 0,-1 0,0-1,1 1,0-1,0 0,1 0,-1 0,1 0,-1-1,1 0,1 0,10 3,0-1,-1-1,2-1,-1 0,0-1,0-1,1-1,-1 0,1-1,-1 0,0-2,1 0,-1 0,-1-2,15-5,20-8</inkml:trace>
  <inkml:trace contextRef="#ctx0" brushRef="#br2" timeOffset="-184596.756">24171 14888,'-5'3,"1"1,-1 0,0 0,1 0,0 0,0 1,0-1,1 1,0 0,-1 0,2 1,-1-1,1 1,-1-1,2 1,-1 0,1 0,-1 0,2-1,-1 1,1 1,-2-4,1 0,0 0,0 0,0 0,0 1,0-1,1 0,0 1,-1-1,1 0,1 1,-1-1,0 0,1 1,0-1,-1 0,1 0,1 1,-1-1,0 0,1 0,-1 0,1-1,0 1,0 0,0 0,1-1,-1 0,0 1,1-1,0 0,-1 0,1 0,0-1,0 1,2 0,7-3,0 0,0-1,-1 0,1-1,0 0,-1-1,1 0,-1-1,-1 0,1-1,-1 0,1-1,-2 0,1 0,8-9,1-1,-1 0,0 0,-1-2,-1 0,-1-1,1-4,-20 31,1 0,-1 0,2 0,-1 0,1 1,0-1,1 1,-1-1,2 1,-1-1,1 1,0 0,1-1,-1 1,2-1,-1 1,1-1,0 1,0-1,1 0,0 0,1 0,-1 0,1-1,1 1,-1-1,1 0,0 0,1 0,73 22,-36-22</inkml:trace>
  <inkml:trace contextRef="#ctx0" brushRef="#br2" timeOffset="-183193.642">25032 14888,'-14'-5,"0"1,-1 1,1 0,-1 1,0 0,0 1,0 1,1 1,-1 0,0 0,0 2,1 0,-1 0,-12 6,25-8,0-1,1 1,-1 0,0 0,0 0,0 0,0 0,1 0,-1 0,1 1,-1-1,1 1,-1-1,1 1,0 0,0-1,0 1,0 0,0 0,0 0,0-1,0 1,1 0,-1 0,1 0,0 0,-1 0,1 1,0-1,0 0,0 0,0 0,1 0,-1 0,1 0,-1 0,1 0,0 0,-1 0,1-1,0 1,0 0,0 0,1-1,-1 1,1 0,85 60,-64-49,3 2,-5-4,0 2,-1 0,0 1,-1 0,-1 2,5 6,-20-20,-1 0,0 1,0-1,0 1,0-1,0 1,-1 0,1-1,-1 1,0 0,1 0,-2 0,1 0,0 0,0 0,-1 1,0-1,0 0,1 0,-2 0,1 0,0 1,-1-1,1 0,-1 0,0 0,0 0,0 0,-1 0,1 0,-1-1,1 1,-1 0,0-1,0 1,0-1,-1 0,1 0,0 0,-1 0,1 0,-1 0,0-1,0 1,2 0,-1-1,1 0,-1 1,0-1,0 0,1 0,-1 0,0 0,0 0,0 0,0 0,0-1,0 1,0-1,-1 1,1-1,0 0,0 0,0 0,0 0,0-1,-1 1,1 0,0-1,0 1,0-1,0 0,0 0,0 0,0 0,1 0,-1 0,0 0,0-1,1 1,-1-1,1 1,-1-1,1 1,0-1,-1 0,1 0,0 0,0 0,1 0,-1 0,0 0,0 0,1 0,0 0,-1 0,1-1,2-7,0 1,0-1,1 1,1 0,-1 0,1 0,1 0,0 0,0 1,1 0,0 0,0 1,1 0,0 0,0 0,0 1,4-2,2-4,0 1,1 1,0 0,1 1,0 1,1 0,-1 1,1 1,1 0,-1 1,1 1,0 0,7 1,-22 2,0 1,0 0,0 1,0-1,0 0,1 1,-1-1,0 1,0-1,0 1,0 0,0 0,0 0,-1 0,1 0,0 1,0-1,-1 1,1-1,-1 1,1-1,-1 1,0 0,0-1,0 1,0 0,0 0,0 0,0 0,0 0,-1 0,1 1,4 72,-6-57,0-14,0-1,1 1,-1 0,1-1,0 1,0 0,0 0,1-1,-1 1,1 0,0-1,0 1,0-1,1 1,-1-1,1 0,0 1,0-1,0 0,0 0,0 0,1-1,-1 1,1 0,0-1,-1 0,1 1,1-1,-1 0,0-1,0 1,1 0,-1-1,1 0,-1 0,2 0,6-1,0-2,0 1,-1-2,1 1,-1-1,0-1,0 0,0 0,0-1,-1 0,1-1,-2 0,1 0,0-1,-1 0,-1-1,1 0,-1 0,0 0,-1-1,0 0,2-4,34-99,-43 115,-1 5,0 1,1 0,0 0,0 0,1 0,0 0,1 0,0 0,0 0,1 0,0 0,0-1,1 1,0-1,1 1,0-1,0 0,1-1,0 1,0-1,1 0,0 0,5 5,0-8,0 0,1-1,0 0,-1-1,1 0,0-1,0 0,0-1,0 0,0-1,0 0,0-1,-1-1,1 0,0 0,-1-1,0 0,0-1,0 0,-1-1,7-5,1 2,0-1,-1-1,0 0,-1-1,0-1,-1-1,0 0,-1-1,-1 0,0-2,-1 1,-1-1,-1-1,0 0,-1 0,-1-1,-1 0,0 0,-2-1,0 0,-1 0,-1 0,-1-1,-1 10,0-1,-1 0,0 0,-1 1,0-1,-1 0,0 1,-1-1,0 1,-1 0,0 0,-5-10,8 19,0 0,-1 0,1 0,-1 0,1 1,-1-1,1 0,-1 1,0-1,0 1,0-1,0 1,0 0,0 0,0 0,0 0,0 0,-1 0,1 1,0-1,-1 1,1 0,0-1,-1 1,1 0,0 1,-1-1,1 0,0 0,-3 2,0 0,-1 0,1 0,0 1,-1 0,1 0,1 1,-1-1,0 1,1 0,0 0,0 1,0-1,-10 15,2 0,0 0,1 1,1 1,1-1,1 2,1-1,0 1,2 0,1 0,0 1,2 0,0 9,1-23,1 1,0-1,0 0,1 1,0-1,0 0,1 0,0 0,1 0,0 0,1 0,0-1,0 0,0 0,1 0,0 0,1-1,0 1,0-1,1-1,-1 1,1-1,1-1,-1 1,1-1,0 0,6 2,-3-3,1 0,0-1,0-1,0 0,0 0,1-1,-1-1,0 0,0-1,1 0,-1-1,0 0,0-1,0 0,-1-1,1 0,-1-1,0 0,0-1,0 0,-1-1,0 0,-1-1,1 0,-1 0,-1-1,1 0,-2-1,1 0,-1 0,-1 0,0-1,0 0,-1 0,-1 0,3-9,-2-18,-6 37,0 1,0 0,0 1,0-1,1 0,-1 0,0 0,0 0,0 1,0-1,0 0,0 1,0-1,1 1,-1-1,0 1,0 0,0-1,1 1,-1 0,0-1,1 1,-1 0,1 0,-1-1,1 1,-1 0,1 0,0 0,-1 0,1 0,0 0,0 0,-1 0,-2 5,-1 0,1 0,-1 1,2-1,-1 1,1-1,0 1,0 0,1 0,0 0,0 0,1 0,0 0,0 0,0 0,1 0,0-1,1 1,-1 0,1 0,0-1,1 1,0-1,0 1,0-1,1 0,0 0,0-1,0 1,4 1,1-2,1-1,0-1,0 0,0 0,1-1,-1 0,1-1,-1 0,1-1,-1 0,1 0,-1-1,1-1,-1 0,0 0,1-1,-1 0,0-1,-1 0,1 0,-1-1,0-1,0 0,0 0,-1 0,0-1,6-6,-9 8,1-1,-1 1,0-1,0-1,-1 1,1 0,-1-1,-1 0,1 0,-1 0,-1-1,1 1,-1-1,0-5,-2 14,0-1,0 1,-1-1,1 0,0 1,-1-1,1 0,-1 0,1 1,0-1,-1 0,1 0,-1 0,1 1,-1-1,1 0,0 0,-1 0,1 0,-1 0,1 0,-1 0,1 0,-1 0,1 0,-1 0,1 0,-1 0,1-1,0 1,-1 0,1 0,-1 0,1-1,-1 1,1 0,0 0,-1-1,1 1,0 0,-1-1,1 1,0 0,0-1,-1 0,-2 9,1 0,0 0,0 0,0 0,1 0,1 1,-1-1,1 0,0 0,1 1,0-1,2 8,-2-13,0 0,0 0,0 1,0-1,1 0,-1 0,1-1,0 1,0 0,0 0,0-1,0 1,1-1,-1 0,1 0,-1 0,1 0,0 0,0 0,0-1,0 1,0-1,0 0,0 0,0 0,1-1,-1 1,0-1,0 1,1-1,-1 0,0 0,2-1,11-3,-1-1,1-1,-1 0,0-1,0 0,-1-1,0-1,0-1,-1 0,-1 0,1-1,-2-1,0 0,0-1,-1 0,0 0,0-4,-10 18,0-1,0 0,0 1,1-1,-1 1,0-1,0 0,0 1,0-1,1 0,-1 1,0-1,0 0,1 1,-1-1,0 0,0 0,1 1,-1-1,0 0,1 0,-1 0,0 1,1-1,-1 0,0 0,1 0,-1 0,1 0,-1 0,0 0,1 0,-1 0,1 0,-1 0,0 0,1 0,-1 0,1 0,-1 0,0 0,1 0,-1 0,0-1,1 1,-1 0,0 0,1 0,-1-1,0 1,1 0,-1-1,0 1,0 0,1 0,-1-1,0 1,0 0,0-1,0 1,1-1,-1 1,0 0,0-1,0 1,0 39,0-31,9 88,-9-93,1 0,0 0,0-1,0 1,0 0,0-1,0 1,1-1,0 1,-1-1,1 0,0 0,0 0,0 0,0 0,0 0,1 0,-1-1,0 1,1-1,-1 0,1 0,0 0,-1 0,1 0,0 0,0-1,-1 1,1-1,0 0,0 0,1 0,17-3</inkml:trace>
  <inkml:trace contextRef="#ctx0" brushRef="#br2" timeOffset="-182995.659">27149 14697,'9'7,"3"2</inkml:trace>
  <inkml:trace contextRef="#ctx0" brushRef="#br2" timeOffset="-182436.243">28446 15133,'-4'-8,"-1"0,0 0,0 0,-1 1,0-1,-1 1,1 1,-1-1,0 1,-1 0,0 1,1 0,-2 0,1 1,-1 0,1 0,-1 1,0 0,0 0,0 1,-1 1,1-1,0 1,-1 1,1 0,-1 0,1 1,-1 0,1 1,0 0,0 0,0 1,0 0,0 1,1 0,-6 3,11-6,0 0,0 0,0 1,0-1,0 0,0 1,1 0,-1 0,0-1,1 2,0-1,-1 0,1 0,0 1,0-1,1 1,-1 0,0-1,1 1,0 0,-1 0,1 0,0 0,1 0,-1 0,0 0,1 1,0-1,0 0,0 0,0 0,0 0,1 1,-1-1,1 0,0 0,0 0,0 1,5 1,1 0,-1-1,1 0,0 0,0 0,0-1,0 0,1-1,-1 1,1-1,0-1,0 1,-1-1,1-1,0 0,0 0,3-1,20 1,-1-1,0-2,0-1,0-1,-1-1,0-2,0-1,-1-2,0 0,0-2,14-10,-33 19,-1 0,0-1,-1-1,1 1,-1-1,0 0,0-1,0 1,-1-1,0-1,-1 1,0-1,0 0,0 0,-1-1,0 1,-1-1,0 0,0 0,-1 0,0 0,-1 0,0-1,0 1,-1 0,0-1,-1 1,0 0,0-1,-1 1,0 0,-4-8,4 13,0 0,0-1,-1 1,1 1,-1-1,0 0,0 1,-1-1,1 1,-1 0,1 0,-1 0,0 1,0-1,0 1,0 0,-1 0,1 1,-1-1,1 1,-1 0,1 0,-1 0,0 1,1 0,-1 0,0 0,1 0,-1 1,0 0,1-1,-1 2,1-1,-1 1,1-1,0 1,-1 0,1 1,0-1,0 1,1 0,-1 0,1 0,-1 0,1 1,0-1,-3 5,-1 4,1 0,0 1,1 0,0 0,1 0,1 1,0 0,0 0,2-1,-1 1,2 0,0 0,1 0,0 0,1 0,1 0,0 0,0-1,2 0,2 7,-5-12,1 0,0 0,0 0,0 0,1-1,0 0,1 1,-1-2,1 1,1 0,-1-1,1 0,0 0,1-1,-1 0,1 0,0 0,0-1,1 0,-1 0,1-1,0 0,0-1,0 1,0-1,0-1,1 0,-1 0,6 0,-4-4,1 0,-1-1,0 0,0 0,0-1,-1 0,0-1,0 0,0 0,-1-1,0 0,0-1,0 1,-1-2,-1 1,1-1,-1 0,-1 0,0-1,0 1,-1-1,0 0,0-1,-1 1,0-4,-5-26,1 40,-1 1,1-1,0 0,0 0,0 1,-1-1,1 1,0-1,0 1,0-1,0 1,0 0,0 0,0 0,0-1,0 1,0 0,0 0,1 0,-1 0,0 0,1 0,-1 1,1-1,-1 0,1 0,-1 0,1 1,0-1,0 0,-1 0,1 0,0 1,0-1,0 1,-1 8,0 0,1 0,0 0,0 0,1 0,1 0,-1 0,2 0,-1-1,1 1,1-1,0 0,0 0,1 0,0 0,0-1,1 0,0 0,0 0,1-1,0 0,1 0,-1 0,1-1,1-1,-1 1,1-1,7 3,39 21</inkml:trace>
  <inkml:trace contextRef="#ctx0" brushRef="#br2" timeOffset="-181287.982">29825 15147,'-8'-2,"-1"0,0 0,0 1,1 0,-1 1,0 0,0 1,0-1,1 2,-1-1,0 1,1 0,-1 1,1 0,0 1,0-1,0 2,0-1,1 1,0 0,0 0,0 1,1 0,-1 0,1 1,1 0,-2 2,6-8,0 1,0 0,0 0,1-1,-1 1,1 0,-1 0,1 0,-1 0,1 0,0 0,0 0,0 0,0 0,0 0,1 0,-1 0,1 0,-1-1,1 1,0 0,-1 0,1 0,0-1,0 1,0 0,0-1,1 1,-1-1,0 1,1-1,-1 0,1 1,-1-1,1 0,0 0,-1 0,1 0,0-1,0 1,0 0,0-1,-1 1,1-1,0 0,0 1,0-1,0 0,0 0,1 0,12 0,0-1,1 0,-1-1,0-1,0 0,0-1,0 0,-1-1,1-1,-1-1,-1 0,1 0,-1-1,-1-1,1 0,5-7,-4 3,1-1,-2-1,0 0,-1-1,0 0,-2-1,0 0,0-1,-2 0,0 0,-1-1,-1 0,-1 0,-1 0,0-1,-1 0,-2 0,0 1,-1-1,-1-14,-16-30,16 63,0-1,0 1,1-1,-1 1,0-1,0 1,-1-1,1 1,0 0,0 0,-1 0,1-1,0 1,-1 1,1-1,-1 0,0 0,1 0,-1 1,0-1,1 1,-1 0,0-1,1 1,-1 0,0 0,0 0,1 0,-1 0,0 0,0 1,1-1,-1 0,-1 1,-4 4,0 0,0 0,0 1,1 0,0 0,0 0,0 1,1-1,0 2,0-1,1 0,0 1,0 0,1 0,0 0,0 0,1 1,-1 4,-2 5,1 0,1 0,1 0,1 1,0-1,1 0,1 1,1-1,0 0,2 0,0 0,1 0,1 0,-3-8,0-2,1 1,0 0,1-1,-1 0,2 0,-1 0,1 0,0-1,1 0,0 0,0-1,0 0,1 0,0-1,0 0,0 0,1-1,-1 0,1 0,0-1,0 0,1-1,-1 0,8 0,-10-2,0 0,1-1,-1 0,0 0,1-1,-1 1,0-2,0 1,0-1,-1 0,1-1,-1 1,0-1,0 0,0-1,0 0,-1 0,1 0,-1 0,-1-1,1 0,-1 0,0 0,0 0,-1-1,0 0,0 0,0 1,-1-1,0-1,-1 1,1 0,-1 0,-1-1,0 1,0-1,0 1,0 0,-2-2,-11-30,11 39,1 1,-1-1,1 1,-1-1,1 1,0-1,-1 1,1 0,0 0,-1-1,1 1,0 0,0 0,0 0,0 1,0-1,0 0,0 0,0 0,1 1,-1-1,0 0,1 1,-1-1,1 1,-1-1,1 1,0-1,-1 1,1-1,0 1,0-1,0 1,1 0,-3 8,1 1,0-1,0 1,2-1,-1 0,1 1,1-1,0 0,0 0,1 0,0 0,1 0,0 0,0-1,1 0,1 0,-1 0,1-1,1 1,0-1,0-1,5 4,-6-5,1 0,0 0,0-1,0-1,1 1,-1-1,1 0,0-1,0 0,1 0,-1-1,1 0,-1 0,1-1,0 0,-1 0,1-1,0-1,0 1,-1-1,1-1,0 1,-1-2,0 1,1-1,-1 0,0-1,4-3,-1 0,0 0,0-1,-1 0,0-1,0 0,-1-1,0 0,-1 0,0-1,-1 0,2-5,66-148,-53 109,-18 52,-6 18,2-13,-26 149,-37 297,61-419,-18 96,8-103,11-22,1 0,-1 0,1 0,0 0,-1 0,1 0,-1 0,1 0,-1 0,1 0,-1 0,1 0,0 0,-1 0,1 0,-1 0,1 0,-1 0,1-1,0 1,-1 0,1 0,0 0,-1-1,1 1,0 0,-1-1,1 1,0 0,-1-1,1 1,0 0,0-1,-1 1,1 0,0-1,0 1,0-1,0 1,0-1,-1 1,1 0,0-1,0 1,0-1,0 1,0-1,0 1,0-1,1 1,-1-1,-5-24,1-1,2-1,0 1,2 0,2-10,-1 2,2-77,6 1,19-92,-25 187,-2 4,0 0,2 0,-1 0,1 1,1-1,0 1,0 0,1 0,0 0,1 1,1-2,-6 10,0 0,0 0,1 0,-1 0,1 0,-1 0,1 0,-1 0,1 0,-1 1,1-1,-1 1,1-1,0 1,0 0,-1 0,1 0,0 0,-1 0,1 0,0 0,-1 0,1 0,0 1,-1-1,1 1,0 0,-1-1,1 1,-1 0,1 0,-1 0,1 0,45 40,-46-40,23 24,-2 0,-1 2,-1 0,7 14,-26-40,1 0,-1 1,0-1,0 1,0-1,0 1,0-1,0 1,0 0,-1-1,1 1,-1 0,1 0,-1 0,0-1,1 1,-1 0,0 0,0 0,0 0,-1 0,1 0,0-1,-1 1,1 0,-1 0,1-1,-1 1,0 0,0-1,0 1,0 0,0-1,0 1,0-1,-1 0,1 1,-10 2,0 0,0-1,0 0,0 0,0-1,-1-1,1 0,-1-1,0 0,1 0,-1-1,-38-8,38 2</inkml:trace>
  <inkml:trace contextRef="#ctx0" brushRef="#br2" timeOffset="-181112.934">31342 15229,'-7'0,"-5"-2,-7-4,0 0</inkml:trace>
  <inkml:trace contextRef="#ctx0" brushRef="#br2" timeOffset="-179924.311">23284 15925,'70'-38,"-2"-3,-2-3,-2-3,-2-2,3-8,-36 32,-2-1,0 0,-2-2,-2-1,0-1,-2-1,2-6,-6-24,-17 59,0 1,0-1,0 1,-1 0,1-1,0 1,-1 0,1-1,-1 1,0 0,1 0,-1-1,0 1,0 0,0 0,0 0,0 0,0 0,0 0,0 0,0 0,0 1,0-1,-1 0,1 1,0-1,0 0,-1 1,1 0,-1-1,1 1,0 0,-1 0,1 0,-1 0,1 0,0 0,-1 0,1 0,-1 0,0 1,-10 3,-1 0,1 1,0 0,0 1,1 0,0 1,0 1,1-1,-1 2,2-1,-1 1,1 1,1 0,-1 0,2 1,0-1,0 2,1-1,0 1,-3 10,-3 3,2 0,1 0,1 0,1 1,1 1,-1 21,5-34,1-1,1 1,0 0,1-1,0 1,1 0,1-1,0 1,1-1,0 0,1 0,0-1,1 1,2 1,-3-6,0-1,0 0,1-1,0 1,0-1,1-1,0 1,0-1,0 0,0 0,1-1,0 0,0-1,0 1,0-1,0-1,1 0,-1 0,1-1,0 0,-1 0,8-1,0 0,0-2,0 0,0 0,-1-2,1 0,-1-1,0 0,0-1,-1-1,0 0,0-1,1-1,-3 2,0-1,0 1,-1-2,0 0,-1 0,0-1,-1 0,1 0,-2-1,0-1,0 1,-1-1,0-1,-1 1,-1-1,4-12,-9 23,1 0,-1-1,0 1,0 0,0 0,0 0,0-1,0 1,-1 0,1 0,-1 0,1 0,-1 0,0 0,0 0,0 0,0 0,0 0,0 0,-1 1,1-1,0 0,-1 1,0-1,1 1,-1 0,0-1,0 1,0 0,1 0,-1 0,0 0,0 0,-1 1,1-1,0 1,0-1,0 1,0 0,0 0,-1 0,-6-1,0 1,0 1,0 0,0 0,0 1,0 0,1 0,-1 1,-4 2,-2 2,0 0,0 1,1 1,0 0,1 1,0 1,0 0,1 0,1 1,0 1,0 0,2 0,-6 10,14-22,0 0,0 0,0 1,0-1,0 0,0 1,0-1,1 1,-1-1,0 1,1 0,-1-1,1 1,0 0,0-1,-1 1,1 0,0-1,0 1,1 0,-1-1,0 1,0 0,1-1,-1 1,1-1,0 1,-1-1,1 1,0-1,0 1,0-1,0 0,0 1,0-1,0 0,0 0,1 0,-1 0,0 0,1 0,-1 0,1 0,0 0,11 0,0 0,1-1,-1 0,0-1,0 0,1-1,-1-1,0 0,-1-1,1 0,0-1,-1 0,0-1,0-1,-12 7,34-14,-2-2,1-2,-2-1,7-6,-38 25,0 0,0 0,0 0,1 1,-1-1,0 0,0 0,0 0,0 1,0-1,1 0,-1 0,0 0,0 0,0 1,0-1,1 0,-1 0,0 0,0 0,1 0,-1 0,0 0,0 0,0 0,1 0,-1 0,0 0,0 0,1 0,-1 0,0 0,0 0,1 0,-1 0,-4 9,3-4,-1-1,1 1,0 0,1 0,-1-1,1 1,0 0,0 0,0 0,1 0,-1-1,1 1,0 0,1 0,-1-1,1 1,0-1,0 0,1 1,-1-1,1 0,0 0,0 0,0-1,0 1,3 1,7 4,1 0,0 0,0-2,1 1,0-2,0 0,0-1,1-1,0 0,0-1,0-1,6 0,63 10</inkml:trace>
  <inkml:trace contextRef="#ctx0" brushRef="#br2" timeOffset="-178843.3">26015 15870,'-11'1,"0"0,0 0,0 1,0 0,0 1,0 0,1 1,-1 0,1 1,0 0,1 1,-1-1,1 2,0 0,0 0,1 0,0 1,0 0,1 1,0-1,1 2,0-1,0 1,1-1,0 2,1-1,0 0,-1 7,3-15,0 1,1 0,0-1,-1 1,1 0,0 0,1 0,-1 0,0 0,1 0,0 0,0 0,-1 0,2 0,-1 0,0 0,1 0,-1 0,1-1,0 1,0 0,0 0,0 0,1-1,-1 1,1 0,-1-1,1 1,0-1,0 0,0 0,0 0,1 0,-1 0,0 0,1 0,-1-1,1 1,0-1,0 0,-1 0,1 0,1 0,8-2,0-1,1 0,-1-1,0-1,0 0,-1 0,1-1,-1 0,0-1,0-1,-1 0,1 0,-2-1,1 0,-1 0,6-8,6-6,-1-1,-1-1,-1 0,-1-2,-1 0,-2 0,0-2,-2 0,-1 0,-1-1,-2 0,-1-1,1-8,28-124,-34 148,-7 23,-21 56,3 1,3 1,2 1,4 0,3 1,2 8,8-71,0-1,1 1,0-1,0 0,0 1,1-1,0 1,0-1,0 0,0 1,1-1,0 0,0 0,1 0,-1 0,1-1,0 1,0-1,1 0,-1 0,1 0,0 0,0 0,0-1,1 0,-1 1,1-2,1 2,2-2,-1 0,0 0,1-1,-1 0,1 0,0-1,-1 0,1 0,-1-1,1 0,0 0,-1-1,0 0,1 0,-1 0,0-1,0-1,-1 1,1-1,-1 0,1 0,-1-1,0 0,-1 0,1 0,-1-1,0 0,-1 0,1 0,-1 0,0-1,-1 0,0 0,0 0,0-1,2-14,-1 0,-1-1,-1 1,-1-1,-1 1,0-1,-2 1,-1-1,-1 1,-1 0,-3-7,9 30,-1-1,0 0,0 0,1 1,-1-1,0 0,1 1,-1-1,0 0,1 0,-1 0,0 1,1-1,-1 0,1 0,-1 0,0 0,1 0,-1 0,1 0,-1 0,1 0,-1 0,0 0,1 0,-1 0,1 0,-1 0,0 0,1 0,-1 0,1-1,-1 1,0 0,1 0,-1 0,0-1,1 1,-1 0,0-1,1 1,-1 0,0 0,0-1,1 1,-1-1,0 1,0 0,0-1,0 1,1 0,-1-1,0 1,0-1,0 1,0-1,0 1,0 0,0-1,0 1,0-1,0 1,0-1,3 3,184 64,-106-43,-75-22,0 0,-1 1,1-1,-1 1,1 0,-1 0,0 1,1-1,-1 1,-1 0,1 1,0-1,-1 1,0 0,0 0,0 0,0 1,-1-1,1 1,-1 0,0 0,-1 0,1 0,-1 1,0-1,0 1,-1-1,1 3,-21 83,15-81,1 0,0 1,0-1,1 1,1 0,0-1,0 1,1 0,1 3,0-11,1 0,0 0,0 1,0-1,1 0,-1-1,1 1,-1 0,1-1,0 1,0-1,0 0,0 0,1 0,-1-1,0 1,1-1,-1 0,1 1,0-2,-1 1,1 0,0-1,-1 1,1-1,0 0,0-1,-1 1,1-1,0 1,3-2,12 0,0-1,-1 0,1-2,-1 0,0-1,0-1,-1 0,0-1,0-1,-1-1,0 0,0-2,-2 1,1-2,-1 0,-1 0,11-16,-18 22,-1 0,0-1,0 0,-1 0,0 0,-1-1,0 1,0-1,-1 0,0 0,0 0,-1 0,0 0,0 0,-1 0,-1 0,0 0,-1-7,2 14,-1 0,0 0,0-1,0 1,0 0,0 0,0 0,0 0,-1 0,1 1,-1-1,1 0,-1 1,0-1,1 1,-1-1,0 1,0 0,0 0,0 0,-1 0,1 0,0 0,0 0,0 1,-1-1,1 1,0 0,-1 0,1 0,0 0,-1 0,-1 0,-2 1,1 1,0-1,-1 1,1 0,0 0,0 0,0 1,0 0,0 0,1 0,-1 1,1-1,-3 4,0 0,1 1,-1 0,1 1,1 0,0 0,0 0,1 0,0 1,0 0,1-1,0 1,1 1,0-1,1 5,0-9,1-1,0 1,0 0,0 0,1 0,0 0,0-1,0 1,1 0,0-1,0 1,1-1,-1 0,1 0,0 0,1 0,-1 0,1-1,0 1,0-1,0 0,0 0,1-1,0 1,0-1,0 0,9 4,1-2,-1 0,1 0,0-1,0-1,1-1,-1 0,1-1,-1-1,16-1,34-2</inkml:trace>
  <inkml:trace contextRef="#ctx0" brushRef="#br2" timeOffset="-177772.918">27777 15939,'-55'-7,"0"3,-1 2,0 2,-39 7,25 17,68-23,1 0,-1 0,1 0,-1 0,1 1,-1-1,1 0,0 1,0-1,-1 1,1-1,0 1,0 0,1-1,-1 1,0 0,0 0,1-1,-1 1,1 0,0 0,-1 0,1 0,0 0,0 0,0 0,1-1,-1 1,0 0,1 0,-1 0,1 0,0 0,-1-1,1 1,1 1,4 4,1 0,0 0,0 0,1-1,0 0,0 0,0-1,1 0,0-1,0 1,0-2,0 1,1-2,-1 1,1-1,0 0,0-1,0 0,4-1,89-5,-99 5,-1-1,0 0,0 0,0 0,0 0,0 0,0-1,0 0,-1 1,1-1,-1 0,1 0,-1 0,1-1,-1 1,0-1,0 1,0-1,-1 0,1 1,-1-1,1 0,-1 0,0 0,0 0,0 0,-1-1,1 1,-1 0,1-2,-8-20,7 25,0-1,0 1,0 0,0-1,0 1,0-1,0 1,0 0,0-1,0 1,-1 0,1-1,0 1,0 0,0-1,-1 1,1 0,0 0,0-1,-1 1,1 0,0 0,0-1,-1 1,1 0,0 0,-1 0,1 0,0-1,-1 1,1 0,0 0,-1 0,1 0,0 0,-1 0,1 0,-1 0,1 0,0 0,-1 0,1 0,0 0,-1 0,1 1,0-1,-1 0,1 0,0 0,-1 0,1 1,0-1,-1 0,1 0,0 0,0 1,-1-1,1 0,0 1,0-1,0 0,-1 1,1-1,0 0,-2 6,0-1,0 1,1-1,0 1,0 0,0-1,1 1,-1 0,1 0,1-1,-1 1,1 0,0-1,1 1,-1-1,1 1,0-1,0 1,1-1,0 0,-1-2,0 1,1-2,0 1,0 0,0 0,0-1,0 0,1 1,-1-1,1-1,-1 1,1 0,0-1,-1 0,1 0,0 0,0 0,0 0,0-1,0 0,0 0,0 0,0 0,0-1,0 1,0-1,2-1,103-41,-58 10,-1-2,-1-2,18-21,2-1,-25 32,-41 38,-32 112,12-28,4 1,4 1,4 0,-5 1,10-99,0 1,0-1,0 1,1-1,-1 1,0-1,0 1,0-1,0 1,0-1,0 1,0-1,-1 1,1-1,0 1,0-1,0 1,0-1,-1 1,1 0,0-1,0 1,-1-1,1 1,0-1,-1 1,1 0,0-1,-1 1,1 0,0 0,-1-1,1 1,-1 0,1 0,-1-1,1 1,-1 0,1 0,-1 0,1 0,-1 0,1 0,-1 0,1 0,-1 0,1 0,-1 0,1 0,-1 0,1 0,-1 0,1 1,0-1,-1 0,1 0,-1 0,1 1,-1-1,1 0,0 1,-1-1,1 0,-1 1,-2-29,1 1,1-1,1 1,1-1,2 0,0 1,2 0,2 0,0 0,1 1,2 0,1 0,0 1,2 1,1 0,7-7,-18 25,1 0,-1-1,1 1,1 0,-1 0,1 0,0 0,0 1,1 0,-1 0,1 0,0 1,1 0,5-3,-10 8,1-1,0 1,0 0,-1 0,1 0,-1 0,1 0,-1 1,0-1,1 1,-1 0,0 0,0-1,0 1,0 0,0 1,-1-1,1 0,-1 1,1-1,-1 0,0 1,0 0,0-1,0 1,0 0,-1-1,1 1,-1 0,0 0,0 2,1-2,27 108,-28-111,0 0,0 1,0-1,0 1,0-1,0 0,-1 1,1-1,0 0,0 1,0-1,0 0,0 0,-1 1,1-1,0 0,0 1,-1-1,1 0,0 0,0 0,-1 1,1-1,0 0,-1 0,1 0,0 1,0-1,-1 0,1 0,0 0,-1 0,1 0,-1 0,1 0,0 0,-1 0,1 0,0 0,-1 0,1 0,0 0,-1 0,1 0,0-1,-1 1,1 0,0 0,-1 0,1 0,0-1,0 1,-1 0,1 0,0-1,0 1,-1 0,1 0,0-1,0 1,0 0,0-1,-1 1,1 0,0-1,0 1,0 0,0-1,0 1,0 0,-21-22,18 17,0 1,0-2,0 1,0 0,1-1,0 1,1-1,-1 1,1-1,0 0,0 0,1 0,-1 1,1-1,1 0,-1 0,1 0,0 0,0 1,1-1,0 0,0 1,0-1,0 1,1 0,0 0,0 0,1 0,-1 0,1 1,3-4,169-213,-147 181,-3-1,-1-2,-2 0,-3-2,-1 0,-2-1,-2-2,-10 13,-5 34,0 1,-1-1,1 1,-1-1,1 1,-1 0,1-1,-1 1,1 0,-1-1,0 1,1 0,-1 0,0-1,1 1,-1 0,1 0,-1 0,0 0,1 0,-1 0,0 0,1 0,-1 0,0 0,1 0,-1 0,0 1,1-1,-1 0,1 0,-1 1,0-1,1 0,-1 1,1-1,-1 1,1-1,-1 1,1-1,0 1,-1-1,1 1,-1-1,1 1,0-1,0 1,-1-1,1 1,0 0,0-1,0 1,-1 0,1-1,0 1,0 0,0-1,0 2,-25 36,2 1,1 2,2 0,2 1,-4 18,11-29,1 0,2 1,0 0,3 0,0 1,1 15,4-35,0 0,1-1,0 1,0 0,2-1,0 1,0-1,1 0,0 0,1 0,1-1,-1 0,2 1,0-2,0 1,1-1,0-1,1 1,-2-2,1-1,-1-1,1 1,0-1,0-1,1 1,0-1,0-1,0 0,0 0,1-1,0 0,0-1,1 1,-10-3,1 0,-1 0,1 0,-1 0,1-1,-1 1,1 0,-1-1,0 1,1-1,-1 1,1-1,-1 0,0 0,0 1,1-1,-1 0,0 0,0 0,0 0,0-1,0 1,0 0,0 0,0-2,7-14</inkml:trace>
  <inkml:trace contextRef="#ctx0" brushRef="#br2" timeOffset="-177284.134">28459 15666,'161'24,"37"0,0-9,4-8,-145-9,-62-2,-11 2,-1 0,0 1,0 1,1 0,-1 1,0 1,1 1,-1 0,1 1,0 1,0 0,0 1,1 1,0 1,0 0,6-3,1 1,0 0,0 1,0-1,1 1,0 1,0-1,1 1,0 1,0-1,0 3,4-8,0 0,1 0,-1 1,1-1,0 0,0 1,0-1,0 1,1-1,-1 1,1-1,0 1,0 0,1-1,-1 1,1-1,-1 1,1-1,0 1,0-1,1 0,-1 0,1 1,0-1,-1 0,1 0,1 0,-1-1,0 1,1 0,-1-1,1 0,1 1,8 5,1-2,1 1,0-2,-1 1,2-2,-1 0,0-1,1 0,-1-1,1-1,0 0,0-1,0-1,9-1,-8 1,1 0,0-1,-1-1,1 0,-1-2,0 0,0 0,-1-1,1-1,-1-1,-1 0,0-1,2-2,-12 7,-4 4,0 0,0-1,0 1,0-1,0 1,1 0,-1-1,0 1,0-1,0 1,0 0,1-1,-1 1,0 0,1-1,-1 1,0 0,0 0,1-1,-1 1,0 0,1 0,-1-1,1 1,-1 0,0 0,1 0,-1 0,1 0,-1 0,0-1,1 1,-1 0,1 0,-1 0,0 0,1 1,-1-1,1 0,-1 0,1 0,-1 0,0 0,1 0,-1 1,0-1,1 0,-1 0,0 1,1-1,-1 0,0 0,1 1,-1-1,0 0,0 1,1-1,-1 0,0 1,0-1,0 1,1-1,-1 0,0 1,0-1,0 1,0-1,0 0,0 1,0-1,1 9,0-1,0 0,1 0,0 0,1 0,0 0,0 0,0-1,1 1,0-1,1 0,0 0,0-1,0 1,1-1,-1 0,2-1,-1 1,1-1,0 0,10 5,0-2,0 0,0 0,1-2,0 0,0-1,0-1,1-1,0 0,-1-2,1 0,2-1,33-2</inkml:trace>
  <inkml:trace contextRef="#ctx0" brushRef="#br2" timeOffset="-171821.156">6255 3225,'-1'-1,"-1"0,1 0,-1 0,1 0,0 0,-1 0,1 0,0-1,0 1,0 0,0-1,0 1,0-1,0 1,1-1,-1 0,0 1,1-1,-1 0,1 1,0-1,0 0,-1 0,1 1,0-1,1 0,-1 0,0 1,0-1,1 0,-1 0,1 1,-1-1,1 0,0 1,0-1,-1 1,1-1,0 1,1 0,-1-1,0 1,0 0,0 0,1-1,-1 1,1 0,20-27,1 0,2 1,0 1,2 2,1 0,-8 7,581-473,-527 430,124-101,47-19,-232 171,41-17,-49 35,-48 66,35-63,-15 19</inkml:trace>
  <inkml:trace contextRef="#ctx0" brushRef="#br2" timeOffset="-170829.165">6296 2815,'-3'32,"-2"-1,0 0,-2 0,-2-1,0 0,-2-1,-1 0,-12 19,1 5,-25 68,47-88,1-32,0-1,0 1,1-1,-1 1,0-1,1 1,-1-1,0 1,1-1,-1 1,1-1,-1 1,1-1,-1 0,1 1,-1-1,1 0,-1 1,1-1,0 0,-1 0,1 1,-1-1,1 0,0 0,-1 0,1 0,-1 0,1 0,0 0,-1 0,1 0,0 0,-1 0,1-1,-1 1,1 0,-1 0,1-1,0 1,-1 0,1-1,-1 1,1 0,-1-1,1 1,-1-1,1 1,6-6,0 0,0-1,0 0,0 0,-1 0,-1-1,1 0,-1 0,0 0,-1-1,0 1,-1-1,3-7,-4 9,0-1,0 1,1 0,0 0,1 1,-1-1,1 0,1 1,-1 0,1 0,0 0,0 1,1 0,0 0,0 0,0 1,0 0,1 0,-1 0,1 1,7-3,13 2,-1 1,1 1,1 1,-1 2,23 3,7 2,-57-7,1 0,-1 0,1 0,-1 0,1 0,-1-1,0 1,0 0,1 0,-1-1,0 1,0 0,0 0,-1-1,1 1,0 0,0 0,-1 0,1-1,0 1,-1 0,0 0,1 0,-1 0,1 0,-1 0,0 0,0 0,0 0,0 0,1 0,-1 0,0 1,0-1,-1 0,1 1,-1-1,2 0,-41-41,-1 1,-1 2,-41-27,72 57,1 1,-1 0,-1 1,0 0,0 1,0 0,-1 1,-9-2,22 6,0 1,1 0,-1-1,0 1,0 0,0-1,0 1,0 0,0 0,0 0,0 0,1 0,-1 0,0 0,0 0,0 0,0 1,0-1,0 0,0 0,0 1,1-1,-1 1,0-1,0 1,0-1,1 1,-1-1,0 1,1 0,-1-1,0 1,1 0,-1 0,1-1,-1 1,1 0,0 0,-1 0,1 0,0 0,-1-1,1 1,0 0,0 0,0 0,0 0,0 0,0 0,0 0,0 0,0 0,1 0,-1 0,0-1,0 1,1 0,-1 0,1 0,-1 0,1-1,-1 2,15 13,3-1</inkml:trace>
  <inkml:trace contextRef="#ctx0" brushRef="#br2" timeOffset="-169092.392">8276 1805,'-2'-4,"1"1,-1 0,0 0,0-1,0 1,-1 1,1-1,-1 0,1 1,-1-1,0 1,0 0,0 0,0 0,0 0,-1 0,1 1,0-1,-1 1,1 0,-1 0,0 0,1 1,-1-1,0 1,1 0,-1 0,0 0,1 1,-3 0,-1 0,1 0,-1 1,1 0,-1 0,1 1,0 0,0 0,0 0,1 1,-1 0,1 0,0 0,0 0,0 1,0 0,1 0,0 1,0-1,0 1,1 0,0-1,0 2,0-1,1 0,0 0,0 1,1-1,0 1,0 0,0-1,1 1,0 0,0 0,1-1,0 1,0-1,0 1,1 0,0-1,0 0,1 0,0 1,0-1,0-1,1 1,-1 0,1-1,2 1,2 2,0-1,0-1,1 1,-1-1,1-1,1 0,-1 0,1-1,0 0,0-1,0 0,0 0,1-1,-1-1,1 0,-1 0,1-1,0 0,-1-1,6-1,-1 0,0 0,-1-2,1 0,-1 0,1-2,-1 1,-1-2,1 0,-1-1,-1 0,1 0,-1-2,-1 1,1-3,-8 9,-1 0,1 0,-1-1,0 1,-1-1,1 0,-1 0,1 0,-1 0,0 0,-1 0,1-1,-1 1,1-3,-2 7,0 0,0 1,0-1,0 0,0 1,-1-1,1 0,0 0,0 1,0-1,0 0,-1 1,1-1,0 0,0 0,-1 1,1-1,0 0,0 0,-1 0,1 1,0-1,-1 0,1 0,0 0,-1 0,1 0,0 0,0 0,-1 0,1 0,0 0,-1 0,1 0,-1 0,1 0,0 0,0 0,-1 0,1 0,0 0,-1 0,1 0,0 0,-1-1,1 1,0 0,0 0,-1 0,1-1,0 1,0 0,-1 0,1-1,0 1,0 0,0-1,-1 1,-1 4,0 0,1 1,-1-1,1 1,0-1,0 1,0-1,0 1,1-1,0 1,0 0,0-1,1 1,-1-1,1 1,0-1,0 1,1-1,0 0,-1 1,1-1,1 0,-1 0,0 0,1 0,0-1,0 1,0-1,0 0,1 0,-1 0,1 0,0 0,0-1,0 0,1 1,3-1,-1 0,1 0,0-1,1 0,-1 0,0-1,0 0,0 0,0-1,0 0,0 0,5-2,-10 2,0 1,0-1,0 0,0 0,0-1,0 1,0 0,-1-1,1 0,0 0,-1 0,1 0,-1 0,0 0,0 0,0-1,0 1,0-1,0 0,-1 1,1-1,-1 0,0 0,1 0,-1 0,-1 0,1 0,0 0,-1-1,0 1,0 0,0 0,0-1,-2-3,-1-1,-1 1,1-1,-1 1,-1 0,1 0,-1 1,0 0,-1-1,1 2,-1-1,-1 1,1-1,-1 2,1-1,-1 1,-1 0,1 0,0 1,-1 0,0 1,0-1,-3 1,-68-7,79 9,0 0,0 0,1 0,-1 0,0 0,0 0,1 0,-1 0,0 1,0-1,0 0,1 0,-1 0,0 1,0-1,0 0,0 0,1 0,-1 1,0-1,0 0,0 0,0 1,0-1,0 0,0 1,0-1,0 0,0 0,0 1,0-1,0 0,0 0,0 1,0-1,0 0,0 0,0 1,0-1,0 0,0 0,0 1,-1-1,1 0,0 0,0 1,0-1,0 0,-1 0,1 0,0 1,0-1,0 0,-1 0,1 0,0 0,0 0,-1 0,1 1,98 13,-76-13,212 8,-229-9,-1 0,1 1,0-1,-1 1,1 0,-1 0,1 0,-1 1,1 0,-1 0,0 0,0 0,0 0,0 1,0 0,-1 0,1 0,-1 0,0 1,0-1,0 1,0 0,-1 0,1 0,-1 0,0 0,0 0,-1 1,1-1,-1 0,0 1,-3 65,3-69,0 0,0 0,0-1,0 1,1 0,-1-1,0 1,0-1,1 1,-1-1,0 0,1 0,-1 1,1-1,-1 0,0 0,1 0,-1-1,0 1,1 0,-1 0,1-1,-1 1,0-1,0 1,1-1,-1 0,0 1,0-1,0 0,0 0,0 0,0 0,0 0,0 0,0 0,0 0,0 0,0-1,10-7,-1-2,0 1,-1-1,0-1,-1 0,0 0,-1 0,0-1,3-10,-8 19,12 49,-13-40,1-1,-1 0,0 1,1-1,0 0,0 0,0-1,1 1,-1 0,1-1,0 1,0-1,0 0,0 0,0 0,1 0,-1-1,1 1,0-1,0 0,0 0,0 0,0-1,0 1,1-1,-1 0,0 0,1-1,-1 1,1-1,-1 0,1 0,-1-1,0 1,1-1,-1 0,0 0,1 0,-1-1,0 1,0-1,0 0,0-1,2 0,1-3,0-1,-1 0,0 0,0 0,0-1,-1 0,0 0,0 0,-1 0,0-1,-1 0,0 0,0 0,-1 0,0 0,1-7,-6 31,1-9,0 0,1 0,-1 1,1-1,1 1,-1-1,1 0,0 1,1-1,-1 1,1-1,0 1,1-1,0 0,0 0,0 0,1 0,-1 0,2 0,-1-1,0 1,1-1,0 0,1 0,4 4,3-2,1-1,0-1,0 0,1-1,0 0,-1-1,1 0,0-1,1-1,4 0,39 3</inkml:trace>
  <inkml:trace contextRef="#ctx0" brushRef="#br2" timeOffset="-167739.531">10051 1914,'-11'-9,"-1"0,0 1,-1 1,0 0,0 0,0 1,-1 1,0 0,0 1,0 1,0 0,-3 1,8 0,1 1,-1 1,0 0,1 0,-1 1,1 0,-1 0,1 1,0 0,-1 1,1-1,0 2,1-1,-1 1,0 0,1 1,0-1,0 2,1-1,-1 1,0 1,5-5,-1 0,1 0,0 0,0 1,0-1,1 1,-1-1,0 1,1 0,0 0,-1 0,1-1,1 1,-1 0,0 0,1 0,-1 1,1-1,0 0,0 0,0 0,0 0,1 0,-1 0,1 0,0 0,0 0,0 0,0 0,0 0,1-1,-1 1,1 0,0-1,0 1,0-1,0 0,0 0,0 1,1-1,-1-1,1 1,-1 0,1-1,0 1,0-1,0 0,9 4,0-1,0-1,0 0,1 0,-1-1,1-1,-1 0,1-1,0 0,-1-1,1 0,-1-1,1-1,-1 0,0 0,0-1,0-1,-1 0,8-4,-15 5,1 1,-1-1,0 0,0 0,0 0,-1 0,0-1,1 0,-2 1,1-1,0 0,-1-1,0 1,0 0,-1 0,1-1,-1 1,0-1,-1 0,1 1,-1-1,0 1,-1-1,1 0,-1 1,0-1,0 1,-1 0,0-1,0 1,0 0,0 0,-1 0,0 0,-2-3,4 8,1 0,-1-1,0 1,1 0,-1 0,0-1,1 1,-1 0,0 0,1 0,-1 0,0 0,1 0,-1 0,0 0,1 0,-1 0,0 0,1 0,-1 0,0 1,1-1,-1 0,0 0,1 1,-1-1,1 0,-1 1,0-1,1 1,-1-1,1 1,-1-1,1 1,0-1,-1 1,1 0,0-1,-1 1,1-1,0 1,0 0,-1-1,1 1,0 0,0-1,0 1,0 0,0-1,0 1,0 0,0 0,0-1,0 1,0 0,1-1,-1 1,0 0,0-1,1 1,-1-1,0 1,1 0,-1-1,0 1,1-1,1 10,0-1,0 0,1 0,0-1,1 1,0-1,0 1,1-1,0-1,1 1,-1-1,1 1,1-2,-1 1,1-1,0 0,1 0,-1-1,1 0,0 0,1-1,-1 0,1-1,0 1,0-2,0 1,0-1,0-1,0 0,1 0,-1-1,0 0,0 0,1-1,-1 0,0-1,0 0,0 0,0-1,7-4,-9 3,-1-1,0 0,-1 0,1-1,-1 0,0 0,0 0,-1 0,0-1,0 0,0 0,-1 0,0 0,-1 0,1-1,-1 1,-1-1,0 0,0 0,0 1,-1-1,0 0,0 0,-1 1,-1-7,-1 64,4-38,0 0,1 0,1-1,0 1,1-1,0 0,0 0,1 0,1-1,6 10,-10-16,1 0,0 0,0 0,0 0,1-1,-1 1,1-1,0 0,0 0,0 0,1-1,-1 0,0 1,1-1,0-1,-1 1,1-1,0 0,0 0,0 0,0-1,-1 1,1-1,0 0,0-1,0 1,1-1,2-2,0-1,0 1,0-1,0-1,0 1,-1-1,0-1,0 1,-1-1,1 0,-1-1,-1 0,1 0,-1 0,0 0,-1-1,0 0,0 0,-1 0,1 0,-2 0,1-1,-1 0,-1 1,0-1,0 0,0 0,-1-6,-6-14,6 28,-1 1,1-1,0 1,0 0,0-1,0 1,-1 0,1-1,0 1,0-1,-1 1,1 0,0 0,-1-1,1 1,0 0,-1 0,1-1,0 1,-1 0,1 0,-1 0,1-1,0 1,-1 0,1 0,-1 0,1 0,-1 0,1 0,0 0,-1 0,1 0,-1 0,1 0,-1 0,1 0,0 1,-1-1,1 0,-1 0,1 0,0 0,-1 1,1-1,0 0,-1 1,1-1,0 0,-1 0,1 1,0-1,0 1,-1-1,1 0,0 1,0-1,0 0,0 1,-1-1,1 1,-3 5,1 0,-1 0,1 0,0 0,0 0,1 1,0-1,0 1,0-1,1 1,0-1,0 1,1-1,0 1,0-1,0 0,1 1,1 2,0-3,0-1,0 1,1-1,-1 0,1 0,0 0,1 0,-1-1,1 0,0 0,0 0,0 0,1-1,-1 0,1 0,-1 0,7 1,106 23,-94-24,1-1,-1-1,1-1,-1-1,1-1,-1-1,1-2,-1 0,-1-2,1 0,-1-2,0 0,12-9,-32 17,0 0,0-1,-1 1,1 0,-1-1,1 0,-1 0,0 0,0 0,0 0,0 0,0 0,0-1,0 1,-1-1,1 1,-1-1,0 0,0 0,0 1,0-1,0 0,-1 0,1 0,-1 0,0 0,0 0,0 0,0 0,0 0,-1 0,1 0,-1 0,0 1,0-1,0 0,0 0,0 1,-1-1,1 0,-1 1,-1-3,1 3,0 0,0-1,0 1,-1 0,1 0,0 0,-1 0,1 1,-1-1,0 1,0-1,1 1,-1 0,0 0,0 0,0 1,0-1,0 1,0-1,0 1,0 0,0 0,0 0,-1 1,1-1,0 1,0 0,1 0,-1 0,0 0,0 0,0 1,1-1,-1 1,0-1,1 1,0 0,-1 0,1 0,0 1,0-1,-2 3,1 1,0-1,0 1,0-1,1 1,-1 0,1 0,1 0,-1 0,1 1,0-1,1 0,-1 1,1 5,1-10,-1 1,0 0,0-1,1 1,0 0,-1-1,1 1,0-1,0 1,1-1,-1 1,0-1,1 0,-1 0,1 1,0-1,0 0,0-1,0 1,0 0,0-1,0 1,1-1,-1 1,0-1,1 0,-1 0,1 0,0 0,-1-1,1 1,-1-1,1 0,0 1,0-1,6-1,0 0,0-1,0 0,0-1,0 1,0-2,-1 1,0-1,0 0,0-1,0 0,-1 0,1-1,-1 0,-1 0,1-1,-1 1,0-1,-1-1,0 1,0-1,0 0,-1 0,0-2,5-14,-2-1,0 1,-2-1,0-1,-2 1,-1-1,-1 1,-2-1,-1-13,2 20,0 1,-2-1,0 0,-1 0,-1 1,-4-14,8 31,0 0,0 0,-1 0,1 0,0 0,0 1,0-1,-1 0,1 0,0 0,-1 0,1 0,-1 0,1 1,-1-1,1 0,-1 0,0 1,1-1,-1 0,0 1,0-1,1 1,-1-1,0 1,0-1,0 1,0-1,0 1,0 0,1 0,-1-1,0 1,0 0,0 0,0 0,0 0,0 0,0 0,0 0,0 1,0-1,0 0,0 0,0 1,0-1,1 0,-1 1,0-1,0 1,0 0,1-1,-1 1,0-1,0 1,-31 48,22-30,1 1,1 0,1 0,1 1,1-1,0 1,2 1,0-1,2 0,0 1,1-1,2 1,0-1,1 0,1 0,1 0,1 1,-1-12,0 0,0-1,1 0,0 0,1 0,0-1,0 0,1 0,0 0,1-1,-1-1,1 0,1 0,-1 0,1-1,0-1,0 0,0 0,0-1,1 0,0 0,-1-2,1 1,0-1,0-1,0 0,0 0,7-2,23-6</inkml:trace>
  <inkml:trace contextRef="#ctx0" brushRef="#br2" timeOffset="-167533.18">11622 1927,'-2'2,"0"-1,1 1,-1 0,0 0,1-1,-1 1,1 0,0 0,0 0,-1 0,1 1,1-1,-1 0,0 0,0 1,1-1,-1 0,1 1,0-1,0 0,0 1,0-1,0 1,0-1,1 0,-1 1,1-1,0 0,-1 0,1 1,0-1,0 0,1 0,-1 0,0 0,1 0,-1 0,1-1,0 1,-1 0,1-1,0 1,1 0,6 2,0-1,0 1,0-2,0 1,0-1,1-1,-1 1,0-2,1 1,0-1,-1-1,1 0,-1 0,0-1,1 0,-1 0,0-1,0-1,0 1,2-3,-8 4,1 0,-1 0,0-1,0 1,0-1,-1 0,1 0,-1 0,1 0,-1 0,0 0,0-1,-1 1,1-1,-1 1,1-1,-1 0,0 1,-1-1,1 0,-1 0,1 0,-1 0,0 1,0-1,-1 0,1 0,-1 0,0 0,0 1,-1-4,-1 1,1 0,-1 0,-1 0,1 1,-1-1,0 1,0 0,0 0,-1 0,1 1,-1-1,0 1,-1 0,1 1,-1-1,0 1,0 0,-3-1,3 2,-1 0,1 0,-1 1,0-1,0 1,0 1,1-1,-1 1,0 0,0 1,0 0,0 0,1 0,-1 1,1 0,-1 0,1 1,-1 0,1 0,0 0,1 1,-1 0,0 0,1 1,0-1,0 1,0 0,1 0,0 1,0-1,0 1,1 0,-1 0,1 0,1 0,-1 1,1-1,0 1,1 0,0 0,0-1,0 3,1-4,1 0,0 0,1 0,-1 0,1-1,0 1,0 0,0-1,1 0,0 1,-1-1,1 0,1 0,-1-1,1 1,-1-1,1 1,0-1,0 0,1-1,-1 1,0-1,1 0,0 0,1 1,8 2,1-1,-1 0,0 0,1-2,0 1,0-2,-1 0,2-1,28-2</inkml:trace>
  <inkml:trace contextRef="#ctx0" brushRef="#br2" timeOffset="-167364.545">11853 1532,'-13'-7,"-10"2,-4 7,4 10,5 10,6 10,5 7,6 6,3-4</inkml:trace>
  <inkml:trace contextRef="#ctx0" brushRef="#br2" timeOffset="-167175.415">11949 2010,'14'12,"9"5,6 1,4-3,4-4,3-5,1-6,1-7,-7-2</inkml:trace>
  <inkml:trace contextRef="#ctx0" brushRef="#br2" timeOffset="-166163.414">13629 1914,'-16'-8,"-1"0,0 1,-1 0,1 2,-1 0,0 1,-1 1,1 1,0 0,-5 1,12 1,0 0,0 1,1 0,-1 1,1 0,-1 0,1 1,0 1,0-1,0 2,1-1,-1 2,1-1,0 1,1 0,-1 1,1 0,-1 2,7-8,0 0,0 1,1-1,-1 1,0-1,1 1,-1 0,1 0,-1 0,1-1,0 1,0 0,0 1,0-1,0 0,0 0,1 0,-1 1,1-1,-1 0,1 0,0 1,0-1,0 0,0 1,0-1,1 0,-1 1,1-1,-1 0,1 0,0 0,0 0,0 1,0-1,0 0,1-1,-1 1,1 0,-1 0,2 0,6 1,0-1,0 0,0-1,0 0,0-1,0 0,1 0,-1-1,0 0,0-1,0 0,0 0,0-1,0 0,-1 0,1-1,3-3,6 0,0-2,0-1,-1 0,0-1,-1-1,0 0,-1-1,0-1,-1 0,6-10,-14 17,0-1,-1 1,0-1,-1 0,0-1,0 1,0-1,-1 1,-1-1,1 0,-1 0,-1 0,0 0,0-1,-1 1,0 0,-1 0,1 0,-2-1,0 1,0 0,0 0,-4-7,6 14,-1-1,1 1,-1 0,0 0,1 0,-1 0,0 0,0 0,0 0,-1 0,1 0,0 0,-1 0,0 1,1-1,-1 1,0-1,1 1,-1 0,0-1,0 1,0 0,0 0,-1 0,1 1,0-1,0 0,0 1,-1 0,1-1,0 1,0 0,-1 0,1 0,0 1,0-1,-1 0,1 1,0-1,0 1,0 0,0 0,-1 0,1 0,1 0,-4 6,1-1,-1 1,2 1,-1-1,1 0,0 1,1-1,0 1,0 0,0 0,1 0,1 0,-1 0,1 0,1 5,-2-1,1-1,0 0,0 1,1-1,1 0,0 0,1 0,0 0,0 0,1-1,0 1,1-1,1 0,-1 0,1-1,1 0,0 0,0 0,1-1,0 0,0 0,1-1,0 0,1-1,-1 0,8 3,-6-5,0 0,1-1,0 0,-1-1,1 0,0-1,0-1,0 0,0 0,0-1,0 0,0-1,-1-1,7-2,-10 3,-1-1,0 0,0 0,0 0,-1-1,1 0,-1-1,0 1,0-1,0 0,-1-1,1 0,-1 1,-1-1,1-1,-1 1,0-1,-1 0,1 0,-1 0,-1 0,3-7,-4 6,0 0,0 1,0-1,-1 0,0 0,0 0,-1 1,0-1,-1 0,0 0,0 1,2 4,-1 0,0 0,0 0,-1 0,1 0,-1 1,1-1,-1 0,0 1,0-1,0 1,0 0,0 0,0 0,-1 0,1 0,-1 0,0 1,1-1,-1 1,0-1,0 1,0 0,0 0,0 1,0-1,0 1,-2-1,1 2,0 0,1 1,-1-1,1 1,-1 0,1 0,0 0,-1 0,1 0,0 1,0-1,1 1,-1 0,1 0,-1 0,1 0,0 1,0-1,0 1,1-1,-1 1,1-1,0 1,0 0,0 0,0-1,1 1,-1 0,1 3,0 0,-1 1,1 0,1-1,-1 1,2-1,-1 1,1-1,0 0,0 1,1-1,0 0,0-1,0 1,1 0,0-1,1 0,0 0,-1 0,2-1,-1 1,1-1,2 2,7 4,0 0,1-1,0 0,0-2,1 0,0 0,0-2,14 4,0-3,0-1,1-1,-1-2,17-1,32-2</inkml:trace>
  <inkml:trace contextRef="#ctx0" brushRef="#br2" timeOffset="-162186.68">15432 1969,'75'-245,"-64"184,-4 0,-2 0,-3 0,-5-41,4 229,34 255,-35-374,-1-1,2 1,-1 0,1 0,1 0,0 0,0 0,0-1,1 1,0-1,0 0,1 0,0 0,0 0,0-1,1 1,0-1,1 0,-1-1,1 1,0-1,0 0,1-1,0 1,0-1,0-1,1 1,32 1,-2-6</inkml:trace>
  <inkml:trace contextRef="#ctx0" brushRef="#br2" timeOffset="-161987.135">15282 1518,'23'2,"26"4,26 0,23-1,14-1,4-1,-18-1</inkml:trace>
  <inkml:trace contextRef="#ctx0" brushRef="#br2" timeOffset="-161398.726">15924 2050,'15'-56,"-1"-2,-3 0,-3 0,-1-28,-6 77,-2 7,1 1,-1-1,1 0,0 1,0-1,0 1,0-1,0 0,0 1,0-1,1 0,-1 1,0-1,1 0,-1 1,1-1,0 1,0-1,-1 1,1 0,0-1,0 1,0 0,1-1,-1 1,0 0,0 0,1 0,-1 0,0 0,1 1,0-1,6 1,-1 1,1 0,0 1,0 0,-1 0,1 0,-1 1,0 0,7 4,5 2,-12-6,21 8,0 2,-1 0,-1 2,19 14,-38-24,-1-1,0 2,0-1,-1 1,1 0,-1 0,-1 0,1 1,-1 0,0-1,0 2,-1-1,0 0,0 1,-1-1,0 1,-1 0,1 0,-1 0,0 4,-3 7,1-17,1 0,-1 0,1 0,-1 0,1 1,-1-1,1 0,0 0,0 0,0 0,0 0,1 1,-1-1,1 0,-1 0,1 0,0 0,-1 0,1 0,0 0,0 0,1 0,-1-1,0 1,1 0,-1-1,1 1,-1-1,1 1,0-1,-1 0,1 0,0 0,8 0,0-1,0 0,0-1,0 0,0 0,-1-1,1-1,0 0,-1 0,0 0,0-2,0 1,2-2,0 1,0-1,-1 0,1-1,-1 0,0-1,-1 0,0-1,0 1,-1-2,0 1,-1-1,0-1,0 1,-1-1,-1 0,0 0,0-1,-1 0,0 1,-1-1,-1-1,0 1,0-1,-2 10,-1-1,1 1,-1-1,1 1,-1-1,0 1,0-1,-1 1,1 0,-1-1,0 1,0 0,0 0,0 0,0 0,-1 0,2 2,0 0,0 0,-1 0,1 1,0-1,-1 0,1 1,0-1,-1 0,1 1,-1 0,1-1,-1 1,1 0,-1 0,1-1,-1 1,1 0,-1 1,1-1,-1 0,1 0,-1 1,1-1,0 1,-1-1,1 1,-1 0,1-1,0 1,0 0,-1 0,1 0,0 0,0 0,0 0,0 0,0 0,0 1,-4 5,-1 0,2 1,-1 0,1 0,0 1,1-1,0 1,0 0,1 0,0 0,0 0,1 0,0 0,1 0,0 0,0 0,1 0,1 1,1 6,-1-10,0 0,0-1,1 1,0 0,0-1,0 0,1 0,0 0,0 0,0-1,0 1,1-1,0 0,0 0,0-1,0 1,0-1,1-1,-1 1,4 1,120 25,-68-24</inkml:trace>
  <inkml:trace contextRef="#ctx0" brushRef="#br2" timeOffset="-160438.875">17261 1668,'-16'0,"0"0,0 1,1 1,-1 0,0 1,0 1,1 0,0 1,0 1,0 0,1 1,0 1,0 0,-6 5,17-11,0 0,0 0,1 0,-1 0,1 1,0-1,-1 1,1 0,0-1,0 1,1 0,-1 0,1 0,-1 0,1 0,0 0,0 1,1-1,-1 0,1 1,-1-1,1 0,0 1,0-1,0 0,1 1,-1-1,1 0,0 1,0-1,0 0,0 0,1 0,-1 0,1 0,0 0,0 0,0-1,0 1,0-1,0 1,2 0,10 6,1 0,0-1,1-1,0 0,0-1,0-1,1-1,-1 0,1-1,0-1,0 0,0-1,8-2,-1 3,0-1,-1-1,1-1,0-1,0-1,-1-2,0 0,0-1,0-2,-1 0,0-1,19-11,-35 16,-1 1,1-1,0-1,-1 1,0-1,0 0,-1 0,1 0,-1-1,0 1,-1-1,1 0,-1 0,0-1,-1 1,1 0,-1-1,-1 0,1 1,-1-1,0 0,-1 0,1-6,-2 11,1 1,-1-1,1 1,-1-1,1 1,-1-1,0 1,0 0,0-1,0 1,0 0,0 0,0-1,0 1,0 0,-1 0,1 0,0 1,-1-1,1 0,0 0,-1 1,1-1,-1 1,0-1,1 1,-1 0,1 0,-1-1,1 1,-1 0,0 0,1 1,-1-1,1 0,-1 0,1 1,-1-1,1 1,-1-1,1 1,-1 0,1 0,0-1,-1 1,1 0,0 0,0 0,-1 1,1-1,0 0,0 0,0 1,-3 4,0 1,0 0,0 0,1 0,0 0,0 0,1 1,0-1,0 1,1-1,0 1,1 0,-1 0,1-1,1 1,-1 0,1 0,1-1,0 1,0-1,0 1,1-1,0 0,0 0,1 0,3 6,1-5,0 0,0-1,0 1,1-2,0 1,1-1,-1-1,1 0,0 0,0-1,1 0,-1-1,1 0,0 0,0-1,0-1,0 0,0-1,0 0,0 0,0-1,0 0,0-1,0-1,-1 0,1 0,-1-1,1 0,1-2,-4 0,0 0,0 0,-1-1,0 0,-1 0,1-1,-1 0,-1 0,0-1,0 1,0-1,-1 0,-1 0,1-1,-1 1,-1-1,0 1,0-1,-1 0,0 0,-1 0,0 0,-1 1,0-1,0 0,-1 0,0 1,-1-1,0 1,-1-1,1 1,-2 0,1 1,-1-1,-1 1,0 0,-1-1,2 2,-5-10,29 18,156 62,-169-60,0 1,0 0,0 1,-1-1,1 1,-1 0,-1 0,1 0,-1 1,0 0,0 0,0 0,-1 0,0 1,0-1,-1 1,1 0,-2-1,1 1,-1 0,0 0,0 0,-1 1,0-1,0 0,-1 1,1 26,-2-29,1 0,0 0,0 0,1 1,0-1,0 0,0 0,0 0,1 0,0 1,0-1,0 0,0 0,1-1,0 1,0 0,1 0,-1-1,1 1,0-1,0 0,0 0,1 0,-1 0,1-1,0 1,0-1,0 0,1 0,0 0,7-1,0 0,0-1,0-1,0 0,0 0,0-1,0-1,0 0,0-1,-1 0,1 0,-1-1,0-1,0 0,0-1,-1 0,1 0,-1-1,3-4,-2 4,0-1,-1 0,0-1,0 0,-1-1,0 0,-1-1,0 1,-1-1,0-1,-1 1,0-1,-1-1,0 1,-1-1,0 1,-1-3,-3 13,1-1,-1 1,0-1,0 1,-1 0,1-1,0 1,-1 0,1-1,-1 1,0 0,0 0,0-1,0 1,0 0,0 0,-1 0,1 0,-1 0,1 1,-1-1,0 0,0 1,0-1,0 1,0 0,0 0,0-1,0 1,0 1,0-1,-1 0,1 0,0 1,-1-1,1 1,0 0,-1 0,1 0,-2 0,1-1,0-1,-1 1,1 0,-1 0,0 1,1-1,-1 1,0 0,0-1,1 2,-1-1,0 0,1 1,-1 0,1 0,-1 0,1 0,-1 0,1 1,-1-1,1 1,0 0,0 0,0 1,0-1,0 0,1 1,-2 1,1 6,1-1,0 1,1-1,0 1,1 0,0-1,0 1,1 0,0-1,1 1,0-1,0 0,1 1,0-1,1 0,0 0,1-1,-1 1,2-1,-1 0,1-1,0 1,1-1,4 4,1 1,1 0,1-1,-1-1,2 0,-1-1,1 0,1-1,-1-1,1-1,1 0,-1-1,1-1,0 0,0-1,0-1,0-1,8 0,-21-1,0 0,0 0,0-1,1 1,-1-1,0 0,0 0,0 0,0-1,0 0,-1 1,1-1,0-1,-1 1,1 0,-1-1,0 0,0 0,0 0,7-12</inkml:trace>
  <inkml:trace contextRef="#ctx0" brushRef="#br2" timeOffset="-159350.646">18859 2023,'-3'-2,"-1"0,0 0,1 0,-1-1,1 0,0 0,0 0,0 0,0 0,1-1,-1 1,1-1,0 0,0 1,0-1,1 0,-1 0,1 0,0 0,0-1,0 1,1 0,-1 0,1-1,0 1,1 0,-1 0,1-1,-1 1,1 0,0 0,1-1,24-81,-18 63,0-1,-2 0,-1-1,0 1,-1-16,-4 40,1-1,-1 0,0 0,1 1,-1-1,0 0,0 0,0 0,0 1,0-1,0 0,0 0,0 0,0 0,0 1,0-1,-1 0,1 0,0 1,0-1,-1 0,1 0,-1 1,1-1,-1 0,1 1,-1-1,1 0,-1 1,1-1,-1 1,0-1,1 1,-1-1,0 1,1 0,-1-1,0 1,0 0,0 0,1-1,-1 1,0 0,0 0,0 0,1 0,-1 0,0 0,0 0,0 0,1 0,-1 1,0-1,0 0,1 1,-1-1,1 1,-1 0,1-1,0 1,-1 0,1-1,0 1,0 0,-1-1,1 1,0 0,0-1,0 1,0 0,0-1,0 1,0 0,0 0,0-1,0 1,0 0,0 0,1-1,-1 1,0 0,0-1,1 1,-1-1,1 1,-1 0,0-1,1 1,-1-1,1 1,-1-1,1 1,0-1,-1 1,1-1,-1 0,1 1,0-1,30 20,-4-10,0-1,1-1,0-1,0-1,9-1,70 16,-104-21,0 1,0-1,0 0,0 1,-1 0,1-1,0 1,0 0,-1 1,1-1,-1 0,1 1,-1-1,0 1,1 0,-1 0,0 0,0 0,0 0,-1 0,1 1,0-1,-1 1,0-1,1 1,-1-1,0 1,0 0,0-1,-1 1,1 0,-39 106,37-107,1 0,0 0,0 0,0-1,1 1,-1 0,0 0,1 0,-1 0,1 0,-1-1,1 1,0 0,0-1,0 1,0 0,0-1,0 1,0-1,1 0,-1 1,1-1,-1 0,1 0,-1 0,1 0,-1 0,1 0,0 0,0 0,-1-1,1 1,0-1,1 1,67 10,-53-9,0-2,0 0,0 0,0-2,0 0,0-1,0-1,-1 0,0-2,0 1,0-2,0 0,-1-1,0-1,-1 0,6-5,-16 11,-1 0,1 0,-1-1,0 1,0-1,0 1,0-1,-1 0,1 0,-1-1,0 1,0 0,-1-1,0 1,1-1,-1 1,-1-1,1 0,-1 1,1-1,-1 0,-1 1,1-1,-1 0,1 1,-2-1,1 1,0-1,-1 1,0-1,0 1,0 0,0 0,-1 0,1 0,-1 0,-3-2,3 4,1 1,0-1,-1 1,1 0,-1 0,1 0,-1 0,0 0,1 1,-1-1,0 1,0 0,1 0,-1 0,0 0,0 0,1 0,-1 1,0-1,1 1,-1 0,0 0,1 0,-1 0,1 0,0 1,-1-1,1 1,0 0,0-1,0 1,0 0,0 0,0 0,0 1,-2 2,0 1,0 0,0 0,1 0,0 0,0 0,0 1,1-1,0 1,0 0,1 0,0 0,0 4,1-3,0 0,1 1,1-1,-1 0,1 0,1 0,-1 0,2-1,-1 1,1-1,0 0,0 0,1 0,0 0,0-1,0 0,1 0,4 3,6 5,0-1,0-1,2 0,-1-1,1-1,18 6,-14-7,1-1,0 0,1-2,0-1,7 0,30 0</inkml:trace>
  <inkml:trace contextRef="#ctx0" brushRef="#br2" timeOffset="-158095.116">8139 2734,'19'-5,"-1"0,0-1,0-1,-1-1,0 0,0-1,-1-1,0 0,-1-2,0 0,7-7,-2 4,0-1,-1 0,-1-2,0 0,-2-2,0 1,-1-2,-1 0,-1-1,0 0,-2-1,3-11,-6-35,-8 67,0 0,0 1,0-1,-1 0,1 0,-1 1,1-1,-1 1,0-1,1 0,-1 1,0-1,0 1,0 0,0-1,0 1,-1 0,1 0,0-1,-1 1,1 0,-1 0,1 1,-1-1,1 0,-1 0,1 1,-1-1,0 1,1-1,-1 1,0 0,0 0,1 0,-1 0,0 0,-1 0,-9 3,0 1,0 0,0 1,0 1,0 0,1 0,0 1,1 0,0 1,0 1,0-1,1 1,0 1,1 0,0 0,-3 5,-1 1,1 1,0 0,1 0,1 1,1 1,0-1,2 1,0 0,1 1,-2 16,5-26,1 0,0 0,1 0,0 1,1-1,0 0,1 0,0 0,0-1,1 1,0 0,1-1,0 0,0 0,1 0,0 0,1-1,0 0,0 0,1 0,0-1,3 3,6 0,0 0,0-1,1 0,0-1,1-1,0-1,0-1,0 0,0-1,1-1,0-1,0 0,0-2,-1 0,1-1,0-1,0-1,-1 0,1-1,16-7,-23 8,-1 0,0-1,0-1,0 1,-1-2,1 1,-1-1,-1-1,1 0,-1 0,0-1,-1 0,0-1,0 0,0 0,-2-1,1 1,-1-1,0-1,1-4,-6 11,0 0,-1 1,1-1,-1 0,0 1,0-1,0 0,-1 1,1-1,-1 0,0 1,0-1,0 1,-1-1,1 1,-1 0,1-1,-1 1,0 0,-1 0,1 0,0 1,-1-1,0 0,1 1,-1 0,0 0,0-1,0 2,-1-1,1 0,0 1,-1-1,1 1,-1 0,1 0,-1 1,0-1,1 1,-1-1,0 1,1 0,-1 1,0-1,1 1,-1-1,0 1,1 0,-1 0,1 1,0-1,-3 2,0 1,-1-1,1 2,0-1,0 1,0 0,1 0,-1 0,1 1,1 0,-1 0,1 0,0 0,0 1,1-1,0 1,0 0,0 0,1 1,0-1,0 5,2-10,0 1,0-1,0 1,0-1,1 0,-1 1,1-1,-1 1,1-1,0 0,0 0,0 1,0-1,0 0,1 0,-1 0,0 0,1-1,0 1,-1 0,1 0,0-1,0 1,0-1,0 0,0 0,0 0,1 0,-1 0,0 0,0 0,1-1,-1 1,0-1,1 1,1-1,90-4,-83 1,0 0,1 0,-2-1,1-1,0 0,-1 0,0-1,0 0,-1-1,1 0,-2 0,1-1,-1-1,0 1,-1-1,0 0,6-10,-12-5,-20 29,15-1,0 1,1-1,0 1,0 0,0 0,0 0,1 1,-1-1,2 1,-1-1,0 1,1 0,0-1,0 1,1 0,0 0,0 0,0 0,1-1,0 1,0 0,0 0,1-1,-1 1,1-1,1 1,-1-1,1 0,0 0,0 0,1 0,-1 0,1-1,2 2,9 4,1-1,0-1,0 0,0-2,1 0,0 0,1-2,-1 0,1-1,0 0,-1-2,1 0,0-1,14-2,57-5,-9-4</inkml:trace>
  <inkml:trace contextRef="#ctx0" brushRef="#br2" timeOffset="-157098.538">10516 2679,'-8'-3,"0"1,1-1,-1 1,0 1,0 0,0 0,0 0,0 1,0 1,-1-1,1 1,0 0,1 1,-1 0,0 0,0 1,1 0,-1 0,1 1,0 0,0 0,1 1,-1-1,1 1,0 1,0-1,0 1,1 0,0 1,-3 5,6-10,0-1,0 1,1 0,-1 0,1 0,-1 0,1 1,0-1,0 0,0 1,0-1,0 0,1 1,-1-1,1 1,-1-1,1 1,0-1,0 1,0-1,0 1,1-1,-1 1,1-1,-1 1,1-1,0 1,0-1,0 0,0 1,0-1,1 0,-1 0,1 0,-1 0,1 0,0 0,0-1,0 1,0-1,0 1,0-1,0 1,0-1,1 0,-1 0,0 0,1-1,1 2,11-4,-1-1,0 0,-1-1,1 0,-1-2,0 1,0-1,0-1,-1 0,0-1,0 0,-1-1,0 0,-1-1,0 0,9-11,-4 5,-1 0,0-1,-1 0,-1-1,-1 0,0-1,-1 0,-1-1,-1 0,-1 0,-1-1,-1 0,0 0,-2 0,0 0,-1-1,-2-2,-12-25,12 48,-1 0,1 0,-1 0,1 0,-1 0,1 0,-1 1,0-1,0 0,1 0,-1 0,0 1,0-1,0 0,0 1,0-1,0 1,0-1,0 1,0-1,0 1,0 0,0 0,0-1,0 1,-1 0,1 0,0 0,0 0,0 0,0 0,0 1,0-1,0 0,-1 0,1 1,0-1,0 1,0-1,0 1,0 0,-8 6,1 1,0 1,0 0,1 0,0 0,1 1,0 0,0 0,1 0,0 1,1 0,0 0,1 0,-1 8,-2 3,0-1,2 1,0 0,2 0,0 1,2-1,0 0,1 0,2 0,0 1,1-2,1 1,2-1,0 1,1-2,2 4,-6-17,0 0,1 0,0 0,0 0,0-1,1 0,0 0,0 0,0-1,1 0,0 0,0 0,0-1,1 0,-1-1,1 0,0 0,0 0,0-1,0 0,1-1,-1 0,0 0,1-1,-1 0,0 0,1-1,-1 0,0-1,0 0,1 0,3-2,2-2,0-1,-1-1,1 0,-1-1,-1 0,0-1,0-1,-1 1,-1-2,1 1,-2-2,0 1,0-1,-1-1,-1 1,0-1,-1-1,-1 1,0-1,0 0,-2 0,0 0,-1-1,0 1,-1-6,0 18,-1 0,1 1,-1-1,0 0,1 0,-1 0,-1 0,1 0,0 0,-1 0,1 0,-1 0,0 0,0 1,0-1,0 0,-1 1,1-1,-1 0,0 1,1 0,-1-1,0 1,0 0,-1 0,1 0,0 0,-1 1,1-1,-1 1,1-1,-1 1,0 0,1 0,-1 0,0 0,0 1,0-1,0 1,0-1,0 1,0 0,0 0,0 1,-2-1,-3 5,1-1,0 1,0-1,1 2,0-1,-1 1,2 0,-1 0,1 1,0 0,0 0,1 0,0 0,0 1,1-1,0 1,0 0,1 0,-1 0,2 1,0-1,0 0,0 1,1-1,0 0,1 9,1-11,-1 1,1 0,1-1,-1 1,1-1,0 0,0 0,1 0,0-1,0 1,0-1,1 0,-1 0,1 0,0 0,1-1,-1 0,1 0,0-1,0 1,0-1,0-1,1 1,-1-1,3 0,8 3,1-1,-1 0,1-2,0 0,0-1,0-1,0 0,-1-2,6-1,-7 1,0-2,-1 0,1 0,-1-2,0 0,0 0,-1-1,0-1,0-1,-1 0,0-1,0 0,3-4,16-19</inkml:trace>
  <inkml:trace contextRef="#ctx0" brushRef="#br2" timeOffset="-156433.808">11417 2501,'-15'39,"2"0,1 0,2 1,2 0,2 1,1-1,3 1,1 0,1 1,4 8,7 94,21 87,-24-178,-30-146,6 1,4-1,4 0,3-74,6 159,-2-5,1 1,1-1,0 1,1-1,0 1,1-1,1 1,0 0,5-10,-9 20,1 0,0 1,0-1,0 1,0-1,0 1,0-1,1 1,-1 0,0-1,1 1,-1 0,1 0,-1 0,1 0,0 0,-1 1,1-1,0 0,0 1,-1-1,1 1,0 0,0-1,0 1,0 0,-1 0,1 0,0 0,0 1,0-1,0 1,-1-1,1 1,0-1,-1 1,1 0,0 0,-1 0,1 0,-1 0,1 0,-1 0,1 0,-1 1,0-1,1 2,5 5,0 0,-1 1,0 0,-1 0,0 0,0 0,-1 1,0 0,-1 0,0 0,-1 1,0-1,0 0,-1 1,-1 0,0 0,1-9,-1-1,-1 1,1-1,0 1,0 0,0-1,-1 1,1-1,-1 1,0-1,1 1,-1-1,0 0,0 1,0-1,1 0,-2 1,1-1,0 0,0 0,0 0,0 0,-1 0,1 0,0 0,-1-1,1 1,-1 0,1-1,-1 1,1-1,-1 1,0-1,1 0,-1 0,1 0,-1 0,0 0,-1 0,2-1,0-1,0 1,0-1,1 1,-1-1,0 1,0-1,1 1,-1-1,1 0,0 1,-1-1,1 0,0 0,0 1,0-1,0 0,0 1,1-1,-1 0,0 0,1 1,-1-1,1 1,0-1,-1 0,1 1,0-1,0 1,0 0,1-2,90-141,-28 51,-46 66,-2-1,-1 0,-1-1,-2-1,-1 0,-1-1,-1 0,-2 0,-1 0,-1-8,-5 38,1 0,-1 0,1 0,-1-1,0 1,1 0,-1 0,0 0,0 0,0 0,0 0,0 0,0-1,0 1,0 0,0 0,-1 0,1 0,0 0,-1 0,1 0,-1 0,1 0,-1 0,1 0,-1 0,0 0,1 0,-1 0,0 1,0-1,0 0,0 1,0-1,1 0,-1 1,0-1,-1 1,1-1,0 1,0 0,0-1,0 1,0 0,0 0,0 0,0 0,0 0,-1 0,-5 5,0 0,0 0,1 1,-1-1,1 2,1-1,-1 1,1-1,0 1,1 1,0-1,-2 5,2-5,-9 14,2 0,0 1,1 0,2 1,0 0,1 0,2 1,0 0,2 0,0 0,2 0,0 0,2 8,1-22,0 1,1-1,0 0,0-1,1 1,1-1,-1 1,1-1,1-1,0 1,0-1,1 0,0 0,0-1,1 0,0 0,0-1,0 0,1 0,0-1,0 0,0-1,1 0,0 0,0-1,22 7,1-1,0-2,0-1,1-2,-1-1,1-1,0-3,42 0</inkml:trace>
  <inkml:trace contextRef="#ctx0" brushRef="#br2" timeOffset="-156112.557">12263 2788,'-2'-6,"-1"-1,0 1,-1 0,0 0,0 0,0 0,0 1,-1-1,0 1,0 0,0 1,-1-1,0 1,0 0,0 0,0 1,0 0,-1 0,1 1,-1-1,0 1,0 1,0-1,0 1,0 1,0-1,-3 1,1-1,-1 1,0 1,1-1,-1 2,1-1,0 1,-1 0,1 1,0 0,0 1,0 0,1 0,0 1,-1 0,2 0,-1 1,0 0,1 1,1-1,-2 2,7-7,-1 0,1 0,0 0,0 1,0-1,0 0,0 0,0 1,0-1,0 0,0 1,1-1,-1 1,1-1,-1 1,1-1,-1 1,1-1,0 1,0 0,0-1,0 1,0-1,0 1,0 0,0-1,1 1,-1-1,0 1,1-1,0 1,-1-1,1 1,0-1,0 1,0-1,0 0,0 0,0 1,0-1,0 0,0 0,1 0,-1 0,0 0,1 0,-1-1,0 1,1 0,0-1,13 3,0-1,0 0,0-1,1-1,-1 0,0-1,0-1,0-1,0 0,0 0,0-2,11-4,-19 7,-1 0,1 0,-1-1,0 1,0-1,0-1,0 1,0-1,-1 0,0 0,1-1,-2 0,1 0,0 0,3-5,-8 9,0 1,0-1,0 1,-1 0,1-1,0 1,0-1,0 1,0 0,0-1,-1 1,1 0,0-1,0 1,-1 0,1-1,0 1,0 0,-1-1,1 1,0 0,-1 0,1-1,0 1,-1 0,1 0,0 0,-1 0,1-1,-1 1,1 0,0 0,-1 0,1 0,-1 0,1 0,0 0,-1 0,1 0,-1 0,1 0,-1 0,1 1,0-1,-1 0,1 0,0 0,-1 0,1 1,0-1,-1 0,1 0,0 1,-1-1,1 0,0 1,0-1,-1 0,1 1,0-1,0 0,0 1,-1-1,1 1,0-1,0 0,0 1,-3 1,0 1,0-1,0 1,1 0,-1-1,1 1,0 0,0 1,0-1,0 0,0 1,1-1,-1 1,1-1,0 1,0-1,1 1,-1 0,1 0,0-1,-1 1,2 0,-1 0,0 0,1-1,0 1,0 0,0-1,0 1,0-1,1 1,-1-1,1 0,0 1,0-1,1 0,-1 0,1 0,-1-1,2 2,6 2,0-2,0 1,0-1,0 0,1-1,-1-1,1 1,0-2,0 1,-1-2,8 1,31 0</inkml:trace>
  <inkml:trace contextRef="#ctx0" brushRef="#br2" timeOffset="-155726.367">12796 2515,'-19'0,"3"-2,1 2,-1 0,0 0,0 2,0 0,1 0,-1 2,1 0,0 1,0 0,0 1,-10 6,23-11,0 0,0 1,0-1,1 0,-1 1,0-1,1 1,-1-1,1 1,-1 0,1 0,0-1,0 1,0 0,0 0,0 0,0 0,0 1,1-1,-1 0,1 0,-1 0,1 1,0-1,0 0,0 0,0 0,1 1,-1-1,0 0,1 0,0 0,-1 0,1 1,0-1,0 0,0-1,0 1,1 0,-1 0,9 8,1-1,0-1,0 0,0 0,1-1,1 0,-1-1,1-1,6 2,3 2,8 4,-11-6,0 2,-1 0,0 0,0 2,-1 0,2 3,-18-13,1 0,0 0,-1 0,1 0,-1 0,1 1,-1-1,1 0,-1 1,0-1,0 1,0 0,0-1,0 1,0 0,0 0,-1-1,1 1,-1 0,1 0,-1 0,0 0,1 0,-1 0,0 0,0 0,-1-1,1 1,0 0,-1 0,1 0,-1 0,1 0,-1 0,0-1,0 1,0 0,0-1,0 1,0-1,0 1,-1-1,1 1,0-1,-1 0,-1 1,-14 8,-1-1,0-1,0-1,-1-1,0 0,0-2,0 0,-1-1,1-1,-16 0,-70 0,105-3,-1 1,0 0,1 0,-1-1,0 1,1 0,-1 0,0-1,1 1,-1-1,1 1,-1-1,1 1,-1-1,1 1,-1-1,1 1,0-1,-1 1,1-1,0 0,-1 1,1-1,0 0,0 1,0-1,-1 0,1 1,0-1,0 0,0 1,0-1,0 0,0 1,1-1,-1 0,0 1,0-1,0 0,1 1,-1-1,0 0,1 1,-1-1,0 1,1-1,-1 0,1 1,-1-1,1 1,-1 0,1-1,-1 1,1-1,-1 1,1 0,0-1,-1 1,1 0,0 0,-1-1,1 1,0 0,-1 0,1 0,0 0,-1 0,2 0,73-31,-30 17</inkml:trace>
  <inkml:trace contextRef="#ctx0" brushRef="#br2" timeOffset="-154510.606">12960 2802,'4'-4,"1"0,-1 0,-1 0,1-1,-1 0,1 1,-1-1,-1 0,1 0,-1-1,0 1,0 0,0-1,-1 0,1 1,-2-1,1 0,0 1,-1-1,0 0,-1 0,1 1,-2-6,1 9,-1 0,1 0,-1 1,1-1,-1 1,1-1,-1 1,0 0,0-1,0 1,1 0,-1 0,0 1,0-1,-1 0,1 0,0 1,0 0,0-1,0 1,0 0,-1 0,1 0,0 0,0 0,0 1,0-1,0 1,0-1,-1 1,1 0,0 0,1 0,-2 0,-58 46,58-43,-1-1,1 1,1-1,-1 1,0 0,1 0,0 0,0 0,0 0,1 1,-1-1,1 0,0 1,0 0,1-1,-1 1,1-1,0 1,0-1,1 1,-1 0,1-1,0 1,0-1,0 1,1-1,0 0,0 0,0 0,0 0,1 0,2 4,4-2,1-1,0 0,1 0,-1-1,1 0,0-1,0 0,0-1,0 0,0-1,1 0,-1-1,10-1,-10 2,-1-2,0 1,0-1,0-1,0 0,0 0,0-1,7-3,-14 5,0-1,0 1,0-1,0 0,-1 1,1-1,0 0,-1-1,0 1,1 0,-1-1,0 1,0-1,-1 0,1 1,0-1,-1 0,0 0,1 0,-1 0,-1 0,1 0,0-1,-1 1,1 0,-1 0,0-1,0 1,0 0,-1 4,1 0,0 0,0 0,0 0,-1 0,1 0,0 0,-1 1,1-1,-1-1,1 1,-1 0,0 0,1 0,-1 0,0 0,0 0,0-1,0 1,1 0,-1-1,0 1,0-1,0 1,0-1,0 1,0-1,-1 0,1 1,0-1,0 0,0 0,0 0,0 0,0 0,0 0,-1 0,1 0,0 0,0-1,0 1,0 0,0-1,0 1,0-1,0 1,0-1,0 1,0-1,0 0,0 1,1-1,-1 0,0 0,0 0,1 0,-1 0,0 0,1 0,-1 0,1 0,0 0,-1 0,1 0,0 0,-1 0,1 0,0 0,0 0,0-1,-1 5,-1-1,1 1,0 0,0 0,0-1,0 1,1 0,-1 0,1 0,0 0,0 0,0 0,0 0,0 0,0-1,1 1,0 0,-1 0,1 0,0 0,0-1,1 1,-1-1,1 1,-1-1,1 1,0-1,0 0,0 1,0-1,0 0,0-1,0 1,1 0,-1-1,1 1,-1-1,1 0,2 1,1 0,0 0,0-1,1 0,-1 0,0 0,1-1,-1 0,0-1,1 1,-1-1,0 0,0-1,0 1,1-1,-2 0,1-1,0 1,0-1,-1-1,1 1,-1-1,3-2,1-2,1-1,-2 0,1 0,-1-1,0 0,-1-1,0 0,-1 0,0 0,3-11,-2 3,-6 13,1 0,0 0,0 0,0 1,1-1,0 1,0 0,0 0,0 0,1 0,0 0,0 1,0 0,4-3,-4 6,0 1,-1 0,1 0,0 0,-1 1,1-1,-1 1,1 0,-1 0,1 0,-1 0,0 1,1-1,-1 1,0 0,0 0,0 0,0 1,-1-1,1 0,0 1,-1 0,0 0,0 0,0 0,0 0,0 0,0 1,47 110,-48-105,1 1,1 0,-1 0,2-1,-1 0,1 0,1 0,-1 0,2 0,-1-1,1 0,0 0,1-1,0 1,0-1,1-1,-1 0,1 0,1 0,-1-1,1 0,0-1,3 2,1-4,-1 0,1-1,0 0,-1-1,1-1,0 0,-1 0,1-1,-1-1,1 0,-1-1,0 0,-1-1,1 0,-1-1,0 0,0-1,0 0,-1-1,0 0,-1-1,0 1,0-2,-1 1,5-9,9-57,-21 73,-1 0,0 0,0-1,0 1,-1 0,1 0,0 0,-1 0,0 0,1 0,-1 0,0 0,0 0,0 0,0 0,0 1,0-1,-1 0,1 1,-1-1,1 1,-1-1,1 1,-1 0,0-1,0 1,0 0,1 0,-1 0,0 1,0-1,0 0,-1 1,-1-1,0 1,0 0,-1 1,1-1,0 1,-1 0,1 0,0 0,0 1,0 0,0 0,0 0,0 0,0 0,1 1,-1-1,1 1,0 0,0 0,0 0,0 1,0-1,1 1,-1 0,1-1,0 1,0 0,1 0,-1 0,1 1,0-1,0 0,0 0,0 1,1-1,0 0,0 1,0-1,0 1,1-1,0 0,0 1,0-1,0 0,1 0,-1 0,1 0,1 1,6 2,1 0,0-1,1 0,-1 0,1-1,0 0,1-1,-1-1,1 0,0 0,0-1,-1 0,1-1,9-1,25 5,0-2,1-2,-1-2,0-2,0-2,0-2,0-2,27-10,-10-13,-62 31,0 0,1 0,-1 0,0 0,1 0,-1-1,0 1,0 0,0-1,0 1,0-1,0 1,-1-1,1 1,0-1,-1 0,1 1,-1-1,0 0,0 1,1-1,-1 0,0 0,0 1,-1-1,1 0,0 0,0 1,-1-1,1 0,-1 1,0-1,1 1,-1-1,0 1,0-1,0 1,0-1,-6-4,0-1,0 1,0 1,-1-1,0 1,0 1,0 0,-1 0,1 0,-1 1,0 0,0 1,0 0,-1 0,1 1,0 1,0-1,-1 1,1 1,0 0,-1 0,-2 1,6 0,0 0,0 0,1 0,-1 0,1 1,0 0,-1 0,1 1,1-1,-1 1,1 0,-1 0,1 1,0-1,0 1,0 2,2-5,0 1,1-1,0 1,-1 0,1-1,0 1,0 0,1 0,-1 0,0-1,1 1,0 0,0 0,0 0,0 0,0 0,0 0,1 0,0 0,-1-1,1 1,0 0,0 0,1-1,-1 1,0-1,1 1,0-1,-1 0,1 1,0-1,0 0,0 0,1 0,7 4,-1 0,1-1,1 0,-1-1,1 0,-1-1,1 0,0 0,0-1,0-1,1 0,-1 0,0-1,0-1,1 0,3-1,-9 2,0-1,0 0,0 0,-1 0,1-1,0 0,-1 0,1 0,-1 0,1-1,-1 0,0-1,0 1,-1-1,1 0,-1 0,1 0,-1 0,-1-1,1 0,-1 0,1 0,-1 0,-1 0,1-1,-1 1,0-1,0 0,-3 6,1 0,-1 1,1-1,-1 0,1 0,-1 1,1-1,-1 0,1 0,-1 0,0 0,1 0,-1 0,1 0,-1 0,1 0,-1 0,0 0,1 0,-1 0,1 0,-1 0,1-1,-1 1,0 0,1 0,-1-1,1 1,0 0,-1-1,1 1,-1-1,1 1,-1 0,1-1,0 1,-1-1,1 1,0-1,0 1,-1-1,1 0,0 1,0-1,0 1,0-1,-1 1,1-1,0 0,0 1,0-1,0 1,0-1,1 0,-1 1,0-1,0 1,0-1,-1 3,-1 1,1-1,0 1,0-1,0 1,0 0,0 0,0-1,1 1,-1 0,1 0,0 0,0 0,0 0,0 0,1-1,-1 1,1 0,-1 0,1 0,0-1,0 1,0 0,1-1,-1 1,1-1,-1 1,1-1,0 0,0 0,0 0,4 5,0-2,1 1,0-1,0 0,0 0,0-1,1 0,0 0,0 0,0-1,23 6,1-2,-1-1,1-1,0-1,0-2,1-2,-1-1,0-1,0-2,1-1,31-7</inkml:trace>
  <inkml:trace contextRef="#ctx0" brushRef="#br2" timeOffset="-150252.464">19761 4795,'4'0,"3"0</inkml:trace>
  <inkml:trace contextRef="#ctx0" brushRef="#br2" timeOffset="-147702.28">15869 3048,'19'-31,"-1"0,-1-1,-2-1,-1-1,-2 0,-1-1,-9 26,30-71,-30 78,-1 0,0 0,1 0,-1 0,1 0,-1 1,1-1,0 0,0 1,0-1,0 1,0 0,0 0,0 0,0 0,1 0,-1 0,0 0,1 1,-1-1,0 1,1-1,-1 1,1 0,-1 0,0 0,1 1,-1-1,1 0,-1 1,0 0,2 0,2 3,0 0,0 0,-1 1,0-1,0 1,0 0,0 1,-1-1,0 1,0 0,-1 0,1 0,-1 0,-1 1,1-1,-1 1,1 5,1-2,-1 1,0 0,0 0,-1 0,-1 0,0 0,0 0,-1 0,-1 0,-1 9,3-20,-1 1,0-1,0 0,0 1,0-1,0 1,0-1,0 0,0 1,0-1,0 1,0-1,0 0,0 1,0-1,0 1,0-1,0 0,-1 1,1-1,0 0,0 1,0-1,-1 0,1 1,0-1,-1 0,1 1,0-1,0 0,-1 0,1 1,0-1,-1 0,1 0,-1 0,1 1,0-1,-1 0,1 0,-1 0,1 0,0 0,-1 0,1 0,-1 0,1 0,0 0,-1 0,1 0,-1 0,1 0,0-1,-1 1,1 0,0 0,-1 0,1 0,0-1,-1 1,1 0,0 0,-1-1,1 1,0-1,-10-25,10 20,0 1,1-1,0 1,0-1,0 1,1-1,0 1,0 0,0 0,1 0,-1 0,1 0,0 1,1-1,-1 1,1 0,0 0,0 0,2-1,90-62,-73 53,0 2,0 0,1 2,1 1,5-1,-29 9,1 0,-1 1,1-1,0 1,-1 0,1-1,-1 1,1 0,0 0,-1 0,1 0,0 0,-1 0,1 1,-1-1,1 1,0-1,-1 1,1-1,-1 1,1 0,-1 0,0 0,1 0,-1 0,0 0,0 0,1 0,-1 0,0 0,0 1,0-1,-1 0,1 1,0-1,0 1,-1-1,1 1,-1-1,1 1,-1 0,0-1,1 1,-1 0,0-1,0 1,0 0,-1-1,1 2,-1 269,21 154,-20-347,-4-61,-2-19,-6-76,11 56,2-70,3 1,4 0,5 0,3 1,7-12,-20 88,37-105,-40 117,0-1,1 1,-1 0,1 0,-1 0,1 0,-1 0,1-1,0 1,-1 0,1 0,0 1,0-1,0 0,0 0,0 0,0 0,0 1,0-1,0 1,0-1,0 1,1-1,-1 1,0-1,0 1,1 0,-1 0,0 0,0-1,1 1,-1 1,0-1,0 0,1 0,-1 0,0 1,0-1,0 0,1 1,-1-1,0 1,0 0,0-1,0 1,0 0,0 0,0-1,0 1,0 0,0 0,-1 0,1 0,0 0,-1 0,1 0,0 1,-1-1,10 15,-1 2,0-1,-2 1,0 0,0 0,-2 1,1 6,-6-23,1 0,-1 0,1 0,-1 1,0-1,0 0,0 0,0 1,0-1,0 0,0 0,-1 0,1 1,-1-1,0 0,0 0,0 0,0 0,0 0,0 0,0 0,-1-1,1 1,-1 0,1-1,-1 1,1-1,-1 1,0-1,0 0,0 0,0 0,0 0,0 0,0 0,0-1,0 1,0 0,-1-1,0 0,-5 2,1-2,0 1,-1-1,1 0,-1 0,1-1,-1 0,1-1,-1 1,1-1,0-1,0 0,0 0,0 0,1 0,-1-1,1 0,0-1,-5-4,3-2</inkml:trace>
  <inkml:trace contextRef="#ctx0" brushRef="#br2" timeOffset="-147094.903">16852 2966,'2'-38,"2"-1,2 1,1 0,2 0,11-60,-11 51,-8 47,0-1,0 0,0 1,0-1,0 1,0-1,0 1,0-1,0 1,0 0,0-1,0 1,1 0,-1 0,0 0,0 0,0 0,0 0,0 0,0 0,0 0,1 1,-1-1,0 0,0 1,0-1,0 1,0-1,0 1,0 0,-1-1,1 1,0 0,0 0,0-1,0 2,4 1,196 115,-198-116,0-1,-1 1,1 0,0 0,-1 0,1 0,-1 1,0-1,0 1,0-1,0 1,0 0,0-1,-1 1,1 0,-1 0,0 0,0 1,0-1,0 0,-1 0,1 0,-1 1,0-1,0 0,0 1,0-1,-1 0,1 0,-1 0,0 1,0-1,-1 3,1-5,0 0,0 0,0 1,1-1,-1 0,0 1,0-1,1 1,-1 0,1-1,-1 1,1-1,0 1,0 0,0-1,-1 1,2 0,-1-1,0 1,0 0,0-1,1 1,-1 0,1-1,-1 1,1-1,0 1,0-1,-1 1,1-1,0 0,0 1,0-1,1 0,-1 0,0 0,0 0,1 0,12 4,-1-1,1-1,0 0,0-1,0-1,1 0,-1-1,0 0,0-1,2-1,-12 2,20-2,-1-1,0 0,-1-2,1 0,-1-2,0 0,0-2,6-4,-20 9,0 0,0 0,0-1,0-1,-1 1,0-1,0 0,-1-1,0 1,0-1,0-1,-1 1,0-1,-1 0,1 0,-2 0,1-1,-1 1,0-1,-1 0,0 0,0-4,-1 12,-1 0,1-1,-1 1,0 0,0 0,0-1,0 1,1 0,-2-1,1 1,0 0,0 0,0-1,-1 1,1 0,0 0,-1-1,1 1,-1 0,0 0,1 0,-1 0,0 0,0 0,1 0,-1 0,0 0,0 0,0 0,0 1,0-1,-1 0,1 1,0-1,0 1,0-1,0 1,-1-1,1 1,0 0,0 0,-1-1,1 1,0 0,-1 0,1 1,0-1,-1 0,-56 29,55-27,0 1,0-1,1 1,-1 0,1 1,-1-1,1 0,0 1,0-1,0 1,1-1,-1 1,1 0,0 0,0 0,0 0,1-1,-1 1,1 0,0 0,0 0,0 0,1 0,-1 0,1 0,0 0,0 0,1 0,-1-1,1 1,0 0,0-1,0 1,2 1,7 5,1-1,0-1,1 0,0-1,0 0,0-1,1-1,0 0,0 0,1-2,-1 0,1 0,13 0,190 16,-116-18</inkml:trace>
  <inkml:trace contextRef="#ctx0" brushRef="#br2" timeOffset="-145329.624">9710 3376,'-6'-4,"-2"0,1 0,0 1,-1 0,1 0,-1 1,0 0,0 0,0 1,0 0,0 0,0 1,0 0,0 0,0 1,0 0,0 1,0 0,0 0,0 0,1 1,-1 1,1-1,0 1,0 0,0 0,0 1,1 0,0 1,0-1,0 1,1 0,0 0,0 1,2-4,1 0,-1 0,1 0,-1 0,1 0,0 1,1 0,-1-1,0 1,1 0,0-1,0 1,0 0,1 0,-1 0,1 0,0 0,0 0,0 0,0 0,1 0,0 0,0 0,0-1,0 1,0 0,1-1,0 1,0 0,0-1,0 0,0 1,1-1,-1 0,1 0,0-1,0 1,0-1,3 3,0-3,-1-1,1 0,0 0,0 0,0-1,0 1,0-1,0-1,0 1,0-1,0 0,0-1,-1 1,1-1,0 0,-1-1,1 1,-1-1,2-2,90-72,-82 61,-1 0,-1-1,-1-1,0 1,-1-2,-1 0,-1 0,-1-1,0 0,-2 0,0-1,-1 0,-2 0,0 0,-1 0,-1 0,0-1,-2 1,-1 0,-1-5,-8-4,10 29,1 1,0 0,-1 0,1 0,-1 0,1 0,-1 0,1-1,0 1,-1 0,1 0,-1 0,1 0,-1 0,1 1,-1-1,1 0,0 0,-1 0,1 0,-1 0,1 1,0-1,-1 0,1 0,-1 1,1-1,0 0,-1 0,1 1,0-1,0 0,-1 1,1-1,0 1,0-1,-1 0,1 1,0-1,0 1,0-1,0 1,0-1,0 0,0 1,0-1,0 1,0-1,0 1,0-1,0 1,0-1,0 0,0 1,0-1,0 1,1-1,-1 0,0 1,0-1,1 1,-1-1,0 0,0 1,1-1,-6 237,5-226,-1 4,1 1,0-1,1 0,1 0,0 0,1 0,0 0,1-1,1 0,1 1,0-1,0-1,8 11,-10-20,0 0,0-1,0 1,1-1,-1 0,1-1,0 1,0-1,0 0,0 0,0 0,0-1,0 0,1 0,-1 0,0 0,1-1,-1 0,1 0,-1-1,0 1,1-1,-1-1,0 1,0-1,5-1,-3 0,0 1,0-2,-1 1,1-1,-1 0,0 0,0 0,0-1,-1 0,1 0,-1-1,0 1,-1-1,1 0,-1-1,-1 1,1-1,-1 1,1-4,-2 4,1-1,-2 0,1 0,-1 1,0-1,0 0,-1 0,0 0,0 0,-1 0,1 0,-2 0,1 0,-1 1,0-1,0 0,-1 1,0 0,0-1,0 1,-2-1,31 22,118 21,-61-20,-79-15,0-1,0 1,0 0,0 1,0-1,0 1,-1 0,1-1,0 2,-1-1,1 0,-1 1,0-1,0 1,0 0,0 0,-1 0,1 1,-1-1,1 1,-1-1,0 1,-1 0,1-1,-1 1,1 0,-1 0,-1 0,1 0,0 1,-1-1,0 2,-22 147,22-151,0 0,0-1,1 1,-1 0,0-1,1 1,0 0,-1-1,1 1,0 0,0-1,0 1,0-1,0 0,0 1,0-1,0 0,0 0,1 1,-1-1,1 0,-1 0,1 0,-1-1,1 1,-1 0,1-1,0 1,-1-1,1 1,0-1,-1 0,1 1,60-2,-42-1,-1-2,0-1,0 0,-1-1,1-1,-1-1,-1-1,12-7,-21 11,-1 1,0-2,0 1,0-1,-1 0,0 0,0 0,0-1,-1 0,0 0,0 0,-1-1,0 0,0 0,-1 0,0 0,-1 0,0-1,0 1,0-6,-1 9,-1 0,-1 0,1 0,-1 0,0 0,0 0,0 0,-1 0,0 1,1-1,-2 1,1-1,-1 1,1 0,-1 0,-2-3,3 6,1-1,-1 0,1 1,-1-1,0 1,0 0,1 0,-1 0,0 0,0 0,0 0,0 0,-1 1,1-1,0 1,0-1,0 1,0 0,-1 0,1 0,0 0,0 0,0 0,-1 1,1-1,0 1,0-1,0 1,0 0,0 0,0 0,0 0,0 0,1 1,-1-1,0 0,1 1,-1 0,-2 1,1 0,-1 1,1 0,0 0,1 0,-1 0,0 0,1 0,0 1,0-1,1 1,-1 0,1 0,0-1,0 1,0 0,1 0,0 0,0 0,0 0,0 0,1-1,0 1,0 0,0 0,1-1,-1 1,1 0,0-1,0 0,1 1,0-1,-1 0,1 0,0 0,1-1,-1 1,1-1,0 0,2 2,16 7,0 0,1-2,0-1,1 0,0-2,0 0,1-2,0-1,0-1,0-1,0-1,0-1,10-2,40 1</inkml:trace>
  <inkml:trace contextRef="#ctx0" brushRef="#br2" timeOffset="-144320.313">11430 3430,'-15'-7,"0"0,0 1,-1 1,1 0,-2 1,1 1,0 0,0 1,-1 1,0 0,1 1,-1 1,1 1,0 0,-1 2,-11 3,-36 35,62-40,1-1,0 0,-1 1,1-1,0 1,0 0,0-1,0 1,0 0,0-1,0 1,0 0,1 0,-1 0,1 0,-1 0,1 0,0 0,0 0,0 0,0 0,0 0,0 0,1 0,-1-1,1 1,-1 0,1 0,0 0,0 0,0 0,0-1,0 1,0 0,0-1,1 2,6 2,0 0,0 0,1-1,-1 0,1-1,0 0,0 0,0-1,0 0,1-1,-1 0,0 0,1-1,-1 0,0 0,1-1,-1-1,5 0,1 0,0-1,1 0,-1-1,-1 0,1-1,0-1,-1 0,0-1,-1-1,0 0,0-1,0 0,7-8,5-28,-23 50,-1 0,1 0,0-1,1 1,-1-1,1 1,0-1,0 0,0 0,1 0,-1 0,1 0,0-1,0 0,0 0,0 0,1 0,-1-1,1 1,0-1,0 0,-1-1,5 2,4 0,0 0,0-1,-1 0,1-1,1 0,-1-1,0-1,0 0,0-1,13-5,0-1,0-2,-1 0,-1-2,0-1,0-1,-1 0,-1-2,-1-1,0-1,-1 0,8-11,-28 28,46-31,-45 32,0 0,0 1,0-1,0 0,0 1,0-1,0 1,0-1,0 1,0 0,0-1,-1 1,1 0,0-1,0 1,-1 0,1 0,-1 0,1 0,-1 0,1 0,-1 0,1 0,-1 0,0 0,1 0,-1 0,0 0,0 0,0 0,0 0,0 0,0 0,0 0,0 1,3 178,-5-119,2-31,-1 46,-2 0,-5-1,-4 13,7-83,3-27,2-61,4 1,14-82,-18 161,2-13,-1 0,2 0,0 0,1 1,1-1,0 1,1 0,1 1,0-1,1 1,3-4,-9 16,0 0,0 1,0-1,0 1,0-1,0 1,0 0,1-1,-1 1,0 1,1-1,-1 0,1 0,-1 1,1-1,-1 1,1 0,-1 0,1 0,0 0,-1 0,1 1,-1-1,1 1,-1 0,0-1,1 1,-1 0,1 1,-1-1,0 0,0 0,0 1,2 1,67 64,-69-64,10 10,3 3,0 1,-1 1,-1 0,-1 0,7 14,-18-31,-1 0,1 0,0-1,-1 1,1 0,-1 0,1 0,-1 0,1 1,-1-1,0 0,1 0,-1 0,0 0,0 0,0 0,0 0,0 1,0-1,0 0,0 0,0 0,-1 0,1 0,0 0,-1 0,1 1,-1-1,1 0,-1 0,1-1,-1 1,0 0,0 0,1 0,-1 0,0-1,0 1,0 0,0-1,0 1,0 0,0-1,0 1,0-1,0 0,0 1,0-1,0 0,0 0,0 0,-1 1,1-1,0 0,0-1,0 1,0 0,0 0,-1 0,1-1,0 1,0 0,0-1,0 1,0-1,0 0,-5-1,1-1,0 0,0-1,0 1,0-1,1 0,0 0,-1 0,2-1,-1 1,0-1,1 0,0 0,0 0,0-1,1 1,-1-1,2 1,-1-1,0 0,1 0,0-1,-1-4,1 0,0 1,0-1,2 0,-1 1,1-1,0 0,1 1,1-1,0 1,0 0,1-3,10-11,2 1,0 1,1 0,1 1,1 1,0 0,2 2,0 0,1 2,6-3,21-19,-86 131,32-77,0 0,1 1,1 0,0 0,1 0,1 0,1 0,0 0,1 0,1 0,0 0,2 0,0 0,1-1,0 0,1 0,1 0,1-1,0 1,1-2,0 0,1 0,1 0,0-1,1-1,1 0,0-1,0 0,1-1,-6-5,1 0,0 0,0-1,0 0,0-1,0 0,1 0,0-1,-1-1,9 1,8-2</inkml:trace>
  <inkml:trace contextRef="#ctx0" brushRef="#br2" timeOffset="-144069.989">12223 3198,'19'5,"21"3,26 1,23 1,16 1,11 1,-13-1</inkml:trace>
  <inkml:trace contextRef="#ctx0" brushRef="#br2" timeOffset="-143760.817">13260 3471,'-259'14,"256"-14,0 0,1 0,-1 0,0 0,1 0,-1 1,0 0,1-1,-1 1,1 0,-1 0,1 0,0 0,-1 1,1-1,0 1,0-1,0 1,0 0,0 0,0 0,0 0,1 0,-1 0,1 0,-1 1,1-1,0 1,0-1,0 1,0-1,1 1,-1-1,1 1,-1 0,1-1,0 1,0 0,0-1,0 2,1 1,0 1,1-1,-1 0,1 1,0-1,0 0,1 0,-1 0,1 0,0-1,1 1,-1-1,1 0,-1 0,2 0,-1 0,0-1,0 0,1 1,0-2,0 1,0 0,0-1,0 0,2 0,3 2,0-1,1 0,-1-1,1 0,-1 0,1-1,0-1,-1 0,1 0,0-1,-1 0,10-3,-11 1,-1 0,1-1,-1 1,0-2,-1 1,1-1,-1-1,0 1,0-1,-1 0,1-1,-1 1,-1-1,1 0,-1-1,-1 0,1 1,-1-1,2-8,-5 15,-1 1,1-1,-1 1,1-1,0 0,-1 1,1-1,0 1,-1-1,1 1,0 0,-1-1,1 1,0 0,0-1,-1 1,1 0,0 0,0 0,0 0,-1 0,1 0,0 0,0 0,0 0,-1 0,1 0,0 0,0 1,0-1,-1 0,1 0,0 1,-1-1,1 1,0-1,-1 1,1-1,0 1,-1-1,1 1,-1-1,1 1,-1 0,1-1,-1 1,1 0,-1 0,0-1,1 1,-1 0,0 0,0-1,0 1,0 0,1 1,10 10,3-1,0-2,0 0,1-1,0 0,1-1,-1-1,1 0,1-1,-1-1,1 0,9 0,116 14,45-10,6-9</inkml:trace>
  <inkml:trace contextRef="#ctx0" brushRef="#br2" timeOffset="-121376.343">178 2775,'0'0</inkml:trace>
  <inkml:trace contextRef="#ctx0" brushRef="#br3" timeOffset="34131.451">4165 13139,'226'71,"4"-22,216 15,-118-20,630 143,-194-32,222 15,-360-76,-355-35,-247-50,-25-9,-2-1,-10-5</inkml:trace>
  <inkml:trace contextRef="#ctx0" brushRef="#br3" timeOffset="34443.517">8207 13467,'-1'3,"-1"-1,1 0,0 1,0-1,0 1,0 0,0-1,1 1,-1 0,1-1,-1 1,1 0,0 0,0 0,0-1,1 1,-1 0,1 0,-1-1,1 1,0 0,0-1,0 1,0-1,1 1,-1-1,1 0,-1 0,1 1,0-1,0 0,0 0,0-1,0 1,24 25,2-1,0-2,1-1,2-1,0-2,1-1,21 8,-42-21,255 143,-201-96,-64-51,0-1,1 1,-1-1,0 1,0 0,0 0,0 0,-1-1,1 1,0 0,-1 0,0 0,1 0,-1 0,0 0,0 0,0 0,0 0,0 0,0 0,-1 0,1 0,-1 0,1 0,-1 0,0 0,0 0,0-1,0 1,0 0,0-1,0 1,0 0,-1-1,1 0,-1 1,1-1,-3 1,-65 36,-10-12,-1-4,-1-3,-76 8,93-17,-319 51,223-37</inkml:trace>
  <inkml:trace contextRef="#ctx0" brushRef="#br3" timeOffset="38949.333">5995 12430,'-24'68,"35"-78,-10 7,0 0,0 0,-1 0,1 0,-1-1,0 1,0 0,0 0,0 0,0-1,-1 1,1 0,-1 0,0 0,0 0,0 0,-1 0,1 0,0 0,-1 0,0 1,0-1,0 1,0-1,0 1,0 0,-1-1,1 1,-1 1,0-1,1 0,-2 0,-5-3,0 0,-1 1,0 0,1 0,-1 1,-1 0,1 1,0 0,-8 0,9 1,0 1,0 0,0 0,0 0,0 1,0 1,0-1,0 1,0 1,0 0,1 0,0 1,-1 0,1 0,1 1,-1 0,1 0,-1 1,1 0,1 0,0 1,-1 0,2 0,-1 0,1 1,0-1,1 1,0 1,0-1,1 0,0 1,-1 5,2-2,1-1,1 0,0 1,0-1,1 0,1 0,-1 1,2-1,0 0,0 0,1-1,0 1,1-1,0 0,1 0,0 0,0-1,1 0,0 0,1-1,0 0,0 0,1-1,0 0,0 0,1-1,0-1,0 1,0-1,0-1,1 0,0-1,0 0,0 0,6 0,3 1,1-1,-1-1,1-1,-1-1,1-1,-1 0,1-2,-1 0,0-1,0-1,0-1,-1-1,1 0,-2-2,1 0,-1-1,4-4,-17 11,1-1,-1 1,0-1,-1 0,1 0,-1-1,0 1,0-1,0 0,0 0,-1 0,0-1,0 1,0-1,-1 0,0 1,0-1,1-6,-3 12,0 0,0-1,0 1,0-1,0 1,0 0,0-1,0 1,0-1,0 1,0-1,0 1,0 0,0-1,-1 1,1-1,0 1,0 0,0-1,-1 1,1 0,0-1,0 1,-1 0,1-1,0 1,-1 0,1-1,0 1,-1 0,1 0,0 0,-1-1,1 1,-1 0,1 0,0 0,-1 0,1 0,-1 0,1 0,-1 0,1 0,0 0,-1 0,1 0,-1 0,1 0,-1 0,1 0,0 0,-1 0,1 1,-1-1,1 0,0 0,-1 0,1 1,0-1,-1 0,1 1,0-1,0 0,-1 1,1-1,0 0,-21 24,19-18,0 0,0 0,0 1,1-1,0 0,0 1,0-1,1 1,0-1,0 1,1-1,0 1,0-1,0 1,1-1,0 0,0 0,0 0,1 0,0 0,1 0,-1-1,1 1,0-1,0 0,0 0,1-1,0 1,0-1,0 0,0 0,1-1,0 0,-1 0,1 0,0 0,0-1,3 0,83 17,-90-19,0 0,0 1,0-1,1-1,-1 1,0 0,0 0,1-1,-1 0,0 1,0-1,0 0,0 0,0 0,0 0,0 0,0 0,0-1,-1 1,1-1,-1 1,1-1,-1 0,1 0,-1 1,0-1,0 0,0 0,0 0,0 0,0-1,0 1,-1 0,1 0,-1 0,0 0,0-1,1 1,-1-1,-3-8,1 0,-1 1,-1-1,0 1,0 0,-1 0,-1 1,1-1,-1 1,-1 0,0 1,0 0,-1 0,0 0,-6-4,-87-63,101 75,0-1,0 1,0-1,0 0,1 1,-1-1,0 1,0-1,0 1,1-1,-1 0,0 1,1-1,-1 1,0-1,1 1,-1 0,1-1,-1 1,1-1,-1 1,0 0,1-1,0 1,-1 0,1 0,-1-1,1 1,-1 0,1 0,0 0,-1 0,1 0,-1 0,1-1,-1 1,1 1,0-1,-1 0,1 0,-1 0,1 0,0 0,-1 1,1-1,-1 0,1 0,-1 1,1-1,-1 0,1 1,-1-1,1 0,-1 1,4-1,15 0,7-1,1 0,0 1,-1 2,1 1,-1 1,1 1,-1 1,-1 2,1 0,-1 2,14 7,-33-11,1 0,-1 0,0 1,-1 0,1 0,-1 0,-1 1,1-1,-1 1,-1 0,0 0,0 1,0-1,-1 1,0-1,-1 1,0 0,0-1,-1 1,0 0,0 0,-1 0,0-1,-1 1,0 0,0-1,-1 0,-1 3,3-6,-5 44,6-48,0 0,1 0,-1 1,0-1,1 0,-1 0,1 0,-1 0,1 0,0 0,-1 0,1 0,0 0,0 0,0 0,0 0,-1 0,1-1,0 1,0 0,1-1,-1 1,0-1,0 1,0-1,0 1,0-1,1 0,-1 1,0-1,0 0,0 0,1 0,-1 0,0 0,0-1,0 1,1 0,10-3,0 0,-1-1,1 0,-1-1,0 0,0-1,0 0,-1-1,0 0,0-1,-1 0,0 0,0-1,-1 0,0 0,0-1,-1 0,3-8,-5 11,0 0,0-1,-1 0,0 0,-1 0,0 0,0-1,-1 1,0-1,0 0,-1 0,0-7,-1 16,0 1,0-1,-1 0,1 0,0 1,0-1,-1 0,1 1,0-1,0 0,-1 0,1 0,0 1,-1-1,1 0,0 0,-1 0,1 0,0 0,-1 0,1 1,0-1,-1 0,1 0,0 0,-1 0,1 0,-1 0,1-1,0 1,-1 0,1 0,0 0,-1 0,1 0,0 0,-1-1,1 1,0 0,-1 0,1 0,0-1,0 1,-1 0,1 0,0-1,0 1,0 0,-1-1,1 1,0 0,0-1,0 1,0 0,0-1,-1 1,1 0,0-1,0 1,0 0,0-1,0 1,0-1,0 1,0 0,0-1,1 1,-1 0,0-1,-15 26,13-18,0 0,1 1,-1-1,2 0,-1 1,1-1,0 1,1-1,-1 0,2 1,-1-1,1 0,0 0,0 1,1-2,0 1,0 0,1-1,0 1,0-1,0 0,1 0,0-1,0 1,1-1,-1 0,1-1,0 1,0-1,1 0,-1-1,1 1,0-1,0-1,0 1,0-1,0-1,0 1,1-1,-1 0,1-1,-1 0,0 0,1 0,-1-1,4-1,-6 0,0 0,0 0,0 0,0-1,-1 0,1 0,-1 0,0 0,0-1,0 0,-1 0,1 0,-1 0,0 0,0-1,0 1,-1-1,1 0,0-3,26-104,-19 63,-15 65,1 1,1-1,0 1,2-1,-1 1,2 0,1 0,0-1,1 1,2 9,-1-21,0 0,0 1,0-1,1 0,0-1,0 1,0-1,1 1,-1-1,1-1,0 1,0-1,1 0,-1 0,1 0,-1-1,7 3,103 19,-52-19,-4-2</inkml:trace>
  <inkml:trace contextRef="#ctx0" brushRef="#br3" timeOffset="40488.712">7907 12867,'-6'-8,"0"0,-1 1,1 1,-1-1,-1 1,0 0,1 0,-2 1,1 0,0 1,-1 0,0 0,0 1,0 0,-1 0,1 1,-1 1,1-1,-1 2,1-1,-1 1,0 1,1-1,-1 2,1-1,-5 3,9-3,1 1,-1 1,1-1,0 1,0 0,0 0,0 0,1 0,-1 1,1-1,0 1,0 0,0 0,0 0,1 0,0 1,0-1,0 1,0-1,1 1,-1 0,1 0,1-1,-1 1,0 0,1 0,0 0,0 0,1 0,0 0,-1-1,2 1,-1 0,0 0,1-1,0 1,0-1,0 1,1-1,-1 0,1 0,0 0,3 3,1-3,-1 1,1-1,0-1,0 1,0-1,0-1,1 1,-1-1,1 0,-1-1,1 0,0 0,0-1,-1 1,1-2,0 1,0-1,-1 0,1-1,-1 0,1 0,-1-1,0 0,1 0,-2 0,1-1,0 0,-1-1,1 1,-1-1,-1-1,1 1,-1-1,0 0,0 0,0 0,-1-1,0 1,-1-1,1 0,-1 0,0-1,0-2,-3-47,0 57,-1-1,1 1,-1 0,1 0,0 0,-1-1,1 1,-1 0,1 0,-1 0,1 0,-1 0,1 0,-1 0,1 0,-1 0,1 0,-1 0,1 0,-1 0,1 0,-1 1,1-1,-1 0,1 0,0 1,-1-1,1 0,-1 0,1 1,0-1,-1 0,1 1,0-1,-1 1,1-1,0 0,0 1,-1-1,1 1,0-1,0 1,0-1,0 1,-1-1,1 0,0 1,0-1,0 1,0-1,0 1,0-1,0 1,0-1,1 1,-1-1,0 1,-3 9,1-1,0 0,1 1,0 0,0-1,1 1,0 0,1-1,0 1,1 0,0-1,0 1,1-1,0 0,2 4,-3-8,1-1,-1 1,1 0,0-1,0 0,0 1,1-1,-1 0,1-1,0 1,0-1,0 0,1 0,-1 0,1 0,0-1,0 0,-1 0,2 0,-1 0,0-1,0 0,0 0,1 0,-1-1,0 0,0 0,4-1,2-1,-1-1,0 0,0-1,0 0,-1-1,0 0,1 0,-2-1,1 0,-1-1,0 0,0 0,-1-1,1 1,-2-2,1 1,-1-1,-1 0,0 0,0-1,-1 1,0-1,2-7,-29 125,23-103,0 0,0 1,0-1,1 0,0 0,0 1,0-1,1 0,0 0,0 0,0-1,0 1,1 0,0-1,0 1,0-1,0 0,1 0,0 0,-1-1,1 1,1-1,-1 0,0 0,1 0,0-1,-1 0,1 0,0 0,0 0,0-1,4 1,-1 0,0-1,1 0,-1 0,0-1,0 0,1-1,-1 1,0-2,0 1,0-1,0 0,0-1,0 0,-1 0,1-1,-1 1,0-2,0 1,0-1,-1 0,1-1,-1 1,-1-1,1 0,-1-1,0 1,0-1,-1 0,0 0,0-1,2-6,-6 14,-1 0,1 1,-1-1,1 0,-1 0,1 0,-1 0,1 1,-1-1,1 0,-1 0,1 0,0 0,-1 0,1 0,-1 0,1-1,-1 1,1 0,-1 0,1 0,-1 0,1-1,-1 1,1 0,0 0,-1-1,1 1,-1 0,1-1,0 1,-1 0,1-1,0 1,-1-1,1 1,0 0,0-1,0 1,-1-1,1 1,0-1,0 1,0-1,0 1,0-1,0 1,0-1,0 1,0-1,0 1,-3 5,0 1,0 0,1 0,0 0,0 0,0 0,1 1,0-1,0 1,1-1,0 0,0 1,0-1,1 1,0-1,0 0,0 1,1-1,0 0,0 0,1 0,0 0,0-1,0 1,1-1,-1 1,1-1,1 0,-1-1,1 1,-1-1,1 0,1 0,4 3,11 1,-1 0,1-2,0 0,1-2,-1 0,1-1,0-1,0-1,0-1,8-2,-21 2,19 1,1-1,-1-1,0-2,-1 0,1-2,0-2,18-6,-43 13,-1-1,0 1,0-1,0 0,0 1,0-1,0 0,0 0,0 0,0 0,0-1,0 1,0 0,-1-1,1 0,-1 1,1-1,-1 0,1 0,-1 1,0-1,0 0,0 0,0 0,-1 0,1-1,0 1,-1 0,1 0,-1 0,0-1,0 1,0 0,0 0,0-1,0 1,-1 0,1 0,-1 0,1-1,-1 1,0 0,0 0,-5-3,0 1,0 0,0 0,0 1,-1 0,1 0,-1 1,0-1,0 1,0 1,0-1,0 1,0 1,-1-1,1 1,0 0,0 1,0 0,-7 1,9-2,0 1,0-1,0 1,0 0,1 0,-1 1,0 0,1-1,-1 2,1-1,-1 0,1 1,0 0,0 0,0 0,1 0,-1 1,1-1,0 1,0 0,0 0,0 0,0 0,1 1,0-1,0 1,0 0,1-1,-1 1,1 0,0 0,1 0,-1 0,1 0,0-1,0 1,1 1,0-2,1 0,0 0,0 0,0 0,1 0,0 0,-1-1,1 1,1-1,-1 0,0 0,1 0,-1 0,1 0,0-1,0 0,0 0,0 0,1 0,-1-1,0 1,1-1,4 0,2 2,1-1,0-1,1 0,-1-1,0 0,0 0,0-2,7-1,-7 0,0-1,0 0,-1 0,1-1,-1-1,-1 0,1-1,-1 0,0 0,-1-1,1 0,-2-1,1 0,-1-1,-1 1,1-1,-2-1,1 1,-2-1,2-4,9-21,-2-1,-1-1,-2 0,-2 0,3-28,-8 44,1-2,-2 1,0-1,-1 0,-1 0,-2-6,1 29,0 0,1 0,-1 1,0-1,0 0,0 0,0 1,0-1,0 0,0 0,0 0,-1 1,1-1,0 0,0 0,-1 1,1-1,0 0,-1 1,1-1,-1 0,1 1,-1-1,1 1,-1-1,1 0,-1 1,1-1,-1 1,0 0,1-1,-1 1,0 0,1-1,-1 1,0 0,0 0,1-1,-1 1,0 0,0 0,0 0,1 0,-1 0,0 0,0 0,1 0,-1 0,-1 1,-30 26,11 3,1 1,2 0,1 2,1 0,2 0,1 1,-3 19,9-30,1 0,1 1,1-1,0 1,2 0,2 0,0 10,0-26,1 1,0-1,1 1,0-1,0 1,1-1,0 0,0 0,1 0,0-1,0 1,1-1,0 0,0 0,0 0,1-1,0 0,1 0,0-1,-1 1,1-1,1-1,4 3,1-1,0-1,0 0,0-1,1 0,-1-1,1 0,0-1,0-1,0 0,0-1,0-1,0 0,0 0,0-2,-1 0,1 0,-1-1,0-1,0 0,8-5,-33 35,11-23,-1 1,1 0,0-1,0 1,1 0,-1 0,1 0,-1 0,1-1,0 1,0 0,0 0,0 0,0 0,1 0,0 0,-1-1,1 1,0 0,0 0,0-1,1 1,-1-1,1 1,-1-1,1 0,0 1,0-1,0 0,0 0,0 0,1-1,-1 1,1 0,1 0,5 2,1 0,0-1,0 0,0 0,0-2,0 1,0-1,1 0,-1-1,0 0,1-1,-1 0,0-1,0 0,0 0,0-1,0-1,0 1,4-4,-10 4,0 0,0 1,-1-2,0 1,1 0,-1-1,0 1,-1-1,1 0,-1 0,0 0,0 0,0 0,0-1,-1 1,1-1,-1 1,0-1,-1 1,1-1,-1 1,0-1,0 0,0 1,-1-1,1 0,-1 1,0-1,-1 1,1 0,-1-1,0 1,0 0,0 0,-1 0,1 0,-1 0,0 1,0-1,0 1,-1 0,1 0,-1 0,1 0,-1 0,-4-1,1 0,1 0,-1 1,0 0,0 0,0 1,0-1,0 1,-1 1,1 0,-1 0,1 0,-1 1,1 0,-1 1,1-1,-1 1,1 1,0 0,-1 0,1 0,0 1,0 0,0 0,1 0,-1 1,1 0,0 1,0 0,0-1,1 2,0-1,-1 1,2 0,-1 0,1 0,-3 6,6-6,0 0,1 0,-1 0,2 0,-1 0,0 0,1 0,0 0,1 0,-1 0,1 0,1 0,-1-1,1 1,-1-1,2 1,-1-1,0 0,1-1,0 1,0 0,1-1,-1 0,1 0,0-1,0 1,0-1,0 0,1 0,-1-1,7 3,26 12</inkml:trace>
  <inkml:trace contextRef="#ctx0" brushRef="#br3" timeOffset="40732.105">9901 12948,'-16'-2,"-15"1,-9 8,-4 10,-1 9,9 7,10 7,9 6,10 5,7-7</inkml:trace>
  <inkml:trace contextRef="#ctx0" brushRef="#br3" timeOffset="40886.732">9819 13577,'16'7,"13"2,10-1,8-1,6-2,4-2,6-3,-10-3</inkml:trace>
  <inkml:trace contextRef="#ctx0" brushRef="#br3" timeOffset="41657.703">11267 13849,'-16'-6,"0"0,-1 1,0 1,0 0,0 1,0 1,0 1,-7 0,17 1,0 0,-1 1,1 0,0 0,-1 0,1 1,0 0,0 1,0-1,1 1,-1 1,0-1,1 1,0 0,0 1,0-1,1 1,0 0,-1 1,0 2,4-7,1 1,-1-1,1 1,0 0,0-1,-1 1,1 0,1 0,-1 0,0 0,0 0,1 0,-1 0,1 0,-1 0,1 0,0 0,0 0,0 0,0 0,0 0,1 0,-1 0,0 0,1 0,0 0,-1 0,1 0,0 0,0-1,0 1,0 0,1 0,-1-1,0 1,1-1,-1 1,1-1,-1 0,1 1,0-1,-1 0,1 0,0 0,0 0,1 0,9 0,-1 0,1 0,-1-1,1-1,0 0,-1 0,1-1,-1-1,0 0,0 0,0-1,0-1,0 1,-1-2,0 0,0 0,-1 0,1-2,6-6,3-2,-1-1,-1 0,0-1,-1-1,-1-1,-1 0,-1-1,-1 0,-1-1,0 0,-2-1,-1 0,-1-1,0 0,-2 0,-1 0,-1 0,0-10,-7-31,4 63,-1 0,1 0,-1 1,1-1,-1 0,1 0,-1 1,0-1,0 0,0 1,0-1,0 1,0-1,0 1,-1 0,1-1,-1 1,1 0,0 0,-1 0,0 0,1 0,-1 0,0 0,1 1,-1-1,0 1,0-1,0 1,1 0,-1-1,-1 1,-5 3,-1 0,1 1,0-1,0 2,1-1,-1 1,1 0,0 1,1-1,-1 1,1 1,0-1,1 1,-1 0,1 1,1-1,-1 1,-2 6,-1 0,0 1,1 0,1 0,0 0,1 0,1 1,0 0,1 0,1 0,0 1,1-1,1 0,0 1,2-1,0 0,0 0,2 0,0 0,0 0,2-1,0 0,1 0,0 0,1-1,1 0,0-1,1 0,0 0,1-1,1 0,0-1,0-1,1 0,3 2,-4-5,0 0,0-1,0 0,1-1,0-1,0 0,0 0,0-1,1-1,-1-1,1 0,0 0,-1-1,1-1,-1 0,1-1,-1-1,0 0,1-1,-1 0,-1-1,9-4,-16 5,0 0,1 0,-2-1,1 0,0 0,-1 0,0 0,0-1,0 1,-1-1,0 0,0-1,-1 1,1 0,-1-1,0-4,-1 7,0 1,0-1,-1 1,0-1,0 0,0 1,0-1,0 0,-1 1,0-1,1 1,-1-1,-1 1,1-1,0 1,-1 0,0-1,0 1,0 0,0 0,0 0,0 1,-1-1,1 0,-1 1,0 0,0 0,0-1,0 2,0-1,-2 0,3 0,-1 1,0 0,1 0,-1 0,0 1,0-1,0 1,0-1,1 1,-1 0,0 0,0 0,0 1,0-1,0 0,0 1,1 0,-1 0,0 0,0 0,1 0,-1 1,1-1,-1 1,1 0,0-1,-1 1,1 0,0 0,0 1,0-1,1 0,-1 1,1-1,-2 2,1 0,0 1,0-1,0 1,0-1,1 1,-1 0,1-1,0 1,1 0,-1 0,1 0,0 0,0 0,1-1,-1 1,1 0,0 0,0 0,1-1,-1 1,2 1,6 6,0-1,0-1,1 0,1 0,0-1,0 0,1-1,-1 0,2-1,-1-1,1 1,0-2,1 0,-1-1,1 0,0-1,0 0,7 0,108 10,-75-11</inkml:trace>
  <inkml:trace contextRef="#ctx0" brushRef="#br3" timeOffset="43749.76">12223 13918,'-3'2,"1"0,0-1,-1 1,1 0,0 0,0 0,0 0,0 1,0-1,1 0,-1 1,1 0,-1-1,1 1,0 0,0-1,0 1,0 1,-8 32,0 0,3 1,1 0,2 1,1-1,2 1,1-1,3 3,31 387,-35-592,-1 68,4 1,5 0,3 1,12-37,-22 128,1-8,1-1,0 1,1 0,0 0,1 1,0-1,1 1,0 0,1 0,6-8,-12 18,0 0,0 0,0 0,0 0,0 0,0 0,0 1,0-1,0 0,0 1,1-1,-1 1,0-1,0 1,1-1,-1 1,0 0,0 0,1 0,-1-1,0 1,1 1,-1-1,0 0,1 0,-1 0,0 1,1-1,-1 0,0 1,0 0,0-1,1 1,-1 0,0-1,0 1,0 0,0 0,0 0,28 46,-23-34,-1 1,-1 0,-1 0,0 1,-1-1,0 1,-1-1,-1 1,0 0,-1-1,0 1,-3 6,3-17,0-1,0 1,-1-1,1 1,-1-1,0 0,0 1,0-1,-1 0,1 0,-1-1,1 1,-1 0,0-1,0 1,0-1,0 0,-1 0,1-1,0 1,-1-1,0 1,1-1,-1 0,0 0,1-1,-1 1,0-1,0 0,1 0,-1 0,-1 0,4 0,0 0,1 0,-1 0,0 0,0 0,0 0,1 0,-1 0,0-1,0 1,0 0,1 0,-1-1,0 1,0 0,1-1,-1 1,0-1,1 1,-1-1,0 1,1-1,-1 0,1 1,-1-1,1 0,-1 1,1-1,0 0,-1 1,1-1,0 0,0 0,-1 0,1 1,0-1,0 0,0 0,0 0,0 0,0 1,0-1,0 0,0 0,1 0,-1 1,0-2,26-34,183-124,-161 124,-1-3,-2-1,10-15,-39 39,-2-2,1 0,-2-1,-1 0,0-1,-1 0,-1-1,-2 0,0-1,1-5,-2-33,-7 58,0 1,0-1,0 0,0 1,-1-1,1 1,-1-1,1 1,-1-1,1 1,-1-1,0 1,0-1,0 1,0 0,0-1,0 1,0 0,0 0,0 0,0 0,-1 0,1 0,-1 0,1 0,0 0,-1 1,1-1,-1 1,0-1,1 1,-1-1,1 1,-2 0,-3 1,-1 0,1 1,-1 0,1 0,0 0,-1 1,1 0,1 0,-1 1,0 0,1 0,0 0,0 0,0 1,0 0,1 0,-1 0,-1 3,-8 10,0 1,1 0,1 1,1 0,1 1,0 0,2 1,0-1,2 2,0-1,1 1,2 0,0 0,1 0,2 16,0-22,1 0,1 0,0 0,2 0,-1-1,2 1,0-1,1 0,1-1,0 0,2 0,-1 0,2-1,-1 0,2-1,0 0,1 0,0-1,1-1,0 0,10 5,-9-7,0-2,1 1,0-2,0 0,0-1,1 0,0-2,0 1,0-2,1 0,-1-1,0-1,10-1,-17 1,0-1,0-1,-1 1,1-1,-1-1,1 1,-1-2,0 1,0-1,0 0,-1-1,1 1,-1-2,0 1,0-1,-1 0,0 0,0-1,0 0,-1 0,0 0,0 0,-1-1,0 0,2-5,-5 10,1 0,-1 0,0 0,0 0,0 0,0 0,-1 0,1-1,-1 1,0 0,0 0,0-1,0 1,-1 0,1 0,-1-1,0 1,1 0,-2 0,1 0,0 0,-1 0,1 0,-1 0,0 1,0-1,0 1,0-1,0 1,-1 0,1-1,-1 1,1 1,-1-1,0 0,0 1,0-1,0 1,-2-1,-8-2,0 0,0 1,0 1,0 0,-1 1,1 0,-1 1,1 0,0 1,-1 1,1 0,0 1,0 1,0-1,-7 5,18-8,0 1,0-1,0 0,0 1,0 0,0-1,1 1,-1 0,0 0,0 0,1 0,-1 0,1 0,-1 0,1 1,-1-1,1 1,0-1,0 1,0-1,0 1,0 0,0-1,0 1,0 0,1 0,-1 0,1-1,-1 1,1 0,0 0,0 0,0 0,0 0,0 0,0 0,0 0,0 0,1 0,-1-1,1 1,0 0,0 0,-1 0,1-1,0 1,0 0,0-1,1 1,-1-1,12 8,0 0,0-2,1 1,0-2,0 0,1 0,0-2,0 0,0 0,0-1,0-1,1-1,7 0,-12 1,0-1,0 0,0-1,0 0,1 0,-1-1,0-1,0 0,0 0,-1-1,8-4,-7-4,-27 21,14-7,-1 0,0 0,1 0,0 0,-1 1,1-1,0 0,1 1,-1 0,1-1,0 1,0 0,0 0,0 0,0 0,1 0,0 0,0 0,0-1,0 1,1 0,-1 0,1 0,0 0,0 0,0 0,1-1,0 1,-1-1,1 1,0-1,1 0,-1 1,0-1,1 0,0 0,0-1,0 1,0-1,0 1,1-1,4 0,0 0,0 0,0-1,0 0,1 0,-1-1,0 0,1-1,-1 0,0 0,0-1,0 0,0 0,0-1,0 0,-1 0,1-1,-1 0,0 0,3-2,16-13,-1-1,0 0,-2-2,13-15,36-37,-71 73,0 0,0 0,0 0,0 1,0-1,0 0,0 1,1-1,-1 1,0-1,0 1,1 0,-1-1,0 1,0 0,1 0,-1 0,0 0,0 0,1 0,-1 0,0 1,1-1,-1 0,0 1,0-1,0 1,1-1,-1 1,0 0,0-1,0 1,0 0,0 0,0 0,0-1,-1 1,1 0,0 0,0 1,-1-1,1 0,0 0,-1 0,1 0,-1 1,0-1,1 0,-1 0,0 1,0-1,0 0,0 0,10 24,-2-1,-1 1,-1 0,-1 1,-1 0,-1 11,-2-34,-1-1,1 1,-1 0,0 0,0 0,-1-1,1 1,0 0,-1 0,0-1,1 1,-1 0,0-1,-1 1,1-1,0 1,-1-1,1 0,-1 0,0 1,0-1,1 0,-2 0,1-1,0 1,0 0,0-1,-1 1,1-1,-1 0,1 0,-1 0,0 0,1 0,-1 0,0-1,0 0,1 1,-1-1,0 0,0 0,0 0,2 0,-1 1,0-1,0 0,0 1,1-1,-1 0,0 0,0 0,0-1,0 1,1 0,-1 0,0-1,0 0,1 1,-1-1,0 0,1 0,-1 1,0-1,1-1,0 1,-1 0,1 0,-1 0,1-1,0 1,0-1,0 1,0-1,0 1,0-1,0 0,1 1,-1-1,1 0,-1 0,1 1,-1-1,1 0,0 0,0 0,0 0,0 1,0-1,0 0,1 0,-1 0,1 1,-1-1,1 0,0 0,-1 1,1-1,0 1,0-1,1-1,9-3,0 0,0 1,0 0,1 1,-1 0,1 1,0 0,0 1,0 0,0 1,12 0,-17 1,338-6,-336 6,-6 0,1 0,0 1,0-1,-1 0,1-1,0 1,0-1,-1 0,1 0,0 0,-1 0,1 0,-1-1,1 0,-1 1,3-3,-6 2,0 0,-1 0,1 1,-1-1,1 1,-1-1,0 0,1 1,-1-1,0 1,0-1,0 1,0 0,0-1,-1 1,1 0,0 0,-1 0,1 0,0 0,-1 0,1 0,-1 0,0 1,1-1,-1 0,1 1,-1 0,-1-1,-7-4,0 1,0 0,0 1,-1 0,1 1,-1 0,0 0,0 1,1 1,-1 0,0 0,0 1,0 0,1 1,-1 0,1 1,-1 0,1 1,0 0,-5 3,12-5,1 0,-1 1,0-1,1 0,0 1,-1 0,1 0,0 0,1 0,-1 0,0 0,1 0,0 0,0 1,0-1,0 1,0-1,0 0,1 1,0-1,0 1,0-1,0 1,1-1,-1 1,1-1,0 1,0-1,0 1,0-1,0 0,1 0,0 0,-1 0,1 0,1 0,-1 0,0-1,0 1,1-1,0 1,0-1,5 5,0-1,0 0,1-1,0 1,0-2,0 1,1-1,-1-1,1 0,0 0,0-1,0 0,0-1,1 0,-1-1,0 0,0 0,1-1,-1 0,0-1,0 0,0-1,0 0,-1-1,1 0,-6 1,1 0,-1-1,-1 1,1-1,0 0,-1 0,0 0,0 0,0-1,-1 1,1-1,-1 0,0 0,-1 0,1 0,-1 0,1-1,-4 12,0 1,1-1,0 0,0 0,0 1,1-1,0 1,0-1,1 0,0 1,0-1,0 0,1 0,0 0,0 0,0 0,1 0,0 0,0-1,1 1,-1-1,1 0,0 0,1-1,-1 1,1-1,0 0,0 0,3 1,-3-2,1-2,0 1,0-1,0 1,0-2,0 1,0-1,0 0,0 0,0 0,0-1,-1 0,1 0,0-1,0 1,0-1,-1-1,1 1,-1-1,0 0,0 0,0 0,0-1,0 0,3-4,5-3,-2-2,1 1,-2-2,0 1,0-2,-2 1,0-1,5-11,37-90,-47 115,-1-1,1 1,-1 0,1 0,0 0,-1 1,1-1,0 1,-1-1,1 1,0 0,0 0,-1 0,1 0,0 1,0-1,-1 1,1-1,0 1,-1 0,1 0,-1 0,1 1,-1-1,1 0,-1 1,0 0,0 0,0-1,0 1,0 0,0 1,0-1,-1 0,1 1,8 5,-2-3,-1 0,0 1,0-1,0 1,0 1,-1-1,0 1,-1 0,1 1,-1-1,-1 1,0 0,0 0,0 0,-1 1,0-1,-1 1,0 0,0 0,-1 0,0 1,-8 45,5-51,0 0,1 0,-1 1,1-1,0 0,0 1,1-1,-1 1,1-1,0 1,0-1,0 1,1-1,-1 1,1-1,0 0,1 1,-1-1,1 0,0 0,0 0,0 0,0 0,1 0,-1-1,1 1,0-1,0 0,1 1,-1-1,0-1,1 1,0-1,2 2,7-1,0 0,0-1,0 0,0-1,0 0,0-2,0 1,0-1,0-1,0-1,0 1,-1-2,1 0,-1 0,0-2,0 1,0-1,-1-1,0 0,0-1,-1 0,0 0,-1-1,1 0,-1-1,-1 0,0-1,-1 1,0-1,0-1,-1 0,-1 1,0-2,0 1,-2 0,1-2,-3 12,-1 1,0 0,1 0,-1 0,0 0,1 0,-1-1,0 1,0 0,0 0,0 0,0 0,0-1,-1 1,1 0,0 0,-1 0,1 0,0 0,-1-1,1 1,-1 0,0 0,1 0,-1 0,0 0,0 1,1-1,-1 0,0 0,0 0,0 1,0-1,0 1,0-1,0 0,0 1,-1 0,1-1,0 1,0 0,0-1,0 1,-1 0,1 0,0 0,0 0,0 0,0 0,-1 1,1-1,0 0,0 1,0-1,0 0,0 1,0-1,0 1,-1 0,-3 1,1 1,0-1,0 1,-1 0,2 0,-1 0,0 1,1-1,-1 1,1 0,0 0,0 0,0 0,1 1,0-1,0 1,0-1,0 1,1 0,-1 0,1 0,1 0,-1 0,1 0,-1 0,1 0,1 0,-1 0,1 0,0-1,0 1,0 0,1 0,0 0,0-1,0 1,0-1,1 1,0-1,13 10,1-2,0 0,1-1,0 0,1-2,0 0,1-1,0-1,0-1,0-1,1-1,0 0,11-1,64 13</inkml:trace>
  <inkml:trace contextRef="#ctx0" brushRef="#br3" timeOffset="44640.435">16402 14724,'24'-77,"-5"15,3 0,27-53,-7 54,-41 60,1 0,0-1,-1 1,1 0,0 0,0 0,0 0,0 0,-1 1,1-1,0 0,0 1,1 0,-1-1,0 1,0 0,0 0,0 0,0 0,0 1,0-1,0 0,0 1,0 0,0-1,0 1,0 0,0 0,-1 0,1 0,0 0,-1 0,2 2,12 11,0 1,-2 0,0 1,-1 1,0 0,-1 0,0 3,-2-4,-8-15,14 23,0 0,-1 2,-2-1,-1 2,4 14,-14-39,-1 0,0 0,1-1,-1 1,0 0,0 0,0-1,0 1,0 0,0 0,-1-1,1 1,-1 0,1 0,-1-1,1 1,-1-1,0 1,0-1,0 1,0-1,0 1,0-1,0 0,-1 1,1-1,0 0,-1 0,1 0,-1 0,1 0,-1 0,1-1,-1 1,0 0,1-1,-1 1,0-1,0 0,1 1,-1-1,0 0,0 0,1 0,-1-1,0 1,0 0,1 0,-1-1,0 1,1-1,-1 0,-7 0,1 0,0-1,-1 0,1-1,0 1,0-2,1 1,-1-1,1 0,0 0,0-1,0 0,0-1,1 1,0-1,0 0,-3-5,9 10,-1 1,1-1,-1 0,1 1,-1-1,1 0,0 1,-1-1,1 0,0 0,0 0,-1 1,1-1,0 0,0 0,0 0,0 1,0-1,0 0,0 0,0 0,1 1,-1-1,0 0,0 0,1 1,-1-1,0 0,1 0,-1 1,1-1,-1 0,1 1,-1-1,1 1,-1-1,1 0,0 1,-1-1,1 1,0 0,-1-1,1 1,0 0,0-1,-1 1,2 0,42-7,-40 6,135 1,-96 1,0-1,0-2,41-7,-21-18,-62 26,0 0,0 0,0 0,1 0,-1 0,0 0,-1 0,1-1,0 1,0 0,0-1,-1 1,1 0,-1-1,1 1,-1-1,1 1,-1-1,0 1,0-1,0 1,0-1,0 1,0-1,0 1,0-1,-1 1,1-1,0 1,-1-1,0 1,1 0,-1-1,0 1,1 0,-1 0,0-1,0 1,0 0,0 0,0 0,-2-1,-2-3,-1 1,1-1,-1 1,-1 0,1 0,0 1,-1 0,0 0,0 0,0 1,0 0,0 1,0-1,0 1,-1 1,1 0,0 0,-1 0,1 0,-6 2,9 0,0 0,1 1,0-1,-1 1,1-1,0 1,0 0,0 0,1 0,-1 0,1 1,0-1,0 1,0-1,0 1,0 0,1 0,0 0,0 0,0 0,0 0,1 0,-1 0,1 0,0 0,0 0,1 0,-1 1,1-1,0 0,0 0,0 0,1-1,-1 1,1 0,0 0,0-1,0 1,0-1,3 3,6 8,1 0,1-1,0 0,0-1,1 0,1-1,0-1,1 0,0-1,0-1,1 0,0-1,0-1,9 1,21 6</inkml:trace>
  <inkml:trace contextRef="#ctx0" brushRef="#br3" timeOffset="45025.016">17412 14587,'-2'9,"0"0,1-1,0 1,0 0,1 0,0 0,0-1,1 1,0 0,1 0,0-1,1 1,-1-1,1 0,1 1,0-1,0-1,0 1,1-1,0 1,1-1,0-1,0 1,0-1,1 0,-1-1,2 1,-1-1,0-1,1 1,0-1,0-1,4 2,-5-4,-1 0,1 0,-1 0,1-1,0 0,-1 0,1-1,-1 0,1 0,-1-1,1 1,-1-1,0-1,0 1,0-1,0 0,0-1,0 1,-1-1,0 0,0 0,0-1,3-3,1-1,-1-1,0 1,-1-1,0 0,-1-1,0 0,0 0,-1 0,-1 0,0-1,-1 0,1-5,-3 16,0 1,-1-1,1 0,-1 0,1 0,-1 0,0 1,1-1,-1 0,0 0,0 0,0 0,1 0,-1 0,0 0,0 0,0 0,-1 0,1 0,0 0,0 0,0 0,-1 1,1-1,0 0,-1 0,1 0,-1 0,1 0,-1 1,1-1,-1 0,0 1,1-1,-1 0,0 1,0-1,1 1,-1-1,0 1,0-1,0 1,0-1,0 1,0 0,1 0,-1-1,0 1,0 0,0 0,0 0,0 0,0 0,0 0,0 0,0 1,0-1,-5 6,0 1,1-1,0 1,0 0,1 1,0-1,0 1,1 0,0 0,0 0,1 0,0 0,1 1,-1-1,2 0,-1 1,0-1,0 0,0 0,0 0,1 0,1 0,-1 0,1 0,1 0,-1 0,1 0,1-1,-1 1,2-1,-1 1,1-1,0 0,0 0,0-1,1 1,0-1,1 0,-1-1,1 1,0-1,1 0,5 3,1-1,1-1,0 0,0-2,0 1,0-2,1 0,12 1,15 1</inkml:trace>
  <inkml:trace contextRef="#ctx0" brushRef="#br3" timeOffset="45395.079">18327 14682,'-15'-9,"0"1,0 0,-1 1,0 0,0 2,0-1,-1 2,0 1,1 0,-15-1,29 4,0 0,0 0,-1 0,1 0,0 0,0 1,0-1,0 1,0-1,0 1,0 0,0-1,0 1,0 0,0 0,1 1,-1-1,0 0,1 0,-1 1,1-1,-1 1,1 0,0-1,0 1,-1 0,1 0,0 0,1 0,-1 0,0 0,1 0,-1 0,1 0,-1 0,1 0,0 0,0 0,0 0,0 0,0 0,1 1,-1-1,0 0,1 0,0 0,-1 0,1 0,0 0,0-1,1 2,7 10,1 0,1 0,0-1,1 0,1-1,-1 0,2-1,-1 0,2-2,0 1,12 9,-10-6,-7-7,-1 0,0 1,0 0,-1 1,1 0,-1 0,-1 1,0 0,0 0,0 1,-1 0,0 0,2 7,-7-14,-1-1,0 1,1 0,-1 0,0-1,0 1,0 0,0 0,-1 0,1-1,0 1,-1 0,1 0,-1-1,0 1,0-1,1 1,-1 0,0-1,0 1,0-1,-1 0,1 1,0-1,0 0,-1 0,1 0,-1 0,1 0,-1 0,1 0,-1 0,0-1,1 1,-2 0,-62 14,31-11,-1-1,1-2,-1-2,-30-4,39 0,6-2</inkml:trace>
  <inkml:trace contextRef="#ctx0" brushRef="#br3" timeOffset="46571.255">14749 15638,'12'-34,"1"0,1 1,2 0,2 2,19-28,-27 43,9-17,2 1,1 1,2 0,1 2,6-4,-29 31,-1 0,0 0,1 1,-1-1,1 0,-1 1,1-1,0 1,-1 0,1-1,0 1,0 0,0 0,0 0,0 0,0 1,1-1,-1 1,0-1,0 1,0 0,1-1,-1 1,0 0,0 1,1-1,-1 0,0 1,0-1,0 1,0-1,1 1,-1 0,0 0,0 1,2 3,-1 0,0 1,-1-1,1 1,-1 0,0 0,-1 0,1 0,-1 0,0 0,-1 1,1-1,-2 4,2 4,8 148,-8-159,-1-1,0 1,0-1,0 0,0 1,0-1,0 0,-1 1,0-1,1 0,-1 1,0-1,0 0,0 0,0 0,0 0,-1 0,1 0,0 0,-1 0,0 0,1-1,-1 1,0 0,0-1,0 0,0 1,0-1,0 0,0 0,-1 0,1-1,0 1,-1 0,1-1,0 0,-1 1,1-1,0 0,-1 0,1 0,-1-1,1 1,-1 0,-2-2,0 0,0 0,0 0,0-1,1 0,-1 0,1 0,0 0,-1-1,1 1,1-1,-1 0,1 0,-2-3,3 6,1-1,0 1,0-1,0 0,0 0,0 1,0-1,0 0,1 0,-1 0,1 0,-1 0,1 0,0 0,0 0,0 0,0 0,0 0,0 0,0 0,1 0,-1 0,1 0,0 0,-1 0,1 0,0 0,0 0,0 1,0-1,0 0,1 1,-1-1,1 1,-1-1,1 1,-1 0,1-1,0 1,12-6,1 0,-1 1,2 0,-1 1,1 1,-1 1,1 0,14 0,-6-1,14-3,113-7,-150 14,0 0,0 0,0 0,1 0,-1 1,0-1,0 0,0 0,0 1,0-1,0 0,1 1,-1 0,0-1,0 1,0-1,-1 1,1 0,0 0,0-1,0 1,0 0,-1 0,1 0,0 0,-1 0,1 0,-1 0,1 0,-1 0,0 0,1 1,-1-1,0 0,0 0,0 0,0 0,0 1,0 0,-15 47,12-41,-27 61,4 1,3 2,-2 21,-43 282,43-315,24-60,1 1,-1 0,1-1,-1 1,0-1,1 1,-1-1,0 1,1-1,-1 0,0 1,0-1,1 0,-1 1,0-1,0 0,1 0,-1 0,0 0,0 0,0 0,0 0,1 0,-1 0,0 0,0 0,0 0,1-1,-1 1,0 0,0-1,1 1,-1 0,0-1,1 1,-1-1,0 1,1-1,-1 0,1 1,-1-1,1 1,-1-1,1 0,-1 1,1-1,0 0,-1 0,1 1,0-1,0 0,-1 0,1 0,0 1,0-1,0 0,0 0,0 0,0 1,0-1,0 0,1 0,-1 0,0 0,-2-18,1 0,0 0,2-1,0 1,1 0,1 0,0 0,2 0,3-9,-5 16,55-207,48-111,-101 317,-1 1,0 0,1 0,0 1,0 0,2 0,-1 0,1 1,8-9,-13 18,0 0,1 0,-1 0,1 0,0 0,-1 1,1-1,0 1,-1-1,1 1,0 0,-1 0,1 1,0-1,0 0,-1 1,1 0,-1-1,1 1,0 0,-1 0,0 1,1-1,-1 0,0 1,1 0,-1-1,0 1,0 0,-1 0,1 0,0 0,0 0,-1 1,0-1,1 0,-1 1,0-1,0 3,18 18,-1 1,-1 1,-1 0,-2 1,0 1,-2 0,-1 2,-9-28,-1 1,0 1,-1-1,1 0,0 0,-1 0,1 0,-1 0,0 1,1-1,-1 0,0 0,-1 1,1-1,0 0,0 0,-1 1,0-1,1 0,-1 0,0 0,0 0,0 0,0 0,0 0,-1 0,1-1,-1 1,1 0,-1-1,1 1,-1-1,0 1,0-1,-5 2,-1-1,0 0,0 0,0 0,1-1,-1-1,0 1,-1-1,1-1,0 1,1-1,-1-1,0 1,0-1,-3-2,-17-6</inkml:trace>
  <inkml:trace contextRef="#ctx0" brushRef="#br3" timeOffset="47128.794">15691 15638,'93'-360,"-83"330,15 39,140 135,-160-140,52 54,-55-56,0 1,0-1,-1 1,1-1,-1 1,0 0,0 0,0-1,0 1,-1 0,1 0,-1 0,1 0,-1 0,0 0,0 0,-1 0,1 0,0 0,-1 0,0 0,0 0,0-1,0 1,-1 1,-95 107,96-110,0-1,1 1,-1 0,1-1,-1 1,1 0,0-1,-1 1,1 0,0 0,-1 0,1-1,0 1,0 0,0 0,-1 0,1 0,0-1,0 1,1 0,-1 0,0 0,0 0,0-1,0 1,1 0,-1 0,0 0,1-1,-1 1,1 0,-1 0,1-1,-1 1,1 0,-1-1,1 1,-1-1,1 1,0-1,0 1,-1-1,1 1,0-1,0 0,40 10,-20-7,1-2,-1-1,1-1,0 0,-1-2,0 0,0-2,0 0,0-1,-1-2,0 0,0 0,14-10,-29 15,0 0,1 0,-1 0,-1-1,1 0,0 0,-1 0,0 0,0-1,0 0,-1 0,1 0,-1 0,0 0,-1-1,1 1,-1-1,0 1,0-1,-1 0,0 0,0 0,0 0,-1 0,0 0,0 0,-1-3,0 7,-1 1,0-1,1 0,-1 0,0 1,0 0,0-1,0 1,0 0,0 0,-1 0,1 0,0 0,-1 0,1 1,0-1,-1 1,1 0,-1-1,1 1,0 0,-1 1,1-1,-1 0,1 1,0-1,-1 1,1 0,0 0,-1-1,1 2,0-1,0 0,0 0,0 1,0-1,0 1,0 0,1-1,-1 1,1 0,-1 0,1 0,0 0,-1 2,-1-1,1 1,-1 0,1 0,0 0,0 1,1-1,-1 0,1 1,0-1,0 1,1-1,-1 1,1-1,0 1,0-1,0 1,1 0,0-1,0 1,0-1,0 0,1 1,-1-1,1 0,0 0,1 0,-1 0,3 3,3 4,0-1,0-1,1 1,0-1,1-1,0 0,0 0,1-1,10 6,46 17,-1-7</inkml:trace>
  <inkml:trace contextRef="#ctx0" brushRef="#br3" timeOffset="47943.611">17439 15953,'148'-206,"-89"142,-57 63,-1 1,1 0,0 0,0 0,-1 0,1 0,0 1,0-1,-1 0,1 1,0-1,0 1,-1 0,1 0,-1-1,1 1,-1 0,1 0,-1 0,1 1,-1-1,0 0,0 0,1 1,-1-1,0 1,0-1,-1 1,1-1,0 1,0 0,-1-1,1 1,-1 0,0 0,1-1,-1 2,2 2,13 28,-1 2,-1-1,-2 1,-1 6,-10-2,0-38,0 0,0 0,-1-1,1 1,0 0,0-1,-1 1,1 0,0-1,-1 1,1-1,-1 1,1 0,-1-1,1 1,-1-1,0 0,1 1,-1-1,1 1,-1-1,0 0,1 1,-1-1,0 0,0 0,1 0,-1 0,0 1,1-1,-1 0,0 0,0 0,1 0,-1-1,0 1,0 0,1 0,-1 0,0-1,1 1,-1 0,0 0,1-1,-1 1,0-1,1 1,-1-1,0 1,0-1,-1 0,1 0,-1 0,1 0,-1-1,1 1,-1 0,1 0,0-1,0 1,0-1,0 1,0-1,0 0,0 1,0-1,0 0,1 0,-1 1,1-1,0 0,-1 0,1 0,0 0,0 0,0 1,0-1,0 0,1 0,-1 0,1 0,-1 1,1-1,-1 0,1 0,0 1,1-2,41-57,-33 50,25-25,-2-1,-2-1,-1-2,22-38,-39 51,0 0,-2-1,0 0,-2 0,-1-1,-2 0,4-29,-9 53,0 0,-1 0,1-1,-1 1,1 0,-1 0,0 0,-1 0,1-1,-1 1,0 0,0 0,0 0,0 0,-1 0,0 0,0 1,0-1,0 0,0 1,-3-3,3 5,-1 1,1-1,0 1,0 0,0 0,0 0,-1 0,1 0,0 1,0-1,0 1,0-1,0 1,0 0,0 0,0 0,0 0,0 0,0 0,1 0,-1 1,0-1,1 1,-1-1,1 1,-1-1,1 1,0 0,0 0,0 0,0 0,0 0,0 0,1 0,-1 0,-8 18,1 0,2 1,0 0,1 0,0 1,2-1,1 1,1 0,1 18,0-9,1-1,1 1,2-1,1 0,1 0,2 0,1-1,1 0,1-1,2 0,1-1,1-1,7 10,-19-32,-1 0,1-1,-1 1,1-1,-1 0,1 0,0 0,0 0,0 0,1 0,-1-1,1 0,-1 0,1 0,0 0,0 0,1 0,9-2</inkml:trace>
  <inkml:trace contextRef="#ctx0" brushRef="#br3" timeOffset="48222.866">17630 15420,'30'5,"31"3,24 6,16 2,4 1,-15-2</inkml:trace>
  <inkml:trace contextRef="#ctx0" brushRef="#br3" timeOffset="48483.225">18191 15870,'5'7,"1"0,0 0,0-1,0 0,1-1,0 0,0 0,1 0,-1 0,1-1,0-1,0 0,0 0,1 0,-5-2,0 1,1-1,-1-1,0 1,0-1,1 1,-1-1,0-1,0 1,1 0,-1-1,0 0,0 0,0 0,0-1,0 1,0-1,0 0,0 0,0-1,-1 1,1-1,-1 1,0-1,0 0,0 0,0-1,-1 1,1-1,0-1,0 0,0 0,-1 0,0 0,0 0,-1-1,1 1,-1-1,0 1,0-1,-1 1,0-1,0 0,0 1,-1-1,0 1,0-1,0 1,0-1,-1 1,0-1,0 1,-1 0,1 0,-1 0,0 1,-1-1,1 1,-1-1,0 1,0 0,0 1,0-1,-1 1,1-1,-1 1,0 1,-3-2,-2-1,0 1,0 0,-1 1,1 0,-1 1,1 0,-1 1,0 0,-6 0,14 1,-1 0,0 0,0 0,1 1,-1-1,0 1,0 0,1 0,-1 0,1 1,-1-1,1 1,0 0,-1 0,1 0,0 0,0 1,1-1,-1 1,0-1,1 1,-1 0,1 0,0 0,0 1,0-1,1 0,-1 3,1-1,2 0,-1 0,1 0,-1 0,1 0,1 0,-1 0,1 0,0 0,0-1,0 1,1-1,-1 1,1-1,0 0,0 0,1 0,-1-1,1 1,0-1,0 0,0 0,0 0,1 0,-1-1,1 0,0 0,0 1,33 16</inkml:trace>
  <inkml:trace contextRef="#ctx0" brushRef="#br3" timeOffset="48773.285">18313 15434,'0'-1,"-2"0,1 0,-1 0,1 0,-1 0,1-1,0 1,-1-1,1 1,0-1,0 1,0-1,0 0,0 0,0 1,1-1,-1 0,1 0,-1 0,1 0,0 0,-1 0,1 1,0-1,0 0,1 0,-1 0,0 0,1 0,-1 0,1 0,-1 0,1 1,0-1,0 0,0 0,0 0,8-2,0 1,1-1,-1 1,1 1,0 0,-1 0,1 1,0 0,0 1,0 0,5 1,2-1,81 4,-97-2,0-1,0 1,0 0,0-1,-1 1,1 0,0 0,-1 0,1-1,-1 1,1 0,-1 0,0 0,0 0,0 0,0 0,0 0,0 0,-1-1,1 1,-1 0,1 0,-1 0,1 0,-1-1,0 1,0 0,0-1,0 1,0-1,-1 1,1-1,0 1,-1-1,1 0,-1 0,0 1,-4 6,-6 14,0-1,1 2,2-1,0 1,1 1,1-1,2 1,0 1,2-1,0 1,2-1,0 1,2-1,1 1,1 0,1-1,4 13,-7-31,1 0,0 0,0-1,0 1,1 0,0-1,0 1,0-1,1 0,-1 0,1 0,1-1,-1 0,1 1,-1-1,1-1,0 1,3 1,13 3</inkml:trace>
  <inkml:trace contextRef="#ctx0" brushRef="#br3" timeOffset="50057.68">18723 15707,'-2'12,"0"1,1-1,1 0,0 0,1 1,0-1,0 0,1 0,1 0,0 0,5 9,-7-16,0 4,1-1,0 0,0 0,0 0,1 0,1 0,-1-1,1 0,0 1,1-1,0-1,0 1,0-1,1 0,0 0,0 0,0-1,1 0,1 1,-5-6,0 1,0-1,0 0,0 0,0 0,0 0,0 0,0-1,0 1,0-1,-1 0,1 0,0 0,0 0,0 0,-1-1,1 1,-1-1,1 1,-1-1,0 0,0 0,0-1,0 1,2-2,41-66,-1-67,-44 144,0 1,0-1,1 1,0-1,0 1,1-1,-1 0,2 0,-1 0,1 0,0 0,0 0,1-1,0 0,0 0,1 0,0 0,0 0,0-1,0 0,1 0,0 0,0-1,0 0,1 0,6 2,8 3,1-1,0-1,0-1,0-1,1-1,0-1,-1 0,1-2,0-1,0-1,5-2,-15 2,-1-1,1 0,0-1,-1-1,1 0,-1-1,-1 0,1-1,-1 0,1 0,-2-2,1 1,-1-1,0-1,-1 0,0 0,0-1,-1 0,0 0,-1-1,0 0,-1 0,0-1,-1 0,0 0,-1 0,0 0,-1-1,1-8,-4 19,0 0,0 0,0 0,0 0,0 0,0 0,0 1,-1-1,1 0,-1 0,0 0,1 0,-1 0,0 0,0 1,0-1,0 0,0 1,-1-1,1 1,0-1,-1 1,1 0,-1-1,1 1,-1 0,0 0,0 0,1 0,-1 1,0-1,0 0,0 1,0-1,0 1,-73-2,5 28,68-25,1-1,-1 1,1 0,0 0,-1 0,1 0,0 0,-1 0,1 1,0-1,0 0,0 1,0-1,0 0,1 1,-1-1,0 1,1 0,-1-1,1 1,-1-1,1 1,0 0,-1-1,1 1,0 0,0-1,0 1,1 0,-1 0,0-1,1 1,-1-1,1 1,-1 0,1-1,0 1,0-1,-1 1,1-1,1 1,5 4,0-1,0 0,0 0,0-1,1 0,0-1,0 1,0-2,0 1,0-1,1 0,-1-1,1 1,-1-2,2 1,139 9,-146-8,0 0,0 0,-1 0,1 1,0-1,-1 1,1 0,-1-1,0 1,0 0,0 1,0-1,0 0,-1 0,0 1,1-1,-1 1,-1-1,1 1,0-1,-1 1,0 0,0-1,0 1,0 0,0-1,-1 1,0-1,1 1,-1-1,-1 2,1 13,-7 299,9-314,0 0,-1 0,1 1,-1-1,0 0,0 0,0 1,-1-1,1 0,-1 0,0 0,0 1,0-1,0 0,0 0,-1 0,1-1,-1 1,0 0,0 0,0-1,0 1,0-1,0 0,-1 0,1 0,-1 0,0 0,1 0,-1-1,0 1,0-1,0 0,0 0,0 0,-1 0,1 0,0-1,0 1,-1-1,-2-1,-1-1,1 0,-1 0,1 0,0-1,-1 0,1 0,1-1,-1 1,1-1,-1 0,1-1,0 1,0-1,1 0,0-1,0 1,0-1,0 1,1-1,0 0,0 0,0-1,1 1,0 0,1-1,-1 0,1 1,0-1,1 0,0 0,0 1,0-1,1 0,0 0,1-5,6-5,1 1,1 0,0 1,0 0,2 1,0 0,1 1,0 0,0 1,2 1,-1 0,2 1,-1 0,1 1,1 1,3-1,49-23,1 3,66-18,-81 23,-54 24,-1-1,0 1,1 0,-1-1,0 1,0-1,0 1,1-1,-1 1,0 0,0-1,0 1,0-1,0 1,0-1,1 1,-1-1,0 1,-1-1,1 1,0-1,0 1,0-1,0 1,0 0,0-1,-1 1,1-1,0 1,0-1,0 1,-1 0,1-1,0 1,-1 0,1-1,0 1,-1 0,1-1,-1 1,1 0,0 0,-1-1,1 1,-1 0,1 0,-1 0,1 0,-1-1,1 1,0 0,-1 0,1 0,-1 0,0 0,-29-6,19 4,-1 0,1 1,-1 0,0 1,1 0,-1 1,1 0,-1 1,1 0,0 1,-1 0,1 1,1 0,-1 0,1 1,-1 1,2 0,-3 1,10-4,0-1,0 0,0 1,0 0,0-1,1 1,-1 0,1 0,-1 0,1 0,0 0,0 0,1 0,-1 0,0 0,1 1,0-1,0 0,0 0,0 0,1 1,-1-1,1 0,0 0,0 0,0 0,0 0,0 0,1 0,0 1,3 4,-1-2,1 1,1 0,-1-1,1 0,1 0,-1-1,1 0,0 0,0 0,2 0,1 1,0-2,-1 1,2-1,-1-1,0 0,1 0,-1-1,1 0,0-1,1 0,-8-1,0 0,0-1,0 1,0 0,0-1,-1 0,1 0,0 0,0-1,-1 1,1-1,-1 0,0 0,1 0,-1 0,0 0,0-1,0 0,0 1,-1-1,1 0,-1 0,0-1,0 1,0 0,0-1,0 1,-1-1,1 0,0-3,1 1,-1-1,-1 0,1 0,-1 0,-1 0,1 0,-1 0,0 0,-1 0,0 0,0-1,1 8,1 1,-1-1,0 0,0 1,0-1,1 0,-1 1,0-1,0 0,0 1,0-1,0 0,0 1,0-1,0 0,0 1,0-1,0 0,0 1,0-1,0 0,0 1,0-1,0 0,0 1,0-1,-1 0,1 1,0-1,0 0,0 1,-1-1,1 0,0 0,0 1,-1-1,1 0,0 0,0 0,-1 1,1-1,0 0,-1 0,1 0,0 0,-1 0,1 1,0-1,-1 0,1 0,0 0,-1 0,1 0,-1 0,1 0,0 0,-1-1,1 1,0 0,-1 0,1 0,0 0,-1 0,1 0,0-1,0 7,1 1,-1-1,1 0,1 0,-1 0,1 0,0 0,1-1,-1 1,1-1,0 1,0-1,1 0,0 0,0 0,0-1,0 0,1 1,0-1,7 6,1 0,0-1,0 0,1-1,1-1,11 5,-7-4,1-2,-1 0,1-1,0-1,1-1,-1 0,0-2,1-1,-1 0,13-3,13-4</inkml:trace>
  <inkml:trace contextRef="#ctx0" brushRef="#br3" timeOffset="77537.997">2486 12020,'-68'-17,"0"4,0 2,-1 3,0 3,-42 4,77 4,-1 1,1 2,0 1,0 2,1 2,1 0,-1 2,2 2,0 1,-26 18,-2 6,1 3,3 2,2 2,-40 46,17-2,4 3,5 3,3 3,5 2,5 3,4 2,4 3,6 1,-11 59,34-123,3 0,2 1,2 1,2 0,3 0,1 1,3-1,2 1,2-1,2 1,2-1,7 19,4-14,2 0,3-1,2-1,2-1,3-1,2-2,1-1,3-2,2-1,2-2,1-2,2-1,2-3,14 8,4-1,1-3,2-3,1-3,2-3,1-2,1-4,2-3,0-3,1-4,52 4,-81-12,0-3,1-1,-1-3,0-2,0-1,0-3,0-1,-1-3,0-1,0-2,-2-2,0-2,0-2,-2-2,37-24,-56 27,0-1,-2 0,0-1,-1-2,-1 1,-1-2,-2 0,0-1,-1 0,-1-1,-2-1,5-15,6-29,-3-1,-3-1,-3-1,-3-10,7-83,-8 0,-7 0,-8 0,-6 0,-8 1,-15-37,14 102,-5 2,-4 1,-31-64,38 108,-2 1,-2 1,-3 2,-1 1,-3 1,-2 2,-8-6,25 31,0 0,-2 1,0 1,-1 2,-1 0,-1 1,0 1,0 2,-2 0,1 2,-1 1,-1 1,0 1,0 1,0 2,-10 0,0 5,1 1,-1 2,0 1,1 2,0 2,1 1,0 2,0 1,1 2,-137 65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5:06.7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5371 2644,'14'117,"12"14,-6 1,-6 1,-3 70,-8-143,6 624,-10-457,-6 94,5 208,7-412,-6 0,-10 65,-7-26,4-68,5 1,3 0,4 0,4 0,9 52,-3-92,23 207,-33-122,-1-124,0-7</inkml:trace>
  <inkml:trace contextRef="#ctx0" brushRef="#br0" timeOffset="1941.288">5508 2862,'-9'-113,"9"112,-1-1,1 1,-1-1,1 1,0-1,0 0,-1 1,1-1,0 0,0 1,1-1,-1 1,0-1,1 0,-1 1,1-1,-1 1,1-1,0 1,-1-1,1 1,0 0,0-1,0 1,0 0,0 0,0 0,1-1,-1 1,0 0,1 1,-1-1,0 0,1 0,-1 1,1-1,-1 0,1 1,-1 0,1-1,22-1,0 0,0 2,0 1,1 1,-2 1,1 0,0 2,3 2,501 126,-415-118,0-5,48-5,-45-2,0 6,30 8,6 14,-73-14,1-3,74 3,87-30,-35-1,43 27,50-24,-145-10,-108 7,-20 6,0 0,0 2,0 0,1 2,0 1,0 1,0 2,0 0,-26 0,0 1,0-1,1 0,-1 1,0-1,0 0,0 1,1 0,-1-1,0 1,0 0,0-1,0 1,0 0,0 0,-1 0,1 0,0 0,0 0,0 0,-1 0,1 0,-1 0,1 0,-1 1,1-1,-1 0,0 0,0 0,1 1,-1-1,0 0,0 0,0 1,0-1,0 0,-1 1,-10 51,9-45,-13 45,2 0,3 1,2 0,2 11,2 459,5-502,11 182,10 0,12 16,-19-76,-5 0,-7 1,-6 0,-12 54,7-40,13 148,2-17,-16 61,5-111,-8 105,-1-168,8 62,-2-29,-16 55,5-55,15-159,3 0,1 0,4 0,1 0,9 33,2-34,-9-37</inkml:trace>
  <inkml:trace contextRef="#ctx0" brushRef="#br0" timeOffset="3516.107">5399 6686,'-13'163,"-3"802,46-287,-29-659,0 26,3 0,1 0,2 0,2-1,13 38,-20-77,0 1,1-1,-1 0,1 0,0 0,0 0,1 0,0-1,-1 0,1 1,1-1,-1-1,0 1,1-1,0 1,0-1,0-1,0 1,1-1,-1 0,1 0,-1 0,1-1,3 1,37 4,0-3,0-1,0-3,38-4,-23 1,98-4,1 6,-1 8,44 12,524 57,-323-37,271 33,-395-48,-269-23,-1-1,1 0,-1-1,1 0,-1-1,0 0,0 0,8-5,26-7,-31 11,-6 2,-1 0,1 0,-1 0,1 1,0 0,0 1,-1-1,1 1,0 1,0-1,0 1,4 1,10 6,30 2,-50-11,1-1,0 1,-1-1,1 0,-1 0,0 1,0-1,0 0,0 0,0 0,0 0,0-1,0 1,-1 0,1 0,-1 0,0-1,1 1,-1 0,0 0,-1-1,1 1,0 0,-1-1,1-2,-2-70,-3 1,-9-38,2 19,-18-267,25 241</inkml:trace>
  <inkml:trace contextRef="#ctx0" brushRef="#br0" timeOffset="4375.905">6874 9185,'-2'10,"0"-1,1 1,1 0,-1 0,2-1,-1 1,1 0,1-1,0 1,0-1,1 1,0-1,0 0,1 0,1 0,-1-1,1 1,1-1,-1 0,6 4,0-1,0-1,1 0,1 0,0-1,0-1,0 0,1-1,0-1,1 0,-1-1,1 0,10 1,-16-4,0 0,1-1,-1 0,0 0,1-1,-1 0,0-1,1 0,-1 0,0-1,0-1,0 1,0-1,0-1,-1 0,1 0,-1 0,0-1,-1 0,1-1,3-3,-2-1,0 0,-1 0,-1-1,0 0,0 0,-1-1,0 0,-1 0,-1 0,0-1,0 0,-1 1,-1-1,0 0,-1 0,0 0,-1-1,-1 1,0 0,-1 0,0 0,-1 0,0 1,-1-1,0 1,-1 0,-1 0,0 0,0 1,-1-1,-1 2,0-1,0 1,-1 0,0 1,-1 0,0 1,0 0,-1 0,0 1,0 0,-1 1,-2 0,5 3,-1 0,1 1,-1 0,0 1,1 0,-1 0,0 1,0 0,1 1,-1 0,0 1,1 0,-1 0,1 1,-1 0,1 1,0 0,1 0,-1 1,1 0,0 1,0 0,0 0,1 0,0 1,0 0,1 1,0-1,0 1,-2 5,-22 43,10-3</inkml:trace>
  <inkml:trace contextRef="#ctx0" brushRef="#br0" timeOffset="4688.071">7037 9500,'2'16,"1"17,1 19,-2 20,0 20,-1 16,-5 15,-4 9,-4 9,-1 0,1-5,2-25</inkml:trace>
  <inkml:trace contextRef="#ctx0" brushRef="#br0" timeOffset="5458.532">7023 8216,'0'-10,"-12"-108,11 114,0 1,0 0,0-1,-1 1,0 0,1 0,-1 0,0 0,-1 0,1 1,0-1,-1 1,0-1,1 1,-1 0,0 0,0 0,0 0,0 1,-1-1,1 1,0 0,-1 0,1 0,0 0,-1 0,1 1,-1 0,0 0,1 0,-3 0,-2 1,0 0,0 1,1-1,-1 2,0-1,1 1,-1 0,1 1,0 0,0 0,0 0,1 1,-1 0,1 0,0 1,1-1,-1 1,1 1,1-1,-2 2,-3 6,-1 1,2 0,0 1,1 0,1 1,0-1,1 1,-2 14,4-22,1 1,0 0,1-1,0 1,0 0,1 0,1 0,0-1,0 1,0 0,2-1,-1 1,1-1,0 1,1-1,0 0,1-1,-1 1,2-1,-1 0,1 0,0 0,1-1,0 0,0 0,1-1,-1 0,1 0,1-1,3 2,0-2,1 0,0 0,0-1,0-1,1 0,-1-1,1 0,-1-1,1 0,0-1,-1-1,1-1,-1 1,1-2,-1 0,0-1,0 0,9-5,13-10</inkml:trace>
  <inkml:trace contextRef="#ctx0" brushRef="#br0" timeOffset="5755.848">7378 8025,'-6'7,"0"1,0 0,1 0,0 0,1 1,-1 0,1 0,1 0,0 0,0 1,1-1,0 1,1-1,0 1,1 0,-1 0,2-1,0 7,-2 10,-10 230,10-251,1 0,0 0,-1-1,2 1,-1 0,0 0,1 0,0 0,0-1,1 1,-1 0,1-1,0 0,0 1,0-1,1 0,0 0,0 0,0 0,0 0,0-1,1 0,-1 1,1-1,0-1,3 3,9-1,0-1,0-1,0 0,0-1,0-1,0-1,0 0,1-1,-2 0,1-2,0 0,-1 0,1-2,-1 0,-1 0,12-8,12-4</inkml:trace>
  <inkml:trace contextRef="#ctx0" brushRef="#br0" timeOffset="6061.032">6628 7751,'-9'-4,"3"-2,15 0,22 1,26 2,30-2,25 1,17-2,7 1,-5 0,-25 2</inkml:trace>
  <inkml:trace contextRef="#ctx0" brushRef="#br0" timeOffset="7528.326">7133 2439,'-7'0,"0"-1,0 1,0 0,0 1,0 0,0 0,0 0,0 1,1 0,-1 1,1-1,-1 1,1 0,0 1,0-1,0 1,1 1,-1-1,1 1,0 0,0 0,1 0,-1 1,1-1,1 1,-1 0,1 0,0 1,0-1,1 1,-1-1,2 1,-1 0,0 4,2-3,0 0,1 1,-1-1,2 0,-1 1,1-1,1 0,-1 0,1 0,0-1,1 1,0-1,0 0,1 0,0 0,0 0,1-1,-1 0,1 0,1-1,-1 1,1-1,5 3,0 0,1-1,0 0,0-1,0 0,0-1,1 0,0-1,0-1,0 0,1-1,-1-1,0 0,9-1,-15-1,-1-1,0 1,0-1,0-1,0 1,0-1,-1-1,1 1,-1-1,0 0,0-1,0 1,-1-1,1 0,-1 0,-1-1,1 0,-1 0,1 0,-2 0,1-1,-1 1,0-1,0 0,-1 0,0 0,0 0,-1 0,0-1,0 1,0 0,-1-1,0 1,-1 0,0-1,0 1,0 0,-1 0,0 0,-2-6,-1 1,0 0,0 0,-1 1,-1-1,0 1,0 1,-1-1,-1 1,1 1,-2 0,1 0,-3-1,8 6,-1 0,0 1,0-1,0 1,-1 0,1 1,-1-1,0 1,1 0,-1 1,0-1,0 1,0 0,0 1,0-1,0 1,0 0,0 1,0-1,0 1,0 1,0-1,0 1,0 0,0 0,-4 3,3 0,-1 1,1-1,1 1,-1 1,1-1,0 1,0 0,1 0,0 1,0 0,1 0,0 0,0 0,1 2,-12 30</inkml:trace>
  <inkml:trace contextRef="#ctx0" brushRef="#br0" timeOffset="7806.583">7337 2371,'-12'-85,"4"0,3-1,7-72,32-570,-41 633,-6 75,-3 43,8 4,1 0,1 1,1 0,2 0,0 11,2-18,-6 64</inkml:trace>
  <inkml:trace contextRef="#ctx0" brushRef="#br0" timeOffset="8489.154">7010 3627,'0'21,"-2"19,-1 13,-3 10,-2 8,1 4,-2 0,1-3,0-6,1-15</inkml:trace>
  <inkml:trace contextRef="#ctx0" brushRef="#br0" timeOffset="8754.241">6942 3641,'17'-3,"0"2,0 0,0 1,0 1,0 0,0 1,0 1,-1 0,1 2,-1 0,0 1,7 3,-16-7,-1 0,1 0,-1 1,0 0,0 0,-1 0,1 1,-1-1,1 1,-1 1,0-1,-1 1,1 0,-1 0,0 0,0 1,2 3,-7-5,0-1,0 1,0 0,0-1,-1 1,1-1,-1 1,0-1,0 0,0 0,-1 0,1 0,-1 0,0-1,1 1,-1-1,0 1,-1-1,1 0,0 0,0-1,-1 1,1-1,-1 0,0 1,1-1,-1-1,-2 1,4 0,-196 54,180-52</inkml:trace>
  <inkml:trace contextRef="#ctx0" brushRef="#br0" timeOffset="9326.241">7406 3805,'-20'48,"2"1,3 1,1 0,3 1,-5 47,0 45,15-141,1 8,2-20,81-390,-77 378,1-1,0 1,2 0,1 0,5-7,-13 24,1 1,-1-1,1 1,1 0,-1 0,0 0,1 0,0 1,0-1,0 1,0 0,1 0,-1 0,1 1,-1 0,1 0,0 0,0 0,0 1,0-1,0 1,1 1,-1-1,0 1,0 0,1 0,-1 1,0-1,-1 1,1 1,-1-1,0 1,1 0,-1 0,0 0,0 0,0 1,0 0,-1-1,1 2,-1-1,0 0,1 1,-2-1,1 1,0 0,-1 0,1 0,-1 0,0 0,-1 0,1 1,-1-1,1 2,0 1,-1 1,1-1,-1 1,0-1,-1 1,0-1,0 1,-1-1,0 1,0-1,0 0,-1 1,0-1,-1 0,-3 7,1-5,-2-1,1 0,-1 1,-1-2,1 1,-1-1,-1-1,1 1,-1-1,0-1,-7 4,-29 20,43-28,1 0,0 0,-1 0,1 0,0 0,0 0,0 0,-1 0,1 0,0 0,1 1,-1-1,0 1,0-1,1 0,-1 1,0-1,1 1,0-1,-1 1,1 0,0-1,0 1,0-1,0 1,0 0,0-1,0 1,0-1,1 1,-1-1,1 1,-1-1,1 1,-1-1,1 1,0-1,0 0,0 1,0-1,0 0,0 0,0 0,0 0,0 1,2-1,13 12,1-1,0-1,1-1,0 0,1-2,0 0,0-1,1 0,0-2,0 0,0-2,13 1,-21-1,1-2,-1 1,1-1,-1-1,1 0,-1-1,1 0,10-4,1-3</inkml:trace>
  <inkml:trace contextRef="#ctx0" brushRef="#br0" timeOffset="9584.554">6532 3368,'21'-4,"30"-5,32-2,29 0,27 2,15 3,4 4,-11 8,-21 7,-31 1</inkml:trace>
  <inkml:trace contextRef="#ctx0" brushRef="#br0" timeOffset="10384.509">8062 5048,'-20'17,"0"1,2 1,0 0,1 1,1 1,1 1,1 0,1 1,1 1,1 0,1 0,1 1,1 0,-2 15,9-36,0 0,0 1,0-1,0 1,1-1,-1 1,1-1,0 1,1-1,-1 1,1-1,0 1,0-1,0 0,1 1,-1-1,1 0,0 0,0 0,1 0,-1-1,1 1,0 0,0-1,0 0,0 0,0 0,1 0,0 0,-1-1,1 1,0-1,2 1,4-2,-1-1,0 0,0 0,1-1,-1 0,0 0,0-1,0 0,0-1,0 0,-1 0,1-1,-1 0,0-1,0 0,0 0,-1 0,0-1,6-6,6-5,-1 0,0-1,-1-1,-2 0,0-1,-1-1,0 0,-2-1,-1 0,-1-1,0 0,-2-1,-1 0,-1 0,-1-1,-1 0,-1 0,0-19,-4 31,0-1,0 1,-1 0,-1 0,0 0,-1 0,0 0,-1 1,-5-9,8 17,1 1,-1-1,0 1,-1-1,1 1,-1 0,1 0,-1 0,0 0,0 0,0 1,-1-1,1 1,0 0,-1 0,0 0,1 1,-1-1,0 1,0 0,0 0,0 0,0 0,0 1,0-1,0 1,0 0,0 1,0-1,0 1,0-1,0 1,-1 1,-4 3,0 0,1 1,-1 0,1 1,1-1,0 1,-1 1,2 0,-1 0,1 0,1 1,0-1,0 1,0 1,1-1,1 0,-1 1,2 0,-1 0,1 0,1 4,-3 5,2 0,1 0,0 0,1 0,1 0,1 1,1-1,1-1,0 1,1 0,1-1,1 0,1 0,0-1,1 0,1-1,1 1,0-2,1 0,0 0,1-1,5 3,93 75,-81-71,-2 2,0 1,-2 1,15 19,-14-4,-11-5</inkml:trace>
  <inkml:trace contextRef="#ctx0" brushRef="#br0" timeOffset="12275.765">8949 5007,'117'2,"1"5,68 16,-44-5,0-6,46-5,650 22,-440-18,212 15,-537-18,414 26,-34-33,-244 12,262 8,-38 0,-389-22,0 3,0 1,0 3,13 4,-40-6,-22-4,-7-3</inkml:trace>
  <inkml:trace contextRef="#ctx0" brushRef="#br0" timeOffset="12677.232">13073 4938,'24'19,"0"-1,1-1,1-1,0-1,1-2,1 0,0-2,18 4,-17-4,260 102,-205-58,-83-53,1-1,-1 1,0 0,0-1,0 1,0 0,0 0,0 0,0 0,-1 0,1 0,-1 0,1 0,-1 0,0 0,0 0,0 0,0 0,0 0,0 1,-1-1,1 0,-1 0,1 0,-1 0,0 0,0-1,0 1,0 0,0 0,0 0,0-1,-1 1,1-1,-1 1,1-1,-1 1,-1-1,-71 51,70-50,-197 95,122-62,2 3,-18 15,58-29</inkml:trace>
  <inkml:trace contextRef="#ctx0" brushRef="#br0" timeOffset="13235.738">14029 5225,'12'0,"10"0,12 0,12 0,14 0,15 0,10 0,10 0,7 0,8 0,0 0,-1 0,-10 0,-16 0,-16 0,-16 0,-16 0</inkml:trace>
  <inkml:trace contextRef="#ctx0" brushRef="#br0" timeOffset="13843.94">16159 4338,'-26'-1,"1"2,-1 0,1 2,0 1,0 1,0 1,1 1,-18 8,17-8,1 1,0 1,1 1,0 1,1 1,0 1,0 1,-8 8,28-21,0 1,0-1,0 1,0-1,0 1,1 0,-1 0,0 0,1 0,-1 0,1 0,0 0,0 0,0 0,0 1,0-1,0 0,0 1,1-1,-1 1,1-1,0 1,0-1,0 1,0-1,0 1,0-1,1 1,-1-1,1 1,0-1,0 0,0 1,0-1,1 1,5 4,1 0,1-1,-1 0,1 0,0-1,1 0,-1-1,1 0,0 0,0-1,8 2,-3-1,75 22,-55-17,0 0,0 2,-1 2,-1 1,0 2,-1 1,-1 1,0 2,-28-18,1 0,-1 0,0 1,0-1,-1 1,1-1,0 1,-1 0,0 0,0 0,0 0,0 1,0-1,0 1,-1-1,0 1,0-1,0 1,0-1,0 1,-1 0,1 0,-1-1,0 1,-1 0,1 0,0-1,-2 4,-3 1,-1 0,0-1,-1 0,0 0,0 0,0-1,-1 0,0-1,0 1,0-2,-1 1,1-1,-1 0,0-1,-1 0,1 0,0-1,-4 0,-7 4,0-1,0-2,0 1,-1-2,1-1,-1-1,1 0,-3-2,22 2,0 0,1 0,-1 0,0 0,1 0,-1 0,0 0,0 0,1 0,-1 0,0-1,1 1,-1 0,1 0,-1-1,0 1,1 0,-1-1,1 1,-1-1,1 1,-1-1,1 1,-1-1,1 1,-1-1,1 1,0-1,-1 0,1 1,0-1,0 0,-1 1,1-1,0 0,0 1,0-1,0 0,0 1,0-1,0 0,0 1,0-1,22-24,18-1,5 1</inkml:trace>
  <inkml:trace contextRef="#ctx0" brushRef="#br0" timeOffset="14417.984">16501 4556,'-2'2,"0"-1,0 0,1 1,-1-1,0 1,1-1,-1 1,1 0,0 0,0-1,0 1,0 0,0 0,0 0,0 0,1 1,-1-1,1 0,-1 0,1 2,-1-3,-6 35,2 1,2-1,1 0,2 34,-8 100,6-162,0-13,2-15,6-43,3-1,3 1,2 1,3 1,12-25,-28 85,-1-2,7-23,2 0,0 1,1 0,1 1,2 0,0 1,17-21,-28 41,-1 1,1-1,0 1,0 0,0 0,0-1,1 2,-1-1,0 0,1 0,0 1,-1-1,1 1,0 0,0 0,-1 0,1 0,0 0,0 1,0-1,0 1,0 0,0 0,0 0,0 0,0 0,0 1,0-1,0 1,0 0,0 0,0 0,0 0,-1 1,1-1,0 1,-1-1,0 1,13 12,0 1,-2 0,1 1,-2 0,-1 1,0 0,-1 1,0 0,-2 1,2 6,-8-22,-1 0,1 1,-1-1,0 0,0 1,0-1,0 1,-1 0,1-1,-1 1,0-1,0 1,-1 0,1-1,-1 1,1-1,-1 1,0-1,0 1,-1-1,1 0,-1 1,0-1,0 0,0 0,0 0,0-1,0 1,-1 0,-2 1,-10 4,-1-1,0 0,0-1,0-1,-1-1,0 0,0-1,0-1,0-1,0 0,-10-2,23 2,-130 2,133-3,0 0,0 0,0 0,0 0,0 1,0-1,1 0,-1 1,0-1,0 0,0 1,0-1,0 1,1-1,-1 1,0 0,1-1,-1 1,0 0,1 0,-1-1,1 1,-1 0,1 0,-1 0,1 0,-1 0,1-1,0 1,0 0,-1 0,1 0,0 0,0 0,0 0,0 0,0 0,0 0,1 0,-1 0,0 0,0 0,1 0,-1 0,0-1,1 1,-1 0,1 0,28 40,-7-25,0-1,0-2,1 0,1-1,0-1,1-2,0 0,1-2,-1-1,18 2,114 19,-90-20</inkml:trace>
  <inkml:trace contextRef="#ctx0" brushRef="#br0" timeOffset="17879.787">17375 4392,'-34'2,"0"1,1 2,0 1,-17 7,46-12,0-1,1 0,0 1,0 0,0 0,0 0,0 0,0 0,0 0,0 1,1-1,-1 1,0 0,1 0,-1 0,1 0,0 1,-2 1,5-3,-1 1,1-1,0 1,-1-1,1 1,0-1,0 1,0-1,0 0,0 1,0-1,0 0,1 0,-1 0,0 0,1 0,-1 0,1 0,-1 0,1-1,-1 1,1 0,-1-1,1 1,0-1,-1 0,2 0,1 2,7 2,10 2,0 1,-1 1,0 1,0 1,-1 1,0 0,0 1,-2 1,0 1,0 1,-1 0,-1 1,2 3,-12-12,0 0,0 0,-1 0,0 0,0 1,-1 0,1 0,-2-1,1 2,-1-1,-1 0,1 0,-1 1,-1-1,0 1,0-1,0 0,-1 1,-1-1,1 0,-1 1,0-1,-1 0,0 0,-1-1,1 1,-1-1,-1 0,1 1,-1-2,-1 1,-4 4,6-8,-1-1,1 0,-1 0,0 0,1-1,-1 0,0 0,0 0,0 0,0-1,0 0,0 0,0 0,0 0,0-1,0 0,0 0,0 0,1-1,-1 0,0 0,1 0,-1 0,1-1,0 1,0-1,-3-3,-40-16,34 18</inkml:trace>
  <inkml:trace contextRef="#ctx0" brushRef="#br0" timeOffset="18182.648">17812 4447,'-6'43,"2"1,2-1,2 1,2 0,1-1,3 0,2 0,3 7,-10-44,0 0,0 0,1 0,0 0,0 0,1-1,0 1,0-1,0 0,0 0,1 0,0 0,0 0,0-1,1 0,-1 0,1 0,0 0,0-1,1 0,-1 0,0 0,1-1,0 1,0-2,5 3,3-2,0 0,0-1,0-1,0 0,0 0,0-2,0 0,4-1,23-7</inkml:trace>
  <inkml:trace contextRef="#ctx0" brushRef="#br0" timeOffset="18395.276">17730 4679,'21'5,"18"1,17 0,10-2,6-3,0-4,-6-4,-14-1</inkml:trace>
  <inkml:trace contextRef="#ctx0" brushRef="#br0" timeOffset="19061.366">17812 4460,'239'-23,"110"7,-336 16,-5-1,1 1,0 0,-1 0,1 0,-1 1,1 1,-1-1,1 1,-1 1,0 0,0 0,5 3,-11-4,0 1,0 0,0 0,-1 0,1 0,0 0,-1 1,0-1,0 0,0 1,0-1,-1 1,1-1,-1 0,0 1,0 0,0-1,-1 0,1 1,-1-1,0 1,1-1,-2 1,1-1,0 0,-1 0,1 0,-2 1,1 3,-14 42,2 0,2 1,2 1,-2 37,12 24,5-96,0-34,8-301,-12 295,1-1,2 1,0 0,2 0,1 0,0 0,2 1,1 1,1 0,0 0,8-9,-15 26,0 0,0 0,1 0,0 1,0 0,0 0,0 0,1 0,-1 1,1 0,0 0,0 0,0 1,1 0,-1 0,0 1,1 0,-1 0,1 0,-1 1,1 0,0 0,-1 1,1-1,-1 1,1 1,-1-1,0 1,1 1,2 1,1 0,0 0,-1 1,1 0,-1 1,-1 0,1 0,-1 1,0 0,0 0,-1 1,0 0,-1 1,1-1,-2 1,1 0,-1 1,-1-1,0 1,0 0,0 0,-2 0,1 2,-3-7,0 0,0 1,0-1,-1 1,0-1,0 0,0 1,-1-1,0 0,0 0,0 0,-1 0,1-1,-1 1,0 0,-1-1,1 0,-1 0,-2 2,-84 64,87-68,-29 18,22-16,1 1,0 1,1 0,-1 0,1 1,1 0,-1 0,-4 7,11-13,0 0,0 0,0 1,0-1,1 0,-1 1,0-1,1 1,-1-1,1 1,0-1,-1 1,1-1,0 1,0-1,0 1,0 0,0-1,0 1,1-1,-1 1,0-1,1 1,-1-1,1 1,0-1,-1 0,1 1,0-1,0 0,0 1,0-1,0 0,0 0,1 1,51 26,-15-18,0-1,1-3,0-1,0-1,39-3,47-7,-81 0</inkml:trace>
  <inkml:trace contextRef="#ctx0" brushRef="#br0" timeOffset="19689.201">17594 4351,'0'-2,"-5"-1,-6 0,-8 0,-8 2,-9 0,-9 0,-9 1,-12 0,6 0</inkml:trace>
  <inkml:trace contextRef="#ctx0" brushRef="#br0" timeOffset="24836.547">5849 4693,'0'7,"0"14,0 12,0 15,0 11,2 7,1 6,0 0,0-5,-4-9,-1-15</inkml:trace>
  <inkml:trace contextRef="#ctx0" brushRef="#br0" timeOffset="25099.43">5835 4651,'12'12,"10"15,9 12,6 12,4 8,-1 6,-4 4,-7 1,-8-2,-9-2,-15-7,-15-8,-17-6,-13-6,-11-7,-7-9,8-9</inkml:trace>
  <inkml:trace contextRef="#ctx0" brushRef="#br0" timeOffset="25100.43">5317 6331,'19'0,"1"2,-1 0,0 1,0 0,0 2,0 0,-1 2,0 0,0 1,5 3,-15-7,0 0,-1 1,0 0,0 0,0 1,-1 0,0 0,0 0,0 1,-1-1,0 1,0 1,0-1,-1 1,-1 0,1 0,-1 0,-1 0,1 0,-1 1,-1-1,0 1,1 8,-3-6,-1-1,0 1,0-1,-1 1,-1-1,1 0,-2 0,1 0,-1 0,-1-1,0 0,0 0,-1-1,0 1,0-1,-1-1,0 0,0 0,-1 0,0-1,0 0,-1-1,1 0,-1-1,0 0,0 0,-8 1,15-4,1 0,-1 0,1-1,-1 1,1-1,-1 1,0-1,1 0,-1 0,1 0,-1-1,0 1,1 0,-1-1,1 0,-1 1,1-1,0 0,-1-1,1 1,0 0,0 0,-1-1,1 0,-7-10</inkml:trace>
  <inkml:trace contextRef="#ctx0" brushRef="#br0" timeOffset="25101.43">6041 6317,'-6'-2,"0"0,0 1,0-1,0 1,-1 0,1 0,0 1,0 0,0 0,-1 1,1-1,0 1,0 1,0-1,0 1,0 0,0 0,0 1,1-1,-1 2,1-1,0 0,0 1,0 0,0 0,-3 4,3-3,0 0,1 0,-1 0,1 1,0 0,1-1,-1 1,1 1,0-1,1 0,-1 1,1-1,0 1,1 0,0 0,0-1,1 1,-1 0,1 0,1 0,-1 0,1 0,1-1,-1 1,1 0,0-1,1 1,-1-1,1 0,0 0,1 0,0 0,1 1,6 1,1-1,-1-1,2 0,-1-1,0 0,1-1,0 0,0-1,0-1,1 0,-1-1,0 0,1-1,-1 0,1-1,2-1,10 0,-1-2,-1-1,1 0,-1-2,1-1,-2-1,3-2,24-14</inkml:trace>
  <inkml:trace contextRef="#ctx0" brushRef="#br0" timeOffset="25102.43">6409 6236,'-2'16,"-1"13,0 10,1 6,0 4,1 1,0-1,-1-5,-2-6,1-9,3-8,7-10,1-8</inkml:trace>
  <inkml:trace contextRef="#ctx0" brushRef="#br0" timeOffset="25103.43">6736 6249,'-274'204,"260"-194,8-7,-1 2,1-1,0 1,0 0,1 0,0 0,0 1,0 0,0 0,-2 5,7-9,0 0,0 1,0-1,1 0,-1 0,1 0,-1 0,1 0,0 0,0 0,0 0,0 0,0 0,0 0,0 0,1-1,-1 1,1-1,-1 1,1-1,0 1,-1-1,1 0,0 0,0 0,0 0,0 0,0 0,0 0,0-1,0 1,0-1,0 1,1-1,-1 0,35 9,0-1,0-2,0-2,1-1,-1-2,6-2,-9 2,1-2,-1-1,0-2,-1-1,1-2,-1-1,22-8,-11-4</inkml:trace>
  <inkml:trace contextRef="#ctx0" brushRef="#br0" timeOffset="25930.997">5289 4965,'23'-10,"-23"9,-1 0,1 0,-1 0,1 0,-1 0,0 0,1 0,-1 0,0 1,0-1,0 0,0 0,0 1,0-1,0 1,0-1,0 1,0-1,0 1,0 0,0 0,0-1,0 1,0 0,0 0,-1 0,1 0,0 0,0 0,0 0,0 1,0-1,0 0,-1 1,-280 3,79 0,0-10,-35-11,-115-21,337 37,0 0,0 1,1 0,-1 2,0 0,1 0,-1 1,1 1,0 1,0 0,0 1,1 1,0 0,0 0,-5 6,17-12,0 1,0 0,0 0,1 0,-1 1,0-1,1 0,0 1,-1-1,1 1,0-1,0 1,0 0,1-1,-1 1,1 0,-1-1,1 1,0 0,0 0,0 0,1-1,-1 1,0 0,1-1,0 1,0 0,0-1,0 1,0-1,0 1,1-1,-1 0,1 1,0-1,-1 0,1 0,0 0,0 0,3 1,6 15,0 1,-1-1,-1 2,-1 0,0 0,-2 0,0 1,-1 0,-1 0,-1 0,-1 0,-1 13,1-12,76 753,-58-565,-8 179,-8-376,6-34,-3 6,-3 12,0 0,0 0,0 0,0 1,0-1,1 1,-1 0,1 1,-1-1,1 1,0-1,-1 1,1 1,0-1,0 1,0 0,0 0,-1 0,1 1,0-1,1 2,12-2,484-23,28 10,-393 25,-125-12,34 8,-43-3</inkml:trace>
  <inkml:trace contextRef="#ctx0" brushRef="#br0" timeOffset="26558.834">3978 6741,'0'0,"0"1,0 0,0-1,0 1,0 0,0-1,-1 1,1-1,0 1,0-1,-1 1,1 0,0-1,-1 1,1-1,-1 1,1-1,0 1,-1-1,1 0,-1 1,1-1,-1 0,0 1,1-1,-1 0,1 1,-1-1,0 0,1 0,-1 0,1 0,-1 0,0 0,1 0,-1 0,0 0,1 0,-1 0,1 0,-1 0,0 0,1 0,-1-1,1 1,-1 0,0 0,1-1,-1 1,1-1,-1 1,1 0,-1-1,1 1,0-1,-1 1,1-1,-1 1,1-1,0 1,-1-1,1 1,0-1,0 0,0 1,-1-1,1 0,-6 20,1 1,0-1,2 1,0 0,1 0,1 3,-1 0,-50 939,45-916,-3-67,7 9</inkml:trace>
  <inkml:trace contextRef="#ctx0" brushRef="#br0" timeOffset="26928.848">3213 8052,'24'16,"25"6,26-2,23-5,19-11,14-8,7-6,0-3,-5 0,-13 2,-18 4,-19 2,-22 3,-21 3,-20 5,-17 0,-10 0</inkml:trace>
  <inkml:trace contextRef="#ctx0" brushRef="#br0" timeOffset="27191.145">3364 8080,'-14'20,"-7"24,-2 21,0 15,2 10,3 4,1-2,4-11,4-11,6-18,8-25,3-17</inkml:trace>
  <inkml:trace contextRef="#ctx0" brushRef="#br0" timeOffset="27370.665">3596 8229,'-7'21,"-7"19,-8 13,-5 10,0 4,2-3,3-8,5-11,11-13,10-16,12-21,3-9</inkml:trace>
  <inkml:trace contextRef="#ctx0" brushRef="#br0" timeOffset="27538.218">3842 8366,'-9'14,"-8"14,-4 6,0 6,4-3,4-5,9-8,12-11,15-11,12-16,0-6</inkml:trace>
  <inkml:trace contextRef="#ctx0" brushRef="#br0" timeOffset="27722.81">4183 8243,'-5'16,"-6"13,-3 8,-2 4,0 1,2-3,4-5,5-9,9-13,8-13,10-14,0-4</inkml:trace>
  <inkml:trace contextRef="#ctx0" brushRef="#br0" timeOffset="27972.662">4470 8161,'2'16,"-1"15,-4 14,-3 8,-5 5,-3-1,-2-5,0-7,0-7,-4-7,1-9</inkml:trace>
  <inkml:trace contextRef="#ctx0" brushRef="#br0" timeOffset="28631.9">3910 7806,'-2'19,"-1"15,0 9,0 6,4 2,3-3,4-7,0-11</inkml:trace>
  <inkml:trace contextRef="#ctx0" brushRef="#br0" timeOffset="29420.241">4060 6631,'-7'1,"0"-1,0 1,0 1,1-1,-1 1,1 0,-1 0,1 1,-1 0,1 0,0 1,1 0,-1 0,1 0,-1 0,1 1,1 0,-1 0,1 0,-1 1,1-1,1 1,-1 0,1 0,-2 6,1 59,4-70,0 1,1 0,-1-1,1 1,-1 0,1-1,0 1,0-1,-1 0,1 1,0-1,0 1,1-1,-1 0,0 0,0 0,0 0,1 0,-1 0,1 0,-1 0,1 0,-1-1,1 1,-1 0,1-1,0 0,-1 1,1-1,-1 0,1 0,0 0,-1 0,1 0,0 0,-1 0,1 0,0-1,-1 1,2-1,8-3,-1-1,0 0,0 0,-1-1,1 0,-1 0,-1-1,1-1,-1 1,0-1,-1-1,0 1,0-1,-1-1,0 1,0-1,-1 0,1-6,-4 13,0-1,0 1,-1-1,0 1,1-1,-2 0,1 1,0-1,-1 0,1 0,-1 1,0-1,0 0,-1 0,1 1,-1-1,0 0,0 0,0 1,0-1,-1 1,1-1,-1 1,0 0,0 0,0-1,0 1,-1 1,1-1,-1 0,0 1,0-1,0 1,0 0,-1-1,-4-1,0 1,1 0,-1 1,0 0,-1 0,1 0,0 1,0 1,-1-1,1 1,-1 1,1-1,0 1,0 1,-1 0,1 0,-1 1,4-1,0-1,0 1,1 1,-1-1,1 1,0 0,-1 0,1 0,1 0,-1 1,0 0,1-1,0 1,0 1,0-1,0 0,1 1,0-1,-1 1,2 0,-1 0,1 0,-1 0,1 0,1 0,-1 0,1 0,0 2,0-2,1 1,0 0,0-1,1 1,-1-1,1 1,0-1,1 0,-1 0,1 0,0 0,1 0,-1-1,1 1,0-1,0 0,0 0,0 0,1-1,0 1,0-1,0 0,0-1,0 1,0-1,1 0,-1 0,1-1,-1 0,1 0,-1 0,1 0,0-1,2 0,-3 1,1-1,0 1,0-1,0 0,0 0,0-1,-1 0,1 0,0 0,0-1,-1 0,1 0,-1 0,0-1,1 1,-1-1,-1-1,1 1,0-1,-1 1,1-1,-1-1,0 1,-1-1,1 1,-1-1,0 0,0 0,0-1,-1 1,1 0,-2-1,2-2,-3 4,1-1,-1 0,0 0,0 0,-1 0,0 0,0 0,0 1,0-1,0 0,-1 1,0-1,0 1,-1 0,1-1,-1 1,0 0,0 0,0 1,0-1,-1 1,1 0,-1-1,0 2,0-1,0 0,0 1,-1 0,1 0,-3-1,0 0,-1 0,1 0,0 1,-1 0,0 0,0 1,1 0,-1 0,0 1,0 0,0 1,0-1,0 1,1 1,-1 0,0 0,1 0,-6 3,8-2,0 1,-1-1,1 1,1 0,-1 0,1 0,-1 1,1 0,1 0,-1 0,1 0,-1 0,1 1,1-1,-1 3,-5 15</inkml:trace>
  <inkml:trace contextRef="#ctx0" brushRef="#br0" timeOffset="47715.537">3009 1074,'4'6,"-1"0,2-1,-1 1,1-1,0 0,0 0,0 0,1-1,-1 1,1-1,0-1,1 1,-1-1,1 0,-1-1,1 1,0-1,0-1,0 1,0-1,0 0,0-1,6 0,90 11,0-4,77-7,-107-1,47 1,43-3,0 8,151 24,-206-13,1-5,0-5,53-5,499-29,-391 38,-182-6,0-4,58-9,-125 8,482-2,-262 2,-112-12,224 13,-363-2,1-1</inkml:trace>
  <inkml:trace contextRef="#ctx0" brushRef="#br0" timeOffset="48169.89">7324 1128,'0'0,"0"1,0-1,0 0,0 0,0 1,0-1,0 0,0 0,0 1,0-1,0 0,0 0,-1 1,1-1,0 0,0 0,0 1,0-1,0 0,0 0,-1 0,1 0,0 1,0-1,0 0,-1 0,1 0,0 0,0 0,0 1,-1-1,1 0,0 0,0 0,-1 0,1 0,0 0,0 0,-1 0,1 0,0 0,0 0,-1 0,1 0,0 0,0 0,-1 0,1 0,0 0,0 0,0-1,-1 1,1 0,0 0,0 0,-1 0,1 0,0-1,0 1,0 0,0 0,-1 0,1-1,1 0,-1-1,1 0,-1 1,1-1,0 1,0-1,0 1,-1-1,1 1,1-1,-1 1,0 0,0 0,0-1,1 1,-1 0,1 0,-1 0,1 1,-1-1,1 0,-1 0,1 1,0-1,-1 1,1 0,0-1,-1 1,1 0,0 0,0 0,-1 0,1 0,0 1,-1-1,1 0,0 1,-1-1,1 1,0 0,-1-1,1 1,-1 0,1 0,-1 0,0 0,1 0,-1 0,0 1,0-1,0 0,1 1,-2-1,1 1,0-1,0 1,0-1,-1 1,1 0,-1-1,1 1,-1 0,0-1,1 1,-1 0,0-1,0 3,0-6,0 0,0 0,-1 1,1-1,0 0,-1 0,1 1,-1-1,0 1,1-1,-1 0,0 1,0-1,0 1,0-1,0 1,0 0,-1 0,1-1,0 1,-1 0,1 0,0 0,-1 0,0 0,1 1,-1-1,1 0,-1 1,0-1,0 1,1 0,-1-1,0 1,0 0,1 0,-3 0,2 0,-1 0,1-1,-1 1,0 0,1 0,-1 1,1-1,-1 1,0-1,1 1,-1 0,1 0,0 0,-1 0,1 0,0 1,-1-1,1 0,0 1,0 0,0 0,1 0,-1-1,0 2,0 0,2-1,1-1,-1 1,1-1,0 1,-1 0,1-1,0 0,0 1,0-1,0 1,1-1,-1 0,0 0,0 0,1 0,-1 0,1 0,-1 0,1 0,-1 0,1-1,0 1,-1-1,1 1,0-1,-1 1,1-1,0 0,-1 0,1 0,0 0,0 0,-1-1,1 1,0 0,-1-1,1 1,0 0,0 1,0-1,0 0,0 0,0 0,0 0,1 0,-1 0,0-1,0 1,0-1,0 1,0-1,-1 0,1 0,0 0,0 0,0 0,-1 0,1 0,0-1,-1 1,1-1,-1 1,0-1,1 1,-1-1,0 0,0 0,0 1,0-1,0 0,-1 0,1 0,-6-7</inkml:trace>
  <inkml:trace contextRef="#ctx0" brushRef="#br0" timeOffset="44716.408">141 1047,'-99'344,"79"-289,20-55,0-1,0 1,0 0,0 0,0-1,0 1,0 0,0-1,0 1,0 0,0 0,0-1,-1 1,1 0,0-1,0 1,0 0,0 0,0-1,0 1,-1 0,1 0,0-1,0 1,0 0,-1 0,1 0,0 0,0-1,-1 1,1 0,0 0,0 0,-1 0,1 0,0 0,-1 0,1 0,0-1,0 1,-1 0,1 0,0 0,-1 0,1 1,0-1,0 0,-1 0,1 0,0 0,-1 0,1 0,0 0,0 0,-1 1,1-1,0 0,0 0,-1 0,1 1,0-1,0 0,0 0,0 0,-1 1,1-1,0 0,0 0,0 1,-4-26,0-36,3-1,3 1,2 0,13-58,-17 113,1-1,-1 1,1-1,1 1,-1-1,1 1,0 0,1 0,0 0,0 0,0 0,0 0,1 1,0 0,0-1,1 1,-1 1,1-1,0 1,0 0,1 0,-1 0,1 1,0 0,0 0,0 0,5-1,3 3,-1 0,0 0,1 1,-1 1,1 0,-1 1,0 0,0 1,0 1,0 0,-1 0,1 2,-1-1,0 2,-1-1,1 2,3 3,-13-10,1 0,-1 0,0 1,0-1,0 1,0 0,0 0,0-1,-1 1,1 0,0 1,-1-1,0 0,1 0,-1 1,0-1,0 0,0 1,-1-1,1 1,-1-1,1 1,-1 0,0-1,0 1,0-1,0 1,0 0,-1-1,1 1,-1-1,0 1,1-1,-1 1,-1 0,-8 6,0-1,-1 0,1 0,-1-1,-1-1,0 0,0-1,0 0,0 0,-1-2,1 1,-1-2,0 0,-5 0,-87 14,103-16,1 0,-1 0,1 1,0-1,-1 0,1 1,0-1,-1 0,1 1,0 0,0-1,-1 1,1 0,0 0,0 0,0-1,0 1,0 0,0 0,0 1,0-1,1 0,-1 0,0 0,1 1,-1-1,1 0,-1 0,1 1,-1-1,1 0,0 1,0-1,0 1,0-1,0 0,0 1,0-1,0 1,1-1,-1 0,0 1,1-1,-1 0,1 1,-1-1,1 0,0 0,0 0,0 1,12 21,1-1,2-1,0 0,1-2,0 1,4 0,6 8,-22-21,1 0,0 0,0 0,0-1,1 0,0 0,1 0,-1-1,1 0,0-1,0 0,0 0,1-1,-1 0,1 0,0-1,0 0,0 0,0-1,0-1,6 1,-3-4,1 0,-1 0,0-2,0 1,0-1,0-1,-1 0,0-1,0 0,-1-1,1 0,-2 0,9-9,-16 15,0-1,0 1,0 0,0-1,0 1,0-1,-1 1,1-1,-1 0,0 0,1 0,-2 0,1 0,0 0,0 0,-1 0,0 0,0 0,1 0,-2 0,1 0,0 0,-1 0,1 0,-1 0,0 0,0 0,0 0,-1 0,1 0,0 0,-1 1,0-1,0 1,0-1,0 1,0 0,0 0,-1 0,1 0,-1 0,0 0,0-1,-1 1,0-1,0 1,0 0,0 0,0 0,0 1,0 0,-1-1,1 2,0-1,-1 0,1 1,-1 0,1 0,-1 0,1 0,0 1,-1 0,1 0,0 0,-1 0,1 1,0-1,0 1,0 0,0 1,1-1,-1 1,0-1,1 1,0 0,0 0,0 1,0-1,0 1,0-1,1 1,0 0,0 0,-1 3,2-3,0-1,0 0,1 1,-1-1,1 1,0-1,0 1,1-1,-1 0,1 1,-1-1,1 1,0-1,0 0,0 0,1 1,-1-1,1 0,0 0,0-1,0 1,0 0,1-1,-1 1,0-1,1 1,0-1,0 0,-1 0,1-1,1 1,-1 0,11 5,-1-1,1 0,0-1,1 0,-1-1,12 1,23 3</inkml:trace>
  <inkml:trace contextRef="#ctx0" brushRef="#br0" timeOffset="45533.225">988 1183,'-11'-3,"1"1,-1 0,1 1,-1 0,1 0,-1 1,0 1,1 0,-1 0,1 1,-1 0,1 1,0 0,0 1,0 0,0 1,1 0,0 0,0 1,-3 2,11-7,-1 1,1 0,0 0,0 0,-1 0,1-1,1 1,-1 1,0-1,0 0,1 0,-1 0,1 0,0 0,0 0,-1 1,1-1,1 0,-1 0,0 0,1 1,-1-1,1 0,-1 0,1 0,0 0,0 0,0 0,0 0,0 0,0-1,1 1,-1 0,1-1,-1 1,1-1,1 2,69 48,-71-51,33 19,-17-11,-1 0,0 2,-1 0,1 1,-2 0,0 1,6 7,-19-19,0 1,0 0,0 0,0 0,0 0,0 1,0-1,0 0,0 0,0 0,-1 1,1-1,-1 0,1 1,-1-1,1 1,-1-1,0 1,1-1,-1 1,0-1,0 0,0 1,0-1,0 1,-1-1,1 1,0-1,-1 1,1-1,-1 0,1 1,-1-1,0 0,0 1,0-1,1 0,-1 0,0 0,0 0,0 0,-1 0,1 0,0 0,0 0,0 0,-1-1,1 1,0 0,-2-1,-4 3,-1 0,0-1,0-1,0 1,0-1,0 0,0-1,0 0,-1 0,1-1,0 0,0-1,0 1,0-2,1 1,-1-1,0 0,1 0,-4-3,10 5,0 1,0-1,0 0,0 1,0-1,0 0,1 0,-1 0,0 0,0 1,1-1,-1 0,0 0,1 0,-1-1,1 1,0 0,-1 0,1 0,0 0,-1 0,1 0,0-1,0 1,0 0,0 0,0 0,0 0,1-1,-1 1,0 0,0 0,1 0,-1 0,1 0,-1 0,1 0,-1 0,1 0,0 0,0 0,-1 0,1 0,0 0,0 1,0-1,0 0,0 0,54-27,254-55,-244 50,-64 32,0 0,1 1,-1-1,0 0,1 0,-1 0,0 0,0 0,0-1,0 1,0 0,0 0,0-1,-1 1,1-1,0 1,-1 0,1-1,-1 1,0-1,1 0,-1 1,0-1,0 1,0-1,0 1,0-1,0 0,0 1,-1-1,1 1,0-1,-1 1,0-1,1 1,-1 0,0-1,1 1,-1 0,0-1,0 1,0 0,-1 0,1-1,0 1,-1-1,1 1,-1-1,1 1,-1 0,0 0,1 0,-1 0,0 0,0 0,0 1,0-1,1 1,-1-1,0 1,0-1,0 1,0 0,0 0,0 0,0 0,0 1,0-1,0 0,0 1,0 0,0-1,0 1,0 0,1 0,-1 0,0 0,0 0,1 0,-1 0,1 1,-1-1,1 1,0-1,0 1,-1-1,1 1,0 0,0 0,0-1,0 3,-2 3,1 0,0 0,0 1,0-1,1 1,0 0,0-1,1 1,0 0,1-1,-1 1,2-1,-1 1,1-1,0 1,0-1,1 0,0 0,0 0,1 0,0 0,0-1,1 0,-1 0,1 0,1 0,-1-1,1 0,0 0,0-1,0 1,1-1,-1 0,1-1,0 0,0 0,1 0,-1-1,0 0,1-1,5 1,-3-2,0 0,-1-1,1 0,-1 0,0-1,1-1,-1 0,0 0,0 0,0-1,-1-1,1 1,-1-1,0-1,-1 0,1 0,-1 0,2-3,5-5,0-2,0 0,-2-1,0 0,-1-1,-1 0,8-19,-7 10,-1-1,-1 0,-1-1,-2 0,-1 0,-1 0,-2-1,-1 0,-1 1,-1-1,-3-8,4 32,-1 0,0-1,0 1,-1 0,1 0,-1-1,-1 2,1-1,-1 0,0 0,0 1,-1-1,0 1,0 0,3 4,-1 1,0-1,0 1,1 0,-1-1,0 1,0 0,1 0,-1 0,0 0,0 1,0-1,1 0,-1 1,0-1,1 1,-1 0,0-1,1 1,-1 0,1 0,-1 0,1 0,-1 0,1 1,0-1,0 0,0 1,-1-1,1 0,0 1,1 0,-1-1,0 1,0-1,1 1,-1 0,1-1,-1 1,1 0,0 0,0 0,0-1,0 1,0 1,-6 25,1 1,2 0,1-1,1 1,1 0,2 0,1 0,1-1,1 1,2-1,5 13,-9-26,1 1,0-1,2 0,0 0,0 0,1-1,1 0,0 0,1-1,1 0,0-1,0 0,2 0,-1-1,1-1,1 0,0-1,0 0,5 2,17 2</inkml:trace>
  <inkml:trace contextRef="#ctx0" brushRef="#br0" timeOffset="45793.465">1479 992,'14'0,"21"0,25 0,26 0,23-2,20-1,-13 0</inkml:trace>
  <inkml:trace contextRef="#ctx0" brushRef="#br0" timeOffset="66181.401">15163 3340,'0'0,"0"0,1-1,-1 1,0-1,1 1,-1 0,1-1,-1 1,0 0,1-1,-1 1,1 0,-1 0,1 0,-1-1,1 1,-1 0,1 0,-1 0,1 0,-1 0,1 0,-1 0,1 0,-1 0,1 0,-1 0,1 0,-1 0,1 1,-1-1,1 0,-1 0,1 0,-1 1,1-1,-1 0,1 1,-1-1,0 0,1 1,-1-1,0 0,1 1,-1-1,0 1,1-1,-1 1,0-1,0 1,0-1,1 1,-1-1,0 1,0-1,0 1,0-1,0 1,0-1,0 1,0-1,0 1,0 0,4 43,-4-38,11 507,21-50,-33-362,-5 0,-4 0,-14 56,6-43,5 2,2 108,-17 200,27-355,0 54,6 0,17 105,9 111,-23-215,-2 291,-7-249,1-138,-1 70,5-1,9 40,-2 111,-10-107,37 52,-28 270,10-193,-34-142,14-127,0 0,0 0,0-1,0 1,0 0,0 0,1 0,-1 0,0-1,0 1,1 0,-1 0,0 0,1-1,-1 1,1 0,-1-1,1 1,-1 0,1-1,0 1,-1-1,1 1,0-1,-1 1,1-1,0 1,0-1,-1 0,1 1,0-1,0 0,0 0,-1 0,1 0,0 1,0-1,0 0,0 0,0-1,-1 1,1 0,0 0,0 0,0 0,-1-1,1 1,0-1,43-20,-37 17,11-6,0 1,0 1,1 1,0 1,0 0,1 1,0 1,-1 1,1 1,0 1,14 0,518 27,-11 19,36 28,-517-64,591 84,96-21,284-8,858 100,-647-85,714 38,194-25,-524-66,-1395-26,1211 29,-1034-14,-346-10,-54-6,-23-5,-25-8,-11-3</inkml:trace>
  <inkml:trace contextRef="#ctx0" brushRef="#br0" timeOffset="68357.095">15067 3204,'39'-5,"1"2,0 1,0 3,0 1,-1 1,7 4,39 2,266 8,59-17,-218-1,530 16,378 18,-166-8,606 39,20 0,-1298-46,1362 80,159 7,500 115,-1408-152,-596-51,89 19,128 39,24 12,-223-43,-188-44,-90-8,-14 2</inkml:trace>
  <inkml:trace contextRef="#ctx0" brushRef="#br0" timeOffset="69662.329">19683 8448,'-9'-3,"0"1,0-1,0 2,0-1,-1 1,1 1,0-1,-1 2,1-1,0 1,0 1,-1 0,1 0,0 1,1 0,-1 0,0 1,1 0,0 1,-6 3,-4 8,1 0,1 1,0 0,1 1,1 1,1 1,0 0,2 0,0 1,2 1,0 0,1 0,0 4,-2 34,10-59,0 1,0-1,0 0,0 1,0-1,1 0,-1 0,0 1,1-1,-1 0,1 0,-1 1,1-1,0 0,-1 0,1 0,0 0,0 0,0 0,0 0,0 0,0 0,0 0,0-1,0 1,0 0,0-1,1 1,-1-1,0 1,0-1,1 0,-1 1,0-1,1 0,-1 0,0 0,0 0,1 0,-1 0,0 0,1-1,7 0,-1-2,1 1,-1-2,1 1,-1-1,0 0,-1 0,1-1,2-2,21-13,0-2,-1-1,-2-1,0-2,-1-1,-2 0,-1-2,-1-1,-2-1,-1-1,-1-1,-2 0,-1-1,3-16,-12 29,-2 0,-1 0,0-1,-1 0,-2 0,0-7,-1 22,0-1,-1 0,1 0,-2 0,1 1,-1-1,0 1,-1-1,1 1,-2 0,1 0,-1 0,0 0,0 1,-1-1,0 1,0 0,0 1,-2-2,3 4,0 1,0-1,0 1,0 0,0 0,0 0,0 1,-1-1,1 1,-1 0,1 1,-1-1,1 1,-1 0,1 0,-1 0,1 0,-1 1,1 0,-1 0,1 0,0 0,-1 1,1 0,0 0,0 0,0 0,0 1,1-1,-1 1,-1 2,-6 3,1 1,1 1,0 0,0 0,1 1,0 0,0 0,2 1,-1 0,0 4,1-2,1 1,1 1,0-1,1 1,1 0,0-1,1 1,1 0,0 0,1 0,1 0,0-1,2 1,-1-1,2 1,0-1,1 0,0-1,8 12,3 8,-2-7,-1 1,-1 1,-2 1,7 27,-12-28,-2 0,-1 0,-1 0,-2 1,0-1,-3 0,0 0,-2 0,-1 8</inkml:trace>
  <inkml:trace contextRef="#ctx0" brushRef="#br0" timeOffset="70046.875">19969 8721,'-41'58,"3"3,-28 59,58-101,21-27,119-199,-76 111,13-12,-69 108,0-1,0 1,0-1,0 1,0-1,1 1,-1-1,0 1,0 0,0-1,0 1,1-1,-1 1,0-1,0 1,1 0,-1-1,0 1,1 0,-1-1,0 1,1 0,-1 0,1-1,-1 1,0 0,1 0,-1 0,1-1,-1 1,1 0,-1 0,0 0,1 0,-1 0,1 0,-1 0,1 0,-1 0,1 0,-1 0,1 0,-1 0,1 1,-1-1,0 0,1 0,-1 0,1 1,-1-1,0 0,1 0,-1 1,0-1,1 0,-1 1,0-1,1 0,-1 1,0-1,0 1,1-1,-1 0,0 1,0-1,0 1,4 35,-4-34,-2 143,-1-77,3 1,4-1,8 48,-7-91</inkml:trace>
  <inkml:trace contextRef="#ctx0" brushRef="#br0" timeOffset="70333.109">19929 8830,'25'-2,"25"-6,20-3,17-5,12-2,8-2,-14 1</inkml:trace>
  <inkml:trace contextRef="#ctx0" brushRef="#br0" timeOffset="70777.92">21704 8271,'-19'14,"0"2,1 0,1 2,0 0,2 0,0 2,1 0,1 0,1 1,0 1,2 0,1 0,0 1,2 1,1-1,-1 9,4-20,2-1,-1 1,2 0,0 0,0 0,1 0,0-1,1 1,2 8,-3-16,1 0,-1 1,1-1,0 0,0 0,0 0,1 0,-1 0,1-1,0 1,0-1,0 0,1 0,-1 0,1 0,-1 0,1-1,0 0,0 0,0 0,1 0,-1 0,0-1,1 0,-1 0,2 0,9-1,-1-1,0-1,1-1,-1 0,0 0,-1-2,1 1,-1-2,0 0,0 0,0-2,-1 1,0-1,-1-1,0 0,0-1,3-4,8-4,0-2,-1-1,-2 0,0-1,-1-1,-1-1,-1-1,-1 0,-2-1,0 0,-2-1,-1-1,-1 0,-1 0,-2 0,0-1,-2 0,-2 0,0 0,-3-21,1 43,0 0,-1 0,0 0,0 0,-1 0,0 1,0-1,0 0,-1 1,0 0,0 0,-1-1,0 2,0-1,0 0,0 1,-1 0,0 0,0 0,-1 1,1 0,-1 0,0 0,0 1,0-1,-1 1,1 1,-1 0,0-1,1 2,-4-1,-1 3,-1 0,1 1,0 1,0 0,0 1,0 0,1 0,-1 1,1 0,0 1,0 0,1 1,0 0,0 0,1 1,0 0,0 1,1 0,0 0,0 0,1 1,0 0,1 0,0 1,1-1,0 1,1 0,0 0,1 1,-1 2,3 9,0 1,1 0,2-1,0 1,2-1,0 0,2 0,0 0,2-1,0 0,1-1,13 19,17 47,-24-47,-2 0,-2 1,-1 0,-2 1,-3 0,-1 0,0 41,-5-49</inkml:trace>
  <inkml:trace contextRef="#ctx0" brushRef="#br0" timeOffset="71379.313">22250 8749,'-19'18,"1"1,0 0,1 2,1 0,1 1,1 0,2 1,0 1,1 0,-4 15,30-128,-13 80,4-21,2 0,1 0,2 0,0 1,2 1,13-21,-24 45,0 0,0 0,0 0,1 1,0-1,-1 0,1 1,1 0,-1 0,0 0,1 0,0 0,0 1,0-1,0 1,0 0,0 0,0 1,0-1,1 1,-1 0,1 0,-1 0,1 1,-1 0,1 0,0 0,-1 0,1 1,-1-1,1 1,-1 0,0 1,1-1,-1 1,0 0,0 0,0 0,4 3,-5-1,1 0,-1 0,0 1,0-1,0 1,-1 0,1 0,-1-1,0 2,0-1,-1 0,0 0,0 1,0-1,-1 0,1 1,-1-1,0 1,-1-1,1 0,-1 1,0-1,-1 0,1 0,-1 0,0 0,0 0,-1 0,0 0,1 0,-2-1,1 0,0 1,-1-1,0 0,-86 48,58-38,32-14,-1 0,1-1,-1 1,0 0,1 0,-1 1,1-1,-1 0,0 0,1 0,-1 0,1 0,-1 1,1-1,-1 0,1 1,-1-1,1 0,-1 1,1-1,-1 0,1 1,-1-1,1 1,0-1,-1 1,1-1,0 1,-1-1,1 1,0-1,0 1,0 0,-1-1,1 1,0-1,0 1,0-1,0 1,0 0,0-1,0 1,0-1,0 1,0 0,1-1,-1 1,0-1,0 1,1-1,-1 1,0 0,0-1,1 1,-1-1,1 0,-1 1,0-1,1 1,-1-1,1 0,-1 1,1-1,-1 0,1 1,-1-1,1 0,0 0,0 1,46 14,-41-14,36 9,-28-8,0 0,0 1,-1 1,0 0,1 1,-2 1,1 0,0 0,-1 1,-1 1,1 0,-10-7,0 1,-1-1,1 0,-1 1,1-1,-1 1,0 0,1-1,-1 1,0 0,0 0,0 0,0 0,-1 0,1 0,-1 0,1 0,-1 0,1 0,-1 0,0 0,0 0,0 0,0 0,-1 0,1 0,0 1,-1-1,1 0,-1 0,0 0,0-1,0 1,0 0,0 0,0 0,0-1,-1 1,1 0,-2 0,-11 7,-1 0,0-1,0-1,-1-1,0 0,0-1,0 0,0-2,-1 0,-8 1,24-4,-27 6,0-2,0 0,-1-2,1-1,-26-3,41-3,11-2</inkml:trace>
  <inkml:trace contextRef="#ctx0" brushRef="#br0" timeOffset="71908.897">23902 8462,'-13'-3,"1"0,-1 1,0 1,0 0,1 1,-1 1,0-1,0 2,1 0,-1 1,1 0,-1 0,1 2,0-1,0 2,1-1,0 2,0 0,0 0,1 0,-4 5,-5 1,2 1,0 1,0 0,1 1,1 1,1 1,0 0,2 0,0 1,1 1,0 0,2 1,1 0,0 0,-3 17,10-32,0 0,0 1,1-1,0 0,0 1,0-1,1 0,0 1,0-1,1 0,-1 0,1 0,1 0,-1 0,1 0,0-1,0 1,1-1,-1 0,1 0,1 0,-1-1,1 1,-1-1,1 0,0 0,1-1,-1 1,1-1,-1 0,1-1,0 0,2 1,10 1,0-2,0 0,1-1,-1 0,0-2,1 0,-1-1,0-1,0-1,0 0,-1-2,1 0,-1 0,-1-2,1 0,-1-1,-1-1,1 0,-2-1,1 0,-2-2,0 1,0-2,1-2,4-7,-1-2,0 0,-2-1,-1-1,-2 0,0-1,-2 0,-1 0,-1-1,-1-1,-2 1,-1-1,-1 0,-2 0,-1 0,-1 0,-2-1,2 17,-1 0,-1 1,0-1,0 1,-2 0,0 0,-4-8,7 17,0-1,-1 1,1 0,-1 0,0 0,0 0,-1 0,1 1,-1 0,0-1,0 1,0 0,0 1,0-1,0 1,-1 0,0 0,1 0,-1 1,0 0,0 0,-2-1,0 2,0 0,1 1,-1-1,0 1,1 1,-1-1,1 1,-1 0,1 0,0 1,0 0,0 0,0 1,1-1,-1 1,1 0,0 1,0-1,0 1,-1 3,-4 4,0 0,1 1,0 0,1 1,1-1,0 2,1-1,-2 7,0 9,1 1,1 0,1 1,2-1,1 1,2 0,1-1,1 1,6 25,8 26,4-1,3 0,5 3,35 75,-46-127</inkml:trace>
  <inkml:trace contextRef="#ctx0" brushRef="#br0" timeOffset="72215.079">24585 8913,'-22'-5,"-1"1,0 1,0 1,0 1,0 1,-1 1,1 1,0 1,1 1,-1 1,1 1,0 1,0 1,-6 3,24-9,0 0,-1 0,1 0,0 0,0 0,0 1,0 0,0 0,1 0,-1 0,1 1,0-1,0 1,0 0,0 0,1 0,0 0,0 0,0 1,0-1,0 0,1 1,0 0,0-1,0 1,1 0,0-1,-1 1,2 0,-1 0,0-1,1 1,0 0,0-1,2 4,4 2,0-1,1-1,0 1,0-1,1-1,0 0,0 0,1 0,0-1,0-1,0 0,1 0,0-1,0 0,0-1,5 0,50 14,2-4,-1-3,1-3,1-2,-1-4,15-4,61-2,-12-5</inkml:trace>
  <inkml:trace contextRef="#ctx0" brushRef="#br0" timeOffset="72723.721">26811 8475,'-37'-1,"1"2,-1 1,1 2,0 1,0 2,0 2,1 1,1 2,-4 2,20-5,0 0,0 2,1 0,0 0,1 2,1 0,0 1,-10 12,17-18,1 1,1 0,-1 0,2 0,-1 1,1 0,1 0,0 1,0-1,1 1,0 0,1-1,0 1,1 1,0-1,1 9,1-13,-1 1,2-1,-1 1,1-1,0 1,1-1,-1 0,1 0,1 0,0 0,0-1,0 1,0-1,1 0,0 0,0-1,1 0,0 0,0 0,0 0,0-1,1 0,0 0,0-1,0 0,3 1,7 2,0-1,0-1,0 0,1-2,-1 0,1 0,0-2,-1 0,1-1,-1-1,3-1,3-1,0-1,0-1,-1-1,0-1,0 0,-1-2,0-1,0-1,-1 0,-1-1,0-2,-1 0,-1 0,0-2,-1 0,-1-1,0-1,-2 0,0-1,8-17,-9 12,-2 1,-1-1,-1-1,-2 1,0-1,-1-1,-2 1,-1-1,-1 1,-1-1,-1 1,-1-1,-2 1,-1 0,-1 0,-3-10,6 28,0-1,0 1,0 0,-1 0,0 0,-1 0,1 1,-1-1,-1 1,0 1,0-1,0 1,-1 0,1 0,-2 1,1 0,0 0,-1 1,0 0,0 0,0 1,-1 0,1 0,-1 1,1 0,-1 0,0 1,0 1,0-1,0 1,1 1,-1 0,-9 1,9 1,0 1,-1 0,1 0,1 1,-1 0,1 1,0 0,0 0,0 0,1 1,0 0,1 1,-1-1,1 1,1 1,-1-1,2 1,-1 0,1 0,0 0,1 1,0-1,0 6,-4 15,2-1,1 1,2 0,0 0,3 0,0 0,3 9,7 41,3 0,4-1,3-1,4-1,3-1,26 48,-40-97,-3-12</inkml:trace>
  <inkml:trace contextRef="#ctx0" brushRef="#br0" timeOffset="72994.995">27098 8817,'-7'16,"-5"13,-4 7,0 8,2 3,5 1,3-1,3-7,1-4,4-10,2-12,2-15,0-6</inkml:trace>
  <inkml:trace contextRef="#ctx0" brushRef="#br0" timeOffset="73238.345">27125 8639,'-2'5,"1"0,1 0,-1 0,1 0,-1 1,1-1,1 0,-1 0,1 0,0 0,0 0,0 0,1 0,0 0,0 0,0-1,1 1,-1-1,2 2,17 28,0-2,2-1,2-1,1-1,8 7,-2-3,-1 2,-2 1,10 19,-37-53,0 0,0 0,0 1,0-1,0 0,-1 1,1 0,-1-1,0 1,0 0,0 0,0 0,0 0,-1 0,1 0,-1 0,0 0,0 0,0 0,0 0,0 0,-1-1,1 1,-1 0,0 0,0 0,0 0,0 0,-1-1,1 1,-1-1,1 1,-1-1,0 1,-7 3,-1-1,1 0,-1 0,0-1,-1 0,1 0,0-1,-1-1,0 0,-2 0,-221 26,103-19</inkml:trace>
  <inkml:trace contextRef="#ctx0" brushRef="#br0" timeOffset="74159.929">19683 9472,'-6'95,"4"1,5-1,3 0,5 0,8 25,-11-65,24 157,-9 2,-10 0,-13 190,-29-156,-11-2,-35 97,-38 219,102-497,3 1,3-1,2 1,3 0,7 43,-6-101,0-1,0 1,1-1,0 0,0 1,0-1,1 0,0 0,1 0,0 0,10 6</inkml:trace>
  <inkml:trace contextRef="#ctx0" brushRef="#br0" timeOffset="74909.924">22127 9595,'-62'256,"42"-91,8 1,8 134,4-220,-1 209,-24 889,-14-667,-13 302,50-713,5 0,4-1,14 61,-10-110,-1-19</inkml:trace>
  <inkml:trace contextRef="#ctx0" brushRef="#br0" timeOffset="75680.916">24489 9854,'0'-126,"-22"566,-21 762,42-1197,-41 1636,44-1459,8 0,29 154,-35-312,1-1,1 0,1 0,1 0,7 11,6 2</inkml:trace>
  <inkml:trace contextRef="#ctx0" brushRef="#br0" timeOffset="76535.623">27371 9786,'-17'174,"-32"343,22 2,41 509,91 160,-99-1021,-6-33</inkml:trace>
  <inkml:trace contextRef="#ctx0" brushRef="#br0" timeOffset="99263.008">19600 11726,'-1'1,"0"0,0 0,0 1,-1-1,1 1,1-1,-1 1,0-1,0 1,0 0,1-1,-1 1,1 0,-1 0,1-1,0 1,0 0,0 0,0-1,0 1,0 0,0 1,0 0,0 2,-1 0,1 0,0 0,0 0,0 0,1 0,-1 0,1 0,0 0,1 0,-1-1,1 1,0 0,0-1,1 0,-1 1,1-1,0 0,0 0,1 0,-1-1,1 1,-1-1,1 0,0 0,0 0,3 1,-5-2,1 0,0 0,0 0,0-1,0 1,1-1,-1 0,0 0,1 0,-1 0,0 0,1-1,-1 1,1-1,-1 0,1 0,-1 0,1-1,-1 1,1-1,-1 0,0 0,1 0,-1 0,0-1,0 1,0-1,0 0,0 0,0 0,0 0,-1 0,1-1,-1 1,1-1,-1 0,0 1,0-1,0 0,0-2,0-1,0-1,0 1,-1-1,0 0,0 0,-1 0,1 0,-2 0,1 0,-1 0,0 1,0-1,-1 0,0 0,0 1,0-1,-1 1,0 0,-4-6,5 8,-1 0,0 0,0 1,0-1,0 1,0 0,-1 0,1 0,-1 0,0 1,0-1,0 1,0 0,-1 0,1 0,0 1,-1 0,1 0,-1 0,1 0,-1 1,0-1,1 1,-1 0,0 1,1-1,-1 1,1 0,-1 0,0 0,-1 1,-1 0,0 1,0 0,1 0,0 0,-1 1,1-1,1 1,-1 1,0-1,1 1,0 0,0 1,1-1,-1 1,1 0,0 0,1 0,-1 0,1 1,1-1,-1 1,1 0,0 0,1 0,-1 4,4-6,1 0,0 0,0-1,1 1,0-1,-1 0,1 0,0 0,1-1,-1 1,1-1,-1 0,1 0,0-1,0 1,0-1,1 0,-1-1,0 1,1-1,-1 0,1 0,-1-1,5 0,-7 1,6 1,1 1,0-2,1 0,-1 0,0-1,0 0,0 0,0-1,0-1,1 0,-9 1,0 0,0 0,0 0,0 0,0-1,0 1,0-1,-1 1,1-1,0 0,-1 0,0 0,1 0,-1 0,0 0,0 0,0 0,0 0,-1 0,1-1,0 1,-1 0,0-1,1 1,-1 0,0-1,0 1,0 0,-1-1,1 1,-1 0,0-2,0-2,0-1,-1 1,0 0,-1 0,1 0,-1 0,-1 0,1 0,-1 1,0 0,-1-1,-2-2,-1 1,0 1,-1-1,1 1,-1 1,0 0,-1 0,1 1,-1 0,0 1,-5-2,11 4,1 0,-1 0,0 0,1 1,-1-1,0 1,1 0,-1 0,0 0,1 0,-1 1,0 0,1-1,-1 1,1 1,-1-1,1 0,0 1,-1 0,1-1,0 1,0 1,0-1,1 0,-1 1,0-1,1 1,-1 0,1 0,0 0,0 0,0 0,-1 3,2-3,0 0,0 0,0 0,0 0,1 0,-1 0,1 0,-1 1,1-1,0 0,1 0,-1 0,0 0,1 0,0 0,-1 0,1 0,0 0,1 0,-1 0,1 0,-1-1,1 1,0-1,0 1,0-1,0 1,0-1,0 0,1 0,-1 0,1 0,-1-1,1 1,0-1,0 0,0 1,0-1,0 0,0-1,5 4,1-1,0 0,0-1,0 0,0 0,1-1,-1 0,0-1,0 0,1-1,-1 1,0-2,0 1,1-1,-1-1,-1 0,5-2,-10 4,-1-1,0 0,0 1,0-1,0-1,0 1,0 0,0 0,0-1,-1 1,0-1,1 1,-1-1,0 1,0-1,0 0,0 0,-1 0,1 1,-1-1,0 0,0 0,0 0,0 0,0 0,-1 1,1-1,-1 0,0 0,0 0,0 1,0-1,0 0,0 1,-1-1,1 1,-1 0,0-1,0 1,0 0,0 0,0 0,0 0,0 1,-1-1,1 1,-1-1,1 1,-1 0,-1-1,-1 1,-1 0,1 0,0 0,-1 1,1 0,0 0,-1 0,1 1,0-1,-1 1,1 1,0-1,0 1,0 0,0 0,0 0,0 1,1 0,-1-1,1 2,-1-1,1 0,0 1,1 0,-1 0,1 0,-1 1,4-4,-1 0,1 1,-1-1,1 0,0 1,-1-1,1 0,0 1,0-1,0 1,0-1,0 0,0 1,1-1,-1 1,0-1,1 0,-1 1,1-1,-1 0,1 0,0 1,-1-1,1 0,0 0,0 0,0 0,0 0,0 0,0 0,0 0,0 0,0-1,1 1,-1 0,0-1,0 1,1-1,-1 1,0-1,1 0,1 1,60 10,-55-10,1-1,-1 0,0-1,1 0,-1 0,0-1,1 0,-1 0,0-1,-1 0,1-1,0 0,-1 0,0 0,4-4,-10 8,-1 0,1-1,0 1,-1-1,1 1,-1-1,1 0,-1 1,1-1,-1 1,0-1,1 0,-1 1,0-1,1 0,-1 1,0-1,0 0,0 0,1 1,-1-1,0 0,0 0,0 1,0-1,0 0,-1 0,1 1,0-1,0 0,0 0,-1 1,1-1,0 0,-1 1,1-1,0 1,-1-1,1 0,-1 1,1-1,-1 1,0-1,1 1,-1-1,1 1,-1 0,0-1,1 1,-1 0,0-1,0 1,-39-11,31 10,1 1,0-1,-1 2,1 0,-1 0,1 0,0 1,0 0,0 1,0-1,0 2,-4 1,11-5,1 1,-1-1,0 0,1 1,-1-1,0 0,1 1,-1-1,0 1,1-1,-1 1,1-1,-1 1,1-1,-1 1,1 0,-1-1,1 1,0 0,-1-1,1 1,0 0,0 0,-1-1,1 1,0 0,0 0,0-1,0 1,0 0,0 0,0-1,0 1,0 0,1 0,-1-1,0 1,0 0,1 0,-1-1,0 1,1 0,-1-1,1 1,0 0,0 0,-2-2</inkml:trace>
  <inkml:trace contextRef="#ctx0" brushRef="#br0" timeOffset="100386.125">11052 11180,'-6'7,"-1"1,1 0,1 1,-1-1,1 1,1 0,0 0,0 1,1-1,0 1,1 0,0 0,0 0,1 0,0 0,1 0,0 0,1 0,0 0,0 0,1 0,1 0,0 0,0 0,0-1,1 0,1 0,0 0,0 0,1-1,0 0,5 6,-5-6,1 0,1 0,-1-1,1 0,1 0,-1-1,1 0,0 0,0-1,1-1,0 1,0-1,0-1,0 0,0 0,1-1,-1-1,1 0,-1 0,1-1,-1 0,1-1,0 0,-1 0,1-1,-1-1,0 0,0 0,0-1,0 0,-1-1,1 0,-1-1,0 0,-1 0,1-1,0-3,-1 0,0-1,0 0,-1-1,0 0,-1 0,-1 0,0-1,0 0,-2 0,1 0,-1 0,-1 0,0-12,-1 17,-1 0,0 0,0 0,-1 0,0 0,0 0,-1 0,0 0,-1 0,1 1,-2-1,1 1,-1 0,0 0,0 0,-1 1,0-1,0 1,0 0,-1 0,0 1,0 0,-1 0,1 0,-3 0,1 0,-1 1,0 0,0 0,-1 1,1 0,-1 0,1 1,-1 1,0 0,0 0,0 1,1 0,-1 0,0 1,0 1,1 0,-1 0,0 1,1 0,0 0,0 1,0 0,0 1,1 0,0 0,0 1,0 0,0 1,1-1,0 2,1-1,0 0,0 1,0 1,1-1,-4 8,-12 74,22-52</inkml:trace>
  <inkml:trace contextRef="#ctx0" brushRef="#br0" timeOffset="100708.775">11434 11371,'43'-44,"1"2,2 2,29-18,-58 45,65-49,3 3,3 4,1 4,4 3,-13 19,-79 28,0 1,-1 0,1-1,0 1,0 0,0 0,0 0,-1 0,1 0,0 0,0 0,0 0,0 0,-1 0,1 0,0 0,0 1,0-1,-1 0,1 1,0-1,0 0,-1 1,1-1,0 1,-1-1,1 1,0-1,-1 1,1 0,-1-1,1 1,-1 0,1 0,-1-1,0 1,1 0,-1 0,0-1,0 1,1 0,-1 0,0 0,0 0,0 0,-12 37,-5-11,-2-2</inkml:trace>
  <inkml:trace contextRef="#ctx0" brushRef="#br0" timeOffset="101092.065">11570 11412,'12'16,"8"10,8 8,9 4,7 4,7-1,5-4,5-2,0-3,0-2,-1-4,-7-5,-7-2,-10-6,-8-4,-9-1,-10-3,-6-1</inkml:trace>
  <inkml:trace contextRef="#ctx0" brushRef="#br0" timeOffset="101409.739">12254 10838,'-2'18,"-1"19,-3 13,1 13,0 12,1 9,2 10,-2 2,1-2,0-4,0-9,2-11,0-15,1-15,0-14</inkml:trace>
  <inkml:trace contextRef="#ctx0" brushRef="#br0" timeOffset="102896.413">12199 11493,'47'3,"-1"2,0 2,0 1,2 4,87 14,117 1,95-7,-27-4,801 39,-906-53,77 16,265 28,-104-2,-264-32,147-11,-163-2,782 0,-538-12,-392 13,173-2,50-12,-56 1,49-27,-133 26,28 15,-63 28,-77-35,-7-1</inkml:trace>
  <inkml:trace contextRef="#ctx0" brushRef="#br0" timeOffset="105088.193">10970 11248,'0'2,"-1"1,1 0,0-1,-1 1,0-1,1 1,-1-1,0 1,0-1,-1 1,1-1,0 0,-1 0,0 0,1 0,-1 0,0 0,0 0,0 0,0-1,0 1,0-1,-1 1,1-1,0 0,-1 0,1 0,-3 0,-77 15,70-15,-110 11,-1-5,0-6,-1-6,-93-15,80 1,-1 7,0 5,-26 7,-323 10,277-39,73 5,-41 7,-80-34,202 47,0-2,0-2,1-3,1-2,-1-2,-33-16,5-9,-94 14,15 15,78 9,-132-26,107 29,107-3,-1 1,1 0,0-1,0 0,0 1,0-1,0 0,0 0,0 0,1 0,-1 0,1-1,-1 1,1-1,0 1,0 0,0-1,0 0,0 1,1-1,-1 0,1 1,0-1,0 0,0 1,0-1,0 0,0 1,1-1,0 0,-1 1,1-1,0 1,0-1,0-13,-1 14,0-14,1 0,0 1,1-1,1 1,0-1,1 1,3-6,68-180,-57 141</inkml:trace>
  <inkml:trace contextRef="#ctx0" brushRef="#br0" timeOffset="115112.261">181 13186,'-6'0,"1"3,7 0,12 0,16 0,18-2,18 1,19-2,10 0,4 0,-15 0</inkml:trace>
  <inkml:trace contextRef="#ctx0" brushRef="#br0" timeOffset="115578.314">1424 13337,'50'-64,"-3"-2,-3-2,1-10,-30 49,-1 0,-1-1,-2 0,-1-1,-2-1,-1 1,-1-1,-2 0,0-6,-3 28,-1 0,0 0,0 0,-1 0,0 0,-1 0,0 0,0 1,-1-1,-1 1,1-1,-1 1,-1 0,0 1,0-1,-1 1,0 0,5 7,0 0,0-1,0 1,0 0,-1 0,1 0,0 0,-1 1,1-1,-1 0,1 1,-1-1,1 1,-1-1,1 1,-1-1,1 1,-1 0,0 0,1 0,-1 0,1 0,-1 0,0 1,1-1,-1 0,1 1,-1-1,1 1,-1 0,1-1,0 1,-1 0,1 0,-1 1,-34 48,23-14,2 1,2 0,1 1,2-1,2 1,1 1,2 0,-2-10,1 0,2 0,1 1,1-1,1-1,2 1,1 0,1-1,1 0,1-1,2 0,10 18,-16-38,0 0,0-1,1 1,0-1,0 0,1 0,0-1,0 0,0 0,1 0,-1-1,1-1,0 1,0-1,0 0,1-1,-1 0,1 0,-1-1,1 0,0-1,2 0,35-1</inkml:trace>
  <inkml:trace contextRef="#ctx0" brushRef="#br0" timeOffset="115946.622">1985 13214,'-7'-9,"-1"1,0-1,0 1,-1 1,0 0,0 0,-1 1,1 0,-1 0,-1 1,1 1,-1 0,-10-3,19 7,0 0,0-1,0 1,1 1,-1-1,0 0,0 0,0 1,1-1,-1 1,0 0,0-1,1 1,-1 0,0 0,1 0,-1 0,1 0,0 0,-1 1,1-1,0 0,0 1,0-1,-1 1,2-1,-1 1,0 0,0-1,0 1,1 0,-1 0,1-1,-1 1,1 1,-7 67,6-64,1 0,0 0,0 0,0 0,1 0,0 0,0 0,0 0,1 0,0-1,0 1,0 0,1-1,0 0,0 1,0-1,1 0,-1-1,1 1,0-1,1 1,-1-1,1 0,4 2,-6-5,-1-1,1 0,-1 1,1-1,-1 0,1 0,-1-1,1 1,-1 0,1-1,-1 0,1 1,-1-1,0 0,1 0,-1 0,0-1,0 1,1-1,-1 1,0-1,-1 1,1-1,0 0,0 0,-1 0,1 0,0-2,31-65,-22-25,-10 105,-1 0,2-1,-1 1,1 0,1 0,0-1,1 0,0 1,0-1,1-1,0 1,1-1,0 0,1 0,0 0,0-1,0 0,1-1,1 1,-1-2,1 1,0-1,9 4,37 11,0-6</inkml:trace>
  <inkml:trace contextRef="#ctx0" brushRef="#br0" timeOffset="116964.425">3377 12886,'0'16,"-2"15,-3 14,-4 13,-1 8,-3 5,0 1,1-3,1-13,2-12,2-17,3-12</inkml:trace>
  <inkml:trace contextRef="#ctx0" brushRef="#br0" timeOffset="117347.4">3309 12927,'1'-190,"-1"189,-1-1,1 0,0 0,-1 0,1 0,0 0,0 0,0 0,1 0,-1 1,0-1,1 0,-1 0,1 0,0 0,-1 1,1-1,0 0,0 0,0 1,1-1,-1 1,0-1,0 1,1 0,-1-1,1 1,-1 0,1 0,0 0,-1 0,1 0,1 0,5 1,-1 1,1 0,-1 1,1-1,-1 2,0-1,0 1,0 0,0 0,0 1,-1 0,5 3,-1-1,8 3,-1 0,0 1,-1 1,-1 1,1 0,-2 1,0 0,0 2,-2-1,1 2,-2-1,5 10,-15-23,0 1,0 0,0 0,0-1,0 1,-1 0,1 0,-1 0,0 0,0 0,0 0,0 0,-1 0,1 0,-1 0,0 0,1 0,-1-1,-1 1,1 0,0-1,-1 1,1 0,-1-1,0 0,0 1,0-1,0 0,0 0,0 0,-2 1,-5 3,0-1,0 1,0-2,0 1,-1-1,0-1,0 0,-6 1,-19 3,-1-3,0 0,-1-3,-22-1,35-1,23 1,1 0,0 0,-1 0,1-1,0 1,-1 0,1 0,0 0,-1 0,1 0,0 0,-1 0,1 0,0 0,-1 0,1 0,-1 0,1 0,0 0,-1 0,1 0,0 0,-1 0,1 0,0 0,-1 1,1-1,0 0,-1 0,1 0,0 1,-1-1,1 0,0 0,0 1,-1-1,1 0,0 1,0-1,0 0,0 1,-1-1,1 0,0 1,0-1,0 0,0 1,0-1,0 1,0-1,0 0,0 1,0-1,0 0,0 1,0-1,0 0,0 1,0-1,1 1,16 17,-15-16,267 230,-251-216,-3-2,1 0,0-1,2-1,-1 0,1-1,3 0,-1-4</inkml:trace>
  <inkml:trace contextRef="#ctx0" brushRef="#br0" timeOffset="117839.19">3923 12872,'0'24,"0"18,3 12,2 9,1 4,2 4,-1-2,1-6,2-6,3-8,6-10,8-13,8-9,7-11,6-10,2-13,-7-2</inkml:trace>
  <inkml:trace contextRef="#ctx0" brushRef="#br0" timeOffset="118040.6">3759 13186,'24'5,"21"1,16 0,13-1,10-4,2-4,-7-4,-16-1</inkml:trace>
  <inkml:trace contextRef="#ctx0" brushRef="#br0" timeOffset="118238.658">3951 12818,'10'-3,"16"0,23 1,23-1,22 2,12 0,-12 0</inkml:trace>
  <inkml:trace contextRef="#ctx0" brushRef="#br0" timeOffset="118608.833">4947 12846,'-30'-4,"-2"1,1 1,0 2,-29 4,49-3,0 1,1 0,-1 1,1 0,-1 0,1 1,0 0,0 1,1 0,-1 1,1 0,0 0,1 1,0 0,-6 6,11-9,0-1,0 0,1 1,-1 0,1 0,0 0,0 0,0 0,0 0,1 0,0 1,0-1,0 0,0 1,1-1,-1 1,1-1,1 1,-1-1,0 1,1-1,0 1,0-1,0 0,1 0,-1 1,1-1,0 0,0 0,1-1,0 2,10 9,1-2,0 1,0-2,2 0,-1-1,1 0,1-1,0-1,0-1,0 0,15 3,226 84,-197-56,-59-37,-1 0,1 1,-1-1,1 1,-1-1,0 1,1-1,-1 1,0 0,0 0,0-1,-1 1,1 0,0 0,-1 0,1 0,-1 0,1 0,-1 0,0 0,0 0,0 0,0 0,0 0,-1 0,1 0,-1 0,1 0,-1 0,0 0,1 0,-2 0,-4 6,0-1,-1 0,0 0,0-1,0 0,-1 0,0-1,0 0,-1 0,1-1,-1 0,0-1,-1 1,-2 1,-30 14,-2-2,0-2,-1-2,-46 7,88-19,-1 0,1 0,-1 0,0-1,0 1,1-1,-1 0,0 0,0 0,0 0,1-1,-1 1,0-1,0 0,1 0,-1-1,1 1,-1-1,0 0,2-19,14-5</inkml:trace>
  <inkml:trace contextRef="#ctx0" brushRef="#br0" timeOffset="118855.837">5412 12941,'-17'8,"0"1,0 1,1 1,0 0,1 1,1 0,0 2,0-1,2 2,-1 0,2 0,0 1,1 0,1 1,0 0,-2 8,9-16,0-1,1 1,0 0,0 0,1 1,0-1,1 0,-1 0,2 0,-1 0,2-1,-1 1,1 0,0-1,1 0,0 1,0-1,1-1,0 1,0-1,1 0,0 0,0 0,0-1,1 0,0 0,0-1,1 0,3 2,12 7,0 0,2-2,-1-1,1-1,1-1,0-1,0-1,1-1,0-2,0-1,0 0,0-2,11-2,6-4</inkml:trace>
  <inkml:trace contextRef="#ctx0" brushRef="#br0" timeOffset="119058.791">5234 13201,'19'7,"22"2,21-1,17-1,13-2,2-6,-6-6,-18-1</inkml:trace>
  <inkml:trace contextRef="#ctx0" brushRef="#br0" timeOffset="119379.598">5371 12954,'134'-8,"1"7,53 8,-129-5,0 2,0 3,-1 2,0 3,35 13,-86-24,-1 1,1 1,0-1,-1 1,0 0,1 1,-1-1,-1 1,1 1,0-1,-1 1,0 0,0 0,-1 0,1 1,-1-1,0 1,-1 0,1 1,-1-1,0 0,-1 1,0 0,0 0,0-1,-1 1,0 2,-1 18,-1 0,-1 0,-1 0,-2 0,-1 0,-7 47,3 38,10-102</inkml:trace>
  <inkml:trace contextRef="#ctx0" brushRef="#br0" timeOffset="119625.475">5999 12927,'-14'-9,"1"-1,10 3,21 6,26 3,25 1,23 0,17-3,7-1,-1-3,-20-1</inkml:trace>
  <inkml:trace contextRef="#ctx0" brushRef="#br0" timeOffset="120640.781">8430 12872,'1'123,"-6"0,-5-1,-18 82,-4-76,38-147,1 0,0 1,1 0,1 1,1 0,1 0,0 1,1 0,1 1,1 0,-12 13,0 0,0 1,1-1,-1 1,0-1,1 1,0 0,-1 0,1 0,0 0,-1 1,1-1,0 1,0-1,0 1,0 0,-1 0,1 1,0-1,0 0,0 1,-1 0,1 0,0-1,-1 2,1-1,-1 0,1 0,-1 1,1-1,-1 1,0 0,0 0,0 0,0 0,0 0,0 1,8 9,0 0,-1 1,-1 0,0 0,0 1,-1 0,-1 0,-1 0,0 1,-1 0,0 0,-1 1,-1-1,0 11,-2-24,1 0,-1 1,0-1,0 0,0 1,-1-1,1 0,-1 1,1-1,-1 0,0 0,0 1,0-1,0 0,0 0,0 0,0 0,-1 0,1-1,-1 1,1 0,-1-1,0 1,0-1,0 1,0-1,0 0,0 0,0 0,0 0,0 0,-1 0,1-1,0 1,0-1,-1 1,1-1,0 0,-1 0,1 0,0 0,-1-1,1 1,0-1,-1 1,1-1,0 0,-1 0,-3-3,1 0,0-1,0 1,0-1,0 0,1 0,0-1,0 1,1-1,-1 0,1 0,1 0,-1 0,1-1,0 1,0-1,1 1,0-1,0 0,0 1,1-1,0 0,0 0,1 1,0-1,0 0,3-4,-1 0,1 1,1 0,0 0,0 0,1 0,0 1,1 0,0 0,0 1,1 0,0 0,0 1,1 0,0 0,0 1,1 0,0 1,0 0,0 0,1 1,-1 0,1 1,0 1,0-1,0 2,0 0,0 0,4 1,-10-1,1 1,0 1,0-1,0 1,-1 0,1 1,0-1,-1 1,1 0,-1 0,0 1,0 0,0-1,0 2,0-1,0 1,-1-1,0 1,0 1,0-1,0 0,-1 1,1 0,-1 0,0 0,-1 0,1 0,-1 1,1 4,21 164,-24-173,0 1,0-1,0 1,0-1,0 0,0 1,1-1,-1 1,1-1,-1 0,1 1,-1-1,1 0,0 0,0 1,0-1,0 0,-1 0,1 0,1 0,-1 0,0 0,0 0,0 0,0-1,1 1,-1 0,0-1,1 1,-1-1,0 1,2-1,8-4</inkml:trace>
  <inkml:trace contextRef="#ctx0" brushRef="#br0" timeOffset="120916.042">8880 12941,'7'16,"12"10,14 6,1-4</inkml:trace>
  <inkml:trace contextRef="#ctx0" brushRef="#br0" timeOffset="121378.636">9454 13350,'-186'3,"184"-3,0 0,0 0,1 0,-1 0,0 0,1 0,-1 0,0 1,0-1,1 1,-1-1,1 1,-1 0,1-1,-1 1,1 0,-1 0,1 0,-1 0,1 1,0-1,0 0,0 0,0 1,0-1,0 1,0-1,0 1,0-1,1 1,-1-1,0 1,1 0,0-1,-1 1,1 0,0-1,0 1,0 0,0 1,4 4,0 1,1-1,0 0,0-1,0 1,1-1,0 0,0 0,1-1,6 5,5 5,-7-5,-3-4,-1-1,1 1,-2 1,1 0,-1 0,0 0,0 0,-1 1,0 0,0 0,-1 1,0-1,2 9,-7-14,0 0,0 1,-1-1,0 0,0 0,1 0,-2 0,1 0,0 0,-1-1,1 1,-1-1,0 0,1 0,-1 0,0 0,0 0,-1 0,1-1,0 0,-1 1,1-1,0-1,-1 1,0 0,1-1,-1 0,1 1,-1-1,1-1,-1 1,-3-1,6 1,0 0,0 0,0-1,1 1,-1 0,0 0,0-1,0 1,0-1,0 1,0 0,1-1,-1 0,0 1,0-1,1 1,-1-1,0 0,1 0,-1 1,1-1,-1 0,1 0,-1 0,1 1,0-1,-1 0,1 0,0 0,-1 0,1 0,0 0,0 0,0 0,0 0,0 0,0 0,0 0,1 0,-1 1,0-1,0 0,1-1,19-40,148-197,-129 185,-2-2,-3-2,-2-1,-3-2,-3 0,-2-2,-3-1,-3 0,0-13,-16 64,0 0,0-1,-1 1,-1 0,0-1,-1 1,-1-1,0 1,0 0,-3-5,5 17,0 0,0-1,-1 1,1 0,0 0,-1-1,1 1,-1 0,0 0,1 0,-1 0,0 0,1 0,-1 0,0 0,0 0,0 0,0 0,0 0,0 0,0 1,0-1,-1 1,1-1,0 1,0-1,0 1,-1-1,1 1,0 0,0 0,-1 0,1 0,0 0,-1 0,1 0,0 0,0 0,-1 0,1 1,0-1,0 1,-1-1,1 1,0-1,0 1,0 0,0-1,0 1,0 0,-6 6,1 0,1 1,-1 0,1 0,0 0,1 0,0 1,1 0,0 0,0 0,0 0,1 0,0 9,-5 21,2-1,2 1,2 0,1 0,2 0,2-1,1 1,2-1,2 0,5 12,7 16,4-2,2 0,3-2,2-1,18 22,24 20,-60-89</inkml:trace>
  <inkml:trace contextRef="#ctx0" brushRef="#br0" timeOffset="121645.959">9509 13023,'14'0,"25"5,32 6,29 7,26 7,17 5,-16-2</inkml:trace>
  <inkml:trace contextRef="#ctx0" brushRef="#br0" timeOffset="121910.255">10669 13364,'-12'-3,"-33"-7,0 2,-1 2,0 2,-1 2,-17 2,56 1,-1 0,0 0,1 1,-1 1,1-1,0 1,0 1,0-1,-3 3,9-5,0 1,0-1,0 0,0 1,0 0,0-1,0 1,1 0,-1 0,1 0,-1 0,1 0,0 1,0-1,0 0,0 1,0-1,0 0,1 1,-1-1,1 1,0-1,-1 1,1-1,0 1,1-1,-1 1,0-1,1 1,-1-1,1 0,0 1,0-1,0 1,4 4,0 0,1 0,0 0,0-1,1 0,-1 0,1 0,1-1,-1 0,1-1,0 0,0 0,0 0,0-1,1 0,-1-1,1 0,0 0,0-1,-1 0,1 0,0-1,2-1,-2 2,0 0,-1-1,1 0,0-1,-1 0,1 0,-1 0,1-1,-1-1,0 0,0 0,0 0,0-1,0 0,-1-1,0 1,0-1,0-1,0 1,-1-1,0-1,0 1,-1-1,0 0,0 0,0 0,-1-1,0 0,-1 0,0 0,1-1,-2 0,1 0,-1-1,-1 1,0-1,0 1,-1-1,0 0,0 1,-1-1,-2-7,3 17,0 0,0-1,0 1,0 0,0-1,0 1,0 0,-1 0,1-1,0 1,0 0,0 0,0-1,-1 1,1 0,0 0,0-1,0 1,-1 0,1 0,0 0,0 0,-1-1,1 1,0 0,0 0,-1 0,1 0,0 0,-1 0,1 0,0 0,0 0,-1 0,1 0,0 0,-1 0,1 0,0 0,-1 0,1 0,0 0,0 0,-1 1,1-1,0 0,0 0,-1 0,1 0,0 1,0-1,-1 0,1 0,0 0,0 1,0-1,0 0,-1 0,1 1,0-1,0 0,0 0,0 1,0-1,0 0,0 1,0-1,0 0,0 1,-10 21,5-5,1 0,0 0,2 0,0 0,0 0,2 1,0-1,3 17,-2-27,0 0,0 1,1-1,0 0,0 0,1 0,0 0,0 0,1-1,-1 0,2 1,-1-1,1 0,-1-1,1 1,1-1,-1 0,1-1,0 1,0-1,7 3,-9-4,1-2,0 1,-1-1,1 1,0-1,0-1,0 1,0-1,-1 1,1-1,0-1,0 1,4-2,24-6</inkml:trace>
  <inkml:trace contextRef="#ctx0" brushRef="#br0" timeOffset="122512.644">10998 12968,'-3'-23,"0"-1,-2 0,0 1,-2-1,-1 1,0 1,-3-3,11 24,0 0,0 0,0 0,0 0,0 0,0 1,0-1,0 0,0 0,0 0,-1 0,1 1,0-1,-1 0,1 0,0 1,-1-1,1 0,-1 0,1 1,-1-1,0 1,1-1,-1 0,0 1,1-1,-1 1,0-1,1 1,-1 0,0-1,0 1,0 0,1 0,-1-1,0 1,0 0,0 0,0 0,1 0,-1 0,0 0,0 0,0 0,0 0,0 1,1-1,-1 0,0 0,0 1,0-1,1 1,-1-1,0 1,1-1,-1 1,0-1,1 1,-1-1,1 1,-1 0,1-1,-1 1,1 0,-1 0,-4 13,1-1,1 1,0-1,1 1,0 0,1 0,1 15,-1-6,0 42,2 0,4 0,3 0,2-1,3 0,3-1,20 51,-34-110,-3-3,1 0,0 0,0 0,0 0,0 0,0 0,0 0,0 0,1 0,-1 0,0 0,1 0,-1 0,0 0,1 0,-1 0,1 0,0 0,-1-1,1 1,-1 0,1 0,0-1,0 1,0 0,-1-1,1 1,0-1,0 1,0-1,0 1,0-1,0 0,0 0,0 1,0-1,0 0,0 0,0 0,13-23,-11 17,1-1,-1 1,2 0,-1 0,1 0,-1 1,2-1,-1 1,0 0,1 1,0 0,4-3,-6 5,1 0,0 0,0 1,0-1,0 1,0 0,0 0,0 1,0-1,0 1,1 0,-1 1,0-1,0 1,0 0,0 1,0-1,0 1,0 0,0 0,-1 0,1 1,-1-1,0 1,1 0,-1 0,0 1,-1 0,1-1,-1 1,0 0,0 0,0 1,3 3,0 0,-1 0,-1 0,1 0,-2 1,1 0,-1 0,0 0,-1 0,0 1,0-1,-1 1,0-1,-1 1,0-1,-1 1,-1 8,2-15,-1 0,0 1,0-1,0 0,0 0,0 0,0 0,-1 0,1 0,-1 0,0 0,0-1,0 1,-1-1,1 1,0-1,-1 0,1 0,-1 0,0 0,0 0,0-1,0 0,0 1,0-1,0 0,0 0,-1 0,1-1,0 1,0-1,-1 0,1 0,0 0,-1 0,1-1,0 1,-1-1,1 0,0 0,0 0,0 0,0-1,0 1,0-1,0 0,0 0,1 0,-1 0,1 0,-1 0,1-1,0 1,-1-3,0 1,1-1,0 0,0 0,0 0,1 0,0 0,0 0,0-1,1 1,-1 0,1 0,1-1,-1 1,1 0,0 0,0-1,0 1,1 0,-1 0,1 0,1 1,-1-1,2-2,3-4,0-1,1 1,0 0,1 1,0 0,1 1,0-1,7-3,-5 4,0 1,0 0,0 1,1 1,0 0,0 1,1 0,0 1,-1 0,1 1,1 1,4 0,-16 2,0-1,0 1,-1 1,1-1,0 0,0 1,0-1,-1 1,1 0,0 0,-1 0,1 0,0 1,-1-1,0 1,1-1,-1 1,0 0,0 0,0 0,0 0,0 0,0 1,-1-1,1 0,-1 1,1-1,-1 1,0 0,0-1,0 1,-1 0,1 0,0 1,-2 99,-1-100,1 0,0 0,0 1,0-1,0 0,1 0,-1 1,1-1,0 0,0 0,0 1,1-1,-1 0,1 1,-1-1,1 0,0 0,0 0,1 0,-1 0,1 0,-1 0,1 0,0 0,0-1,0 1,1-1,-1 0,0 1,1-1,0 0,-1 0,1-1,0 1,1 0,47-9,-27-5</inkml:trace>
  <inkml:trace contextRef="#ctx0" brushRef="#br0" timeOffset="122779.935">11462 13009,'16'14,"15"7,2 0</inkml:trace>
  <inkml:trace contextRef="#ctx0" brushRef="#br0" timeOffset="123532.489">11912 13118,'17'-19,"0"-1,-1-1,-2 0,0-1,-1-1,-2 0,0-1,-1 0,-2 0,0-1,-2 0,0 0,0-17,-5 37,0 0,0 0,-1 0,0 0,0 1,0-1,0 0,-1 0,0 0,0 0,0 1,0-1,-1 0,0 1,0-1,0 1,0 0,-1 0,0 0,0 0,0 0,0 0,-1 1,1-1,-1 1,-2-1,-1 2,0 1,0 0,0 1,0-1,1 2,-1-1,0 1,0 0,0 0,0 1,1-1,-1 2,1-1,-1 1,1 0,0 0,0 1,0 0,1 0,-1 0,1 0,-4 5,-9 8,1 0,1 1,0 1,2 1,0 0,1 1,1 0,1 1,1 0,1 1,1 0,0 0,2 1,1 0,1 0,1 0,2 1,0-1,1 1,1-1,2 0,0 1,2-1,0 0,2-1,0 0,2 0,1 0,1 0,-3-6,1 0,1-1,0 0,2 0,0-1,0-1,1 0,1-1,0 0,1-1,1 0,-1-2,2 0,-1 0,2-2,-1 0,4 0,-14-6,0-1,0-1,0 1,0-1,0-1,0 1,0-1,0 0,0 0,-1-1,1 0,0-1,-1 1,0-1,1 0,-1-1,0 1,-1-1,1-1,-1 1,1-1,-1 0,-1 0,1 0,-1 0,0-1,0 0,0 0,-1 0,0 0,0-1,-1 0,7-12,-1 0,-1-1,-1 0,-1 0,-1 0,0-1,0-13,-10 0,6 34,-1-1,1 1,0 0,-1-1,1 1,-1 0,1 0,-1-1,1 1,-1 0,1 0,-1 0,1 0,-1 0,0 0,1 0,-1 0,1 0,-1 0,1 0,-1 0,1 0,-1 0,1 0,-1 0,1 1,-1-1,1 0,-1 0,1 1,-1-1,1 0,0 1,-1-1,1 0,-1 1,1-1,0 1,-1-1,1 1,0-1,0 1,-1-1,1 1,0-1,0 1,0-1,0 1,0-1,0 1,0-1,-1 1,1-1,1 1,-1-1,0 1,-5 9,1 1,0-1,0 0,1 1,1 0,0 0,0-1,1 1,1 0,-1 0,2 0,0 0,0 0,1 0,0 0,1 0,0-1,4 9,-3-13,0 0,1 0,-1-1,1 0,0 0,1 0,-1 0,1-1,0 0,0 0,0 0,1-1,-1 0,1-1,0 1,-1-1,1 0,0-1,0 0,1 0,-1 0,0-1,0 0,0 0,0-1,1 0,-1 0,0-1,0 0,-1 0,1-1,0 0,-1 0,1 0,-1-1,0 0,0 0,-1 0,1-1,-1 0,1 0,2-6,1 1,-2-1,1 0,-1 0,-1-1,0 0,-1 0,0-1,-1 1,0-1,0-8,-3 36,-1-1,2 0,0 0,1 0,0 0,1 0,4 10,-3-16,0 0,1 0,0 0,0-1,0 0,1 0,0 0,1-1,-1 0,1-1,0 1,0-2,1 1,0-1,0 0,0-1,0 0,0-1,5 1,10 2,0-2,0 0,1-2,-1 0,1-2,-1-1,5-1,-11 0,0-1,-1 0,1-1,-1-1,0 0,-1-1,1-1,-1-1,-1 0,0-1,0-1,-1 0,0-1,-1-1,-1 0,0 0,-1-1,0-1,-1 0,5-10,5-16,-2 0,-2-1,-2-1,-1-1,-3 0,-1-1,-2 1,-3-2,-1-2,0 19,-2-1,0 1,-2 0,-2 0,0 0,-2 0,-2 0,0 1,-3-5,8 27,-1-1,0 1,0 0,0 0,-1 0,1 0,-1 0,-1 1,1 0,-1-1,0 2,0-1,-1 1,1 0,-1 0,0 0,0 1,0-1,-1 2,1-1,-1 1,1 0,-1 0,0 1,0 0,0 0,0 0,1 1,-1 0,0 1,0-1,0 1,-1 1,-1 1,-1 1,1-1,0 2,0 0,0 0,1 0,-1 1,1 0,1 1,-1 0,1 0,0 0,1 1,0 0,0 1,1-1,0 1,0 0,-2 8,-1 3,1-1,1 1,0 1,2-1,1 1,0 0,1-1,2 1,0 5,2 2,2 0,0-1,2 0,1 0,2-1,0 0,2 0,0-1,2 0,1-1,1-1,1 0,17 19,4 0,2-2,2-1,1-2,2-3,1-1,20 9,33 17</inkml:trace>
  <inkml:trace contextRef="#ctx0" brushRef="#br0" timeOffset="124581.189">14316 13624,'24'3,"0"-2,0 0,0-2,0-1,0 0,0-2,20-6,-34 8,-1-1,1-1,0 0,-1 0,0-1,0 0,0-1,-1 0,1 0,-1-1,-1 0,0 0,0-1,0 0,-1 0,0-1,0 1,-1-1,1-3,-4 9,0 0,-1 0,1-1,-1 1,0 0,0-1,0 1,0-1,-1 1,1-1,-1 0,0 1,0-1,0 1,0-1,-1 1,0-1,1 1,-1-1,0 1,-1-1,1 1,-1 0,1 0,-1 0,0 0,0 0,-1 0,1 0,0 1,-1-1,0 1,1-1,-1 1,0 0,0 0,0 1,-1-1,1 0,0 1,-1 0,1 0,0 0,-1 0,-1 1,-1 0,1 0,-1 0,1 1,-1-1,1 1,0 1,-1-1,1 1,0 0,0 0,0 0,0 1,1-1,-1 1,1 1,-1-1,1 0,0 1,1 0,-1 0,0 0,1 1,0-1,0 1,0-1,1 1,0 0,0 0,0 0,0 1,1-1,0 0,0 1,0-1,1 0,0 1,0-1,0 6,4 1,0 0,1-1,1 1,-1-1,2 0,-1 0,2-1,-1 0,1 0,1-1,0 0,0 0,1-1,0 0,0-1,1 0,0-1,0 0,0 0,1-2,0 1,0-1,0-1,0 0,1-1,-1 0,9-1,-12-1,0-1,0-1,-1 0,1 0,0 0,-1-1,0-1,0 1,0-1,0-1,0 1,-1-1,0-1,0 1,0-1,-1 0,0-1,0 0,-1 1,1-2,-1 1,-1-1,0 0,0 0,0 0,-1 0,0-1,-1 1,2-2,36-62,-39 70,1 0,-1 0,1 0,0 1,-1-1,1 1,0-1,0 1,0 0,0 0,0 0,0 0,0 0,0 0,1 0,-1 1,0-1,0 1,1 0,-1 0,0 0,1 0,-1 0,0 0,1 0,-1 1,0-1,0 1,1 0,-1-1,0 1,1 1,7 5,1 1,-2 0,1 0,-1 1,-1 0,1 1,-2-1,1 2,-1-1,-1 1,0 0,0 1,-1-1,0 4,-2-10,0 1,0 0,0 0,-1 0,1 1,-2-1,1 1,-1-1,0 1,0-1,-1 1,1 0,-2-1,1 1,-1 0,0-1,0 1,-1-1,0 1,0-1,2-5,0-1,-1 1,1 0,0-1,-1 1,1-1,0 1,-1-1,1 1,-1-1,1 1,-1-1,1 1,-1-1,1 0,-1 1,0-1,1 0,-1 1,1-1,-1 0,0 0,1 0,-1 0,0 0,1 1,-1-1,0 0,1 0,-1-1,0 1,1 0,-1 0,0 0,1 0,-1 0,1-1,-1 1,0 0,1-1,-1 1,1 0,-1-1,1 1,-1-1,1 1,-1-1,1 1,-1-1,1 1,0-1,-1 1,1-1,0 0,-9-37,13 23,0 0,1 0,1 0,0 1,1 0,1 0,0 1,1 0,3-3,9-16,14-22,-1-1,-3-1,-2-2,-3-1,-3-2,-2 0,-3-1,-3 0,4-42,-21-4,2 103,-1 0,0 1,0-1,0 0,-1 1,1-1,-1 1,0-1,-1 1,1 0,-1 0,1 0,-1 0,-1 0,1 1,0-1,-1 1,0 0,0 0,-1-1,2 3,0 0,0 0,0 0,1 0,-1 1,0-1,0 1,0-1,0 1,0 0,0 0,0 1,0-1,0 1,0-1,0 1,0 0,1 0,-1 0,0 0,0 1,1-1,-1 1,1 0,0 0,-1-1,1 1,-1 1,-49 72,44-55,1 1,1-1,1 1,1 0,1 0,1 1,0-1,2 0,0 1,3 13,4 16,1 0,3-1,16 44,7 4,3-1,6-2,3-3,12 12,-48-85,-4-9,-1 0,1 0,1 0,-1-1,2 0,-1 0,1-1,1 0,7 7,-14-15,0 1,-1 0,1 0,0 0,-1-1,1 1,0-1,0 0,-1 1,1-1,0 0,0 0,0 0,-1 0,1 0,0-1,0 1,-1 0,1-1,0 0,0 1,-1-1,1 0,-1 0,1 0,-1 0,1 0,-1 0,1 0,-1 0,0-1,0 1,36-50,-15 4,-2-1,-3-1,-1 0,0-12,-9 31,-8 30,1 0,0 0,0 0,-1 0,1 1,0-1,0 0,0 0,-1 0,1 0,0 0,0 0,-1 0,1 0,0 0,0 0,-1 0,1 0,0 0,0 0,-1 0,1 0,0 0,0 0,-1 0,1-1,0 1,0 0,-1 0,1 0,-4 13,1 1,0 0,0 0,2 0,0 0,0 0,1 1,1-1,1 0,0 0,0 0,1 0,1-1,1 1,0-1,0 0,2 0,-1 0,2-1,-1 0,2-1,-1 0,2 0,-1-1,2 0,-1 0,1-1,1-1,-1 0,1 0,1-1,10 4,19 5</inkml:trace>
  <inkml:trace contextRef="#ctx0" brushRef="#br0" timeOffset="124848.239">15163 12954,'-14'-7,"-7"-2,5 0,14 5,24 6,29 9,31 6,28 6,20 3,9 1,0 0,-24-6</inkml:trace>
  <inkml:trace contextRef="#ctx0" brushRef="#br0" timeOffset="126078.489">17334 13938,'0'14,"0"11,0 9,0 3,-3 0,0-4,0-5,1-8</inkml:trace>
  <inkml:trace contextRef="#ctx0" brushRef="#br0" timeOffset="128079.68">17265 13787,'-29'10,"-1"2,1 1,1 1,-10 8,28-16,1 0,0 0,0 1,0 1,1 0,0 0,1 0,0 1,0 0,1 0,0 1,1 0,-4 9,7-15,1 0,0 0,0 0,1 0,-1 0,1 0,0 0,0 0,0 0,0 0,1 0,0 0,0 0,0 0,0-1,0 1,1 0,0-1,0 1,0-1,0 1,0-1,1 0,-1 0,1 0,0 0,0 0,0-1,0 1,1-1,-1 0,0 0,1 0,0-1,-1 1,1-1,0 0,0 0,2 0,2 2,0 0,0-1,1 0,-1 0,1-1,-1 0,1-1,0 0,-1 0,1-1,-1 0,1 0,-1-1,1 0,-1-1,0 0,0 0,0-1,0 0,-1 0,0-1,0 0,0 0,0 0,-1-1,0 0,0 0,0-1,-1 0,0 0,0 0,-1-1,0 1,0-1,-1 0,0 0,2-9,-6-30,1 46,0 0,-1 0,1 0,0 0,-1 0,1 0,0 0,-1 0,1 0,-1 0,1 0,-1 1,0-1,1 0,-1 0,0 1,1-1,-1 0,0 1,0-1,0 1,0-1,1 1,-1-1,0 1,0-1,0 1,0 0,0 0,0 0,0-1,0 1,0 0,0 0,0 0,0 0,0 1,0-1,0 0,0 0,0 1,0-1,0 0,-1 1,-2 2,0 1,1-1,-1 1,1 0,0 0,0 0,0 0,0 1,1-1,0 1,0-1,0 1,0 0,1 0,0 0,0-1,0 2,1-1,-1 0,1 0,0 1,1 4,0 0,1 0,0 0,1 0,-1 0,2 0,0-1,0 1,0-1,1 0,1 0,0-1,0 0,0 0,1 0,0 0,1-1,-1-1,1 1,1-1,-1-1,1 1,0-1,0-1,1 0,-1 0,4 0,35 13</inkml:trace>
  <inkml:trace contextRef="#ctx0" brushRef="#br0" timeOffset="129117.996">17839 14019,'-13'-6,"0"-1,-1 2,0 0,0 0,0 1,0 1,-1 0,1 1,-1 1,0 1,-2 0,8 0,0 0,1 1,-1 0,1 0,-1 1,1 1,0-1,0 1,0 0,0 1,0 0,1 0,-1 1,1 0,1 0,-1 1,1 0,0 0,-3 3,7-7,1 0,-1 0,0 0,1 1,0-1,-1 0,1 1,0-1,0 1,0-1,1 1,-1-1,1 1,-1 0,1-1,0 1,0 0,0-1,0 1,0 0,1-1,-1 1,1-1,0 1,0 0,0-1,0 0,0 1,0-1,1 0,-1 1,1-1,-1 0,1 0,0 0,0 0,0-1,0 1,0 0,1-1,-1 0,0 1,1-1,-1 0,1 0,10 3,0 0,0-1,0-1,0 0,0 0,0-2,0 1,0-2,1 0,-1 0,0-1,0-1,-1 0,1-1,0 0,-1-1,0-1,0 0,-1 0,1-1,-1 0,-1-1,0-1,0 1,0-2,-1 1,0-3,2-2,-1-1,-1 0,0-1,-1 0,-1-1,-1 1,0-1,-1-1,-1 1,1-11,11-179,-16 204,1-30,-1 0,-1 0,-2 0,-3-10,-7 8,13 35,-1-1,1 0,0 1,-1-1,1 1,0-1,-1 1,1-1,-1 1,1-1,-1 1,1-1,-1 1,1 0,-1-1,0 1,1 0,-1 0,1-1,-1 1,0 0,1 0,-1 0,0 0,1 0,-1 0,0 0,1 0,-1 0,0 0,1 0,-1 0,0 0,1 1,-1-1,1 0,-1 0,0 1,1-1,-1 0,1 1,-1-1,1 1,-1-1,1 1,-1-1,1 1,0-1,-1 1,1-1,-6 9,0 0,1 1,0-1,1 1,0 0,0 0,1 1,1-1,0 1,0-1,0 9,0-8,-7 54,2 0,3 0,3 1,2-1,4 0,6 26,-9-76,2 1,-1-1,2 0,0 0,1-1,1 1,4 7,-8-17,0-1,0 1,0-1,1 0,-1 0,1 0,0 0,0-1,0 0,1 1,-1-2,1 1,0 0,0-1,0 0,0 0,0-1,0 1,0-1,1 0,-1 0,0-1,5 0,-2 0,1-2,-1 1,1-1,-1 0,0-1,0 0,0 0,0-1,0 0,-1 0,0-1,1 0,-2 0,1-1,-1 0,0 0,2-2,8-10,-2-1,1 0,-2 0,-1-2,7-15,5-20,-24 51,-4 12,-5 13,5-7,0-1,0 0,2 1,-1 0,2 0,0 0,0 0,1 0,1-1,0 1,1 0,0 0,1 0,0-1,1 0,1 3,-2-11,0 0,0 0,0 0,0-1,1 1,-1-1,1 0,0 0,0 0,0 0,1-1,-1 1,0-1,1 0,0-1,-1 1,1-1,0 0,0 0,0 0,0-1,0 0,0 0,0 0,0 0,-1-1,1 0,0 0,2-1,6-1,0-1,0-1,-1 0,0 0,0-1,0-1,-1 0,0-1,0 0,3-4,44-57,-47 60,-11 26,-1-8,-9 136,11-137,0 0,0 0,1 0,0 0,1-1,-1 1,1-1,1 0,-1 0,1 0,1 0,-1 0,1-1,0 0,1 0,-1 0,3 1,-2-2,1-1,-1 1,1-2,-1 1,1-1,0 1,1-2,-1 1,0-1,1 0,-1-1,1 0,0 0,-1-1,1 1,0-2,-1 1,1-1,-1 0,1-1,-1 0,1 0,-1 0,0-1,7-4,2-1,-1 0,1-2,-1 0,-1 0,0-1,-1-1,0-1,-1 0,0 0,7-12,23-44,-36 54,2 1,0 1,0 0,2 0,-1 0,1 2,1-1,7-5,-14 14,0 1,1-1,-1 1,1 0,-1 0,1 0,0 1,-1 0,1 0,0 0,0 0,0 1,0 0,0 0,0 0,0 0,0 1,0 0,0 0,-1 0,1 1,0 0,-1 0,1 0,-1 0,1 1,-1-1,8 6,-1 0,1 0,-2 1,1 1,-1-1,-1 2,1-1,-2 2,1 0,-4-6,0 0,-1 1,0-1,0 1,-1 0,0 0,0 0,-1 1,0-1,0 1,0-1,-1 1,0 0,-1-1,0 1,0 0,0 0,-1-1,0 1,-1 0,0-1,0 1,0-1,-1 0,0 0,-1 0,0 0,0-1,0 1,0-1,-1 0,-1 1,-1-2,1 1,-1-1,0 0,0-1,-1 0,1 0,-1-1,0 0,0 0,0 0,-1-1,1-1,0 1,-1-1,1-1,-1 0,1 0,-1 0,-2-2,-26-18,27 7</inkml:trace>
  <inkml:trace contextRef="#ctx0" brushRef="#br0" timeOffset="129396.81">20311 14361,'-3'14,"0"14,0 11,1 9,3 5,6 0,3-3,4-9,-2-13,-2-11</inkml:trace>
  <inkml:trace contextRef="#ctx0" brushRef="#br0" timeOffset="129844.613">20188 14088,'102'30,"-2"3,23 15,-118-46,145 69,-140-65,0 0,0 1,-1 0,0 0,0 1,0 0,-1 1,-1 0,0 0,0 1,0 0,4 10,-8-11,-1 0,-1 0,1 0,-1 0,-1 1,1-1,-2 0,1 0,-1 0,-1 0,0 0,0 0,0 0,-1 0,-1-1,1 1,-2-1,1 0,-1 0,-4 5,-22 53,30-66,1 1,-1 0,1 0,-1 0,1 0,0 0,0 0,-1 0,1 0,0 0,0 0,0 0,0 0,0 0,0 0,0 0,1 0,-1 0,0 0,0 0,1 0,-1 0,1 0,-1 0,1-1,-1 1,1 0,0 0,-1 0,1-1,0 1,-1 0,1-1,0 1,0-1,0 1,0-1,0 1,-1-1,1 1,0-1,0 0,0 1,0-1,1 0,50 1,-46-1,9-2,-1 0,0-1,0-1,0 0,0-1,0-1,-1 0,0 0,0-1,-1-1,1 0,-2-1,1 0,-2-1,1 0,-1-1,-1 0,1-1,-2 0,1-1,2-7,-21 65,9-36,2-1,-1 0,1 0,0 0,1 0,0 0,0 0,0 0,1 0,1-1,-1 1,1-1,0 0,1 0,0 0,0-1,0 0,7 6,3 2,0-1,1-1,1 0,0-1,0-1,1 0,2-1,45 19</inkml:trace>
  <inkml:trace contextRef="#ctx0" brushRef="#br0" timeOffset="130555.72">22851 14416,'-14'1,"0"2,0-1,0 2,0 0,0 0,1 2,0-1,0 2,0 0,1 0,0 1,0 1,-2 3,3-5,0 2,0-1,1 2,0-1,1 1,0 1,1-1,0 2,1-1,0 1,1 0,0 0,0 1,2 0,0 0,0 0,1 0,1 1,0 0,2-10,0 0,1 0,0 0,0 0,0 0,0 0,0 0,1 0,0-1,0 1,0 0,0-1,0 0,1 1,0-1,0 0,-1 0,2 0,-1-1,0 1,0-1,1 0,0 0,-1 0,1 0,3 0,3 2,1-1,0 0,0 0,0-1,0-1,0 0,0 0,0-1,4-1,-1-1,0 0,0-1,-1-1,1 0,-1-1,0 0,-1-1,1-1,-1 0,0 0,-1-1,0 0,0-1,-1-1,0 0,-1 0,0-1,0 0,-1 0,-1-1,0 0,0 0,-1-1,-1 0,0 0,-1 0,3-14,-2 4,0 0,-1 0,-2 0,0 0,-2 0,0 0,-4-19,3 32,0 0,-1 0,-1 0,1 0,-2 0,1 0,-1 1,-1 0,0 0,0 0,-1 0,0 1,0 0,-1 0,0 1,0-1,-1 2,-5-5,9 9,1-1,-1 1,0-1,1 1,-1 0,0 1,0-1,-1 1,1 0,0 0,0 0,-1 0,1 1,0-1,-1 1,1 1,0-1,-1 0,1 1,0 0,0 0,-1 0,1 1,0-1,0 1,0 0,1 0,-1 1,0-1,1 1,-1-1,1 1,0 0,0 0,0 1,-1 2,-1 3,0 1,1-1,1 1,0 0,0 1,1-1,0 0,1 1,0-1,1 1,0-1,0 1,1-1,0 0,2 2,43 153,18-6,-32-84,-3 2,-3 0,7 45,-29-103,-1-9</inkml:trace>
  <inkml:trace contextRef="#ctx0" brushRef="#br0" timeOffset="131487.7">25090 15181,'3'0,"-7"-3,-2 0</inkml:trace>
  <inkml:trace contextRef="#ctx0" brushRef="#br0" timeOffset="130757.175">23329 14539,'19'2,"22"3,20 6,14 5,6 3,-2-1,-14-2</inkml:trace>
  <inkml:trace contextRef="#ctx0" brushRef="#br0" timeOffset="130929.712">23356 14730,'14'9,"18"5,23 4,18 2,15-2,9-1,2-4,-16-5</inkml:trace>
  <inkml:trace contextRef="#ctx0" brushRef="#br0" timeOffset="131330.644">24340 14703,'105'-181,"-121"209,2 2,2 0,0 0,2 1,2 0,-4 26,6-29,2 0,1 1,2-1,0 0,2 1,1-1,1 0,2 0,1 0,7 23,17 31,-29-81,-1-1,0 1,1 0,-1-1,1 1,-1-1,0 1,0 0,1-1,-1 1,0 0,0 0,0-1,1 1,-1 0,0-1,0 1,0 0,0 0,-1-1,1 1,0 0,0-1,0 1,0 0,-1-1,1 1,0 0,-1-1,1 1,-1 0,1-1,0 1,-1-1,1 1,-1-1,1 1,-1-1,0 0,1 1,-1-1,0 1,1-1,-1 0,0 0,1 1,-1-1,0 0,1 0,-1 0,0 0,1 0,-1 0,0 0,0 0,1 0,-1 0,0 0,1 0,-1-1,0 1,1 0,-1 0,-46-22,46 21,-17-8,0-2,1 0,1 0,0-2,0 0,2-1,-12-13,25 27,1-1,-1 1,1 0,-1-1,1 1,-1-1,1 1,-1-1,1 0,0 1,-1-1,1 1,0-1,0 0,-1 1,1-1,0 0,0 1,0-1,0 0,0 1,0-1,0 0,0 1,0-1,0 0,0 0,0 1,1-1,-1 1,0-1,0 0,1 1,-1-1,0 0,1 1,-1-1,1 1,-1-1,1 1,-1-1,1 1,-1 0,1-1,-1 1,1-1,0 1,-1 0,1 0,0-1,-1 1,1 0,40-3,181 39,-151-21,5 0</inkml:trace>
  <inkml:trace contextRef="#ctx0" brushRef="#br0" timeOffset="132764.375">100 14497,'21'0,"16"0,13 0,13 0,9 3,11 2,10 1,7 2,2-1,-18-1</inkml:trace>
  <inkml:trace contextRef="#ctx0" brushRef="#br0" timeOffset="133920.12">1602 14470,'27'-28,"-1"-1,-1-2,-2 0,-1-2,-2 0,-1-1,-1-1,0-6,11-71,-28 107,-1 0,1 1,-1-1,0 0,-1 0,1 0,-1 1,1-1,-2 0,1 0,0 1,-1-1,0 1,0-1,0 1,-1 0,1 0,-1 0,0 0,0 1,0-1,-3-1,2 3,-1 0,1 1,-1 0,1 0,-1 0,0 1,1 0,-1 0,0 0,0 0,1 1,-1-1,1 1,-1 0,1 1,-1-1,1 1,-1 0,1 0,0 0,0 1,0-1,0 1,1 0,-1 0,1 0,0 1,0-1,0 1,0 0,0 0,1 0,-1 0,-9 14,1 1,0 0,2 1,0 0,1 0,1 0,1 1,1 0,1 1,0-1,2 1,1-1,0 1,2 0,0 0,1-1,2 1,2 8,-3-18,1-1,0 0,0 0,1 0,0-1,1 1,1-1,-1-1,1 1,1-1,0-1,0 1,1-1,0-1,0 1,1-2,0 1,0-1,1-1,-1 0,1 0,0-1,0 0,1-1,-1-1,4 1,-1 0,1-1,0-1,0 0,0-1,0-1,0 0,0-1,-1 0,1-1,0-1,-1 0,0-1,0-1,0 0,-1-1,0 0,0-1,-1-1,0 0,-1 0,1-1,-2-1,0 0,0 0,-1-1,3-4,-10 13,0 0,-1 0,1 0,-1 0,1-1,-1 1,0-1,0 1,0 0,-1-1,1 1,-1-1,0 0,0 1,0-1,-1 1,1-1,-1 1,0-1,0 1,0-1,0 1,0 0,-1 0,1 0,-1-1,0 2,0-1,-1 0,1 0,0 1,-1-1,1 1,-1-1,-1 0,-6-1,0 0,0 1,0 0,0 0,-1 1,1 1,-1 0,1 0,-1 1,1 0,-1 0,1 2,-1-1,1 1,0 1,-1 0,1 0,1 1,-1 0,0 1,1 0,0 0,0 1,1 1,0-1,-8 8,14-12,-1 0,0 0,1 0,-1 1,1-1,0 1,0-1,0 1,0 0,0 0,1 0,-1 0,1 0,0 0,0 0,0 0,0 0,0 1,1-1,-1 0,1 1,0-1,0 0,0 1,1-1,-1 0,1 1,0-1,0 0,0 0,0 0,1 1,-1-1,1-1,-1 1,2 2,6 0,0 0,0 0,0-1,1-1,-1 1,1-1,0-1,0 0,0 0,0-1,0 0,0-1,0 0,0-1,0 0,0 0,0-1,0 0,0-1,1-1,-4 3,0 0,0-1,0 0,0 0,0-1,-1 0,1 0,-1-1,1 0,-1 0,-1 0,1-1,0 0,-1 0,0 0,0-1,-1 1,0-1,0 0,0-1,0 0,-4 6,0 0,0-1,0 1,-1 0,1-1,0 1,-1 0,1-1,-1 1,1 0,-1-1,1 1,-1 0,0 0,0 0,0 0,0 0,0 0,0 0,0 0,0 0,0 0,0 0,0 1,0-1,-1 1,1-1,0 0,0 1,-1 0,1-1,-1 1,1 0,0 0,-1 0,1 0,0 0,-1 0,1 0,-1 0,1 0,0 1,-1-1,1 1,0-1,0 1,-1-1,1 1,0 0,0 0,0-1,0 1,0 0,0 0,0 0,0 0,0 0,0 0,0 1,0 0,0 1,0-1,0 0,0 0,0 1,0-1,1 0,-1 1,1-1,0 1,0-1,0 1,0-1,0 1,0-1,1 0,-1 1,1-1,0 1,-1-1,1 0,0 0,1 1,-1-1,0 0,0 0,1 0,1 1,57 44,-30-38,1 0,-1-3,2 0,-1-2,0-1,1-2,-1-1,1-1,26-5,6 0</inkml:trace>
  <inkml:trace contextRef="#ctx0" brushRef="#br0" timeOffset="134503.925">3542 14334,'-8'19,"-1"19,-2 20,1 17,2 13,2 9,3 6,1-1,-1-3,-2-9,-1-21</inkml:trace>
  <inkml:trace contextRef="#ctx0" brushRef="#br0" timeOffset="134816.543">3364 14512,'2'-13,"-3"8,1-1,0 1,0 0,0 0,1 0,0-1,0 1,0 0,1 0,-1 0,1 0,1 1,-1-1,0 0,1 1,0 0,0-1,1 1,-1 0,1 1,0-1,0 1,0-1,0 1,0 0,1 1,-1-1,1 1,9 2,0 1,0 1,0 0,-1 1,1 0,-1 1,0 1,0 0,0 0,8 6,-5-4,0 0,-1 1,1 0,-2 1,1 1,-1 0,-1 1,0 0,2 4,-14-14,0 0,0 1,0-1,0 1,-1 0,1-1,0 1,-1 0,1-1,-1 1,1 0,-1 0,0-1,0 1,0 0,0 0,0-1,0 1,0 0,-1 0,1-1,0 1,-1 0,0 0,1-1,-1 1,0-1,0 1,0-1,0 1,0-1,0 1,0-1,-1 0,-51 37,35-30,0-1,0-1,0 0,-1-2,0 0,0-1,0-1,-17 0,6-3</inkml:trace>
  <inkml:trace contextRef="#ctx0" brushRef="#br0" timeOffset="135396.982">3897 14716,'-2'-28,"1"0,2 0,0 0,2 0,1 1,2-1,7-22,15-108,-33 117,4 40,1 1,0-1,-1 0,1 1,0-1,-1 0,1 1,-1-1,1 0,-1 1,1-1,-1 1,1-1,-1 1,0-1,1 1,-1-1,0 1,1 0,-1-1,0 1,0 0,1 0,-1 0,0-1,0 1,0 0,1 0,-1 0,0 0,0 0,0 0,1 0,-1 1,0-1,0 0,1 0,-1 1,0-1,0 0,1 1,-1-1,0 1,1-1,-1 1,1-1,-1 1,0 0,0 0,-1 0,1 0,-1 0,1 1,0-1,-1 0,1 1,0 0,0-1,0 1,0-1,0 1,1 0,-1 0,0 0,1-1,-1 1,1 0,0 0,0 0,-1 0,1 0,1 0,-1 0,0 0,0-1,1 1,-1 0,1 0,-1 0,1 0,0-1,0 1,0 0,0-1,0 1,0-1,0 1,0-1,1 1,-1-1,1 0,-1 0,1 1,-1-1,1 0,0-1,-1 1,2 1,14 6,0 0,1-1,0-1,0 0,0-2,1 0,9 0,46 12,-68-15,0-1,-1 2,1-1,0 0,-1 1,1 0,-1 0,1 1,-1 0,0 0,0 0,0 0,0 1,-1 0,0 0,1 0,-1 0,-1 1,1 0,-1-1,1 1,-2 1,1-1,0 0,-1 1,0-1,-13 65,9-64,0 0,0 1,1-1,-1 0,2 1,-1-1,1 1,0 0,0-1,0 1,1-1,1 2,-1-6,0 0,0 1,0-1,1 0,-1 0,1 0,0 0,0 0,-1-1,1 1,0 0,1-1,-1 1,0-1,0 0,0 0,1 0,-1 0,1 0,-1 0,1-1,-1 1,1-1,-1 0,1 1,0-1,1-1,71-9,-63 7,-1 0,0-1,0-1,-1 0,1 0,-1-1,0-1,-1 1,1-2,-1 1,-1-1,0-1,0 1,0-1,-1-1,0 1,-1-1,0 0,1-6,-5-14,-15 51,10-6,0 0,1 0,0 0,2 0,-1 1,2-1,0 0,1 0,1 3,-2-10,1 0,0 0,0-1,1 1,0-1,0 1,1-1,0 0,0-1,1 1,0-1,0 0,0 0,1 0,0 0,0-1,0 0,3 1,14 5</inkml:trace>
  <inkml:trace contextRef="#ctx0" brushRef="#br0" timeOffset="136489.573">4538 14225,'-34'-3,"34"3,0 1,0-1,0 0,0 0,1 0,-1 1,0-1,0 0,0 0,0 0,0 1,0-1,0 0,0 0,0 1,0-1,0 0,0 0,0 0,0 1,0-1,0 0,0 0,0 1,0-1,0 0,0 0,0 0,0 1,0-1,-1 0,1 0,0 0,0 1,0-1,0 0,-1 0,1 0,0 0,0 1,211 48,-176-40,0 1,0 2,-2 1,21 12,-42-19,-1 1,-1-1,1 2,-1 0,0 0,-1 0,0 1,0 1,-1 0,-1 0,1 0,-1 1,-1 0,5 12,-5-2,0 0,-1 1,-2 0,0 0,-2 0,0 0,-1 0,-3 22,3-44,-1 2,1 0,-1 0,1 0,-1 0,1 0,0 0,-1 0,1 0,0 0,1 0,-1 0,0 0,0 0,1 0,-1 0,1 0,0 0,0 0,-1 0,1-1,0 1,1 0,-1 0,0-1,0 1,1-1,-1 1,1-1,-1 0,1 1,0-1,-1 0,1 0,0 0,0 0,0 0,6-2,0 0,-1-1,1 1,-1-1,1-1,-1 0,0 0,0 0,0-1,-1 0,1 0,-1 0,0-1,0 0,0 0,-1-1,0 0,0 0,0 0,2-4,8-11,-2 0,0-1,0 0,-2-1,1-5,-5 11,2 40,-9-13,0-1,1 1,1-1,-1 0,2 0,-1 1,1-2,0 1,1 0,0 0,0-1,1 0,0 0,1 0,0-1,0 0,0 0,1 0,0-1,0 0,1 0,4 2,-3-5,1 0,-1 0,1-1,-1-1,1 0,0 0,-1-1,1 0,0-1,-1 0,1 0,-1-1,1 0,-1-1,1 0,-1-1,-1 1,1-2,8-3,-1-1,0-1,0 0,-1-2,-1 1,0-2,-1 0,11-13,-21 23,-4 3,1-1,0 1,0-1,0 1,0-1,0 1,1-1,-1 1,0-1,0 1,0-1,0 1,0-1,1 1,-1 0,0-1,0 1,1-1,-1 1,0 0,1-1,-1 1,0 0,1-1,-1 1,1 0,-1-1,1 1,-1 0,0 0,1 0,-1-1,1 1,-1 0,1 0,-1 0,1 0,-1 0,1 0,-1 0,1 0,-1 0,1 0,-1 0,1 0,-1 0,1 1,-1-1,1 0,-1 0,0 1,1-1,-1 0,1 0,-1 1,0-1,1 0,-1 1,0-1,1 0,-1 1,0-1,1 1,-1 44,-1-41,0 0,0 1,1-1,-1 0,1 1,0-1,1 0,-1 1,1-1,-1 0,1 0,1 0,-1 1,1-1,-1 0,1-1,0 1,0 0,1 0,-1-1,1 1,0-1,0 0,0 0,0 0,1 0,1 0,1 0,0 0,1-1,-1 0,1 0,-1-1,1 0,0 0,-1 0,1-1,0 0,0-1,-1 1,1-1,0 0,-1-1,1 0,-1 0,1 0,2-2,4-2,0 0,-1-1,0-1,0 0,-1 0,0-1,-1 0,10-11,-6 3,-1-1,0-1,-2 0,0 0,3-10,-14 29,0 0,1 0,-1 1,0-1,0 0,0 0,1 0,-1 0,0 1,1-1,-1 0,0 0,0 0,1 0,-1 0,0 0,1 0,-1 0,0 1,1-1,-1 0,0-1,1 1,-1 0,0 0,1 0,-1 0,0 0,0 0,1 0,-1 0,0 0,1-1,-1 1,0 0,0 0,1 0,-1-1,0 1,0 0,0 0,1-1,-1 1,0 0,0 0,0-1,0 1,1 0,-1-1,0 1,0 0,0 0,0-1,0 1,0 0,0-1,0 1,0 0,0-1,0 1,0 0,0-1,0 1,0 0,0-1,-1 1,1 0,2 27,-1-20,-2 6,2-1,0 1,0 0,1-1,0 0,1 1,1-1,0 0,0 0,1-1,1 0,0 0,1 0,0 0,0-1,1 0,0-1,1 0,0 0,1-1,-1 0,2 0,-1-1,7 3,-3-5,0 0,1-1,0-1,0 0,0 0,1-2,-1 0,0-1,0 0,1-2,-1 1,0-2,0 0,0-1,-1 0,1-1,-1-1,0 0,6-5,2-1,-1-1,0-1,-1 0,0-2,-2-1,0 0,0-1,-2-1,0 0,-2-2,8-13,-3-2,-1-1,-3-1,-1-1,-2 0,-1 0,-2-2,-2 1,-2-1,-1 1,-3-2,-1 41,2-12,-1 0,0 0,-1 1,-1-1,0 0,0 1,-1-1,-1 0,0 1,-1 0,-1 0,1 0,-5-5,8 15,-1 0,0-1,0 1,0 0,0 0,0 0,-1 0,1 1,-1-1,1 1,-1-1,1 1,-1 0,0 0,0 0,1 1,-1-1,0 0,0 1,0 0,0 0,0 0,0 0,0 0,0 1,0-1,1 1,-1-1,-2 2,-75 44,66-33,0 1,1 0,1 1,0 1,1 0,1 0,0 1,2 0,0 1,0 0,2 0,0 1,1 0,1 0,1 0,1 0,0 1,1-1,2 0,0 1,0-1,2 0,1 0,0 0,1 0,1 0,1-1,1 0,0-1,1 0,1 0,9 11,4-2,0-2,2-1,1-1,1-1,0-2,2 0,0-2,1-1,0-1,2-2,-1-1,2-2,-1-1,1-1,15 0,55 11</inkml:trace>
  <inkml:trace contextRef="#ctx0" brushRef="#br0" timeOffset="137692.483">8540 14635,'-9'-2,"0"0,0 1,0 1,0 0,-1 0,1 0,0 1,0 1,0-1,1 2,-1-1,0 1,1 0,-1 1,1 0,0 0,0 1,1 0,-1 0,1 1,0 0,1 0,-1 1,1 0,1 0,-1 0,1 1,3-5,0 1,1 0,-1 0,1 0,0 0,0 0,0 0,0 0,1 0,0 0,0 0,0 0,0 1,1-1,-1 0,1 0,0 0,0 0,0 0,1 0,0-1,-1 1,1 0,1-1,-1 1,0-1,1 0,0 0,0 0,0 0,0 0,0-1,0 1,1-1,-1 0,1 0,2 1,16 7,0 0,1-2,1-1,-1 0,1-2,0-1,0-1,0-1,1 0,-1-2,1-2,-1 0,0-1,1-1,-1 1,0 0,0-1,-1-2,1 0,-1-1,-1-2,0 0,0-2,-1 0,0-1,-1-1,0-1,13-12,0-36,-33 60,0 0,1 1,-1-1,0 0,0 1,0-1,0 0,-1 0,1 1,0-1,-1 1,1-1,-1 0,1 1,-1-1,0 1,0-1,1 1,-1-1,0 1,0 0,-1 0,1-1,0 1,0 0,-1 0,1 0,0 0,-1 0,1 1,-1-1,1 0,-1 1,1-1,-1 1,0-1,1 1,-1 0,-1-1,-2 1,1 0,0 0,-1 0,1 0,-1 1,1 0,0 0,-1 0,1 0,0 0,0 1,0 0,0 0,0 0,0 1,1-1,-1 1,1 0,0 0,-1 0,1 0,1 0,-1 1,0-1,1 1,0 0,0 0,0 0,0 0,0 0,1 0,0 1,0-1,0 0,1 1,-1-1,1 0,0 1,0-1,0 1,1-1,0 0,0 1,0-1,1 2,1 1,1 1,0-1,1 0,0-1,0 1,0-1,1 0,0 0,0-1,0 0,1 0,0 0,0-1,0 0,0 0,8 2,127 37,-101-35,0-3,0-1,0-2,1-2,-1-1,0-3,0-1,0-2,-1-1,10-6,-40 12,-1 0,0-1,0 0,-1-1,1 0,-1 0,1-1,-1 0,-1 0,1-1,5-6,-12 11,0 0,0 0,0 0,0 0,0 0,-1 0,1 0,0-1,-1 1,1 0,-1-1,0 1,1 0,-1-1,0 1,0-1,0 1,0 0,0-1,0 1,0 0,0-1,-1 1,1-1,0 1,-1 0,1 0,-1-1,0 1,1 0,-1 0,0 0,0-1,0 1,0 0,0 0,0 0,0 1,0-1,0 0,0 0,0 0,-1 0,-58-24,38 19,0 1,0 2,-1 0,1 2,-1 0,0 1,1 2,-2 0,22-2,-1 0,1 0,-1 0,1 1,0-1,-1 1,1-1,0 1,-1 0,1 0,0 0,0 0,0 0,0 0,0 1,0-1,0 1,0 0,1-1,-1 1,1 0,-1 0,1 0,0 0,-1 0,1 0,0 0,0 0,1 1,-1-1,0 0,1 1,-1-1,1 0,0 1,0-1,0 1,0 0,4 4,0-1,0 0,1 0,0-1,0 1,0-1,1 0,-1 0,1-1,0 0,1 0,-1 0,1-1,0 0,0 0,0-1,0 0,0 0,3 0,7 3,1 0,0-1,0-1,0 0,0-1,0-2,0 0,0 0,1-2,-1 0,0-1,3-2,-18 4,0 0,1-1,-1 1,0-1,0 0,0 0,0 0,0 0,-1-1,1 1,-1-1,1 1,-1-1,0 0,0 0,0 0,0 0,-1 0,1-1,-1 1,0 0,0-1,0 1,0-1,-1 1,0-1,1 1,-1-1,0 1,-1-1,1 0,-1 0,-4 26,6-13,1 0,0 0,0 0,1 0,0 0,0-1,1 1,0-1,1 0,-1 0,2-1,-1 1,1-1,0 0,1-1,-1 1,1-1,1-1,-1 1,1-1,0-1,0 1,0-1,0-1,1 1,0-1,0-1,0 0,0 0,0-1,0 0,0 0,0-1,1 0,-1-1,0 0,0-1,0 0,0 0,4-2,4-4,0-1,-1-1,0-1,0 0,-1-1,-1 0,0-1,-1-1,0 0,-1-1,-1-1,0 1,-1-2,-1 1,0-1,4-13,-13 28,1-1,0 0,0-1,0 1,0 0,0-1,1 1,0 0,-1 0,1 0,0 0,0 1,1-1,-1 0,1 1,-1 0,1-1,0 1,0 0,0 0,0 1,0-1,0 1,0-1,1 1,-1 0,0 0,1 1,-1-1,1 1,-1-1,1 1,-1 0,1 0,-1 1,1-1,0 1,12 9,0 1,-2 1,1 0,-1 0,-1 2,0 0,-1 0,4 9,19 33,-35-54,1-1,0 1,-1-1,1 1,-1 0,1-1,-1 1,0 0,0 0,0-1,0 1,0 0,0-1,0 1,-1 0,1 0,-1-1,1 1,-1-1,0 1,1 0,-1-1,0 1,0-1,0 0,0 1,0-1,-1 0,1 0,0 1,0-1,-1 0,1 0,-1 0,-1 0,-9 4,0-1,-1-1,1 0,-1-1,0 0,0-1,0 0,0-1,-2-1,6 2,-26-1</inkml:trace>
  <inkml:trace contextRef="#ctx0" brushRef="#br0" timeOffset="138404.138">11748 15139,'78'-256,"-78"253,0 1,0 0,0 0,0 0,1 0,-1 0,1 0,0 0,-1 0,1 0,0 0,0 0,0 0,1 1,-1-1,0 0,1 1,-1-1,1 1,-1-1,1 1,0 0,-1-1,1 1,0 0,0 0,0 1,0-1,0 0,0 1,0-1,0 1,0-1,0 1,0 0,1 0,-1 0,0 0,0 0,0 1,0-1,0 1,0-1,1 1,16 10,0 1,-1 1,0 0,-1 2,0 0,5 7,-3-4,-4-4,3 1,-1 1,-1 1,-1 0,0 1,-1 1,7 14,-20-32,0 1,0-1,-1 1,1 0,0 0,-1-1,0 1,1 0,-1 0,0 0,0-1,0 1,0 0,0 0,0 0,0 0,-1-1,1 1,-1 0,0 0,1-1,-1 1,0 0,0-1,0 1,0-1,0 1,0-1,0 0,-1 1,1-1,0 0,-1 0,1 0,-1 0,1 0,-1 0,0 0,1 0,-1-1,0 1,0-1,0 1,1-1,-1 0,0 0,0 0,0 0,1 0,-2 0,-7 1,1 0,-1 0,0-1,0-1,0 1,1-2,-1 1,0-1,1-1,-1 0,-3-2,14 5,-1 0,0 0,1 0,-1 0,1-1,-1 1,0 0,1 0,-1 0,1-1,-1 1,0 0,1-1,-1 1,0 0,1-1,-1 1,0 0,0-1,1 1,-1-1,0 1,0 0,0-1,0 1,1-1,-1 1,0-1,0 1,0 0,0-1,0 1,0-1,0 1,0-1,0 1,-1-1,1 1,0 0,0-1,0 1,0-1,-1 1,1 0,0-1,0 1,-1-1,1 1,0 0,0-1,-1 1,1 0,-1 0,1-1,0 1,-1 0,1 0,0-1,-1 1,1 0,-1 0,1 0,-1 0,1 0,-1 0,1 0,38-10,33 1,-46 8,-1-2,0-1,0 0,0-2,0-1,-1-1,0-1,13-7,-31 14,0-1,0 1,-1-1,0 0,1-1,-1 1,-1-1,1 1,0-1,-1 0,0-1,0 1,0-1,0 1,-1-1,0 0,0 0,0 0,0 0,-1 0,0 0,0 0,0 0,-1-1,1 1,-1 0,-1-1,1 1,-1 0,0 0,0 0,0-1,-1 1,0 0,-1-1,2 3,-1 1,0 0,1 0,-1 0,0 1,0-1,0 0,0 1,-1-1,1 1,0 0,0 0,-1 0,1 0,-1 0,1 0,-1 1,0-1,1 1,-1 0,1-1,-1 1,0 0,1 1,-1-1,1 0,-1 1,0 0,1-1,-1 1,1 0,0 0,-1 1,1-1,0 0,0 1,0-1,-1 1,2 0,-1 0,0 0,0 0,1 0,-1 0,1 0,-1 0,1 1,0-1,0 0,0 1,0 0,-2 4,1 0,-1 0,1 1,1-1,0 1,0-1,0 1,1 0,0-1,0 1,1 0,0-1,0 1,1-1,0 1,0-1,1 0,0 0,0 0,1 0,0-1,0 1,1 1,3 1,0 1,0-1,1 0,0-1,1 0,0 0,0-1,0 0,1-1,0 0,0-1,1 0,0-1,2 0,49 10,-4-6</inkml:trace>
  <inkml:trace contextRef="#ctx0" brushRef="#br0" timeOffset="138713.312">13838 14962,'-2'16,"-1"10,0 6,0-1,4-3,3-4,4-7,0-5</inkml:trace>
  <inkml:trace contextRef="#ctx0" brushRef="#br0" timeOffset="139187.052">13646 14661,'21'-4,"0"1,0 0,1 2,-1 0,0 1,1 2,-1 0,0 1,0 1,0 1,-1 1,0 0,0 2,0 0,3 4,-8-7,0 2,0 0,-1 0,0 1,0 1,-1 0,-1 1,1 1,-1 0,-1 0,0 1,-1 0,0 1,-1 0,0 1,-1 0,-1 0,0 1,-1 0,-1 0,0 1,-1-1,1 9,-15 120,10-143,-1 0,1 0,0 1,0-1,-1 0,1 1,0-1,0 0,1 0,-1 1,0-1,0 0,1 0,-1 1,0-1,1 0,-1 0,1 0,0 0,-1 0,1 0,0 0,0 0,-1 0,1 0,0 0,0 0,0 0,0-1,0 1,0 0,1-1,-1 1,0-1,0 1,0-1,1 1,-1-1,0 0,0 0,1 0,-1 0,0 0,0 0,1 0,-1 0,0 0,0 0,1-1,-1 1,12-2,0 0,0-1,0 0,-1-1,1 0,-1-1,0 0,0-1,-1-1,0 1,0-2,0 0,-1 0,-1-1,1 0,-1 0,-1-1,1-1,-2 1,0-1,0-1,-1 1,0-1,-1 0,0 0,1-6,-7 26,0 0,1 0,0 1,1-1,-1 0,2 0,-1 0,1 0,0 0,1 0,0 0,0-1,1 1,0-1,0 0,1 0,0 0,0-1,0 0,1 0,0 0,2 1,4 2,0 0,1 0,0-2,1 1,0-2,0 0,0 0,1-2,1 1,31 6</inkml:trace>
  <inkml:trace contextRef="#ctx0" brushRef="#br0" timeOffset="140474.348">15422 15044,'-21'-6,"-114"-22,128 28,0 0,-1 0,1 1,0 0,1 0,-1 0,0 1,0 0,1 1,-1 0,1 0,-1 0,1 0,0 1,1 0,-1 1,1-1,-3 3,6-5,-1 0,1 1,0-1,0 0,0 1,0 0,1-1,-1 1,1 0,-1 0,1 0,0 0,0 0,0 0,1 0,-1 0,1 0,-1 0,1 1,0-1,1 0,-1 0,0 0,1 0,0 1,-1-1,1 0,1 0,-1-1,0 1,1 0,-1 0,1 0,0-1,0 1,0-1,0 0,0 1,1-1,-1 0,1 0,-1 0,1-1,0 1,0-1,24 13,1-1,0-2,1-1,0-1,1-1,0-2,0-1,30 1,16 3,0-3,0-3,38-5,-98 1,-1-1,0 0,0-1,0-1,0 0,11-6,-22 9,0 0,-1-1,0 0,1 0,-1 0,0 0,0 0,0 0,0-1,-1 0,1 1,-1-1,0 0,1 0,-1-1,0 1,-1 0,1-1,-1 1,1-1,-1 1,0-1,0 0,-1 1,1-1,-1 0,0 0,0 1,0-4,0 5,-1-1,1 1,-1 0,1-1,-1 1,0 0,0 0,0 0,0-1,0 1,-1 0,1 0,0 1,-1-1,0 0,1 0,-1 1,0-1,0 1,0 0,0-1,0 1,0 0,0 0,0 0,-1 0,1 1,0-1,0 1,-1-1,1 1,0 0,-1 0,1 0,-1 0,1 0,-2 1,-5 0,0 0,0 0,0 1,0 1,0-1,0 1,0 1,1 0,-2 1,8-4,0 0,-1 0,1 0,0 0,0 1,0-1,0 1,0-1,0 1,0 0,0 0,0 0,1 0,-1 0,1 0,0 1,0-1,0 0,0 1,0-1,0 1,0-1,1 1,0-1,-1 1,1 0,0-1,0 1,0-1,0 1,1-1,-1 1,1 0,0-1,-1 0,1 1,0-1,0 1,1-1,-1 0,0 0,1 0,0 0,-1 0,2 1,8 4,0 0,1 0,0-1,1-1,-1 0,1 0,0-1,0-1,0 0,1-1,-1-1,1 0,-1 0,4-2,-12 2,-1 0,1-1,-1 1,1-1,0 0,-1 0,1-1,-1 1,1-1,-1 0,1 0,-1-1,0 1,0-1,1 0,-1 0,0 0,-1-1,1 0,0 1,-1-1,1 0,-1-1,0 1,0-1,0 1,-1-1,1 0,13 35,-12-25,1 0,1 0,-1-1,1 0,0 0,0 0,1-1,-1 0,1 0,0-1,0 0,0 0,7 2,-10-4,0 0,-1 0,1 0,0-1,0 1,0-1,-1 0,1 0,0-1,0 1,-1-1,1 1,0-1,0 0,-1-1,1 1,-1-1,1 1,-1-1,0 0,0 0,0-1,0 1,0-1,0 1,-1-1,1 0,1-3,3-7,-2-1,0 0,0-1,-1 1,-1-1,-1 0,0 0,0 0,-2 0,0 0,-1 0,0-4,0-3,7-55,-4 75,0 0,-1 1,1 0,0 0,0-1,0 1,0 0,0 0,0 1,0-1,0 0,0 1,1-1,-1 1,0 0,0 0,1-1,-1 2,0-1,0 0,0 0,1 1,-1-1,0 1,0 0,0-1,0 1,0 0,0 0,0 1,0-1,1 1,0-1,32 14,0 1,-1 2,-1 2,0 1,-1 2,-27-20,1 1,-1 0,0 0,0 0,-1 1,1-1,-1 1,0 1,0-1,-1 0,1 1,-1 0,-1 0,1 0,-1 0,0 0,0 0,-1 0,1 1,-2-1,1 1,-1-1,0 1,0 4,-22 82,23-90,0 0,0-1,0 1,0 0,0-1,0 1,1-1,0 0,-1 1,1-1,0 0,0 0,0 0,0 0,0 0,1-1,-1 1,0 0,1-1,-1 0,1 0,0 0,-1 0,1 0,0 0,0-1,0 1,-1-1,1 0,0 0,0 0,2 0,23 3,0-1,1-1,-1-1,0-2,0 0,0-2,0-1,-1-2,0 0,0-2,-1-1,5-3,-26 11,-5 1,1 0,0 0,0 1,-1-1,1 1,0-1,0 1,0-1,0 1,0 0,0-1,0 1,0 0,0 0,0 0,0-1,0 1,0 0,0 0,0 1,0-1,0 0,0 0,0 0,0 1,0-1,0 0,0 1,-1-1,1 1,0-1,0 1,0 0,0-1,-1 1,1 0,0-1,-1 1,1 0,0 0,-1 0,3 4,-1 0,1 1,0-1,0-1,0 1,1 0,0-1,-1 0,2 0,-1 0,0 0,1-1,0 0,0 0,0 0,0 0,0-1,0 0,1 0,4 1,3 0,0-1,1-1,-1 0,1-1,-1 0,1-1,-1-1,0 0,7-2,-15 3,1-1,0 1,-1-1,0-1,1 1,-1-1,0 0,0 0,0 0,-1-1,1 1,-1-1,0 0,0-1,0 1,0-1,-1 0,0 1,0-1,0-1,-1 1,2-5,-3 7,0 0,0 0,0-1,-1 1,0 0,1 0,-1-1,-1 1,1 0,0-1,-1 1,1 0,-1 0,0 0,0 0,0 0,-1 0,1 0,-1 0,0 0,1 0,-1 1,0-1,-1 1,1-1,0 1,-1 0,1 0,-1 0,0 0,0 1,1-1,-1 1,0-1,-1 1,1 0,-5-2,-1 0,1 1,0 0,-1 0,1 1,-1 0,0 0,1 1,-1 0,0 1,1 0,-1 0,-4 2,8-2,1 0,-1 1,1-1,-1 1,1 0,0 0,0 0,0 0,0 1,0 0,1-1,-1 1,1 1,-1-1,1 1,0-1,1 1,-1 0,0 0,1 0,0 0,0 0,0 0,1 1,0-1,-1 1,2-1,-1 1,0 0,1-1,0 1,0 0,0-1,1 1,-1-1,1 1,0 0,0-1,1 0,0 1,-1-1,1 0,1 0,-1 0,1 0,-1 0,4 2,1 0,1 0,0-1,0 0,1-1,-1 0,1 0,0 0,0-2,1 1,-1-1,10 1,21 3</inkml:trace>
  <inkml:trace contextRef="#ctx0" brushRef="#br0" timeOffset="140750.611">17579 14921,'-14'-7,"-13"-2,-10 0,-3 6,3 9,6 10,7 7,9 7,6-3</inkml:trace>
  <inkml:trace contextRef="#ctx0" brushRef="#br0" timeOffset="141029.862">17539 15426,'18'10,"12"2,9 0,10-5,8-6,-6-3</inkml:trace>
  <inkml:trace contextRef="#ctx0" brushRef="#br0" timeOffset="141973.933">18890 15685,'11'-9,"0"-1,-1 0,0 0,-1-1,-1-1,1 0,-2 0,0 0,0-1,-1 0,0 0,-2-1,1 1,-2-1,0 0,1-11,32-89,-35 112,-1 0,1 0,0 1,-1-1,1 0,0 1,0-1,0 1,0-1,0 1,1-1,-1 1,0 0,1 0,-1 0,1 0,-1 0,1 0,0 0,-1 0,1 0,0 1,-1-1,1 1,0-1,0 1,0 0,-1 0,1 0,0 0,0 0,0 0,0 0,-1 0,1 1,0-1,0 1,-1-1,1 1,0 0,-1 0,1 0,0 0,-1 0,12 8,-1 0,0 1,-1 1,0 0,0 1,-1 0,-1 0,0 1,-1 0,0 1,-1 0,-1 0,1 2,-5-13,0 1,-1-1,1 1,-1 0,0-1,0 1,0 0,-1 0,1 0,-1 0,0-1,0 1,0 0,-1 0,1 0,-1 0,0 0,0-1,0 1,-1 0,1-1,-1 1,0-1,0 1,0-1,0 0,-1 0,1 0,-1 0,0-1,0 1,0-1,0 1,-51 23,88-28,19-5,-8 1,-1-1,0-2,0-2,6-4,-43 13,1-1,-1 0,0 0,0-1,0 0,-1 0,1-1,-1 0,0 0,0 0,-1-1,1 1,-1-1,0-1,-1 1,0-1,0 0,0 0,-1 0,3-7,-6 12,0 0,1 0,-1 1,0-1,0 0,0 0,0 0,0 0,0 0,0 1,-1-1,1 0,-1 0,1 0,-1 1,0-1,0 0,0 1,0-1,0 1,0-1,0 1,0-1,-1 1,1 0,0 0,-1-1,1 1,-1 0,0 0,1 1,-1-1,0 0,1 0,-1 1,0-1,0 1,-1-1,-2 0,-1 1,1-1,0 1,0 0,-1 0,1 0,0 1,-1 0,1 0,0 0,0 1,0-1,-1 2,0 0,0 0,1 1,-1 0,1 0,0 0,0 0,1 1,-1 0,1 0,0 0,0 0,1 1,0-1,-1 1,2 0,-1 0,1 0,0 1,0-1,1 0,0 1,0-1,0 1,1-1,0 1,0-1,1 1,0-1,0 1,0-1,1 0,0 1,0-1,1 0,0 0,0-1,0 1,0 0,1-1,0 0,5 6,1-1,0-1,1 0,-1 0,2-1,-1 0,1-1,0 0,1-1,-1 0,1-1,1-1,-1 0,0-1,1 0,3-1,-11-1,1-1,-1 0,1 0,-1 0,1-1,-1 0,0-1,1 1,-1-1,0-1,0 1,0-1,-1 0,1 0,0 0,-1-1,0 0,0 0,0-1,-1 1,1-1,-1 0,0 0,0 0,-1-1,0 1,0-1,0 0,0 0,-1 0,0 0,-1 0,1-1,-1 1,17-182,-18 188,0-1,0 0,0 1,0-1,1 1,-1-1,0 0,0 1,0-1,1 1,-1-1,0 1,1-1,-1 0,0 1,1-1,-1 1,1 0,-1-1,1 1,-1-1,1 1,-1 0,1-1,-1 1,1 0,0 0,-1-1,1 1,-1 0,1 0,0 0,-1 0,1 0,0 0,-1 0,1 0,0 0,-1 0,1 0,-1 0,1 0,0 0,-1 1,1-1,-1 0,1 0,0 1,32 18,-26-14,199 122,-200-124,0 0,0 1,-1 0,1 1,-1-1,0 1,0 0,0 0,-1 1,0-1,0 1,0 0,-1 0,1 0,-2 1,1-1,-1 1,0 0,0-1,-1 1,1 0,-1 2,0 27,-2-30,0 0,1 0,-1 0,2 0,-1 0,1 0,0 0,0 0,0 0,1 0,0 0,0 0,0-1,1 1,0-1,0 0,1 0,-1 0,1 0,0-1,0 1,1-1,2 2,1-2,0 0,1 0,0-1,-1 0,1-1,0 0,1 0,-1-1,0 0,0-1,1 0,-1 0,0-1,0 0,0-1,0 0,0 0,0-1,0 0,0 0,-1-1,0-1,0 1,0-1,0 0,-1-1,0 0,0 0,0-1,3-5,2-1,-1 0,-1-1,0 0,-1-1,-1 0,0 0,-1-1,-1 0,0 0,-1-1,0-4,-3 2,-2 19,0 0,0 0,0 1,0-1,0 0,0 0,0 1,0-1,0 0,0 0,0 1,0-1,0 0,0 0,0 0,0 1,-1-1,1 0,0 0,0 0,0 1,0-1,-1 0,1 0,0 0,0 0,0 1,-1-1,1 0,0 0,0 0,0 0,-1 0,1 0,0 0,0 0,-1 0,1 0,0 0,0 0,-1 0,1 0,0 0,0 0,-1 0,1 0,0 0,0 0,-1 0,1 0,0 0,0 0,0 0,-1-1,1 1,0 0,0 0,0 0,-1 0,-4 15,-1 1,2 1,0-1,1 1,1-1,1 1,0 0,1 0,0-1,2 1,0 0,1-1,3 11,32 38,-16-45</inkml:trace>
  <inkml:trace contextRef="#ctx0" brushRef="#br0" timeOffset="142221.808">20775 15385,'-14'0,"-4"7,5 9,14 10,7-1</inkml:trace>
  <inkml:trace contextRef="#ctx0" brushRef="#br0" timeOffset="142811.705">21240 15891,'-1'-13,"0"1,-1 0,0 0,-1 0,0 0,-1 0,0 0,-1 1,0 0,-1 0,0 0,-1 1,0-1,-1 2,0-1,0 1,-1 0,0 1,-1 0,0 1,0 0,0 0,-1 1,0 0,-2 1,10 4,-1 0,0 0,0 0,-1 1,1 0,0 0,0 0,0 0,0 1,0 0,0-1,0 1,0 1,0-1,1 1,-1-1,0 1,1 0,-1 0,1 1,0-1,0 1,0-1,0 1,0 0,0 0,1 1,-1-1,1 0,0 1,0-1,0 1,1 0,-1 0,1 0,0 0,0 0,0 0,1 0,-1 0,1 3,0 0,0 0,0 0,1 1,0-1,0-1,1 1,0 0,0 0,1 0,-1-1,1 0,1 1,-1-1,1 0,1-1,-1 1,1-1,-1 0,2 0,-1 0,0 0,1-1,0 0,0 0,0-1,0 0,1 0,-1 0,1-1,2 1,0 0,-1 0,1-1,0 0,0 0,0-1,0 0,-1-1,1 0,0 0,0-1,0 0,0-1,0 0,0 0,-1-1,1 0,-1 0,0-1,0 0,0 0,-1-1,1 0,-1-1,6-5,-8 6,0-1,0 0,0-1,-1 1,0-1,0 0,0 0,-1 0,0 0,-1-1,0 1,0-1,0 0,-1 0,0 1,-1-1,0-5,1 13,-1-1,0 1,0-1,0 1,0 0,0-1,0 1,0-1,-1 1,1 0,0-1,0 1,0-1,0 1,-1 0,1-1,0 1,0-1,0 1,-1 0,1-1,0 1,-1 0,1 0,0-1,-1 1,1 0,0 0,-1-1,1 1,-1 0,1 0,0 0,-1 0,1 0,-1-1,1 1,0 0,-1 0,1 0,-1 0,1 0,-1 0,1 1,0-1,-1 0,1 0,-1 0,1 0,-1 0,1 1,0-1,-1 0,1 0,0 0,-1 1,1-1,0 0,-1 1,1-1,0 0,0 1,-1-1,1 0,0 1,0-1,0 1,-1-1,1 0,0 1,-17 29,13-22,2 0,-1 1,1-1,0 0,1 1,0 0,0-1,1 1,0 0,1-1,0 1,0 0,1-1,0 1,0-1,1 0,0 0,0 0,1 0,0 0,1-1,0 0,0 0,0 0,1 0,0-1,0 0,0 0,1-1,0 1,0-2,1 1,1 0,-1 0,1-1,1 0,-1 0,1-1,-1 0,1-1,0 0,0-1,0 0,0 0,0-1,0 0,0-1,0 0,0-1,0 0,-1 0,1-1,0 0,-1-1,0 0,0 0,0-1,-1-1,1 1,-1-1,0-1,4-3,2-11,-1-1,0 0,-2-1,0 0,-2-1,0 0,-2 0,-1-1,1-7,8-32,-4-2,-2 1,-3-1,-3-3,-12-45,8 109,0-1,0 1,-1 0,0 0,0 0,0 0,-1 0,0 0,0 0,0 1,0 0,-1-1,0 1,0 1,0-1,0 0,0 1,-1 0,0 0,1 1,0 0,0 1,0 0,0-1,0 2,0-1,0 0,0 1,0 0,0 0,0 0,0 0,0 1,0 0,0-1,0 2,0-1,0 0,0 1,0-1,1 1,-1 0,1 1,-1-1,1 0,0 1,0 0,0 0,0 0,-5 6,0 0,0 0,1 1,1 0,0 0,0 1,1-1,0 1,-2 8,0 13,2 0,1 0,2 1,1-1,1 1,2-1,1 1,1-1,2 0,2 0,0-1,3 0,0-1,8 15,-13-28,0 0,1 0,0-1,1 0,1 0,1-1,0 0,1-1,1 0,0 0,1-2,0 1,1-2,0 0,1 0,0-1,0-1,1-1,1 0,-1-1,5 0,20 0</inkml:trace>
  <inkml:trace contextRef="#ctx0" brushRef="#br0" timeOffset="143811.706">23069 15781,'15'14,"-1"1,0 0,-1 0,-1 2,0-1,-1 2,-1-1,-1 2,0-1,-1 1,-1 0,-1 1,1 8,-4-19,3 10,-1-3,1 1,0-2,0 1,2-1,0 0,1 0,3 3,-11-16,0-1,0 0,-1 0,1 0,0 1,0-1,1 0,-1 0,0-1,0 1,0 0,1 0,-1 0,0-1,1 1,-1-1,0 1,1-1,-1 0,1 1,-1-1,1 0,-1 0,1 0,-1 0,0 0,1 0,-1-1,1 1,-1 0,1-1,-1 1,0-1,1 1,-1-1,0 0,1 1,-1-1,0 0,0 0,0 0,0 0,0 0,0 0,0-1,0 1,0 0,0 0,-1-1,1 1,31-71,-18-19,-13 72,2 0,0 1,0-1,2 1,1 0,0-1,-4 15,1 1,-1 0,0-1,1 1,0 0,0 0,0 1,0-1,0 1,0-1,1 1,-1 0,1 0,0 1,-1-1,1 1,0 0,0 0,0 0,0 0,0 1,0-1,0 1,0 0,0 0,0 1,0-1,0 1,0 0,0 0,0 0,0 1,-1-1,1 1,0 0,38 14</inkml:trace>
  <inkml:trace contextRef="#ctx0" brushRef="#br0" timeOffset="144397.955">23943 16123,'-3'-3,"-6"-8,1 2,-1-1,-1 1,0 1,0 0,-1 0,0 1,0 0,0 1,-1 0,0 1,-1 1,1 0,-8-2,16 6,0 1,-1-1,1 1,0 0,0 0,0 0,0 0,1 1,-1-1,0 1,0 0,1 1,-1-1,1 0,0 1,0 0,0 0,0 0,0 0,1 0,-1 1,1-1,0 1,0-1,0 1,1 0,-1 0,1 0,0 0,0 0,0 0,0 0,1 0,0 0,0 0,0 1,0-1,1 0,-1 0,1 0,0 0,0 0,1 0,-1 0,1 0,0-1,1 2,2 0,-1 0,2 0,-1 0,0-1,1 0,0 0,0-1,0 1,0-1,1-1,-1 1,1-1,0 0,-1-1,1 0,0 0,0 0,0-1,0 0,0 0,0 0,0-1,0 0,0-1,-1 0,1 0,-1 0,1-1,-1 0,0 0,1 0,-2-1,1 0,0 0,-1 0,0-1,0 0,4-5,43-69,-51 79,0 0,0 0,-1 0,1 0,0 0,0 0,-1 0,1 0,0 1,0-1,0 0,-1 0,1 1,0-1,-1 0,1 1,0-1,-1 1,1-1,0 1,-1-1,1 1,-1-1,1 1,-1-1,1 1,-1 0,1-1,-1 1,0 0,1 0,-1-1,0 1,0 0,1 0,-1-1,0 2,6 6,1-2,1-1,0 1,0-2,1 1,-1-1,1 0,0-1,0 0,1 0,-1-1,0-1,1 1,-1-1,1-1,0 0,-1 0,1-1,-1 0,1-1,-1 0,0 0,0-1,0 0,0-1,8-4,1-1,-1 0,0-2,0 0,-1-1,-1 0,0-1,-1-1,0 0,-1-1,-1 0,0-1,-1-1,-1 0,0 0,-1-1,-1 0,-1 0,-1-1,0 0,-1-1,-2 1,0-1,0 1,-2-1,-1 0,0 0,-1 1,-4-14,4 23,-1 0,-1 0,0 0,0 0,-1 1,0-1,-1 1,0 0,-6-7,9 13,0 0,0 0,0 1,-1-1,1 1,-1-1,0 1,0 0,0 0,0 0,0 1,0-1,0 1,0 0,-1 0,1 0,0 0,-1 0,1 1,-1-1,1 1,-1 0,1 0,-1 0,1 1,-1-1,1 1,0 0,-1 0,-1 1,-2 1,0 1,1 0,-1 0,1 0,0 1,0 0,1 0,-1 1,1-1,0 1,0 0,1 1,0-1,0 1,1 0,0 0,0 0,-1 4,-3 9,1 1,1 0,1 0,0 1,2-1,1 1,0 3,1-1,1 0,1 0,1 0,1 0,2 0,0-1,1 0,2 0,0-1,1 0,2 0,0-1,1-1,1 0,1-1,0-1,2 0,0-1,1 0,0-2,1 0,1-1,16 8,8-3</inkml:trace>
  <inkml:trace contextRef="#ctx0" brushRef="#br0" timeOffset="144936.516">25677 16109,'182'-289,"-167"265,-7 19,-10 19,-68 321,47-129,21-176</inkml:trace>
  <inkml:trace contextRef="#ctx0" brushRef="#br0" timeOffset="145213.465">25732 16369,'23'-5,"17"1,11 1,7 4,-1 3,-2 2,-8-1,-13-1</inkml:trace>
  <inkml:trace contextRef="#ctx0" brushRef="#br0" timeOffset="145380.018">25282 15617,'-2'5,"-2"8,1 9,5 8,10 8,11 2,2-5</inkml:trace>
  <inkml:trace contextRef="#ctx0" brushRef="#br0" timeOffset="145611.096">26142 15549,'-2'5,"-1"8,0 9,3 10,6 9,6 7,7 2,4-1,5-3,-2-10</inkml:trace>
  <inkml:trace contextRef="#ctx0" brushRef="#br0" timeOffset="145966.234">27221 16082,'16'0,"15"4,16 5,11 2,8 2,4 1,-5 1,-13 0,-17-3</inkml:trace>
  <inkml:trace contextRef="#ctx0" brushRef="#br0" timeOffset="146183.173">27166 16246,'23'9,"22"6,19 0,15-1,9-1,-3-5,-7-2,-18-3</inkml:trace>
  <inkml:trace contextRef="#ctx0" brushRef="#br0" timeOffset="146412.563">27726 15891,'377'201,"-349"-186,-1 2,0 0,-1 2,-1 1,-1 1,-1 1,-1 1,0 1,-2 1,0 3,-17-24,0 0,-1 1,0-1,0 0,0 1,-1 0,1-1,-1 1,0 0,0 0,-1-1,1 1,-1 0,0 0,-1 0,1 0,-1-1,0 1,0 0,0 0,-1-1,0 1,0-1,0 1,0-1,-1 0,1 0,-1 0,-3 3,-11 8,-1-1,0 0,-1-2,0 0,-1-1,-1-1,0-1,0-1,0 0,-7-1,-29 14,34-12</inkml:trace>
  <inkml:trace contextRef="#ctx0" brushRef="#br0" timeOffset="146998.992">29365 15946,'-12'0,"1"1,0 0,0 1,0 0,0 1,0 0,0 1,1 0,0 1,0 0,0 0,0 1,1 0,0 1,0 0,1 1,-1 0,2 0,-1 0,1 1,1 0,0 1,0 0,0 0,2 0,-1 0,1 1,1-1,-1 1,2 0,0 0,0 0,1 1,1-5,0 0,1 1,-1-1,1 0,1 0,0 0,0 0,0 0,1 0,0-1,0 1,0-1,1 0,0 0,0 0,1 0,0-1,0 0,0 0,0 0,1-1,0 1,0-1,0-1,6 4,3 0,0-1,0 0,1-1,0 0,0-1,0-1,0-1,0 0,1-1,-1-1,1-1,-2 0,0-1,0 0,-1-1,1-1,-1 0,0-1,0-1,0 0,-1-1,0 0,0-1,-1 0,0-1,0-1,-1 0,0 0,-1-1,0 0,-1-1,0 0,-1-1,0 0,-1 0,3-8,2-9,-2-1,0 0,-2-1,-2 0,0 0,-3 0,0 0,-2-1,-2 0,-2-17,1 33,0 1,-1 0,-1 0,0 0,-2 1,1 0,-2 0,0 0,-6-8,10 17,-1 1,1 0,-1 0,0 0,-1 0,1 1,-1 0,0 0,0 0,0 0,-1 1,1 0,-1 0,0 0,0 1,0 0,0 0,0 0,0 1,-1 0,1 0,0 1,-1-1,1 2,-6-1,7 1,-1 1,0-1,0 1,1 0,-1 0,1 0,-1 1,1 0,0 0,0 0,0 1,1 0,-1 0,1 0,0 0,0 1,0-1,1 1,0 0,0 0,-2 5,-3 6,1 1,0 1,1-1,1 1,1 0,-1 9,1 26,1 1,3-1,2 1,2-1,3 0,2 0,2-1,3 0,2-1,14 28,-21-53,-1-10</inkml:trace>
  <inkml:trace contextRef="#ctx0" brushRef="#br0" timeOffset="147458.768">29965 16273,'-18'12,"-1"1,2 1,-1 0,2 1,0 1,1 1,1 0,0 1,1 0,1 1,-1 4,12-22,1 0,-1 0,0 0,0 0,1 0,-1 0,0 0,1 1,-1-1,1 0,-1 0,1 0,0 0,0 1,-1-1,1 0,0 0,0 1,0-1,0 0,1 0,-1 1,0-1,0 0,1 0,-1 0,1 1,-1-1,1 0,-1 0,1 0,0 0,-1 0,1 0,0 0,0 0,0 0,0 0,0-1,0 1,0 0,0-1,0 1,1 0,5-3,0 0,0 0,-1 0,1-1,-1 0,0 0,1-1,-1 0,-1 0,1 0,-1-1,0 0,0 0,0 0,0-1,1-3,31-40,-2-2,-2-1,-3-2,23-54,-38 76,8-5,-19 44,-2 154,-1-116,2 0,2 0,2 0,2-1,2 0,1-1,11 22,-16-49,-4-6</inkml:trace>
  <inkml:trace contextRef="#ctx0" brushRef="#br0" timeOffset="147628.833">29939 16286,'16'0,"17"3,14 2,14 4,8 4,1 0,-2-2,-8-3,-14-2</inkml:trace>
  <inkml:trace contextRef="#ctx0" brushRef="#br0" timeOffset="147890.693">30689 16027,'19'5,"15"3,9 4,4-1,1-1,-6 0,-9-4</inkml:trace>
  <inkml:trace contextRef="#ctx0" brushRef="#br0" timeOffset="148184.909">30704 16178,'18'9,"18"8,15 3,-2-2</inkml:trace>
  <inkml:trace contextRef="#ctx0" brushRef="#br0" timeOffset="148478.122">31318 16178,'153'-212,"-149"205,0 3,-1-1,0 0,0 0,0 0,-1 0,0 0,0 0,0-1,-1 1,1-1,-1 1,-1-1,-5 5,0 8,0 0,0 0,0 0,1 1,0 0,0 0,1 0,0 0,-2 9,3-11,-10 45,1 0,4 0,1 1,2-1,3 1,2 0,6 28,-6-50,-1-29,1 1,0 1,-1-1,1 1,-1-1,0 1,0-1,0 1,0 0,0-1,0 1,-1-1,1 1,-1-1,0 1,0-1,0 1,0-1,0 0,0 0,0 1,-1-1,1 0,-1 0,0 0,0 0,0-1,0 1,0 0,0-1,0 1,-1 0,-13 0</inkml:trace>
  <inkml:trace contextRef="#ctx0" brushRef="#br0" timeOffset="148723.467">31290 16464,'16'0,"13"0,8 2,7 4,5 2,4 1,2 0,-8-1</inkml:trace>
  <inkml:trace contextRef="#ctx0" brushRef="#br0" timeOffset="148724.467">31823 16533,'0'0</inkml:trace>
  <inkml:trace contextRef="#ctx0" brushRef="#br0" timeOffset="150185.823">387 15823,'9'0,"15"2,20 1,22 2,22 1,19-2,10 2,-16-1</inkml:trace>
  <inkml:trace contextRef="#ctx0" brushRef="#br0" timeOffset="151973.565">1793 15713,'-16'-1,"0"0,0 1,0 0,0 2,1 0,-1 0,0 2,1 0,0 0,0 2,0 0,0 0,1 2,0-1,1 2,-9 7,9-3,0 0,1 1,1 1,1 0,0 0,1 1,0 0,1 1,1 0,1 0,1 0,0 1,1 0,-1 13,4-28,-1 0,1 1,1-1,-1 0,0 0,1 1,0-1,0 1,0-1,0 0,0 1,1-1,-1 0,1 1,0-1,0 0,0 0,0 0,1 0,-1 0,1 0,0 0,0 0,0-1,0 1,1-1,-1 1,1-1,-1 0,1 0,0 0,-1 0,1 0,0-1,0 0,1 1,-1-1,0 0,0 0,1-1,1 1,7-3,0-1,-1 0,1-1,-1 0,0-1,0 0,0-1,-1 0,1 0,-2-1,1-1,-1 0,7-7,13-10,0-2,-2 0,-1-2,-2-1,-1-1,-1-1,-1-1,-2-1,-2 0,-1-1,11-36,-24 65,-1-1,1 0,-1 0,-1-1,1 1,-1 0,0 0,-1-1,0 1,0-1,0 1,-1 0,0-1,-1 1,0 0,0 0,0 0,-1 0,0 0,0 1,-1-1,0 1,0 0,0 0,-1 0,0 1,0-1,0 1,-1 0,0 1,0-1,0 1,-1 0,0 1,0 1,0 1,0-1,0 1,0 1,0-1,0 1,0 0,0 1,0 0,0 0,0 0,0 1,0 0,0 0,1 1,-1 0,1 0,0 0,0 1,0 0,0 0,1 1,-1-1,1 1,0 0,1 1,-1-1,1 1,0 0,1 0,-1 0,1 1,0-1,1 1,-2 6,0 8,1 1,1-1,1 1,1 0,1 0,1-1,1 1,1-1,1 1,0-1,2-1,1 1,0-1,1-1,5 8,-2 2,5 10,-3-9,-2 0,0 1,-2 0,-2 1,0 0,-3 1,1 11,-6-37,0 0,0 0,-1 0,0 0,0 0,0 0,-1-1,0 1,-1 0,1-1,-1 1,-1-1,-2 5,-8 5</inkml:trace>
  <inkml:trace contextRef="#ctx0" brushRef="#br0" timeOffset="152992.277">1985 16095,'-43'67,"5"4,2 1,-21 66,79-230,-13 57,1 1,2 1,1-1,1 2,2 0,2 1,0 0,3 1,20-9,-39 38,-1 0,0 0,1 0,-1 0,0 1,1-1,-1 0,1 1,-1-1,1 1,0 0,-1 0,1-1,-1 1,1 0,-1 0,1 1,0-1,-1 0,1 0,-1 1,1-1,-1 1,1-1,-1 1,1 0,-1-1,0 1,1 0,-1 0,0 0,0 0,1 1,6 10,-1 0,-1 0,0 1,0 0,-2 0,1 0,-2 1,0 0,0-1,-1 1,-1 0,0 0,-1 0,-1 4,0 244,-2-245,0-6</inkml:trace>
  <inkml:trace contextRef="#ctx0" brushRef="#br0" timeOffset="153247.11">1916 16273,'9'-2,"15"-4,17 0,14-1,8-1,-6 3</inkml:trace>
  <inkml:trace contextRef="#ctx0" brushRef="#br0" timeOffset="153533.343">2531 15931,'19'-2,"12"1,9 4,4 3,1 3,-1 5,-7 2,-9-2</inkml:trace>
  <inkml:trace contextRef="#ctx0" brushRef="#br0" timeOffset="153793.648">2490 16163,'7'0,"16"0,21 0,21 0,15 0,10 0,-1 0,-14 0</inkml:trace>
  <inkml:trace contextRef="#ctx0" brushRef="#br0" timeOffset="154069.928">3377 16095,'35'-105,"-6"-1,8-62,-29 130,-5 65,-6 423,3-444,0 17,-1 0,-1 0,0 0,-2 0,-3 5,7-27,0 0,0 0,0 1,-1-1,1 0,0 0,-1 0,1 0,-1 0,1 0,-1 0,0 0,1 0,-1 0,0 0,1-1,-1 1,0 0,0 0,0-1,0 1,0 0,0-1,0 1,0-1,0 1,0-1,0 0,0 1,-1-1,1 0,0 0,0 0,0 0,0 0,0 0,-1 0,1 0,0-1,0 1,0 0,0-1,0 1,0 0,0-1,0 1,0-1,0 0,0 1,0-1,0 0,0 0,1 1,-1-1,0 0,0 0,1 0,-1 0,1 0,-1 0,1 0,-1 0,1 0,0 1,-1-1,1 1,0 0,-1-1,1 1,0-1,0 1,0-1,-1 1,1-1,0 1,0-1,0 1,0-1,0 1,0-1,0 1,0-1,0 1,0-1,0 1,0-1,0 1,1-1,-1 1,0 0,0-1,0 1,1-1,-1 1,0-1,1 1,-1 0,0-1,1 1,-1 0,0-1,1 1,-1 0,1-1,-1 1,1 0,-1 0,0 0,1-1,-1 1,1 0,-1 0,1 0,-1 0,1 0,0 0,33-5,-30 5,170-3,-111 4</inkml:trace>
  <inkml:trace contextRef="#ctx0" brushRef="#br0" timeOffset="154340.745">4620 16163,'14'-2,"21"-1,20 0,20 3,16 4,6 3,-4 1,-14 1,-19 0</inkml:trace>
  <inkml:trace contextRef="#ctx0" brushRef="#br0" timeOffset="154507.732">4647 16314,'26'0,"24"0,23 0,17 0,9 0,1 0,-18 0</inkml:trace>
  <inkml:trace contextRef="#ctx0" brushRef="#br0" timeOffset="154770.563">5208 15972,'13'-7,"17"3,18 8,11 11,3 12,-3 11,-8 8,-13 8,-13 4,-15 1,-19 1,-18-4,-12-6,-12-7,-4-9,-2-8,4-8,11-7</inkml:trace>
  <inkml:trace contextRef="#ctx0" brushRef="#br0" timeOffset="156664.522">6587 16355,'86'-339,"-87"338,1 0,0 0,0-1,0 1,0 0,0 0,0 0,0-1,0 1,0 0,0 0,1 0,-1 0,0-1,1 1,-1 0,1 0,-1 0,1 0,0 0,0 0,-1 0,1 0,0 0,0 1,0-1,0 0,0 0,0 1,0-1,0 1,0-1,0 1,0-1,0 1,1-1,-1 1,0 0,0 0,0 0,0 0,1 0,-1 0,0 0,0 0,0 0,1 0,-1 1,0-1,0 0,0 1,0-1,0 1,0 0,0-1,0 1,0 0,0-1,0 1,0 0,16 16,-1 0,0 2,-2 0,0 0,3 9,25 67,-42-92,1 0,0-1,-1 1,0 0,0 0,0 0,0-1,0 1,0 0,-1 0,1-1,-1 1,0 0,0-1,0 1,0-1,0 1,-1-1,1 1,-1-1,1 0,-1 0,0 1,0-1,0-1,0 1,0 0,0 0,-1-1,1 0,-1 1,1-1,-1 0,1 0,-1 0,1 0,0 0,0-1,0 1,0 0,0-1,0 0,0 1,-1-1,1 0,0 0,0 0,0 0,0 0,0-1,0 1,-1-1,1 0,0 1,0-1,0 0,1 0,-1 0,0 0,0 0,0-1,1 1,-1 0,1-1,-1 0,1 1,0-1,-1 0,1 1,0-1,0 0,0 0,0 0,1 0,-1 0,0 0,1 0,0 0,-1-1,1 1,0 0,0 0,0 0,0 0,1 0,-1 0,0-1,4-10,0-1,0 0,1 1,1 0,0 0,1 0,1 1,0 0,0 1,7-7,5-10,9-11,-2-1,-2-1,-1-1,-3-1,-1-2,-2 1,-3-2,7-32,-16 51,-2 1,-2-1,0-1,-1 1,-2 0,-1 0,-5-23,-12 4,18 46,0 0,1 0,-1 0,0 0,0 0,0 0,1 0,-1 1,0-1,0 0,1 0,-1 1,0-1,1 0,-1 1,0-1,1 1,-1-1,0 1,1-1,-1 1,1 0,-1-1,1 1,-1 0,1-1,0 1,-1 0,1-1,0 1,-1 0,1 0,0-1,0 1,0 0,0 0,0 0,0-1,0 1,-7 28,1-1,2 1,1 0,1 0,2 0,2 26,-2-48,6 109,5-1,5 0,16 52,-28-148,1 1,0-1,2 0,0 0,8 12,-14-28,1 0,0 1,0-1,0 0,1 0,-1 0,1 0,-1 0,1-1,0 1,0-1,0 0,0 0,1 0,-1 0,1 0,-1-1,1 0,-1 1,1-1,0-1,0 1,-1 0,1-1,0 0,0 0,0 0,-1 0,1-1,0 1,0-1,-1 0,1 0,8-5,-1 0,0 0,0-1,0 0,-1-1,0 0,-1-1,0 0,0 0,-1-1,0 0,-1 0,0-1,0 0,-1 0,-1-1,0 0,0-2,-2 9,-1 1,0-1,0 0,0 0,-1 0,0 1,0-1,0-1,0 1,-1 0,0 0,0 0,0 0,-1 0,0 0,0 0,0 0,0 0,-1 0,-1-3,2 8,0-1,0 1,0-1,0 1,0-1,0 1,0 0,0-1,0 1,0 0,0 0,0 0,-1 0,1 0,0 0,0 0,0 0,0 0,0 0,0 1,0-1,0 0,0 1,0-1,0 1,0-1,0 1,0-1,0 1,0 0,0 0,1-1,-1 1,0 0,0 0,1 0,-1 0,1 0,-27 37,24-33,-1 0,1 0,0 1,1-1,-1 1,1-1,0 1,0 0,1 0,0 0,0 0,0 0,1 0,0 0,0 0,0 1,1-1,0 0,0 0,1 0,0-1,0 1,0 0,0-1,1 1,0-1,0 0,1 0,-1 0,1 0,0 0,0-1,1 0,0 1,74 20,-37-21</inkml:trace>
  <inkml:trace contextRef="#ctx0" brushRef="#br0" timeOffset="156876.955">6710 15536,'23'9,"28"8,34 3,31 1,25 1,14-1,-1 1,-14 2,-32-5</inkml:trace>
  <inkml:trace contextRef="#ctx0" brushRef="#br0" timeOffset="157293.207">7707 16273,'8'-42,"-1"0,-3 0,-1 0,-2-1,-1 1,-5-23,4 64,1-1,-1 1,1 0,0 0,-1-1,1 1,0 0,0 0,0-1,0 1,0 0,0-1,0 1,0 0,1 0,-1-1,0 1,1 0,-1 0,1-1,-1 1,1 0,0 0,-1 0,1 0,0 0,0 0,0 0,0 0,0 0,0 1,0-1,0 0,0 1,0-1,0 0,1 1,-1-1,0 1,0 0,0-1,1 1,-1 0,0 0,1 0,-1 0,0 0,1 0,18 2,0 2,-1 0,1 1,-1 0,0 2,7 4,4 0,-22-8,89 41,-94-42,0 0,-1 0,1 0,-1 0,1 0,-1 0,0 1,1-1,-1 1,-1 0,1 0,0-1,-1 1,1 0,-1 0,0 0,0 1,0-1,0 0,-1 0,1 0,-1 1,0-1,0 0,0 1,0-1,-1 0,0 0,0 3,-30 51,-3 13,35-67,-1 0,1-1,0 1,0 0,0-1,1 1,-1-1,1 0,-1 1,1-1,0 0,-1 0,1 0,0 0,1 0,-1 0,0-1,0 1,1-1,-1 1,1-1,-1 0,1 0,0 0,0 0,-1-1,1 1,0-1,0 0,-1 1,1-1,0-1,0 1,0 0,2-1,159-3,-107-3</inkml:trace>
  <inkml:trace contextRef="#ctx0" brushRef="#br0" timeOffset="158715.56">8648 16082,'-18'-9,"0"2,-1 0,0 1,0 1,-1 1,1 0,-1 2,0 0,1 1,-1 1,0 1,0 1,0 1,-17 4,32-6,1 0,-1 0,1 0,-1 1,1-1,0 1,-1 0,1 0,0 1,1-1,-1 1,0 0,1 0,-1 0,1 0,0 1,0-1,0 1,-1 3,4-5,1 0,-1 0,1 1,0-1,-1 0,1 0,0 0,0 0,0 1,1-2,-1 1,0 0,1 0,0 0,-1-1,1 1,0 0,0-1,-1 0,1 1,0-1,0 0,1 0,-1 0,0 0,0-1,0 1,1-1,-1 1,0-1,1 0,-1 0,29 7,-1-2,1-1,0-2,0-1,0-2,0 0,0-2,10-3,-40 5,0 0,0 1,0 0,0-1,0 1,0-1,0 1,0 0,0 0,0 0,0 0,0 0,0 0,0 0,0 0,1 0,-1 0,0 0,0 1,0-1,0 0,0 1,0-1,0 1,0-1,-1 1,1 0,0-1,0 1,0 0,-1 0,1-1,0 1,0 0,-1 0,1 0,-1 0,1 0,-1 0,1 0,-1 0,0 0,0 0,1 0,-1 0,0 0,0 0,0 0,0 0,0 0,0 0,-24 172,21-141,1-5,0 0,-2-1,-1 1,-1-1,-1 0,-1 0,-2-1,-11 23,18-44,0 0,0 0,0-1,0 1,0-1,-1 0,0 0,0 0,1 0,-2 0,1-1,0 0,0 0,2-1,1-1,0 0,-1 1,1-1,-1 0,1 1,-1-1,1 0,-1 0,1 0,0-1,-1 1,1 0,-1 0,1-1,-1 1,1-1,0 1,-1-1,1 0,0 1,0-1,0 0,-1 0,1 0,0 0,0 0,0 0,0 0,0 0,1-1,-1 1,0 0,1 0,-1-1,0 1,1 0,-1-1,1 1,0-1,0 1,-1 0,1-1,-1-12,1 1,1-1,0 1,0-1,1 1,1 0,0-1,1 1,1 1,0-1,0 1,1 0,1 0,0 0,0 1,1 0,1 1,5-6,25-29,1 1,3 1,1 3,5-1,31-28,-71 61,1 1,-2-2,1 1,-1-1,-1-1,0 1,0-1,-1-1,0 1,-1-1,2-4,-7 14,1 0,-1 0,1 0,-1 1,1-1,-1 0,0 0,1 0,-1-1,0 1,0 0,0 0,0 0,0 0,0 0,0 0,0 0,-1 0,1 0,0 0,-1 0,1 0,0 0,-1 0,1 0,-1 1,0-1,1 0,-1 0,0 0,1 1,-1-1,0 0,0 0,0 1,0-1,1 1,-1-1,0 1,0-1,0 1,0 0,0 0,0-1,0 1,0 0,0 0,0 0,0 0,-1 0,1 0,0 0,0 0,0 0,0 1,0-1,0 0,0 1,0-1,1 1,-2-1,-3 5,-1 0,1 0,0 1,0-1,1 1,0 0,0 0,0 1,1-1,-1 1,2-1,-1 1,1 0,0 0,0 1,1-1,0 0,0 0,1 1,0-1,0 1,1-1,0 0,0 0,2 6,-2-4,2 0,-1 0,1 0,0 0,1 0,0-1,0 0,1 0,0 0,0 0,1-1,0 0,1 0,-1-1,1 0,0 0,1 0,0-1,-1 0,2 0,-1-1,0 0,5 1,-9-4,-1 0,1 0,-1-1,1 1,0-1,-1 0,1 0,0 0,-1 0,1-1,0 0,-1 1,1-1,-1-1,1 1,-1 0,1-1,-1 0,0 0,0 0,0 0,0 0,0 0,0-1,-1 0,1 1,-1-1,0 0,0 0,0 0,0 0,0-1,-1 1,1-1,5-12,-1-1,0 0,-2 0,0 0,0 0,-1-10,23-99,-25 125,0 0,-1 0,1-1,0 1,0 0,0 0,0 0,0 0,0 0,0 0,0 0,1 0,-1 0,0 1,0-1,1 1,-1-1,1 1,-1-1,0 1,1-1,-1 1,1 0,-1 0,1 0,-1 0,1 0,-1 0,1 0,-1 1,0-1,1 0,-1 1,1-1,-1 1,0 0,1-1,-1 1,1 0,50 35,-50-34,6 3,-1 1,0 0,0 1,0-1,-1 1,0 1,0-1,-1 1,0 0,0 0,-1 1,0-1,-1 1,0 0,0 0,-1 0,0 0,0 3,0 39,-3-43,1-1,-1 0,1 0,1 1,-1-1,1 0,0 0,1 0,0 0,0 0,1 0,-1 0,1 0,1-1,-1 0,1 1,0-1,1-1,0 1,0-1,0 1,2-2,-1 0,1 0,-1 0,1-1,0 0,0-1,0 0,1 0,-1 0,0-1,1 0,-1 0,1-1,-1 0,1 0,-1-1,1 0,-1 0,1-1,4-2,0 1,-1-1,1-1,-1 0,0 0,-1-1,1 0,-1-1,0-1,-1 1,0-1,0-1,3-3,-8 7,1 0,-1 0,0 0,0 0,0-1,-1 1,0-1,0 0,0 0,-1 0,0 0,0-1,-1 1,1 0,-2-1,1 1,0-1,-1 0,-1 1,1-1,-1 1,0-1,0 1,-1 0,0-2,0 5,0 1,-1 1,1-1,0 0,-1 0,1 1,-1-1,1 1,-1 0,0 0,0 0,0 0,1 1,-1-1,0 1,0-1,0 1,0 0,0 0,0 0,0 1,0-1,1 1,-1-1,0 1,0 0,0 0,1 1,-1-1,1 0,-1 1,1-1,-1 1,1 0,0 0,0 0,0 0,0 0,0 1,0-1,1 0,-1 1,1 0,0-1,-1 1,1 0,0-1,1 1,-1 0,0 0,1 0,0 0,-1 0,1 0,1 0,-1-1,0 1,1 0,-1 1,2 3,1-1,-1 0,1 1,0-1,0 0,1-1,0 1,0-1,0 0,0 1,1-2,0 1,0-1,1 1,-1-2,1 1,5 2,109 42,-96-42,1 0,0-2,0-1,1-1,-1-1,0-1,1-1,-1-2,0 0,0-2,19-5,-38 8,-1 1,1-1,-1 0,1 0,-1-1,0 1,0-1,0 0,0 0,-1-1,1 0,-1 0,0 0,0 0,-1 0,1-1,-1 0,0 1,0-1,0-1,-1 1,1 0,-1-1,-1 1,1-1,-1 1,0-1,0 0,-1 1,1-1,-1 0,-1 0,1 1,-1-1,0 0,0 1,-2-6,1 8,0-1,0 0,-1 1,1-1,-1 1,0 0,0 0,0 0,0 0,0 0,-1 1,1-1,-1 1,1 0,-1 0,0 1,0-1,0 1,0 0,0 0,-1 0,1 0,0 1,0-1,-1 1,1 0,0 1,-2-1,-1 1,0 0,1 1,-1 0,1 0,-1 0,1 0,0 1,0 0,0 1,0-1,1 1,-1 0,1 0,0 1,0 0,1 0,-3 3,4-5,1 0,-1 0,1 0,0 0,0 0,0 0,1 1,-1-1,1 1,0-1,0 1,0-1,0 1,0 0,1-1,0 1,0 0,0-1,0 1,0 0,1-1,0 1,0 0,0-1,0 1,0-1,1 1,-1-1,1 0,0 0,0 1,0-1,1-1,-1 1,1 0,-1-1,1 1,0-1,1 1,6 2,0-1,1 1,0-2,0 0,0 0,0-1,0 0,0-1,1 0,-1-1,0-1,1 1,-1-2,0 1,0-2,0 0,0 0,0 0,-1-2,1 1,-1-1,0-1,-1 0,5-3,-11 7,0 0,-1 0,1-1,-1 1,0-1,1 1,-1-1,0 0,-1 1,1-1,0 0,-1 0,0 0,0 0,0-1,0 1,0 0,0-1,-1 4,-1-1,1 1,0 0,0-1,0 1,-1 0,1 0,0-1,0 1,-1 0,1 0,0-1,-1 1,1 0,0 0,0 0,-1-1,1 1,-1 0,1 0,0 0,-1 0,1 0,0 0,-1 0,1 0,0 0,-1 0,1 0,-1 0,1 0,0 0,-1 0,1 0,0 0,-1 0,1 1,0-1,-1 0,1 0,0 0,-1 1,1-1,0 0,-1 0,1 1,0-1,0 0,0 0,-1 1,1-1,0 0,0 1,0-1,0 0,-1 1,1-1,0 1,0-1,0 0,0 1,0-1,0 0,0 1,0-1,0 1,0-1,-1 3,-1 1,1-1,0 0,0 1,1-1,-1 1,0-1,1 1,0-1,0 1,0 0,1-1,-1 1,1-1,-1 1,1-1,0 0,1 1,-1-1,1 0,-1 0,1 0,0 0,0 0,0 0,0 0,1-1,-1 1,1-1,0 1,0-1,1 1,7 4,0 1,0-2,1 1,-1-2,2 1,-1-2,1 0,3 1,48 8,-1-4</inkml:trace>
  <inkml:trace contextRef="#ctx0" brushRef="#br0" timeOffset="159840.214">11831 15781,'-1'-46,"-7"61,-8 61,2-1,4 2,4 0,3-1,4 41,4-102,4-35,-5 12,-3 2,1 1,0-1,0 1,0 0,1 0,0 0,0 1,0-1,0 1,1-1,-1 1,1 0,1 0,-1 1,0-1,1 1,0 0,-1 0,1 1,0-1,1 1,-1 0,0 0,1 1,-1 0,1 0,-1 0,1 0,-1 1,1 0,-1 0,1 1,0-1,-1 1,2 1,-1 1,0 0,-1 1,1-1,-1 1,0 0,0 1,-1-1,1 1,-1 0,0 0,0 1,-1-1,1 1,-1-1,-1 1,1 0,0 2,-2-5,0-1,0 1,0 0,-1 0,1 0,-1 0,1 0,-1 0,0 0,0-1,0 1,-1 0,1 0,-1 0,1 0,-1 0,0 0,0 0,-1-1,1 1,0-1,-1 1,1-1,-1 1,0-1,0 0,0 1,0-1,0-1,-1 1,1 0,-1 0,1-1,-1 1,1-1,-1 0,-3 1,0 1,-1-1,0 0,0-1,0 1,-1-1,1-1,0 1,0-1,0 0,-1-1,1 0,0 0,0-1,-4-1,10 3,0 0,0 0,0 0,0-1,0 1,0 0,0-1,1 1,-1-1,0 1,0-1,0 0,1 1,-1-1,0 0,1 1,-1-1,0 0,1 0,-1 1,1-1,-1 0,1 0,0 0,-1 0,1 0,0 0,0 0,0 0,-1 0,1 0,0 0,0 0,0 0,0 0,1 0,-1 1,0-1,0 0,1 0,-1 0,30-31,-4 18,0 2,1 0,0 2,1 1,0 2,1 0,-1 2,1 1,6 1,-34 2,1 0,0 1,0-1,0 1,1-1,-1 1,0 0,0 0,0 0,0 0,0 0,0 0,0 0,0 1,0-1,0 1,0 0,0-1,0 1,0 0,0 0,0 0,-1 1,1-1,0 0,-1 1,1-1,-1 1,0-1,1 1,-1 0,0-1,0 1,0 0,0 0,0 0,0 0,-1 0,1 1,-18 158,17-158,0-1,1 0,-1 0,0 0,1 0,0 0,-1 0,1 0,0 0,0 0,0 0,0 0,1 0,-1-1,0 1,1 0,-1-1,1 1,0-1,-1 0,1 1,0-1,0 0,0 0,0 0,0 0,0-1,0 1,0-1,0 1,0-1,0 1,1-1,0 0,17 0</inkml:trace>
  <inkml:trace contextRef="#ctx0" brushRef="#br0" timeOffset="160008.763">12226 15850,'21'18,"21"14,17 5,-2-3</inkml:trace>
  <inkml:trace contextRef="#ctx0" brushRef="#br0" timeOffset="160516.609">12786 16150,'-179'-12,"132"20,46-7,0-1,0 1,0-1,0 1,0 0,0 0,0-1,0 1,1 0,-1 0,0 0,1 0,-1 0,0 0,1 0,-1 0,1 0,0 0,-1 0,1 1,0-1,0 0,-1 0,1 0,0 0,0 1,0-1,0 0,1 0,-1 0,0 0,0 0,1 1,-1-1,1 0,-1 0,1 0,0 0,7 13,0-2,1 1,0-1,1 0,1-1,0 0,0-1,1 0,5 3,9 8,0 1,-9-8,0 0,0 2,-2 0,0 0,12 18,-26-32,-1-1,1 0,-1 0,0 0,1 1,-1-1,0 0,0 0,0 1,0-1,0 0,0 0,0 1,0-1,0 0,-1 0,1 1,0-1,-1 0,1 0,-1 0,1 0,-1 1,0-1,0 0,1 0,-1 0,0-1,0 1,0 0,0 0,0 0,0-1,0 1,0 0,0-1,-1 1,1-1,0 1,0-1,0 0,-1 1,1-1,0 0,0 0,-1 0,1 0,0 0,-1 0,1-1,0 1,0 0,0 0,-1-1,1 1,0-1,0 1,0-1,-1 0,-2 0,-1-1,0 1,1-1,0 0,-1-1,1 1,0-1,0 1,0-1,1-1,-1 1,1 0,-1-1,1 0,0 0,1 0,-1 0,1 0,-1 0,1-1,1 1,-1-1,0 1,1-1,0 0,0 1,1-1,-1 0,1 0,0 0,0 0,1 1,0-1,-1 0,2 0,-1 1,0-1,1 0,0 1,0 0,0-1,3-2,12-25,2 0,2 2,0 1,2 0,11-8,12-19,-7 9,-2-1,-2-2,-2-2,-3-1,-2-2,-2 0,2-16,-46 135,3 1,2 0,3 1,3 0,3 0,3 1,2-1,4 1,2-1,7 19,5-14,-6-57,-9-23</inkml:trace>
  <inkml:trace contextRef="#ctx0" brushRef="#br0" timeOffset="160793.867">12773 15918,'23'-5,"29"1,28 6,25 5,12 6,2 2,-8 2,-25-2</inkml:trace>
  <inkml:trace contextRef="#ctx0" brushRef="#br0" timeOffset="161459.928">14343 16286,'16'0,"20"3,17 0,14 0,7 2,0 0,-12-1</inkml:trace>
  <inkml:trace contextRef="#ctx0" brushRef="#br0" timeOffset="161709.983">14330 16409,'21'7,"20"2,23 3,20-2,16-2,-11-3</inkml:trace>
  <inkml:trace contextRef="#ctx0" brushRef="#br0" timeOffset="161996.857">14876 16109,'-2'0,"0"-1,1 0,-1 1,0 0,0-1,0 1,1 0,-1 0,0 0,0 0,1 0,-1 0,0 0,0 1,0-1,1 1,-1-1,0 1,1 0,-1-1,1 1,-1 0,0 0,1 0,0 1,-1-1,1 0,0 0,0 1,-1-1,1 1,0-1,1 1,-1-1,0 1,0-1,1 1,-1 0,0 0,4 2,-1 0,1 0,0 0,0 0,0-1,0 1,0-1,1 1,0-1,-1 0,1-1,0 1,1-1,-1 1,3 0,59 30,1-3,2-2,9-1,10 4,-50-17,-2-2,-1 2,0 1,-1 2,-1 1,8 7,-39-24,0-1,0 1,0 0,-1 0,1 1,0-1,0 0,-1 1,1-1,-1 1,1-1,-1 1,1 0,-1-1,0 1,0 0,0 0,0 0,0 0,-1 0,1 0,0 0,-1 0,0 1,1-1,-1 0,0 0,0 0,0 0,0 0,-1 1,1-1,-1 0,1 0,-1 0,0 0,1 0,-1 0,0 0,0 0,-1 0,1-1,0 1,-1 0,1-1,-1 1,1-1,-1 1,0-1,1 0,-1 0,0 0,0 0,0 0,0 0,0 0,-1 0,-24 11,-1-1,0 0,-1-3,0 0,0-2,-18 2,36-6,-199 34,193-28,32-2,15-2</inkml:trace>
  <inkml:trace contextRef="#ctx0" brushRef="#br0" timeOffset="162397.764">16173 16273,'-13'-6,"0"2,-1-1,0 2,0 0,0 0,0 1,0 1,0 0,0 2,-1-1,1 1,0 1,0 1,0 0,0 1,1 0,-1 1,1 0,0 1,1 1,-1 0,1 1,1 0,-1 1,1 0,1 1,0 0,-2 3,9-9,0-1,0 1,1 0,0-1,-1 1,1 0,1 1,-1-1,1 0,0 0,-1 1,2-1,-1 0,1 1,-1-1,1 1,0-1,1 1,-1-1,1 1,0-1,0 0,0 1,1-1,-1 0,1 0,0 0,0 0,1 0,-1 0,1-1,0 1,3 2,3 1,2 0,-1-1,1 0,0 0,0-2,0 1,1-1,-1-1,1 0,0 0,0-1,0-1,0 0,1-1,-1 0,0-1,0 0,0-1,0-1,4-1,-6 1,0 0,0-1,0-1,-1 0,0 0,0 0,0-1,-1-1,0 0,0 0,-1 0,0-1,0 0,0 0,-1-1,-1 0,1 0,-2 0,1-1,-1 1,1-5,1-4,-1 1,-1-1,-1 0,0 0,-2 0,0 0,0 0,-2 0,0-1,-1 1,-1 0,-1-1,-33-56,36 73,0 1,-1-1,1 1,-1-1,1 1,-1-1,1 1,-1 0,0 0,0 0,0 0,1 0,-1 0,0 0,0 1,0-1,0 1,0 0,0-1,-1 1,1 0,0 0,0 0,0 0,0 1,0-1,0 0,0 1,0 0,0-1,0 1,0 0,0 0,1 0,-1 0,0 0,0 1,0 0,-5 6,-1 1,2 1,-1-1,1 1,1 0,0 0,0 1,1 0,0 0,1 0,0 0,1 0,0 1,1-1,0 4,-2 16,1 0,1 0,1 1,2-1,1 0,2 0,1 0,1-1,2 0,1 0,1-1,1-1,2 1,6 6,-17-29,-1-3,0 1,0 0,0-1,0 1,0-1,1 0,0 0,0 0,0 0,0 0,0-1,0 1,1-1,-1 0,1 0,1 1,8-3</inkml:trace>
  <inkml:trace contextRef="#ctx0" brushRef="#br0" timeOffset="162643.541">16487 16505,'21'-2,"18"-1,15 0,9 1,6 0,0 1,-6 3,-15 0</inkml:trace>
  <inkml:trace contextRef="#ctx0" brushRef="#br0" timeOffset="162917.419">16651 16601,'19'9,"17"6,17 0,11-3,6-3,0-3,-11-3</inkml:trace>
  <inkml:trace contextRef="#ctx0" brushRef="#br0" timeOffset="163089.227">17252 16669,'53'16,"86"5,-132-21,0 0,0-1,0 1,0-1,-1-1,1 1,0-1,0 0,-1-1,0 1,1-1,-1-1,0 1,0-1,-1 0,1 0,-1-1,0 0,0 0,-2 1,0 0,0 0,-1 0,0 0,1-1,-2 1,1 0,0-1,-1 0,0 1,0-1,0 0,-1 0,0 0,0 1,0-1,0 0,-1 0,0 0,0 1,0-1,0 0,-1 1,0-1,0 1,0 0,0-1,-1 1,-1-1,0-1,0 1,0-1,0 1,-1 0,0 0,0 1,0 0,0 0,-1 0,0 0,0 1,0 0,0 0,0 1,-1-1,1 2,-1-1,1 1,-1-1,-5 1,0 3,1 1,0 0,1 0,-1 1,0 0,1 1,0 0,0 1,1 0,0 0,0 1,0 0,0 1,1 0,1 0,-1 1,2 0,-6 8,-26 31</inkml:trace>
  <inkml:trace contextRef="#ctx0" brushRef="#br0" timeOffset="177321.763">4784 1087,'-19'-13,"0"0,0-2,1 0,1-1,-3-5,39 38,0-1,2 0,0-2,1 0,20 9,-29-16,236 136,-211-108,-38-34,0-1,0 1,-1 0,1 0,0 0,0 0,0-1,0 1,-1 0,1 0,0 0,-1-1,1 1,-1 0,1 0,-1-1,1 1,-1-1,1 1,-1 0,0-1,1 1,-1-1,0 1,0-1,1 0,-1 1,0-1,0 0,0 1,1-1,-1 0,0 0,0 0,0 0,0 0,0 0,-183 34,163-31,0 1,0 1,0 1,0 0,1 2,0 0,0 1,1 1,1 1,-1 1,2 1,0 0,-12 12,11-1</inkml:trace>
  <inkml:trace contextRef="#ctx0" brushRef="#br1" timeOffset="192900.54">13114 431,'-8'7,"0"0,1 0,0 1,1-1,-1 2,2-1,-1 0,1 1,0 0,1 1,0-1,1 1,0-1,0 1,1 0,0 0,1 0,0 1,0-1,1 0,1 0,0 0,0 0,1 0,0 0,0 0,2 0,-1 0,1-1,0 0,1 0,0 0,1 0,-1-1,2 0,-1 0,1 0,0-1,1 0,0-1,0 1,4 1,-9-6,-1-1,1 1,0-1,0 1,0-1,1 0,-1 0,0-1,0 1,0 0,1-1,-1 0,0 0,1 0,-1 0,0-1,0 1,1-1,-1 0,0 0,0 0,0 0,0 0,0-1,0 1,0-1,-1 0,1 0,-1 0,1 0,-1-1,0 1,1-1,-1 1,0-1,12-17,-1 0,-1-1,0-1,-2 1,0-2,-2 1,0-1,-2-1,0 1,1-21,-2 21,-2-1,0 0,-1-1,-2 1,0 0,-2 0,0-1,-2 1,-2-6,6 26,-1 0,0 0,0 1,0-1,-1 0,1 0,-1 0,0 1,0-1,0 1,0 0,-1-1,1 1,-1 0,0 0,0 1,0-1,0 1,0-1,-1 1,1 0,-1 0,1 0,-1 1,0-1,0 1,0 0,0 0,0 1,0-1,0 1,0-1,0 1,0 1,0-1,0 1,0-1,0 1,0 0,-8 6,1 1,0 1,0-1,0 2,1-1,1 2,0-1,0 1,1 0,0 1,1 0,1 0,0 1,0-1,1 1,-1 8,1-10,0 1,1 0,1 0,0 0,1 1,0-1,0 1,2-1,0 1,0 0,1-1,0 1,1-1,1 1,0-1,1 0,0 0,4 7,17 21</inkml:trace>
  <inkml:trace contextRef="#ctx0" brushRef="#br1" timeOffset="193317.457">13565 214,'-6'8,"0"0,0 1,1 0,0 0,1 0,0 0,1 1,0 0,0 0,1 0,0 0,0 6,-4 29,2 1,2 0,2-1,2 1,7 35,7-9,-16-71,0 0,1 0,-1 0,1 0,-1 0,1-1,-1 1,1 0,0 0,0-1,-1 1,1 0,0-1,0 1,0 0,-1-1,1 1,0-1,0 0,0 1,0-1,0 0,0 0,0 1,0-1,0 0,0 0,0 0,0 0,0 0,0 0,0 0,0-1,0 1,0 0,0-1,0 1,0 0,0-1,0 1,0-1,-1 1,1-1,0 0,0 0,35-34,-34 34,28-39,-22 29,0 0,1 0,0 0,0 1,1 1,1 0,-1 0,2 1,1-1,-12 8,0 0,0 1,1-1,-1 1,0-1,0 1,0 0,1-1,-1 1,0 0,0 0,1 0,-1 0,0 0,0 0,0 0,1 0,-1 1,0-1,0 0,0 1,1-1,-1 1,0-1,0 1,0 0,0-1,0 1,0 0,0 0,0 0,0 0,-1 0,1 0,0 0,-1 0,1 0,0 0,-1 0,1 0,-1 0,0 1,1-1,-1 1,9 56,-9-50,-1 0,1 0,-1 0,-1 0,1 0,-1-1,-1 1,0-1,0 1,0-1,-1 0,0 0,0 0,-1-1,1 1,-2-1,1 0,-1 0,1-1,-2 0,1 0,0 0,-1-1,0 0,0 0,0-1,-6 2,4-1,1-1,-1 0,-1 0,1-1,0-1,0 1,-1-1,1-1,-6 0,14 0,1 0,-1 0,1 1,-1-1,0 0,1 0,-1 0,1 0,-1-1,0 1,1 0,-1 0,1 0,-1 0,1-1,-1 1,1 0,-1 0,1-1,-1 1,1-1,-1 1,1 0,-1-1,1 1,-1-1,1 1,0-1,-1 1,1-1,0 1,0-1,-1 1,1-1,0 1,0-1,0 0,0 1,0-1,0 1,0-1,0 0,0 1,0-1,0 1,5-13</inkml:trace>
  <inkml:trace contextRef="#ctx0" brushRef="#br1" timeOffset="193640.593">14207 459,'-18'-3,"8"1,0 0,0 0,0 1,0 0,0 1,0 0,0 1,0 0,0 0,-7 3,14-2,0 1,0 0,1 0,-1 0,1 0,-1 0,1 1,0-1,0 1,1-1,-1 1,1 0,0 0,0 0,0-1,0 1,1 0,-1 0,1 0,0 0,0 0,1 0,-1 0,1 0,0 0,0 0,0 0,1 0,-1-1,1 1,0-1,0 1,1 1,5 8,1-1,1 1,0-2,0 1,1-1,0-1,1 0,1-1,-1 0,1-1,1 0,9 4,32 21,-53-33,0 1,0-1,-1 1,1 0,0 0,-1 0,1 0,-1 0,1 0,-1 1,0-1,1 0,-1 1,0-1,0 1,0-1,0 1,0 0,0-1,-1 1,1 0,0 0,-1 0,0-1,1 1,-1 0,0 0,0 0,0 0,0 0,0-1,0 1,-1 0,1 0,0 0,-1 0,-6 4,1 0,-2 0,1-1,0 0,-1 0,0-1,0 0,-1 0,1-1,-1 0,0 0,0-1,0 0,-4 0,1 1,-43 10</inkml:trace>
  <inkml:trace contextRef="#ctx0" brushRef="#br1" timeOffset="193927.36">12813 1074,'19'13,"24"6,27-2,26-2,22-5,22-4,15 0,8-2,1 2,-8-1,-13-1,-23 1,-21-1,-24 0,-21-1,-21-2</inkml:trace>
  <inkml:trace contextRef="#ctx0" brushRef="#br1" timeOffset="194329.285">14876 569,'0'0,"0"0,0 0,0 1,0-1,0 0,0 0,0 1,0-1,0 0,-1 0,1 1,0-1,0 0,0 0,0 0,0 1,0-1,-1 0,1 0,0 0,0 0,0 1,0-1,-1 0,1 0,0 0,0 0,-1 0,1 0,0 1,0-1,0 0,-1 0,1 0,0 0,0 0,-1 0,1 0,0 0,0 0,-1 0,1 0,0 0,0 0,-1 0,1-1,0 1,0 0,0 0,-1 0,1 0,0 0,0 0,0-1,-1 1,1 0,0 0,0 0,0 0,0 1,0 1,1 0,-1-1,1 1,-1 0,1-1,0 1,-1-1,1 1,0-1,0 1,0-1,1 1,-1-1,0 0,0 0,1 1,-1-1,0 0,1 0,-1-1,1 1,0 0,-1 0,1-1,0 1,-1-1,1 1,0-1,-1 0,1 0,0 0,0 0,-1 0,1 0,0 0,0 0,0-1,-1 1,0 1,0-1,0 0,0 0,0 0,0 0,1 0,-1 0,0-1,0 1,0 0,0-1,0 1,0 0,0-1,0 1,0-1,0 0,0 1,0-1,0 0,-1 1,1-1,0 0,0 0,-1 0,1 0,0 0,-1 0,1 0,-1 0,1 0,-1 0,0 0,1 0,-1 0,0 0,0 0,0 0,0 0,0-1,0 1,0 0,0 0,0 0,0 0,-1 0,1 0,0 0,-1 0,1 0,-1 0,1 0,-1 0,0 0,1 0,-1 0,0 0,0 0,-3-3,0 0,0 0,-1 0,1 1,-1 0,0-1,0 2,0-1,0 1,0-1,-1 1,1 1,-1-1,1 1,-1 0,0 0,0 1,1 0,-1 0,0 0,0 0,1 1,-1 0,-3 1,-22 29,23-12</inkml:trace>
  <inkml:trace contextRef="#ctx0" brushRef="#br1" timeOffset="194586.384">14972 1005,'3'-3,"1"0,-1 0,0 0,0-1,0 0,-1 1,1-1,-1 0,0 0,0-1,0 1,-1 0,1-1,-1 1,0-1,0 1,-1-1,1 1,-1-1,0 1,0-1,-1-4,1 7,-1 1,1-1,0 1,0-1,-1 1,1-1,0 1,-1-1,0 1,1 0,-1-1,0 1,0 0,0-1,0 1,0 0,0 0,0 0,0 0,0 0,0 0,-1 0,1 0,0 1,-1-1,1 0,0 1,-1-1,1 1,-1-1,1 1,-1 0,1 0,-1 0,0 0,1 0,-1 0,1 0,-1 0,-54 26,54-25,1 0,-1 0,0 0,1 1,-1-1,1 1,0-1,-1 1,1 0,0 0,0-1,0 1,0 0,0 0,1 0,-1 0,0 0,1 0,-1 0,1 0,0 0,0 0,0 1,0-1,0 0,0 0,1 0,-1 0,1 0,-1 0,1 0,0 0,0 0,0 0,0 0,0-1,0 1,0 0,1-1,-1 1,0-1,1 1,0-1,-1 0,1 1,0-1,0 0,0 0,33 16,4-5</inkml:trace>
  <inkml:trace contextRef="#ctx0" brushRef="#br1" timeOffset="195446.066">16446 760,'18'2,"24"1,19 0,17-1,10 0,3-1,-3-1,-9 1,-16-1,-19 2,-17 3,-17 1,-11 0</inkml:trace>
  <inkml:trace contextRef="#ctx0" brushRef="#br1" timeOffset="197353.823">18317 582,'-8'0,"0"-1,0 2,0-1,0 1,-1 0,1 1,0 0,1 0,-1 1,0 0,1 0,-1 0,1 1,0 1,0-1,1 1,-1 0,1 1,0-1,1 1,-1 0,1 1,0-1,1 1,-1 0,1 0,1 1,-1-1,1 1,1-1,-1 1,2 0,-1 0,0 8,3-12,0 0,1 0,-1 0,1 0,0 0,0 0,1-1,-1 1,1-1,-1 1,1-1,0 0,0 0,1-1,-1 1,1 0,-1-1,1 0,0 0,0 0,0-1,0 1,0-1,0 0,0 0,0 0,1 0,-1-1,0 0,0 0,1 0,-1 0,0-1,0 0,1 1,-1-2,0 1,0 0,0-1,0 0,0 0,6-2,0 0,-1-1,1-1,-1 1,-1-1,1-1,-1 0,0 0,0 0,-1-1,0 0,0-1,-1 1,0-1,-1-1,0 1,0-1,1-5,5-14,-2-1,0 0,-2-1,-2 1,2-26,-2 10,-2 1,-2-1,-4-25,-4 56,-1 41,-3 58,4 1,4 65,2-140,0 0,1 0,0 0,1 0,0-1,1 1,0 0,0-1,1 1,0-1,1 0,0 0,0 0,1 0,0-1,1 0,0 0,0 0,1-1,3 3,28 9,1-8</inkml:trace>
  <inkml:trace contextRef="#ctx0" brushRef="#br1" timeOffset="197730.818">18877 637,'-14'-9,"0"0,0 1,-1 1,0 1,0 0,-1 1,0 0,-14-2,24 6,1 0,-1 1,1 0,-1-1,0 2,1-1,-1 1,0-1,1 2,-1-1,1 0,0 1,-1 0,1 1,0-1,0 1,0 0,1 0,-1 0,1 1,-1 0,1-1,0 2,1-1,-1 0,-2 5,3-5,0 1,0-1,0 0,0 1,1 0,0-1,0 1,1 0,-1 0,1 0,0 0,0 0,1 0,-1 1,1-1,0 0,1 0,-1 0,1 0,0 0,0 0,1 0,-1 0,1 0,0 0,1-1,-1 1,1-1,0 1,0-1,0 0,1 0,-1-1,4 4,0-4,1 0,-1 0,1-1,0 0,0 0,0-1,0 0,0 0,0-1,0 0,0-1,0 1,0-2,0 1,0-1,0 0,-1-1,1 1,-1-2,7-2,-8 3,0 0,0 0,-1-1,1 1,-1-1,0 0,0-1,-1 1,1-1,-1 0,0 0,0 0,0-1,-1 1,0-1,0 0,0 0,-1 0,0 0,0 0,-1-1,1 1,-1-1,-1 1,1-7,-1 11,0 0,1 0,-1 0,0 0,0 0,-1 1,1-1,0 0,-1 0,1 0,-1 0,0 0,1 0,-1 1,0-1,0 0,0 1,0-1,0 0,-1 1,1-1,0 1,-1 0,1 0,-1-1,0 1,1 0,-1 0,0 0,0 1,1-1,-1 0,0 1,0-1,0 1,0-1,0 1,0 0,0 0,0 0,0 0,0 0,1 0,-2 1,-1 2,1-1,0 1,1 0,-1 1,0-1,1 0,0 1,0-1,0 1,0 0,1-1,-1 1,1 0,0 0,0 0,0 0,1 0,-1 0,1 0,0 0,0 1,1-1,-1 0,1 0,0 0,0 0,0 0,1 0,-1-1,1 1,0 0,0-1,0 1,2 1,8 5,0 0,0-1,1-1,1 0,-1-1,1 0,0-1,1-1,-1 0,1-1,0 0,0-2,1 0,-1 0,10-1,48 6</inkml:trace>
  <inkml:trace contextRef="#ctx0" brushRef="#br1" timeOffset="198003.09">19587 554,'-14'-2,"-11"1,-7 4,-4 5,-1 4,3 7,8 5,8 3,10 1,15 1,16 0,18-2,18-6,13-7,8-5,3-7,-14-4</inkml:trace>
  <inkml:trace contextRef="#ctx0" brushRef="#br1" timeOffset="198283.342">19983 732,'-1'-2,"-1"1,1 0,-1-1,0 1,0 0,1 0,-1 0,0 0,0 0,0 0,0 1,0-1,-1 1,1-1,0 1,0 0,0 0,0 0,0 0,-1 0,1 1,0-1,0 0,-1 1,3 0,-1 0,1 0,0 0,-1 0,1 0,0 1,0-1,0 0,0 0,0 0,0 0,0 0,0 0,0 0,1 0,-1 0,0 0,1 0,-1 0,1 0,-1 0,1 0,-1 0,1 0,0-1,-1 1,1 0,0 0,0-1,0 1,0 0,-1-1,1 1,0-1,0 1,0-1,0 1,0-1,1 0,11 6,1 0,-1-2,1 1,1-2,-1 0,0-1,1 0,0-1,-1 0,1-2,-1 0,1 0,4-2,-10 2,-1-1,1-1,0 1,-1-1,1 0,-1-1,0 0,0 0,-1-1,5-3,-10 6,1 0,-1 0,0 1,0-1,0-1,-1 1,1 0,0 0,-1-1,0 1,1-1,-1 1,0-1,0 1,0-1,-1 0,1 1,-1-1,1 0,-1 0,0 0,0 1,0-1,0 0,-1 0,1 0,-1 1,0-1,0 0,0 1,0-1,0 1,0-1,-1 1,0-1,-4-5,-1 1,0 0,-1 1,1 0,-1 0,-1 0,1 1,-1 1,0-1,0 1,0 1,-1 0,1 0,-1 1,1 0,-1 0,0 1,0 0,0 1,-2 1,6-2,0 0,0 1,0 0,0 0,0 1,0-1,0 1,1 0,-1 1,0 0,1 0,-1 0,1 0,-1 1,1 0,0 0,0 0,1 1,-1 0,1 0,-1 0,1 0,0 1,1-1,-1 1,1 0,0 0,0 0,-2 6,5-6,0-1,0 1,1-1,-1 1,1-1,0 0,0 1,0-1,1 0,0 0,0 1,0-1,0 0,0-1,1 1,-1 0,1-1,0 0,1 1,-1-1,0 0,1-1,0 1,-1-1,1 1,0-1,0 0,0 0,1-1,3 2,31 12</inkml:trace>
  <inkml:trace contextRef="#ctx0" brushRef="#br1" timeOffset="198541.652">20365 323,'-13'-7,"-15"-2,-11 0,-7 4,-2 8,5 7,8 10,9 8,11 4,16 3,15 3,4-5</inkml:trace>
  <inkml:trace contextRef="#ctx0" brushRef="#br1" timeOffset="198728.152">20324 746,'16'16,"11"8,6 0,9-5,2-5,2-7,-7-5</inkml:trace>
  <inkml:trace contextRef="#ctx0" brushRef="#br1" timeOffset="199078.216">21554 527,'5'35,"3"0,0-1,3 0,0-1,2 0,2-1,1 0,2-1,-17-27,0-1,0-1,1 1,-1 0,1 0,0 0,0-1,0 1,0-1,0 1,0-1,1 0,-1 0,1 0,0 0,-1-1,1 1,0-1,0 1,0-1,0 0,0 0,0 0,1-1,-1 1,0-1,0 0,0 1,1-2,-1 1,0 0,0-1,0 1,1-1,-1 0,0 0,0 0,0 0,1-1,5-10,0 0,-1 0,-1 0,0-1,0 0,-2-1,1 1,-2-1,0 0,0 0,-2-1,1-6,-1 13,31-148,-23 139,-1 9</inkml:trace>
  <inkml:trace contextRef="#ctx0" brushRef="#br1" timeOffset="199672.628">21990 883,'9'-1,"0"0,0 0,-1-1,1 0,-1 0,1-1,-1 0,0 0,0-1,0 0,-1-1,1 1,-1-2,0 1,0-1,-1 0,0 0,0-1,0 1,-1-1,0-1,3-5,1-3,0 1,-2-2,0 1,-1-1,0 0,-2 0,0 0,-1-1,0 0,-1-14,-1 25,-1-1,1 1,-1 0,-1-1,0 1,0 0,0-1,-1 1,0 0,0 0,-1 0,0 0,0 1,-1-1,0 1,0 0,0-1,4 8,0-1,0 0,0 1,0-1,0 1,0-1,0 1,0-1,0 0,0 1,0-1,0 1,0-1,0 1,0-1,0 0,0 1,0-1,-1 1,1-1,0 0,0 1,-1-1,1 0,0 1,0-1,-1 0,1 0,0 1,-1-1,1 0,-1 0,1 1,0-1,-1 0,1 0,0 0,-1 0,1 1,-1-1,1 0,-1 0,1 0,0 0,-1 0,1 0,-1 0,1 0,-1 0,1-1,0 1,-1 0,1 0,-1 0,1 0,0-1,-1 1,1 0,7 7,0 0,1-1,0 1,0-2,0 1,1-1,0 0,0-1,0 0,0-1,1 0,-1 0,3 0,1 1,49 15,72 29,-131-46,1-1,-1 1,0 0,0 0,0 0,-1 0,1 1,0-1,-1 1,0 0,1-1,-1 1,0 0,-1 0,1 0,0 1,-1-1,0 0,0 1,0-1,0 1,0-1,-1 1,1-1,-1 1,0-1,0 1,0-1,-1 1,1-1,-1 1,0-1,0 1,0-1,-2 3,-6 18,-9 49,18-70,0-1,0 0,0 0,1 1,-1-1,1 0,-1 0,1 0,0 0,0 0,0 0,0 0,0 0,1 0,-1 0,1-1,-1 1,1 0,-1-1,1 0,0 1,0-1,0 0,0 0,0 0,0 0,0 0,0 0,0 0,0-1,2 1,9 2,0-1,0 0,1-1,-1-1,0 0,0 0,0-1,0-1,1 0,-2-1,1-1,0 0,-1 0,0-1,0-1,0 0,0-1,0-1,-4 4,-1-1,0-1,0 1,0-1,-1 0,0-1,0 1,0-1,-1 0,0-1,-1 1,1-1,-1 0,-1 0,0 0,0-1,0 1,-1-1,-1 0,1 1,-1-1,-1 0,1 0,-2 0,1 0,-1 0,-1-1,2 6,-1 1,1-1,-1 1,0 0,0-1,0 1,0 0,0 0,-1 0,1 0,-1 0,0 0,0 0,0 1,-1-1,1 1,0-1,-1 1,0 0,1 0,-1 0,0 0,0 1,0-1,0 1,0 0,-1 0,1 0,0 0,-1 0,1 1,0-1,-1 1,1 0,0 0,-1 0,1 1,-1-1,1 1,0 0,-1 0,1 0,0 0,0 0,0 1,0-1,0 1,0 0,-1 1,-1 2,0 0,1 0,0 1,0-1,0 1,1 0,0 0,0 0,0 0,1 1,0-1,0 1,0-1,1 1,0 0,1 0,-1 0,1-1,0 1,1 0,0 0,0-1,0 1,1 0,0-1,0 1,1-1,0 0,0 0,0 0,1 0,0-1,0 1,0-1,1 0,0 0,1 1,8 5,0-1,0 0,1-1,0-1,0 0,1-1,0-1,0-1,1 0,-1-1,1 0,0-1,5-1,31 3</inkml:trace>
  <inkml:trace contextRef="#ctx0" brushRef="#br1" timeOffset="200263.049">23220 541,'-4'6,"0"0,1 1,0-1,1 1,-1-1,1 1,0 0,1 0,0 0,0 0,0 0,1 1,0-1,1 0,-1 0,1 0,1 0,-1 0,1 0,0 0,1-1,0 1,0-1,0 1,1-1,0 0,0 0,2 1,1 2,0 0,1 0,1-1,-1 0,1-1,0 0,1 0,0-1,0 0,1-1,-1 0,1 0,0-1,0-1,0 0,1 0,2-1,-10-2,1 1,0-1,-1 0,1-1,0 1,-1-1,1 0,0 0,-1 0,1-1,-1 0,0 0,1 0,-1 0,0 0,0-1,-1 0,1 0,0 0,-1 0,0-1,0 1,0-1,0 0,0 0,-1 0,0 0,0 0,0-1,0 1,-1-1,1 1,-1-3,3-7,-2 1,0-1,0 0,-1 0,-1 0,0 0,-1 0,-2-10,3 23,0 0,1 0,-1 0,0 0,0 0,0 0,0 0,0 0,0 0,0 0,-1 0,1 0,0 0,0 0,-1 0,1 0,0 1,-1-1,1 0,-1 0,0 0,1 0,-1 1,1-1,-1 0,0 1,0-1,1 0,-1 1,0-1,0 1,0-1,0 1,0 0,0-1,0 1,1 0,-1-1,0 1,0 0,0 0,0 0,0 0,0 0,0 0,0 0,0 1,0-1,0 0,0 0,0 1,0-1,0 0,0 1,0-1,1 1,-1 0,0-1,0 1,1-1,-1 1,-2 5,0 1,0-1,1 1,0-1,0 1,0 0,1 0,0 0,1-1,-1 1,1 0,1 0,-1 0,1 0,0 0,1 0,0-1,0 1,0 0,1-1,0 0,3 6,-2-8,-1 0,0 0,1-1,0 1,0-1,0 0,0 0,0 0,0-1,1 0,0 0,-1 0,1 0,0-1,0 1,0-1,0 0,0-1,0 1,0-1,0 0,0-1,0 1,0-1,0 0,0 0,0 0,-1-1,1 0,0 0,-1 0,1 0,-1-1,0 1,0-1,0 0,0-1,0 1,-1-1,1 0,-1 1,2-4,2-4,-1-1,0 0,0 0,-1 0,-1 0,0-1,0 0,-1 0,-1 0,-1 0,1-8,-10-18,8 39,-1-1,1 0,0 1,-1-1,1 1,-1-1,1 0,-1 1,1-1,-1 1,0-1,1 1,-1 0,1-1,-1 1,0 0,1-1,-1 1,0 0,0 0,1-1,-1 1,0 0,1 0,-1 0,0 0,0 0,1 0,-1 0,0 0,0 0,1 1,-1-1,0 0,1 0,-1 1,0-1,1 0,-1 1,0-1,1 1,-1-1,1 1,-1-1,1 1,-1-1,1 1,-1 0,1-1,-1 1,1-1,-4 6,1-1,-1 1,1 0,0 0,1 0,-1 0,1 1,0-1,1 1,0-1,0 1,0-1,1 1,0 0,0-1,0 1,1-1,0 1,1-1,-1 1,1-1,1 0,-1 1,2 2,1-1,0 0,1 0,0 0,0-1,1 0,0 0,0-1,0 1,1-2,0 1,0-1,0 0,1-1,0 0,-1 0,10 2,1 0,0-2,0 0,0-1,1 0,-1-2,0 0,18-2,9-4</inkml:trace>
  <inkml:trace contextRef="#ctx0" brushRef="#br1" timeOffset="202888.725">25555 1170,'71'-325,"-49"239,-19 73,27-64,-28 76,0 0,0 0,1 0,-1 1,0-1,0 0,0 1,1 0,-1-1,0 1,1 0,-1 0,0 0,0 0,1 1,-1-1,0 1,0-1,1 1,-1 0,0 0,0 0,0 0,0 0,0 0,0 1,-1-1,1 1,0-1,0 1,-1-1,0 1,1 0,-1 0,0 0,3 1,12 10,0 0,-1 0,0 2,-2-1,0 2,0 0,-1 1,-1 0,-1 0,-1 1,0 1,0 2,-9-19,1 1,-1-1,0 1,1-1,-1 1,0 0,-1-1,1 1,0-1,-1 1,1-1,-1 1,0-1,0 1,0-1,0 1,0-1,-1 0,1 0,-1 0,1 0,-1 0,0 0,0 0,0 0,0-1,0 1,0-1,0 0,0 1,-1-1,1 0,-3 1,-1 0,0 0,0 0,0 0,0-1,-1 0,1 0,0 0,-1-1,1 0,-1 0,1-1,0 0,-3 0,9 1,-1 0,1 0,-1 0,1 0,0 0,-1 0,1 0,0 0,-1-1,1 1,-1 0,1 0,0 0,-1 0,1-1,0 1,-1 0,1 0,0-1,0 1,-1 0,1 0,0-1,0 1,-1 0,1-1,0 1,0 0,0-1,0 1,-1 0,1-1,0 1,0-1,0 1,0 0,0-1,0 1,0 0,0-1,0 1,0-1,0 1,0 0,1-1,-1 1,0 0,0-1,0 1,0-1,1 1,-1 0,0 0,0-1,1 1,-1 0,0-1,0 1,1 0,-1 0,0 0,1-1,22-15,111-44,-109 51,0 0,0-2,-1-1,0-1,-1 0,-1-2,0-1,-1-1,18-18,-37 34,-1 0,0 0,1 0,-1 0,0 0,0 0,1 0,-1-1,0 1,0 0,0-1,-1 1,1-1,0 1,0-1,-1 1,1-1,-1 1,0-1,1 0,-1 1,0-1,0 0,0 1,0-1,0 0,0 1,0-1,-1 1,1-1,-1 0,1 1,-1-1,1 1,-1-1,0 1,0-1,0 1,0 0,0-1,0 1,0 0,0 0,-1 0,1 0,0 0,-1 0,1 0,-1 0,1 1,-1-1,1 0,-7-1,1 1,-1 0,1 0,-1 1,0 0,1 0,-1 0,1 1,-1 1,1-1,0 1,-1 0,-5 3,10-4,-1 0,1 1,0-1,0 1,0-1,0 1,0 0,0 1,0-1,1 0,-1 1,1-1,-1 1,1 0,0 0,0 0,0 0,1 0,-1 0,1 1,0-1,-1 0,1 1,1-1,-1 1,1-1,-1 1,1-1,0 1,0 1,4 3,-1 1,2-1,-1 0,1 0,0 0,0 0,1-1,0 0,1-1,0 1,0-1,0 0,0-1,1 1,0-2,0 1,0-1,1 0,0-1,2 1,29 11,0-1,1-3,0-1,1-2,-1-1,1-3,1-1,30-3,76-20,-141 18,1-1,-1 0,0 0,0-1,-1 0,1 0,-1-1,0 1,0-2,0 1,-1-1,0 0,0-1,0 1,-1-1,1-1,-4 4,0 0,-1 0,1 0,-1 1,0-1,0 0,0 0,-1-1,1 1,-1 0,0 0,0 0,-1 0,1 0,-1 0,0 0,0 0,0 0,-1 0,1 0,-1 0,0 1,0-1,0 1,0-1,-1 1,0 0,1 0,-1 0,0 0,0 0,-1 1,1 0,0-1,-1 1,0 0,1 1,-1-1,0 1,0-1,-4 1,-6-4,-1 1,1 0,-1 1,0 1,0 0,0 1,-1 1,1 0,0 1,0 1,0 0,0 1,1 1,-1 0,1 1,0 1,-4 2,16-8,0 0,1 1,-1-1,0 1,0-1,1 1,-1-1,1 1,-1 0,0 0,1 0,0 0,-1 0,1 0,0 1,-1-1,1 0,0 1,0-1,0 0,0 1,0-1,0 1,1 0,-1-1,0 1,1 0,0-1,-1 1,1 0,0 0,0-1,0 1,0 0,0 0,0 0,0-1,0 1,1 0,-1-1,1 1,0 0,-1-1,1 1,0 0,0-1,0 1,0-1,0 0,0 1,0-1,1 0,-1 0,1 1,15 5,1-1,0-1,0 0,1-1,-1-1,1-1,-1-1,1 0,0-1,1-1,6 0,-1 0,0-2,0-1,0 0,0-2,0-1,-1-1,5-3,-29 11,-1 0,1 1,0-1,0 1,0-1,-1 0,1 1,0-1,0 1,0-1,0 1,0-1,0 0,0 1,0-1,0 1,0-1,0 1,0-1,0 1,0-1,0 0,0 1,1-1,-1 1,0-1,0 0,0 1,1-1,-1 1,0-1,1 0,-1 1,0-1,1 0,-1 0,0 1,1-1,-1 0,0 0,1 1,-1-1,1 0,-1 0,1 0,-1 0,0 0,1 0,-1 0,1 0,-1 0,1 0,-1 0,1 0,-1 0,0 0,1 0,-1 0,1 0,-1 0,-1 3,-7 39,2-1,2 1,1 0,2 0,3 1,1-1,1-1,3 1,1-1,10 26,-11-33,-6-29,9 80,-10-83,0 1,0-1,0 1,0-1,-1 1,1-1,-1 0,1 1,-1-1,0 0,0 0,0 1,0-1,0 0,-1 0,1 0,-1 0,1-1,-1 1,0 0,0-1,1 1,-1-1,0 1,-1-1,1 0,0 0,0 0,0 0,-1 0,1-1,-2 1,1 0,0-1,0 0,0 0,-1 0,1-1,0 1,0-1,0 0,0 0,0 0,0 0,0 0,0-1,0 1,1-1,-1 0,0 1,1-1,0-1,-1 1,1 0,0 0,0-1,0 0,0 1,1-1,-1 0,0-1,-2-4,0-1,0 0,1 0,0-1,0 1,1-1,1 1,-1-10,4-11,1 0,2 0,1 0,2 0,0 1,2 0,2 1,0 0,2 1,0 0,8-8,129-206,-148 236,-3 4,0-1,1 1,-1 0,0-1,1 1,-1 0,1 0,0-1,-1 1,1 0,0 0,0 0,0 0,0 0,0 0,0 0,0 0,0 0,0 0,0 0,0 1,0-1,1 0,-1 1,0-1,1 1,-1 0,0-1,1 1,-1 0,0 0,1 0,-1 0,1 0,-1 0,0 0,1 0,-1 1,0-1,1 0,-1 1,0-1,1 1,0 0,27 87,-24-61,2 6,2 1,1-1,2-1,9 18,5-16,-25-34,0 1,0-1,0 1,0-1,0 0,0 1,0-1,0 0,0 0,0 0,0 0,0 0,0 0,0 0,0 0,0 0,0 0,0-1,0 1,0 0,0-1,0 1,-1-1,1 1,0-1,0 1,0-1,0 0,-1 1,1-1,0 0,-1 1,1-1,0 0,-1 0,1 0,-1 0,1 0,-1 0,12-19,-2-1,0 0,-2-1,0 0,2-10,4-12,16-39,-23 82,-7 18,-1-12,1 89,0-91,1 0,-1-1,1 1,0 0,0-1,0 1,0 0,0-1,1 0,-1 1,1-1,-1 0,1 0,0 0,0 0,0 0,0 0,1 0,-1-1,0 1,1-1,-1 0,1 1,-1-1,1 0,-1-1,1 1,0 0,0-1,-1 1,1-1,1 0,3-1,1-1,-1 0,0 0,1-1,-1 0,0 0,-1-1,1 0,0 0,-1 0,0-1,0 0,-1 0,1-1,-1 1,0-1,0 0,-1-1,0 1,0-1,-1 0,1 0,-1-1,0 1,1 0,-2 0,1 0,-1 0,0 0,-1-1,0 1,0-1,0 0,-1-3,-8 3,0 24,6-9,1-1,0 1,0-1,0 1,1-1,0 1,0 0,0-1,1 1,0-1,1 1,-1-1,1 0,1 1,-1-1,1 0,0 0,0-1,1 1,-1-1,1 1,0-1,1 0,0-1,-1 1,1-1,1 0,-1 0,1 0,-1-1,1 0,0 0,0-1,0 1,1-1,-1 0,4 1,-1 0,1 0,-1-1,1 0,0-1,0 0,0 0,0-1,0 0,0-1,-1 0,1-1,0 0,0 0,-1-1,0-1,1 1,-1-1,0-1,-1 0,1 0,-1-1,0 0,0 0,-1-1,0 0,0 0,-1 0,0-1,0 0,0-1,-1 1,-1-1,1 0,0-5,-3 10,-1 0,1-1,-1 0,0 1,-1-1,1 1,-1-1,0 0,0 1,0-1,-1 0,0 1,0-1,0 1,0-1,-1 1,1-1,-1 1,0 0,-1 0,1 0,-1 0,0 0,0 1,0-1,0 1,0-1,-1 1,0 1,1-1,-1 0,0 1,0 0,-1 0,1 0,0 0,-1 1,1-1,-1 1,1 0,-4 0,4 1,0 1,0-1,0 0,0 1,0 0,0 0,0 0,0 1,0-1,0 1,1 0,-1 0,1 0,-1 0,1 1,0-1,0 1,0 0,0 0,1 0,-1 1,1-1,-1 0,1 1,0-1,1 1,-1 0,1 0,-1 0,1 0,1 0,-1 0,0 0,1 0,0 0,0 0,0 0,0 0,1 0,-1 0,1 0,0 0,0 0,1 0,0 1,2 4,0-1,0 0,1 0,0-1,1 0,0 1,0-2,0 1,1-1,0 0,0 0,1-1,-1 0,1 0,0-1,6 3,6 1,0 0,0-1,0-1,1-1,0-1,15 1,-28-4,-1 0,1 0,0 0,0-1,0 0,0-1,0 1,0-1,0-1,-1 0,1 0,0-1,-1 1,0-2,0 1,0-1,0 0,0 0,-1-1,0 0,0 0,0-1,0 1,-1-1,4-5,-4 1,0 1,0-1,-1 1,0-1,-1 0,0-1,-1 1,0-1,-1 1,1-10,-2 21,-1-1,1 0,0 0,0 0,-1 0,1 1,0-1,0 0,-1 0,1 0,0 0,-1 0,1 0,0 0,0 0,-1 0,1 0,0 0,-1 0,1 0,0 0,-1 0,1 0,0 0,0-1,-1 1,1 0,0 0,0 0,-1 0,1-1,0 1,0 0,0 0,-1 0,1-1,0 1,0 0,0 0,0-1,-1 1,1 0,0 0,0-1,0 1,0 0,0-1,0 1,0 0,0-1,0 1,0 0,0-1,-13 27,12-20,0 1,0-1,0 0,0 0,1 1,0-1,1 0,-1 0,1 1,0-1,1 0,0 0,0 0,0 0,0-1,1 1,0 0,0-1,1 0,-1 0,1 0,0 0,1 0,-1-1,1 0,0 0,0 0,0-1,0 1,1-1,0-1,-1 1,1-1,0 0,0 0,0 0,0-1,1 0,-1 0,0-1,1 0,3-1,-1 0,0-1,0 0,1 0,-1-1,-1-1,1 1,0-2,-1 1,0-1,0 0,0 0,-1-1,0 0,0-1,0 0,-1 0,0 0,0-1,-1 1,0-1,0-1,-1 1,0-1,-1 0,1 1,-2-2,1 1,-1 0,-1-1,12-28,-8 50,-4 39,-3-42,1 0,0 0,1 0,0 0,0 0,1 0,0 0,1 0,0 0,0-1,1 1,0-1,0 1,1-1,0 0,1 0,0-1,0 1,0-1,1 0,4 3,-7-8,1 0,-1 0,1 0,0-1,0 0,0 1,0-1,0-1,0 1,0 0,0-1,0 0,0 0,0 0,0-1,0 1,0-1,0 0,0 0,0 0,-1-1,1 1,0-1,-1 0,1 0,1-2,5-2,-1-1,0-1,-1 1,0-1,0 0,-1-1,0 0,0 0,0-3,14-29,-3-1,-1-1,-2-1,-2-1,-2 1,-2-2,-2 1,-1-12,9-55,-4-1,-4-50,-7 153,0 0,0 0,-1 0,0 0,-1 0,0 0,-1 1,0-1,-2-3,4 11,0 1,0 0,0-1,-1 1,1 0,0 0,-1 0,1-1,-1 1,0 1,1-1,-1 0,0 0,1 1,-1-1,0 1,0-1,1 1,-1 0,0 0,0 0,0 0,0 0,1 0,-1 0,0 0,0 1,0-1,1 1,-1-1,0 1,1 0,-1 0,0 0,1 0,-1 0,1 0,0 0,-1 0,1 1,0-1,0 0,-1 1,1-1,0 1,1 0,-1-1,0 1,0 0,0 0,-7 13,0-1,1 2,0-1,1 1,1 0,1 0,0 0,1 1,1-1,0 1,1 0,1 0,1-1,0 1,1 0,4 12,6 19,2 0,3-1,1-1,3-1,1-1,2 0,3-2,1-1,1-1,3-2,1-1,7 5,-26-28,0 2,1-1,1 0,0-1,0-1,2 0,11 6,-29-20,0 1,0 0,0-1,0 1,0-1,0 1,-1 0,1-1,0 1,1-1,-1 1,0-1,0 1,0 0,0-1,0 1,0-1,0 1,1 0,-1-1,0 1,0 0,0-1,1 1,-1 0,0-1,1 1,-1 0,0-1,1 1,-1 0,0 0,1-1,-1 1,0 0,1 0,-1 0,1 0,-1 0,0 0,1-1,-1 1,1 0,-1 0,1 0,-1 0,0 0,1 1,-1-1,1 0,-1 0,0 0,1 0,-1 0,1 0,-1 1,0-1,-89-135,47 81</inkml:trace>
  <inkml:trace contextRef="#ctx0" brushRef="#br1" timeOffset="203160.997">28968 473,'-14'-17,"-9"-9,-3-5,1 2,4 4,8 7,14 5,15 6,24 4,26 4,25 5,23 6,12 3,2 2,-13-3,-24-3</inkml:trace>
  <inkml:trace contextRef="#ctx0" brushRef="#br1" timeOffset="204395.211">18003 1742,'55'-39,"-1"-3,-1-3,-3-1,-2-3,-2-2,-3-2,30-46,-64 86,-1-1,0 1,0-2,-2 1,0-1,0 1,-1-2,-1 1,-1 0,0-1,-1 0,-1 0,0 1,-1-13,-1 26,1 0,-1-1,1 1,-1 0,0-1,0 1,0 0,0 0,-1 0,1 0,0 0,-1 0,0 0,1 0,-1 1,0-1,0 1,0-1,0 1,0 0,0-1,0 1,0 0,-1 1,1-1,0 0,-1 1,1-1,0 1,-1-1,1 1,-1 0,1 0,-1 0,1 1,0-1,-1 1,1-1,0 1,-1 0,1 0,0 0,0 0,-1 0,1 0,0 0,0 1,-1 0,-5 4,0 1,1-1,-1 1,1 1,0-1,1 1,0 0,0 0,1 1,0 0,1 0,-1 0,2 1,-1-1,0 5,-2 8,1 1,1 0,1 0,1 1,1-1,2 6,0 7,3 1,1-1,1 0,3-1,0 0,3 0,0-1,12 21,-18-43,0 0,1-1,1 0,-1 0,1-1,1 1,7 5,-13-13,-1-1,1 0,0 0,0 0,0 0,1 0,-1 0,0-1,1 0,-1 1,0-1,1 0,0-1,-1 1,1-1,-1 0,1 1,0-2,-1 1,1 0,0-1,-1 1,1-1,-1 0,1 0,-1-1,0 1,1-1,2-1,8-8,-1 0,0-1,0-1,-1 0,-1 0,0-1,0-1,-2 1,0-2,-1 1,0-1,2-11,-4 16,-2 0,1 0,-2-1,0 0,0 1,-1-1,0-1,-1-2,-1 16,0-1,-1 1,1-1,0 0,-1 1,1-1,0 1,-1-1,1 0,-1 0,1 1,0-1,-1 0,1 0,-1 1,1-1,-1 0,1 0,-1 0,1 0,-1 0,1 0,-1 0,1 0,-1 0,1 0,-1 0,1 0,-1 0,1 0,-1 0,1-1,-1 1,1 0,-1 0,1-1,0 1,-1 0,1 0,-1-1,1 1,0 0,-1-1,1 1,0-1,-1 1,1 0,0-1,0 1,0-1,-1 1,1-1,0 1,0-1,0 1,0-1,0 1,0-1,0 1,0-1,0 1,0-1,0 1,0-1,0 1,0-1,0 1,1-1,-1 1,0-1,-26 31,20-21,0 0,1 0,0 1,1 0,0 0,0 0,1 1,-1 4,3-11,1 0,-1 0,1-1,0 1,-1 0,2 0,-1 0,0 0,1-1,0 1,-1 0,2 0,-1-1,0 1,1-1,0 1,-1-1,1 1,1-1,-1 0,0 0,1 0,0 0,-1-1,2 1,7 3,1-1,0 0,0-1,0 0,1-1,-1 0,1-1,0-1,-1 0,1 0,0-2,0 1,0-2,-1 0,1 0,-1-1,2-1,-5 2,-1 1,1-2,-1 1,0-2,0 1,0-1,-1 0,1 0,-1-1,0 0,0 0,0-1,-1 0,0 0,0 0,-1-1,1 0,-1 0,-1-1,0 1,0-1,0 0,-1 0,0 0,0 0,-1-1,-1 1,1-4,-2-37,0 49,0 0,0 0,0-1,0 1,-1 0,1-1,0 1,0 0,0 0,-1 0,1-1,0 1,0 0,-1 0,1 0,0-1,-1 1,1 0,0 0,0 0,-1 0,1 0,0 0,-1 0,1 0,0 0,-1 0,1 0,0 0,-1 0,1 0,0 0,-1 0,1 0,0 0,-1 0,1 0,0 0,0 1,-1-1,1 0,0 0,0 0,-1 0,1 1,0-1,0 0,-1 0,1 1,0-1,0 0,0 1,0-1,-1 0,1 0,0 1,0-1,0 0,0 1,0-1,0 0,0 1,0-1,0 0,0 1,0-1,0 0,0 1,-4 12,0 1,1 0,0 0,2 0,-1 0,2 0,0 0,0 0,2 3,-2-11,0 0,1 0,0 0,0 1,1-1,0 0,0-1,0 1,0 0,1-1,0 1,1-1,-1 0,1 0,0 0,0 0,0-1,1 1,-1-1,1 0,0-1,1 1,4 2,20 6</inkml:trace>
  <inkml:trace contextRef="#ctx0" brushRef="#br1" timeOffset="205141.728">19314 1456,'-2'11,"2"-1,-1 1,2-1,-1 1,2-1,-1 1,1-1,1 0,0 0,0 0,1 0,0 0,1-1,0 0,0 0,1 0,0-1,1 1,0-1,0-1,1 0,0 0,0 0,0-1,1 0,0-1,1 1,-7-5,0 1,0 0,1-1,-1 0,0 0,1 0,0 0,-1 0,1-1,-1 1,1-1,0 0,-1 0,1-1,-1 1,1-1,-1 0,1 0,-1 0,1 0,-1 0,0-1,1 0,-1 1,0-1,0 0,0-1,0 1,-1 0,1-1,-1 0,1 1,-1-1,0 0,0 0,0 0,-1-1,1 0,4-9,-1-1,-1 0,0 0,-1 0,0 0,-1-1,0-2,-3 25,1-1,0 1,0 0,1-1,0 1,0-1,1 1,0-1,0 0,1 1,0-1,0 0,1-1,0 1,0-1,0 1,1-1,0 0,0-1,0 1,1-1,0 0,0-1,0 1,3 0,2 1,0-1,0 0,1 0,-1-2,1 1,0-1,1-1,-1 0,0-1,0 0,1-1,-1 0,12-2,-17 1,0 0,0 0,0-1,-1 0,1 0,-1-1,1 1,-1-1,0-1,0 1,0-1,-1 0,1-1,-1 1,0-1,0 0,0 0,-1-1,0 1,0-1,0 0,-1 0,0 0,0-1,0-1,0 1,-1 0,0 0,-1 0,1-1,-1 1,-1 0,1-1,-1 1,-1-1,1 1,-2-5,2 12,0 0,0 0,-1 1,1-1,0 0,0 1,0-1,0 0,0 0,-1 0,1 1,0-1,0 0,-1 0,1 0,0 1,0-1,-1 0,1 0,0 0,0 0,-1 0,1 0,0 0,-1 1,1-1,0 0,0 0,-1 0,1 0,0 0,-1 0,1 0,0-1,-1 1,1 0,0 0,0 0,-1 0,1 0,0 0,0 0,-1-1,1 1,0 0,0 0,-1 0,1-1,0 1,0 0,0 0,-1-1,1 1,0 0,0 0,0-1,0 1,0 0,0-1,0 1,-1 0,1 0,0-1,0 1,0 0,-9 24,7-19,1 0,-1 1,1-1,0 0,1 1,-1-1,1 1,0-1,1 1,-1-1,1 0,0 1,1-1,-1 0,1 0,0 0,0 0,0 0,1 0,0 0,0-1,0 1,0-1,1 0,0 0,0 0,0-1,0 1,3 1,1-1,1-1,0 0,0 0,-1 0,1-1,1-1,-1 0,0 0,0 0,0-1,1-1,-1 0,0 0,0 0,0-2,0 1,0-1,0 0,-1 0,0-1,1-1,5-3,-2 1,0-1,-1-1,1 0,-2 0,1-1,-1 0,-1-1,0 0,-1-1,0 0,0 0,-1 0,-1-1,2-6,-2 4,-9 28,-1 0,-15 105,19-113,0 0,0 0,0 0,1 0,-1 0,1 0,1 0,-1 0,1 0,-1 0,2-1,-1 1,0-1,1 1,0-1,0 0,0 0,0 0,1-1,-1 1,1-1,0 0,21 12</inkml:trace>
  <inkml:trace contextRef="#ctx0" brushRef="#br1" timeOffset="205921.742">20324 1155,'32'18,"1"-1,1-1,0-2,1-2,6 0,66 26,-96-35,1 1,-1-1,0 2,0 0,-1 0,0 1,0 0,0 1,0 0,-1 0,0 1,-1 1,0-1,0 1,-1 0,0 1,0 0,-1 0,-1 1,0-1,0 1,2 8,-6-2,0-1,-1 0,-1 0,0 0,-1 0,-1 0,-4 12,-8 82,15-107,0 0,0 0,1 0,-1 0,1 0,0 0,-1 0,1-1,0 1,1 0,-1-1,0 1,1 0,0-1,-1 1,1-1,0 0,0 0,1 0,-1 0,0 0,1 0,-1-1,1 1,-1-1,1 1,0-1,-1 0,1 0,0 0,0-1,0 1,0-1,0 1,0-1,0 0,0 0,0 0,0-1,0 1,2-1,5-3,0-1,0 0,0 0,-1-1,0-1,0 1,0-1,-1-1,0 1,-1-2,1 1,-2-1,1 0,-1 0,0-1,-1 1,0-1,-1-1,0 0,4-3,-8 14,0 1,0-1,0 0,0 0,0 0,0 0,1 1,-1-1,0 0,0 0,0 0,0 0,0 0,1 0,-1 1,0-1,0 0,0 0,0 0,1 0,-1 0,0 0,0 0,0 0,1 0,-1 0,0 0,0 0,0 0,1 0,-1 0,0 0,0 0,0 0,1 0,-1 0,0 0,0 0,0-1,1 1,-5 33,2-18,2-11,0 1,0 0,0-1,0 1,1-1,-1 1,1-1,0 1,1-1,-1 0,1 1,0-1,0 0,0 0,1 0,-1 0,1-1,0 1,0-1,0 1,0-1,1 0,-1 0,1-1,0 1,0-1,0 0,0 0,0 0,1 0,-1-1,0 0,1 0,-1 0,5 0,3 1,0 0,1-1,0-1,-1 0,1-1,-1 0,0-1,1 0,-1-1,0 0,0-1,0-1,-1 0,1 0,-1-1,7-5,-11 5,-6 5,-1 1,0-1,1 1,-1-1,0 0,1 1,-1-1,1 1,-1-1,1 1,-1-1,1 1,0 0,-1-1,1 1,-1 0,1-1,0 1,-1 0,1 0,0 0,0-1,-1 1,1 0,0 0,-1 0,1 0,0 0,-1 0,1 0,0 1,0-1,-1 0,1 0,0 0,-1 1,1-1,0 0,-1 1,1-1,-1 1,1-1,-1 0,1 1,-1-1,1 1,-1 0,1-1,-1 1,6 5,-1 0,1 0,1 0,-1-1,1 0,0 0,0-1,0 0,0 0,1-1,0 0,-1 0,1-1,1 0,-1 0,0-1,0 0,0 0,1-1,-1 0,0-1,1 1,-1-2,0 1,0-1,0 0,-4 1,0 0,0-1,0 1,-1-1,1 0,0 1,-1-2,1 1,-1 0,0-1,0 1,0-1,0 0,0 0,0 0,-1 0,0-1,1 1,-1-1,-1 0,1 1,0-1,-1 0,0 0,0 0,0 0,0 0,-1 0,1 0,-1 0,0 0,0 0,-1 0,1 0,-1 0,0 0,0 0,0 0,-1 0,1 0,-2-1,-2-3,-1 1,0 0,0 1,0-1,-1 1,0 1,0-1,-1 1,1 0,-1 1,0 0,0 0,-1 1,1 0,-1 0,1 1,-1 0,0 0,0 1,0 0,0 1,0 0,0 1,0 0,0 0,0 0,1 1,-1 1,0 0,1 0,0 0,-1 1,7-3,-1 0,1 0,-1 0,1 1,0-1,-1 1,1-1,0 1,0 0,0 0,0 0,1 0,-1 0,0 0,1 1,0-1,-1 0,1 1,0-1,0 1,0-1,1 1,-1 0,0-1,1 1,0 0,0-1,0 1,0 0,0-1,0 1,1 0,-1 0,1-1,0 1,0-1,0 1,0-1,0 1,0-1,1 0,-1 1,1-1,0 0,0 0,0 1,33 21,5-4</inkml:trace>
  <inkml:trace contextRef="#ctx0" brushRef="#br1" timeOffset="206256.846">22154 1565,'-6'-11,"-1"0,0 0,-1 1,0 0,0 0,-1 1,-1 0,0 0,0 1,0 1,-1 0,0 0,0 1,-1 0,0 1,0 1,0-1,-13-1,24 6,-1-1,1 1,0 0,-1 0,1-1,-1 1,1 0,0 1,-1-1,1 0,-1 0,1 1,0-1,-1 0,1 1,0 0,-1-1,1 1,0 0,0-1,0 1,0 0,0 0,0 0,0 0,0 0,0 0,0 0,0 0,0 1,1-1,-1 0,1 0,-1 1,1-1,-1 0,1 1,0-1,-1 1,1-1,0 0,0 1,0-1,0 1,20 60,0-31,2-2,0 0,2-2,24 21,50 61,-96-107,0-1,0 1,0 0,-1-1,1 1,-1 0,1 0,-1 0,0 0,0 0,0 0,0 0,0 1,0-1,-1 0,1 0,-1 1,1-1,-1 0,0 1,0-1,0 0,0 1,-1-1,1 1,-1-1,1 0,-1 0,0 1,0-1,0 0,0 0,0 0,0 0,0 0,-1 0,1 0,-2 0,-6 3,-1 0,0-1,-1 0,1-1,0 0,-1-1,0 0,1 0,-1-1,0-1,0 0,-3-1,1 2,-11 0,0-1,0 0,0-2,-1-1,2-1,-1-1,-2-2,-5-5</inkml:trace>
  <inkml:trace contextRef="#ctx0" brushRef="#br1" timeOffset="207149.982">24107 1811,'-52'-12,"-1"3,0 2,-53 1,20 19,83-13,1 1,-1 0,0 0,0 0,1 0,-1 0,1 1,-1-1,1 1,0 0,0 0,-1 0,1 0,1 0,-1 0,0 0,0 1,1-1,-1 1,1-1,0 1,0-1,0 1,0 0,0 0,1-1,-1 1,1 1,0-1,0 0,1-1,-1 1,1 0,0-1,0 1,0-1,0 1,0-1,1 1,-1-1,1 0,-1 0,1 0,0 0,0 0,0 0,0 0,0-1,0 1,1-1,-1 1,1-1,-1 0,1 0,-1 0,73 18,-56-18,1-1,-1-1,0 0,0-1,0-1,-1-1,1-1,-1-1,0 0,6-4,-13 6,0-2,0 1,-1-2,0 1,0-1,0-1,-1 0,0 0,0-1,-1 0,-1 0,1-1,-1 0,-1 0,0-1,4-10,-4 3,0-1,-1 0,-2 0,0-1,0 1,-2-1,-1 1,0-1,-1 1,-1-1,-1 1,-1 0,-2-5,-20-24,25 47,0 1,0-1,1 0,-1 0,0 1,0-1,-1 0,1 1,0-1,0 1,0-1,0 1,0 0,0 0,-1-1,1 1,0 0,0 0,0 0,-1 0,1 0,0 0,0 1,0-1,-1 0,1 1,0-1,0 0,0 1,0 0,0-1,0 1,0 0,0-1,0 1,0 0,0 0,1 0,-1 0,0 0,0 0,1 0,-9 11,1 1,1 1,0 0,1 0,1 0,0 0,1 1,0 0,1 0,1 0,0 0,1 0,1 2,-2-3,2 1,-1 0,2 0,0 0,0 0,2-1,0 1,0-1,2 1,-1-1,2-1,0 1,1-1,0 0,1 0,0-1,1 0,0 0,1-1,0 0,1-1,0 0,1-1,0 0,1-1,-1-1,1 1,1-2,4 2,-9-5,-1 0,0-1,1 0,-1-1,1 1,-1-2,1 1,0-1,-1 0,1-1,-1 0,1-1,-1 0,1 0,-1 0,0-1,0 0,0-1,0 0,-1 0,1-1,-1 0,0 0,-1-1,1 1,-1-1,0-1,-1 1,1-1,-1 0,-1-1,4-6,-5 9,0-1,0 0,-1 0,0 0,-1-1,1 1,-1 0,0-1,0 1,-1 0,0-1,0 1,-1-1,0 1,0-1,0 1,-1 0,0 0,0 0,0 0,-1 0,0 0,0 0,-1 1,1 0,-3-3,4 7,0 0,0 0,0 0,-1 0,1 1,0-1,0 0,-1 1,1 0,0-1,0 1,-1 0,1 0,0 1,-1-1,1 0,0 1,-1-1,1 1,0 0,0 0,0 0,0 0,0 0,0 0,0 0,0 1,0-1,0 1,1 0,-1-1,1 1,-1 0,1 0,0 0,0 0,-1 0,1 0,1 0,-1 0,0 0,0 1,1-1,-1 0,1 0,0 1,0-1,0 0,0 1,0-1,0 0,1 3,-1 3,1 0,-1 0,1 0,1 0,0 0,0 0,0 0,1 0,0-1,1 0,-1 1,2-1,-1 0,1-1,0 1,0-1,0 0,5 3,6 6,1-1,0-1,1 0,0-2,1 0,7 3,44 18</inkml:trace>
  <inkml:trace contextRef="#ctx0" brushRef="#br1" timeOffset="207613.75">26197 1593,'25'2,"0"1,-1 2,1 0,-1 2,0 0,0 2,-1 0,21 13,-42-21,1 0,-1 1,0-1,1 0,-1 1,0 0,0-1,0 1,0 0,-1 0,1 0,-1 0,1 0,-1 1,1-1,-1 0,0 1,0-1,0 1,-1-1,1 1,0-1,-1 1,0 0,0-1,0 1,0 0,0-1,0 1,0 0,-1-1,0 1,1-1,-1 1,-5 5,0-1,0 1,-1-1,0 0,0-1,-1 1,0-1,0-1,0 0,-1 0,1 0,-2-1,1 1,-118 63,126-68,0 0,0 0,0 0,-1 0,1 0,0 1,0-1,0 0,0 1,0-1,0 1,0-1,0 1,1-1,-1 1,0 0,0-1,0 1,1 0,-1 0,0-1,1 1,-1 0,0 0,1 0,-1 0,1 0,0 0,-1 0,1 0,0 0,-1 0,1 0,0 0,0 0,0 0,0 1,0-1,0 0,0 0,1 0,-1 0,0 0,1 0,-1 0,0 0,1 0,-1 0,1 0,0 0,-1-1,1 1,0 0,-1 0,1 0,0-1,0 1,0 0,0 0,108 22,97-10,-97-11</inkml:trace>
  <inkml:trace contextRef="#ctx0" brushRef="#br1" timeOffset="208198.18">27753 1470,'0'102,"-2"16,13 90,-11-203,0-1,0 0,0 1,1-1,0 0,-1 0,2 1,-1-1,0 0,1 0,0 0,0 0,0-1,0 1,1-1,0 1,-1-1,1 0,0 0,1 0,-1 0,4 2,8 0,0-1,0 0,0-1,1-1,-1-1,1 0,0-1,-1 0,1-2,3 0,103-20,-66 7</inkml:trace>
  <inkml:trace contextRef="#ctx0" brushRef="#br1" timeOffset="208449.508">28245 1551,'-3'17,"-2"11,-1 11,1 8,1 4,4 1,6-1,9-1,12-6,9-7,12-8,8-9,4-7,0-9,-12-5</inkml:trace>
  <inkml:trace contextRef="#ctx0" brushRef="#br1" timeOffset="208649.706">28082 1688,'16'0,"17"2,19 4,17 2,11 3,5 1,-2 0,-10-4,-18-2</inkml:trace>
  <inkml:trace contextRef="#ctx0" brushRef="#br1" timeOffset="208973.838">28273 1402,'59'2,"0"2,0 3,0 3,-1 2,6 4,-57-15,0 0,1 1,-1-1,0 2,0-1,0 1,-1 0,1 0,-1 1,1 0,-1 0,0 0,-1 1,1 0,-1 0,0 0,0 1,0 0,-1 0,0 0,0 0,-1 1,0-1,1 2,-9 99,0-70,1-12,1 0,1 0,1 0,2 0,0 0,2 0,1 0,0-1,2 1,3 6,-9-31,0-1,0 1,1 0,-1 0,0 0,0 0,0-1,0 1,0 0,0 0,1 0,-1 0,0 0,0-1,0 1,0 0,1 0,-1 0,0 0,0 0,0 0,1 0,-1 0,0 0,0 0,0 0,1 0,-1 0,0 0,0 0,1 0,-1 0,0 0,0 0,0 0,1 0,-1 0,0 0,0 0,0 0,0 0,1 1,-1-1,0 0,0 0,0 0,0 0,1 0,-1 1,0-1,0 0,2-14</inkml:trace>
  <inkml:trace contextRef="#ctx0" brushRef="#br1" timeOffset="209247.985">28737 1360,'3'20,"16"15,1 0,2-2,1 0,16 16,-18-21,204 264,-178-203,-46-86,0 0,0 1,0-1,0 0,-1 0,1 1,-1-1,0 0,0 0,0 1,0-1,-1 0,1 1,-1-1,0 0,0 0,0 0,0 0,-1 0,1 0,-1 0,1 0,-1 0,0-1,-1 1,1-1,-2 3,-6 1,-1-1,1 1,-1-2,0 0,0 0,-1-1,1 0,-1-1,1 0,-1-1,0 0,-8-1,19 0,-27 2,0-1,-1-2,1-1,-24-5,18 0</inkml:trace>
  <inkml:trace contextRef="#ctx0" brushRef="#br1" timeOffset="209497.327">29393 1880,'23'-3,"17"0,13 0,7-2,3 0,-10 1</inkml:trace>
  <inkml:trace contextRef="#ctx0" brushRef="#br1" timeOffset="210261.277">29897 1811,'-7'15,"1"0,1 1,0 0,1 1,0-1,1 1,1-1,1 1,1 0,0 3,0-16,0 0,0 0,0 0,1-1,0 1,0 0,0 0,0 0,0-1,1 1,0 0,0-1,0 0,0 1,0-1,0 0,1 0,0 0,0 0,0-1,0 1,0-1,0 0,0 0,1 0,-1 0,1 0,0-1,-1 0,1 1,0-2,0 1,0 0,0-1,0 1,0-1,-1 0,1-1,3 1,4-2,1-1,-2 1,1-2,0 0,-1 0,1-1,-1 0,-1 0,1-1,-1-1,0 1,0-2,-1 1,0-1,0 0,-1-1,0 0,0 0,-1-1,0 1,-1-1,4-10,-6 5,-7 23,1 1,0 0,1-1,0 1,0 0,1 0,0 0,0 0,1 0,0 1,2 3,-2-9,1 0,-1 0,1 0,1 0,-1 0,0 0,1 0,0 0,0-1,0 1,0-1,1 1,-1-1,1 0,0 0,0 0,0 0,0-1,1 1,-1-1,1 0,-1 0,1 0,0 0,0-1,1 1,-2-1,0 0,1 0,-1 0,1-1,-1 1,1-1,0 0,-1 0,1 0,-1-1,1 1,-1-1,1 0,-1 0,1 0,-1 0,0 0,0-1,1 0,-1 1,0-1,0-1,-1 1,1 0,0-1,-1 1,0-1,1 0,-1 1,0-1,0 0,0-1,2-4,0-1,0 1,-1-1,0 0,0 0,-1 0,0 0,-1 0,0-1,0 1,-1-8,-34-121,33 137,1 0,-1 0,0 0,1 0,-1 0,1 0,0 0,-1 0,1 0,0 0,0-1,-1 1,1 0,0 0,0 0,0 0,0 0,1 0,-1-1,0 1,0 0,1 0,-1 0,1 0,-1 0,1 0,-1 0,1 0,-1 0,1 0,0 0,0 1,-1-1,1 0,0 0,0 1,0-1,0 0,0 1,0-1,0 1,0-1,0 1,0 0,0-1,1 1,-1 0,0 0,13 0,0 2,0 0,-1 0,1 1,0 1,-1 0,0 1,0 0,0 1,-1 1,0 0,3 2,-11-7,-1 0,1 0,0 1,-1-1,1 1,-1 0,0 0,0 0,0 0,0 0,0 1,-1-1,1 1,-1 0,0 0,0 0,-1 0,1 0,-1 0,0 0,0 0,0 1,-1-1,1 0,-1 1,0-1,-1 0,1 1,-23 94,23-97,0 0,1-1,-1 1,1 0,-1-1,1 1,0 0,-1-1,1 1,0-1,0 1,0-1,0 0,1 1,-1-1,0 0,0 0,1 0,-1 0,1 0,-1 0,1 0,0 0,-1-1,1 1,-1 0,1-1,0 0,0 1,0-1,56 6,-48-5,0-1,0-1,0 0,0 0,-1-1,1 0,0-1,-1 0,1 0,-1-1,0 0,0-1,-1 0,1 0,-1-1,0 0,-1 0,1-1,-1 0,-1-1,1 1,-1-1,2-4,13-24,-19 58,-7 4,2 0,1 1,1-1,1 0,1 1,4 20,-4-43,0 0,0-1,0 1,0 0,0-1,1 1,0-1,0 1,0-1,0 0,0 1,1-1,0-1,-1 1,1 0,0-1,0 1,0-1,1 0,-1 0,1 0,-1 0,1-1,-1 1,1-1,0 0,0 0,0 0,0-1,-1 0,1 1,1-1,20-1</inkml:trace>
  <inkml:trace contextRef="#ctx0" brushRef="#br1" timeOffset="210508.053">31031 1374,'-3'-7,"7"0,3 1</inkml:trace>
  <inkml:trace contextRef="#ctx0" brushRef="#br1" timeOffset="-209297.005">7229 10196,'11'-3,"12"-2,7-1,10 1,6-1,7 0,8 2,9 0,5 3,-10 0</inkml:trace>
  <inkml:trace contextRef="#ctx0" brushRef="#br1" timeOffset="-209099.542">8949 10182,'18'3,"16"0,11 0,10-1,9-3,11-1,-9 0</inkml:trace>
  <inkml:trace contextRef="#ctx0" brushRef="#br1" timeOffset="-208901.042">10274 10237,'19'2,"14"1,15 0,12-3,13-3,9-2,-8 0</inkml:trace>
  <inkml:trace contextRef="#ctx0" brushRef="#br1" timeOffset="-208654.15">11380 10264,'18'0,"16"0,11 0,10 2,7 2,4-1,-8-1</inkml:trace>
  <inkml:trace contextRef="#ctx0" brushRef="#br1" timeOffset="-208380.881">12527 10387,'24'-3,"20"-2,18-3,14 0,-6 1</inkml:trace>
  <inkml:trace contextRef="#ctx0" brushRef="#br1" timeOffset="-208379.881">13264 10415,'19'0,"15"-3,14-2,-2-1</inkml:trace>
  <inkml:trace contextRef="#ctx0" brushRef="#br1" timeOffset="-206892.565">13633 10169,'-7'-1,"-1"1,1 0,0 1,0-1,-1 1,1 1,0-1,0 1,0 0,0 1,1 0,-1 0,1 0,-1 1,1 0,0 0,1 1,-1 0,1 0,0 0,0 0,0 1,1 0,0 0,0 0,-2 4,2-2,0 0,0 0,1 1,0-1,1 1,0 0,0-1,1 1,0 0,0 0,1 0,0 0,1 0,0 0,0 0,1 0,0 0,1-1,0 1,0-1,1 0,0 0,0 0,1 0,0-1,0 1,1-1,0-1,0 1,1-1,3 3,4-2,-1 0,1-1,0-1,1 0,-1-1,1 0,0-1,0-1,0 0,0-1,1-1,-1 0,0-1,0-1,0 0,0-1,0-1,-1 0,15-7,-21 7,-1-1,1-1,-1 1,0-1,0-1,0 1,-1-1,0 0,-1-1,0 1,0-1,0 0,-1 0,0-1,0 1,-1-1,-1 0,1 0,-1 0,-1 0,0 0,0 0,-1 0,0-1,0 1,-1 0,0 0,-1 0,0 0,0 0,-1 0,0 0,-1 1,0 0,0-1,-4-3,5 3,-1 1,-1 0,0 0,0 1,0-1,-1 1,0 0,-1 1,1-1,-1 1,0 1,-1-1,1 1,-1 0,0 1,-1 0,1 0,-1 1,1 0,-1 0,0 1,0 0,0 1,0 0,0 1,-1-1,1 2,0-1,0 1,0 1,0-1,0 2,0-1,-4 3,6-1,-1 1,2 0,-1 0,0 1,1-1,0 1,1 1,-1-1,1 1,0 0,1 0,0 1,0-1,0 1,1 0,0 0,-1 6,-6 33</inkml:trace>
  <inkml:trace contextRef="#ctx0" brushRef="#br1" timeOffset="-206381.984">13892 10292,'12'-14,"17"-12,19-10,14-9,13-8,8-4,3-4,-1-2,-5 4,-10 7,-14 10,-20 14,-19 20,-23 17,-20 19,-4 5</inkml:trace>
  <inkml:trace contextRef="#ctx0" brushRef="#br1" timeOffset="-206106.016">13961 10332,'5'21,"8"14,11 10,12 7,12 4,11 3,8 2,5 0,2-2,-5-3,-9-5,-11-6,-11-9,-9-7,-11-10</inkml:trace>
  <inkml:trace contextRef="#ctx0" brushRef="#br1" timeOffset="-205687.023">14630 9746,'-7'-5,"4"27,2-19,-14 263,12 94,3-223,4 240,10-278,-6-70</inkml:trace>
  <inkml:trace contextRef="#ctx0" brushRef="#br1" timeOffset="-204889.625">14657 10387,'5'2,"8"1,14 1,16-2,14 0,13-1,7 0,-9-1</inkml:trace>
  <inkml:trace contextRef="#ctx0" brushRef="#br1" timeOffset="-204722.073">15627 10496,'16'-2,"17"-1,15-2,10-1,8-1,6 1,-10 1</inkml:trace>
  <inkml:trace contextRef="#ctx0" brushRef="#br1" timeOffset="-204519.441">16542 10510,'16'0,"8"0,2 0,4 2,3 1,8 0,11 0,15-1,13-1,-8-1</inkml:trace>
  <inkml:trace contextRef="#ctx0" brushRef="#br1" timeOffset="-204287.357">17866 10633,'17'0,"16"0,17 0,14 0,12 0,9 0,-9 0</inkml:trace>
  <inkml:trace contextRef="#ctx0" brushRef="#br1" timeOffset="-204101.418">18958 10674,'21'0,"17"0,10 0,9 0,-5 0</inkml:trace>
  <inkml:trace contextRef="#ctx0" brushRef="#br1" timeOffset="-203914.911">19765 10687,'23'-2,"22"-1,17 0,16 3,12 1,-10 1</inkml:trace>
  <inkml:trace contextRef="#ctx0" brushRef="#br1" timeOffset="-203913.911">20720 10756,'17'-4,"18"-3,18 1,16 1,15 4,10 5,4 3,-14 1</inkml:trace>
  <inkml:trace contextRef="#ctx0" brushRef="#br1" timeOffset="-203730.857">21718 10838,'21'-5,"13"-1,9 0,1 4,0 4,-5 2,-6 2,-10 1</inkml:trace>
  <inkml:trace contextRef="#ctx0" brushRef="#br1" timeOffset="-202342.414">22250 10756,'-6'-1,"0"0,-1 0,1 1,-1 0,1 0,0 0,-1 1,1 0,0 0,-1 0,1 1,0 0,0 1,0-1,0 1,1 0,-1 0,1 1,0 0,-1 0,2 0,-1 0,0 1,1 0,0 0,0 0,1 0,-1 1,1-1,0 1,1 0,-1 2,2-6,0 0,0 0,1 0,-1 0,1 0,-1 0,1 0,0 0,0 0,0 0,0 0,0 0,0 0,1 0,-1 1,1-1,-1 0,1-1,0 1,0 0,0 0,0 0,0 0,0-1,0 1,1 0,-1-1,1 1,-1-1,1 0,-1 1,1-1,0 0,0 0,-1 0,1 0,0 0,0-1,0 1,0 0,12 3,-1-1,1 0,0 0,-1-1,1-1,0-1,0 0,0 0,0-1,0-1,0-1,0 0,-1 0,1-2,-1 1,0-2,2-1,-11 5,0 0,0 0,0-1,0 1,-1-1,1 0,-1 0,0 0,0-1,0 1,0-1,-1 1,1-1,-1 0,0 0,0 0,0 0,-1 0,0-1,1 1,-1 0,-1-1,1 1,-1-1,0 1,0-1,0 1,0-1,-1 1,0 0,0-1,0 1,0 0,-1-1,1 1,-1 0,0 0,-1 0,1 1,-1-2,-10-8,-1 0,0 1,-1 0,0 2,-1-1,0 2,0 0,-1 1,0 1,-1 1,0 0,0 1,0 1,0 0,-1 2,-17-1,17 1,0 0,-1 1,1 1,-1 1,1 1,-1 1,-7 2,22-4,0 0,-1 1,2-1,-1 1,0 0,0 1,0-1,1 1,0 0,-1 0,1 0,0 0,0 1,1 0,-1-1,1 1,0 1,0-1,0 0,1 1,-1 0,1-1,0 1,0 0,1 0,0 0,-1 0,2 0,-1 4,1-2,0 0,1 0,0 0,0 0,0 0,1-1,0 1,1-1,-1 1,1-1,0 0,1 0,0 0,-1 0,2-1,-1 1,1-1,0 0,0 0,9 7,-1-1,1 0,1-1,0-1,0 0,17 6,-12-6,0-1,1-1,0-1,0 0,1-2,-1-1,1 0,0-2,-1 0,13-2,-30 1,0 0,0-1,0 0,0 1,0-2,0 1,0 0,0-1,0 1,-1-1,1 0,0 0,-1-1,0 1,0-1,1 0,-1 0,-1 0,1 0,0 0,-1 0,0-1,0 1,0-1,0 0,0 0,-1 0,0 1,1-1,-2-1,1 1,0 0,-1 0,0-3,-1-5,-2 0,1 0,-2 0,1 1,-2-1,0 1,0 0,-1 0,0 1,-1 0,0 0,0 0,-1 1,-1 0,1 1,-2 0,1 0,-1 1,0 0,0 0,-1 1,0 1,0 0,-8-2,12 4,0 0,-1 1,1 0,-1 0,0 1,1 0,-1 0,0 1,0 0,0 0,0 1,1 0,-1 0,0 1,1 0,-1 1,1-1,0 1,0 1,0-1,0 1,0 0,1 1,0 0,0 0,0 0,0 1,1 0,0 0,0 0,1 0,0 1,0 0,0 0,1 0,-1 2,2-2,-1-1,1 1,0-1,0 1,1 0,0 0,0 0,1 0,-1 0,2 0,-1 0,1 0,0 0,0-1,1 1,0 0,0 0,1-1,0 0,0 1,0-1,1 0,0 0,0-1,0 1,1-1,0 0,0 0,0-1,0 1,1-1,0 0,4 1,0 0,0 0,0-1,1 0,-1 0,1-1,0-1,0 0,1-1,-1 0,0 0,0-1,1-1,-1 0,0 0,0-1,0 0,0-1,0-1,-1 0,1 0,-1-1,0 0,-1 0,3-3,-7 3,-1 0,1-1,-1 0,0 0,0 0,0 0,-1 0,0-1,-1 0,1 0,-1 1,-1-1,1-1,-1 1,0 0,-1 0,0 0,0 0,0-1,-1 1,0 0,0 0,-1 0,0-4,-1 1,0 0,-1 0,0 0,0 0,-1 1,-1 0,1 0,-1 0,-1 1,0 0,0 0,0 0,-1 1,-3-2,4 4,-1 1,0 0,0 0,0 1,0 0,0 0,-1 1,1 0,-1 1,0 0,1 0,-1 1,0 0,0 0,1 1,-1 0,1 1,-1-1,1 2,-1-1,1 1,0 1,0 0,0 0,1 0,-1 1,1 0,0 0,1 1,-1 0,1 0,0 0,1 1,-1 0,1 0,1 1,-1-1,1 1,1 0,-1 0,1 0,1 0,0 1,-1 3,2-6,1 0,-1 1,1-1,1 0,-1 0,1 1,0-1,1 0,-1 0,1 0,0 0,1 0,0-1,-1 1,2-1,-1 1,1-1,0 0,0-1,0 1,0-1,1 1,0-1,0-1,0 1,3 1,8 4,1 0,0 0,0-2,1 0,0-1,0-1,0-1,6 1,-7-2,1-1,-1 0,0-1,1-1,-1 0,1-2,-1 0,3-1,-15 2,1-1,-1 1,0-1,0 0,1 0,-1-1,-1 1,1-1,0 0,-1-1,1 1,-1-1,0 0,0 0,-1 0,1 0,-1-1,0 1,0-1,0 0,-1 0,0 0,0 0,0 0,0-1,-1 1,0-3,0 0,0 0,-1 0,0 0,-1 0,1 0,-1 0,-1 0,0 0,0 0,-1 1,1-1,-2 1,1-1,-1 1,0 0,-1 0,1 1,-1-1,-1 1,1 0,-1 1,0-1,0 1,-1 0,0 1,1 0,-2 0,1 0,0 1,-1 0,1 0,-1 1,0 0,0 0,0 1,0 0,-2 0,-1 0,0 1,-1 1,1 0,0 0,0 1,0 1,0 0,0 0,0 1,1 0,-1 1,-2 2,8-4,-1 0,1 1,0-1,0 1,0 0,0 0,0 1,1-1,0 1,0 0,0 1,1-1,0 0,0 1,0 0,0 0,1-1,0 2,1-1,-1 0,1 0,0 3,1-4,0 0,1 0,-1-1,1 1,0 0,1-1,-1 1,1-1,0 1,0-1,0 0,1 0,-1 0,1 0,0 0,0-1,0 1,1-1,-1 0,1 0,0 0,0 0,0-1,0 1,1-1,9 5,0 0,0-1,1-1,0-1,0 0,0-1,3 0,-4 0,1-2,-1 0,0-1,1 0,-1-1,1-1,-1 0,12-4,-21 5,-1 0,1-1,0 0,-1 0,1 0,-1 0,0-1,0 1,0-1,0 0,0-1,-1 1,1-1,-1 1,0-1,0 0,0 0,-1 0,1-1,-1 1,0-1,0 1,0-1,-1 0,0 1,0-1,0-1,0-1,-1 0,0 1,0-1,-1 0,0 1,0-1,0 0,-1 1,0 0,0-1,-1 1,0 0,0 0,0 0,-1 1,0-1,0 1,0 0,0 0,-1 0,0 0,0 1,-1 0,1 0,-1 0,1 1,-1 0,-1 0,-3-2,0 1,0 0,0 0,-1 1,0 0,1 1,-1 0,0 1,0 1,0-1,0 2,0-1,0 1,0 1,0 0,-9 4,14-5,1 1,-1 0,1 0,0 0,0 0,0 1,0 0,0 0,1 1,-1-1,1 1,0 0,0 0,0 0,1 1,-1-1,1 1,0 0,1 0,-1 0,1 0,0 0,0 1,0-1,1 1,0-1,0 1,1 0,-1-1,1 1,0 0,1-1,-1 1,1-1,0 1,1 1,5 2,0 0,1-1,0 0,0 0,1 0,0-1,0-1,1 0,0 0,0 0,1-1,-1-1,1 0,0 0,0-1,0-1,0 0,1 0,-1-1,1 0,5-2,-11 3,1-1,-1-1,0 1,1-1,-1 0,0-1,1 0,-1 0,0 0,1 0,-1-1,0 0,0-1,-1 1,1-1,0 0,-1-1,0 1,1-1,-1 0,-1 0,1-1,-1 1,1-1,-2 0,1 0,0-1,-1 1,0-1,0 0,-1 1,1-3,-1-1,-1 0,0 0,-1 1,1-1,-2 0,1 0,-2 0,1 0,-1 1,0-1,-1 1,0-1,0 1,-1 0,0 0,0 1,-1-1,0 1,0 0,-4-3,5 5,0 0,0 1,0 0,-1 0,0 0,0 1,0-1,0 1,0 0,-1 1,1-1,-1 1,0 0,0 1,0-1,0 1,0 1,0-1,0 1,0 0,0 0,0 0,0 1,0 0,0 0,0 1,0 0,1 0,-1 0,0 1,0 0,0 1,0 0,0 0,1 0,-1 1,1 0,0 0,1 0,-1 1,1 0,0 0,0 0,1 0,0 0,0 1,0-1,1 1,0 0,0 0,1 0,0 0,0 0,0 0,1 0,0 0,1 1,0-1,0 0,1 3,5 10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9:49.3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9:53.0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258 497,'-11'-1,"-1"2,0 0,1 0,-1 1,1 0,0 1,-1 0,1 1,1 0,-1 1,0 0,1 1,0 0,1 0,-1 1,1 0,1 1,-1 0,1 1,0-1,1 1,0 1,1 0,3-7,1 0,0 0,0 0,0 0,0 0,1 0,-1 1,1-1,0 1,0-1,0 1,0-1,1 1,0 0,-1-1,1 1,0 0,1-1,-1 1,1 0,0-1,-1 1,1-1,1 1,-1-1,1 1,-1-1,1 0,2 2,4 1,1-1,0-1,0 1,0-1,0-1,1 0,0 0,0-1,-1 0,1-1,0 0,1-1,-1 0,0 0,0-1,0 0,0-1,-1 0,1-1,6-2,0 2,0-1,0-1,-1 0,0-1,0-1,-1 0,1-1,-2 0,1-1,-1-1,0 0,-1-1,0 0,-1-1,-1 0,1-1,-2 0,0-1,-1 0,5-9,-6 0,-1 0,-1 0,-1 0,-1-1,-1 0,-1 1,-2-1,0 0,-1 1,-1-1,-1 1,-2 0,0 0,-1 0,-2 1,0 0,-1 1,-4-5,-52-61,65 86,0-1,-1 1,0 0,1-1,-1 1,1 0,-1 0,0 0,0 0,0 0,0 0,0 1,0-1,0 1,0-1,0 1,0 0,0 0,0 0,0 0,0 0,0 0,0 0,0 1,0-1,0 1,0-1,0 1,0 0,0 0,1 0,-1 0,0 0,1 0,-1 1,0-1,1 0,0 1,-1-1,1 1,0 0,0-1,-1 1,1 0,1 0,-2 1,-5 14,0 0,1 1,0 0,2 0,0 0,1 0,1 1,0 0,2 7,-2 9,3 0,0 0,2 0,2 0,1-1,10 30,-10-45,0 0,1 0,1-1,1 0,0-1,2 0,0-1,1 0,0 0,1-1,1-1,14 12,-22-21,0 0,0 0,1-1,0 1,0-2,0 1,0-1,1 0,-1 0,1-1,0 0,-1 0,1-1,0 0,0-1,0 1,0-1,0-1,0 0,0 0,0 0,0-1,0 0,-1-1,1 0,-1 0,0-1,0 1,5-5,-1-1,-1-2,0 1,0-1,-2 0,1-1,-1 0,-1-1,0 1,-1-1,0-1,-1 1,-1-1,0 0,0 0,-2 0,0-1,0 1,-2 0,1-1,-2-4,-9-26,10 44,0 0,0 0,0 1,0-1,0 0,0 0,-1 0,1 1,0-1,-1 0,1 1,0-1,-1 0,1 1,-1-1,1 0,-1 1,1-1,-1 1,0-1,1 1,-1-1,0 1,1 0,-1-1,0 1,1 0,-1-1,0 1,0 0,1 0,-1 0,0 0,0 0,0 0,1 0,-1 0,0 0,0 0,1 0,-1 0,0 0,0 1,1-1,-1 0,0 1,1-1,-1 0,0 1,1-1,-1 1,0 0,-3 4,1 0,-1 0,1 1,0 0,0 0,1 0,0 0,0 0,0 0,1 0,0 1,0-1,1 0,0 1,0-1,0 1,1-1,-1 0,2 1,-1-1,1 0,1 3,1 0,1-1,0 1,0-1,1 0,0 0,1 0,-1-1,2 0,-1 0,1-1,0 0,0-1,0 1,1-1,0-1,0 0,0 0,9 2,55 20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9:58.3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1160,'58'-250,"-51"229,-4 7,1 0,0 0,1 1,1 0,0 0,1 0,0 1,8-10,-13 21,0 0,0 1,0-1,0 1,0-1,1 1,-1-1,0 1,0 0,1 0,-1 0,0 1,0-1,0 1,0-1,1 1,-1-1,0 1,0 0,0 0,0 0,0 0,-1 0,1 1,0-1,0 1,-1-1,1 1,-1-1,1 1,-1 0,0 0,0 0,0 0,0 0,0 0,0 0,0 1,2 0,12 16,0 1,0 0,-2 1,-1 0,0 1,-2 1,-1 0,4 13,-12-33,-1-1,1 0,-1 1,1-1,-1 0,0 1,0-1,0 0,0 1,-1-1,1 0,-1 0,1 1,-1-1,0 0,0 0,0 0,0 1,0-1,0 0,-1-1,1 1,-1 0,1 0,-1 0,0-1,0 1,1-1,-1 0,0 1,0-1,0 0,-1 0,1 0,0-1,0 1,-3 0,1 1,-1-1,1 0,-1 0,0 0,1 0,-1-1,0 0,0 0,1 0,-1-1,0 1,1-1,-1 0,0-1,1 1,-14-8</inkml:trace>
  <inkml:trace contextRef="#ctx0" brushRef="#br0" timeOffset="867.681">819 791,'-14'-5,"0"1,0 1,-1 0,1 1,-1 0,0 1,0 1,0 0,1 1,-1 1,0 0,1 1,-1 0,1 2,0-1,0 2,-3 2,13-6,1 0,-1 1,1-1,0 1,0 0,0 0,0 0,0 0,1 1,0-1,-1 1,1-1,0 1,1 0,-1 0,1 0,0 0,0 0,0 0,0 0,1 1,-1-1,1 0,0 0,1 0,-1 1,1-1,-1 0,1 0,1 0,-1 0,0 0,1 0,0 0,0-1,0 1,1-1,-1 1,1-1,-1 0,1 0,0 0,0 0,1 0,-1-1,2 1,8 3,1-2,0 0,0 0,0-1,1-1,-1-1,1 0,-1 0,1-2,-1 0,1 0,-1-1,0-1,1-1,-1 0,-1-1,12-5,-4 1,-1-2,0 0,-1-2,0 0,0-1,-2-1,0 0,0-1,-2-1,0-1,-1 0,-1-1,0 0,-2-1,0-1,-1 0,-1 0,-1 0,-2-1,0-1,2-13,5-27,-2 0,-3-1,-4 0,-1 0,-6-46,3 110,0-9,0 1,0 0,-1 0,0-1,0 1,-1 0,0 0,-1 0,0 1,0-1,0 1,-1-1,0 1,-1 0,1 0,-4-2,7 8,-1 0,1 0,-1 0,1 0,-1 0,0 1,1-1,-1 0,0 1,0-1,0 1,1 0,-1 0,0 0,0 0,0 0,0 0,1 0,-1 0,0 1,0-1,0 1,1-1,-1 1,0 0,1 0,-1 0,1 0,-1 0,1 0,-1 0,1 0,-1 0,1 1,-1 0,-35 57,32-43,1 0,0 0,1 0,1 0,0 0,2 0,-1 1,2-1,0 0,1 0,1 1,2 4,66 186,105 233,-175-436,-1-3,0 0,0 0,0 0,0 1,0-1,1 0,-1 0,0 0,1 0,-1 1,0-1,1 0,-1 0,1 0,0 0,-1 0,1 0,0 0,0 0,-1-1,1 1,0 0,0 0,0-1,0 1,0 0,0-1,0 1,0-1,0 1,0-1,1 0,-1 1,0-1,0 0,0 0,1 0,-1 0,1 0,41-82,-29 48,-6 15,0 0,1 1,1 0,0 0,2 1,0 1,2-2,-14 17,1 1,-1-1,1 1,-1-1,0 1,1-1,-1 1,1-1,-1 1,1-1,-1 1,1 0,0-1,-1 1,1 0,-1 0,1-1,0 1,-1 0,1 0,0 0,-1 0,1 0,0 0,-1 0,1 0,0 0,-1 0,1 0,0 0,-1 0,1 0,0 1,-1-1,1 0,-1 1,1-1,-1 0,1 1,0-1,-1 1,1-1,-1 0,0 1,1-1,-1 1,1 0,-1-1,0 1,1-1,-1 1,0 0,0-1,1 1,10 43,-9-31,0-6,0 0,0 0,0 0,1 0,0 0,0-1,1 1,0-1,0 0,0 0,1 0,0-1,0 1,1-1,-1-1,1 1,0-1,0 0,1 0,-1-1,1 0,0 0,-1 0,1-1,1 0,-1 0,1-1,1 0,-1-1,1 0,-1 0,1-1,-1 0,1-1,-1 0,0 0,0-1,0 0,0 0,0-1,-1 0,1 0,-1-1,0 0,-1 0,1 0,-1-1,0 0,0-1,-1 1,0-1,0 0,-1 0,1-1,-2 1,1-1,-1 0,0 0,-1 0,1 0,-2-1,1-3,1 5,-2-1,1 1,-1 0,0-1,0 1,0-1,-1 1,-1-1,1 1,-1 0,-1-1,1 1,-1 0,0 0,-1 0,0 0,-2-4,4 10,0 0,0 0,0 0,0 0,0 0,-1 0,1 1,0-1,-1 0,1 1,0-1,-1 1,1-1,-1 1,1 0,0 0,-1-1,1 1,-1 0,1 0,-1 1,1-1,-1 0,1 0,-1 1,1-1,0 1,-1-1,1 1,0 0,-1-1,1 1,0 0,0 0,0 0,0 0,-1 0,-36 44,33-37,1 0,0 0,0 0,1 0,0 1,1 0,0-1,0 1,0 0,1 0,1 0,0 0,0 0,0 0,1 0,1 0,0 0,0 0,0-1,1 1,1-1,-1 0,1 1,1-2,-1 1,1 0,1-1,-1 0,1 0,1-1,-1 0,1 0,0 0,0-1,3 2,2 0,1-1,0 1,1-2,-1 0,1-1,0 0,0-1,0 0,1-2,-1 1,1-2,-1 0,1 0,-1-2,0 0,8-2,28-10</inkml:trace>
  <inkml:trace contextRef="#ctx0" brushRef="#br0" timeOffset="1760.937">2198 655,'0'-1,"-1"1,1-1,-1 0,0 1,0-1,1 1,-1-1,0 1,0-1,0 1,1-1,-1 1,0 0,0-1,0 1,0 0,0 0,0 0,0 0,0 0,0 0,0 0,1 0,-1 0,0 0,0 1,0-1,0 0,0 1,0-1,0 0,1 1,-1-1,0 1,0-1,1 1,-1 0,0-1,1 1,-1 0,0-1,1 1,-1 0,1 0,-1 0,-17 41,16-34,1 0,1-1,-1 1,1 0,0-1,1 1,0 0,0-1,1 1,0-1,0 0,1 1,0-1,0 0,0 0,1-1,0 1,1-1,-1 0,1 0,0 0,1-1,-1 1,1-1,0-1,0 1,1-1,0 0,-1-1,1 1,0-1,1-1,-1 1,0-1,1-1,-1 1,1-1,0 0,-1-1,1 0,0 0,-1-1,1 0,7-2,-4-3,0-1,-1 0,1-1,-1 0,-1 0,0-1,0-1,-1 1,0-1,0-1,-1 1,-1-1,0-1,0 1,-1-1,-1 0,0 0,0 0,-2-1,1 1,-1-1,-1-10,0-17,-1 39,0 1,0-1,0 0,0 1,0-1,0 1,0-1,0 0,0 1,0-1,0 1,0-1,0 0,-1 1,1-1,0 1,0-1,-1 1,1-1,0 1,-1-1,1 1,-1-1,1 1,0-1,-1 1,1 0,-1-1,1 1,-1 0,1-1,-1 1,1 0,-1 0,0-1,1 1,-1 0,1 0,-1 0,0 0,1 0,-1 0,1 0,-1 0,0 0,1 0,-1 0,1 0,-1 1,1-1,-1 0,0 0,1 1,-1-1,1 0,-1 0,1 1,-1-1,-4 6,-1 1,1-1,0 1,1 0,0 0,0 0,0 0,1 1,0-1,1 1,-1 0,1 0,1 0,0 0,0 1,0-1,1 0,1 6,-1-9,1 1,0-1,0 1,0-1,1 1,-1-1,1 0,1 1,-1-1,1 0,0 0,0-1,0 1,1-1,-1 0,1 1,0-1,0-1,1 1,-1-1,1 0,0 0,0 0,0 0,0-1,0 0,2 0,1 1,1-1,-1 0,1 0,0-1,0 0,-1-1,1 0,0 0,0-1,0 0,-1-1,1 1,-1-2,1 1,-1-1,0-1,2 0,0-2,0 0,-1-1,0 0,0 0,-1-1,0 0,0 0,0-1,-2 0,1 0,-1-1,0 0,-1 0,0 0,-1-1,0 1,0-1,-1 0,-1 0,1-3,-3 14,1-1,-1 0,1 0,-1 0,1 0,-1 0,0 0,1 0,-1 1,0-1,0 0,0 0,0 0,0 0,0 0,0 0,0 0,0 0,0 0,0 0,-1 0,1 0,0 0,-1 0,1 0,0 0,-1 0,0 0,1 1,-1-1,1 0,-1 0,0 1,0-1,1 0,-1 1,0-1,0 1,0-1,0 1,1-1,-1 1,0 0,0-1,0 1,0 0,0 0,0-1,0 1,0 0,0 0,0 0,0 1,0-1,0 0,0 0,0 0,-1 1,-1 1,0 1,0 0,0 0,0 0,0 0,1 1,0-1,-1 1,1-1,0 1,1 0,-1 0,1 0,-1 0,1 0,0 0,1 0,-1 0,1 0,0 0,0 0,0 1,0-1,1 0,0 0,0 0,0 0,0 0,1 0,-1 0,1 0,0-1,2 4,5 0,0-1,1 0,0 0,0-1,0-1,1 1,-1-2,1 1,0-2,0 1,0-1,1-1,-1 0,0-1,1 0,-1-1,5 0,-4 1,0 0,0-1,0-1,0 0,0 0,0-1,-1-1,1 0,-1 0,0-1,0-1,0 0,8-6,-19 11,0 1,1-1,-1 0,0 1,1-1,-1 1,1-1,-1 1,1-1,0 1,-1-1,1 1,-1 0,1-1,0 1,-1 0,1-1,0 1,0 0,-1 0,1 0,0 0,-1 0,1-1,0 1,0 1,-1-1,1 0,0 0,0 0,-1 0,1 0,0 1,-1-1,1 0,0 1,-1-1,1 0,0 1,-1-1,1 1,-1-1,1 1,-1-1,1 1,-1-1,1 1,-1 0,0-1,1 1,-1-1,0 1,1 0,-1 0,0-1,0 1,0 0,0 0,5 6,0-1,1 1,-1-1,1 0,0-1,1 0,-1 0,1 0,0 0,0-1,1 0,-1-1,1 0,0 0,-1 0,1-1,1-1,-1 1,0-1,0 0,1-1,-1 0,0 0,0-1,1 0,-1-1,0 0,0 0,0 0,0-1,-1 0,1-1,-1 0,0 0,0 0,0-1,0 0,1-2,-5 2,1 0,-1 0,0-1,0 1,-1-1,0 1,0-1,0 0,0 0,-1 0,0 0,0 0,-1 0,0 0,0 0,0 0,-1 0,0 0,0 0,0 0,-1 0,0 0,0 1,0-1,-1 1,0-1,0 1,0 0,-1 0,0 0,0 1,0-1,0 1,-1 0,0 0,1 1,-2-1,1 1,0 0,0 0,-6-1,-4-3,0 1,0 1,0 0,-1 1,0 1,1 1,-1 0,0 0,0 2,0 0,0 1,0 1,0 0,0 1,-13 4,24-5,0-1,0 1,1 0,-1 0,0 0,1 0,0 1,-1 0,1 0,0 0,1 1,-1-1,0 1,1 0,0 0,0 0,0 0,1 0,-1 1,1-1,0 1,0 0,1 0,-1 0,1-1,0 1,0 0,1 1,0-1,-1 0,2 0,-1 0,1 0,-1 0,1 0,1 0,1 4,3 1,2 1,0-1,0-1,0 1,1-1,1-1,0 0,0 0,0-1,1 0,0-1,0 0,1-1,-1 0,1-1,0 0,1-1,-1 0,1-1,1-1,37 6</inkml:trace>
  <inkml:trace contextRef="#ctx0" brushRef="#br0" timeOffset="2033.75">3469 204,'-16'-9,"-13"-4,-10 4,-8 7,-1 11,6 12,10 10,14 10,19 8,19 6,21 3,4-7</inkml:trace>
  <inkml:trace contextRef="#ctx0" brushRef="#br0" timeOffset="2231.561">3673 887,'17'12,"12"3,12 0,9-6,8-6,3-8,-2-9,-6-5,-13-1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9:53.7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164 642,'-2'19,"-2"12,2 9,-1 4,2 2,2-5,6-7,4-9,1-9</inkml:trace>
  <inkml:trace contextRef="#ctx0" brushRef="#br0" timeOffset="673.843">1 301,'50'16,"0"-2,0 3,-1 1,0 3,-2 2,-1 2,39 28,-75-45,0 1,0 0,-1 1,0 0,-1 1,0-1,-1 2,0-1,-1 1,0 0,0 0,-2 1,0-1,0 1,-1 0,0 0,-1 0,-1 1,0 10,-1 22,10 65,-9-108,0 0,0-1,1 1,-1 0,1-1,-1 1,1-1,0 1,0-1,0 0,1 0,-1 0,0 0,1 0,0-1,-1 1,1-1,0 1,-1-1,1 0,0 0,0 0,0-1,0 1,0-1,0 1,0-1,0 0,1 0,-1 0,0-1,7 0,0 0,1-1,-1 0,0 0,0-1,0-1,0 0,5-3,-3 1,-1-1,1-1,-1 0,-1 0,0-1,0 0,0-1,-1 0,-1-1,0 0,0 0,-1 0,0-1,-1 0,-1-1,0 0,0 1,-1-1,-1-1,0 1,-1 0,0-8,-3 45,0-17,0 0,0 0,1-1,0 1,1 0,-1 0,1-1,0 1,1 0,-1-1,2 1,-1-1,0 0,1 0,1 0,-1 0,1 0,-1-1,5 4,-3-4,1-1,0 0,1 0,-1 0,1-1,0 0,0 0,0-1,0 0,0 0,0 0,1-1,-1 0,0-1,1 0,-1 0,0 0,1-1,-1 0,6-2,3 0,0-2,0 0,0 0,-1-1,0-1,0-1,0 0,10-9,-14 9,0-1,0-1,-1 1,-1-2,0 1,0-1,-1-1,0 1,-1-2,-1 1,0-1,0 1,-6 38,-2-17,-4 106,6-110,1 0,-1-1,1 1,0-1,1 1,-1-1,1 1,0-1,0 0,0 0,0 0,1 0,0 0,0 0,0-1,0 1,0-1,1 0,-1 0,1 0,0-1,0 1,1-1,23 8,-1-4</inkml:trace>
  <inkml:trace contextRef="#ctx0" brushRef="#br0" timeOffset="920.744">1393 328,'0'0</inkml:trace>
  <inkml:trace contextRef="#ctx0" brushRef="#br0" timeOffset="1287.88">1803 0,'-5'10,"11"119,10 380,-16-502,0 11,1 0,0 1,2-1,0 1,1-1,0 0,2-1,0 1,8 15,-11-30,-1 0,0 0,1 0,-1 0,1 0,0 0,0-1,0 0,0 0,0 1,1-2,-1 1,1 0,-1-1,1 1,0-1,-1 0,1-1,0 1,0 0,0-1,0 0,-1 0,1 0,0-1,0 1,0-1,0 0,7-1,0-1,-1-1,1 0,-1 0,0-1,0-1,0 1,-1-1,1-2,6-4,-1-1,-1 0,0-1,-1-1,-1 0,0-1,-1 0,0-1,-2 0,2-5,-9 14,-10 24,6-11,-1 1,1-1,0 0,0 1,0 0,1 0,0-1,0 1,1 0,-1 0,1 0,1 0,-1 0,1 0,0-1,0 1,1 0,-1 0,1-1,0 1,1-1,0 0,0 0,0 0,0 0,1 0,-1-1,1 1,1-1,1 2,73 15,-36-19</inkml:trace>
  <inkml:trace contextRef="#ctx0" brushRef="#br0" timeOffset="1537.216">2336 396,'0'0</inkml:trace>
  <inkml:trace contextRef="#ctx0" brushRef="#br0" timeOffset="1703.77">1694 273,'23'-5,"28"-1,28 0,20-1,12 1,-13 1</inkml:trace>
  <inkml:trace contextRef="#ctx0" brushRef="#br0" timeOffset="2519.87">2963 696,'-5'-8,"-1"1,1-1,-2 1,1 1,-1-1,0 1,0 0,-1 1,0-1,0 2,0-1,-1 1,1 0,-1 1,0 0,0 0,0 1,0 0,-1 1,1 0,0 0,-1 1,1 0,0 1,-1 0,1 1,0-1,0 2,0-1,0 1,0 1,0 0,1 0,0 0,0 1,0 1,-3 2,2-1,1-1,1 1,-1 0,1 1,1 0,-1 0,1 0,1 1,-1 0,-1 5,6-12,0 1,0-1,0 1,0 0,0-1,1 1,-1 0,1 0,0-1,0 1,0 0,0 0,0 0,0-1,1 1,-1 0,1-1,0 1,0 0,0-1,0 1,0-1,1 1,-1-1,1 0,0 0,-1 1,1-1,0 0,0-1,0 1,1 0,-1 0,0-1,1 0,-1 1,1-1,-1 0,1 0,1 0,13 4,0-1,0 0,1-2,-1 0,1-1,-1-1,1 0,-1-1,1-1,-1-1,0-1,0 0,0-1,0 0,-1-2,3-2,-9 5,0-1,0 0,-1 0,0-1,0 0,0-1,-1 0,0 0,0-1,-1 0,0-1,0 1,-1-1,3-7,-9 17,-1-1,0 1,0 0,0-1,1 0,-1 1,0-1,0 1,0-1,0 0,0 0,0 0,0 1,0-1,0 0,0 0,0 0,0 0,0 0,0-1,0 1,0 0,1 0,-1-1,0 1,0-1,0 1,0 0,0-1,1 0,-1 1,0-1,0 1,1-1,-1 0,0 0,1 1,-1-1,1 0,-1 0,1 0,-1 1,1-1,0 0,-1 0,1 0,0 0,0 0,0 0,-1 0,1 0,0 0,0 0,1 0,-1 0,0 0,0 0,0 0,1 0,-1 1,0-1,1 0,-1 0,1 0,-1 0,-2 4,-1 0,0 0,1 1,0-1,0 1,0 0,0-1,0 1,1 0,-1 0,1 0,0 0,1 0,-1 1,1-1,-1 0,1 0,1 0,-1 0,0 1,1-1,0 0,0 0,0 0,1 0,-1 0,1-1,0 1,0 0,0-1,1 1,-1-1,1 0,0 0,0 0,0 0,0 0,3 2,4-1,0 1,1-1,-1-1,1 0,0 0,0-1,0-1,0 0,0 0,0-1,0-1,0 1,1-2,-1 0,-1 0,1-1,0 0,-1-1,1 0,-1-1,2-1,2-2,0-1,0 0,0-1,-1-1,-1 0,0 0,-1-1,0-1,0 0,-2-1,1 0,-2 0,0-1,-1 0,0 0,-1-1,-1 1,0-1,-1-1,-1 1,-1-1,0 1,-1-7,3-10,-2 0,-2 1,0-1,-2 0,-2 0,-1 1,-1 0,-2 0,-1 0,-13-29,21 57,-1 0,1 1,0-1,-1 0,0 1,0-1,0 1,0 0,-1 0,1 0,-1 0,0 0,1 0,-1 1,-1-1,1 1,0 0,-1 0,1 0,-1 0,1 1,-1 0,0-1,0 1,1 0,-1 1,0-1,0 1,0 0,0 0,-3 4,0 0,1 0,0 1,0 0,0 0,0 0,1 1,0 0,0 0,1 0,-1 1,1-1,1 1,-1 0,1 0,1 1,-1-1,1 1,0-1,-6 17,1 0,0 0,2 0,1 1,1-1,1 1,1 0,1 0,2 0,0 0,1-1,2 1,0-1,2 0,1 0,0-1,2 0,1 0,1-1,0-1,2 0,1 0,-5-7,1 0,0-1,1-1,0 0,1-1,0 0,1-1,0 0,1-1,0-1,0 0,1-1,0-1,0 0,1-2,5 2,-17-6,1 0,-1-1,0 1,0-1,1 0,-1 0,0-1,0 0,0 1,0-2,0 1,-1-1,1 1,-1-1,1-1,-1 1,0 0,0-1,-1 0,1 0,-1 0,0 0,0-1,0 1,0-1,-1 0,1-1,4-11,0 0,-1 0,-1-1,0 1,-1-1,-2-1,1-4,-3 3,0 20,0 0,-1 0,1-1,0 1,-1 0,1 0,0 0,-1 0,1 0,0 0,-1 0,1 0,0 0,-1 0,1 0,-1 0,1 0,0 0,-1 0,1 0,0 0,-1 0,1 1,0-1,-1 0,1 0,0 0,-1 1,1-1,0 0,0 0,-1 1,1-1,0 0,0 0,-1 1,1-1,0 0,0 1,0-1,0 0,0 1,0-1,-1 0,1 1,0-1,0 1,0-1,0 0,0 1,0-1,0 0,0 1,0-1,1 0,-1 1,0-1,0 1,-6 19,0 1,2 1,0-1,1 1,2-1,0 12,0-27,1 0,-1-1,1 1,1 0,-1 0,1 0,0 0,0-1,1 1,0-1,0 1,0-1,0 1,1-1,0 0,0 0,1 0,-1-1,1 1,0-1,0 0,0 0,1 0,0-1,-1 1,1-1,0 0,1-1,-1 1,0-1,3 1,23 2</inkml:trace>
  <inkml:trace contextRef="#ctx0" brushRef="#br0" timeOffset="2766.761">3796 137,'-4'20,"5"15,11 8,5-3</inkml:trace>
  <inkml:trace contextRef="#ctx0" brushRef="#br0" timeOffset="4008.078">4083 615,'2'-4,"-1"1,1-1,0 1,-1 0,2 0,-1 0,0 0,0 0,1 0,0 1,0-1,-1 1,1 0,0 0,1 0,-1 0,0 0,1 1,-1 0,1-1,-1 1,1 0,-1 1,1-1,0 1,1-1,2 1,1 0,0 0,-1 0,1 1,0 0,-1 1,1 0,-1 0,0 0,1 1,-1 0,1 1,1 2,-1-1,0 1,0 0,-1 1,0 0,0 0,0 0,-1 1,0 0,-1 0,0 1,0 0,-1-1,0 1,0 1,-1-1,0 1,-1-1,1 7,1 10,-2 0,0-1,-2 1,-1 0,-1 0,-1 0,-2 0,-27 115,21-106,2 1,1 0,2 1,2 0,1 0,2 2,3-27,-1 0,2 0,0 0,0 0,1-1,1 1,0-1,0 0,1-1,0 1,1-1,0 0,1-1,0 0,0 0,1-1,0 0,1 0,-1-1,2 0,-1-1,1 0,0-1,0 0,0-1,1 0,-1 0,1-1,0-1,10 1,-17-2,0-1,0 1,-1-1,1 0,0-1,0 1,-1-1,1 0,0 0,-1 0,1-1,-1 1,1-1,-1 0,0-1,0 1,0-1,0 1,0-1,-1 0,1-1,-1 1,0-1,0 1,0-1,0 0,-1 0,1 0,-1-1,0 1,0 0,0-2,1-6,-1 0,0 1,0-1,-1 0,-1 0,0 0,0 0,-1 0,-1 0,0 0,-1 1,0-1,-2-4,-68-141,49 119,-1 2,-1 0,-3 2,0 0,-2 2,-2 2,0 1,-2 1,-36-20,22 15,53 26,68 0,-2 3,161-9,124-27,-300 25,-76 1,-15 9,0 1,-1 1,0 3,0 1,-8 2,43-3,-6 0,0 0,0 0,0 1,0 1,0-1,1 1,-1 0,0 1,1 0,-1 0,1 0,0 1,0 0,-6 5,13-8,-1 0,1 0,-1 0,1 0,0 0,-1 0,1 0,0 0,0 0,0 0,0 0,0 0,0 0,0 0,0 0,0 0,0 0,0 0,1 0,-1 0,0-1,1 1,-1 0,1 0,-1 0,1 0,-1 0,1-1,0 1,-1 0,1 0,0-1,0 1,0 0,-1-1,1 1,0-1,0 1,0-1,0 0,0 1,0-1,43 19,-27-15,1 0,-1-1,1-1,0 0,0-2,0 0,0-1,-1 0,1-2,0 0,-1-1,1-1,-1 0,15-8,-32 13,1-1,-1 0,1 1,0-1,-1 1,1-1,0 1,-1-1,1 1,0 0,-1-1,1 1,0 0,0-1,-1 1,1 0,0 0,0 0,0 0,-1 0,1 0,0 0,0 0,0 0,-1 0,1 0,0 0,0 1,-1-1,1 0,0 1,0-1,-1 0,1 1,0-1,-1 1,1-1,0 1,-1-1,1 1,-1 0,1-1,-1 1,1 0,-1-1,0 1,1 0,-1-1,0 1,1 0,-1 0,0 0,1 7,1 0,0 0,0-1,1 1,0 0,0-1,1 0,0 0,0 0,1 0,0-1,0 1,1-1,-1 0,1-1,0 0,1 0,0 1,3-1,-1 0,1 0,0-1,0 0,0-1,1 0,-1-1,1 0,0 0,0-1,1-1,-7 1,0-1,-1-1,1 1,-1 0,1-1,-1 0,1 0,-1-1,1 1,-1-1,0 0,0 0,0 0,0-1,0 1,0-1,-1 0,1 0,-1 0,0 0,0-1,0 0,0 1,-1-1,1 0,-1 0,0-1,4-15,-2 0,-1-1,0 1,-1-1,-2 1,0-1,-1 0,-1 1,-1-1,-1 1,-3-12,7 32,-13-87,14 85,0 0,0 1,0-1,0 1,0-1,1 1,-1-1,0 1,1 0,-1 0,1 0,0 0,-1 0,1 0,0 0,-1 0,1 0,0 1,0-1,0 1,0 0,0-1,-1 1,1 0,0 0,0 0,0 0,0 0,0 1,0-1,0 1,-1-1,1 1,0 0,0-1,0 1,0 1,41 9,0 2,-1 2,-1 2,0 1,7 7,-42-23,0 1,-1 1,1-1,0 1,-1 0,0 0,0 1,0-1,-1 1,1 0,-1 1,0-1,-1 1,1-1,-1 1,0 0,-1 1,1-1,-1 0,-1 1,1-1,0 6,-1 10,-1-18,-1 0,0 0,1-1,0 1,0 0,0 0,1 0,-1-1,1 1,0 0,0 0,0-1,1 1,-1-1,1 1,0-1,0 0,0 0,0 0,0 0,1 0,0 0,-1 0,1-1,0 1,0-1,0 0,1 0,-1 0,0 0,2 0,3-1,-1 0,1-1,0 0,-1 0,1-1,0 0,-1 0,1-1,-1 1,0-2,1 1,-1-1,0 0,-1-1,1 1,0-1,2-3,6-4,0-1,-1 0,-1 0,0-2,-1 1,8-13,-12 16,-1-1,0 1,-1-1,0 0,-1-1,0 1,-1-1,0 0,-1-1,1-3,-4 15,0 0,1-1,-1 1,0 0,0 0,0 0,0 0,0-1,0 1,0 0,0 0,-1 0,1 0,0 0,-1 0,1-1,0 1,-1 0,1 0,-1 0,0 0,1 0,-1 1,0-1,0 0,0 0,1 0,-1 1,0-1,0 0,0 1,0-1,0 1,0-1,-1 1,1-1,0 1,0 0,0-1,0 1,0 0,0 0,-1 0,1 0,0 0,-50 19,45-15,0 0,1 1,0-1,0 1,0 0,1 0,-1 1,1 0,0-1,1 1,0 0,0 1,0-1,0 1,1-1,0 1,1 0,0 0,0-1,0 1,1 0,-1 0,2 0,-1 0,1 0,0 0,1 0,-1-1,1 1,1 0,-1-1,1 0,0 1,1-1,-1 0,1-1,2 2,7 5,1-1,0-1,1 0,0-1,1-1,-1 0,2-1,-1-1,1 0,0-1,0-1,1-1,4 1,79 14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29:50.2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287 349,'0'7,"0"12,0 14,0 15,0 14,0 10,0 7,-2-1,-2-5,1-7,1-13,2-15,5-19,3-22,2-19,0-7</inkml:trace>
  <inkml:trace contextRef="#ctx0" brushRef="#br0" timeOffset="272.938">327 664,'-18'-51,"-3"1,-1 1,-3 0,-2 2,-2 1,-2 2,-27-30,-6-13,58 79,-19-44,25 51,1-1,0 1,0-1,0 1,0-1,0 1,0 0,0 0,0 0,1-1,-1 1,0 0,1 1,-1-1,1 0,-1 0,1 0,-1 1,1-1,0 1,-1-1,1 1,0 0,-1 0,1 0,0 0,-1 0,1 0,0 0,1 1,-2-2,49 1,0 2,0 2,0 2,0 3,40 12,-46-11,-1 2,-1 2,0 2,-1 1,13 10,-49-26,0 1,0 0,-1 0,1 1,-1-1,1 1,-1 0,0 0,0 1,0-1,-1 1,1 0,-1 0,0 0,0 0,0 0,-1 1,1 0,-1-1,0 1,0 0,-1 0,0 0,0 0,0 0,0 0,-1 0,1 2,-4-2,0 1,0-1,0 0,0 0,-1-1,0 1,0-1,0 1,-1-1,1 0,-1-1,0 1,0-1,0 0,-1 0,0-1,-37 18,0-2,-2-2,0-2,0-2,-2-2,0-1,-90 21,117-24</inkml:trace>
  <inkml:trace contextRef="#ctx0" brushRef="#br0" timeOffset="1469.081">983 773,'-12'-10,"0"0,-1 1,0 1,0 0,-1 1,0 0,0 1,-12-3,20 7,0 0,0 1,1 0,-1 0,0 1,0 0,0 0,0 0,0 0,0 1,0 0,0 0,0 1,0 0,1 0,-1 0,1 1,-1-1,1 1,0 1,0-1,0 1,-3 3,2 0,0 0,0 0,1 1,0 0,0 0,0 0,1 1,1 0,-1-1,2 1,-2 3,3-9,0 1,0-1,1 1,-1-1,1 1,0-1,0 1,0 0,0-1,0 1,1-1,-1 1,1-1,0 1,0-1,1 0,-1 0,1 1,-1-1,1 0,0 0,0 0,1-1,-1 1,0 0,1-1,0 0,0 1,-1-1,1 0,0 0,2 0,0 0,0-1,0 1,1-1,-1 0,0 0,0-1,1 0,-1 0,0 0,1 0,-1-1,0 0,0 0,0 0,0-1,0 0,0 0,0 0,0 0,0-1,2-2,4-2,0 0,0-1,-1-1,0 0,-1 0,0-1,0 0,3-8,48-92,-52 139,-8-11,-1-10,1-1,0 1,0 0,0 0,1 0,0 0,1-1,-1 1,2 0,-1-1,1 0,0 1,0-1,1 0,0-1,0 1,1-1,0 1,2 1,-4-6,-1-1,1 0,0 0,-1 0,1 0,0 0,0 0,0-1,0 1,-1-1,1 0,0 0,0 0,0 0,0-1,0 1,0-1,0 1,-1-1,1 0,0 0,-1 0,1-1,0 1,-1-1,0 1,1-1,-1 0,0 0,0 0,56-71,-9-59,-32 76,-17 54,0 0,0 0,1 0,-1 0,1 0,-1 0,1 0,0 0,-1 1,1-1,0 0,0 0,1 1,-1-1,0 0,0 1,1-1,-1 1,1 0,0 0,-1-1,1 1,0 0,-1 0,1 0,0 1,0-1,0 0,0 1,0-1,0 1,0 0,0-1,0 1,0 0,0 0,0 1,108 54,-77-38,-25-15,0 1,0 0,0 0,-1 1,1 0,-1 0,0 1,0 0,0 0,-1 1,0 0,0 0,0 0,-1 1,0 0,0 0,0 0,-1 0,-1 1,1 0,-1 0,0 0,1 7,-4 11,0-23,-1 0,1 0,-1 0,1 0,0 0,0 0,0 0,0 0,1 0,-1 0,1 0,0 0,0-1,0 1,0 0,0 0,1-1,-1 1,1-1,0 1,-1-1,1 0,0 1,1-1,-1 0,0 0,0-1,3 2,2-1,-1 0,1-1,-1 0,1 0,-1 0,1-1,0 0,-1-1,1 1,-1-1,1-1,-1 1,1-1,-1 0,0 0,0-1,0 0,0 0,2-2,8-5,0-1,-1 0,0-1,-1-1,0 0,3-5,12-21,-1-1,-1-1,-3-2,-1 0,-3-2,-1 0,-3-1,-1-1,-2 0,-3-1,-2 0,2-39,-7 67,-1 6,0-1,-1 1,0-1,-1 1,0-1,-2 1,1-1,-2 1,-1-5,3 17,1 1,-1 0,1-1,-1 1,0 0,1 0,-1 0,0 0,0 0,0 0,0 0,0 0,0 0,0 0,0 0,0 0,-1 1,1-1,0 0,0 1,-1-1,1 1,0 0,-1-1,1 1,-1 0,1 0,0 0,-1 0,1 0,0 0,-1 0,1 1,-1-1,1 0,0 1,-1-1,1 1,0-1,0 1,0 0,-1-1,1 1,0 0,0 0,0 0,0 0,0 0,0 0,0 0,1 0,-1 0,0 1,1-1,-1 0,0 0,1 1,-1 0,-15 22,1 1,0 1,2 0,1 1,2 0,0 1,2 0,1 0,0 7,-3 6,3-1,1 1,3 0,1 1,1-1,6 38,-3-61,0 0,2 0,0-1,1 1,0-1,2 0,0-1,1 0,0 0,1 0,1-1,1 0,0-1,1-1,0 1,1-2,1 0,-5-4,1-1,0-1,1 1,0-2,0 0,0 0,0-1,1 0,-1-1,1 0,11 1,-16-4,-1 1,1-1,0 0,-1-1,1 1,-1-1,1-1,-1 1,0-1,0 0,1 0,-1-1,-1 0,1 0,0 0,-1-1,1 0,-1 0,0 0,-1-1,1 0,2-3,1-4,-1 0,0 0,-1-1,0 0,-1 0,0-1,-1 1,-1-1,0 0,-1 0,0 0,-1-1,-1 1,-1-14,1 28,-1 0,1 0,0 0,0 0,0 1,0-1,0 0,-1 0,1 0,0 0,0 0,0 0,0 0,-1 0,1 0,0 0,0 0,0 0,0 0,-1 0,1 1,0-2,0 1,0 0,-1 0,1 0,0 0,0 0,0 0,0 0,-1 0,1 0,0 0,0 0,0 0,0 0,0-1,-1 1,1 0,0 0,-7 22,5-13,0 0,0 0,1 0,0 1,1-1,-1 0,2 0,-1 1,2-1,-1 0,1 0,0 0,1 0,0-1,1 1,-1-1,2 1,-1-1,1 0,0-1,1 1,0-1,0 0,0-1,1 1,0-1,7 4,-4-5,0 0,1 0,0-1,0 0,0-1,1 0,10 1,25 1</inkml:trace>
  <inkml:trace contextRef="#ctx0" brushRef="#br0" timeOffset="1712.431">1816 349,'28'3,"35"0,36 0,33 0,25-1,-13-1</inkml:trace>
  <inkml:trace contextRef="#ctx0" brushRef="#br0" timeOffset="2161.234">3264 869,'-5'-9,"-1"1,-1 0,1 0,-1 0,0 1,-1 0,0 1,0-1,0 2,-1-1,0 1,0 0,0 1,-1 0,0 1,1 0,-1 0,0 1,0 0,0 1,-1 0,1 1,0 0,0 0,-1 1,1 1,0 0,0 0,0 1,1 0,-1 0,1 1,-1 1,-5 3,9-3,-1 1,1 0,0 0,0 0,1 1,-1 0,2 0,-1 0,1 1,0 0,1-1,-1 3,2-6,1-1,0 1,0 0,0-1,1 1,-1 0,1 0,0 0,0 0,0-1,1 1,-1 0,1 0,0-1,0 1,0 0,0-1,1 1,0-1,-1 1,1-1,0 0,1 0,-1 0,1 0,-1 0,1 0,0-1,2 3,1-2,0 1,-1-1,1 0,0 0,1 0,-1-1,0 0,1-1,-1 1,1-1,0 0,-1-1,1 1,0-1,-1-1,1 1,0-1,-1 0,1-1,4-1,2-1,-1-1,-1 0,1 0,-1-1,0 0,0-1,-1 0,0-1,0 0,0-1,-1-1,-1 2,-1 0,-1 0,0-1,0 0,0 0,-1 0,-1-1,0 0,0 0,0 0,-2 0,1-1,-1 0,-2 16,-1-1,2 0,-1 0,0 1,1-1,0 0,0 0,0 0,1 0,-1 0,1 0,0 0,0 0,0 0,1-1,-1 1,1-1,0 0,0 0,0 0,0 0,4 2,88 44,-19-28,2-6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1:13.4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1 126,'16'0,"18"0,16 0,13 0,11 0,2 0,-6 0,-14 0</inkml:trace>
  <inkml:trace contextRef="#ctx0" brushRef="#br0" timeOffset="258.308">56 317,'23'2,"24"1,25 0,21-5,16-5,7-3,1-3,-19 2</inkml:trace>
  <inkml:trace contextRef="#ctx0" brushRef="#br0" timeOffset="506.644">1066 235,'4'9,"1"0,-1 0,1-1,1 0,0 0,0 0,0-1,1 0,0 0,1-1,-1 0,1 0,0 0,1-1,-1-1,1 1,0-1,0-1,1 0,-1 0,0-1,1 0,0-1,0 1,-1-2,1 0,0 0,0-1,-1 0,1 0,6-3,-11 3,0-1,-1 0,1 0,0-1,-1 1,0-1,0 0,0 0,0 0,0-1,0 1,-1-1,0 0,0 0,0 0,0-1,-1 1,1 0,-1-1,0 0,0 0,-1 1,0-1,1 0,-2 0,1 0,-1-1,1 1,-1 0,-1 0,1 0,-1 0,0 0,0 0,0 0,-1 0,1 1,-3-5,-2-4,0 0,0 0,-2 1,1 0,-2 0,0 1,0 0,-1 0,0 1,0 1,-2-1,1 2,-1 0,0 0,0 1,-1 0,0 1,-1 1,1 0,-1 1,-12-3,18 7,-1-1,1 1,-1 0,0 1,1 0,-1 1,1 0,-1 0,1 0,0 1,0 0,0 1,0 0,1 0,0 1,-1 0,2 0,-1 1,1-1,-1 2,2-1,-1 1,1-1,0 1,0 1,1-1,0 1,0 0,1 0,0 0,0 1,-13 49,7-2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1:10.2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83 134,'0'23,"0"17,0 11,0 9,0 3,0 0,-2-4,-1-7,-3-7,-1-12,-1-11</inkml:trace>
  <inkml:trace contextRef="#ctx0" brushRef="#br0" timeOffset="473.735">1 11,'41'-5,"1"1,0 2,0 3,0 1,0 1,-33-1,-1-1,0 1,0 1,-1 0,1 0,-1 0,1 1,-1 0,0 0,6 5,-10-7,-1 1,0-1,1 0,-1 0,0 1,0 0,0-1,-1 1,1 0,-1 0,1 0,-1 0,0 0,0 0,0 0,-1 0,1 0,-1 1,1-1,-1 0,0 0,-1 1,1-1,0 0,-1 0,0 0,0 0,0 2,-5 5,0-1,0 0,-1-1,-1 0,1 0,-1 0,0-1,-1 0,0-1,0 0,0 0,-1-1,1 0,-1 0,-1-1,1-1,0 0,-1 0,-7 0,-117 17,135-20,0 0,-1 0,1-1,-1 1,1 0,0 0,-1 0,1-1,-1 1,1 0,-1 0,1 0,-1 0,1 0,0 0,-1 0,1 0,-1 0,1 0,-1 0,1 1,-1-1,1 0,0 0,-1 0,1 0,-1 1,1-1,0 0,-1 1,1-1,-1 0,1 0,0 1,0-1,-1 1,1-1,0 0,0 1,-1-1,1 1,0-1,0 0,0 1,0-1,-1 1,1-1,0 1,0-1,0 1,0-1,0 1,0-1,0 0,1 1,-1-1,0 1,0-1,0 1,26 17,70 32,95 58,-157-83,-22-15,0 0,1-1,0-1,1 0,0-1,13 5,13-13,-24-7</inkml:trace>
  <inkml:trace contextRef="#ctx0" brushRef="#br0" timeOffset="818.569">711 134,'4'11,"-1"-1,0 1,-1 0,0 0,-1 1,0-1,-1 0,0 0,-1 12,0-9,-5 51,4-52,0 1,1 0,0 1,1-1,1 0,0 0,1 0,0 0,2 1,-2-10,0 1,1-1,0 0,0 0,1 0,-1 0,1-1,0 1,0-1,1 0,-1 0,1-1,0 1,0-1,0 0,0 0,1-1,-1 0,1 0,-1 0,3 0,9 2,0 0,1-2,-1 0,0-1,1 0,11-2,50-12,-51 3</inkml:trace>
  <inkml:trace contextRef="#ctx0" brushRef="#br0" timeOffset="1096.526">671 311,'18'10,"18"2,13 0,8-3,3-4,-3-6,-8-6,-13 0</inkml:trace>
  <inkml:trace contextRef="#ctx0" brushRef="#br0" timeOffset="1349.363">616 121,'23'-3,"24"0,23 0,15 0,8 1,-13 1</inkml:trace>
  <inkml:trace contextRef="#ctx0" brushRef="#br0" timeOffset="1639.579">1476 134,'-19'-5,"1"1,-1 1,0 1,0 1,0 0,0 2,0 0,0 1,0 1,0 0,1 2,-1 0,1 1,0 1,1 0,-15 10,30-17,0 1,0 0,0 0,0 0,0 0,0 0,1 0,-1 1,0-1,1 1,-1-1,1 1,-1 0,1-1,0 1,-1 0,1 0,0 0,0 0,1 0,-1 0,0 0,1 0,-1 0,1 0,0 1,-1-1,1 0,0 0,1 0,-1 1,0-1,0 0,1 0,0 0,-1 0,1 0,0 0,0 0,0 0,0 0,0 0,0 0,1-1,-1 1,2 1,12 6,1 0,0-1,0-1,1-1,0 0,0-1,0 0,1-2,1 0,13 4,22 4,-27-6,-1 0,1 2,-1 0,-1 2,0 1,22 13,-45-23,0 1,0 0,0-1,-1 1,1 0,0 1,-1-1,1 0,-1 0,1 1,-1-1,0 0,1 1,-1 0,0-1,0 1,0 0,0-1,-1 1,1 0,0 0,-1 0,1 0,-1-1,0 1,1 0,-1 0,0 0,0 0,0 0,0 0,-1 0,1 0,-1 0,1 0,-1 0,1-1,-1 1,0 0,0 0,0-1,0 1,0 0,-1-1,1 1,-1 0,-10 8,-1-2,0 1,0-1,-1-1,1 0,-2-1,1-1,-1 0,1-1,-1-1,-1 0,1-1,0 0,-15-1,26-1,1 1,-1-1,1 1,-1-1,1 0,-1-1,0 1,1-1,-1 1,1-1,0 0,-1 0,1 0,0-1,0 1,-1-1,1 0,0 0,1 0,-1 0,0-1,1 1,-1-1,-6-15</inkml:trace>
  <inkml:trace contextRef="#ctx0" brushRef="#br0" timeOffset="1899.015">1817 175,'-7'7,"-1"0,1 0,0 1,1 0,-1 0,2 1,-1-1,1 1,0 1,1-1,0 0,1 1,0 0,0 0,1 0,1 0,-1 0,2 1,-1-1,1 0,1 0,0 1,1-1,-1 0,2 0,0 0,0 0,0-1,1 1,1-1,0 0,3 4,4 0,1-1,0-1,1 0,1-1,-1 0,1-1,1-1,0 0,0-1,0-1,1-1,0 0,0-1,0-1,1 0,-1-2,1 0,0-1,-1 0,1-2,15-3,58-27,-59 12</inkml:trace>
  <inkml:trace contextRef="#ctx0" brushRef="#br0" timeOffset="2099.056">1791 366,'20'2,"22"2,17-2,12 1,6-4,-3-1,-9-3,-17 0</inkml:trace>
  <inkml:trace contextRef="#ctx0" brushRef="#br0" timeOffset="2423.364">1954 106,'49'0,"165"1,113 17,-313-16,0-2,1 1,-1 0,1 1,-1 1,1 1,-1 0,0 0,-1 1,1 1,-1 1,0-1,-1 2,7 4,-15-4,1 0,-1 0,-1 0,1 1,-1-1,-1 1,0 0,0-1,0 1,-1 0,-1 0,0 0,0 0,0 0,-1 0,-1 0,1 0,-2 0,1 0,-1 8,-6 47,-13 148,23-198,2-8</inkml:trace>
  <inkml:trace contextRef="#ctx0" brushRef="#br0" timeOffset="2608.868">2500 79,'-5'-2,"8"-1,20 0,22 1,22 0,21-1,13-1,9-1,-15-1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1:08.8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3 369,'-1'-4,"1"1,-1-1,1 1,0-1,-1 1,2-1,-1 1,0-1,1 1,-1-1,1 1,0-1,0 1,1 0,-1 0,1-1,-1 1,1 0,0 0,0 1,1-1,-1 0,0 1,1-1,-1 1,1 0,0 0,0 0,0 0,0 0,0 1,1-1,1 0,21-3,0 0,-1 2,1 1,0 1,21 2,-12-1,340 3,-338-5,-28-1</inkml:trace>
  <inkml:trace contextRef="#ctx0" brushRef="#br0" timeOffset="6486.263">481 0,'5'6,"0"0,1 0,-1 0,1-1,0 0,1 0,-1-1,1 1,0-2,0 1,0-1,0 0,1 0,0-1,12 7,-10-5,14 5,0 1,-1 2,0 0,-1 1,0 2,-1 0,-1 1,9 10,-27-25,0 0,0 1,-1-1,1 1,-1 0,1-1,-1 1,0 0,0 0,0 0,0 0,0 0,0 0,0 0,0 0,-1 0,1 0,-1 0,0 0,0 1,0-1,0 0,0 0,0 0,0 1,-1-1,1 0,-1 0,1 0,-1 0,0 0,0 0,0 0,-1 1,-7 5,-1 0,0-1,-1-1,1 1,-1-2,0 0,-10 3,-7 5,5-2,12-7,0 0,0 2,0-1,1 1,0 1,1 0,-1 0,1 1,0 0,8-7,0 0,0 0,1 1,-1-1,0 0,0 1,1-1,-1 0,0 1,1-1,0 1,-1-1,1 1,0-1,0 1,-1 0,1-1,1 1,-1-1,0 1,0-1,0 1,1-1,-1 1,8 12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1:55.3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0,'41'14,"1"-3,1-1,0-2,0-2,0-2,1-2,26-2,-5 2,-64-3,0 1,0-1,0 1,0 0,0-1,0 1,0 0,0 0,0-1,0 1,0 0,0 0,0 0,0 0,0 1,0-1,0 0,0 0,0 0,0 1,0-1,0 1,0-1,0 1,0-1,0 1,0-1,0 1,-1 0,1 0,0-1,-1 1,1 0,0 0,-1 0,1-1,-1 1,1 0,-1 0,0 0,1 0,-1 0,0 0,0 0,1 0,-1 0,0 0,0 0,0 0,0 1,-1-1,1 0,0 0,0 0,0 0,-1 0,1 0,-1-1,1 2,-88 169,75-132,1 0,3 1,1 0,1 0,3 1,1 0,3 11,0-18</inkml:trace>
  <inkml:trace contextRef="#ctx0" brushRef="#br0" timeOffset="261.301">55 369,'26'0,"24"0,21 0,16 0,9-2,3-4,-3-2,-20-1</inkml:trace>
  <inkml:trace contextRef="#ctx0" brushRef="#br0" timeOffset="596.138">848 82,'-5'10,"-1"1,2 0,-1-1,2 2,-1-1,1 0,1 1,0-1,1 1,0 0,1 7,-1-3,-14 351,14-359,1-7,-1 1,0-1,1 1,-1 0,1-1,0 1,-1 0,1-1,0 1,0 0,0 0,0-1,0 1,1 0,-1-1,0 1,1 0,0-1,-1 1,1-1,0 1,-1-1,1 1,0-1,0 1,0-1,1 0,-1 1,0-1,0 0,1 0,-1 0,0 0,1 0,-1 0,1-1,0 1,-1 0,1-1,-1 1,1-1,0 0,0 1,9-4,-1-1,1 0,-1 0,1-1,-1 0,-1-1,1 0,-1 0,0-1,-1-1,1 1,-1-1,-1-1,0 1,0-1,0 0,2-7,50-90,-55 101,-9 24,2-7,-7 35,2 1,2 0,3 0,1 1,3 10,18 64,-5-75</inkml:trace>
  <inkml:trace contextRef="#ctx0" brushRef="#br0" timeOffset="883.838">1353 273,'-2'-19,"-1"-12,0-9,0 1,2 4,0 15,0 21,1 21,0 21,0 17,0 10,5 5,3 1,6-5,4-8,5-10,0-14,-4-14</inkml:trace>
  <inkml:trace contextRef="#ctx0" brushRef="#br0" timeOffset="1286.911">1995 205,'-20'-14,"0"1,-2 0,1 2,-1 1,-1 0,0 2,0 1,-1 0,1 2,-1 1,-16-1,37 4,-1 1,1-1,0 1,0 0,-1 0,1 0,0 0,0 1,-1-1,1 1,0 0,0 0,0 0,0 0,0 0,0 1,0-1,0 1,1 0,-1 0,1 0,-1 0,1 0,0 1,-1-1,1 1,1 0,-1-1,0 1,1 0,-1 0,1 0,0 0,0 0,0 0,0 1,1-1,-1 0,1 0,0 0,0 2,3 1,1-1,0 1,0-1,1 0,-1 0,1 0,0-1,1 0,-1 0,1 0,0 0,0-1,0 0,0 0,0-1,1 0,-1 0,1 0,-1-1,1 0,0 0,1 0,189 11,-118-11,-77-1,0-1,0 1,0-1,0 1,0 0,0 0,0 0,0 0,0 1,0-1,0 0,0 1,0-1,0 1,0 0,0 0,-1 0,1 0,0 0,-1 0,1 0,0 0,-1 1,1-1,-1 1,0-1,1 1,-1-1,0 1,0 0,0 0,0-1,0 1,-1 0,1 0,-1 0,1 0,-1 1,-1 5,-1 1,-1 0,1-1,-1 1,-1-1,0 0,0 0,0-1,-1 1,-4 4,0 2,-112 170,114-165,4-6</inkml:trace>
  <inkml:trace contextRef="#ctx0" brushRef="#br0" timeOffset="1582.221">2350 69,'-3'4,"1"0,-1 0,1 1,0-1,1 1,-1 0,1 0,-1 0,1-1,1 1,-1 0,1 0,0 0,0 0,0 0,1 0,0 0,0 0,0 0,0 0,1 0,0-1,0 1,0-1,0 1,4 3,5 9,2 1,0-2,1 0,1 0,11 8,217 186,-237-204,1 1,-1-1,0 1,0 1,-1-1,0 1,0 0,-1 0,3 7,-6-13,-1 0,1 0,-1 0,1 0,-1 0,0 0,0 0,0 0,0 0,-1 0,1 0,0 0,-1 0,0 0,1 0,-1-1,0 1,0 0,0 0,0-1,0 1,0 0,0-1,-1 1,1-1,-1 0,1 1,-1-1,1 0,-1 0,0 0,0 0,1 0,-1 0,0-1,0 1,0 0,-78 15,58-15,-1 0,0-1,1-1,-1-2,1 0,-1-1,-4-3,-23-9</inkml:trace>
  <inkml:trace contextRef="#ctx0" brushRef="#br0" timeOffset="1897.646">2390 14,'7'-1,"0"1,-1 0,1 1,0-1,-1 1,1 1,-1-1,1 1,-1 0,0 0,0 1,0 0,0 0,0 1,-1-2,13 6,0 1,-1 0,0 2,-1 0,0 0,0 2,-2 0,1 1,-2 0,0 1,-10-11,-1-1,0 1,1 0,-2 0,1 0,0 0,-1 1,0-1,0 0,0 1,-1-1,1 0,-1 1,0-1,0 1,-1-1,1 1,-1-1,0 0,0 0,0 1,-1-1,1 0,-1 0,0 0,-1 0,1-1,-1 1,-6 10,-1-2,-1 1,0-1,-1-1,0 0,-1-1,0 0,-92 62,69-50,1 2,1 1,1 2,1 2,30-28,-1 1,1 0,0-1,0 1,0 0,0 0,0 0,0 0,1 0,-1 0,1 1,-1-1,1 1,0-1,0 1,0-1,0 1,0 0,1-1,-1 1,1 0,0-1,0 1,0 0,0 0,0-1,0 1,1 0,0-1,-1 1,1 0,0-1,0 1,0-1,1 1,0 1,5 1,-1 0,1-1,0 0,0 0,0-1,1 0,-1 0,1-1,0 0,-1 0,7 0,149 11,-81-16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1:48.6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1 682,'21'-103,"-16"71,1 1,2 0,1 1,1 0,1 0,3-1,-11 26,0-1,1 0,0 1,0-1,1 1,0 0,0 1,0-1,0 1,6-4,-9 7,-1 0,1 0,0 0,0 1,0-1,0 0,0 1,0-1,0 1,0-1,0 1,0 0,0 0,0 0,0 0,0 1,0-1,0 0,0 1,0-1,0 1,0 0,-1 0,1 0,0 0,0 0,-1 0,1 0,0 0,-1 1,1-1,-1 0,0 1,1 0,-1-1,0 1,1 1,8 17,0 0,-1 1,-1 0,-1 1,-1 0,-1 0,-1 0,0 10,-1 47,-4-78,-1-1,1 1,-1-1,1 1,-1-1,1 1,-1-1,1 0,-1 0,0 0,1 0,-1 0,1 0,-1 0,0-1,1 1,-1 0,1-1,-1 0,1 1,-1-1,1 0,0 1,-1-1,1 0,0 0,-1 0,1 0,0-1,-1 0,-3-1,-8-4</inkml:trace>
  <inkml:trace contextRef="#ctx0" brushRef="#br0" timeOffset="321.608">233 792,'18'14,"12"11,2 7,-2 4,-5 3,-8 3,-11 0,-14-2,-12-3,-10-6,1-8</inkml:trace>
  <inkml:trace contextRef="#ctx0" brushRef="#br0" timeOffset="848.887">452 0,'8'24,"0"-1,-2 1,0 1,-2-1,0 1,-2 0,-1 0,-1 13,1-11,5 254,18-168,-22-110,-1 0,0 0,1 1,0-1,0-1,0 1,0 0,0 0,0-1,1 1,-1-1,1 1,0-1,0 0,0 0,0-1,0 1,0-1,0 1,1-1,-1 0,0 0,1 0,-1-1,1 1,-1-1,1 0,-1 0,1 0,-1 0,1-1,7-3,1 0,-1-1,0 0,0-1,-1-1,0 1,0-2,0 1,-1-1,0-1,-1 0,0 0,0 0,-1-1,0 0,-1-1,1-2,1 2,-1 0,0-1,-1 0,0-1,-1 1,0-1,-1 0,-1 0,0-1,-1 1,0-1,0-10,-2 23,0 1,0-1,0 0,0 1,0-1,0 1,0-1,0 0,0 1,0-1,0 1,0-1,0 1,-1-1,1 0,0 1,0-1,-1 1,1-1,0 1,-1-1,1 1,0-1,-1 1,1 0,-1-1,1 1,-1-1,1 1,-1 0,1 0,-1-1,1 1,-1 0,0 0,1-1,-1 1,1 0,-1 0,1 0,-1 0,0 0,1 0,-1 0,1 0,-1 0,0 0,1 1,-1-1,-23 22,20-14,-1-1,1 1,1 1,-1-1,1 0,1 1,0-1,0 1,0 0,1 0,1 0,-1 0,2 0,-1 0,1-1,0 1,1 0,0 0,1-1,-1 1,2-1,-1 0,1 0,0 0,1 0,0-1,0 0,1 0,-1 0,2 0,-1-1,1 0,0-1,0 1,0-1,3 1,4 1,1-1,0 0,0 0,1-2,-1 0,1-1,0 0,0-2,0 1,15-2,4-2</inkml:trace>
  <inkml:trace contextRef="#ctx0" brushRef="#br0" timeOffset="1122.55">452 150,'-17'0,"-9"0,-3 0,8 0,17 0,26 0,26 0,30 0,27-2,18-2,7 2,-19-1</inkml:trace>
  <inkml:trace contextRef="#ctx0" brushRef="#br0" timeOffset="1537.355">1271 614,'10'-22,"-1"-1,-2 0,0 0,-2 0,0-1,-2 0,0 0,-2 0,0-1,-2 1,-1 0,-1 0,-1-1,4 25,1 0,-1 1,0-1,0 0,0 0,0 0,1 1,-1-1,0 0,0 0,1 0,-1 0,0 0,0 0,1 1,-1-1,0 0,0 0,1 0,-1 0,0 0,0 0,1 0,-1 0,0 0,0 0,1 0,-1 0,0 0,0 0,1 0,-1-1,0 1,0 0,1 0,-1 0,0 0,0 0,0-1,1 1,-1 0,0 0,0 0,0-1,0 1,1 0,-1 0,0 0,0-1,0 1,0 0,0 0,0-1,0 1,0 0,0 0,0-1,0 1,0 0,0 0,0-1,0 1,0 0,0 0,0-1,0 1,0 0,0 0,0-1,0 1,23 17,-17-11,150 92,-152-93,0 0,0 0,0 0,-1 0,1 1,-1 0,-1-1,1 1,-1 0,0 1,0-1,-1 0,0 0,0 1,0-1,-1 1,0-1,0 0,0 1,-1-1,0 2,2 55,0-60,0 0,-1 0,1 0,1 0,-1 0,0-1,1 1,-1 0,1-1,0 0,0 1,0-1,0 0,0 0,0 0,1 0,-1 0,1 0,-1-1,1 1,0-1,-1 0,1 0,0 0,0 0,0 0,0 0,0-1,2 0,90-2,16-24,-60 10</inkml:trace>
  <inkml:trace contextRef="#ctx0" brushRef="#br0" timeOffset="2325.946">2145 450,'-9'-4,"0"-1,0 1,-1 1,1 0,-1 0,1 1,-1 0,0 1,0 0,0 0,0 1,0 0,1 1,-1 0,0 1,0 0,1 1,-1 0,1 0,-5 3,6-2,0 0,0 1,1-1,0 2,-1-1,2 1,-1 1,1-1,0 1,0 0,1 0,0 1,0-1,-2 7,6-13,1 1,-1-1,0 1,1-1,-1 1,1-1,0 1,0 0,-1-1,1 1,0-1,0 1,1 0,-1-1,0 1,0-1,1 1,-1-1,1 1,-1-1,1 1,0-1,-1 1,1-1,0 0,0 1,0-1,0 0,0 0,1 0,-1 0,0 0,0 0,1 0,-1 0,0 0,1 0,1 0,61 6,-49-10,1-1,-1 0,0 0,0-2,-1 0,0 0,0-2,0 0,-1 0,0-1,0-1,-1 0,-1-1,0 0,0 0,-1-1,0-1,-1 0,5-10,-10 8,-13 38,4-2,1-1,2 1,0 0,1 0,1 0,1 0,1 0,0-1,2 1,2 6,73 202,-3-6,-67-149,-9-72,0 1,0-1,-1 0,1 1,0-1,-1 0,1 0,-1 1,0-1,0 0,0 0,0 0,0 0,0 0,-1 0,1 0,0-1,-1 1,0 0,1-1,-1 1,0-1,0 1,0-1,0 0,0 0,0 0,0 0,-1 0,-5-1,0-1,0 0,0-1,0 1,0-1,0-1,0 0,1 0,-1 0,1-1,0 0,0 0,0-1,1 0,0 0,0-1,0 0,0 0,1 0,0 0,-2-4,-5-4,0 0,0-1,2 0,0-1,0 0,2-1,0 0,1 0,1 0,0-1,1 0,1 0,1-1,1 1,0-7,2 17,1 0,0 0,1 1,0-1,0 0,0 1,1 0,0-1,1 1,-1 0,2 1,-1-1,1 1,0 0,0 0,0 0,1 0,0 1,2-1,133-79,-119 74,27-13,-2-3,-1-1,-1-2,5-7,-37 26,0 0,-1 0,0-1,-1-1,-1 0,0 0,-1-1,0-1,-1 1,-1-1,0-1,-1 1,0-1,-2 0,2-10,-5 24,1-1,-1 0,-1 0,1 0,0 1,-1-1,1 0,-1 0,0 0,0 0,0 0,0 0,-1 0,1 0,-1 0,0 0,0 0,0 1,0-1,0 0,0 1,-1-1,0 1,1-1,-1 1,0-1,0 1,0 0,0 0,-1 0,1 1,0-1,-1 0,1 1,-1-1,0 1,0 0,1 0,-1 0,0 0,0 1,-1-1,-3 3,-1 1,1 0,0 0,0 0,1 1,-1 0,1 0,-1 1,1 0,1 0,-1 0,1 1,0 0,0 0,0 0,1 1,0-1,0 1,1 0,0 0,0 0,1 0,0 1,0-1,0 1,1 0,0 4,0-5,1 0,-1 0,1 0,1 0,-1 1,1-1,0 0,1 0,0 0,0-1,1 1,-1 0,1-1,1 1,-1-1,1 0,0 0,1-1,-1 1,1-1,5 5,2-1,0 1,0-2,1 0,0 0,1-1,-1-1,1 0,1-1,-1-1,1 0,24 5,0-2,1-1,-1-3,1-1,0-2,0-1,-1-2,1-2,18-6,4-4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1:47.4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281 424,'1'-4,"-1"0,0 0,0 0,0 0,0 0,0 1,-1-1,1 0,-1 0,0 0,-1 0,1 1,0-1,-1 1,0-1,0 1,0 0,0-1,-1 1,1 0,-1 1,0-1,0 0,0 1,0-1,0 1,0 0,-1 0,1 0,-1 1,1-1,-1 1,0 0,0 0,0 0,1 0,-1 1,0 0,0-1,0 2,-3-1,-4 3,1 1,0 0,0 0,0 1,1 1,0-1,0 2,0-1,0 1,1 0,1 1,-1 0,1 0,0 1,1 0,0 0,0 0,1 1,1 0,-1 0,-1 7,5-14,-1 0,1 0,-1 0,1 0,0 0,0 0,0 0,1 1,-1-1,1 0,0 0,-1 1,2-1,-1 0,0 1,1-1,-1 0,1 0,0 1,0-1,0 0,1 0,-1 0,1 0,0 0,-1-1,1 1,0 0,1-1,-1 1,0-1,1 0,-1 0,1 0,1 1,7-2,0 0,0 0,0-1,0 0,0-1,0 0,0-1,0-1,-1 1,1-1,-1-1,0 0,0-1,0 0,0 0,-1-1,0 0,0-1,-1 0,3-3,1 2,-1-1,0 0,-1 0,0-1,-1 0,0-1,0 0,-1-1,0 0,-1 0,-1 0,0-1,-1 0,0-1,-5 14,0 0,-1 0,1 0,0 0,-1 0,1 1,-1-1,1 0,0 0,-1-1,1 1,0 0,-1 0,1 0,0 0,-1 0,1 0,0 0,-1 0,1-1,0 1,-1 0,1 0,0-1,-1 1,1 0,-4 11,1 1,0 0,0 0,1 1,1-1,0 0,1 13,0-21,1 0,-1 0,0-1,1 1,0 0,0 0,0 0,0-1,1 1,-1 0,1-1,0 1,0-1,1 0,-1 0,0 0,1 0,0 0,0 0,0-1,0 1,0-1,0 0,1 0,-1 0,4 1,0-2,0 0,-1-1,1 0,0 0,0-1,-1 1,1-1,0-1,-1 1,1-1,-1-1,0 1,1-1,-1 0,0 0,-1-1,1 1,-1-1,1-1,-1 1,0-1,3-3,22-22</inkml:trace>
  <inkml:trace contextRef="#ctx0" brushRef="#br0" timeOffset="258.524">691 1,'4'4,"9"11,14 15,9 16,6 19,-3 18,-9 18,-18 15,-24 13,-24 4,-23-1,-12-9,5-27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2:24.5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110 150,'0'1,"0"0,0 0,1 0,-1 0,0 0,0 0,0 0,0 0,0 0,0 0,0 0,-1 0,1 0,0 0,0 0,-1 0,1 0,-1 0,1-1,-1 1,1 0,-1 0,1 0,-1-1,0 1,1 0,-1 0,0-1,0 1,0-1,1 1,-1-1,0 1,0-1,0 0,0 1,0-1,0 0,0 0,0 1,0-1,0 0,0 0,0 0,0 0,0 0,0-1,0 1,0 0,0 0,0-1,0 1,1 0,-1-1,0 1,0-1,0 1,0-1,1 0,-1 1,0-1,0 0,1 1,-1-1,1 0,-1 0,0 0,1 1,0-1,-1 0,-21 200,-23 214,49-450,2-1,1 1,2 0,2 0,1 1,3-3,-14 36,0 0,0 0,0 0,0 1,0-1,1 0,-1 1,1-1,0 1,-1-1,1 1,0 0,1-1,-1 1,0 1,1-1,-1 0,1 0,-1 1,1-1,0 1,-1 0,1 0,0 0,0 0,0 1,0-1,0 1,0-1,0 1,0 0,0 1,0-1,0 0,0 1,0-1,0 1,0 0,2 1,1 5,0-1,-1 1,1 1,-2-1,1 1,-1 0,0 0,-1 0,1 1,-2-1,1 1,-1 0,-1-1,0 1,0 0,0 0,-1 4,1-3,0 0,-1 0,0-1,-1 1,0 0,0 0,-1-1,0 1,-1-1,0 0,0 1,-1-1,0-1,-1 1,0 0,0-1,-1 0,0-1,0 1,-1-1,0 0,0-1,-1 1,0-2,-3 3,7-7,1 0,-1-1,1 1,-1-1,1 0,-1 0,1-1,-1 1,1 0,-1-1,1 0,-1 0,1 0,0-1,-1 1,1-1,0 1,0-1,0 0,0 0,1-1,-1 1,0 0,1-1,0 0,-1 1,1-1,0 0,1 0,-1 0,0-1,1 1,0 0,0-1,0 1,0 0,0-1,1 1,-1-1,1 1,0-1,0 0,0 1,1-1,-1 1,2-4,23-56,-8 35</inkml:trace>
  <inkml:trace contextRef="#ctx0" brushRef="#br0" timeOffset="245.345">342 1,'18'4,"14"12,8 18,1 23,-3 20,-9 15,-8 11,-14 4,-16 0,-16-2,-16-7,-12-9,-9-14,6-21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1:51.9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888 1326,'13'-201,"-13"-27,-1 226,1 0,-1 0,1 0,-1 0,1-1,0 1,0 0,0 0,0 0,0 0,0-1,0 1,1 0,-1 0,1 0,0 0,0 0,-1 0,1 0,1 0,-1 0,0 0,0 0,1 1,-1-1,1 0,-1 1,1 0,0-1,-1 1,1 0,0 0,0 0,0 0,0 0,0 0,0 0,0 1,2-1,15 1,0 0,0 2,0 0,0 1,-1 1,1 1,-1 1,0 0,15 8,-25-10,0-1,0 1,0 0,-1 0,1 1,-1 0,-1 0,1 1,-1 0,0 0,0 0,0 1,-1 0,0 0,-1 1,1-1,-2 1,1 0,-1 0,0 0,0 0,-1 1,0-1,-1 1,0-1,0 2,-11 110,10-118,0-1,0 1,1-1,-1 1,0 0,0-1,1 1,-1-1,1 0,0 1,-1-1,1 1,0-1,0 0,0 1,0-1,0 0,0 0,0 0,0 0,1 0,-1 0,0 0,0 0,1-1,-1 1,1 0,-1-1,1 1,-1-1,1 0,-1 1,1-1,-1 0,1 0,-1 0,1 0,1 0,61-8,-47 3,0 0,0-1,-1-1,0 0,0-1,-1-1,0-1,-1 0,0 0,0-2,-1 1,-1-2,0 0,-1 0,7-11,-16 22,0 0,-1 0,1-1,-1 1,1-1,-1 1,0-1,0 1,0-1,0 1,0-1,-1 0,1 0,-1 1,0-1,0 0,0 0,0 0,0 1,0-1,-1 0,1 0,-1 1,0-1,0 0,0 1,0-1,-1 1,1 0,-1-1,1 1,-1 0,0 0,0 0,0 0,0 0,0 0,0 0,0 1,-1-1,1 1,-1-1,1 1,-1 0,-1 0,0 0,0 1,0-1,0 1,0 0,0 1,0-1,0 1,0-1,0 1,0 0,0 1,1-1,-1 1,0 0,1 0,-1 0,1 0,0 0,0 1,-1-1,2 1,-1 0,0 0,0 0,1 0,0 1,0-1,0 1,0-1,0 1,1 0,-1 0,1 0,0-1,1 1,-1 0,0 0,1 0,0 0,0 0,0 1,1-1,-1 0,1 0,0-1,0 1,0 0,1 0,0 0,-1-1,1 1,7 6,0-1,0-1,1 0,0 0,1-1,-1 0,1 0,1-2,-1 1,1-1,0-1,0 0,0-1,1 0,-1-1,1 0,3-1,56 8,-7-4</inkml:trace>
  <inkml:trace contextRef="#ctx0" brushRef="#br0" timeOffset="725.615">2295 903,'-1'0,"-19"-8,-1 1,0 1,0 1,-1 1,1 1,-1 0,0 2,0 1,1 0,-1 2,0 1,-13 3,28-4,1 2,-1-1,0 1,1 0,0 0,0 0,0 1,1 0,-1 0,1 1,0 0,1-1,-1 2,1-1,-1 3,3-6,1 0,-1 0,1 0,0 0,0 0,0 1,0-1,0 0,1 1,-1-1,1 1,0-1,0 0,0 1,1-1,-1 1,1-1,0 0,0 1,0-1,0 0,1 0,-1 0,1 0,0 0,0 0,0 0,0-1,0 1,0-1,1 1,-1-1,4 2,1 0,0 1,0-2,0 1,1-1,-1 0,1-1,0 0,0 0,0 0,0-1,0 0,0-1,0 0,0 0,0-1,0 0,0 0,5-2,1 0,0-1,0-1,0 0,-1-1,0 0,0-1,-1 0,0-1,0-1,0 0,44-63,-57 109,-2 27,3 0,2 0,3 0,4-1,1 0,11 26,17 120,-37-200,1 0,1-1,-2 1,1 0,-1 0,-1 0,1 0,-1 0,-1 0,0 0,0 0,-1 0,0 0,-1-1,1 1,-2-1,1 1,-1-1,-1 0,-4 7,6-13,1 0,-1 0,1 0,-1 0,0-1,0 1,0-1,0 0,0 0,0 0,0 0,0 0,0-1,-1 1,1-1,0 0,0 0,-1 0,1-1,0 1,0-1,0 0,0 1,-1-1,1-1,0 1,1 0,-1-1,0 1,-2-3,-3-1,0-1,0 0,1-1,0 1,1-2,-1 1,1 0,1-1,-5-8,2 0,0 0,2-1,0 0,1 0,0-1,2 1,0-1,1 0,0 0,2 0,0 0,1 1,1-4,3-16,2 1,1-1,2 2,1-1,15-30,-4 18,3 1,1 1,3 1,1 2,2 0,2 3,33-31,-64 68,-3 2,1 0,-1-1,1 1,0 0,-1 0,1 0,0 0,-1 1,1-1,0 0,0 0,0 0,0 1,0-1,0 0,0 1,0-1,0 1,0-1,0 1,0-1,0 1,0 0,1-1,-1 1,0 0,0 0,0 0,0 0,1 0,-1 0,0 1,0-1,0 0,0 1,0-1,1 0,-1 1,0-1,0 1,0 0,0-1,0 1,0 0,0 0,38 124,-29-101,0-2,2 1,0-2,2 1,0-2,13 14,5-8,-19-22</inkml:trace>
  <inkml:trace contextRef="#ctx0" brushRef="#br0" timeOffset="893.165">2677 520,'-14'2,"-4"4,3 5,11 2,15 3,6-2</inkml:trace>
  <inkml:trace contextRef="#ctx0" brushRef="#br0" timeOffset="1533.62">3170 752,'-44'6,"1"2,0 2,1 2,0 1,-39 19,78-31,0 0,0 0,0 0,1 0,-1 0,0 0,1 1,-1-1,1 1,-1 0,1 0,0-1,0 2,0-1,0 0,0 0,0 1,0-1,1 1,0-1,-1 1,1 0,0 0,0-1,0 1,1 0,-1 0,1 0,-1 0,1 0,0 0,0 0,0 0,1 0,-1 0,1 0,0-1,-1 1,1 0,1 1,8 7,0 0,0-1,1 0,1-1,0 0,0 0,0-2,1 0,0 0,1-1,4 1,6 5,72 41,-95-53,0 1,0 0,0 0,0-1,0 1,0 0,0 0,-1 0,1 0,0 0,0 0,-1 0,1 1,-1-1,1 0,-1 0,0 0,1 1,-1-1,0 0,0 0,0 1,0-1,0 0,0 1,0-1,0 0,0 0,-1 1,1-1,-1 0,1 0,0 0,-1 1,0-1,1 0,-1 0,0 0,0 0,1 0,-1 0,0 0,-1 0,-49 28,43-25,-1-1,0 0,0-1,0 0,0-1,0 1,0-2,0 1,-1-1,1-1,-4 0,12 0,0 1,0-1,0 1,0-1,0 1,0-1,0 0,0 0,0 0,0 0,0 0,0 0,1 0,-1 0,0 0,1 0,-1 0,1 0,-1 0,1 0,-1-1,1 1,0 0,0 0,-1 0,1-1,0 1,0 0,0 0,1-1,-1 1,0 0,0 0,1-1,-1 1,0 0,1 0,0-1,23-48,-23 49,78-118,39-73,-93 129,-2-1,-4 0,-2-2,-3-1,-3 0,-3 0,-3 0,-3-1,-3 0,-6-37,2 85,-2 84,2 35,4-1,5 1,4-1,11 44,-12-101,2 0,2 0,2-1,2-1,1 0,2-1,1-1,2 0,2-2,1 0,22 22,16-1,-62-56,0 0,1 1,-1-1,1 1,-1-1,1 0,-1 1,1-1,-1 0,1 0,-1 0,1 1,0-1,-1 0,1 0,-1 0,1 0,0 0,-1 0,1 0,-1 0,1 0,0 0,-1 0,1-1,-1 1,1 0,-1 0,1-1,-1 1,1 0,-1 0,1-1,-1 1,1-1,-1 1,1 0,-1-1,0 1,1-1,-1 1,0-1,1 1,-1-1,0 1,0-1,1 0,-1 1,0-1,0 1,0-1,0 1,0-1,0 0,0 1,0-1,0 0,0-20</inkml:trace>
  <inkml:trace contextRef="#ctx0" brushRef="#br0" timeOffset="1782.718">3019 370,'5'-5,"15"2,23 0,30 1,27 3,26 2,-10 0</inkml:trace>
  <inkml:trace contextRef="#ctx0" brushRef="#br0" timeOffset="2867.123">3907 1135,'-6'-27,"0"-1,3 1,0-1,2 0,0 0,2 0,2 0,0 0,6-19,4-61,-16 67,3 41,0-1,0 1,-1 0,1-1,0 1,0 0,0 0,0-1,-1 1,1 0,0 0,0-1,0 1,-1 0,1 0,0-1,-1 1,1 0,0 0,0 0,-1 0,1 0,0-1,-1 1,1 0,0 0,-1 0,1 0,0 0,-1 0,1 0,0 0,-1 0,1 0,0 0,-1 0,1 0,0 1,-1-1,1 0,0 0,0 0,-1 0,1 1,0-1,-1 0,1 0,0 0,0 1,0-1,-1 0,1 0,0 1,0-1,0 0,-1 1,1-1,0 0,0 1,0-1,0 0,0 0,0 1,0-1,-11 22,11-20,0 0,-1 0,1 0,0 0,0 0,0 1,1-1,-1 0,0 0,1 0,-1 0,1 0,0 0,-1 0,1-1,0 1,0 0,0 0,1 0,-1-1,0 1,1-1,-1 1,1-1,-1 0,1 1,0-1,0 0,-1 0,2 0,61 24,207 23,-266-47,0 0,0 0,0 0,0 1,-1-1,1 1,0 0,-1 1,1-1,-1 1,0 0,0 0,0 0,0 1,-1-1,1 1,-1 0,0 0,0 0,0 0,-1 1,1-1,-1 1,0-1,1 6,-2 1,0 1,-1-1,-1 0,1 1,-2-1,0 1,0-1,-1 0,-1 2,-4 21,7-33,1 1,-1-1,1 0,-1 1,1-1,0 1,-1-1,1 1,0-1,0 1,0-1,0 0,1 1,-1-1,0 1,1-1,-1 1,0-1,1 0,0 1,-1-1,1 0,0 0,0 1,-1-1,1 0,0 0,0 0,0 0,1 0,-1 0,0 0,0-1,0 1,1 0,-1 0,0-1,1 1,-1-1,0 0,1 1,-1-1,1 0,-1 0,1 0,-1 0,1 0,0 0,10-2,-1-1,1 0,0-1,-1-1,0 0,0 0,-1-1,1 0,-1-1,-1 0,1 0,-1-1,0-1,-1 1,0-1,0-1,3-4,-1 1,0-1,0-1,-2 0,0 0,0-1,-2 0,2-6,-7 21,0 1,-1-1,1 1,0-1,-1 0,1 0,-1 1,0-1,1 0,-1 0,1 1,-1-1,0 0,0 0,1 0,-1 0,0 0,0 1,0-1,0 0,0 0,0 0,0 0,0 0,-1 0,1 1,0-1,0 0,-1 0,1 0,-1 1,1-1,0 0,-1 0,1 1,-1-1,0 0,1 1,-1-1,0 0,1 1,-1-1,0 1,0 0,1-1,-1 1,0-1,0 1,0 0,1 0,-1-1,0 1,0 0,0 0,0 0,0 0,0 0,1 0,-1 0,0 0,0 1,0-1,-6 7,2 0,-1 0,1 1,0 0,1 0,0 0,0 1,1-1,0 1,0 0,1 0,0 0,1 0,-1 0,2 4,-1-8,1-1,0 1,0-1,1 1,-1-1,1 1,0-1,0 1,1-1,-1 0,1 0,0 0,0 0,0 0,1 0,-1 0,1-1,0 1,0-1,0 0,0 0,1 0,-1 0,1 0,0-1,0 0,0 0,0 0,0 0,0 0,1-1,-1 0,0 0,1 0,-1-1,5 1,5 0,-1 0,1-1,0 0,-1-1,1-1,-1 0,0-1,1 0,-1-1,0 0,-1-1,1-1,-1 0,0-1,0 0,-1-1,0 0,-1 0,1-1,-2-1,1 0,3-6,-9 11,-1-1,1 0,-1 0,0-1,-1 1,0-1,0 1,0-1,-1 0,1 0,-2 1,1-1,-1 0,0 0,-1-5,0 34,3-12,1-1,0 0,0 0,1 0,0 0,1 0,0-1,0 0,1 0,0 0,1-1,-1 0,1 0,1-1,-1 0,1 0,0 0,0-1,1-1,0 1,-1-1,8 2,-2-1,1 0,0-1,1-1,-1 0,1-1,-1-1,1 0,-1-1,1-1,0 0,-1-1,0-1,15-4,-8-3,0-1,-1-1,0-1,-1-1,-1 0,0-2,-1 0,-1-1,-1-1,0 0,-1-1,-1-1,-1 0,0-1,-2 0,-1-1,5-14,2-2,-2 0,-1-1,-2-1,-2 0,-2-1,-1 1,-2-2,-2 1,-2-16,-22-36,20 90,-1 0,1 1,-1-1,1 1,-1-1,0 1,0 0,0 0,0 0,0 0,0 0,-1 0,1 1,-1-1,1 1,-1-1,0 1,0 0,1 0,-1 1,0-1,0 0,0 1,0 0,0-1,0 1,0 0,0 1,1-1,-2 1,-8 3,1 1,0 1,1 0,-1 0,1 1,0 1,1 0,0 0,0 0,1 1,0 1,0-1,1 1,1 1,-1-1,2 1,-1 0,2 0,-1 1,-1 9,-2-1,2 0,0 0,1 1,1-1,1 1,1 0,0 0,2 0,1 0,0 0,1 0,2 0,0 0,1-1,1 0,1 0,1 0,0-1,2 0,0-1,1 0,1 0,0-1,9 8,1-6,2-1,0-1,1 0,0-2,1-2,1 0,0-1,0-2,1-1,1-1,0-1,0-2,6 0,69 9</inkml:trace>
  <inkml:trace contextRef="#ctx0" brushRef="#br0" timeOffset="36064.74">220 2514,'0'19,"0"15,0 9,0 6,0 0,0-7,0-7,0-11</inkml:trace>
  <inkml:trace contextRef="#ctx0" brushRef="#br0" timeOffset="36529.498">1 2282,'33'0,"-1"2,1 2,0 1,-1 1,0 1,-1 2,1 2,-2 0,0 3,10 5,-30-13,1 0,-1 1,0 0,0 0,-1 1,0 1,0-1,-1 1,0 1,-1 0,0 0,0 0,-1 1,-1 0,1 0,-2 0,0 1,0 0,-1-1,0 1,-1 1,3 168,-6-179,1 0,-1 1,1-1,0 0,0 1,0-1,0 0,1 0,-1 1,1-1,-1 0,1 0,0 1,0-1,0 0,0 0,0 0,0 0,0 0,1-1,-1 1,1 0,0 0,-1-1,1 1,0-1,0 0,0 1,0-1,0 0,0 0,0 0,0-1,0 1,1 0,-1-1,0 1,0-1,1 0,1 0,4-3,1 0,-1-1,1 0,-1-1,-1 0,1 0,-1 0,0-1,0 0,0 0,-1-1,0 0,0 0,-1-1,0 1,0-1,-1 0,0-1,2-4,3-10,-1 0,-1-1,-1-1,-1 1,-1-1,2-7,-6 32,0 0,1 0,-1 1,0-1,0 0,0 0,0 0,1 0,-1 0,0 0,0 0,0 0,0 0,1 0,-1 0,0 0,0 0,0 0,0 0,1 0,-1 0,0 0,0 0,0 0,0 0,1 0,-1-1,0 1,0 0,0 0,0 0,0 0,1 0,-1 0,0 0,0-1,0 1,0 0,0 0,0 0,0 0,0 0,0-1,0 1,1 0,5 26,-3-11,1-5,0 1,1-1,0 1,0-1,1-1,1 1,-1-1,2 0,-1-1,1 0,0 0,1 0,0-1,0-1,0 1,1-2,0 1,0-1,1-1,-1 0,1 0,5 0,153 26,-86-25</inkml:trace>
  <inkml:trace contextRef="#ctx0" brushRef="#br0" timeOffset="37231.62">2337 2924,'116'-270,"-110"252,-3 6,1 1,0 0,0 1,1-1,1 1,-1 0,2 0,-1 0,1 1,1 0,7-6,-13 13,-1 1,1 1,0-1,0 0,0 0,-1 1,1-1,0 1,0-1,0 1,0 0,0 0,0 0,0 0,0 0,0 0,0 0,0 1,0-1,0 1,0 0,0-1,0 1,-1 0,1 0,0 0,0 0,-1 1,1-1,-1 0,1 1,-1-1,1 2,40 56,-32-44,-2 0,0 1,0 0,-2 1,0 0,-1 0,-1 0,0 0,-1 1,0 7,-19 21,15-45,1 0,-1 0,0 0,0 0,1 0,-1 0,0 0,0 0,0 0,0 0,0-1,0 1,0 0,0-1,0 1,0-1,0 1,0-1,-1 0,1 1,0-1,0 0,0 0,-1 0,1 0,0 0,0 0,-1 0,1 0,0 0,0 0,0-1,-1 1,1-1,0 1,0-1,0 1,0-1,-1-3,0 1,0-1,0 0,1 0,0 0,-1 0,1-1,1 1,-1 0,1 0,0 0,0-1,0 1,0 0,1 0,-1-1,1 1,0 0,1 0,-1 0,1 0,0 0,0 0,0 1,1-2,156-326,-132 271,-4-1,-2-2,-3 0,-3-1,-2 0,0-31,-16 29,2 66,1-1,-1 1,1-1,-1 0,1 1,-1-1,0 1,1-1,-1 1,0 0,0-1,1 1,-1 0,0-1,0 1,1 0,-1 0,0 0,0 0,0 0,1 0,-1 0,0 0,0 0,0 0,1 0,-1 0,0 1,0-1,1 0,-1 1,0-1,0 0,1 1,-1-1,0 1,1-1,-1 1,1-1,-1 1,1 0,-1-1,1 1,-1 0,1-1,-1 1,1 0,0-1,-1 1,1 0,0 0,0 0,0-1,-1 1,1 0,0 0,0 0,0-1,0 1,1 0,-1 0,0 0,-8 25,1 1,2 1,0-1,2 1,1-1,2 1,2 26,7 39,4-2,4 0,5 0,3-2,27 61,-39-111,13 32,-21-64,-3-11</inkml:trace>
  <inkml:trace contextRef="#ctx0" brushRef="#br0" timeOffset="38587.691">2473 2241,'342'27,"-200"-20,-96-4,130 8,113 25,-167-2,-121-34,0 0,0 0,0 0,0 1,0-1,0 0,0 1,-1-1,1 1,0-1,0 1,0 0,-1-1,1 1,0 0,0-1,-1 1,1 0,-1 0,1 0,-1-1,1 1,-1 0,1 0,-1 0,0 0,0 0,1 0,-1 0,0 0,0 0,0 0,0 0,0 0,0 0,0 0,-1 0,1 0,0 0,0 0,-1 0,1-1,-1 1,1 0,-1 0,1 0,-1 0,1-1,-1 1,0 0,1 0,-1-1,0 1,0 0,1-1,-1 1,0-1,0 1,-56 27,56-28,-62 22,-89 41,145-59,-1 0,1 1,0 0,0 1,1 0,-1 0,1 0,0 0,1 1,0 0,0 1,0-1,1 1,0-1,1 1,0 1,0-1,2-5,0 1,0-1,1 1,-1-1,1 1,0-1,0 1,0-1,0 1,1 0,0-1,-1 0,1 1,0-1,1 1,-1-1,1 0,-1 0,1 0,0 0,0 0,0 0,1 0,-1-1,1 1,-1-1,1 0,0 0,0 0,0 0,0 0,0 0,0-1,1 0,-1 1,0-1,1 0,-1-1,1 1,-1-1,1 1,1-1,8-1,-1 0,1-1,-1 0,0-1,0 0,0-1,0 0,-1-1,0-1,0 1,0-2,0 1,-1-2,0 1,-1-1,0-1,0 0,-1 0,0-1,0 0,5-9,-6 8,-1 0,-1-1,0 1,0-1,-1 0,0 0,-1 0,-1-1,1-8,-3 13,-2 13,-3 13,2-1,1-1,0 1,1 0,1-1,1 1,0 0,2-1,-1 1,2-1,0 0,1 0,1 0,6 12,-11-25,0-1,0 1,0 0,0 0,1-1,-1 1,1-1,0 1,0-1,0 0,0 1,0-1,0 0,0 0,1-1,-1 1,1 0,0-1,-1 1,1-1,0 0,0 0,0 0,-1-1,1 1,0 0,0-1,0 0,0 0,0 0,0 0,0 0,0-1,0 1,0-1,0 0,0 0,0 0,0 0,-1 0,1-1,0 1,-1-1,1 0,7-12,0 0,-1-1,-1 0,0 0,-1-1,-1 0,0 0,-1 0,-1-1,0 0,-2 0,1-13,12-185,-15 209,0 4,0 1,-1-1,1 1,0-1,-1 0,1 1,0-1,0 0,0 1,1-1,-1 1,0-1,1 0,-1 1,1-1,-1 1,1-1,0 1,-1-1,1 1,0 0,0-1,0 1,0 0,0 0,0 0,1 0,-1 0,0 0,1 0,-1 0,0 0,1 0,-1 1,1-1,0 1,-1-1,75 34,-54-19,19 8,-20-13,-1 2,-1 0,0 2,0 0,-1 1,-1 0,10 12,-23-19,0 0,0 1,0 0,-1-1,0 1,0 1,-1-1,0 0,-1 1,0-1,0 1,-1-1,0 1,0-1,-1 1,0-1,-1 0,0 1,0-1,0 0,-1 0,-5 30,8-35,-1-1,1 0,-1 0,1 0,0 1,0-1,0 0,0 0,1 1,-1-1,0 0,1 0,0 0,-1 1,1-1,0 0,0 0,0 0,1 0,-1-1,0 1,1 0,-1 0,1-1,-1 1,1-1,0 1,0-1,0 0,0 0,0 0,0 0,0 0,0 0,0 0,0-1,0 1,1-1,-1 1,2-1,10 0,-1 0,1-1,-1 0,0-1,0-1,1 0,-2-1,1 0,0-1,-1 0,0-1,0-1,-1 0,1 0,-2-1,1 0,-1-1,0 0,-1-1,3-4,-3 5,0-1,-1-1,0 0,-1 0,0 0,-1-1,0 0,-1 0,0 0,-1-1,-1 0,0 0,0 0,-1 0,-1 0,0-6,-1 17,-1-1,1 1,-1 0,0 0,0-1,0 1,0 0,0 0,0 0,-1 0,1 0,0 0,-1 1,0-1,1 0,-1 1,0-1,0 1,0 0,0 0,0-1,0 1,0 1,-1-1,1 0,0 0,0 1,-1-1,1 1,0 0,-1 0,1 0,0 0,-1 0,1 0,0 1,-1-1,1 1,0-1,0 1,-1 0,1 0,0 0,0 0,0 0,0 1,0-1,0 1,1-1,-1 1,0 0,0 0,-3 3,-1 0,1 0,0 0,0 1,1 0,0 0,0 0,0 0,1 1,0-1,0 1,0 0,1 0,0 0,1 0,-1 0,1 0,1 1,-1-1,1 0,0 0,1 1,0-1,0 0,1 0,0 0,0 0,0 0,1 0,0 0,0-1,1 0,0 1,0-1,1-1,-1 1,1-1,0 1,1-2,-1 1,1 0,1-1,14 7,1-2,0-1,1-1,0 0,0-2,0-1,1-1,-1-1,1 0,0-2,17-3,-17 4,-1-2,1-1,-1 0,0-2,0-1,0 0,-1-2,1-1,-2 0,1-2,-1-1,-1 0,0-1,17-14,-34 24,0-1,0 1,0 0,-1-1,1 1,-1-1,0 0,0 0,0 0,0 0,0 0,-1 0,1 0,-1-1,0 1,0 0,0-1,0 1,-1-1,1 1,-1-1,0 0,0 1,-1-1,1 1,-1-1,1 1,-1-1,0 1,0-1,-1 1,1 0,-1 0,1 0,-1 0,0 0,0 0,-1 0,1 0,-1 0,-8-3,1 1,-1 0,0 0,-1 1,1 1,-1 0,1 1,-1 0,0 0,0 1,0 1,0 0,0 1,0 0,1 1,-1 0,0 1,1 0,-11 5,14-5,0 0,1 1,0 0,0 0,0 1,0 0,0 0,1 0,0 1,0 0,1 0,-1 1,1-1,0 3,3-6,0 0,0 0,1 1,-1-1,1 0,0 1,0 0,0-1,1 1,-1-1,1 1,0 0,0-1,0 1,0 0,1 0,-1-1,1 1,0-1,0 1,0-1,1 1,-1-1,1 0,0 1,0-1,0 0,0 0,1-1,-1 1,1 0,1 1,6 3,1-1,0 0,0-1,0 0,1 0,0-1,0-1,0 0,0 0,0-1,0-1,1 0,-1-1,1 0,-1-1,0-1,1 1,-1-2,11-3,-14 4,-1 1,0-1,0-1,0 1,0-1,0-1,0 1,-1-2,0 1,0-1,0 0,0 0,-1-1,0 1,0-1,0-1,-1 1,0-1,0 0,-1-1,0 1,0-1,-1 1,0-1,2-7,-5 13,1 1,-1-1,0 1,1-1,-1 1,0-1,0 1,0-1,-1 1,1-1,0 1,-1-1,1 1,0-1,-1 1,0-1,1 1,-1 0,0-1,0 1,0 0,0-1,0 1,0 0,0 0,0 0,0 0,0 0,-1 0,1 1,0-1,-1 0,1 0,-1 1,1-1,-1 1,1 0,-1-1,1 1,-1 0,1 0,-1 0,1 0,-1 0,1 0,-1 0,1 1,-1-1,1 0,-1 1,1-1,-1 1,1 0,0-1,-1 1,1 0,0 0,0 0,-1 0,1 0,0 0,0 0,0 1,0-1,0 0,1 0,-2 2,0-1,1 1,-1-1,1 1,-1 0,1-1,0 1,0 0,0 0,0 0,1 0,-1 0,1 0,-1 0,1 0,0 0,0 0,1 0,-1 0,1 0,-1-1,1 1,0 0,0 0,0 0,1 0,-1-1,0 1,1-1,0 1,3 4,1-1,0 0,0 0,0-1,0 1,1-2,0 1,0-1,0 0,5 2,37 11,0-2,1-2,1-2,0-3,1-1,-1-3,24-2,-69-2,116 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2:26.1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275 459,'-129'-7,"123"8,0 0,-1 0,1 0,0 0,-1 1,1 0,0 1,0 0,1-1,-1 2,1-1,-1 1,1 0,0 0,0 0,1 0,-1 1,-2 4,2-2,0 1,1 0,0 0,1 1,0-1,0 1,0 0,1 0,1 0,-1 0,1 0,1 0,0 0,1 6,-1-11,0 1,0-1,1 1,0-1,0 0,0 1,1-1,0 0,-1 0,1 0,1 0,-1 0,0-1,1 1,0-1,0 1,0-1,0 0,1 0,-1-1,1 1,-1 0,1-1,0 0,0 0,0 0,1-1,-1 1,0-1,2 0,0 0,0 0,0-1,0 0,0 0,0-1,0 1,0-1,0 0,0-1,-1 0,1 0,0 0,-1 0,0-1,1 0,-1 0,0 0,0-1,-1 0,1 0,-1 0,0 0,0-1,0 0,1-2,4-5,-1-2,0 1,-1-1,0 0,-1 0,-1-1,0 1,-1-1,0-6,5-76,-10 151,1-45,0 0,1 0,0 0,1 0,-1 0,2 0,-1 0,1 0,1-1,0 1,0-1,0 0,1 0,1 0,-1-1,1 0,0 0,1 0,-1-1,1 0,1 0,-1-1,2 0,85 20,-48-23</inkml:trace>
  <inkml:trace contextRef="#ctx0" brushRef="#br0" timeOffset="799.121">822 432,'-9'-1,"0"0,1 1,-1 0,1 0,-1 1,0 0,1 0,-1 1,1 0,0 1,0 0,0 0,0 0,0 1,1 1,-1-1,1 1,0 0,1 1,-1-1,1 2,0-1,1 0,-1 1,1 0,-2 4,6-6,-1-1,1 1,0-1,1 1,-1-1,1 1,-1-1,2 1,-1-1,0 1,1-1,0 1,0-1,0 1,0-1,1 0,0 1,0-1,0 0,0 0,1-1,-1 1,1 0,0-1,0 1,1-1,-1 0,1 0,-1-1,1 1,0-1,0 1,0-1,0 0,0-1,1 1,-1-1,0 0,1 0,-1 0,1 0,0-1,2 0,5-1,1-1,-1-1,0 0,0 0,-1-1,1-1,-1 0,0 0,0-1,0-1,-1 0,0 0,-1-1,1 0,-1 0,-1-1,0-1,0 1,-1-1,0-1,-1 1,0-1,0 0,-1-1,1-3,5-20,-1 0,-2 0,-1-1,-1 0,-3 0,-1-1,-1 1,-2 0,-6-33,-9-18,16 88,0 0,0-1,-1 1,1 0,0 0,0-1,0 1,-1 0,1 0,0 0,-1-1,1 1,0 0,-1-1,1 1,-1 0,1-1,-1 1,0-1,1 1,-1-1,1 1,-1-1,0 1,0-1,1 0,-1 1,0-1,0 0,1 0,-1 1,0-1,0 0,0 0,1 0,-1 0,0 0,0 0,0 0,1 0,-1 0,0-1,0 1,0 0,1 0,-1-1,0 1,1-1,-1 1,0 0,1-1,-1 1,0-1,1 0,-1 1,1-1,-1 1,1-1,-1 0,1 1,-1-1,1 0,0 0,-1 0,-5 30,1-1,1 1,1 1,2-1,1 0,1 0,3 11,-1-5,1 1,2-1,2-1,1 0,1 0,2 0,2-2,1 1,7 9,45 34,-64-74,1 0,-1 1,0-1,1 0,-1-1,1 1,-1-1,1 1,0-1,0 0,0-1,0 1,0 0,-1-1,1 0,0 0,0 0,0-1,0 1,0-1,0 0,0 0,-1 0,2-1,6-6,-1 1,0-1,-1-1,0 0,0 0,-1-1,0 0,0 0,-1-1,-1 1,0-2,0 1,1-6,48-152,-59 181,2 1,0 0,1-1,0 1,0 0,2 0,0 0,0 0,1 0,0-1,1 1,1-1,4 11,-5-19,1 1,-1-1,1 0,0 0,0 0,0-1,0 1,0-1,1 0,0-1,0 1,0-1,0 1,0-2,0 1,0 0,1-1,-1 0,0 0,1-1,-1 0,1 0,-1 0,1 0,-1-1,1 0,-1 0,3-1,1 0,-1-1,0 1,0-2,0 1,0-1,0 0,-1-1,0 1,0-2,0 1,0-1,-1 0,0 0,0-1,-1 1,0-1,4-7,-4 3,-1-1,0 1,-1-1,0 0,-1 0,0 0,-1 0,0-1,-1 1,0 0,-2-8,-4-3,6 23,0 1,1-1,-1 0,0 0,0 1,0-1,0 0,0 1,0-1,0 0,0 0,0 1,0-1,0 0,0 1,0-1,0 0,0 0,0 1,0-1,-1 0,1 1,0-1,0 0,0 0,0 1,-1-1,1 0,0 0,0 0,0 1,-1-1,1 0,0 0,0 0,-1 0,1 1,0-1,0 0,-1 0,1 0,0 0,-1 0,1 0,0 0,0 0,-1 0,1 0,0 0,-1 0,1 0,0 0,0 0,-1 0,1 0,0 0,-1 0,1-1,0 1,0 0,-1 0,1 0,0 0,0-1,0 1,-1 0,1 0,0-1,-3 13,0 0,0 0,1 0,1 1,0-1,1 0,0 0,1 1,0-1,1 0,1 0,0 0,0 0,1-1,0 1,5 7,-4-13,-1 0,1 0,0-1,1 0,-1 0,1-1,0 1,0-1,0 0,1-1,-1 1,1-1,0-1,0 1,0-1,0-1,0 1,0-1,1 0,3-1,27 4</inkml:trace>
  <inkml:trace contextRef="#ctx0" brushRef="#br0" timeOffset="1107.849">2214 364,'-11'-1,"-1"0,1 1,-1 0,1 1,-1 0,1 0,-1 2,1-1,0 1,0 1,1 0,-1 1,1 0,-1 0,2 1,-1 0,1 1,0 0,0 1,1 0,-1 0,2 0,0 1,0 1,-2 3,7-8,0 0,1 0,0 0,0 0,0 0,1 0,-1 0,1 0,0 1,1-1,-1 0,1 0,0 0,1 0,-1 0,1 0,0 0,0 0,0-1,1 1,-1-1,1 0,0 1,1-1,-1-1,1 1,0 0,-1-1,2 0,-1 0,0 0,1 0,-1-1,1 1,0-1,-1-1,1 1,0-1,0 1,5-1,16 5,0-1,0-1,0-2,0-1,1 0,-1-2,0-1,1-2,-1 0,-1-2,1 0,-1-2,15-7,-34 13,1 0,-1-1,1 0,-1 0,0-1,0 0,-1 0,1 0,-1-1,0 1,0-1,1-2,1-6</inkml:trace>
  <inkml:trace contextRef="#ctx0" brushRef="#br0" timeOffset="1459.905">2597 487,'45'-76,"-44"74,0 0,-1 0,1 0,0 0,-1 0,0 0,1 0,-1 0,0 0,0 0,0 0,0 0,-1 0,1 0,-1 0,1 0,-1 0,1 0,-1 0,0 0,0 0,0 0,0 0,-1 1,1-1,0 0,-1 1,1-1,-1 1,1 0,-1 0,0-1,1 1,-1 0,0 0,0 0,0 1,0-1,0 0,0 1,-5-2,-1 1,0 0,1 1,-1 0,1 0,-1 0,0 1,1 0,-1 1,1-1,0 2,-1-1,1 1,0 0,1 0,-1 1,0 0,1 0,0 1,0-1,0 1,1 1,-1-1,1 1,1 0,-1 0,1 0,0 1,0-1,-1 6,2-6,1-1,0 1,0 0,0 0,1 0,0 0,0 0,0 0,1 1,0-1,0 0,1 0,0 0,0 0,0 0,1 0,-1 0,2 0,-1 0,1-1,-1 1,1-1,1 0,-1 0,1 0,0 0,0-1,0 1,1-1,0 0,0 0,0-1,4 3,11 3,1 0,0-1,0-2,1 0,0-1,0-1,1-1,-1-1,1-1,-1-1,1-1,-1-1,7-2,-11 2,-1 0,1-1,-1-1,0-1,0 0,-1-1,7-4,4-6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2:32.7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75 0,'19'5,"12"8,7 11,-2 11,-6 9,-12 9,-14 6,-23 3,-22-2,-18-5,-10-9,6-12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2:37.4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428 568,'-15'-8,"-2"0,1 1,-1 1,0 1,-1 0,1 1,-1 1,0 0,0 2,0 0,0 1,0 0,0 2,0 0,0 1,1 1,-1 1,1 0,-14 7,27-10,0-1,0 1,0 0,0 0,1 1,-1-1,1 1,0-1,0 1,0 0,0 0,0 1,1-1,-1 0,1 1,0 0,0 0,0-1,1 1,-1 0,1 0,0 0,0 1,0-1,1 0,-1 0,1 0,0 1,0-1,1 0,-1 0,1 0,0 1,0-1,0 0,2 4,4-2,-1-1,1 1,0-1,0 0,1 0,-1-1,1 0,0-1,0 1,1-2,-1 1,1-1,-1 0,1-1,0 0,-1 0,4-1,4 2,0-1,0 0,1-1,-1-1,0-1,0 0,0-1,0-1,0 0,-1-1,1-1,-1 0,-1-1,1-1,-1 0,0-1,-1 0,0-1,-1-1,0 0,-1-1,0 0,0 0,-2-1,1-1,1-5,4-15,-1-1,-2-1,-1 0,-2-1,-1 0,-3-1,0 1,-3-1,-1-29,-1 57,1 0,0 0,-1 0,0 0,-1-1,0 1,-1 1,0-1,0 0,-1 0,0 1,-1-1,0 1,-2-3,4 10,1 1,-1 0,0 0,0 0,0 0,0 0,1 0,-1 0,0 1,0-1,-1 1,1 0,0-1,0 1,0 0,0 0,0 0,0 0,0 1,0-1,0 1,0-1,0 1,0-1,0 1,0 0,0 0,0 0,1 0,-1 1,0-1,1 0,-1 1,1-1,-1 1,1-1,0 1,-1 0,1-1,0 1,0 0,1 0,-2 1,-9 15,1 1,1-1,1 2,0-1,1 1,1 0,2 1,-1-1,2 1,1 0,1 0,0 10,0-12,1 0,0 0,2 0,0 0,1 0,0-1,2 1,0-1,1 0,1 0,1-1,1 0,0 0,1-1,0 0,2-1,-1 0,2-1,0 0,1-1,0 0,1-1,1-1,-1 0,2-2,-1 0,2 0,15 5,-18-10,1 0,-1 0,1-2,-1 0,1 0,0-2,0 0,0 0,0-2,-1 0,13-4,-19 4,0-1,0 0,-1 0,1-1,-1-1,0 1,0-1,0-1,-1 1,1-1,-2 0,1-1,0 0,-1 0,-1 0,1-1,-1 0,-1 0,1 0,1-5,17-79,-23 88,1 1,-1-1,0 0,0 0,0 0,-1 0,1 1,-1-1,0 0,0 0,0 1,-1-1,1 1,-1-1,0 1,0 0,0 0,0-1,-1 1,1 1,-1-1,0 0,-1 0,2 1,0 1,1 0,-1 0,0 1,0-1,0 0,0 1,0-1,0 1,0-1,0 1,-1 0,1 0,0 0,0 0,0 0,0 1,0-1,0 1,0-1,0 1,0 0,0 0,0 0,0 0,1 0,-1 0,0 0,1 0,-1 1,1-1,-1 1,1-1,-1 2,-2 2,0 0,0 0,1 1,-1-1,1 1,1 0,-1-1,1 1,0 0,1 1,-1-1,2 3,1-1,0 1,0-1,1 1,0-1,0 0,1 1,0-1,0 0,1-1,0 1,1-1,0 0,0 0,0 0,1-1,0 1,0-1,0-1,1 1,0-1,0 0,0-1,1 0,0 0,4 1,22 12,1-2,0-2,1-1,1-2,0-1,0-2,0-1,1-3,13 0,29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2:33.6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23 449,'-8'36,"2"1,2-1,1 1,1 0,3 0,0 0,4 13,0-7,2-1,2 0,1-1,3 0,1 0,4 5,7-8,-24-39,0 1,0-1,1 1,-1-1,0 1,0-1,0 0,0 1,0-1,0 0,0 0,0 0,0 0,0 0,-1 0,1 0,0 0,-1 0,1-1,0 1,-1 0,0 0,1 0,-1-1,0 1,1 0,-1-1,0 1,0 0,0 0,0-1,0 1,-1-1,2 0,29-92,-28 91,0-1,0 1,0 0,0 1,1-1,-1 0,1 1,0-1,-1 1,1 0,1 0,-1 0,0 0,0 0,1 1,-1 0,1-1,-1 1,1 0,-1 1,1-1,0 1,-1 0,1-1,3 2,1 0,1 1,-1 0,0 0,1 1,-1 0,-1 1,1 0,0 0,-1 0,0 1,0 0,0 1,-1-1,0 1,0 1,0-1,-1 1,0 0,0 0,-1 0,1 1,0 2,-5-8,1 0,0-1,-1 1,1 0,-1 0,0-1,1 1,-1 0,0 0,0-1,0 1,0 0,-1 0,1 0,0-1,-1 1,1 0,-1-1,0 1,1 0,-1-1,0 1,0-1,0 1,0-1,0 0,-1 1,1-1,0 0,-1 0,1 0,0 0,-1 0,1 0,-1 0,0 0,1 0,-1-1,0 1,1-1,-1 0,0 1,-78 4,18-28,61 23,-1-1,1 0,-1 0,1 0,0 0,-1 0,1 0,0 0,0 0,0 0,0-1,0 1,0 0,0-1,0 1,1-1,-1 1,1-1,-1 1,1-1,-1 0,1 1,0-1,0 0,0 1,0-1,0 1,0-1,0 0,0 1,1-1,-1 1,0-1,1 0,0 1,-1-1,1 1,0-1,4-4,1-1,0 1,1 0,-1 1,1 0,0 0,1 0,-1 1,1 0,0 0,-1 1,7-2,-6 1,64-24,1 4,52-11,-124 34,0 0,1 0,-1 1,0-1,1 0,-1 0,1 1,-1-1,0 1,1-1,-1 1,1 0,-1-1,1 1,0 0,-1 0,1 0,-1 0,1 1,-1-1,1 0,-1 1,1-1,-1 0,1 1,-1 0,0-1,1 1,-1 0,0 0,1 0,-1 0,0 0,0 0,0 0,0 0,0 0,0 1,0-1,0 0,-1 1,1-1,0 0,-1 1,1-1,-1 1,0-1,1 1,-1-1,0 1,0 0,-1 9,0-1,0 0,1 1,1-1,0 0,0 1,1-1,0 0,1 0,0 0,0 0,1-1,0 0,1 1,0-1,1-1,0 1,6 6,-9-12,0 0,0-1,0 1,0 0,1-1,-1 0,1 0,0 0,-1 0,1-1,0 1,0-1,0 0,0 0,0-1,0 1,1-1,-1 0,0 0,0 0,3-1,16-7</inkml:trace>
  <inkml:trace contextRef="#ctx0" brushRef="#br0" timeOffset="258.31">747 504,'2'16,"11"11,14 4,2-2</inkml:trace>
  <inkml:trace contextRef="#ctx0" brushRef="#br0" timeOffset="736.031">1293 764,'-59'-1,"33"-1,0 2,0 0,0 2,0 0,1 2,-1 1,-9 4,33-9,0 0,0 1,1-1,-1 0,0 1,1-1,-1 1,0 0,1 0,-1-1,1 1,-1 0,1 0,-1 1,1-1,0 0,0 0,-1 1,1-1,0 0,0 1,0-1,0 1,1 0,-1-1,0 1,1 0,-1-1,1 1,0 0,-1-1,1 1,0 0,0 0,0 0,0-1,0 1,1 0,-1 0,1 1,4 5,0-1,1 1,0-1,0 0,0-1,1 1,0-2,1 1,-1-1,1 0,2 1,5 4,166 115,-146-85,-35-39,0 0,-1 0,1 0,-1 0,1 0,-1 0,0 0,1 0,-1 0,0 0,1-1,-1 1,0 0,0 0,0-1,0 1,0-1,0 1,0-1,0 1,0-1,0 0,0 1,0-1,0 0,0 0,0 0,-1 1,1-1,0-1,0 1,-7 2,0 0,0-1,-1 0,1-1,0 0,0 0,-1-1,1 0,0 0,0-1,0 0,0 0,0-1,1 0,-1 0,1-1,0 0,0 0,-4-4,10 6,-1-1,0 1,1-1,0 1,-1-1,1 1,0-1,1 0,-1 0,0 0,1 1,-1-1,1 0,0 0,0 0,0 0,0 0,1 0,-1 0,1 1,0-1,0 0,0 0,0 1,0-1,0 0,1 0,47-69,-49 72,246-284,-211 243,-2-1,-2-2,-1-1,-3-2,-2 0,-1-2,-3 0,-2-2,-3 0,10-49,-25 35,-1 64,-1 1,1-1,-1 0,1 1,-1-1,1 1,-1-1,1 1,-1-1,1 1,-1-1,0 1,1-1,-1 1,0 0,1-1,-1 1,0 0,0 0,1-1,-1 1,0 0,0 0,1 0,-1 0,0 0,0 0,1 0,-1 0,0 0,0 1,1-1,-1 0,0 0,0 1,1-1,-1 0,0 1,1-1,-1 1,1-1,-1 1,0-1,1 1,-1-1,1 1,0 0,-1-1,1 1,-1-1,1 1,0 0,-1 0,1-1,0 1,0 0,0 0,-1-1,1 1,0 0,0 0,0-1,0 1,0 0,-9 21,0 0,2 0,0 1,1 1,1-1,2 0,0 1,2 0,0 5,4 46,3 0,3-1,4 0,2-1,4 0,28 67,-30-85,6 14,-17-63,-2-13</inkml:trace>
  <inkml:trace contextRef="#ctx0" brushRef="#br0" timeOffset="998.33">1253 327,'16'7,"24"9,28 9,31 5,24 4,16 1,6 0,-22-7</inkml:trace>
  <inkml:trace contextRef="#ctx0" brushRef="#br0" timeOffset="1876.981">2181 695,'-127'16,"122"-15,-1 1,1-1,0 1,0 1,0-1,1 1,-1 0,1 0,-1 0,1 1,0-1,0 1,1 0,-1 0,1 1,0-1,0 1,0-1,0 1,1 0,0 0,0 1,1-3,0 0,0 0,1 0,-1 0,1 0,0 0,0 0,0 0,0 0,1 0,-1 0,1 0,0 0,-1 0,1 0,1 0,-1 0,0-1,1 1,-1 0,1-1,0 1,0-1,0 0,0 0,0 0,1 0,-1 0,1 0,-1 0,1-1,-1 1,2-1,2 2,0 0,0-1,1 1,-1-2,1 1,-1-1,1 0,0 0,0-1,-1 0,1 0,0 0,0-1,4-1,-1 0,-1-1,0 0,-1 0,1-1,0 0,-1-1,0 0,0 0,0-1,-1 0,0 0,0 0,0-1,-1 0,0-1,-1 1,1-1,-1 0,-1-1,2-2,-5-13,-19 33,15-4,0-1,1 1,-1 0,1 0,0-1,0 1,0 1,1-1,-1 0,2 0,-1 1,0-1,1 0,0 1,0-1,1 0,-1 1,1-1,0 0,1 0,-1 0,1 0,0 0,0 0,1 0,-1 0,1-1,0 1,0-1,1 0,-1 0,1 0,0-1,0 1,0-1,1 0,-1 0,1 0,0-1,-1 1,1-1,0 0,0-1,1 1,-1-1,0 0,0 0,1-1,-1 1,0-1,1-1,2 1,1-5,0 0,0-1,0 0,-1 0,0-1,0 0,0 0,-1 0,0-1,-1-1,0 1,0-1,-1 0,0 0,0-1,-1 1,0-1,2-10,28-80,-3-2,-5-1,2-43,-21 112,11-105,-18 139,1-1,-1 1,0-1,0 1,1-1,-1 1,0-1,0 0,0 1,0-1,0 1,0-1,0 1,0-1,0 0,0 1,0-1,0 1,0-1,0 1,-1-1,1 1,0-1,0 1,-1-1,1 1,0-1,-1 1,1-1,0 1,-1-1,1 1,-1 0,1-1,-1 1,1 0,-1-1,1 1,-1 0,1 0,-1-1,1 1,-1 0,1 0,-1 0,0 0,0 0,-16 24,4 16,2 1,1-1,3 2,1-1,2 1,2 0,2 0,2 0,1-1,2 1,2-1,2 0,2 3,1-11,-2-43,-8 5,0 0,0 1,1-1,0 1,0-1,0 1,0 0,1 0,-1 0,1 0,0 1,0-1,1 1,-1 0,1 1,-1-1,1 1,0 0,0 0,0 0,0 1,0-1,0 1,1 1,-1-1,4 1,-1 0,-1 1,0 0,0 1,0 0,0 0,0 0,0 1,0 0,-1 0,1 1,-1 0,0 0,0 0,0 1,-1 0,0 0,0 0,0 1,0 0,-1 0,0 0,0 0,-1 1,0-1,0 1,0 0,-1 0,0 0,0 0,-1 1,0-5,-1 0,0 0,0 0,0 0,0 0,-1 0,1 0,-1-1,0 1,1 0,-1 0,0-1,-1 1,1 0,0-1,-1 0,0 1,1-1,-1 0,0 1,0-1,0 0,0-1,-1 1,1 0,-1-1,1 1,-1-1,1 1,-1-1,0 0,-1 0,-95 15,91-15,-1-1,1 0,-1-1,1 0,-1 0,1-1,0 0,0 0,0-1,-7-2,14 4,0 1,0-1,0 1,1-1,-1 1,0-1,0 0,0 1,0-1,1 0,-1 0,0 1,1-1,-1 0,0 0,1 0,-1 0,1 0,0 0,-1 0,1 0,0 0,0 0,-1 0,1 0,0 0,0 0,0 0,0 0,0 0,0 0,1 0,-1 0,0 0,0 0,1 0,-1 0,1 0,-1 0,1 0,-1 0,1 0,-1 1,1-1,0 0,0 0,0 0,43-32,-6 14,1 1,1 2,0 2,1 2,31-5,-63 15,-7 1,0 0,1 0,-1-1,1 2,-1-1,1 0,-1 0,1 1,-1-1,1 1,0 0,-1 0,1 0,0 0,-1 0,1 1,-1-1,1 1,0 0,-1 0,0 0,1 0,-1 0,1 0,-1 0,0 1,0-1,0 1,0 0,0 0,0 0,0 0,-1 0,-18 110,17-104,0 0,0 0,1 0,0 0,1 0,-1 0,1 0,1 0,0 0,0-1,0 0,4 5,-6-9,1 0,0 0,0 0,0-1,0 1,0-1,1 1,-1-1,1 0,-1 0,1 0,0 0,0-1,0 1,0-1,0 0,0 1,1-1,-1-1,0 1,1 0,-1-1,0 0,1 0,-1 0,0 0,1 0,-1-1,0 1,1-1,-1 0,20-8</inkml:trace>
  <inkml:trace contextRef="#ctx0" brushRef="#br0" timeOffset="2125.319">2946 272,'11'21,"16"11,13 8,-1-3</inkml:trace>
  <inkml:trace contextRef="#ctx0" brushRef="#br0" timeOffset="2923.183">3465 464,'12'-33,"-2"0,-1 0,-1-1,-2 0,-1-1,-2 1,-1-1,-2 0,-2-3,-11-37,12 73,1 0,-1 0,0 0,0 0,0 0,0 1,0-1,0 0,0 1,0-1,-1 1,1-1,-1 1,1-1,-1 1,0 0,1 0,-1 0,0 0,0 0,0 0,1 1,-1-1,0 0,0 1,0 0,0-1,0 1,0 0,0 0,-1 0,1 0,0 1,-1-1,-5 4,1 0,0 0,0 0,0 1,1 0,0 1,0-1,0 1,0 0,1 0,0 1,1 0,-1 0,1 0,1 0,-1 0,1 1,0 0,1 1,-9 20,2 0,1 1,1 0,2 0,1 1,1 0,1-1,2 1,2 0,0 0,2-1,2 1,0-1,2-1,2 1,0-1,2-1,1 0,1 0,1-2,2 0,1 0,0-2,11 9,-24-25,1-2,0 1,1-1,-1 0,1 0,0-1,0 0,1 0,0 0,0-1,0-1,3 2,-7-5,1-1,-1 0,0 0,0 0,0 0,0-1,0 1,0-1,0 0,0 0,-1 0,1-1,-1 0,1 1,-1-1,0 0,0 0,0-1,-1 1,1-1,-1 1,0-1,0 0,0 0,1-3,-1 4,96-173,-98 176,0 1,0-1,0 0,1 0,-1 0,0 0,0 0,0 1,0-1,1 0,-1 0,0 0,0 0,0 0,1 0,-1 0,0 0,0 0,0 0,1 0,-1 0,0 0,0 0,1 0,-1 0,0 0,0 0,0 0,1 0,-1 0,0 0,0 0,0 0,1 0,-1 0,0 0,0-1,0 1,0 0,1 0,-1 0,0 0,0 0,0-1,0 1,0 0,0 0,1 0,-1-1,0 1,0 0,-4 21,3-19,-15 120,16-119,0 1,0-1,1 1,0-1,-1 1,1-1,0 0,1 1,-1-1,0 0,1 0,0 0,0 0,0 0,0 0,0 0,1 0,-1-1,1 0,-1 1,1-1,0 0,0 0,0 0,0-1,1 1,-1-1,0 0,1 0,-1 0,0 0,1 0,0-1,3 1,0-1,0 0,0 0,0 0,0-1,0 0,0-1,0 1,-1-1,1-1,0 1,-1-1,0 0,1-1,-1 1,-1-1,1-1,-1 1,1-1,-1 0,0 0,11-13,0-1,-2 0,0-1,-1 0,5-13,-2 11,-16 22,1 0,-1-1,0 1,1 0,-1 0,1 0,-1 0,0 0,1 0,-1 0,1 0,-1 0,0 0,1 1,-1-1,1 0,-1 0,0 0,1 0,-1 1,1-1,-1 0,0 0,1 1,-1-1,0 0,0 0,1 1,-1-1,0 0,0 1,1-1,-1 0,0 1,0-1,0 1,0-1,1 0,-1 1,0-1,0 1,0-1,0 1,0-1,0 0,0 1,0-1,0 1,0-1,-1 0,1 1,0-1,0 1,0-1,0 0,-1 1,1-1,0 10,0 0,1 0,0 0,1 0,0 0,1 0,-1 0,2-1,0 0,0 0,0 0,1 0,1 0,-1-1,1 0,1 0,4 4,2-4,1 0,-1-1,1 0,1-1,-1-1,1 0,0-2,0 1,0-2,1 0,-1 0,1-2,-1 0,1 0,-1-2,0 0,1-1,-1 0,0-1,-1-1,1 0,-1-1,5-3,-1 0,-1 0,0-1,-1-1,0-1,0 0,-1-1,-1 0,0-2,-1 1,-1-2,0 1,-1-2,-1 0,0 0,-2 0,0-1,0-1,-2 0,10-30,-2-1,-3-1,-1 0,-3-1,-2 1,-2-29,-19-59,14 132,0 0,0 1,-1-1,0 0,0 1,0-1,-1 1,0 0,0 0,-1 1,0-1,0 1,0 0,0 0,-1 1,0 0,-5-4,6 6,1 0,-1 0,0 1,0-1,0 1,0 0,-1 1,1-1,0 1,0 0,0 0,-1 0,1 1,0 0,0 0,0 0,0 1,0 0,0 0,1 0,-1 0,1 1,-1 0,1 0,0 0,0 0,-3 3,-4 5,1-1,0 1,1 0,0 1,1 0,0 1,1 0,0 0,-1 6,0 3,1 0,2 1,0 0,1 0,1 0,1 1,1-1,2 1,0-1,1 1,1-1,2 0,0 0,1 0,2-1,0 0,1 0,9 13,-1-3,2 0,1-1,1-1,2-2,1 0,1-1,1-1,1-1,2-2,0-1,23 12,-33-22,1-1,0-1,1-1,0-1,0-1,1 0,0-2,0 0,1-2,-1-1,20 0,34-8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2:31.1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273 355,'-25'17,"1"1,1 0,0 2,1 1,2 0,0 2,1 0,1 1,1 1,-6 14,-14 63,36-98,1 1,-1-1,1 0,0 1,0-1,1 1,-1-1,1 0,0 0,0 1,1-1,-1 0,1 0,0 0,0 0,0 0,0-1,1 1,-1-1,1 1,0-1,0 0,2 1,1 1,1-1,-1 0,1-1,0 1,0-2,1 1,-1-1,0 0,1 0,0-1,-1 0,1 0,0 0,-1-1,1-1,0 0,0 0,6-1,2-2,-1 0,1-1,-1 0,0-1,0-1,0 0,-1-1,7-6,-2-2,-2 0,0-1,-1-1,-1-1,0 0,-2-1,0 0,-1-1,-1-1,-2 0,0 0,-1-1,-1 0,-1 0,-1 0,-1-1,-1 0,-1 0,-1 0,-2 0,0 0,-1 0,-2-3,1 10,0 0,0 0,-2 0,0 1,-1-1,0 1,-2 1,0 0,-9-14,13 23,0 0,0 1,-1-1,0 1,0 0,-1 0,1 1,-1 0,0 0,0 0,-1 0,1 1,-1 0,1 1,-1-1,0 1,0 0,0 1,0 0,0 0,0 1,-1-1,1 2,-4-1,5 1,0 0,0 0,0 1,1 0,-1 0,1 0,-1 0,1 1,0 0,0 0,0 0,1 1,-1 0,1 0,-1 0,1 0,1 1,-1-1,1 1,-1 0,2 0,-1 0,0 1,1-1,0 1,0-1,-1 7,0 3,0 1,1-1,0 1,2 0,0 0,0 0,2 0,0-1,0 1,2 0,16 51,3-1,4-1,2-2,22 36,-15-29,-16-31,-5-13,-1 0,-2 1,-1 0,-1 1,-1 0,-1 1,1 15,-9-40,-1-7</inkml:trace>
  <inkml:trace contextRef="#ctx0" brushRef="#br0" timeOffset="222.405">806 492,'26'0,"19"0,15 0,8 0,2 0,-7 0,-13 2,-16 1</inkml:trace>
  <inkml:trace contextRef="#ctx0" brushRef="#br0" timeOffset="402.921">861 752,'25'2,"23"-1,17-1,11-3,5-3,0-3,-14 0</inkml:trace>
  <inkml:trace contextRef="#ctx0" brushRef="#br0" timeOffset="805.538">1652 684,'23'-40,"-3"-1,-1-1,-3 0,-1-1,-2-1,6-39,-8 184,42 234,-50-317,1 1,0 0,-2 1,0-1,-1 1,-1 14,-1-31,-1 0,1 0,0-1,-1 1,0 0,1-1,-1 0,0 1,0-1,-1 0,1 0,0 0,-1 0,1 0,-1-1,0 1,1-1,-1 0,0 0,0 0,0 0,0 0,0 0,0-1,0 0,0 1,0-1,0 0,0-1,0 1,0 0,0-1,0 0,0 0,0 0,0 0,1 0,-1 0,0-1,3 2,1 0,-1 0,0 0,0 0,0-1,0 1,1 0,-1 0,0 0,0-1,0 1,0 0,0 0,0 0,1-1,-1 1,0 0,0 0,0-1,0 1,0 0,0 0,0-1,0 1,0 0,0 0,0-1,0 1,-1 0,1 0,0-1,0 1,0 0,0 0,0 0,0-1,0 1,-1 0,1 0,0 0,0-1,0 1,0 0,-1 0,1 0,0 0,0 0,-1 0,1-1,26-2,122 2,56-5,-166-2,-9-1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2:39.6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369 673,'-8'-6,"0"1,0-1,-1 1,0 1,0 0,0 0,0 0,0 1,-1 1,1 0,-1 0,0 1,1 0,-1 0,0 1,0 1,0 0,1 0,-1 0,0 2,1-1,-1 1,1 0,0 1,0 0,0 1,1 0,0 0,-1 1,2-1,-1 2,-5 5,6-3,-1 0,2 0,-1 0,1 1,1 0,0 0,0 1,1 0,-3 10,6-17,0-1,0 1,0-1,1 1,-1-1,1 1,0-1,0 1,0 0,1-1,-1 1,1 0,-1-1,1 1,1-1,-1 0,0 1,1-1,0 0,-1 0,1 0,0 0,1 0,-1 0,0 0,1-1,0 1,0-1,-1 0,1 0,0 0,3 1,-1-1,1 0,0 0,0-1,0 1,0-2,1 1,-1 0,0-1,0 0,0-1,0 0,1 1,-1-2,0 1,0-1,-1 0,1 0,0-1,1 0,7-5,0 1,0-2,-1 1,0-2,-1 0,0 0,0-3,2-2,-1-1,0-1,-2 0,0-1,-1 0,0-1,-2 0,0 0,-1-1,-2 0,1 0,-2-1,1-13,-1-14,-1 0,-2-1,-3 1,-1 0,-6-17,-7-14,3 64,1 39,1 23,3 1,2-1,2 2,2 19,1-57,0 16,-3 0,2 0,1 0,1 0,1 0,1 0,2 0,0 0,2-1,1 0,1 0,2 0,11 23,-15-41,1 0,0 0,0-1,0 0,1 0,0-1,1 0,-1 0,1-1,0 0,0-1,1 0,0 0,-1-1,1 0,0-1,0 0,1 0,-1-1,0-1,8 0,6 0,0-2,1-1,-1-1,0-1,-1-1,1-1,-1-1,14-7,-27 12,0-1,-1 0,1-1,-1 0,0-1,0 0,-1 0,0 0,0-1,0-1,-1 1,0-1,-1 0,0-1,0 0,0 0,-1 0,1-4,-6 11,1-1,-1 0,1 0,-1 1,0-1,0 0,-1 0,1 1,0-1,-1 0,0 0,1 1,-1-1,0 1,-1-1,1 1,0-1,-1 1,1 0,-1-1,0 1,0 0,0 0,0 0,0 1,0-1,0 0,-1 1,1-1,0 1,-1 0,1 0,-1 0,-91-19,82 20,-1 1,1 0,-1 0,1 1,0 1,-1 0,1 1,1 0,-1 1,0 0,1 1,0 0,1 1,-1 0,1 1,1 0,-1 0,1 1,7-7,1 1,-1-1,0 1,1-1,-1 1,1-1,0 1,0 0,0 0,0 0,0 0,1 0,-1-1,1 1,0 0,0 0,0 0,0 0,0 0,1 0,-1 0,1 0,0 0,0 0,0-1,0 1,0 0,1-1,-1 1,1 0,0-1,0 0,0 0,0 1,0-1,0 0,1-1,-1 1,0 0,4 1,3 2,1 0,0 0,0-1,1 0,-1-1,1 0,0-1,-1 0,1-1,0 0,0-1,0 0,0 0,0-1,0-1,0 0,0 0,3-3,-6 3,-1 0,1-1,-1 0,1-1,-1 1,0-2,-1 1,1-1,-1 0,0 0,0 0,0-1,-1 0,0 0,0-1,0 1,-1-1,0 0,0 0,-1-1,0 1,0-1,-1 0,0 1,0-3,1-35,-2 59,1 0,1 0,0 0,1-1,0 1,1-1,6 12,-9-20,0 0,1-1,0 1,0-1,0 1,0-1,1 0,-1 0,1-1,0 1,0-1,1 0,-1 0,0 0,1 0,0-1,0 0,0 0,0 0,0 0,0-1,0 0,1 0,-1-1,5 1,0-3,0-1,0 0,0-1,-1 0,1-1,-1 0,0 0,0-1,-1 0,1 0,-1-1,-1 0,1-1,-1 1,-1-1,1-1,-2 1,4-7,19-29,-2-1,-2-2,-3 0,-1-1,-3-1,-1-1,-3 0,-2-1,-3-1,-1 1,-3-1,-2-34,-2 82,-11-75,11 78,-1 0,0 0,1 0,-1 1,0-1,0 0,1 1,-1-1,0 1,0-1,0 1,0-1,0 1,0-1,1 1,-1 0,0 0,0-1,0 1,0 0,0 0,0 0,0 0,0 0,0 0,0 0,0 1,0-1,0 0,0 0,0 1,0-1,0 1,0-1,0 1,0-1,0 1,1 0,-1-1,0 1,1 0,-1-1,0 1,1 0,-1 0,0 0,-9 11,1 0,0 1,1 0,0 0,1 0,1 1,0 0,0 1,2-1,-2 11,-2-4,1 2,1-1,1 1,1 0,1 0,1 0,1 0,1 0,1 0,1 0,1 0,1 0,1 0,1-1,1 0,1 0,1 0,1-1,1-1,1 0,0 0,14 16,-16-26,-1 0,1 0,1 0,0-2,0 1,1-1,0-1,0 0,1-1,-1 0,2-1,-1 0,0-1,1-1,0 0,0-1,0 0,0-1,0-1,0 0,0-1,0 0,13-4,-21 2,1 0,-1 0,0-1,-1 0,1 0,-1 0,0-1,0 0,0 0,-1 0,1-1,-1 1,-1-1,1 0,-1 0,0 0,0-1,-1 1,0-1,1-4,1-5,0 0,-2-1,0 1,0-1,-2 0,0 1,-1-1,-1 0,-4-7,6 24,0 1,0-1,0 0,0 0,0 1,0-1,0 0,0 0,0 1,0-1,-1 0,1 0,0 1,0-1,0 0,0 0,-1 1,1-1,0 0,0 0,0 0,-1 0,1 1,0-1,0 0,-1 0,1 0,0 0,0 0,-1 0,1 0,0 1,0-1,-1 0,1 0,0 0,-1 0,1 0,0 0,0-1,-1 1,1 0,0 0,0 0,-1 0,1 0,0 0,0 0,-1 0,1-1,0 1,0 0,-1 0,1 0,0 0,0-1,0 1,0 0,-1 0,1-1,0 1,0 0,-4 18,0 1,1-1,1 1,1 0,0-1,2 1,1 14,0-19,0 0,0-1,1 1,1-1,0 1,1-1,6 11,-9-19,0-1,1 1,0-1,0 1,0-1,0 0,1 0,0 0,0 0,0-1,0 0,0 0,1 0,-1 0,1-1,0 1,0-1,0 0,0-1,0 1,5 0,14-4,-4-5</inkml:trace>
  <inkml:trace contextRef="#ctx0" brushRef="#br0" timeOffset="216.422">1161 237,'24'2,"23"1,25 0,21-1,15 0,9-1,-5-3,-14-1,-21 0,-24 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2:53.4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65 1,'-28'11,"-9"5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2:54.7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37 273,'0'-108,"-37"704,37-565,0-31,0-1,0 1,0 0,0-1,0 1,0 0,1-1,-1 1,0 0,0-1,0 1,0 0,1-1,-1 1,0 0,0 0,0-1,1 1,-1 0,0 0,1 0,-1-1,0 1,0 0,1 0,-1 0,0 0,1 0,-1 0,0 0,1-1,-1 1,0 0,1 0,-1 0,0 0,1 0,-1 1,0-1,1 0,-1 0,0 0,1 0,-1 0,0 0,1 0,-1 1,0-1,0 0,1 0,-1 0,0 1,0-1,1 0,-1 0,0 1,0-1,0 0,1 1,36-72,-32 57,1 1,0 0,1 0,0 1,1 0,1 1,0-1,0 2,1-1,8-5,-15 13,0 1,0 1,-1-1,1 0,0 1,1-1,-1 1,0 0,0 0,0 0,1 1,-1-1,1 1,-1 0,0 0,1 0,-1 0,0 0,1 1,-1-1,0 1,1 0,-1 0,0 0,0 1,0-1,0 1,0 0,0 0,-1 0,1 0,0 0,-1 0,0 1,1-1,-1 1,0 0,0 0,-1-1,3 4,-2-1,0 1,0-1,-1 0,1 1,-1-1,0 1,-1-1,1 1,-1-1,0 1,0-1,-1 1,0-1,0 1,0-1,0 1,-1-1,0 0,0 0,-1 0,1 0,-1 0,0-1,0 1,-1-1,1 1,-1-1,0 0,0-1,-1 1,1-1,-1 0,1 0,-1 0,0-1,-4 2,-1 2,-1-1,0 0,0 0,0-1,0-1,0 0,-1-1,0 0,1-1,-1 0,0 0,0-1,0-1,-7-1,18 2,0 0,0 0,1-1,-1 1,0 0,0 0,1 0,-1 0,0-1,1 1,-1 0,0-1,1 1,-1-1,0 1,1 0,-1-1,1 1,-1-1,1 0,-1 1,1-1,-1 1,1-1,-1 0,1 1,0-1,-1 0,1 1,0-1,0 0,0 0,0 1,-1-1,1 0,0 0,0 1,0-1,1 0,-1 0,0 1,0-1,0 0,0 0,1 1,-1-1,0 0,1 1,-1-1,0 0,1 1,-1-1,1 1,-1-1,1 1,0-1,-1 1,1-1,-1 1,2-1,14-11</inkml:trace>
  <inkml:trace contextRef="#ctx0" brushRef="#br0" timeOffset="247.863">624 0,'14'12,"7"19,3 24,-2 23,-3 20,-8 15,-11 13,-16 5,-17 4,-18-5,1-25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01.6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9 390,'5'-74,"2"0,3 1,8-19,-3 15,-11 144,32 356,-35-417,0 1,0 0,0 0,-1 1,0-1,-1 0,1 0,-1 0,-1 0,1-1,-1 1,0 0,-1-1,0 1,0-1,0 1,-1-1,0-1,0 1,0 0,-1-1,0 0,0 0,0 0,0-1,-1 0,-2 2,-16-1,17-4,11-1,340-19,-289 14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01.9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 0,'3'21,"0"16,2 16,0 13,0 9,-2 3,-5 0,-12-1,-18-7,-3-16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00.8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445 175,'-8'-4,"-1"1,-1 1,1-1,0 1,-1 1,1 0,-1 0,1 1,-1 0,0 1,1 0,-1 0,1 1,0 0,0 1,-1 0,1 0,1 1,-1 0,1 1,0 0,-6 4,-5 5,0 1,1 1,1 1,0 1,2 0,0 0,1 2,-7 11,12-18,0 0,1 1,0 0,1 0,1 0,0 1,1 0,1 0,0 0,1 1,1 0,0-1,1 1,0 0,2 0,0-1,2 14,0-23,-1 0,1 0,0 0,1 0,-1-1,1 0,0 0,0 0,1 0,0 0,-1-1,2 0,-1 0,0 0,1-1,-1 0,1 0,0 0,0 0,0-1,1 0,-1-1,0 1,1-1,-1-1,4 1,5 0,0-1,-1 0,1-1,0-1,0 0,-1-1,0 0,1-1,-1-1,-1-1,5-2,0-2,-1-1,0-1,-1 0,0-2,-1 1,-1-2,0 0,-1-1,0 0,-2-1,0 0,-1-1,0 0,-2-1,0 0,-1 0,-1-1,-1 0,0 0,-2 0,0 0,-2-1,0 1,-1 0,-1-1,-1 1,0-1,-2 1,-1 0,-6-17,9 28,-1 0,-1 1,0-1,0 1,0 0,-1 0,0 0,-1 1,0 0,0 0,0 1,-1-1,0 1,0 1,-1-1,0 1,0 0,0 1,0 0,0 1,-1-1,0 1,0 1,0 0,0 0,0 1,0 0,0 0,0 1,-4 1,4 0,0 0,1 1,-1 0,1 1,0-1,-1 2,1-1,0 1,1 0,-1 1,1 0,0 0,0 1,0-1,1 1,0 1,0-1,1 1,0 0,0 1,0-1,1 1,0 0,0 2,-2 5,1 0,1-1,0 2,1-1,0 0,2 1,0-1,0 1,2 0,0-1,0 1,2-1,1 7,11 22,1-1,2 0,3-1,0-2,3 0,1-1,2-2,7 6,7 12,-2 2,-3 1,2 11,-33-58,0-1,0 1,-1 0,0 0,-1 0,0 1,-1-1,0 1,-1 2,-7-2,2-20</inkml:trace>
  <inkml:trace contextRef="#ctx0" brushRef="#br0" timeOffset="244.232">732 407,'21'9,"19"4,18-1,16-1,11-1,1-3,-9-2,-19-3</inkml:trace>
  <inkml:trace contextRef="#ctx0" brushRef="#br0" timeOffset="416.772">869 666,'16'7,"17"3,20-2,16 0,13-6,4-4,-12-2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2:58.8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 1213,'0'-272,"-1"268,0 0,1 0,-1 0,1 0,0 0,0 0,0 0,0 0,1 0,0 0,0 0,0 0,0 0,1 0,-1 0,1 1,0-1,0 1,0-1,1 1,-1 0,1 0,0 0,0 0,0 0,0 1,0-1,1 1,-1 0,1 0,-1 0,1 0,0 1,0-1,2 0,12 4,-1 0,0 0,-1 2,1 0,-1 1,1 0,-1 2,-1 0,1 0,1 3,-5-4,0-1,0 2,-1-1,0 1,0 1,-1 0,0 1,-1 0,0 0,0 1,-1 0,4 6,-11-14,0-1,-1 1,1 0,0-1,-1 1,1 0,-1-1,0 1,0 0,1 0,-1 0,0-1,0 1,-1 0,1 0,0 0,-1-1,1 1,-1 0,1-1,-1 1,0 0,0-1,1 1,-1-1,-1 1,1-1,0 0,0 1,0-1,-1 0,1 0,0 0,-1 0,1 0,-1 0,0 0,1 0,-1 0,0-1,0 1,-74 12,74-13,0 0,0 0,0 0,0-1,1 1,-1-1,0 1,0-1,0 0,0 1,1-1,-1 0,0 0,1 0,-1-1,1 1,-1 0,1-1,0 1,0 0,-1-1,1 0,0 1,0-1,0 0,1 1,-1-1,0 0,1 0,-1 0,1 0,-1 1,1-1,0 0,0 0,0 0,0 0,0 0,0 0,1 0,-1 0,1 0,-1 1,1-1,0 0,-1 0,2 0,7-20,2 0,1 1,0 0,2 1,2-2,24-38,-12 12,-2 0,-3-1,-1-2,-3 0,-2-1,-2-1,-3 0,-2-1,-2-1,-3 1,-2-1,-4-52,-15 35,16 72,0-1,0 1,-1-1,1 1,0-1,0 1,-1-1,1 1,-1 0,1-1,0 1,-1 0,1-1,-1 1,1 0,-1-1,1 1,-1 0,1 0,-1 0,1 0,-1-1,0 1,1 0,-1 0,1 0,-1 0,1 0,-1 0,1 0,-1 1,1-1,-1 0,0 0,1 0,-1 0,1 1,-1-1,1 0,0 0,-1 1,1-1,-1 1,1-1,-1 0,1 1,0-1,-1 1,1-1,0 1,0-1,-1 0,1 1,0-1,0 1,-1 0,1-1,0 1,0-1,0 1,0-1,0 1,-7 16,0 1,1 0,1 0,1 0,0 1,2-1,-1 12,1-13,-7 66,3-1,3 2,5-1,3 0,3-1,11 35,-16-96,1 0,1-1,1 0,1 0,1 0,0-1,2 0,0-1,1 0,0 0,2-1,0-1,9 8,-2-9</inkml:trace>
  <inkml:trace contextRef="#ctx0" brushRef="#br0" timeOffset="277.614">0 558,'23'9,"32"6,31 4,29 2,20 0,14-2,1 0,-8 0,-28-3</inkml:trace>
  <inkml:trace contextRef="#ctx0" brushRef="#br0" timeOffset="1377.745">1148 818,'-31'4,"-173"37,190-37,1 1,-1 0,1 1,1 1,-1 0,1 1,0 0,1 1,0 0,0 1,1 0,0 1,-1 3,8-12,1 1,-1 0,1-1,0 1,0 0,0 0,0 0,1 0,-1 1,1-1,0 0,0 1,0-1,0 1,1-1,-1 1,1-1,0 1,0-1,0 1,1 0,-1-1,1 1,0-1,0 0,0 1,0-1,1 0,-1 1,1-1,0 0,0 0,0 0,0-1,2 3,6 0,0-1,1 0,-1 0,1-1,0-1,0 0,0 0,0-1,1 0,-1-1,0 0,0-1,0 0,0-1,0-1,0 1,0-1,-1-1,5-2,-6 3,0 0,-1-1,1 0,-1-1,0 0,0 0,0-1,-1 1,0-2,0 1,0-1,-1 0,0 0,-1-1,1 0,-1 0,-1 0,0-1,0 1,0-1,-1 0,-1 0,1 0,-1-1,0-4,-13 42,11-19,-1 0,1 0,1 0,-1 0,2 0,-1 0,1 0,0-1,1 1,0-1,1 1,0-1,1 3,-2-7,-1 0,1 0,0 0,0 0,0-1,0 1,0-1,1 0,0 0,0 0,-1 0,2-1,-1 0,0 1,0-1,1-1,-1 1,1-1,0 0,-1 0,1 0,0 0,-1-1,1 0,0 0,1 0,0-1,1-1,-1 1,0-1,0-1,0 1,0-1,0 0,0 0,-1 0,1-1,-1 0,0 0,0 0,-1-1,1 0,-1 0,0 0,0 0,-1-1,2-1,3-8,0-1,0 0,-2 0,0-1,0 0,2-17,8-166,-16 199,0 0,0 0,0 0,0 0,1 0,-1 0,0 0,0 0,1 0,-1 0,0 0,1 0,-1 0,1 1,0-1,-1 0,1 0,-1 0,1 1,0-1,0 0,-1 1,1-1,0 0,0 1,0-1,0 1,0 0,0-1,0 1,0 0,0-1,0 1,0 0,0 0,0 0,0 0,0 0,0 0,0 0,0 0,0 0,0 1,45 20,-37-16,-9-4,35 18,0 1,-2 2,-1 2,29 26,-54-42,0 0,-1 1,0 0,-1 0,0 0,0 0,-1 1,0-1,-1 1,0 0,0 1,-1-1,0 0,-1 1,-1-1,1 1,-1-1,-2 5,2-12,-1 0,1 0,0 0,0 0,0 0,0 0,0 0,1 0,-1 0,1 0,0 0,0 0,0 0,0 0,0 0,1-1,-1 1,1-1,0 1,0-1,0 1,0-1,0 0,0 0,0 0,1 0,-1-1,1 1,2 1,7-1,1 0,0 0,0-1,0-1,-1 0,1 0,0-2,0 1,-1-2,1 0,-1 0,1-1,-1 0,0-1,2-3,0 3,-1-2,0 1,-1-2,0 0,0 0,0-1,-1-1,-1 0,1 0,-2-1,1 0,-2-1,1 0,-2 0,0-1,0 0,-1 0,-1-1,0 0,-1 1,0-2,-1 1,1-14,-4 27,1-1,-1 1,0-1,0 0,0 1,0-1,0 0,0 1,0-1,0 0,-1 1,1-1,-1 1,1-1,-1 1,0-1,1 1,-1-1,0 1,0 0,0-1,0 1,0 0,0 0,-1 0,1-1,0 1,-1 1,1-1,0 0,-1 0,1 0,-1 1,0-1,1 1,-1-1,1 1,-1 0,0 0,1-1,-1 1,0 0,1 0,-1 1,1-1,-1 0,0 1,-3 1,0 0,0 0,0 1,0-1,0 1,1 1,0-1,-1 1,1-1,0 1,1 0,-1 1,1-1,0 0,0 1,0 0,0 0,1 0,0 0,0 0,0 0,1 1,0-1,0 1,0-1,1 1,0-1,0 1,0-1,0 1,1-1,0 1,0-1,1 0,-1 1,1-1,1 0,-1 0,0 0,1-1,0 1,3 2,9 4,2-2,-1 0,1-1,1 0,-1-2,1 0,0-1,1 0,-1-2,1 0,0-1,0-1,15-2,-30 2,58 4,-1-3,1-2,-1-3,1-2,-1-3,23-8,-72 12,0 0,0 0,0-1,-1-1,1 0,-2-1,9-5,-17 10,1 1,-1-1,0 0,1 0,-1 0,0 0,0-1,0 1,-1 0,1-1,-1 1,1-1,-1 0,0 1,0-1,0 0,0 0,0 0,-1 0,1 0,-1 0,0 0,0 0,0 0,0 0,0 1,-1-1,1 0,-1 0,0 0,0 0,0 0,0 1,-2-4,-5-2,0 0,-1 1,0 0,0 0,-1 1,0 0,0 0,0 2,-1-1,0 1,1 0,-1 1,-1 1,1-1,0 2,-1 0,1 0,-1 1,-8 1,8-1,1 0,-1 1,1 1,-1 0,1 0,0 1,0 1,0 0,-4 2,11-4,1-1,-1 1,1-1,0 1,0 0,0 1,0-1,0 0,0 1,1 0,-1 0,1-1,0 1,0 1,0-1,0 0,0 0,1 1,0-1,-1 1,1-1,0 1,1 0,-1-1,1 1,-1 0,1-1,0 1,1 0,-1 1,4 3,0 0,0 0,0-1,1 0,0 0,0 0,1-1,0 1,0-1,1-1,-1 1,1-1,0 0,1-1,-1 1,1-2,0 1,0-1,0 0,0-1,1 0,-1 0,1 0,6-1,1 2,0-1,0 0,0-1,0-1,0-1,0 0,0-1,10-3,-21 5,0-2,0 1,0 0,0-1,-1 0,1 0,-1-1,1 1,-1-1,0 0,0 0,0 0,0-1,0 1,-1-1,1 0,-1 0,0 0,-1-1,1 1,-1-1,0 1,0-1,0 0,0 0,-1 0,0 0,1-3,-2 6,1 1,-1 0,1 0,-1 0,0 0,1 0,-1 0,0 0,0 0,0-1,0 1,0 0,0 0,0 0,0 0,0 0,-1-1,1 1,0 0,-1 0,1 0,-1 0,1 0,-1 0,1 0,-1 0,0 0,1 0,-1 0,0 1,0-1,0 0,0 0,0 1,0-1,0 1,0-1,0 1,0-1,0 1,0-1,0 1,0 0,0 0,-1 0,1 0,0-1,0 2,0-1,0 0,0 0,-1 0,1 0,0 1,0-1,0 0,0 1,0-1,0 1,-2 2,1-1,1 1,-1 0,0 0,1 0,-1 0,1 0,0 0,0 0,0 0,1 1,-1-1,1 0,-1 0,1 1,0-1,1 0,-1 1,0-1,1 0,0 1,0-1,0 0,0 0,0 0,1 0,-1 0,1 0,0 0,0-1,0 1,0-1,2 3,7 2,1 0,0-1,0 0,0-1,1 0,-1-1,1 0,0-1,0-1,0 0,1-1,-1 0,-5 0,89 9,-1-4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2:57.6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191 301,'0'18,"-2"16,-4 9,-2 4,0-1,0-4,3-9</inkml:trace>
  <inkml:trace contextRef="#ctx0" brushRef="#br0" timeOffset="433.467">0 0,'57'7,"-1"2,0 2,0 3,-1 3,-1 1,7 7,-47-20,0 0,0 2,0-1,-1 2,0 0,-1 0,1 1,-2 1,1 0,-2 1,1 0,-1 0,-1 1,0 0,-1 1,0 0,-1 1,0-1,-1 1,1 6,11 142,-18-160,0 0,1 0,-1 0,1 0,-1 0,1 0,0 0,-1 0,1 0,0 0,0 0,1-1,-1 1,0 0,1-1,-1 1,1-1,-1 1,1-1,-1 0,1 0,0 0,0 0,0 0,0 0,-1 0,1 0,0-1,0 1,1-1,-1 0,0 1,0-1,0 0,0 0,0 0,0 0,0-1,0 1,0-1,0 1,0-1,0 0,1 0,10-4,0-1,0 0,-1-1,0 0,-1-1,1-1,-2 0,1 0,-1-1,0 0,-1-1,0 0,-1 0,-1-1,1 0,-2 0,0-1,0 0,-1 0,1-7,-1-25,-6 45,0 0,0-1,0 1,1 0,-1 0,0 0,0 0,0 0,1 0,-1 0,0 0,0 0,0 1,1-1,-1 0,0 0,0 1,1-1,-1 0,0 1,1-1,-1 1,0-1,1 1,-1-1,1 1,-1 0,0-1,1 1,0 0,-1-1,1 1,-1 0,1-1,0 1,0 0,-1 0,1 0,0-1,0 1,0 0,0 0,0 0,0-1,0 2,-3 5,0 0,0 0,1 0,0 1,1-1,0 1,0-1,0 1,1-1,0 1,1-1,-1 1,2 0,-1-1,1 0,0 1,0-1,1 0,0 0,0 0,1-1,0 1,3 3,4-1,1 0,0 0,1-2,0 1,0-2,0 0,1 0,0-1,0-1,0-1,1 0,-1 0,9-1,-21-1,89 13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07.2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335 674,'4'-14,"-1"1,0-1,-1 0,0 0,-2 0,1 0,-2 0,-1-12,1 21,1 0,-2 0,1 0,-1 0,1 0,-1 1,-1-1,1 1,-1-1,1 1,-1 0,-1 0,1 0,-1 0,1 0,-1 1,0 0,0-1,0 2,-1-1,1 0,-1 1,1 0,-1 0,-2 0,-2 0,-1 0,0 1,0 1,0 0,0 0,0 1,0 0,1 1,-1 0,0 0,1 1,-1 0,1 1,0 0,0 1,0-1,1 2,0-1,0 1,0 1,1-1,0 1,0 0,0 1,1 0,0 0,1 0,0 1,0 0,1-1,-3 10,6-14,0 0,0-1,1 1,0 0,0-1,0 1,0 0,0 0,1-1,0 1,0 0,0-1,0 1,0-1,1 1,-1-1,1 1,0-1,0 0,0 0,1 0,-1 0,1-1,-1 1,1 0,0-1,0 0,0 0,0 0,1 0,-1 0,1-1,-1 1,1-1,-1 0,1 0,0 0,-1-1,1 1,1-1,10 2,1-1,0-1,0 0,0-1,0 0,0-2,0 0,-1 0,0-2,1 0,-2 0,1-2,-1 0,1 0,-2-1,1-1,-1-1,-1 1,0-2,0 0,-1 0,-1-1,1-1,-2 1,0-2,-1 1,7-14,0-7,-1 0,-2 0,-2-1,-1-1,-1 0,-2 0,-2 0,-1-1,-2-23,-12-32,10 90,0 1,0 0,-1-1,1 1,0 0,0-1,-1 1,1 0,-1 0,1 0,-1 0,0 0,1 1,-1-1,0 0,1 1,-1-1,0 1,0 0,1 0,-1-1,0 1,0 0,0 0,1 1,-1-1,0 0,0 1,0-1,1 1,-1-1,0 1,1 0,-1 0,1 0,-1 0,1 0,-1 0,1 0,-1 0,1 0,0 1,0-1,0 1,0-1,0 1,0-1,0 2,-12 13,2 0,0 1,1 1,1 0,0 0,1 1,2 0,0 0,0 0,2 1,1 0,-1 14,2-13,0 0,2 1,1-1,0 0,2 0,0 0,2 0,0-1,1 1,1-1,1-1,10 19,-11-25,1 0,1 0,0-1,0 0,1-1,1 0,-1 0,2-1,0-1,0 0,1 0,0-1,0-1,1 0,-1-1,2 0,-1-1,6 0,-12-2,0-1,0 0,0 0,-1-1,1 0,1-1,-1 0,0 0,0-1,0 1,0-2,0 1,-1-1,1-1,0 1,-1-1,1 0,-1-1,0 0,0 0,0-1,-1 1,0-2,0 1,0 0,0-1,-1 0,3-5,-3 3,0 0,-1 0,-1-1,1 1,-1-1,-1 1,0-1,0 0,0 0,-1 0,-1-1,1 1,-2 0,1 0,-1 0,0 0,-1 0,0 0,-1 0,0 1,0-1,-1 1,-1-3,3 9,0-1,0 1,0 0,-1 0,1 0,-1 0,1 0,-1 1,0-1,0 1,0-1,1 1,-1 0,0 0,-1 1,1-1,0 1,0-1,0 1,0 0,0 0,0 0,-1 1,1-1,0 1,0 0,0-1,0 2,0-1,0 0,1 0,-1 1,0-1,1 1,-1 0,1 0,-1 0,1 0,0 1,0-1,0 0,-2 3,0 1,0 0,0 0,0 1,1-1,0 1,0-1,1 1,0 0,0 0,0 0,1 1,0-1,0 0,1 0,0 1,0-1,1 0,0 0,0 1,1-1,0 0,0 0,1 0,0-1,0 1,0-1,2 2,6 11,0-1,2-1,0 0,1 0,1-1,0-1,1-1,14 10,1-2,2-1,1-1,35 14,5-3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02.8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91 557,'-3'140,"-6"0,-7 0,-23 91,19-146,16-77,6-20,7-31,1 1,2 1,2 0,14-30,-27 70,-1-1,1 0,-1 0,1 0,0 0,0 1,0-1,0 0,0 1,0-1,0 1,1-1,-1 1,0 0,1-1,-1 1,1 0,0 0,-1 0,1 0,0 0,0 0,-1 1,1-1,0 1,0-1,0 1,0 0,0-1,0 1,0 0,0 0,0 1,0-1,-1 0,1 1,0-1,0 1,0-1,0 1,0 0,-1 0,1 0,0 0,-1 0,1 0,0 1,18 15,-1 0,-1 1,0 1,-2 1,0 1,-1 0,8 16,-21-34,0-1,0 0,0 0,-1 1,1-1,-1 1,1 0,-1-1,0 1,0 0,0 0,0 0,0 0,-1 0,1 0,-1 0,0-1,0 1,0 0,0 0,-1 0,1 0,-1 0,0 0,1 0,-1 0,-1 0,1-1,0 1,-1 0,1-1,-1 1,0-1,0 0,0 1,0-1,-1 1,-3-1,-1 0,1 0,0-1,-1 0,1 0,-1 0,0-1,1 0,-1 0,1-1,-1 0,1 0,-1 0,1-1,0 0,0 0,0-1,0 1,0-1,0-1,1 1,-1-1,1 0,0 0,0-1,0 1,1-1,0 0,-3-5,5 8,1-1,0 0,0 0,0-1,0 1,1 0,-1 0,1 0,0-1,-1 1,2 0,-1 0,0-1,1 1,-1 0,1 0,0 0,0 0,0 0,1 0,-1 0,1 0,-1 0,1 1,0-1,0 0,0 1,0 0,2-2,77-57,-50 44,0 1,1 2,1 1,0 2,1 1,0 1,27-2,-58 10,1 1,0-1,-1 1,1-1,-1 1,1 0,0 0,-1 1,1-1,-1 1,1 0,-1 0,1 0,-1 0,1 0,-1 1,0 0,0-1,0 1,0 0,0 1,0-1,-1 0,1 1,0 0,11 20,0 0,-2 1,0 1,-2 0,0 0,-2 1,3 18,1 17,-12-42</inkml:trace>
  <inkml:trace contextRef="#ctx0" brushRef="#br0" timeOffset="245.742">746 639,'-16'7,"-6"9,6 7,15 6,7-2</inkml:trace>
  <inkml:trace contextRef="#ctx0" brushRef="#br0" timeOffset="799.324">1251 980,'-31'-7,"0"0,-1 3,0 0,-25 2,52 1,1 0,0 1,0-1,0 1,-1 0,1 0,0 0,0 1,0-1,-1 1,1 0,0 0,0 1,0-1,0 1,1 0,-1 0,0 0,1 0,-1 1,1 0,3 0,0 0,0 0,0 0,0 0,1 0,0 0,-1 0,1 0,0 0,0 0,1-1,-1 1,1 0,-1-1,1 1,0-1,0 1,0-1,0 0,0 0,1 0,-1 0,1 0,-1-1,1 1,0-1,0 1,-1-1,298 189,-299-189,0-1,0 0,1 1,-1-1,0 1,0-1,0 1,0-1,0 1,0 0,0 0,0 0,0-1,0 1,0 0,0 0,0 0,-1 0,1 1,0-1,-1 0,1 0,-1 0,1 0,-1 1,0-1,0 0,1 0,-1 1,0-1,0 0,0 1,0-1,0 0,-1 0,1 1,0-1,0 0,-1 0,1 0,-1 1,1-1,-1 0,0 0,1 0,-1 0,0 0,0 0,0 0,-7 1,-1 0,1 0,-1-1,0 0,1 0,-1-1,0-1,0 1,1-1,-1-1,1 0,-1 0,1 0,-1-1,1-1,0 1,1-1,-1 0,1-1,-5-3,9 5,0 1,0-1,1 1,-1-1,1 0,0 0,0 0,0 0,0 0,0 0,1 0,-1-1,1 1,0-1,0 1,0-1,1 1,-1-1,1 0,0 1,0-1,0 0,1 1,-1-1,1 0,0 1,-1-1,2-2,3-6,1 0,-1 1,2-1,0 1,0 0,1 1,4-5,63-74,-23 28,-2-2,39-65,-69 94,-1 0,-2-2,-2 0,-1-1,-2 0,-2-1,-1-1,-2 1,-1-1,-1-16,-9-4,4 59,0 0,0-1,0 1,0-1,0 1,0 0,0-1,0 1,-1 0,1-1,0 1,0 0,0-1,0 1,0 0,-1-1,1 1,0 0,0 0,-1-1,1 1,0 0,0 0,-1-1,1 1,0 0,-1 0,1 0,0-1,-1 1,1 0,0 0,-1 0,1 0,0 0,-1 0,1 0,-1 0,1 0,0 0,-1 0,1 0,0 0,-1 0,1 0,0 0,-1 0,1 1,-1-1,1 0,0 0,0 0,-1 1,1-1,0 0,-1 0,1 1,0-1,0 0,-1 0,1 1,0-1,0 0,0 1,-14 24,3 11,2 2,1-1,2 1,2 0,1 1,2-1,2 0,1 3,11 104,5-1,36 135,-53-273,1 3,0 1,0 0,1 0,0-1,1 1,0-1,0 0,1 0,0-1,1 1,-5-8,-1 0,1 0,0-1,-1 1,1 0,0 0,0-1,-1 1,1 0,0-1,0 1,0-1,0 1,0-1,0 1,0-1,0 0,0 0,0 1,0-1,0 0,0 0,0 0,0 0,0 0,0 0,0 0,0-1,0 1,0 0,0 0,1-1,11-8</inkml:trace>
  <inkml:trace contextRef="#ctx0" brushRef="#br0" timeOffset="1011.814">1238 597,'28'7,"32"7,32 8,25 8,16 4,-14-2</inkml:trace>
  <inkml:trace contextRef="#ctx0" brushRef="#br0" timeOffset="1303.035">2194 1035,'-265'3,"258"-3,0 0,0 1,1 0,-1 0,0 1,1-1,-1 1,1 1,-1-1,1 1,0 0,0 1,0 0,0-1,1 2,0-1,0 1,0 0,-3 4,7-8,1 1,-1 0,1-1,0 1,0 0,0 0,0-1,0 1,0 0,0 0,0-1,1 1,-1 0,1-1,-1 1,1-1,0 1,0 0,-1-1,1 1,0-1,0 0,0 1,1-1,-1 0,0 0,1 1,-1-1,0 0,1-1,-1 1,1 0,-1 0,1 0,0-1,0 1,65 22,-47-19,-1 0,0-1,1-1,-1-1,1-1,0 0,-1-2,1 0,-1-1,0-1,0-1,0-1,7-3,-22 8,0-1,-1 0,1 0,0 0,-1 0,1-1,-1 0,0 1,0-1,0 0,0 0,0-1,-1 1,1-1,-1 1,0-1,0 0,-1 0,1 1,-1-1,1-1,-1 1,-1 0,1 0,0 0,-1 0,0-1,0 1,0 0,-1 0,1 0,-1-1,0 1,0 0,-1 0,1 0,-1 0,0 1,0-1,2 3,-1 0,0 0,1 0,-1 0,0 0,0 0,0 0,1 1,-1-1,0 0,0 1,0-1,0 0,0 1,-1-1,1 1,0 0,0-1,0 1,0 0,0 0,-1 0,1-1,0 1,0 0,0 1,0-1,-1 0,1 0,0 0,0 1,0-1,0 1,0-1,0 1,0-1,0 1,0 0,0-1,0 1,0 0,0 0,0-1,0 1,-26 47,26-42,0 0,0-1,1 1,0 0,0 0,0 0,1-1,-1 1,1 0,1 0,-1-1,1 1,0-1,0 0,1 1,0-1,0 0,0 0,0-1,1 1,0-1,0 1,0-1,0 0,2 0,3 4,1-1,0 0,0 0,0-1,1-1,0 0,0 0,0-1,1-1,0 0,9 2,69-12,-54-6</inkml:trace>
  <inkml:trace contextRef="#ctx0" brushRef="#br0" timeOffset="1908.769">2630 898,'14'-51,"-2"0,-3-1,-2 0,-2 0,-2-17,-3 61,2-15,-1-1,-1 1,-1-1,-1 1,-2 0,-2-9,7 31,-1 0,0 0,0-1,0 1,0 0,0 0,0 0,0 0,0 0,0-1,-1 1,1 0,0 0,-1 0,1 0,-1 0,1 0,-1 0,1 0,-1 0,0 0,1 0,-1 1,0-1,0 0,0 0,0 1,0-1,0 0,0 1,0-1,0 1,0-1,0 1,0 0,0 0,0-1,0 1,0 0,0 0,-1 0,1 0,0 0,0 0,0 0,0 0,0 1,0-1,-1 0,1 1,0-1,0 1,0-1,0 1,0-1,0 1,1 0,-1 0,0-1,0 2,-6 11,0 0,1 0,1 1,0-1,1 1,0 1,1-1,1 0,0 7,1-12,-9 66,3 1,4-1,3 1,3 0,4 9,-6-81,0 8,0 0,1 0,0 0,1 0,0-1,1 1,1-1,0 0,0 0,-5-10,1 0,0 1,-1-1,1 0,0 0,0 0,-1 0,1 0,0 0,0 0,0 0,0-1,0 1,0 0,1 0,-1-1,0 1,0-1,0 1,1-1,-1 0,0 1,1-1,-1 0,0 0,0 0,1 0,-1 0,0 0,1 0,-1 0,0-1,1 1,-1 0,0-1,0 1,0-1,1 0,-1 1,0-1,0 0,0 0,1 0,42-49,-35 37,61-58,-67 69,0-1,0 1,1 0,-1 0,0 1,1-1,0 1,-1 0,1 0,0 0,-1 0,1 1,0-1,0 1,-1 0,1 0,0 0,0 1,0-1,-1 1,1 0,0 0,-1 0,3 2,2 2,-1 0,0 1,0 0,-1 1,0-1,0 1,0 1,-1-1,0 1,0 0,-1 0,0 0,-1 0,0 1,0 0,0-1,-1 1,-1 0,0 0,0 0,0 0,-1 1,-1 4,1-10,-1 0,1 1,-1-1,0 0,0 0,-1 0,1 0,-1 0,0 0,0-1,0 1,-1 0,1-1,-1 0,0 1,0-1,0 0,0-1,0 1,-1 0,1-1,-1 0,0 0,1 0,-1 0,0-1,0 1,0-1,-1 0,1 0,0-1,0 1,0-1,-1 0,1 0,0 0,-1-1,1 1,0-1,0 0,0 0,0-1,0 1,-2-2,4 2,-1-1,1 1,0-1,0 0,0 1,0-1,0 0,1 0,-1 0,0 0,1-1,0 1,-1 0,1-1,0 1,0-1,0 1,1-1,-1 1,1-1,-1 0,1 1,0-1,0 1,0-1,0 0,0 1,1-1,-1 0,1 1,0-1,0 1,0-2,3-4,0 0,0 1,1 0,-1 0,2 0,-1 0,1 1,0 0,6-5,15-10,1 2,1 0,0 3,1 0,1 2,1 1,2 0,-32 12,-1-1,1 1,0 0,0 0,0 0,0 0,0 0,0 0,0 0,0 1,1-1,-1 1,0 0,0-1,1 1,-1 0,0 0,0 0,0 1,1-1,-1 1,0-1,0 1,0 0,0-1,0 1,0 0,0 0,0 1,0-1,0 0,0 1,-1-1,1 1,-1-1,1 1,-1 0,0 0,1-1,-1 1,0 0,0 0,0 2,-3 78,0-76,0 0,0 1,1-1,0 0,1 0,-1 1,1-1,0 1,1-1,-1 0,1 1,1-1,-1 0,1 0,0 0,1 0,-1 0,1 0,0-1,0 0,1 1,0-1,0 0,0 0,0-1,1 1,5 2,42 5,-28-15</inkml:trace>
  <inkml:trace contextRef="#ctx0" brushRef="#br0" timeOffset="2161.094">3149 420,'-4'14,"5"14,16 9,17 3,3-6</inkml:trace>
  <inkml:trace contextRef="#ctx0" brushRef="#br0" timeOffset="2925.562">3709 611,'13'-229,"-13"226,1-12,0 0,-1 0,-1 0,0 0,-1 0,0 0,-1 1,-1-1,-1 1,0-1,0 1,-2 1,-5-10,9 20,1 1,-1-1,0 1,-1 0,1 0,0 0,-1 1,1-1,-1 1,1-1,-1 1,0 0,1 1,-1-1,0 1,0-1,1 1,-1 0,0 1,0-1,0 0,1 1,-1 0,0 0,1 0,-1 1,1-1,-1 1,1 0,0 0,-1 0,1 0,0 0,0 1,1 0,-1-1,1 1,-1 0,1 0,0 0,0 1,-2 2,-12 19,1 0,0 0,2 2,1 0,2 0,0 1,2 0,1 1,1 0,1 0,2 0,1 0,1 1,2 4,0-6,1 1,1 0,1-1,2 0,1 0,1 0,1-1,1 0,2-1,1 0,0-1,2 0,1-1,9 9,-18-25,1 1,0-1,1-1,0 1,0-2,0 1,1-1,0 0,0-1,0-1,10 4,-15-6,1-1,0 0,0 0,0 0,0 0,0-1,0 0,0-1,0 1,0-1,0 0,-1 0,1-1,0 0,0 0,-1 0,0-1,1 0,-1 0,0 0,0 0,4-5,1-3,1 0,-2-1,0-1,0 1,-1-2,0 1,-2-1,1 0,-2 0,0-1,0 1,0-10,-1-21,-5 45,0 0,0 0,0-1,0 1,0 0,0 0,-1 0,1 0,0 0,0 0,0 0,0 1,0-1,0 0,0 1,0-1,0 0,0 1,0-1,1 1,-1-1,0 1,0 0,0-1,1 1,-1 0,0 0,0 0,1-1,-1 1,1 0,-1 0,1 0,-1 0,1 0,0 0,-1 0,1 0,0 1,-3 2,0 1,0 0,1 0,0 0,0 0,0 0,0 0,1 1,0-1,0 1,0-1,1 0,0 1,0 0,0-1,1 0,0 1,0-1,0 1,1-1,-1 0,1 0,1 0,-1 0,1 0,0 0,0-1,0 1,0-1,1 0,0 0,0 0,0 0,0-1,1 1,-1-1,1-1,0 1,1 0,2 0,0-1,1 1,0-1,0-1,0 0,-1 0,1-1,0 0,0-1,0 1,0-2,0 1,-1-1,1-1,-1 0,1 0,-1 0,0-1,0 0,0-1,-1 0,0 0,0 0,0-1,0 0,-1-1,0 1,0-1,-1 0,0-1,0 1,-1-1,0 0,0 0,-1-1,0 1,0 0,1-9,0 0,-2 28,-1 1,-1-2,1 0,0-1,1 1,-1-1,2 1,0-1,0 0,0 0,1 0,1-1,-1 1,2-1,-1 0,1 0,0-1,0 0,1 0,0 0,0-1,1 0,0 0,0-1,0 0,1 0,4 1,-2-2,0 0,0-1,0 0,1-1,-1-1,0 1,1-2,-1 1,1-2,-1 0,1 0,-1-1,0 0,1-1,-1 0,-1-1,1 0,0-1,-1 0,0-1,0 0,-1 0,1-1,-2 0,1-1,-1 0,0 0,0-1,0-1,11-21,-1-2,-1 0,-2 0,-2-2,-1 1,-1-2,-2 0,0-7,11-49,-3-2,-5 0,-3 0,-5-61,-18 45,13 106,0 0,0 0,0 0,-1 1,1-1,-1 0,0 1,0 0,-1-1,1 1,-1 0,1 0,-1 0,0 1,0-1,0 1,0-1,-1 1,1 0,0 0,-1 1,0-1,1 1,-1 0,-2-1,2 2,0 0,0 0,0 0,0 0,0 1,0 0,0 0,0 0,0 0,1 1,-1-1,0 1,1 0,0 0,-1 0,1 1,0-1,0 1,0 0,0-1,1 1,-1 1,1-1,0 0,-2 3,-40 97,35-64,2 2,1-1,2 1,2 0,2 0,2 0,1 0,7 24,12 47,4-2,22 51,-29-101,-5-14</inkml:trace>
  <inkml:trace contextRef="#ctx0" brushRef="#br0" timeOffset="3365.6">3778 625,'-2'-2,"-4"1,-7 6,-9 8,-9 15,-12 13,-9 12,-11 5,-6 4,10-11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10.9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314 640,'-14'-2,"-1"0,1 1,-1 0,1 2,0 0,-1 0,1 1,0 1,0 0,0 1,0 1,1 0,-1 0,1 2,1 0,-1 0,1 1,1 0,-1 1,1 1,-9 10,18-19,1 1,0-1,0 1,0 0,0-1,0 1,0 0,1-1,-1 1,1 0,-1 0,1 0,-1 0,1 0,0-1,0 1,0 0,0 0,0 0,1 0,-1 0,0 0,1-1,-1 1,1 0,0 0,0 0,0-1,0 1,0-1,0 1,0-1,0 1,0-1,1 1,-1-1,1 0,-1 0,1 0,-1 0,1 0,0 0,-1 0,2 0,11 3,0-1,1 0,0 0,0-2,-1 0,1 0,0-2,0 0,0 0,0-1,-1-1,1-1,-1 0,0-1,0 0,0-1,-1-1,8-5,-8 7,0-2,-1 0,0 0,0-1,0-1,-1 0,-1 0,1-1,-2 0,1-1,-1 0,-1-1,0 0,-1 0,0-1,-1 1,0-1,-1-1,-1 1,0-1,0 0,-2 0,0 0,0 0,-1-1,-1 1,-1 0,0 0,-1 0,0 1,-1-1,0 1,-1-1,-1 1,0 0,-1 0,0 1,-1 0,-8-10,14 20,0 0,0 0,0 0,-1 0,1 1,0-1,-1 1,0-1,1 1,-1-1,0 1,1 0,-1 0,0 0,0 0,0 0,0 0,0 0,0 1,-1-1,1 1,0 0,0-1,0 1,0 0,-1 0,1 1,0-1,0 0,0 1,0-1,0 1,0-1,0 1,0 0,0 0,-1 1,-3 5,1 0,0 0,0 1,0 0,1 0,1 0,-1 1,1-1,1 1,-1 0,2 0,-1 0,0 7,2-12,-8 36,3-1,1 1,2 0,2 0,1-1,3 1,1 0,2 4,-5-35,0-1,0 0,1-1,0 1,0 0,0-1,1 1,1-1,-1 0,1-1,0 1,0-1,1 0,0 0,0-1,1 1,-1-1,1-1,0 1,0-1,1-1,-1 1,1-1,0 0,2-1,7 1,0-2,1 0,0-1,-1-1,1-1,-1 0,0-1,0-1,0 0,0-2,-1 0,1-1,-1 0,-1-1,0-1,0 0,-1-2,0 1,0-2,7-8,34-63,-54 79,1 1,-1-1,0 1,0-1,0 1,0-1,-1 0,0 0,1 1,-1-1,-1 0,1 0,0 1,-1-1,0 0,0 1,0-1,0 1,-1-1,1 1,-1-1,0 1,0 0,0 0,0 0,-1 1,1 1,-1-1,0 1,0-1,1 1,-1 0,0 0,0 0,0 1,0-1,0 1,0 0,0-1,0 2,0-1,-1 0,1 0,0 1,0 0,0-1,1 1,-1 0,0 1,0-1,0 0,1 1,-1-1,1 1,-1 0,1 0,0 0,-1 0,1 1,0-1,1 0,-1 1,0 0,1-1,-1 1,1 0,0 0,0-1,0 1,0 0,0 3,-2 1,1 1,0-1,1 0,0 1,0-1,0 1,1-1,0 1,0-1,1 1,0-1,1 0,-1 1,1-1,1 0,-1 0,1 0,0 0,1 0,0-1,0 0,0 0,1 0,0 0,0 0,0-1,1 0,0 0,0-1,0 0,0 0,1 0,11 5,0-1,1-1,0-1,0-1,0 0,0-1,1-2,0 0,0 0,-1-2,1-1,0 0,0-2,-1 0,1-1,-1-1,0 0,0-2,-1 0,5-4,-13 7,0-1,0-1,0 0,-1 0,0-1,0-1,-1 1,0-1,0 0,-1-1,0 0,-1 0,1-1,-2 1,1-1,-2 0,1-1,-1 1,-1-1,0 0,0 0,-1 0,-1 0,0-1,0 1,-1 0,-4 27,-4 159,12 121,-2-230,6 380,-15-359,7-88,0 0,0 0,0 0,0 1,-1-1,1 0,0 0,0 1,-1-1,1 0,-1 1,1-1,0 0,-1 1,1-1,-1 0,1 1,-1-1,0 1,1-1,-1 1,0-1,1 1,-1 0,0-1,1 1,-1 0,0-1,0 1,1 0,-1 0,0 0,0 0,0 0,1 0,-1 0,0 0,0 0,0 0,1 0,-1 0,0 1,0-1,1 0,-1 1,0-1,1 0,-1 1,0-1,1 1,-1-1,0 1,1-1,-1 1,1-1,-1 1,1 0,-1-1,1 1,0 0,-1-1,1 1,0 0,-1 0,1-1,0 1,0 0,0 0,-9-25,0 0,2 0,1 0,1-1,1 0,2-1,0 1,1-2,0 13,-4-48,2-1,4 0,2 1,2-1,3 1,8-22,-12 69,1 0,0 0,1 1,0-1,1 1,1 1,2-4,-6 12,-1 1,1-1,-1 1,1 0,1 0,-1 0,1 1,-1-1,1 1,0 0,0 0,0 1,1 0,-1 0,0 0,1 0,0 1,-1 0,1 0,0 0,1 1,6 2,0 0,0 0,0 2,0 0,-1 0,1 1,-1 0,0 1,-1 1,1 0,-1 0,-1 1,1 1,-1-1,-1 2,0-1,0 1,-1 1,5 7,-11-16,-1-1,1 1,-1 0,1 0,-1 0,1 1,-1-1,0 0,0 0,0 1,-1-1,1 0,0 1,-1-1,0 1,1-1,-1 1,0-1,0 1,-1-1,1 1,0-1,-1 1,0-1,1 0,-1 1,0-1,0 0,0 1,-1-1,1 0,0 0,-1 0,1 0,-1 0,0-1,0 1,0 0,-1 0,-1 1,-1-1,1 1,0-1,-1 0,1-1,-1 1,0-1,1 0,-1 0,0-1,0 1,1-1,-1 0,0 0,0-1,0 1,1-1,-1 0,0 0,1-1,-1 0,1 1,-1-2,1 1,0 0,0-1,0 0,0 0,0 0,1 0,-2-2,5 2,-1 0,1 0,0 0,1 0,-1 0,0 0,1 0,0 0,-1 0,1 0,1 0,-1 1,0-1,1 0,-1 1,1-1,0 1,-1-1,1 1,1 0,-1 0,0 0,0 0,1 0,-1 0,1 0,0 1,201-141,-176 119,0-2,-2 0,0-2,-2 0,-1-2,-2-1,0 0,-2-2,-2 0,-1-1,-1 0,-2-1,-1-1,-2 0,0-7,2-9,-3 0,-2-1,-2 0,-2-42,-11 52,7 41,1 0,0 1,-1-1,1 0,-1 1,1-1,-1 0,1 1,-1-1,0 1,1-1,-1 1,0-1,1 1,-1-1,0 1,1 0,-1 0,0-1,0 1,0 0,1 0,-1 0,0 0,0-1,0 1,1 0,-1 1,0-1,0 0,0 0,1 0,-1 0,0 1,0-1,1 0,-1 1,0-1,0 0,1 1,-1-1,0 1,1-1,-1 1,1 0,-1-1,1 1,-1 0,-11 12,0 0,1 1,1 0,0 0,1 1,0 1,2-1,0 1,-4 12,8-21,-15 35,1 1,2 1,2 0,3 1,1 0,2 1,2-1,2 1,3 45,1-77,0 0,1-1,1 1,0 0,1-1,0 0,1 0,1 0,0 0,1-1,0 0,0-1,2 1,-1-1,1-1,1 0,0 0,0-1,1 0,0-1,5 3,9 0,-1-1,1-1,0-1,1-1,0-1,0-1,1-2,-1-1,1-1,-1-1,1-1,-1-1,1-2,4-1,34-8</inkml:trace>
  <inkml:trace contextRef="#ctx0" brushRef="#br0" timeOffset="1431.076">2650 832,'-2'-7,"0"0,0 0,-1 1,0-1,0 1,0-1,-1 1,0 0,0 1,0-1,-1 1,0 0,0 0,-1 0,1 0,-1 1,0 0,0 0,0 1,-1 0,1 0,-1 0,0 1,1 0,-1 0,0 1,0 0,-1 0,1 1,0-1,0 2,0-1,0 1,0 0,0 0,0 1,0 0,-5 2,5 0,-1 1,1 0,-1 1,1-1,1 1,-1 1,1-1,0 1,1 0,-1 1,1-1,1 1,0 0,0 0,0 0,1 1,0-1,1 1,0 0,-1 8,2-14,1 0,0 0,0 0,0 0,0 0,0 0,1-1,-1 1,1 0,0 0,-1 0,1 0,1-1,-1 1,0-1,1 1,-1-1,1 1,0-1,0 0,0 1,0-1,0 0,0-1,1 1,-1 0,0-1,1 1,0-1,-1 0,1 0,0 0,0 0,-1 0,1 0,0-1,0 1,0-1,0 0,0 0,9 0,1 1,-1-2,0 0,0 0,0-1,-1-1,1 0,0-1,-1 0,0 0,0-1,0-1,0 0,-1 0,0-1,-1 0,1-1,-1 0,-1-1,0 0,0 0,0 0,3-7,-6-14,-16 48,8-12,2 0,-1 0,0 0,1 0,0 0,1 1,-1-1,1 0,0 1,1-1,0 0,0 0,0 0,0 1,1-1,0 0,1-1,-1 1,1 0,0-1,0 1,1-1,0 0,0 0,0 0,0-1,1 0,0 1,0-2,0 1,0 0,0-1,1 0,0 0,0-1,-1 0,1 0,0 0,2 0,-2-2,0 0,0 0,-1 0,1-1,0 0,0 0,-1-1,1 1,-1-1,0 0,1-1,-1 1,0-1,0 0,0 0,-1-1,1 0,-1 1,3-4,67-89,-35 21,-29 54,1-1,1 2,1-1,1 2,5-6,-18 23,0 1,0-1,0 0,1 1,-1-1,1 0,-1 1,1 0,-1-1,1 1,0 0,0 0,-1 0,1 0,0 0,0 1,0-1,0 0,0 1,0 0,0-1,0 1,0 0,1 0,-1 0,0 0,0 0,0 1,0-1,0 1,0-1,0 1,0 0,0 0,0 0,-1 0,1 0,0 0,0 0,-1 1,1-1,-1 0,1 1,8 11,0 1,-1-1,0 2,-1-1,-1 1,0 0,-1 1,-1 0,0 0,-1 0,-1 0,1 8,-4-20,1 0,-1 0,0 0,0 0,-1 0,1 0,-1 0,1 0,-1 0,-1 0,1 0,0-1,-1 1,0 0,0-1,0 1,0-1,-1 0,1 0,-1 0,0 0,0 0,0 0,0-1,0 1,-1-1,1 0,-1 0,0 0,1-1,-1 1,0-1,0 0,0 0,0 0,0-1,-2 1,-27 0,33 0,-1-1,1 0,-1 0,1 0,-1 0,1 0,-1 0,1 0,-1 0,1 0,0 0,-1 0,1-1,-1 1,1 0,-1 0,1 0,-1-1,1 1,-1 0,1 0,0-1,-1 1,1 0,0-1,-1 1,1-1,0 1,-1 0,1-1,0 1,0-1,0 1,-1-1,1 1,0-1,0 1,0 0,0-1,0 1,0-1,0 1,0-1,0 1,0-1,0 1,0-1,0 1,0-1,0 1,1-1,-1 1,0-1,0 1,1-1,-1 1,0 0,0-1,1 1,-1 0,5-6,0 1,0 0,1 0,0 1,0 0,0 0,0 0,0 1,1 0,5-2,-1 0,52-21,2 3,0 3,2 3,36-4,-66 13,13-8,-50 16,1 0,-1 0,1 0,-1 0,0-1,1 1,-1 0,1 0,-1-1,0 1,1 0,-1-1,0 1,1 0,-1-1,0 1,0 0,1-1,-1 1,0-1,0 1,0-1,0 1,1 0,-1-1,0 1,0-1,0 1,0-1,0 1,0-1,0 1,0-1,0 1,0 0,-1-1,1 1,0-1,0 1,0-1,0 1,-1 0,1-1,0 1,0-1,-1 1,1 0,0-1,-1 1,1 0,0-1,-1 1,1 0,-1 0,1 0,0-1,-1 1,1 0,-1 0,1 0,-1 0,1 0,-1 0,-30-13,26 10,-1 1,1 0,-1 0,0 1,0 0,1 0,-1 0,0 0,0 1,0 0,0 0,0 1,0 0,0 0,0 0,1 0,-1 1,0 0,1 0,0 1,-1 0,1 0,0 0,0 0,0 1,1 0,0 0,-1 0,1 0,0 1,-2 4,4-5,0-1,0 0,1 1,-1 0,1-1,0 1,0 0,0 0,1 0,0 0,-1-1,1 1,0 0,1 0,-1 0,1 0,0 0,0-1,0 1,0 0,1-1,-1 1,1 0,0-1,0 0,0 0,0 1,1-1,0-1,-1 1,1 0,0-1,0 1,2 0,3 1,0-1,0 0,0-1,0 0,1 0,-1-1,0 0,1-1,-1 1,1-2,-1 1,1-1,-1 0,1-1,-1 0,0 0,0-1,0 0,0-1,-1 1,1-1,-1-1,0 1,0-1,0-1,-1 1,0-1,0 0,0-1,-1 1,0-1,0 0,-1-1,0 1,0-1,0 1,1-8,-3-3,-2 18,0 0,0 0,0 1,0-1,-1 0,1 0,0 0,0 0,0 0,0 0,0 0,-1 0,1 1,0-1,0 0,0 0,0 0,-1 0,1 0,0 0,0 0,0 0,0 0,-1 0,1 0,0 0,0 0,0 0,0 0,-1 0,1 0,0 0,0-1,0 1,0 0,-1 0,1 0,0 0,0 0,0 0,0 0,0 0,0-1,-1 1,1 0,0 0,0 0,0 0,0-1,0 1,0 0,-4 5,1 0,1 0,-1 1,1-1,-1 1,1 0,1-1,-1 1,1 0,0 0,1 0,-1 0,1 0,1 0,-1 0,1 0,0 0,0 0,0 0,1 0,0-1,0 1,1-1,-1 1,1-1,0 0,1 0,-1 0,1 0,0-1,0 0,1 0,-1 0,1 0,0 0,0-1,0 0,3 1,-2-1,-1-1,1 0,0-1,0 0,1 1,-1-2,0 1,0-1,0 0,0 0,1-1,-1 0,0 0,0 0,0-1,0 0,0 0,-1 0,1-1,-1 0,1 0,-1 0,0-1,0 1,0-1,-1-1,1 1,-1-1,0 1,0-1,-1 0,3-5,1-6,0-2,-1 1,-1-1,-1 0,0 0,-1 0,-1 0,-1-17,5-22,-7 55,1 0,0 0,0 0,0 0,0 1,0-1,0 0,0 0,1 0,-1 0,1 1,0-1,-1 0,1 0,0 1,0-1,0 1,0-1,0 1,0-1,0 1,1-1,-1 1,1 0,-1 0,1 0,-1 0,1 0,-1 0,1 0,0 0,0 1,-1-1,1 1,0-1,0 1,0 0,0-1,1 1,12 5,-1 1,0 1,1 0,-2 0,1 1,-1 1,8 7,2 1,-9-10,-1 1,0 0,-1 1,0 0,0 1,-1 1,-1 0,1 0,-2 1,0 0,0 1,-1-1,0 2,-1-1,-1 1,0 0,0 6,-2 10,-4-26,-1 0,1 0,0 0,0 0,1 0,-1 0,1 0,0 0,0 0,0-1,0 1,1 0,0-1,-1 1,1-1,1 1,-1-1,0 0,1 0,0 0,-1 0,1 0,0-1,1 1,-1-1,0 0,1 0,-1 0,1 0,-1-1,13 1,1-1,-1-1,0-1,0 0,0-1,0 0,0-2,-1 0,1 0,10-6,12-2,-1-2,0-2,-1-1,16-11,-38 19,0 0,0-1,-1 0,0-1,-1 0,0-1,-1-1,0 0,-1 0,-1-1,8-14,0-29,-16 55,-1 1,0-1,0 0,0 1,0-1,0 0,0 1,0-1,-1 0,1 1,0-1,-1 0,0 1,1-1,-1 1,0-1,0 1,1 0,-1-1,-1 1,1 0,0-1,0 1,0 0,0 0,-1 0,1 0,-1 0,1 0,-1 1,1-1,-1 0,1 1,-4 0,0 0,0 1,0 0,0 0,0 1,0-1,0 1,1 0,-1 0,1 1,-1-1,1 1,0 0,0 0,0 0,1 1,-1-1,1 1,-1 0,1 0,1 0,-1 1,0-1,1 0,0 1,0 0,-1 3,0-1,0 0,0 0,1 0,-1 1,2-1,-1 0,1 1,0-1,1 1,-1 0,1-1,1 1,0-1,0 1,0-1,1 1,0-1,0 0,1 0,0 0,1 0,-1 0,1-1,0 0,1 1,-1-1,2 0,13 9,0-2,0 0,1-1,1-1,0-1,0-1,1 0,0-2,0-1,1 0,0-2,0-1,0 0,0-2,3-1,91 3,-11-7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08.7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1 488,'2'-44,"1"0,3 0,1 0,2 1,3 0,7-17,30-37,-47 94,-1 1,1 0,0-1,0 1,0 0,0 0,1 0,-1 1,0-1,1 0,-1 1,1 0,0 0,-1-1,1 1,0 1,0-1,0 0,0 1,0 0,0-1,-1 1,1 0,0 0,0 1,0-1,0 1,0-1,0 1,-1 0,1 0,0 0,0 1,2 0,5 7,0 0,0 0,-1 1,0 0,-1 1,0-1,0 2,-1-1,-1 1,0 0,0 0,-1 1,-1 0,0 0,-1 0,0 0,-1 0,0 8,-1-17,0 0,-1 1,1-1,-1 0,0 0,0 0,0 0,0 1,-1-1,1 0,-1 0,0 0,-1 0,1 0,-1 0,1 0,-1-1,0 1,-1-1,1 1,-1-1,1 0,-1 0,0 0,0 0,0 0,-1-1,1 1,0-1,-1 0,0 0,0 0,1 0,-1-1,0 0,0 0,0 0,-1 0,-3 0,5-3,-1 1,1-1,-1 0,1 0,-1 0,1 0,0-1,0 1,0-1,1 0,-1 0,1 0,-1 0,1 0,0-1,0 1,0-1,1 1,-1-1,1 0,0 1,0-1,0 0,1 0,-1 0,1 0,0 0,0 0,0 0,1 0,-1 1,1-1,0 0,0 0,0 0,1 1,-1-1,1 1,0-1,0 1,0-1,0 1,1 0,-1 0,1 0,0 1,0-1,0 1,2-2,136-24,-124 27,0-2,-1 0,1-1,-1 0,0-2,0 0,-1 0,1-2,-2 0,1 0,-1-2,0 1,-1-2,0 0,-1 0,4-6,-15 15,0 1,0-1,0 1,0-1,0 0,0 0,0 1,-1-1,1 0,0 0,-1 0,0 0,0 0,1 0,-1 0,0 0,0 1,-1-1,1 0,0 0,-1 0,1 0,-1 0,1 0,-1 1,0-1,0 0,0 0,0 1,0-1,0 1,-1-1,1 1,0-1,-1 1,1 0,-1 0,1-1,-1 1,-2-1,0 0,0 1,0-1,0 1,0-1,0 1,0 1,0-1,0 0,0 1,0 0,-1 0,1 0,0 1,0-1,0 1,0 0,-1 0,-1 2,1 0,-1 0,0 1,1-1,0 1,0 1,0-1,0 1,0 0,1 0,0 0,0 0,1 1,-1-1,1 1,0 0,1 0,0 1,0-1,0 0,0 1,1-1,0 1,1-1,-1 1,1-1,1 1,-1 0,1-1,0 1,0-1,1 0,0 1,0-1,1 0,0 0,0 0,0 0,7 4,0 0,1-1,0 0,1-1,0 0,0-1,1 0,-1-1,1 0,1-1,-1-1,1 0,0-1,0 0,0-1,0-1,0 0,0-1,14-1,104-16,-78 2</inkml:trace>
  <inkml:trace contextRef="#ctx0" brushRef="#br0" timeOffset="351.589">1038 65,'-4'9,"1"-1,-1 1,1 1,1-1,0 0,0 0,1 1,0-1,0 1,1-1,1 1,0 0,0-1,1 4,-2-9,0 1,1-1,0 1,-1-1,2 0,-1 1,0-1,1 0,0 0,0 0,0 0,0 0,0-1,1 1,0 0,0-1,0 0,0 0,0 0,1 0,0 0,-1-1,1 0,0 1,0-1,0-1,0 1,0-1,1 1,-1-1,0 0,2-1,7-1,0-1,0 0,0-1,0 0,-1-1,1-1,-1 0,0-1,-1 0,1 0,-1-1,0-1,-1 0,0-1,0 0,-1 0,0-1,4-6,-8 11,0-1,0 0,0-1,0 1,-1-1,0 0,-1 0,1 0,-1 0,-1-1,0 1,0-1,0 0,-1 0,0 0,0 1,-1-9,0 15,-1 0,1 0,0 0,-1 1,1-1,-1 0,0 0,1 1,-1-1,1 0,-1 1,0-1,0 1,1-1,-1 1,0-1,0 1,0-1,1 1,-1 0,0-1,0 1,0 0,0 0,0 0,0 0,0 0,0 0,0 0,1 0,-1 0,0 0,0 0,0 1,0-1,0 0,0 1,0-1,1 0,-1 1,0-1,0 1,1 0,-1-1,0 1,1-1,-1 1,0 0,1 0,-1-1,1 1,-1 0,1 0,0 0,-1-1,1 1,0 0,-1 0,1 0,0 1,-4 4,1 0,0 1,0-1,1 1,-1 0,2-1,-1 1,1 0,0 1,0-1,1 0,0 0,0 0,0 0,1 0,1 0,-1 0,1 0,0 0,0 0,1-1,0 1,0-1,1 0,0 0,0 0,0 0,0 0,1-1,0 0,0 0,2 1,7 2,0 1,1-2,0 0,0 0,0-2,1 0,0-1,0 0,0-1,7 0,38 4</inkml:trace>
  <inkml:trace contextRef="#ctx0" brushRef="#br0" timeOffset="718.609">1994 37,'-19'-1,"0"1,1 0,-1 1,0 1,0 1,1 1,-1 1,1 0,0 1,1 1,-13 7,29-14,-1 1,0 0,0-1,1 1,-1 0,1 0,-1 0,1 1,-1-1,1 0,-1 1,1-1,0 0,0 1,0 0,0-1,0 1,0 0,0-1,1 1,-1 0,0 0,1 0,0-1,-1 1,1 0,0 0,0 0,0 0,0 0,0 0,1-1,-1 1,0 0,1 0,0 0,-1 0,1-1,0 1,0 0,0-1,0 1,0-1,0 1,0-1,1 1,-1-1,0 0,1 0,0 1,17 11,0 0,1-2,0 0,1-1,0-2,17 6,-6-2,163 72,-194-84,0 0,0 0,0 1,0-1,0 0,0 0,0 0,0 1,0-1,-1 1,1-1,0 1,0-1,0 1,0-1,-1 1,1-1,0 1,-1 0,1 0,0-1,-1 1,1 0,-1 0,1 0,-1 0,0 0,1-1,-1 1,0 0,1 0,-1 0,0 0,0 0,0 0,0 0,0 0,0 0,0 0,-1 0,1 0,0 0,0 0,-1 0,1 0,0 0,-1-1,1 1,-1 0,1 0,-1 0,0-1,1 1,-1 0,0-1,1 1,-1 0,0-1,0 1,0-1,0 1,0-1,-17 7,-1-2,0 0,-1 0,1-2,-1-1,-10 0,-9 2,-128 21,160-20,11-2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14.0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1,'19'21,"17"23,15 25,7 26,4 23,-4 19,-13 11,-25 9,-34 6,-46-2,-12-29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2:40.8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927 314,'0'19,"0"17,0 17,0 13,0 12,0 6,0 1,0-3,-2-3,-4-8,0-12,1-16</inkml:trace>
  <inkml:trace contextRef="#ctx0" brushRef="#br0" timeOffset="198.982">736 1106,'19'0,"15"-2,13-1,9-2,3-1,-1 2,-6 0,-11 2</inkml:trace>
  <inkml:trace contextRef="#ctx0" brushRef="#br0" timeOffset="477.789">804 314,'26'0,"22"3,19 0,12 2,7 0,-12 0</inkml:trace>
  <inkml:trace contextRef="#ctx0" brushRef="#br0" timeOffset="753.381">1842 587,'-30'-12,"1"1,-1 2,-1 1,0 1,0 1,0 2,-1 2,-17 0,40 2,0 0,0 0,0 1,0 0,0 1,0 0,0 0,0 1,1 0,-1 1,1 0,0 0,0 0,1 1,-1 1,1-1,0 1,0 0,1 1,0-1,0 1,0 1,1-1,0 1,1 0,-1 0,2 0,-1 0,1 1,-1 6,2-6,1-1,0 0,1 0,0 1,0-1,1 0,0 1,0-1,1 0,0 0,1 0,-1 0,2 0,-1-1,1 1,0-1,0 0,1 0,0-1,3 4,2 1,1-1,0 0,1 0,0-1,0-1,1 0,0-1,0 0,0-1,1 0,3 0,22 4,-1-2,1-1,1-3,-1 0,1-3,0-1,-1-2,1-2,-1-2,0-1,0-2,34-13,6-6</inkml:trace>
  <inkml:trace contextRef="#ctx0" brushRef="#br0" timeOffset="10040.246">2621 451,'10'-15,"-75"213,-11 16,68-163,9-51,0 1,0-1,0 1,0-1,0 1,0-1,0 0,0 0,0 1,0-1,0 0,0 0,0 0,1 0,-1 0,0 0,0 0,0-1,0 1,0 0,0 0,0-1,0 1,0-1,0 1,0-1,-1 1,1-1,1 0,0 0,68-34,-51 23,0 1,0 2,1 0,0 1,1 1,0 0,0 2,0 1,1 0,0 1,-1 2,2 0,-14 2,-8 0,1 0,-1-1,0 1,0-1,0 1,0-1,0 1,1-1,-1 0,0 0,0 1,1-1,-1 0,0 0,0 0,1 0,-1-1,0 1,0 0,0-1,1 1,-1 0,0-1,0 1,0-1,0 0,0 1,0-1,0 0,0 0,0 1,0-1,0 0,0 0,0 0,-1 0,1 0,-1 0,1-1,0 1,-1 0,0 0,1 0,-1 0,0-1,1 1,-1 0,0-1,-48-93,48 95,0 0,0 1,0-1,0 1,-1-1,1 0,0 1,0-1,-1 0,1 1,0-1,0 0,-1 1,1-1,0 0,-1 0,1 1,0-1,-1 0,1 0,-1 0,1 0,0 1,-1-1,1 0,-1 0,1 0,-1 0,1 0,0 0,-1 0,1 0,-1 0,1 0,-1 0,1 0,0-1,-1 1,1 0,-1 0,1 0,0-1,-1 1,1 0,0 0,-1-1,1 1,0 0,-1 0,1-1,0 1,0 0,-1-1,1 1,0-1,0 1,0 0,0-1,-1 1,1-1,0 1,0 0,0-1,0 1,0-1,0 1,0-1,0 1,0 0,0-1,-4 37,4-34,-5 133,-18 219,14-289</inkml:trace>
  <inkml:trace contextRef="#ctx0" brushRef="#br0" timeOffset="11373.227">2702 191,'7'-9,"3"-1,-1 8,-7 17,-10 16,-13 18,-11 18,-8 15,-5 9,6-11</inkml:trace>
  <inkml:trace contextRef="#ctx0" brushRef="#br0" timeOffset="11990.59">2757 424,'0'-3,"0"2,0 6,0 9,0 11,0 13,0 14,0 13,0 10,0 7,0-10</inkml:trace>
  <inkml:trace contextRef="#ctx0" brushRef="#br0" timeOffset="32614.758">408 1,'-23'20,"-20"24,-15 27,-11 30,-2 25,6 22,14 17,23 10,35-3,43-11,45-20,4-33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14.7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332 1,'-16'25,"-15"23,-11 19,-6 17,-1 15,0 9,7 5,10 0,12-4,18-6,18-9,19-11,17-13,13-13,-5-17</inkml:trace>
  <inkml:trace contextRef="#ctx0" brushRef="#br0" timeOffset="275.263">797 437,'-3'17,"0"14,0 13,1 14,0 10,1 6,1 2,0-1,0-4,0-4,0-9,0-15</inkml:trace>
  <inkml:trace contextRef="#ctx0" brushRef="#br0" timeOffset="524.095">619 1066,'21'4,"16"3,13-2,11 0,3-4,-2-7,-12-1</inkml:trace>
  <inkml:trace contextRef="#ctx0" brushRef="#br0" timeOffset="708.603">632 288,'19'6,"22"8,25 6,23 1,14 0,-10-3</inkml:trace>
  <inkml:trace contextRef="#ctx0" brushRef="#br0" timeOffset="917.076">1616 628,'-14'-9,"-14"-6,-14 1,-8 1,-9 4,-2 8,1 13,5 14,9 15,12 11,19 9,24 3,29-3,30-6,33-11,26-12,22-15,-14-10</inkml:trace>
  <inkml:trace contextRef="#ctx0" brushRef="#br0" timeOffset="15352.297">2204 697,'-22'-2,"22"2,0 0,0-1,0 1,1 0,-1 0,0 0,0 0,0 0,0-1,0 1,0 0,1 0,-1 0,0-1,0 1,0 0,0 0,0 0,0-1,0 1,0 0,0 0,0 0,0-1,0 1,0 0,0 0,0 0,0-1,0 1,0 0,0 0,-1 0,1-1,0 1,0 0,0 0,0 0,0 0,0-1,-1 1,1 0,0 0,0 0,0 0,0 0,-1 0,1-1,0 1,0 0,-1 0,24-6,0 1,0 0,0 2,0 1,11 0,-28 2,1-2,0 1,0 0,0 1,0-1,0 1,0 1,0-1,0 1,-1 1,1-1,0 1,0 0,-1 1,0-1,1 1,-1 1,0-1,0 1,-1 0,6 5,-10-5,0 0,-1 0,0 0,0 0,0 1,0-1,0 0,-1 0,0 0,0 0,0 0,0 0,-1 0,0 0,0 0,0 0,0-1,0 1,-1-1,1 0,-1 0,0 0,0 0,0 0,-1 0,-25 27,-1-2,-2-1,0-2,-33 19,-3 4,65-46,2-2,0 0,0 0,0 0,0 0,0 1,0-1,0 0,0 1,1-1,-1 1,0-1,0 1,0-1,0 1,1 0,-1-1,0 1,0 0,1 0,-1-1,1 1,-1 0,1 0,-1 0,1 0,-1 0,1 0,0 0,0 0,-1 0,1 0,0 0,0 0,0 0,0 0,0 0,0 0,0 0,1 0,-1 0,0 0,0-1,1 1,-1 0,1 0,-1 0,1 1,90 5,-64-8,90-3,0-5,7-6,-99 11,-6-1</inkml:trace>
  <inkml:trace contextRef="#ctx0" brushRef="#br0" timeOffset="15953.94">3022 233,'4'0,"1"0,-1 0,0 0,1 1,-1-1,0 1,0 0,1 1,-1-1,0 1,0 0,-1 0,1 0,0 0,-1 0,1 1,-1 0,0 0,0 0,1 1,-4-4,30 27,-1 1,-1 1,-2 2,-1 1,-2 0,-1 2,-1 1,-2 0,-1 4,-8-17,-1 0,-1 1,-1 0,-1 0,-1 1,-1 0,-1-1,-2 1,0 0,-1 0,-2 0,0 0,-1 0,-2 0,0-1,-3 5,-10 13,-2 0,-2-2,-1-1,-2 0,-1-2,-2-1,-2-1,-1-2,-1-1,-2-1,-1-2,-1-1,-14 5,41-25,12-8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40.41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0 329,'21'0,"16"0,11 0,7 0,5 0,5 2,0 1,-4 2,-8 1,-10 0,-12 3,-12 0</inkml:trace>
  <inkml:trace contextRef="#ctx0" brushRef="#br0" timeOffset="245.345">136 506,'17'5,"18"1,18 0,14-2,12-3,4-4,-3-2,-15 1</inkml:trace>
  <inkml:trace contextRef="#ctx0" brushRef="#br0" timeOffset="477.722">642 0,'17'17,"1"-2,0 0,1-1,0-1,1-1,0-1,18 7,-26-12,43 21,124 73,-173-97,0 1,0-1,-1 1,1 0,-1 1,0-1,0 1,-1 0,1 1,-1-1,0 1,0-1,-1 1,0 0,0 1,0-1,-1 0,0 1,0 0,-1-1,1 1,-2 0,1 0,-1 0,0-1,0 1,-1 0,-5 8,0-1,-2 0,0 0,0-1,-1 0,-1-1,0 0,-1 0,0-1,-1-1,0 0,0 0,-1-1,-1-1,-2 1,-138 83,98-61,1 3,-43 35,73-48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42.39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1 424,'63'-214,"-52"173,-4 15,1 0,1 0,1 1,14-24,-24 48,1 0,-1 0,1 0,0 0,-1 0,1 0,0 0,0 0,0 0,-1 0,1 1,0-1,0 0,0 1,1-1,-1 1,0-1,0 1,0-1,0 1,0 0,1 0,-1-1,0 1,0 0,0 0,1 0,-1 0,0 0,0 1,0-1,1 0,-1 1,0-1,0 0,0 1,0-1,0 1,0 0,0-1,0 1,40 38,-33-30,4 4,-2-3,0 0,0 0,-1 1,-1 0,1 1,-2-1,0 2,0-1,-1 1,-1 0,0 0,3 14,-8-23,0 0,-1-1,1 1,-1 0,0-1,0 1,0-1,-1 1,1-1,-1 0,0 1,0-1,0 0,0 0,0 0,-1-1,1 1,-1 0,0-1,0 0,0 0,0 0,0 0,0 0,-1 0,1-1,0 0,-1 1,1-1,-1-1,0 1,1 0,-1-1,0 0,1 0,-1 0,0 0,1 0,-1-1,1 0,1 0,0 0,0 0,-1 0,1 0,0-1,0 1,1-1,-1 1,0-1,0 0,1 0,-1 0,1 1,-1-2,1 1,0 0,0 0,0 0,0 0,0-1,1 1,-1-1,1 1,-1 0,1-1,0 1,0-1,0 1,0 0,0-1,1 1,-1-1,1 1,-1 0,1-1,0 1,0 0,0 0,0-1,1 1,-1 0,0 0,1 0,0 1,-1-1,1 0,0 0,11-8,0 0,1 0,0 1,0 1,1 0,0 1,1 1,-1 0,1 1,0 1,1 0,-1 2,1-1,-1 2,5 0,123-22,-143 23,1 0,-1 0,1-1,-1 1,1 0,-1-1,0 1,1-1,-1 0,1 1,-1-1,0 0,0 0,1 1,-1-1,0 0,0-1,0 1,0 0,0 0,0 0,0 0,-1-1,1 1,0 0,-1-1,1 1,-1-1,1 1,-1-1,0 1,0 0,1-1,-1 1,0-1,0 1,0-1,-1 1,1-1,0 1,-1-1,1 1,-1-1,1 1,-1 0,1-1,-1 1,0 0,0-1,0 1,0 0,0 0,0 0,0 0,0 0,0 0,0 0,-1 0,0 0,-1 0,0-1,0 1,0 0,-1 0,1 0,0 1,-1-1,1 1,-1 0,1 0,0 0,-1 0,1 1,0-1,-1 1,1 0,0 0,-1 0,1 0,0 1,0-1,0 1,0 0,1 0,-1 0,0 0,1 0,-1 1,1-1,0 1,0-1,0 1,0 0,0 0,1 0,-1 0,1 0,0 0,0 1,0-1,0 0,1 1,-1-1,1 0,0 1,0-1,0 1,0 1,1 1,1 0,-1 1,1-1,1 0,-1 0,1-1,0 1,0 0,0-1,1 0,0 0,0 0,0 0,1 0,0-1,0 0,0 0,0 0,0-1,5 3,123 46,-47-33,-4-5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42.782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63 1,'-12'20,"-3"13,0 4,3 4,6-4,4-3,4-5,3-7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43.33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30,'15'-5,"-1"1,1 0,-1 1,1 0,0 1,0 1,1 0,3 1,6-1,-14-1,0 1,-1-1,1 2,0 0,0 0,-1 1,1 0,0 1,-1 0,1 1,-1 0,0 0,0 1,0 1,0-1,-1 2,0-1,0 1,0 1,-1 0,0 0,0 0,0 1,-1 0,5 8,-6 0,-1 1,0-1,-1 1,-1 0,0 0,-2 1,0-1,-1 0,0 1,-1-1,-1 0,-4 12,-1 91,7-118,-1 0,1 0,-1 0,1 0,0 0,0 0,0 0,0 0,0 0,0 0,1 1,-1-1,1 0,-1 0,1 0,0-1,0 1,0 0,0 0,0 0,0-1,1 1,-1 0,0-1,1 1,-1-1,1 0,0 1,-1-1,1 0,0 0,0 0,0 0,0 0,0-1,0 1,0-1,0 1,0-1,0 0,0 1,0-1,0 0,0-1,0 1,1 0,-1 0,0-1,0 1,0-1,0 0,0 0,11-10,0 0,-1-1,0-1,-1 0,-1 0,0-1,0-1,-2 0,0 0,0 0,4-17,48-96,-59 128,-1 0,1 0,-1 0,1-1,-1 1,1 0,-1 0,1 0,-1 0,1 0,-1 0,1 0,-1 0,0 0,1 1,-1-1,1 0,-1 0,1 0,-1 1,1-1,-1 0,1 0,-1 1,0-1,1 0,-1 1,0-1,1 0,-1 1,0-1,1 1,-1-1,0 0,0 1,0-1,1 1,-1-1,0 1,0-1,0 1,0-1,0 1,0-1,0 1,0-1,0 1,0-1,0 1,0-1,0 1,0-1,0 1,-1-1,1 1,0-1,0 0,-1 1,1-1,0 1,0-1,-1 0,1 1,0-1,-1 0,1 1,-1-1,1 2,-1 19,-1-11,0 1,1-1,1 0,-1 0,2 0,-1 1,2-1,-1 0,1 0,1 0,0 0,0-1,1 1,0-1,1 0,0 0,0 0,6 7,-2-8,1-1,0 0,0-1,1 0,0 0,0-1,0 0,0-1,1-1,0 1,2-1,35 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44.39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304 161,'-15'-6,"0"0,0 1,0 0,-1 2,0-1,0 2,0 0,0 1,0 1,0 1,0 0,0 1,0 0,-11 4,24-5,0-1,0 1,0 0,0 1,1-1,-1 0,0 1,1-1,-1 1,1 0,-1 0,1 0,0 0,0 0,0 1,0-1,0 1,1-1,-1 1,1-1,-1 1,1 0,0 0,0 0,0 0,1 0,-1 0,1 0,-1 0,1 0,0 0,0 0,1 0,-1 0,0 0,1 0,0 0,0 0,0 0,0 0,0 0,6 6,0-1,0 0,1 0,0-1,0 0,1-1,0 1,0-2,0 1,1-1,0-1,0 0,0 0,0-1,2 0,30 11,0-1,1-3,1-2,0-1,0-3,0-1,0-2,0-3,0-1,22-5,-54 7,-1 0,0 0,0-1,0-1,0 0,-1-1,1 1,-1-2,0 0,0 0,0-1,-1 0,1-1,-2 0,1 0,-1-1,0 0,-1 0,5-7,-11 13,0 0,0-1,0 1,-1-1,1 1,-1-1,1 0,-1 1,0-1,0 1,0-1,0 0,-1 1,1-1,-1 1,1-1,-1 1,0-1,0 1,0 0,0-1,-1 1,1 0,-1 0,1 0,-1 0,0 0,1 0,-1 0,0 1,0-1,-1 0,0 0,-83-30,76 30,-1 0,1 0,-1 1,0 1,0 0,1 0,-1 1,0 0,1 1,-1 1,1-1,0 2,-1-1,1 1,1 1,-1 0,0 0,8-3,0 0,0-1,0 1,0 0,0 0,1 0,-1 0,1 0,-1 0,1 0,0 1,0-1,0 0,0 1,0-1,0 1,1-1,-1 1,1 0,0-1,0 1,0-1,0 1,0 0,0-1,1 1,-1-1,1 1,0-1,0 1,0-1,0 0,0 1,0-1,1 0,-1 0,1 0,0 0,-1 0,2 1,9 5,0 0,1-1,-1 0,1-1,1 0,-1-1,1-1,0 0,0-1,0-1,0 0,1 0,5-2,-7 3,-1-1,1-1,0 0,-1-1,1-1,0 0,0 0,-1-1,1-1,-1 0,0 0,0-2,0 1,0-2,9-5,-19 10,-1 0,1 0,-1 0,0 0,0-1,1 1,-1 0,0 0,0-1,-1 1,1-1,0 1,0-1,-1 1,1-1,-1 0,1 1,-1-1,1 0,-1 1,0-1,0 0,0 1,0-1,0 0,-1 0,1 1,0-1,-1 1,1-1,-1 0,0 0,-11 21,12-17,0 1,0-1,0 0,0 1,1-1,-1 0,1 1,-1-1,1 0,0 1,0-1,0 0,0 0,0 0,1 0,-1 0,1 0,-1 0,1 0,0-1,-1 1,1-1,0 1,0-1,0 0,0 0,1 1,-1-1,67 19,-63-19,0-1,0 0,0 0,0-1,0 0,0 0,0 0,0-1,0 0,0 0,0 0,-1-1,1 0,-1 0,0 0,0-1,0 0,0 0,-1 0,0 0,0-1,0 0,0 1,0-1,-1-1,0 1,0-1,-1 1,1-1,-1 0,-1 0,1-1,4-17,-1-1,-1 1,-1-1,-2 0,0 1,-2-1,-1-11,1 31,1 4,-1-1,1 1,-1 0,1 0,0 0,0-1,0 1,-1 0,1 0,0-1,0 1,1 0,-1-1,0 1,0 0,1 0,-1 0,1-1,-1 1,1 0,-1 0,1 0,-1 0,1 0,0 0,0 0,0 0,0 0,0 0,0 0,0 1,0-1,0 0,0 1,0-1,0 1,1-1,78 15,-66-9,0-3,-1 1,0 1,0 0,0 1,-1 0,1 1,-1 0,-1 1,1 0,-1 1,0 1,-1-1,0 2,0-1,-1 2,-1-1,4 6,-10-9,-1 0,1 0,-2 0,1 0,-1 0,0 0,0 0,-1 0,0 0,0 0,0 0,-1 0,0 0,-1-1,0 1,0-1,-1 3,-19 80,25-85,-1 0,1 0,0 0,0-1,1 1,-1-1,1 1,-1-1,1 0,0 0,0 0,1-1,-1 1,1-1,-1 1,1-1,0 0,-1-1,1 1,0-1,0 1,1-1,-1 0,0-1,0 1,0-1,0 0,1 0,2 0,45 3,0-3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44.99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309 58,'-16'-7,"0"1,0 0,-1 1,1 1,-1 0,0 2,0 0,0 0,-1 2,-2 0,12 1,1 0,0 0,0 0,1 1,-1 0,0 0,0 1,1 0,0 0,-1 0,1 1,1 0,-2 1,5-3,-1 0,1 0,0 0,0 0,0 0,0 0,0 1,1-1,-1 1,1 0,-1-1,1 1,0 0,0 0,0 0,1 0,-1 0,1 0,-1 0,1 0,0 0,0 0,0 0,1 0,-1 0,1 0,0 0,-1 0,1 0,0-1,1 3,5 3,0 1,0-1,0 0,1-1,0 0,0 0,1-1,0 0,0 0,1-1,-1 0,1-1,0 0,0 0,1-1,-1-1,1 0,8 1,5 2,1 0,-1-2,0 0,1-2,-1-1,1 0,0-2,-1-1,0-1,0-1,0-2,11-4,-29 9,-1 0,0 0,0 0,0-1,0 0,0 0,-1-1,1 1,-1-1,0 0,0 0,0 0,-1-1,1 1,-1-1,0 0,0 0,-1 0,0 0,0-1,0 1,0-1,-1 1,0-1,0 1,0-5,-1 11,-1-1,1 0,0 0,0 0,0 0,-1 0,1 0,0 0,0 0,-1 0,1 0,0 0,-1 0,1 0,0 0,0 0,-1 0,1 0,0 0,0 0,-1 0,1 0,0-1,0 1,0 0,-1 0,1 0,0 0,0 0,0-1,-1 1,1 0,0 0,0 0,0-1,0 1,0 0,-1 0,1-1,0 1,0 0,0 0,0-1,0 1,0 0,0 0,0-1,-7 25,7-18,1-1,-1 0,1 1,0-1,1 0,-1 0,1 0,0 0,0 0,1-1,0 1,-1-1,2 1,-1-1,0 0,1 0,0 0,-1-1,2 0,-1 1,0-1,1 0,-1-1,1 1,0-1,0 0,0 0,0-1,0 1,0-1,0 0,0-1,1 1,-1-1,0 0,1 0,-1-1,0 1,3-2,-5 2,0-1,0 0,0 0,0 1,0-2,0 1,0 0,0-1,-1 1,1-1,-1 0,1 1,-1-1,0-1,1 1,-1 0,0 0,-1-1,1 1,0-1,-1 0,1 1,-1-1,0 0,0 0,0 0,0 0,0 0,-1 0,0 0,1-2,-1-1,0-1,0 1,0 0,-1-1,0 1,0 0,-1-1,0 1,0 0,0 0,-1 0,0 1,0-1,-3-4,-2 2,1 0,-1 1,-1 0,1 0,-1 1,0 0,-1 0,0 1,1 1,-1 0,-1 0,1 1,-1 0,1 1,-1 0,0 0,1 1,-1 1,0 0,0 0,0 1,0 1,1-1,-3 2,9-2,0 0,-1 0,1 0,0 1,0-1,0 1,1 0,-1 0,0 0,1 0,-1 1,1 0,0 0,-1 0,2 0,-1 0,0 0,1 1,-1-1,1 1,0 0,0 0,0-1,1 1,-1 1,1-1,0 0,0 0,1 0,-1 1,1-1,0 0,0 0,0 1,1-1,0 0,-1 0,1 1,1-1,-1 0,1 0,5 5,0-1,0 0,1-1,0 1,1-1,0-1,0 0,0 0,0-1,1 0,0-1,0 1,1-2,-1 0,1 0,-1-1,6 0,32 8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45.227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200 9,'-16'-5,"-13"1,-5 6,-3 7,4 9,7 9,8 6,12 5,11 5,5-5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45.43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31,'21'2,"16"1,11 0,7-3,3-6,1-9,-9-2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54.42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369 683,'112'-111,"-7"-6,-105 116,0 1,0-1,0 1,0-1,0 1,0-1,0 1,1-1,-1 1,0-1,0 1,0 0,1-1,-1 1,0-1,1 1,-1 0,0-1,1 1,-1 0,1-1,-1 1,1 0,-1-1,0 1,1 0,-1 0,1 0,-1 0,1-1,-1 1,1 0,-1 0,1 0,-1 0,1 0,0 0,-1 0,1 0,-1 0,1 1,-1-1,1 0,-1 0,0 0,1 1,-1-1,1 0,-1 0,1 1,-1-1,0 0,1 1,-1-1,1 0,-1 1,-4 32,-6 26,2 1,3 0,2 1,-12 124,14-174,-1-1,0 1,0-1,-1 0,0 0,-1 0,0 0,-1-1,0 1,0-1,-1 0,0-1,-1 1,0-1,0 0,-1-1,-7 6,15-13,1 0,-1-1,0 1,1 0,-1 0,0 0,0 0,1-1,-1 1,0 0,1 0,-1 0,0 0,1 0,-1 0,0 0,1 0,-1 0,0 0,1 0,-1 0,0 0,1 0,-1 1,0-1,1 0,-1 0,0 0,1 0,-1 0,0 1,0-1,1 0,-1 0,0 1,0-1,1 0,-1 0,0 1,0-1,0 0,0 1,1-1,-1 0,0 1,0-1,0 0,0 1,0-1,0 0,0 1,0-1,0 0,0 1,0-1,0 0,0 1,0-1,0 0,0 1,0-1,-1 0,1 1,5-1,317 41,-287-37</inkml:trace>
  <inkml:trace contextRef="#ctx0" brushRef="#br0" timeOffset="347.068">1 0,'7'10,"7"9,8 9,7 9,6 5,3 5,3-2,2-3,-7-8</inkml:trace>
  <inkml:trace contextRef="#ctx0" brushRef="#br0" timeOffset="677.261">793 110,'0'-7,"0"2,0 7,0 12,5 16,8 16,11 14,19 12,14-1,-1-11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51.257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0 584,'3'32,"2"0,1-1,1 0,2 0,1-1,1-1,2 1,1-2,16 26,-29-51,1 0,-1 0,1 0,0 0,0 0,0 0,0 0,1-1,-1 1,1-1,-1 0,1 0,0 0,0 0,0 0,0 0,0-1,0 0,0 1,1-1,-1 0,0-1,1 1,-1-1,1 1,-1-1,1 0,-1 0,1-1,-1 1,1-1,-1 1,0-1,1 0,-1-1,0 1,0 0,0-1,0 0,2-1,5-9,0-1,-1-1,-1 1,-1-1,1-1,-2 1,0-1,-1 0,-1 0,0-1,0-4,4-9,-1-1,-5 19,0 1,0-1,1 1,1 0,-1 0,2 0,-1 0,1 1,1-1,0 1,0 1,1-1,-1 1,9-6,4 2</inkml:trace>
  <inkml:trace contextRef="#ctx0" brushRef="#br0" timeOffset="934.55">588 679,'-9'1,"0"0,1 0,-1 1,1 0,-1 0,1 1,0 0,0 0,0 1,0 0,1 0,-1 1,1 0,0 1,1-1,-1 1,1 0,1 1,-1 0,-3 5,8-11,0 1,0 0,0-1,0 1,1 0,-1-1,0 1,1 0,-1 0,1 0,0-1,-1 1,1 0,0 0,0 0,0 0,1 0,-1-1,0 1,1 0,-1 0,1 0,0-1,-1 1,1 0,0-1,0 1,0 0,0-1,0 0,1 1,-1-1,0 1,1-1,-1 0,1 0,-1 0,1 0,-1 0,1 0,0 0,0-1,-1 1,2-1,13 4,1 0,0-2,0 0,0-1,0-1,0-1,0 0,0-1,12-3,0 1,-28 4,0 0,0 0,0 0,0 0,0 0,-1 1,1-1,0 0,0 0,0 1,0-1,0 1,-1-1,1 1,0-1,0 1,-1-1,1 1,0-1,-1 1,1 0,-1-1,1 1,-1 0,1 0,-1 0,1-1,-1 1,0 0,1 0,-1 0,10 14,-4-12,0-1,0 0,0 0,0-1,1 0,-1 0,0 0,0-1,1 0,-1 0,0 0,1-1,-1 0,0 0,0-1,0 0,0 0,0 0,0 0,0-1,-1 0,1-1,-1 1,0-1,0 0,0-1,23-19,-1-1,-1-2,-1 0,-1-2,-2 0,-1-2,-2 0,16-34,-14 27,-1-1,-2 0,-2-1,-1-1,-3-1,-1 1,5-43,-14 70,-2 0,1 0,-2-1,0 1,0 0,-2 0,-1-4,4 14,-1 1,0-1,0 1,0-1,-1 1,1 0,-1 0,1-1,-1 1,0 0,-1 1,1-1,0 0,-1 0,0 1,1 0,-1-1,0 1,0 0,0 1,-1-1,1 0,0 1,-1 0,1 0,0 0,-1 0,0 0,1 1,-3-1,-1 3,0 0,0 0,0 1,0 0,1 0,0 0,-1 1,1 0,0 0,1 1,-1 0,1 0,0 0,0 0,1 1,-1 0,1 0,0 0,1 0,0 1,0-1,0 1,1 0,0 0,-1 6,-3 8,1 0,1 1,1-1,0 1,2-1,1 1,0 0,2-1,1 1,4 19,4 4,2 0,1-1,3 0,13 23,-16-36,1-1,2 0,0-1,20 23,-35-50,0 0,-1 0,1 0,0 0,0 0,0 0,1 0,-1-1,0 1,1-1,-1 1,1-1,-1 0,1 0,-1 0,1 0,0-1,0 1,-1-1,1 0,0 1,0-1,0 0,-1-1,1 1,0 0,0-1,-1 0,1 0,0 0,-1 0,1 0,-1 0,1 0,-1-1,0 1,1-1,-1 0,0 0,0 0,79-72,-80 73,-1 0,1 1,-1-1,1 0,-1 1,1-1,0 1,-1-1,1 0,0 1,0 0,-1-1,1 1,0-1,0 1,0 0,-1 0,1-1,0 1,0 0,0 0,0 0,0 0,0 0,-1 0,1 0,0 0,0 0,0 1,0-1,0 0,-1 1,1-1,0 0,0 1,-1-1,1 1,0-1,0 1,-1-1,1 1,-1 0,1-1,0 1,-1 0,1-1,-1 1,0 0,1 0,-1 0,0-1,1 1,-1 0,0 0,0 0,1 0,1 4,0 0,1-1,-1 1,1-1,1 0,-1 1,1-1,-1-1,1 1,0 0,0-1,1 0,-1 0,1 0,-1-1,1 0,0 1,0-2,0 1,0 0,1-1,-1 0,0 0,0-1,1 0,-1 1,0-2,1 1,-1-1,0 1,0-2,1 1,-1 0,0-1,0 0,0 0,-1-1,1 1,0-1,2-2,-4 1,1 0,-1 0,0 0,0-1,0 1,-1-1,0 0,0 0,0 0,0 0,-1 0,0 0,0 0,0 0,0 0,-1-1,0 1,0 0,-1 0,1-1,-1 1,0 0,-1 0,1 0,-1 0,0 0,0 0,0 0,-1 1,0-1,0 1,0 0,0 0,-1 0,0 0,1 0,-1 1,-1 0,1 0,-1-1,-3 0,-1 0,1 0,-1 1,1 0,-1 0,0 1,0 1,0-1,-9 1,15 0,0 1,-1 0,1 0,0 0,0 0,-1 1,1-1,0 1,0 0,-1 0,1 0,0 0,0 1,0-1,1 1,-1-1,0 1,0 0,1 1,-1-1,1 0,0 0,0 1,0 0,0-1,0 1,0 0,0 2,1-1,1 0,0 0,0 0,0 0,0 0,1 0,-1 0,1-1,0 1,0 0,1 0,-1 0,1-1,-1 1,1-1,1 1,-1-1,0 0,1 0,-1 0,1 0,0 0,0 0,0-1,3 2,28 26</inkml:trace>
  <inkml:trace contextRef="#ctx0" brushRef="#br0" timeOffset="2177.214">1899 748,'-5'-12,"-1"0,0 1,-1-1,0 2,0-1,-1 1,-1 0,1 1,-2 0,1 0,-1 1,-1 0,1 1,-1 0,0 0,-8-2,18 9,-1-1,1 1,-1-1,1 1,-1 0,0 0,1 0,-1 0,1 0,-1 0,0 0,1 0,-1 0,1 1,-1-1,1 1,-1-1,1 1,-1 0,1-1,0 1,-1 0,1 0,0 0,0 0,0 0,-1 0,1 1,0-1,0 0,1 0,-1 1,0-1,0 1,1-1,-1 1,1-1,-1 1,1-1,-1 1,1-1,0 1,0-1,0 2,3 72,-1-66,1-1,0 1,0-1,1 0,0 0,1 0,0 0,0-1,0 0,1 0,0 0,1-1,5 5,-9-8,1-1,-1 1,1-1,0 1,0-1,0 0,0-1,0 1,0-1,0 0,0 0,1 0,-1 0,0-1,1 0,-1 1,0-2,1 1,-1 0,0-1,1 0,-1 0,0 0,0-1,0 1,0-1,0 0,0 0,1-1,1-2,0 0,0-1,-1 1,0-1,0 0,0 0,0-1,-1 1,0-1,-1 0,1 0,0-6,-6 20,0 0,1 1,0-1,0 0,1 0,-1 0,1 1,1-1,0 0,0 0,0 0,1 1,1 2,-1-7,1 0,-1 0,1-1,0 1,0-1,0 0,0 1,0-2,0 1,1 0,-1-1,0 1,1-1,-1 0,1 0,0 0,-1-1,1 1,0-1,0 0,-1 0,1 0,0-1,-1 1,1-1,0 0,-1 0,1 0,-1-1,1 1,-1-1,0 1,0-1,0 0,0-1,0 1,0 0,0-1,-1 0,1 1,-1-1,0 0,1 0,-2-1,3-2,4-11,0 0,-1-1,-1 0,0 0,-2-1,0 0,-1 0,0 1,-2-2,-1 1,0 0,-2-8,3-11,-2 38,1-1,-1 0,1 0,0 0,0 0,-1 0,1 0,0 0,0 1,0-1,0 0,0 0,0 0,0 0,1 0,-1 0,0 0,0 0,1 1,-1-1,0 0,1 0,-1 0,1 1,-1-1,1 0,-1 0,1 1,0-1,-1 0,1 1,0-1,0 1,-1-1,1 1,0-1,0 1,0 0,0-1,0 1,-1 0,1 0,0 0,0 0,0-1,0 1,0 0,0 1,0-1,0 0,0 0,-1 0,1 0,0 1,0-1,0 0,0 1,0-1,0 1,14 7,0 1,0 1,-1 0,0 0,-1 2,0 0,-1 0,0 1,2 4,-12-13,1 1,-1-1,0 1,0 0,0 0,0 0,-1 0,0 0,0 1,0-1,-1 0,0 0,0 1,0-1,-1 0,1 0,-1 1,-1-1,1 0,-1 0,0 0,0 0,0 0,0-1,-2 2,2-3,0-1,0 0,1 1,-1-1,1 1,0 0,-1 0,1-1,0 1,1 0,-1 0,0 0,1 0,0 0,0 0,-1 0,2 0,-1 0,0 0,1 0,-1 0,1-1,0 1,0 0,0 0,0 0,1-1,-1 1,1-1,-1 1,1-1,0 0,0 1,0-1,0 0,1 0,-1 0,1 0,7 2,1-1,-1 0,1-1,0 0,0-1,0 0,-1 0,1-1,0-1,0 0,0 0,0-1,-1 0,1-1,-1-1,1 1,-1-1,0-1,-1 0,1-1,-1 0,0 0,7-7,-2 2,0-1,-1-1,0 0,-1-1,0 0,-1-1,-1 0,0-1,-2 0,6-13,-13 27,0 1,-1 0,1-1,0 1,-1 0,0-1,1 1,-1-1,0 1,0-1,0 1,0-1,0 1,0-1,0 1,0 0,-1-1,1 1,0-1,-1 1,1-1,-1 1,0 0,1 0,-1-1,0 1,0 0,0 0,0 0,0 0,0 0,0 0,0 0,0 0,-1 0,1 0,0 1,0-1,-1 0,1 1,-1 0,1-1,0 1,-1 0,1-1,-1 1,-56 1,56 0,1-1,0 1,-1-1,1 1,0 0,0-1,-1 1,1 0,0 0,0 0,0 0,0 0,0 0,0 0,0 0,1 0,-1 1,0-1,1 0,-1 0,0 1,1-1,0 1,-1-1,1 0,0 1,0-1,0 1,-1-1,2 0,-1 1,0-1,0 1,0-1,1 0,-1 1,1-1,-1 1,1-1,-1 0,3 3,0 0,0 0,0 0,1 0,-1-1,1 0,-1 0,1 0,0 0,1 0,-1-1,0 0,1 0,-1 0,1 0,0-1,-1 0,1 0,0 0,0-1,0 1,2-1,-6 0,0 0,0 0,0 0,0 0,0 0,0 0,0 0,0-1,0 1,0 0,0-1,0 1,-1 0,1-1,0 1,0-1,0 1,-1-1,1 0,0 1,0-1,-1 0,1 0,-1 1,1-1,-1 0,1 0,-1 0,1 0,-1 0,0 0,1 1,-1-1,0 0,0 0,0 0,0 0,0 0,0 0,0 0,0 0,0 0,0 0,0 0,-1 0,1 0,0 0,-1 0,1 0,-1 1,1-1,-30-43,28 42,0 0,0 0,-1 1,1-1,-1 1,1 0,-1 0,1 0,-1 0,0 0,1 0,-1 1,0-1,0 1,1 0,-1 0,0 0,0 0,0 0,1 0,-1 1,0 0,0-1,1 1,-1 0,0 0,1 1,-1-1,1 0,0 1,-2 0,0 2,-1 0,0 0,1 0,0 1,0 0,0 0,1 0,-1 0,1 0,0 1,1-1,-1 1,0 5,1-3,1-1,0 1,0 0,0 0,1 0,1 0,-1 0,1 0,1-1,-1 1,1 0,1-1,-1 1,1-1,1 0,-1 0,1 0,0 0,1 0,0-1,0 0,0 0,1-1,-1 1,1-1,1 0,-1-1,1 1,0-1,0-1,0 1,0-1,1 0,-1-1,1 0,6 1,0 0,0 0,-1-1,1-1,0 0,1-1,-1-1,0 0,-1-1,4 0,10-5</inkml:trace>
  <inkml:trace contextRef="#ctx0" brushRef="#br0" timeOffset="2608.099">3114 775,'-1'-4,"1"0,-1 0,0 0,0 0,0 0,0 1,-1-1,1 0,-1 0,0 1,0-1,-1 1,1 0,-1-1,0 1,1 1,-1-1,0 0,-1 1,1-1,0 1,-1 0,0 0,1 0,-1 0,0 1,0 0,0 0,0 0,0 0,0 0,0 1,-2-1,0 0,1 0,-1 1,0-1,0 1,1 1,-1-1,0 1,0 0,1 1,-1-1,1 1,-1 0,1 0,0 1,0-1,0 1,0 0,0 1,1-1,0 1,-4 3,5-3,1-1,0 1,0-1,0 1,0 0,1 0,-1 0,1 0,0 0,0 0,1 0,-1 0,1 0,0 0,0 1,0-1,1 0,-1 0,1 0,0 0,0 0,1 0,-1 0,1 0,0-1,0 1,0 0,0-1,0 0,1 1,0-1,0 0,0 0,0-1,0 1,0-1,1 1,-1-1,1 0,0 0,-1-1,1 1,0-1,0 0,1 1,0 0,1 0,-1 0,1 0,-1 0,1-1,-1 0,1 0,0-1,0 0,0 1,-1-2,1 1,0-1,0 0,-1 0,1-1,-1 1,1-1,-1 0,0-1,1 0,-1 1,-1-2,1 1,0 0,-1-1,1 0,-1 0,0 0,-1-1,1 1,-1-1,0 0,0 0,0 0,0-1,-2 3,0 0,1 0,-1 1,-1-1,1 0,0 0,-1 0,1 0,-1 0,0 0,0 0,0 0,-1 0,1-1,-1 2,1-1,-1 0,0 0,0 0,-2-3,2 7,-1-1,1 0,0 0,-1 1,1-1,0 1,-1-1,1 1,0 0,0-1,0 1,-1 0,1 0,0 0,0 0,0 0,0 0,1 0,-1 0,0 0,0 0,1 0,-1 1,0-1,1 0,-1 1,1-1,0 0,-1 1,1-1,0 0,0 1,0-1,0 1,0-1,0 8,1-1,-1 0,1 0,1 0,0 0,0-1,0 1,1 0,0-1,1 0,-1 1,2-2,-1 1,1 0,0-1,0 0,0 0,1 0,0-1,0 1,1-2,-1 1,1-1,2 1,38 28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3:49.99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1 717,'68'-233,"-42"137,-25 96,0 0,-1 0,1 0,0-1,0 1,-1 0,1 0,0 0,0 0,-1 0,1 0,0 0,0 1,-1-1,1 0,0 0,-1 1,1-1,0 0,-1 1,1-1,0 0,-1 1,1-1,-1 1,1-1,-1 1,1-1,-1 1,1 0,-1-1,0 1,1 0,-1-1,0 1,1 0,-1-1,0 1,0 0,0-1,0 1,1 0,-1 0,0-1,0 1,-1 0,3 2,8 14,0 1,-1 0,-1 1,-1 0,-1 0,0 0,-2 1,0-1,-1 1,-1 0,-1 4,-1-20,-1 0,1 0,-1 0,0 0,-1 1,1-2,-1 1,0 0,0 0,0 0,0-1,0 1,-1-1,0 0,0 0,1 0,-2 0,1 0,0-1,-1 1,1-1,-1 0,0 0,1 0,-1-1,0 1,0-1,0 0,-1 0,-1 0,5-1,0 0,0 0,0 0,0-1,0 1,0 0,0 0,0-1,0 1,0-1,0 1,1-1,-1 1,0-1,0 0,0 1,1-1,-1 0,1 0,-1 1,0-1,1 0,-1 0,1 0,0 0,-1 0,1 0,0 1,-1-1,1 0,0 0,0 0,0 0,0 0,0 0,0 0,0 0,0 0,0 0,1 0,-1-1,14-39,-2 27,0 0,1 2,1-1,0 2,0 0,1 0,0 2,1 0,0 0,0 2,12-4,-2 1,-18 7,0 0,0 0,0 0,0-1,-1 0,1-1,-1 1,0-1,-1-1,1 1,-1-1,2-3,-8 9,-1 1,0 0,0-1,0 1,0-1,1 1,-1-1,0 0,0 1,0-1,0 0,0 0,0 0,0 0,0 1,0-1,0 0,0-1,0 1,0 0,0 0,0 0,0-1,0 1,0 0,0-1,0 1,1-1,-1 1,0-1,0 1,0-1,1 1,-1-1,0 0,1 0,-1 1,0-1,1 0,-1 0,1 0,-1 0,1 0,0 1,-1-1,1 0,0 0,0 0,0 0,-1 0,1 0,0 0,0 0,1 0,-1 0,0 0,0 0,0 0,1 0,-1 0,0 0,1 0,-1 0,1 0,-1 1,1-1,-1 0,1 0,0 0,-6 7,0 0,0 0,1 0,0 1,1-1,-1 1,1 0,1 0,-1 0,1 1,0-1,1 0,0 1,0-1,0 1,1 0,0-1,1 1,0-1,1 8,0-6,0 1,1 0,0 0,0-1,1 1,0-1,1 0,0-1,0 1,1-1,0 0,0 0,1 0,0-1,6 4,-8-7,0 0,0 0,0-1,1 1,-1-1,1-1,0 1,0-1,0 0,0 0,1-1,-1 1,0-2,1 1,-1-1,0 0,1 0,-1 0,0-1,1 0,-1 0,0-1,0 0,0 0,2-1,5-5,-1-1,0-1,0 0,-1 0,0-2,-1 1,0-1,-1 0,0-1,-1 0,-1 0,0-1,-1 0,0 0,-1-1,2-9,0 4,-1 0,-1-1,-1 0,-1 1,0-1,-2-5,0 25,-1 0,1 0,-1 0,0 0,1-1,-1 1,0 0,0 0,0 0,0 0,0-1,0 1,-1 0,1 0,0 0,0 0,-1-1,1 1,-1 0,1 0,-1 0,0 0,1 0,-1 0,0 0,0 0,1 1,-1-1,0 0,0 0,0 1,0-1,0 0,0 1,0-1,0 1,0-1,0 1,-1 0,1-1,0 1,0 0,0 0,-1 0,1 0,0 0,0 0,0 0,0 0,-1 0,1 1,0-1,0 0,0 1,0-1,-1 1,1 2,-1-1,1 1,0-1,0 1,0 0,0-1,0 1,1 0,-1 0,1-1,0 1,0 0,0 0,0 0,0 0,1-1,-1 1,1 0,0 0,-1-1,1 1,1-1,-1 1,0-1,1 1,-1-1,1 1,0-1,-1 0,1 0,0 0,1 0,-1 0,0-1,0 1,1-1,-1 1,1-1,1 1,17 11,2 0,-1-2,1 0,1-1,0-2,12 3,77 31,-109-41,0 1,-1-1,0 1,1 0,-1 0,0 0,0 0,0 1,0-1,0 1,0 0,-1 0,1 0,-1 0,0 0,0 0,0 1,-1-1,1 1,-1-1,0 1,0 0,0-1,0 1,0 0,-1 0,0 0,0 0,0-1,0 4,-48 143,48-147,-1-1,1 0,0 1,0-1,0 1,0-1,1 0,-1 1,1-1,-1 0,1 1,0-1,0 0,0 0,0 0,0 1,1-1,-1 0,0-1,1 1,0 0,-1 0,1-1,0 1,0-1,0 1,0-1,0 0,0 0,0 0,0 0,1 0,-1 0,0-1,1 1,86 6,-79-7,0 0,-1-1,1 0,-1-1,1 0,-1 0,0-1,1-1,-2 1,1-1,0-1,-1 0,0 0,0 0,0-1,-1 0,1-1,-2 1,1-2,-1 1,0-1,0 1,-1-2,0 1,-1 0,0-1,0 0,2-8,-6 17,1 0,-1-1,0 1,0 0,1-1,-1 1,0 0,0-1,1 1,-1-1,0 1,0-1,0 1,0 0,0-1,0 1,1-1,-1 1,0-1,0 1,0-1,-1 1,1-1,0 1,0-1,0 1,0 0,0-1,0 1,-1-1,1 1,0 0,0-1,-1 1,1-1,0 1,-1 0,1-1,0 1,-1 0,1 0,0-1,-1 1,1 0,-1 0,1 0,-1-1,1 1,0 0,-1 0,1 0,-1 0,1 0,-1 0,-2 6,0 0,1 0,-1 0,1 0,0 1,1-1,-1 1,1-1,1 1,-1 0,1-1,0 1,1 0,0-1,0 1,0-1,1 1,0-1,0 0,0 1,1-1,0 0,0-1,1 1,-1 0,1-1,2 2,19 8,1-4</inkml:trace>
  <inkml:trace contextRef="#ctx0" brushRef="#br0" timeOffset="277.984">1504 294,'7'19,"2"5</inkml:trace>
  <inkml:trace contextRef="#ctx0" brushRef="#br0" timeOffset="808.757">2037 717,'-12'-10,"-2"-4,0 1,-1 0,-1 1,0 0,0 2,-1 0,-1 1,0 0,0 2,0 0,-1 1,0 0,-5 1,20 4,-1 1,1 0,0 0,-1 0,1 0,0 1,0-1,-1 1,1 0,0 1,0-1,0 1,0-1,0 1,1 0,-1 1,0-1,1 1,0 0,-1-1,1 1,0 1,1-1,-1 0,1 1,-1-1,1 1,0 0,0 0,0 0,1 0,0 0,-1 0,2 0,-1 0,0 1,1-1,-1 0,1 1,1-1,-1 0,0 0,1 1,0-1,1 2,0-1,0 0,0-1,1 1,0-1,0 0,0 0,1 0,-1 0,1 0,0-1,0 1,0-1,0 0,1 0,-1-1,1 1,-1-1,1 0,0-1,3 2,104 12,-101-16,-1 1,1-2,-1 0,0 0,0-1,0 0,0-1,0 0,-1 0,1-1,-1 0,3-4,-7 6,-1 0,1-1,-1 0,0 0,0 0,0 0,-1-1,0 0,0 1,0-1,0 0,-1 0,1-1,-2 1,1 0,0-1,-1 0,0 1,0-1,-1 1,0-1,0 0,0-3,0 8,1 0,-1 0,0-1,0 1,0 0,0 0,0-1,0 1,-1 0,1 0,0-1,-1 1,1 0,0 0,-1 0,1 0,-1 0,0-1,1 1,-1 0,0 0,0 1,0-1,0 0,0 0,0 0,0 0,0 1,0-1,0 1,0-1,0 1,0-1,0 1,-1-1,1 1,0 0,0 0,-1 0,1-1,0 1,0 0,-1 1,1-1,0 0,0 0,-1 0,1 1,0-1,0 1,-3 4,1 1,-1 0,1 0,1 0,-1 0,1 0,0 0,1 1,-1-1,1 1,1-1,-1 1,1-1,0 1,1 0,-1-1,1 1,0-1,1 1,0-1,0 0,2 5,0-3,-1-1,1 0,0 0,0 0,1 0,-1-1,2 0,-1 0,1 0,0 0,0-1,0 0,1-1,0 1,0-1,0 0,0-1,1 0,-1 0,1 0,0-1,0-1,-1 1,8 0,-4-1,0-1,0 0,0-1,0 1,0-2,0 0,-1 0,1-1,-1 0,1-1,-1 0,0-1,0 0,-1-1,0 0,0 0,0-1,1-1,7-12,-1-2,-1 0,-1 0,-1-1,-1-1,0 0,-2-1,-1 0,-2-1,0 0,-1 0,-2 0,-1-1,0-9,3-5,-2-1,-1 0,-3 0,-1 0,-2 0,-3-8,6 44,0 1,-1 0,0 0,0 0,0 0,0 0,-1 0,0 0,0 1,0-1,0 1,-1-1,0 1,0 0,0 0,0 0,-1 0,1 1,-1-1,0 1,0 0,0 0,-1 0,1 1,-1-1,1 1,-1 0,0 1,0-1,0 1,0 0,0 0,0 0,0 1,0 0,-2 1,0 1,0 1,1-1,-1 1,1 0,0 0,0 1,0 0,0 0,1 0,-1 1,1 0,0 0,1 0,-1 1,1-1,0 1,0 0,1 0,-2 5,-2 3,1 1,0 0,1 1,1-1,0 1,2 0,-1 0,1 11,4 8,2 0,2 0,0 0,3-1,1 0,1-1,2 0,1-1,1 0,2-1,16 21,92 122,-94-139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2:56.1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367 469,'0'-6,"1"0,-1 0,0-1,-1 1,0 0,0 0,0 0,0 0,-1 0,0 0,0 0,-1 1,0-1,0 1,0 0,0-1,-1 1,0 1,0-1,0 1,-1-1,1 1,-1 0,0 1,0-1,-1 1,1 0,-1 1,1-1,-7-1,4 3,1 0,-1 0,0 1,0 0,0 0,1 1,-1 0,0 1,1-1,-1 2,1-1,-1 1,1 0,0 0,0 1,1 0,-1 0,1 1,0 0,0 0,0 0,-1 3,-4 2,1 2,0-1,1 2,0-1,1 1,1 0,0 1,0 0,2 0,-1 0,2 2,2-12,0 1,1-1,-1 0,1 1,0-1,1 1,-1-1,1 1,0 0,0-1,0 1,1-1,0 1,0-1,0 1,0-1,1 0,-1 1,1-1,0 0,0 0,1 0,-1 0,1-1,0 1,0-1,0 1,1-1,-1 0,1 0,-1-1,1 1,0-1,0 0,0 0,1 0,-1 0,0-1,1 1,-1-1,1 0,3-1,0 0,1 0,-1-1,0 0,0 0,0-1,0 0,0-1,0 0,0 0,-1 0,1-1,-1 0,0-1,0 1,-1-1,1-1,-1 1,0-1,0 0,-1-1,4-5,0 0,0-1,-1 0,-1 0,0-1,-1 0,0 0,-1-1,-1 1,0-1,-1 0,-1 0,0-2,-8-21,6 37,-1 1,1 0,-1 0,1 0,-1 0,1 0,-1 0,1 0,-1 0,1 0,-1 0,1 0,-1 0,1 0,-1 0,1 0,-1 0,1 1,-1-1,1 0,-1 0,1 1,0-1,-1 0,1 0,0 1,-1-1,1 0,-1 1,1-1,0 1,0-1,-1 1,1-1,0 0,0 1,0-1,-1 1,1-1,0 1,0-1,0 1,0-1,0 1,0-1,-4 12,0-1,1 0,0 1,1-1,0 1,1 0,0 0,1 0,0-1,1 1,0 0,1 0,0-1,1 1,3 8,0-12,0 1,1-1,0 0,0 0,0-1,1 0,0 0,0-1,1 0,0-1,0 0,0 0,1-1,0 0,-1 0,1-1,1-1,-1 1,0-2,1 1,-1-2,0 1,1-1,-1-1,2 0,50-1</inkml:trace>
  <inkml:trace contextRef="#ctx0" brushRef="#br0" timeOffset="774.702">1050 428,'-25'-4,"0"2,0 1,0 1,0 1,0 1,-4 1,19-1,0 0,0 1,0 0,1 0,-1 1,1 0,0 0,0 1,0 1,0 0,1 0,0 0,0 1,1 0,0 1,-1 1,6-7,0 0,0 0,0 1,0-1,0 1,1 0,-1 0,1-1,0 1,0 0,0 0,0 0,0 0,1 0,-1 0,1 0,0 1,0-1,0 0,0 0,1 0,-1 0,1 0,0 0,0 0,0 0,0 0,0 0,0 0,1-1,0 1,-1 0,1-1,0 0,0 1,1-1,-1 0,0 0,1 0,7 3,1-1,0 0,-1 0,1-1,0-1,1 0,-1 0,0-1,0-1,1 0,-1 0,0-1,1-1,-1 0,0 0,0-1,0 0,-1-1,10-5,-9 4,-1-1,0 0,0-1,-1 1,1-2,-2 0,1 0,-1 0,0-1,-1 0,0-1,0 1,-1-1,-1-1,1 1,-2-1,1 0,-2 0,1 0,-2-1,1-2,3-23,-1-1,-2 0,-2 0,-1 0,-6-35,6 70,-1-15,0 0,-2 0,0 0,-1 1,0-1,-7-12,11 29,0 0,0 0,0 1,0-1,0 0,0 1,0-1,0 0,-1 0,1 1,0-1,0 0,-1 1,1-1,0 0,-1 1,1-1,-1 1,1-1,-1 1,1-1,-1 1,1-1,-1 1,0-1,1 1,-1-1,0 1,1 0,-1 0,0-1,1 1,-1 0,0 0,0 0,1 0,-1 0,0 0,1 0,-1 0,0 0,0 0,1 0,-1 0,0 0,0 1,1-1,-1 0,0 1,1-1,-1 0,1 1,-1-1,0 1,1-1,-1 1,1-1,-1 1,1-1,-1 1,1 0,0-1,-1 1,-18 48,10-3,3 1,2 0,3 0,2 24,-1-41,2 0,2 0,0-1,2 1,2 2,-5-21,1 0,0 0,0 0,1-1,1 1,-1-2,2 1,-1 0,2-1,-1 0,1-1,0 0,1 0,6 4,-9-8,1 0,-1-1,1 0,0 0,-1 0,1-1,1 0,-1 0,0-1,0 0,1-1,-1 1,0-1,1 0,-1-1,0 0,1 0,-1-1,0 0,0 0,0 0,0-1,-1 0,1-1,-1 1,2-2,2-2,0 0,0-1,0 0,-1 0,-1-1,1 0,-1 0,-1-1,0 0,0-1,-1 1,-1-1,1 0,-2-1,2-4,-4 9,0 0,0-1,0 1,-1-1,0 0,-1 1,1-1,-2 0,0-7,1 15,0 0,-1-1,1 1,-1-1,1 1,0 0,-1 0,1-1,-1 1,1 0,-1 0,1-1,-1 1,1 0,-1 0,1 0,-1 0,1 0,-1 0,1 0,-1 0,1 0,-1 0,0 0,1 0,-1 0,1 0,-1 1,1-1,-1 0,1 0,0 1,-1-1,1 0,-1 0,1 1,-1-1,1 1,0-1,-1 0,1 1,0-1,-1 1,1-1,0 1,0-1,0 0,-1 1,1-1,0 1,0 0,0-1,0 1,0-1,0 1,0-1,0 1,0-1,0 1,0-1,0 1,0-1,0 1,1-1,-1 1,-4 8,1-1,1 1,-1 0,1 0,1 0,-1 1,2-1,-1 0,1 0,1 1,0 5,0-12,-1 0,1 1,0-1,0 0,0 0,0 0,1 0,-1 0,1 0,0 0,0 0,0-1,0 1,0-1,0 1,1-1,-1 0,1 0,0 0,-1 0,1 0,0-1,0 1,0-1,0 0,1 0,-1 0,0 0,0-1,1 1,-1-1,0 0,3 0,7-2,1 0,-1-1,0-1,0 0,0 0,0-2,-1 0,0 0,0-1,-1 0,0-1,0 0,-1-1,0 0,0-1,-1 0,4-6,-4 5,0-1,0 0,-2 0,1-1,-2 0,0-1,0 0,3-13,-24 64,11-25,1 0,0 0,0 0,1 1,1 0,0-1,1 1,1 8,0-16,0 0,0 0,0 0,0 0,1 0,0 0,0-1,0 1,0-1,1 1,0-1,0 0,0 0,1 0,-1 0,1-1,0 1,0-1,0 0,0 0,0-1,1 1,0-1,7 3,1 0,0-1,1-1,-1 0,1-1,-1 0,7-1,40 2</inkml:trace>
  <inkml:trace contextRef="#ctx0" brushRef="#br0" timeOffset="1192.091">2497 333,'-22'-2,"-1"0,0 2,0 0,1 2,-1 1,-9 2,23-3,1 0,0 0,-1 1,1 0,0 0,1 1,-1 0,0 1,1-1,0 2,0-1,1 1,-1 0,1 0,1 0,-1 1,1 0,-1 1,4-4,0 0,0 0,0 1,0-1,1 0,0 1,0-1,0 1,0-1,0 1,1-1,0 1,0 0,1-1,-1 1,1-1,0 1,0-1,0 1,1-1,-1 0,1 1,0-1,1 0,-1 0,1-1,-1 1,1 0,0-1,2 2,5 4,-1 0,1-1,0-1,1 0,0 0,0-1,0 0,1-1,0 0,9 1,2 1,0-1,0-1,1-2,0 0,0-1,0-2,0 0,0-1,-1-2,1-1,0 0,-1-2,0 0,0-2,-1-1,0 0,0-2,-1 0,-1-1,0-2,-1 0,9-8,-20 13,-1 1,0-1,0-1,-1 1,0-1,-1 0,0 0,-1-1,3-8,-5 15,-1 1,0-1,-1 1,1-1,-1 1,1-1,-1 0,0 1,0-1,0 1,-1-1,0 1,1-1,-1 1,0-1,-1 1,1-1,0 1,-1 0,0 0,0 0,0 0,0 0,0 0,-1 0,1 1,-1-1,0 1,0 0,0 0,0 0,0 0,-3-1,-1 1,1 0,-1 0,1 1,-1-1,0 2,0-1,1 1,-1 0,0 0,0 1,1-1,-1 2,0-1,1 1,-1 0,1 0,0 1,-1 0,1 0,0 0,1 1,-1 0,1 0,0 0,0 1,0 0,0 0,1 0,0 0,0 1,0-1,1 1,0 0,0 1,0-1,1 0,0 1,0-1,0 4,2-6,0 1,0-1,1 0,0 1,-1-1,2 0,-1 0,0 1,1-1,0 0,0 0,0 0,0-1,1 1,-1-1,1 1,0-1,0 0,0 0,1 0,-1 0,3 1,91 40,-41-33,1-2,-1-3,1-2,15-3,34 0</inkml:trace>
  <inkml:trace contextRef="#ctx0" brushRef="#br1" timeOffset="60398.668">408 537,'0'0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4:01.651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1 490,'35'-69,"-3"-2,-3-1,-3-1,3-26,-27 92,3-10,-4 10,1 0,0 0,0 1,1-1,0 1,0-1,0 1,1 0,0 0,0 0,1 0,-3 5,0 0,0 1,0-1,0 1,0-1,0 1,0 0,0 0,0 0,0 0,0 0,-1 1,1-1,0 0,0 1,0-1,0 1,0 0,0 0,-1 0,1 0,0 0,-1 0,1 0,-1 0,1 1,-1-1,0 1,1-1,-1 1,0-1,0 1,0-1,17 17,0 0,-2 1,0 1,-1 0,-1 1,-1 1,-1 0,0 3,-10-22,0 0,-1 0,1 0,-1 0,0 0,0 0,0 0,0 0,0 1,-1-1,1 0,-1 0,0 1,0-1,0 0,-1 1,1-1,-1 0,1 0,-1 0,0 1,-1-1,1 0,0 0,-1-1,0 1,1 0,-1 0,0-1,-1 1,1-1,0 0,-1 1,1-1,-1 0,0-1,1 1,-1 0,0-1,0 1,-3 0,3-1,-1 0,1 0,-1 0,0 0,0-1,1 1,-1-1,0 0,0 0,1 0,-1-1,0 1,0-1,1 0,-1 0,-2-1,6 1,0 1,0 0,0-1,-1 1,1 0,0-1,0 1,0-1,0 1,0-1,0 1,-1 0,1-1,0 1,0-1,0 1,1-1,-1 1,0 0,0-1,0 1,0-1,0 1,0 0,1-1,-1 1,0-1,0 1,1 0,-1-1,0 1,0 0,1-1,-1 1,0 0,1 0,-1-1,0 1,1 0,-1 0,1 0,-1-1,0 1,1 0,-1 0,1 0,-1 0,0 0,1 0,-1 0,1 0,-1 0,17-6,0 1,0 1,0 1,0 0,0 1,10 1,20-4,-37 4,9 0,0-1,0-1,0-1,-1 0,0-2,0 0,0-1,-1 0,10-7,-23 12,-1 0,0-1,0 1,-1-1,1 1,-1-1,1 0,-1 0,0 0,0 0,0-1,0 1,-1 0,1-1,-1 1,0-1,0 0,0 1,-1-1,1 0,-1 1,0-1,0 0,0 0,0 1,-1-1,1 0,-1 1,0-1,0 0,-1 1,1-1,-1 1,0 0,0-1,0 1,0 0,0 0,0 0,-1 1,0-1,1 1,-1-1,0 1,0 0,-1 0,1 0,-2-1,2 1,0 0,0 0,0 0,-1 1,1-1,-1 1,1 0,-1 0,1 0,-1 0,1 0,-1 1,0 0,1 0,-1 0,0 0,1 0,-1 1,0 0,1 0,-1 0,1 0,-1 0,1 1,0-1,-1 1,1 0,0 0,0 0,0 0,0 1,1-1,-1 1,1 0,0 0,-1-1,1 2,0-1,0 2,0 1,0-1,1 1,0 0,0 0,1 0,-1 0,1 0,1 0,-1 0,1 0,0-1,0 1,1 0,0 0,0-1,0 1,1-1,0 0,0 1,0-1,2 2,6 8,0-1,0-1,1 0,1-1,0 0,12 7,0-3,0 0,1-2,0-1,2-1,-1-1,1-2,8 2,34 6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4:00.422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1 307,'21'-2,"18"-1,17 0,10 3,6 3,-3 5,-8 2,-14 0</inkml:trace>
  <inkml:trace contextRef="#ctx0" brushRef="#br0" timeOffset="277.9">28 485,'16'5,"20"1,19-1,15 0,12-2,3-1,-4 0,-8-7,-16-1</inkml:trace>
  <inkml:trace contextRef="#ctx0" brushRef="#br0" timeOffset="539.255">656 34,'-7'-5,"4"2,1 0,-1 1,0-1,0 1,-1 0,1 0,0 0,-1 0,1 1,-1-1,0 1,0 0,1 0,-1 0,0 1,0-1,0 1,0 0,1 0,-1 1,0-1,0 1,0-1,-1 2,3 0,1 1,0 0,0-1,0 1,0 0,1 0,-1 0,1 0,-1-1,1 1,0 0,0 0,1 0,-1 0,0 0,1 0,0-1,0 1,0 0,0 0,0-1,0 1,1-1,-1 1,1-1,0 1,0-1,0 0,0 0,0 0,1 1,22 23,1-1,1-1,2-1,0-1,1-2,1-1,10 3,-12-5,15 9,-11-8,-1 1,-1 2,-1 1,16 16,-43-36,-1 0,1 0,-1 0,1 0,-1 1,0-1,1 1,-1 0,-1-1,1 1,0 0,-1 0,1 0,-1 0,0 0,0 1,0-1,0 0,-1 1,0-1,1 0,-1 1,0-1,0 0,-1 1,1-1,-1 0,0 1,0-1,0 0,0 0,0 0,-1 0,1 0,-1 0,0 0,0 0,0-1,0 1,0-1,-1 0,1 1,-2-1,-19 16,-2-1,0-1,-1-2,0 0,-1-2,-14 4,8-1,-241 110,248-109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4:07.48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0 678,'12'-46,"2"1,2 1,2 0,2 2,1 0,22-30,-36 61,-4 4,1 1,0-1,0 1,1 0,0 1,0-1,0 1,0 0,1 0,0 1,0-1,1 1,-4 3,-1 1,0 0,1 1,-1-1,0 0,0 1,0-1,1 1,-1-1,0 1,0 0,0 0,0 0,0 0,0 1,0-1,-1 0,1 1,0-1,-1 1,1 0,-1-1,1 1,-1 0,0 0,0 0,0 0,0 0,0 0,0 0,-1 1,1-2,26 50,-2 1,-2 1,12 47,-30-87,-2-6,0-1,0 1,-1 0,0 0,0 0,-1 0,0 1,0-1,0 0,-1 1,0-1,0 0,-1 1,0-1,-1 0,1 0,-3 4,2-9,0 0,-1-1,1 1,-1-1,1 1,-1-1,0 0,1 0,-1 0,0 0,0 0,0-1,0 1,0-1,0 0,0 0,0 0,0 0,0-1,0 1,0-1,0 1,1-1,-1 0,0 0,0-1,1 1,-1 0,0-1,1 0,0 1,-1-1,1 0,0 0,0-1,0 1,0 0,0-1,1 1,-1-1,1 1,-1-2,-2-4,-1 1,2 0,-1-1,1 0,0 1,1-1,0-1,0 1,1 0,-1 0,2-1,-1 5,1 1,0-1,0 1,1-1,-1 1,1-1,-1 1,1 0,0-1,0 1,1 0,-1 0,1 0,-1-1,1 2,0-1,0 0,0 0,1 1,-1-1,1 1,-1-1,1 1,0 0,0 0,0 1,2-2,133-31,-129 33,1-1,-1 0,0 0,0-1,0 0,0 0,-1-1,1-1,-1 1,0-1,0 0,-1-1,1 0,-1 0,-1-1,1 0,-1 0,3-5,-9 12,-1 1,0-1,1 0,-1 1,0-1,1 0,-1 1,0-1,1 0,-1 0,0 0,0 0,1 0,-1 0,0 0,1 0,-1 0,0 0,0 0,1 0,-1-1,0 1,1 0,-1 0,0-1,1 1,-1 0,1-1,-1 1,0-1,1 1,-1-1,1 1,-1-1,1 1,-1-1,1 1,0-1,-1 0,1 1,0-1,-1 0,1 1,0-1,0 0,0 0,0 1,0-1,0 0,0 1,0-1,0 0,0 0,0 1,0-1,0 0,0 1,1-1,-1 0,0 1,0-1,1 0,-1 1,1-1,-1 0,-8 9,0 0,0 0,1 1,0 0,1 0,0 1,0 0,1 0,0 0,1 1,0-1,0 1,1 0,0 8,2-15,0 0,0 0,1 1,-1-1,1 0,0 0,0 0,1 1,-1-1,1 0,0 0,0 0,0 0,1 0,-1 0,1 0,0-1,0 1,1 0,-1-1,1 0,-1 0,1 1,0-2,0 1,1 0,-1 0,0-1,1 0,0 0,3 2,8 0,0 0,0-1,0 0,0-2,1 0,-1 0,0-1,1-1,-1-1,0 0,0-1,0 0,0-2,0 1,-1-2,8-4,-10 5,0 0,0-1,0-1,-1 0,0-1,0 0,-1-1,0 0,0 0,-1-1,0 0,-1-1,0 0,-1 0,0-1,-1 1,2-8,-7 18,0 0,-1 0,1 0,0 0,-1 0,1 0,-1-1,0 1,1 0,-1 0,0-1,0 1,0 0,0 0,0-1,0 1,0 0,0 0,0-1,-1 1,1 0,-1 0,1-1,-1 1,1 0,-1 0,1 0,-1 0,0 0,0 0,1 0,-1 0,0 0,0 0,0 0,0 1,0-1,0 0,-1 1,1-1,-1 3,-1 0,1 0,0 0,0 0,0 0,0 0,0 0,0 1,1-1,-1 1,1 0,-1-1,1 1,0 0,0 0,1 0,-1 0,0 0,1-1,0 3,-2 1,1 1,0-1,0 0,0 1,1-1,0 1,1-1,-1 1,1-1,0 0,1 1,-1-1,1 0,1 0,-1 0,1 0,0 0,0-1,1 1,0-1,0 0,0 0,0-1,1 1,0-1,0 0,0 0,0 0,1-1,-1 1,1-2,0 1,0 0,0-1,0 0,4 0,-2 0,1-1,-1 0,1 0,-1-1,1 0,0 0,-1-1,1 0,-1-1,0 0,1 0,-1-1,0 0,0 0,0-1,-1 0,1 0,-1-1,0 0,-1 0,1-1,-1 1,0-1,0-1,0 1,-1-1,0 0,-1-1,0 1,0-1,0 0,-1 0,0 0,0-2,14-100,-21 87,4 24,0-1,0 0,0 0,0 1,1-1,-1 0,0 0,0 1,0-1,0 0,0 1,0-1,-1 0,1 0,0 1,0-1,0 0,0 0,0 1,0-1,0 0,0 0,-1 1,1-1,0 0,0 0,0 0,-1 1,1-1,0 0,0 0,-1 0,1 0,0 1,0-1,-1 0,1 0,0 0,0 0,-1 0,1 0,0 0,0 0,-1 0,1 0,0 0,-1 0,1 0,0 0,0 0,-1 0,1 0,0 0,0 0,-1 0,1-1,0 1,0 0,-1 0,1 0,0 0,0-1,0 1,-1 0,1 0,0 0,0-1,0 1,-4 8,0 0,1 0,0 1,1-1,0 1,0 0,1 0,0 0,1-1,0 1,0 0,0 0,2 0,-1 0,1-1,0 1,1 0,0-1,0 0,1 0,0 0,0 0,1 0,0-1,0 0,1 0,0-1,0 1,0-1,1 0,4 2,100 31,-53-29</inkml:trace>
  <inkml:trace contextRef="#ctx0" brushRef="#br0" timeOffset="858.646">1994 268,'-13'-2,"0"1,0 0,0 1,0 0,0 1,0 1,0 0,0 1,0 0,0 1,1 0,0 1,-1 0,2 1,-1 0,10-4,0-1,0 1,0-1,0 1,0 0,0 0,0 0,1 0,-1 0,1 0,-1 0,1 1,0-1,0 1,0-1,0 0,1 1,-1-1,1 1,-1 0,1-1,0 1,0-1,0 1,0 0,0-1,1 1,-1-1,1 1,0-1,-1 1,1-1,0 1,1-1,-1 0,0 0,1 1,-1-1,1 0,0 0,0 0,-1-1,2 1,16 17,0-1,2-1,0-1,1-1,6 3,11 7,-9-6,-17-11,0 0,0 1,-1 0,0 1,-1 0,0 1,0 0,1 5,-11-15,0 0,0 0,0 0,-1 0,1 0,-1 0,1 1,-1-1,1 0,-1 0,0 1,1-1,-1 0,0 1,0-1,0 0,0 1,0-1,0 0,-1 1,1-1,0 0,-1 1,1-1,-1 0,1 0,-1 0,1 1,-1-1,0 0,0 0,0 0,1 0,-1 0,0 0,0 0,0-1,-1 1,1 0,0 0,0-1,0 1,-1 0,-56 14,55-14,0 1,0-2,0 1,0 0,0-1,0 1,0-1,0 0,-1 0,1 0,0 0,0-1,0 1,0-1,0 0,0 0,0 0,0 0,1 0,-1-1,0 1,1-1,-1 0,1 1,-1-1,1-1,0 1,0 0,0 0,0-1,0 1,0-1,1 0,-1 0,1 1,0-1,0 0,0 0,0 0,0 0,1 0,-1 0,1-1,4-6,1 1,-1-1,2 0,-1 1,1 0,1 1,-1-1,2 1,-1 0,1 1,0 0,0 0,1 1,0 0,0 0,3 0,7-6,0 1,0 1,1 1,1 0,-1 2,2 0,-1 2,14-3,-32 7,0 1,-1-1,1 0,0 1,0-1,0 1,0 0,-1 0,1 0,0 1,0-1,0 1,-1-1,1 1,0 0,0 0,-1 0,1 0,-1 1,1-1,-1 1,0-1,1 1,-1 0,0 0,0 0,0 0,0 0,-1 0,1 1,-1-1,1 1,-1-1,0 1,0 0,0-1,4 108,-7-69,1-39,1 0,0 0,0 0,0 0,0 0,0-1,0 1,0 0,1 0,-1 0,1 0,-1 0,1-1,0 1,0 0,0-1,0 1,0 0,0-1,0 1,0-1,1 0,-1 1,0-1,1 0,-1 0,1 0,0 0,-1 0,1 0,0 0,0 0,-1-1,1 1,0-1,0 1,0-1,0 0,0 0,-1 0,2 0,9-2,0 0,-1-1,1 0,-1-1,0 0,0-1,0 0,-1 0,0-1,0-1,0 0,-1 0,0-1,0 0,-1-1,0 0,0 0,-1 0,-1-1,1 0,-2-1,2-2,22-69,-30 89,1 0,-1 1,1-1,0 0,1 1,0-1,0 0,1 1,-1-1,1 0,1 0,0 0,0-1,0 1,1-1,0 1,0-1,0 0,1-1,0 1,0-1,3 3,1-1,1-1,-1 0,1-1,0 0,0 0,1-1,-1-1,1 0,0 0,0-1,0 0,0-1,0 0,0-1,1 0,-1-1,0 0,0-1,0 0,0-1,-1 0,1 0,-1-1,1-1,-1 0,0 0,-1-1,0 0,0-1,0 0,0 0,-1-1,-1 0,1 0,-1-1,1-3,7-14,-2 0,-1-1,-2 0,0-1,-2 0,-1 0,-1-1,-1 0,-2 0,-1 0,-1-1,-2 0,1 17,-1 1,0-1,0 0,-2 1,1-1,-2 1,1 0,-6-10,8 19,0 0,-1 0,1 1,-1-1,0 0,0 1,0-1,0 1,0-1,0 1,-1 0,1 0,-1 0,1 1,-1-1,0 0,0 1,0 0,0 0,0 0,0 0,0 0,0 0,0 1,0-1,0 1,0 0,-1 0,1 0,0 1,0-1,0 1,0 0,0 0,0 0,-3 1,-4 4,1 0,-1 0,2 1,-1 0,1 1,0-1,0 2,1-1,0 1,1 0,0 1,0-1,1 1,0 0,1 1,0-1,1 1,0 0,0 0,1 0,1 0,0 0,0 0,1 0,1 0,0 1,0-1,1 0,2 4,-1 0,2 0,0-1,1 1,1-1,0 0,0 0,2-1,-1 0,2-1,0 0,0 0,1-1,0 0,1-1,12 7,5 3,1-2,1-1,0-1,1-2,1-1,17 4,38 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4:02.83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11 1178,'-1'-5,"1"1,0-1,0 1,1-1,-1 1,1-1,0 1,0-1,1 1,-1 0,1 0,0-1,0 1,0 1,1-1,-1 0,1 0,0-1,6-11,0 0,1 0,0 1,1 1,1 0,0 0,1 1,1 1,0 0,0 0,1 2,1 0,1 0,-14 9,-1 0,1 0,-1 0,1 1,0-1,-1 1,1 0,0-1,-1 1,1 1,0-1,0 0,-1 1,1-1,-1 1,1 0,0-1,-1 2,0-1,1 0,-1 0,1 1,-1-1,0 1,0 0,0-1,0 1,0 0,-1 0,1 0,0 1,-1-1,1 0,32 86,-21 23,-13-107,0 0,0-1,-1 1,1 0,-1-1,0 1,0 0,0-1,-1 0,1 1,-1-1,0 0,0 0,0 0,0 0,0 0,-1 0,0 0,1-1,-1 1,0-1,0 0,0 0,0 0,-1 0,1-1,0 1,-3 0,5-2,-1 1,0 0,1-1,-1 1,1-1,-1 0,0 0,1 1,-1-1,0 0,1 0,-1 0,0-1,1 1,-1 0,1-1,-1 1,0-1,1 1,-1-1,1 0,-1 0,1 0,0 1,-1-1,1-1,0 1,0 0,0 0,-1 0,1-1,0 1,1 0,-1-1,0 1,0-1,1 1,-1-1,0 1,1-1,0 0,-1 1,1-1,0 0,0 1,0-1,0 1,0-1,1-1,2-14,1 1,1-1,1 1,0 0,1 0,0 1,2 0,0 0,0 1,1 1,5-5,-12 14,67-92,-37 57,-2-1,-2-1,-1-2,-3 0,-1-2,-3-1,-1 0,-3-2,-1 0,2-19,-9-79,-19 114,2 43,-5 101,12-85,-1 120,7 1,21 130,-24-266,0 10,1 1,1-1,0 0,2 0,1 0,1-1,0 0,6 8,-13-26,1 0,-1-1,1 1,0-1,0 1,0-1,0 0,0 0,0 0,0 0,1 0,-1 0,1 0,0-1,-1 1,1-1,0 0,0 0,0 0,0 0,0-1,0 1,0-1,0 0,0 1,1-1,16-6</inkml:trace>
  <inkml:trace contextRef="#ctx0" brushRef="#br0" timeOffset="262.344">202 509,'-14'-5,"-2"1,8 4,20 6,26 7,33 3,31 4,29 5,18 4,2 3,-8 3,-29-4</inkml:trace>
  <inkml:trace contextRef="#ctx0" brushRef="#br0" timeOffset="1122.158">1254 891,'-19'0,"1"1,-1 1,1 1,0 0,-1 2,2 0,-1 1,-8 4,18-7,0 1,1 0,0 0,0 0,0 1,1 0,-1 0,1 1,0 0,1 0,-1 0,1 1,1 0,-1-1,1 2,0-1,1 0,-1 1,-1 7,4-12,1-1,-1 0,1 0,-1 0,1 1,0-1,0 0,0 1,0-1,0 0,0 0,1 1,-1-1,1 0,-1 0,1 0,0 1,0-1,0 0,0 0,0 0,1-1,-1 1,0 0,1 0,0-1,-1 1,1-1,0 1,0-1,0 0,0 1,0-1,0 0,0-1,0 1,0 0,0 0,1-1,-1 1,0-1,1 0,8 0,1-1,-1 0,0-1,1 0,-1-1,0 0,0 0,0-2,-1 1,1-1,-1-1,0 0,-1 0,1-1,-1 0,-1 0,1-1,-1-1,-1 1,0-1,0-1,4-6,-5 8,-1-1,0 0,0 0,-1 0,0 0,0-1,-1 1,-1-1,0 0,0 0,-1 0,1-9,-3 20,1-1,0 0,0 1,0-1,-1 0,1 1,0-1,0 1,-1-1,1 0,0 0,-1 1,1-1,0 0,-1 0,1 1,0-1,-1 0,1 0,-1 0,1 1,-1-1,1 0,0 0,-1 0,1 0,-1 0,1 0,-1 0,1 0,0 0,-1 0,1 0,-1 0,1-1,-1 1,1 0,0 0,-1 0,1-1,-1 1,1 0,0 0,-1-1,1 1,0 0,0-1,-1 1,1 0,0-1,-1 1,-4 13,1 0,0 0,1 0,0 1,1 0,1-1,0 1,1 0,0 0,1-1,0 1,4 11,-5-21,1 0,1 1,-1-1,1 0,-1 0,1 1,0-1,1-1,-1 1,1 0,0-1,-1 1,2-1,-1 0,0 0,1 0,-1 0,1 0,0-1,0 0,0 0,0 0,0 0,0-1,1 1,-1-1,0 0,1-1,-1 1,1-1,-1 1,1-2,-1 1,1 0,-1-1,2 0,8-6,-1 0,0 0,0-2,-1 0,0 0,0-1,-1 0,0-1,-1-1,-1 1,0-2,0 1,-1-1,0 0,-2-1,1 0,2-11,21-43,-3-1,-3-2,-3 0,-4-2,-2 0,-4 0,-3-3,-7 63,1 4,-1 0,0 0,-1 1,0-1,0 0,-1 0,0 0,0 1,-1-1,0 0,-1 1,0-1,3 9,-1-1,1 1,-1-1,1 1,0 0,-1-1,1 1,-1 0,1-1,-1 1,1 0,-1-1,1 1,-1 0,1 0,-1 0,1 0,-1-1,0 1,1 0,-1 0,1 0,-1 0,1 0,-1 0,0 0,1 1,-1-1,1 0,-1 0,1 0,-1 1,1-1,-1 0,1 0,-1 1,1-1,-1 0,1 1,-1-1,1 1,0-1,-1 1,1-1,0 0,-1 1,1-1,0 1,0-1,-1 1,1 0,0-1,0 1,0-1,0 1,0-1,0 1,-8 18,1 1,0 0,2 0,0 0,2 0,0 1,1-1,1 19,0-24,-4 51,3 0,2 1,4-1,2 0,5 8,-11-72,1 3,-1 1,2-1,-1 0,0 0,1 0,0 0,0 0,0 0,1 0,0 0,0-1,0 1,0-1,4 4,-5-8,0 0,0 1,0-1,0 0,0 0,-1 0,1 0,0 0,0 0,0-1,0 1,0 0,-1-1,1 0,0 1,0-1,-1 0,1 0,-1 0,1 0,-1 0,1 0,-1-1,1 1,-1 0,0-1,0 1,0-1,0 1,0-1,0 0,0 1,0-1,0-1,4-4,1-1,-2 2,0 0,0 1,1-1,0 1,0 0,0 0,0 0,1 1,0-1,0 2,0-1,0 0,1 1,-1 1,1-1,3 0,-8 3,0 0,0 0,0 0,0 1,1-1,-1 1,0 0,0-1,0 1,0 0,-1 0,1 0,0 0,0 1,-1-1,1 0,0 1,-1-1,1 1,-1-1,0 1,0 0,1 0,-1 0,0-1,-1 1,1 0,0 0,0 0,-1 2,9 65,-9-62,-1 1,1-1,-2 0,1 0,-1 0,0 0,0 0,-1 0,0 0,0-1,-1 1,0-1,0 0,0 0,-1 0,0-1,0 0,0 0,-1 0,0 0,0-1,0 0,0 0,-1-1,1 1,-1-2,0 1,0-1,0 0,-5 1,10-3,0-1,-1 1,1-1,0 0,0 0,0 0,0 0,0 0,0 0,0 0,0-1,0 1,1-1,-1 1,0-1,1 0,-1 0,1 0,0 0,0 0,0 0,0 0,0 0,0 0,0 0,1 0,-1-1,1 1,-1 0,1 0,0-1,0 1,0 0,0-1,1 1,-1 0,0-1,1 1,0 0,-1 0,1 0,0 0,0 0,0 0,1 0,-1 0,0 0,1 0,-1 0,3-1,7-11,1 1,1 0,0 1,0 1,2 0,-1 0,1 1,1 1,-1 1,2 0,-1 1,1 1,0 0,0 2,1 0,12-1,-26 4,64-6,-67 7,1 0,0 1,-1-1,1 0,-1 1,1-1,0 1,-1-1,1 1,-1 0,0-1,1 1,-1 0,1 0,-1 0,0 0,0 1,0-1,0 0,0 0,0 1,0-1,0 0,0 1,0-1,-1 1,1-1,-1 1,1 0,-1-1,0 1,1-1,-1 1,0 0,0-1,0 1,0 0,-1 0,-18 88,14-79,2 1,-1 0,2 0,-1 0,2 0,0 1,0-1,1 12,2-20,-1 0,0-1,1 1,0 0,0 0,0-1,0 1,0-1,1 0,0 1,0-1,0-1,0 1,0 0,0-1,1 1,-1-1,1 0,-1 0,1 0,0-1,0 1,0-1,0 0,0 0,0-1,0 1,0-1,1 0,-1 0,0 0,0 0,0-1,0 0,4-1,23-4</inkml:trace>
  <inkml:trace contextRef="#ctx0" brushRef="#br0" timeOffset="1383.266">2155 372,'-5'17,"2"11,7 11,3-1</inkml:trace>
  <inkml:trace contextRef="#ctx0" brushRef="#br0" timeOffset="1749.989">2483 905,'64'-111,"-27"51,-2-2,-4-2,10-32,-32 76,-1 0,-2-1,0 0,-1-1,-1 0,-1 1,-1-1,-1 0,0 0,-2 0,-3-20,3 38,0 0,0 0,0 1,0-1,-1 0,0 1,1 0,-1-1,0 1,-1 0,1 0,0 0,-1 0,0 0,1 1,-1-1,0 1,-1 0,1 0,0 0,-1 0,1 0,-1 1,1 0,-1-1,0 1,1 1,-1-1,0 0,0 1,0 0,1 0,-1 0,0 0,0 1,0 0,1-1,-1 1,0 1,1-1,-1 0,1 1,-4 2,-2 2,0 0,0 1,1 0,0 1,0 0,1 0,0 1,0 0,1 0,0 0,1 1,0 0,1 0,0 0,-2 8,-2 8,1 1,1-1,2 1,0 1,1 22,3-16,2-1,1 0,1 0,2 0,1 0,2-1,1 0,1-1,2 0,1-1,1-1,2 0,16 21,-31-45,0 0,1-1,0 1,0-1,1 1,-1-1,1 0,0-1,0 1,0-1,0 1,0-1,1 0,0-1,-1 1,1-1,0 0,0 0,1-1,-1 1,0-1,0 0,1 0,-1-1,1 0,-1 0,0 0,1-1,-1 1,0-1,1 0,-1-1,0 0,0 1,2-3,6-8,0 0,-1-1,-1 0,0-1,-1-1,-1 0,0 0,-1-1,-1 0,0 0,-1 0,-1-1,0 0,-1 0,0-13,-4-31,0 60,0 0,0-1,0 1,0 0,-1 0,1 0,0 0,-1 0,1 0,-1 0,1 0,-1 0,0 0,1 0,-1 0,0 0,0 0,1 1,-1-1,0 0,0 1,0-1,0 0,0 1,0-1,0 1,0-1,0 1,-1 0,1 0,0-1,0 1,0 0,0 0,0 0,-1 0,1 0,0 0,0 1,0-1,0 0,0 0,0 1,0-1,-1 1,1-1,0 1,0-1,0 1,-4 3,0 0,0 0,0 0,0 0,1 1,0 0,0 0,0 0,0 0,1 1,0-1,0 1,0 0,1 0,0 0,0 0,1 0,0 0,0 1,0-1,0 0,1 1,0-1,1 0,-1 1,1-1,1 0,-1 1,1-1,0 0,0 0,1 0,0 1,4 2,-1 0,2 0,-1 0,1-1,0 0,1 0,0-1,2 1,31 21</inkml:trace>
  <inkml:trace contextRef="#ctx0" brushRef="#br0" timeOffset="2243.215">3479 713,'-25'-7,"0"2,0 1,-1 0,1 2,-1 1,0 1,1 1,-1 2,0 0,-14 5,36-8,1 1,-1-1,0 1,0 0,1 0,-1 0,0 1,1 0,0-1,-1 1,1 0,0 1,0-1,0 0,0 1,0 0,1-1,-1 1,1 1,-1-1,1 0,0 0,1 1,-1-1,0 1,1-1,0 1,0 0,0 0,0-1,1 1,0 0,-1 0,1 0,1 0,-1-1,1 4,4 1,1 1,1-1,0 0,0-1,0 0,1 0,0 0,0-1,1 0,0-1,0 1,0-2,0 0,5 2,36 21,-49-27,0 0,1 1,-1-1,0 0,0 1,0-1,0 1,0 0,1-1,-1 1,0 0,-1 0,1-1,0 1,0 0,0 0,0 0,-1 0,1 0,0 0,-1 1,1-1,-1 0,1 0,-1 0,0 0,1 1,-1-1,0 0,0 0,0 1,0-1,0 0,0 0,0 1,0-1,-1 0,1 0,0 1,-1-1,1 0,-1 0,1 0,-1 0,0 0,1 0,-1 0,0 0,0 0,0 0,0 0,0 0,0 0,0-1,0 1,0 0,0-1,-1 1,-58 29,51-26,-1 0,0 0,1 1,0 0,0 1,0 0,1 1,-3 2,11-8,-1 0,1 0,-1 1,1-1,-1 0,1 0,0 0,0 1,0-1,0 0,0 1,0-1,0 0,0 0,0 1,1-1,-1 0,0 0,1 0,-1 1,1-1,-1 0,1 0,0 0,-1 0,1 0,0 0,0 0,0 0,0 0,0-1,0 1,0 0,0 0,0-1,0 1,0-1,0 1,1-1,-1 0,0 1,0-1,1 0,-1 0,0 0,0 1,1-1,0-1,3 4,52 20,-41-18,0 1,0 1,0 0,-1 1,0 0,0 1,-1 1,0 0,-1 1,0 1,-1 0,0 1,1 2,-10-11,-1 0,0 1,0-1,0 1,0 0,-1 0,0 0,0 0,0-1,0 1,-1 1,0-1,0 0,0 0,-1 0,0 0,0-1,0 1,0 0,-1 0,0 0,0-1,0 1,0-1,-1 0,0 1,0-1,0 0,0-1,-1 1,1 0,-1-1,0 0,0 0,0 0,-2 0,-4 5,0-2,0 1,-1-2,0 1,0-1,0-1,-1 0,1 0,-1-2,0 1,-3-1,14-2,0 0,0 1,0-1,0 0,0 0,0-1,0 1,0 0,1 0,-1 0,0-1,0 1,0 0,0-1,0 1,1-1,-1 1,0-1,0 1,1-1,-1 1,0-1,1 0,-1 1,1-1,-1 0,1 0,-1 1,1-1,-1 0,1 0,0 0,-1 0,1 1,0-1,0-1,-1-15</inkml:trace>
  <inkml:trace contextRef="#ctx0" brushRef="#br0" timeOffset="2673.584">3780 331,'0'-18,"0"-55,-3 1,-8-49,-6 74,9 56,-19 112,23-83,-15 113,6 1,7 37,19-5,-11-170,1 1,0-1,1 0,1-1,0 1,1-1,1 0,0-1,0 1,1-1,7 7,-11-15,0 0,1 0,-1 0,1 0,0-1,0 1,1-1,-1-1,1 1,-1-1,1 0,0 0,0-1,-1 1,1-1,0-1,0 1,1-1,-1 0,0 0,0-1,0 0,0 0,-1 0,1-1,0 0,0 0,-1 0,1-1,-1 0,0 0,0 0,0-1,0 1,0-1,-1 0,3-4,6-5,-1-1,-1 0,0-1,-1 0,-1 0,0-1,-1-1,-1 1,-1-1,0-1,-1 1,-1-1,0 0,0-13,-6-28,2 58,0 0,0 0,0 0,-1 0,1 0,0 0,0 0,-1 0,1 0,0 0,-1 0,1 0,-1 0,0 0,1 0,-1 0,1 1,-1-1,0 0,0 0,0 1,1-1,-1 0,0 1,0-1,0 1,0-1,0 1,0 0,0-1,0 1,0 0,0 0,0 0,0-1,0 1,0 0,0 1,-1-1,1 0,0 0,0 0,0 0,0 1,0-1,0 1,0-1,0 1,0-1,1 1,-7 4,1 1,0 1,1-1,-1 1,1 0,1 0,-1 0,1 1,0 0,1 0,0 0,0 0,1 0,0 0,1 1,-1-1,1 1,1-1,0 6,0 0,1 1,1-1,0 1,1-1,1 0,0 0,0 0,2 0,0-1,0 0,1 0,1-1,0 0,1 0,0-1,0 0,1 0,1-1,0 0,0-1,1-1,0 0,1 0,0-1,0-1,1 1,36 14</inkml:trace>
  <inkml:trace contextRef="#ctx0" brushRef="#br0" timeOffset="2856.665">3603 359,'16'-2,"22"-2,27 1,29 3,26 6,13 4,3 1,-22-2</inkml:trace>
  <inkml:trace contextRef="#ctx0" brushRef="#br0" timeOffset="6174.644">271 2325,'-13'-4,"-1"-1,0 2,0 0,0 0,0 2,0 0,0 0,0 1,-6 1,14 0,0-1,0 1,0 0,0 1,0 0,0 0,1 0,-1 0,1 1,-1 0,1 0,0 0,0 1,1 0,-1 0,1 0,-1 0,1 1,1 0,-1-1,1 2,-3 4,4-8,1 1,0 0,0 0,0-1,1 1,-1 0,1 0,-1 0,1 0,0 0,0-1,0 1,0 0,1 0,-1 0,1 0,0 0,0-1,0 1,0 0,0-1,0 1,1-1,0 1,-1-1,1 1,0-1,0 0,0 0,0 0,0 0,1-1,-1 1,1 0,-1-1,1 0,-1 1,1-1,0 0,0-1,0 1,8 3,1 0,-1-1,1-1,0 0,0 0,0-1,-1-1,1 0,0 0,0-1,0-1,0 0,-1-1,1 0,-1-1,0 0,0 0,0-1,0-1,-1 0,0-1,0 1,-1-2,0 1,0-2,-1 1,0-1,0 0,3-6,0-9,0-1,-2 0,-1 0,0-1,-2 0,-2-1,0 1,-1-1,-2 0,-1 1,-3-27,3 38,0-1,-2 0,0 1,0-1,-2 1,0-1,-1 1,0 1,-4-7,9 20,-1-1,1 0,-1 1,0-1,1 0,-1 1,0-1,0 1,0-1,0 1,-1 0,1 0,0-1,0 1,-1 0,1 0,-1 0,1 0,-1 0,1 1,-1-1,0 0,1 1,-1-1,0 1,0 0,1-1,-1 1,0 0,0 0,1 0,-1 0,0 1,0-1,1 0,-1 1,0-1,1 1,-1 0,0-1,1 1,-1 0,1 0,-1 0,-6 9,1 0,0 0,1 1,0-1,0 2,1-1,1 0,0 1,0 0,1 0,1 0,0 0,1 0,0 1,1 2,-2 7,1 1,1-1,1 0,1 0,1 0,1 0,0-1,2 1,5 10,-7-20,1 0,1-1,0 1,1-1,0-1,0 1,1-1,1 0,0-1,0 0,0 0,1-1,1-1,-1 1,1-2,1 1,-1-1,-2-2,-1 0,1-1,0 1,0-2,0 1,0-1,1 0,-1-1,1 0,-1-1,0 0,1-1,-1 1,1-2,-1 1,0-1,0-1,0 0,0 0,0-1,-1 0,1 0,-1-1,0 0,0 0,-1-1,0 0,0-1,0 1,-1-1,0 0,2-3,-4 4,0 1,-1-1,1 0,-1 1,0-1,0-1,-1 1,0 0,0-1,0 1,-1-1,0 0,-1 1,1-1,-1 0,0 1,-1-1,0 0,0 1,0-1,-1 1,0-1,0 1,0-1,-1 1,0 0,0 0,-1 1,-2-4,4 8,-1-1,1 1,-1 0,0-1,1 1,-1 0,0 0,0 1,1-1,-1 1,0-1,0 1,0 0,0 0,0 0,0 1,0-1,0 1,1-1,-1 1,0 0,0 0,1 0,-1 0,0 1,1-1,-1 1,1 0,0 0,0-1,-1 1,1 1,1-1,-1 0,0 0,0 1,1-1,-1 1,1-1,0 1,0 0,0 0,0-1,0 1,1 0,-1 0,1 0,0 0,0 0,0 0,0 0,-1 5,1 1,0-1,0 0,0 0,1 1,1-1,0 0,0 0,0 0,1 0,0 0,0-1,1 1,0-1,1 0,-1 0,1-1,1 1,-1-1,1 0,0-1,0 1,2 0,13 10,0-1,1-1,1-1,0 0,1-2,17 5,40 13</inkml:trace>
  <inkml:trace contextRef="#ctx0" brushRef="#br0" timeOffset="8537.092">2141 2557,'6'-38,"-1"-1,-2 1,-3-39,0 75,-1 0,1 0,0 0,-1 0,0 0,1 1,-1-1,0 0,0 0,0 0,0 1,-1-1,1 0,0 1,-1-1,1 1,-1 0,1-1,-1 1,0 0,0 0,1 0,-1 0,0 0,0 0,0 1,0-1,0 1,0-1,0 1,0 0,0 0,0 0,-1 0,-71 10,67-7,0 0,0 1,0-1,1 1,0 1,0-1,0 1,1 0,-1 0,1 1,0 0,1 0,-1 0,1 0,0 1,1-1,0 1,0 0,0 0,1 0,0 1,-1 4,3-11,0 1,0 0,0 0,0 0,0 0,1 0,-1 0,0 0,1-1,0 1,-1 0,1 0,0-1,0 1,0 0,0-1,0 1,0-1,0 1,1-1,-1 1,1-1,-1 0,1 0,-1 0,1 0,-1 0,1 0,0 0,0-1,-1 1,1 0,0-1,0 0,0 1,0-1,0 0,0 0,75-7,-69 3,0 1,0-1,0 0,-1-1,0 0,0 0,0 0,0-1,-1 0,0-1,0 1,-1-1,0 0,0 0,0-1,-1 1,0-1,-1 0,0 0,0-1,7-22,-2 1,-1-1,-1-1,1-28,1-208,-8 265,1-1,-1-1,0 1,0 0,0-1,0 1,-1 0,1-1,-1 1,-1 0,1 0,0 0,-1 0,0 0,0 0,0 0,0 0,-1 1,0-1,1 1,-1 0,-2-1,3 4,0 0,0 0,0 0,0 0,-1 1,1-1,0 1,0 0,0-1,0 1,0 0,0 0,0 0,0 1,1-1,-1 0,0 1,1-1,-1 1,1-1,-1 1,1 0,0 0,0 0,0 0,0-1,0 1,0 1,0-1,-9 19,2-1,0 1,1 1,1-1,1 1,1 0,1 1,1-1,1 0,0 1,2-1,4 21,-3-19,1 1,1-1,1 0,1 0,1-1,1 0,1 0,1-1,2 0,0-1,1 0,1-1,0 0,2-1,0-1,1 0,1-2,1 0,0 0,1-2,1-1,-16-10,-1 0,1 0,-1-1,1 0,0 0,0 0,-1-1,1 1,1-1,-1 0,0-1,0 1,0-1,0 0,0 0,1-1,-1 0,0 0,0 0,0 0,0-1,0 1,-1-1,1-1,0 1,-1-1,0 0,1 1,-1-2,0 1,-1-1,1 1,-1-1,1 0,-1 0,0 0,1-3,3-13,-1-2,-1 1,-1-1,-1 0,0 1,-2-1,-1 0,0-1,-4-19,3 36,1-4,0 3,0 0,0 1,0-1,-1 0,0 1,-1-1,0 1,0-1,0 1,0 0,-1 0,-3-4,5 9,0 1,0-1,0 1,-1 0,1 0,0-1,-1 1,1 0,0 0,0 1,-1-1,1 0,0 0,-1 0,1 1,0-1,0 1,0-1,-1 1,1-1,0 1,0 0,0 0,0-1,0 1,0 0,0 0,1 0,-1 0,0 0,0 0,1 0,-1 1,0-1,1 0,-1 0,1 0,0 1,-1-1,1 0,0 0,0 1,0-1,0 0,-4 8,1 0,1-1,-1 1,2 0,-1 0,1 1,0-1,1 0,0 0,1 0,0 1,0-1,1 0,0 0,0-1,1 1,0 0,1-1,0 1,0-1,1 0,0-1,1 1,-1-1,1 0,1 0,-1-1,1 0,0 0,1 0,-1-1,1 0,0-1,0 0,1 0,-1-1,9 3,-4-3,0-1,0 0,0-1,0 0,0-1,0 0,0-1,0-1,0 0,0-1,0 0,-1-1,1 0,-1-1,0-1,0 0,-1 0,0-1,0 0,0-1,-1-1,-1 0,1 0,-1 0,-1-1,0-1,0 1,4-9,9-15,-2-1,-1-2,-2 1,-1-2,-2 0,3-19,-10 28,-7 20,-7 21,-6 26,2 0,2 0,2 1,1 1,-1 29,3 8,4 1,3-1,4 0,2 0,5-1,2 0,4-1,3-1,13 25,35 106,-69-203,0 0,0 0,-1 0,1 0,0 0,-1 0,1 0,-1 0,0 1,0-1,0 0,0 0,0 0,0 0,0 0,-1 0,1 0,-1 0,1 0,-1 0,0 0,-1 2,0-5,0 0,0 0,0 0,0 0,0 0,0 0,0 0,0 0,0-1,1 1,-1-1,0 1,1-1,-1 0,1 0,0 0,0 1,-1-1,1-2,-1 2,-15-29,1 0,1-2,2 1,1-2,2 0,1 0,1-1,3 1,0-2,2 1,2-11,1-9,2 0,2 0,3 0,2 1,2 0,3 1,2 0,3 1,1 1,3 1,2 1,15-19,-37 63,1-2,0 0,0 0,1 0,0 1,0-1,0 1,1 0,0 1,6-5,-11 10,0-1,0 1,0-1,0 1,0 0,1 0,-1 0,0-1,0 1,0 0,0 0,0 0,0 1,0-1,1 0,-1 0,0 1,0-1,0 0,0 1,0-1,0 1,0-1,0 1,0 0,0-1,-1 1,1 0,0 0,0 0,-1 0,1-1,0 1,-1 0,1 0,-1 0,1 0,-1 0,0 1,1-1,-1 0,0 0,0 0,1 0,28 131,-25-103,14 135,-17-162,0 0,-1-1,1 1,-1 0,0 0,0 0,1 0,-1 0,0 0,-1 0,1 0,0 0,0-1,-1 1,1 0,-1 0,0 0,1 0,-1-1,0 1,0 0,0-1,0 1,-1-1,1 1,0-1,-1 1,1-1,-1 0,1 0,-1 0,1 0,-1 0,0 0,0 0,1 0,-1-1,0 1,0-1,0 1,0-1,0 0,0 0,0 0,1 0,-1 0,0 0,0 0,0-1,-3 0,0-1,0 0,0 0,1-1,-1 1,1-1,0 0,0 0,0 0,0-1,1 0,-1 1,1-1,0 0,0-1,0 1,0 0,1-1,0 0,0 1,0-1,1 0,-1 0,1 0,0 0,1 0,-1 0,1-1,0 1,0 0,1 0,-1 0,1 0,0 0,1 0,-1 0,1 0,0 0,0 1,1-1,-1 1,2-2,12-8,0 0,1 1,0 1,1 1,0 0,14-5,15-10,-19 11,-1-2,-1-1,-1-1,-1-1,0-1,-2-1,0-1,-2-1,0-1,1-5,-2-1,-1 0,-2-1,-1-1,-2 0,-1-1,-2-1,-1 0,-1 0,1-24,-9 57,1 1,0-1,0 0,-1 0,1 0,-1-1,0 1,0 0,1 0,-1 0,0 0,-1 0,1 0,0 0,-1 0,1 0,-1 0,0 0,1 0,-1 0,0 0,0 0,0 1,-1-1,1 0,0 1,-1-1,1 1,-1-1,1 1,-1 0,0-1,1 1,-1 0,0 0,0 0,0 0,0 1,0-1,0 1,0-1,0 1,0-1,0 1,0 0,0 0,-7 5,0 0,0 0,1 1,0 0,0 0,0 1,1 0,0 0,0 1,1 0,0 0,1 0,-1 1,1 0,1 0,0 0,0 1,1 0,-8 20,1 0,2 1,1 0,1 0,2 1,1-1,1 1,2 0,1 0,2-1,1 1,1-1,2 0,1 0,4 7,-8-25,0 0,1 0,0 0,1-1,1 0,0 0,0 0,1-1,1 0,0-1,0 0,1 0,0-1,1 0,0-1,0 0,1-1,0 0,0-1,1 0,-1-1,1 0,1-1,-1-1,0 0,1-1,4 0,-10-2,1 0,0-1,-1 0,1-1,-1 0,1-1,-1 1,0-1,0-1,0 0,-1 0,1 0,-1-1,0 0,0 0,-1-1,0 0,0 0,0-1,0 0,-1 1,0-2,-1 1,0-1,0 1,0-1,-1 0,0 0,-1-1,0 1,0-1,-1 1,0-1,0 1,-1-1,0 0,-1-7,0 10,0 1,-1-1,1 1,-1 0,0 0,0-1,-1 1,1 1,-1-1,0 0,-1 1,1-1,-1 1,0 0,0 0,0 0,0 1,-1 0,1-1,-1 2,0-1,0 0,0 1,0 0,0 0,-1 1,1-1,-1 1,1 0,-1 1,1-1,-1 1,0 0,1 1,-1-1,1 1,-1 0,1 0,0 1,-1 0,1 0,0 0,0 0,-3 3,4-2,1 0,0 0,0 1,0-1,0 1,1 0,-1-1,1 1,0 0,0 0,1 1,-1-1,1 0,0 1,0-1,0 0,1 1,-1-1,1 1,0-1,1 1,-1-1,1 1,0-1,0 1,0-1,0 0,1 0,1 2,0 3,2-1,-1 0,1 0,0 0,1 0,0-1,0 0,0 0,1-1,0 0,1 0,-1-1,7 4,-8-5,0 0,1-1,-1 1,0-2,1 1,0-1,0 0,0 0,0-1,0 1,0-2,0 1,0-1,0 0,0-1,1 0,-1 0,0 0,0-1,-1 0,1 0,0-1,-1 0,1 0,1-1,-8 3,0 1,1 0,-1-1,1 1,-1-1,0 1,1 0,-1-1,1 1,-1 0,1 0,-1-1,1 1,0 0,-1 0,1 0,-1 0,1 0,-1 0,1 0,0 0,-1 0,1 0,-1 0,1 0,-1 0,1 0,-1 0,1 0,0 1,-1-1,1 0,-1 0,1 1,-1-1,0 0,1 1,-1-1,1 1,-1-1,0 0,1 1,-1-1,0 1,1-1,-1 1,0-1,0 1,1-1,-1 1,0 0,9 10,-4-7,1-1,-1 1,1-1,0 0,0-1,0 0,0 0,0 0,1 0,-1-1,0 0,1-1,-1 1,1-1,-1 0,1-1,-1 0,1 0,-1 0,0-1,0 1,1-2,-1 1,0-1,-1 0,1 0,0 0,1-2,9-10,0 0,-1-1,-1 0,0-1,-1 0,-1-2,-1 1,0-1,-2-1,2-5,16-27,-14 27,61-91,-73 115,0 0,0 0,0 0,0 0,0 0,0 0,1 1,-1-1,0 0,0 0,1 1,-1-1,0 1,1 0,-1-1,1 1,-1 0,1 0,-1 0,1 0,-1 0,0 0,1 0,-1 0,1 0,-1 1,1-1,-1 1,0-1,1 1,-1 0,0-1,0 1,1 0,-1 0,0 0,0 0,0 0,0 0,37 49,-35-47,32 56,-2 2,21 55,-52-109,0-4,0-1,0 1,0 0,-1 0,1 0,-1 0,0 0,0 0,0 0,0 0,-1 1,1-1,-1 0,0 0,0 1,0-1,0 0,0 0,-1 1,1-1,-1 0,0 0,0 0,-1 0,1 0,0 0,-1 0,0 0,0 0,-1 1,-2-2,-1 0,1-1,0 0,-1 0,1 0,0-1,-1 0,1 0,-1 0,1 0,-1-1,1 0,0 0,-1-1,1 0,0 1,0-2,0 1,0-1,1 1,-1-1,1 0,0-1,-1 1,1-1,1 0,-1 0,-2-3,6 6,-1-1,1 1,0 0,-1 0,1-1,0 1,0 0,0 0,0-1,0 1,0 0,0-1,1 1,-1 0,0 0,1-1,-1 1,1 0,-1 0,1 0,-1-1,1 1,0 0,0 0,-1 0,1 0,0 0,0 1,0-1,0 0,0 0,0 1,1-1,-1 0,0 1,0-1,0 1,1-1,-1 1,0 0,0 0,1-1,0 1,23-7</inkml:trace>
  <inkml:trace contextRef="#ctx0" brushRef="#br0" timeOffset="9371.203">5228 2243,'-6'-8,"1"0,-2 0,1 1,-1 0,0 0,-1 0,1 1,-1 0,-6-3,11 8,0-1,0 1,0-1,1 1,-1 0,0 1,0-1,0 0,-1 1,1-1,0 1,0 0,0 0,0 0,0 1,0-1,0 1,0 0,0 0,0 0,0 0,0 0,0 0,0 1,1 0,-1-1,1 1,-1 0,1 0,0 0,-1 1,1-1,-2 3,1-1,-1 1,1 0,-1 0,2 1,-1-1,0 1,1-1,0 1,0 0,1-1,0 1,0 0,0 0,1 0,0 0,0 0,0 0,1 1,0-2,0 1,0 0,1 0,0 0,0-1,0 1,1-1,0 1,0-1,0 0,1 0,-1 0,1-1,1 1,-1-1,5 3,-5-4,1 0,0 0,0-1,0 0,0 0,0 0,1 0,-1-1,0 0,1 0,-1 0,1-1,-1 0,1 0,-1 0,1-1,-1 0,1 0,-1 0,0-1,1 1,-1-1,0-1,0 1,0-1,-1 1,1-2,-1 1,1 0,-1-1,0 0,0 0,-1 0,1 0,-1-1,0 1,0-1,0 0,-1 0,0 0,0 0,1-2,-1-8,2 34,-2-14,0-1,0 0,1 0,0 0,0 0,0 0,0-1,0 1,1-1,-1 0,1 0,0 0,0-1,0 1,1-1,-1 0,0 0,1 0,0-1,-1 1,1-1,0-1,-1 1,1 0,0-1,0 0,0 0,-1-1,1 1,0-1,0 0,-1 0,1-1,0 1,-1-1,0 0,1 0,-1-1,0 1,0-1,0 0,-1 0,2-1,4-10,-1 0,0-1,-1 0,-1 0,0 0,-1-1,-1 0,0 0,-1 0,-1 0,0-17,11-51,-12 82,0-1,-1 1,1 0,0-1,1 1,-1 0,0 0,1-1,-1 1,1 0,-1 0,1 1,0-1,0 0,0 1,0-1,0 1,0-1,0 1,1 0,-1 0,0 0,1 0,-1 0,1 1,-1-1,1 1,-1 0,1 0,-1-1,1 2,-1-1,3 0,85 22,-83-20,-1 0,1 0,-1 1,0 0,0 1,0-1,0 1,0 0,-1 0,0 1,0 0,0 0,0 0,-1 0,0 1,0 0,0 0,-1 0,0 0,0 0,-1 1,1-1,-1 1,-1 0,1-1,-1 5,-26 172,25-181,1 1,0-1,-1 1,1-1,0 1,0-1,0 0,1 1,-1-1,1 0,-1 0,1 0,-1 0,1 0,0-1,0 1,0 0,0-1,0 0,1 1,-1-1,0 0,1 0,-1 0,0 0,1-1,-1 1,1-1,-1 1,1-1,0 0,1 0,85-5,-68-1,-1-1,-1-1,0 0,0-2,0 0,-1-1,-1 0,0-2,0 0,-2-1,1-1,-2 0,0-1,-1 0,0-1,-2-1,0 0,-1 0,-1-1,0 0,2-10,-2-16,-10 45,0-1,-1 1,1 0,-1-1,1 1,0 0,-1 0,1 0,-1 0,1 0,0 1,-1-1,1 0,0 1,-1-1,1 1,0-1,-1 1,1 0,0-1,0 1,0 0,0 0,0 0,0 0,0 0,0 0,0 0,0 0,0 0,1 0,-1 1,0-1,1 0,-6 6,1-1,0 1,1 0,-1 0,1 1,1-1,-1 1,1 0,1 0,-1 0,1 0,1 0,0 1,0-1,0 0,1 1,1-1,-1 1,1-1,0 0,1 0,0 1,1-1,-1 0,2-1,-1 1,1 0,0-1,0 0,1 0,0 0,13 9,1-1,0-1,1 0,1-2,0 0,0-1,1-1,1-2,-1 0,1-1,1-1,17 2,41 8</inkml:trace>
  <inkml:trace contextRef="#ctx0" brushRef="#br0" timeOffset="12872.867">517 3540,'-11'1,"0"-1,1 1,-1 1,0 0,1 0,0 1,0 0,0 1,0 0,0 1,1 0,-1 0,1 1,1 0,-1 1,1 0,0 0,1 1,0 0,0 0,0 1,1 0,1 0,0 0,0 1,0-1,-1 9,4-16,1 1,0-1,0 1,0 0,0 0,0-1,1 1,-1 0,1 0,0 0,0 0,0 0,0-1,0 1,1 0,-1 0,1 0,0 0,-1-1,2 1,-1 0,0-1,0 1,1-1,-1 1,1-1,0 0,0 0,0 0,0 0,0 0,0 0,1 0,-1-1,0 1,1-1,-1 1,1-1,0 0,-1 0,4 0,0 0,0-1,0-1,0 1,0-1,0 0,0 0,0-1,-1 1,1-1,0-1,-1 1,1-1,-1 0,0 0,0 0,0-1,-1 0,4-3,70-87,-55 50,-3 0,-1-2,-3 0,-1-1,-3-1,-2 0,-1 0,-2-14,2-24,-9 86,0 0,0-1,1 1,-1 0,0-1,0 1,1 0,-1-1,0 1,0 0,0-1,0 1,0 0,0-1,0 1,0-1,1 1,-1 0,-1-1,1 1,0-1,0 1,0 0,0-1,0 1,0 0,0-1,0 1,-1-1,1 1,0 0,0-1,0 1,-1 0,1 0,0-1,0 1,-1 0,1 0,0-1,-1 1,1 0,0 0,-1 0,1-1,0 1,-1 0,1 0,-1 0,1 0,0 0,-1 0,1 0,-1 0,1 0,0 0,-1 0,1 0,0 0,-1 0,1 0,-1 0,1 0,0 1,-1-1,1 0,0 0,-1 0,1 1,-18 22,4 6,1 0,1 1,1 1,2-1,1 2,1-1,2 1,1 0,2 0,1 0,2 11,0-27,0 0,2 0,0 0,0 0,2-1,0 0,1 0,7 14,-10-23,1 1,0-1,0 0,0 0,1 0,0-1,0 0,1 0,-1 0,1 0,0-1,0 0,1 0,-1-1,1 0,0 0,0 0,0-1,0 0,3 0,-6-1,0 0,0-1,0 0,1 0,-1 0,0 0,0-1,0 1,0-1,0 0,0 0,0-1,0 1,0-1,-1 0,1 0,0 0,-1 0,0-1,1 0,-1 1,0-1,0 0,-1 0,1-1,1-2,2-3,-1-1,0 1,-1-1,0 0,-1 0,0-1,-1 1,0-1,0 1,-1-2,2-214,-3 224,-1 0,1 1,0-1,0 0,0 1,0-1,0 0,0 1,1-1,-1 0,0 1,1-1,-1 0,1 1,0-1,-1 1,1-1,0 1,0-1,0 1,0 0,0-1,1 1,-1 0,0 0,0 0,1 0,-1 0,1 0,-1 0,1 0,-1 1,1-1,0 1,-1-1,1 1,0-1,-1 1,1 0,0 0,128 39,-100-30,-12-5,-1 1,0 1,0 1,-1 0,1 1,-2 0,1 2,12 10,-24-15,0 1,0 0,0 0,-1 0,0 0,0 1,-1-1,0 1,0 0,-1 0,1 0,-1 0,-1-1,1 1,-1 0,-1 1,1-2,-1 1,0 0,-1 0,0 0,0 0,0-1,-1 2,-9 62,12-67,0-1,0 1,0-1,0 1,0 0,1-1,-1 1,1-1,0 1,0-1,0 1,0-1,0 0,0 1,1-1,-1 0,1 0,-1 0,1 0,0 0,0 0,0-1,0 1,0 0,0-1,1 0,-1 1,0-1,1 0,-1 0,1-1,-1 1,1 0,-1-1,1 0,0 1,8 0,1 0,-1 0,0-1,0 0,0-1,1 0,-1-1,0 0,0-1,-1 0,1-1,-1 0,1-1,-1 0,-1 0,1-1,-1-1,0 1,0-2,4-3,0-2,-1 0,0 0,-1-1,0-1,-1 0,-1-1,0 1,-1-2,-1 1,0-1,-1 0,1-9,-7 25,1 0,0-1,-1 0,1 1,-1-1,0 1,1-1,-1 0,0 1,0-1,0 1,0-1,0 0,-1 1,1-1,0 1,-1-1,1 0,-1 1,0-1,1 1,-1 0,0-1,0 1,0-1,0 1,0 0,0 0,0 0,0 0,-1 0,1 0,0 0,-1 0,1 0,-1 0,1 1,-1-1,1 1,-1-1,1 1,-1-1,0 1,1 0,-1 0,1 0,-1 0,0 0,1 0,-1 0,0 1,1-1,-1 1,-5 0,1 1,0 0,1 0,-1 0,0 1,0 0,1 0,0 1,0-1,0 1,0 0,0 0,1 1,0-1,0 1,0 0,0 0,1 1,0-1,0 1,0-1,1 1,0 0,0 0,0 0,1 0,0 1,0-1,1 0,0 0,0 1,0-1,0 0,1 0,0 1,1-1,-1 0,1 0,1 0,-1-1,1 1,2 3,3 2,2 0,-1-1,1-1,0 0,1 0,0-1,1 0,0-1,0-1,0 1,1-2,2 1,160 42,-98-36</inkml:trace>
  <inkml:trace contextRef="#ctx0" brushRef="#br0" timeOffset="14443.184">2237 3690,'-12'-10,"-2"0,1 1,-1 0,-1 1,1 1,-1 0,-1 1,1 1,-1 0,0 1,-9-1,21 4,-1 0,1 0,0 0,0 1,0 0,-1-1,1 2,0-1,-1 0,1 1,0 0,0 0,0 0,-1 0,1 1,1-1,-1 1,0 0,0 0,1 1,-1-1,1 1,0 0,-1 0,1 0,1 0,-1 0,0 1,1-1,0 1,-1 0,2 0,-1 0,0 0,1 0,0 0,-1 0,2 0,-1 4,0-2,2-1,-1 1,1 0,0 0,0-1,1 1,-1 0,1-1,1 1,-1-1,1 0,0 0,0 0,0 0,1-1,-1 1,1-1,0 0,1 0,-1 0,1 0,0-1,-1 0,2 0,-1 0,5 1,0 1,1 0,0-2,0 1,0-1,1-1,-1 0,1 0,-1-2,1 1,-1-1,1-1,-1 0,4-1,-9 1,-1-1,0 0,1 0,-1 0,0 0,0-1,-1 0,1 0,0 0,-1 0,0-1,0 0,0 0,0 0,-1 0,1-1,-1 1,0-1,0 0,-1 0,0 0,0 0,0 0,0-1,-1 1,0-1,0 1,0-1,-1 1,1-1,-1 1,-1-2,-1-11,2 18,0 0,-1 0,1 0,0 1,0-1,0 0,0 0,0 0,0 0,0 0,-1 1,1-1,0 0,0 0,0 0,0 0,0 0,-1 0,1 0,0 0,0 0,0 0,0 0,-1 0,1 0,0 0,0 0,0 0,0 0,-1 0,1 0,0 0,0 0,0 0,0 0,-1 0,1 0,0 0,0 0,0 0,0 0,-1 0,1-1,0 1,0 0,0 0,0 0,0 0,0 0,0 0,-1-1,1 1,-1 3,0 1,0-1,1 0,-1 1,1-1,0 1,-1-1,1 0,1 1,-1-1,1 1,-1-1,1 0,0 1,0-1,0 0,1 0,-1 0,1 0,-1 0,1 0,0 0,0 0,1-1,-1 1,1-1,-1 0,1 0,-1 1,4 0,3 3,1 0,0-1,0 0,0 0,1-1,-1-1,1 0,0 0,1-1,1 1,0-1,1 0,-1-1,0 0,1-1,-1-1,1 0,-1-1,1 0,-1-1,0-1,0 0,-1 0,1-2,-1 1,0-1,0-1,-1 0,0-1,0 0,4-5,-4 0,-1 1,0-2,-1 1,-1-1,0-1,0 1,-2-1,0 0,1-4,-3-1,-15 32,-4 23,2 1,2 1,1 0,2 1,2 1,-8 71,5 1,5 0,5-1,12 84,-11-160,0 47,-2-81,1 0,-1 1,0-1,0 0,0 1,1-1,-1 0,0 0,0 1,0-1,0 0,0 1,0-1,1 0,-1 1,0-1,0 0,0 1,0-1,0 0,0 1,0-1,0 0,-1 1,1-1,0 0,0 1,0-1,0 0,0 0,-1 1,1-1,0 0,0 1,0-1,-1 0,1 0,0 0,0 1,-1-1,1 0,0 0,0 0,-1 1,1-1,0 0,-1 0,1 0,0 0,-1 0,1 0,0 0,-1 0,1 0,0 0,-1 0,1 0,0 0,-1 0,1 0,0 0,-1 0,1 0,0 0,0-1,-1 1,1 0,-11-22,1-24,1 0,3 0,2-1,2 0,2-20,0 61,0-51,3 0,2 0,2 1,3 0,2 0,3 1,2 1,3 0,7-11,-25 61,0-2,1 0,-1 0,1 1,0-1,0 1,1 0,-1 0,1 0,0 0,1 1,-1-1,1 1,0 0,0 0,5-2,-7 6,0 0,0 0,0 0,0 1,0 0,0-1,0 1,0 0,0 0,-1 1,1-1,0 0,-1 1,1 0,-1-1,0 1,1 0,-1 0,0 1,0-1,0 0,-1 1,1-1,-1 1,1-1,0 3,-1-3,17 22,-2 0,-1 1,-1 1,-1 0,-1 1,7 26,-18-50,0 0,-1-1,1 1,-1 0,0-1,0 1,0 0,0-1,0 1,0 0,-1-1,1 1,-1 0,0-1,0 1,0-1,0 1,0-1,-1 0,1 1,-1-1,1 0,-1 0,0 0,0 0,0 0,0 0,0-1,0 1,-1-1,1 0,-1 1,1-1,-1 0,1 0,-1 0,1-1,-1 1,0-1,1 1,-3-1,-5 2,0 0,-1-1,1 0,-1 0,1-1,-1-1,0 0,1 0,0-1,-1 0,1-1,0 0,-7-3,16 5,-1 1,1-1,-1 1,1-1,0 0,-1 1,1-1,0 0,0 0,-1 0,1 0,0 0,0 0,0 0,0 0,0 0,0-1,1 1,-1 0,0-1,1 1,-1 0,1-1,-1 1,1-1,0 1,-1-1,1 1,0-1,0 1,0-1,0 1,0-1,1 1,-1-1,0 1,1-1,-1 1,1 0,-1-1,1 1,0 0,0-1,-1 1,1 0,1-1,6-6,0-1,1 1,1 1,-1 0,1 0,0 1,1 0,4-1,19-12,11-8,-1-2,-2-3,-1-1,-1-1,-2-3,-2-1,-1-1,-2-3,20-33,-16 17,-2-3,-3 0,-3-2,-3-2,-2 0,-4-1,11-59,-23 22,-8 102,0 0,0 0,-1 0,1-1,0 1,0 0,0 0,-1 0,1 0,0 0,-1 0,1 0,-1 0,1 0,-1 0,0 1,1-1,-1 0,0 0,0 0,0 1,1-1,-1 0,0 1,0-1,0 1,0-1,0 1,0-1,0 1,0 0,0 0,0-1,0 1,0 0,-1 0,1 0,0 0,0 0,0 0,0 0,0 1,0-1,0 0,0 1,0-1,0 0,0 1,0 0,0-1,0 1,0-1,0 1,1 0,-1 0,0-1,0 1,1 0,-1 0,0 0,1 0,-1 0,1 0,-1 0,1 0,0 0,-1 0,1 0,0 0,0 0,-12 20,2 0,0 0,1 1,2 1,0-1,1 1,1 0,1 0,2 1,0-1,1 6,2 54,4 0,3 0,4 0,4-1,3-1,4-1,12 26,60 138,-73-206,-22-38,0 0,0 0,0-1,1 1,-1 0,0-1,1 1,-1 0,0 0,0-1,1 1,-1 0,0 0,1 0,-1 0,0-1,1 1,-1 0,1 0,-1 0,0 0,1 0,-1 0,0 0,1 0,-1 0,1 0,-1 0,0 0,1 0,-1 0,0 1,1-1,-1 0,0 0,1 0,-1 0,1 1,-14-42,0 1,-3 0,-1 1,-18-28,28 53,-36-65,-3 2,-4 2,-22-23,46 54,39 41,156 48,-42-16,2-6,1-5,0-6,13-6,-116-6,-49-2,1 1,-1 2,0 0,1 1,0 1,-1 1,1 0,1 2,-1 1,1 0,0 2,0 0,1 1,14-7,0 1,-1-1,2 1,-1 0,0 0,1 1,0-1,0 1,0 0,0 0,1 1,0-1,0 1,1-1,-1 1,1 0,0 0,1 0,0 0,0 0,0 0,0 1,1-1,0 0,1 0,-1 1,1-1,0 0,1 0,-1 0,1 0,0 0,1-1,-1 1,2 0,1 1,1 0,1 0,-1-1,1 1,0-2,1 1,-1-1,1 0,0 0,0-1,1 0,-1-1,1 0,0 0,0-1,0 0,0-1,0 1,0-2,0 1,1-2,-1 1,0-1,0 0,0-1,0 0,0-1,0 1,-1-2,1 1,-1-1,0-1,0 1,0-1,0-1,5-5,-7 4,0 0,0 0,-1-1,0 1,0-1,-1-1,0 1,0-1,-1 1,0-1,0-4,-5 7,-3 18,5-6,0 0,0 0,1 0,0 0,0 0,1-1,-1 1,1 0,0-1,1 1,-1-1,1 1,0-1,1 0,-1 0,1-1,0 1,0-1,0 0,1 0,0 0,-1-1,1 1,1-1,-1 0,0-1,1 1,-1-1,1 0,5 1,36 13,0-2,1-1,0-3,1-3,37 2,-83-8,126 11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0T14:34:13.85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0 669,'22'-34,"-3"-1,0-1,-3 0,0-2,-3 1,-1-2,-2 1,-2-2,1-16,9-40,-17 95,0 1,0-1,0 1,0-1,0 1,0-1,0 1,0 0,0-1,0 1,0 0,0 0,0 0,0 0,0 0,0 0,0 0,1 0,-1 0,0 0,0 0,0 1,0-1,0 1,0-1,0 1,0-1,0 1,0-1,-1 1,1 0,0-1,0 1,0 0,-1 0,1 0,0 0,-1 0,4 2,161 126,-162-127,-1 0,1 0,-1 0,1 0,-1 0,0 0,0 0,0 1,0-1,0 1,-1 0,1 0,-1-1,1 1,-1 0,0 0,0 0,-1 0,1 0,-1 0,1 1,-1-1,0 0,0 0,0 0,-1 0,1 0,-1 0,1 1,-1-1,0 0,0-1,-1 1,1 0,-1 0,1 0,-1-1,0 1,0-1,0 1,-6 3,-1 0,0 0,0-1,0 0,-1 0,0-1,1-1,-2 1,1-2,0 1,0-1,-1-1,1 0,-10 0,17-1,1 1,-1-1,1 1,-1-1,1 0,-1 0,0 0,1-1,-1 1,1-1,-1 1,1-1,-1 0,1 0,0 0,-1 0,1 0,0 0,0-1,0 1,0-1,0 0,0 1,0-1,0 0,1 0,-1 0,1 0,-1 0,1-1,0 1,0 0,0-1,0 1,0-1,1 1,-1-1,1 1,-1-1,1 1,0-1,0-2,5-7,1 1,0-1,0 1,1 1,1-1,0 1,0 0,1 1,0 0,0 0,1 1,1 0,-1 1,8-4,23-18,0 2,2 2,35-15,-77 39,0 0,1 0,-1 0,0 0,0 0,1 1,-1-1,0 0,1 1,-1-1,1 1,-1-1,1 1,-1 0,1 0,-1-1,1 1,-1 0,1 0,-1 0,1 1,-1-1,1 0,-1 1,1-1,-1 1,1-1,-1 1,0 0,1-1,-1 1,0 0,0 0,1 0,-1 0,0 0,0 0,0 0,0 0,0 1,0-1,-1 0,1 1,0-1,-1 0,1 1,-1-1,1 2,-4 144,0 14,11 68,-1-87,-6 1,-7 9,5-131,-1 0,0 0,-2 0,-1 0,0 0,-1-1,-2 0,-6 13,-13 2,26-35,1 1,-1 0,0-1,1 1,-1-1,0 1,0-1,1 1,-1-1,0 1,0-1,0 0,0 1,0-1,0 0,1 0,-1 0,0 0,0 0,0 0,0 0,0 0,0 0,0 0,0-1,0 1,1 0,-1 0,0-1,0 1,0-1,0 1,1-1,-1 1,0-1,0 1,1-1,-1 0,1 1,-1-1,0 0,1 0,-1 0,-3-9,0 0,1 0,0 0,0-1,1 1,1-1,0 1,0-1,1 1,0-1,1 0,0-2,0 7,9-99,5 1,5 1,30-91,-24 91,68-272,-91 363,-3 8,0-1,1 1,-1-1,1 1,0-1,0 1,1 0,-1 0,1 0,0 0,0 0,0 0,1 0,-1 0,1 1,0-1,0 1,0 0,0 0,1 0,-1 0,1 1,0-1,-1 1,1 0,0 0,1 1,2-2,7 6,-1 1,-1 0,1 1,-1 1,0 0,0 0,0 1,-1 1,0 0,0 0,-1 1,-1 1,1-1,2 2,1 1,-2-1,0 2,0 0,-1 0,-1 1,0 0,5 12,-13-24,0 0,0 0,0 0,0 1,0-1,0 0,-1 0,1 1,-1-1,0 1,0-1,0 0,0 1,0-1,0 0,-1 1,1-1,-1 0,1 1,-1-1,0 0,0 0,0 0,0 0,-1 1,1-2,0 1,-1 0,1 0,-1 0,0-1,0 1,0-1,1 1,-1-1,-1 0,1 0,0 0,0 0,0 0,-2 0,-13 3,0 0,0-2,0 0,0-1,0 0,-1-2,1 0,0-1,0-1,0 0,0-1,1-1,0 0,0-2,-3-1,-18-11,11 2</inkml:trace>
  <inkml:trace contextRef="#ctx0" brushRef="#br0" timeOffset="634.354">1134 614,'3'-56,"3"0,3 0,2 1,2 0,9-19,31-146,-53 178,-1 42,0 0,1 0,-1 1,0-1,0 0,0 0,0 1,1-1,-1 0,0 1,0-1,0 1,1-1,-1 1,0 0,1-1,-1 1,1-1,-1 1,0 0,1 0,0-1,-1 1,1 0,-1 0,1 0,0-1,0 1,-1 0,1 0,0 0,0 0,0 0,0 0,0 0,-1 2,1 1,0-1,0 0,0 0,0 1,0-1,1 0,-1 0,1 1,0-1,0 0,0 0,0 0,1 0,-1 0,1 0,0-1,0 1,0 0,0-1,0 0,1 1,-1-1,1 0,-1 0,2 0,78 40,118-2,-81-21,-66 0,-52-18,1 1,-1-1,0 0,0 0,0 0,0 1,0-1,0 0,0 1,-1-1,1 1,0-1,-1 1,1-1,-1 1,0 0,1-1,-1 1,0-1,0 1,0 0,0-1,0 1,0 0,-1-1,1 1,0-1,-1 1,0 0,1-1,-1 1,-30 61,24-54,1 2,1-1,0 1,1-1,0 1,0 0,1 1,-1 9,4-17,0 0,0 0,0 0,0-1,1 1,0 0,0-1,0 1,0 0,1-1,-1 1,1-1,0 0,0 0,0 1,0-1,1-1,-1 1,1 0,0 0,-1-1,1 0,1 1,-1-1,0 0,1-1,95 32,-78-29,0-2,1 0,-1-1,1-1,-1-1,1-1,-1 0,1-2,-1-1,0 0,-1-2,1 0,-1-1,-1-2,0 0,0 0,14-12,-26 15,-1 0,1 0,-1-1,0 0,-1 0,0-1,0 0,-1 1,0-2,-1 1,3-9,-5 14,0 1,0-1,0 0,-1 1,1-1,-1 0,0 1,0-1,0 0,-1 0,1 1,-1-1,0 1,0-1,0 1,-1-1,1 1,-1-1,0 1,0 0,0 0,0 0,0 0,-1 0,1 1,-1-1,0 1,0-1,0 1,0 0,0 0,-2 0,2 0,-1 0,0 0,1 1,-1 0,0 0,0 0,0 0,0 1,0-1,0 1,0 0,0 0,0 0,0 1,0 0,0-1,1 1,-1 1,0-1,0 0,1 1,-1 0,1 0,-1 0,1 0,0 1,0-1,0 1,0 0,0 0,0 0,1 0,0 0,-1 0,1 1,1-1,-1 1,0 0,1 0,0-1,0 1,0 0,0 0,0 0,1 0,0 0,0 0,0 0,0 0,1 0,0 1,3 4,0 1,1 0,1-1,-1 0,2-1,-1 1,1-1,0 0,1-1,0 0,0 0,1 0,-1-1,1-1,1 1,-1-1,1-1,0 0,0 0,0-1,0-1,8 2,45 12,0-3,1-3,0-2,15-3,34 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2:49.0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1 935,'163'53,"-89"-32,154 34,-226-54,0-1,0 1,-1-1,1 1,0-1,0 0,0 1,0-1,0 0,-1 0,1-1,0 1,0 0,0 0,0-1,-1 0,1 1,0-1,0 0,-1 1,1-1,0 0,-1 0,1-1,-1 1,1 0,-1 0,0-1,0 1,1-1,-1 1,0-1,0 1,-1-1,1 0,0 1,0-1,-1 0,1 0,-1 0,1 1,-1-1,0-2,-16-225,12 44,7-1,16-69,0 125,-33 89,50 50,13-1,0-2,1-2,0-3,13-2,-8 1,132-6,-187 6,1-1,-1 1,1 0,-1 0,1 0,-1 0,1-1,-1 1,1 0,-1 0,1 0,-1 0,1 0,-1 0,1 0,-1 1,1-1,-1 0,1 0,-1 0,1 0,-1 1,0-1,1 0,-1 0,1 1,-1-1,0 0,1 1,-1-1,0 0,1 1,-1-1,0 1,1-1,-1 0,0 1,0-1,0 1,1-1,-1 1,0-1,0 1,0-1,0 1,0-1,0 1,0-1,0 1,-7 9</inkml:trace>
  <inkml:trace contextRef="#ctx0" brushRef="#br0" timeOffset="2131.316">589 320,'-22'27,"-179"234,249-287,78 43,-52-18,-73-1,1-1,-1 1,0-1,0 1,0-1,0 1,-1-1,1 0,-1 0,1 1,-1-1,0 0,0 0,0 1,0-1,-1 0,1 1,-1-1,0 0,1 1,-1-1,-1 1,1-1,0 1,0-1,-1 0,-1-3,-67-145,58 106,11 45,0 0,1 0,-1 0,0 1,0-1,1 0,-1 0,0 0,1 1,-1-1,0 0,1 1,-1-1,1 1,-1-1,1 1,-1-1,1 1,-1-1,1 1,-1-1,1 1,0 0,-1-1,1 1,0 0,-1-1,1 1,0 0,0-1,0 1,0 0,0-1,-1 1,1 0,1 0,-1-1,0 1,0 0,-1 2,-122 264,124-268,-1 1,1-1,0 1,-1 0,1-1,-1 1,1 0,-1 0,1-1,0 1,-1 0,1 0,0 0,-1 0,1 0,0 0,-1 0,1 0,0 0,-1 0,1 0,0 0,-1 1,1-1,-1 0,1 0,0 1,-1-1,1 0,-1 1,1-1,-1 0,1 1,-1-1,1 1,-1-1,0 1,1-1,-1 1,1 0,-1-1,0 1,0-1,1 1,-1 0,0-1,0 1,0-1,0 1,0 0,0-1,0 1,0 0,0-1,0 1,0 0,0-1,0 1,0 0,-1-1,1 1,0-1,0 1,-1 0,1-1,-1 1,137-27,-134 24,1 0,-1 0,0 0,0 0,0-1,0 1,0-1,-1 1,1-1,-1 0,0 1,1-1,-1 0,0 0,-1 0,1 0,0 0,-1 0,0 0,0 0,0 0,0 0,0 0,-1 0,1 0,-1 0,0 0,0 0,0 0,0 0,0 0,-1 1,1-1,-2-1,-3-18,-24-113,16 111,7 25</inkml:trace>
  <inkml:trace contextRef="#ctx0" brushRef="#br0" timeOffset="2923.432">40 1002,'21'-2,"13"-1,8 0,3 0,1 0,-2-1,-5 0,-6 2,-7 0,-8 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2:55.9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0 877,'69'1,"-1"3,61 12,-128-15,0-1,1 1,-1-1,0 1,0-1,0 1,1-1,-1 0,0 0,0 1,1-1,-1 0,0 0,1 0,-1-1,0 1,0 0,1 0,-1-1,0 1,0-1,0 1,1-1,-1 1,0-1,0 0,0 1,0-1,0 0,0 0,0 0,0 0,-1 0,1 0,0 0,0 0,-1 0,1 0,-1-1,1 1,-1 0,1 0,-1-1,0 1,-3-190,13-281,-35 273,26 198,-1 0,1 0,0 0,-1 0,1 0,0 0,0 0,-1 0,1 1,0-1,0 0,0 0,0 1,0-1,0 1,0-1,0 1,0-1,1 1,-1 0,0 0,0-1,0 1,0 0,0 0,1 0,-1 0,0 0,0 0,0 1,0-1,0 0,1 0,-1 1,0-1,0 1,0-1,0 1,10 0,409 3,-311 9,-106-11,-1-1,0 1,1 0,-1 1,0-1,0 0,-1 0,1 1,0-1,-1 1,1 0,-1-1,0 1,0 0,0 0,0 0,0 0,-1 0,1 0,-1 0,0 0,0 0,0 0,0 0,-1 0,1 0,-1-1,0 1,1 0,-2 2,1 12,-8 207,-5-70,8 71,7-140,-1-84,0 1,0-1,0 0,0 1,0-1,0 1,0-1,0 1,0-1,1 1,-1-1,1 0,-1 1,1-1,-1 0,1 1,0-1,0 0,0 0,0 0,0 0,0 0,0 0,0 0,0 0,0 0,0 0,0 0,1-1,-1 1,0 0,1-1,-1 1,1-1,-1 0,0 1,1-1,-1 0,1 0,-1 0,1 0,216 0,474 11,-638-7,-80 6,9-9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3:40.4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2053 255,'-19'-14,"-1"2,0 0,0 1,-1 0,0 2,-1 1,21 8,-136-51,-3 6,-70-10,165 46,-1 1,1 3,-1 2,0 1,1 3,-1 2,0 1,1 3,0 2,-5 3,-251 105,217-81,2 4,2 3,1 4,-46 37,112-76,0 1,1 1,0 0,1 0,0 1,1 1,0 0,0 0,1 1,1 0,1 1,-1-1,2 1,0 1,1-1,-3 15,3 18,3 0,2 0,2 0,4 12,-6-35,2-1,0 1,2-1,0 0,2-1,0 1,2-1,0 0,2-1,0 1,1-2,1 0,1 0,1-1,1-1,1 0,17 8,0-2,2-2,1-1,0-1,2-2,0-2,24 6,-50-17,74 29,2-3,1-5,1-3,1-4,1-4,0-4,1-5,-1-3,42-6,-47-5,0-3,-1-5,-1-3,-1-4,0-3,-2-4,-1-4,39-24,-74 29,-2-1,0-2,-2-2,-2-2,-1-1,-2-2,-2-2,-2-1,-1-2,-2-1,-3-1,-1-1,-3-2,5-16,-16 38,-2-2,0 1,-2-1,-1 0,-2-1,0-8,-3 28,-2-1,0 0,0 0,-1 1,0-1,-1 0,0 1,-1-1,0 1,-1 0,0 0,0 0,-1 0,-1 1,1-1,-1 2,-1-1,-7-7,-9-5,-2 2,0 0,0 2,-2 1,0 1,-1 1,-1 2,-28-9,-24-9,-1 4,-1 4,-1 3,0 4,-2 3,1 5,-37 2,80 6,1 1,0 2,1 2,-1 2,1 2,1 1,-21 10,42-14,1 0,0 1,1 2,0-1,0 2,1 0,0 1,1 0,0 1,1 1,1 0,0 1,1 0,0 1,2 0,-1 0,-1 7,-13 61,15-9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3:44.9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2615 293,'10'57,"-2"1,-3 0,-2 0,-4 19,1-64,0 73,-3 0,-5-1,-3 0,-4 0,-6 11,10-57,-1-1,-2 0,-1-1,-2 0,-1-2,-3 0,0-1,-2-1,-2-1,0-1,-3-1,-3 1,-8 1,-1-1,-1-2,-2-1,-1-3,-1-1,-1-3,-1-1,-1-3,-40 9,0-5,-1-4,0-4,-1-4,0-4,-9-3,-3-6,0-4,0-5,1-4,2-4,0-5,-81-33,135 43,0-3,1-1,1-2,1-2,1-2,-3-5,26 18,2-1,-1-1,2 0,0-1,1-1,1 0,0-1,1 0,1-1,1 0,1-1,0 0,2-1,-4-15,6 9,0-1,2 0,1 0,2 0,1-1,0 1,2 0,2 1,0-1,2 1,4-11,13-27,2 1,2 1,4 1,4-2,-10 17,1 1,2 2,2 0,2 2,2 2,2 1,1 2,2 1,1 2,2 2,1 2,2 2,0 2,2 2,16-4,5 6,2 4,0 3,2 3,-1 3,1 4,0 2,0 4,0 3,-1 3,19 6,130 30,-2 10,138 54,-104-20,-207-69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3:41.5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1150,'-1'-11,"0"1,1-1,0 0,0 0,1 0,1 1,0-1,3-9,0-7,31-133,-36 158,0 0,0 0,1 0,-1 0,1 0,-1 0,1 1,0-1,-1 0,1 0,0 1,0-1,0 0,1 1,-1-1,0 1,1 0,-1-1,0 1,1 0,0 0,-1 0,1 0,0 0,-1 0,1 0,0 1,0-1,0 1,0-1,0 1,-1 0,1-1,0 1,0 0,1 1,55 59,-36-34,-7-10,-1 0,0 2,-1 0,-1 0,-1 1,-1 1,2 5,-11-24,-1 0,1 0,0 0,-1 0,1 0,-1 1,1-1,-1 0,1 0,-1 1,0-1,0 0,1 1,-1-1,0 0,0 0,-1 1,1-1,0 0,0 1,-1-1,1 0,0 0,-1 1,1-1,-1 0,0 0,1 0,-1 0,0 0,0 0,0 0,0 0,0 0,0 0,0 0,0 0,0-1,0 1,0 0,0-1,0 1,-1-1,1 0,0 1,-68-4,67 2,0 1,0-1,0 0,1 0,-1 0,1 0,-1 0,1 0,-1 0,1-1,-1 1,1 0,0-1,0 1,0-1,0 0,0 1,0-1,0 0,0 0,1 1,-1-1,1 0,-1 0,1 0,0 0,0 0,0 1,0-1,0 0,0 0,0 0,1 0,-1 0,1 0,3-10,1 0,0 1,0-1,2 1,-1 0,1 1,1 0,0 0,4-4,9-12,3-2,-1-2,-1-1,-2 0,-1-2,-2 0,-1-1,-1 0,-2-2,-2 1,-1-2,1-10,-6 0,-1 0,-3-1,-1 0,-3 1,-3-11,-7 9,14 49,-1 0,0 0,0 1,0-1,1 0,-1 1,0-1,0 0,0 0,0 1,0-1,0 0,0 1,0-1,0 0,0 1,0-1,0 0,0 1,0-1,0 0,0 1,0-1,0 0,0 0,0 1,0-1,0 0,-1 1,1-1,0 0,0 0,0 1,0-1,-1 0,1 0,0 1,0-1,-1 0,1 0,0 0,-1 0,1 1,0-1,0 0,-1 0,1 0,0 0,-1 0,1 0,0 0,-1 0,1 0,0 0,-1 0,1 0,0 0,0 0,-1 0,1 0,0 0,-1 0,1-1,0 1,-1 0,-3 235,5 315,0-538,-2-6,0 0,0 0,1 1,0-1,1 0,-1 0,1 0,1 1,-1-1,1 0,0 0,0-1,0 1,1 0,0-1,0 1,1-1,-1 0,1 0,0-1,4 4,6-2</inkml:trace>
  <inkml:trace contextRef="#ctx0" brushRef="#br0" timeOffset="171.611">18 535,'29'0,"35"0,32 0,24 0,17 0,-15 0</inkml:trace>
  <inkml:trace contextRef="#ctx0" brushRef="#br0" timeOffset="611.035">900 775,'-9'-1,"1"1,0-1,-1 2,1-1,-1 1,1 0,0 1,0 0,0 0,0 1,0 0,0 0,0 1,1 0,0 0,0 1,0 0,0 0,1 1,0 0,0 0,1 0,-1 1,1 0,-2 4,1 1,0 0,1 0,1 1,0-1,0 1,1 0,1 0,0 0,1 2,0-14,1 1,0 0,0 0,0-1,0 1,0 0,0 0,0-1,1 1,-1 0,0 0,1-1,0 1,-1-1,1 1,0 0,0-1,0 1,0-1,0 0,0 1,0-1,1 0,-1 0,0 1,1-1,-1 0,1-1,-1 1,1 0,0 0,-1-1,1 1,0 0,-1-1,1 0,0 1,0-1,-1 0,1 0,0 0,0 0,-1 0,1-1,0 1,0 0,-1-1,2 0,9-4,0-2,-1 1,0-2,0 1,0-2,-1 1,0-1,-1-1,0 0,0 0,-1-1,0 0,-1 0,-1-1,2-3,41-94,-54 127,0 0,2 0,0 0,1 0,0 1,2-1,1 17,0-31,1 1,-1-1,1 1,0-1,1 0,-1 0,1 0,0 0,0-1,0 1,0-1,0 1,1-1,0 0,0-1,-1 1,2 0,-1-1,0 0,0 0,1 0,-1-1,1 0,-1 0,1 0,0 0,-1 0,1-1,0 0,-1 0,1 0,0-1,0 0,0 0,30-4</inkml:trace>
  <inkml:trace contextRef="#ctx0" brushRef="#br0" timeOffset="1299.248">1274 334,'-5'-11,"-1"-1,0 1,-1 1,0-1,-1 1,0 0,0 0,-1 1,-10-8,19 17,-1 0,1-1,0 1,-1 0,1 0,-1-1,1 1,-1 0,1 0,-1 0,1 0,-1-1,1 1,-1 0,1 0,-1 0,1 0,-1 0,1 0,-1 0,1 1,-1-1,1 0,-1 0,1 0,-1 1,1-1,-1 0,1 0,-1 1,1-1,0 0,-1 1,1-1,-1 0,1 1,0-1,-1 1,1-1,0 0,0 1,-1-1,1 1,0-1,0 1,0-1,0 1,0-1,0 1,-1-1,1 1,0-1,0 1,1 0,-2 31,47 157,-24-120,-15-43,4 4,-2 1,-1 1,-1-1,-2 1,-1 0,-1 0,-2 1,-1-1,-2 0,-1 6,2-34,1-1,-1 1,0 0,0-1,0 1,0 0,-1-1,0 0,1 1,-1-1,0 0,0 0,-1 0,1 0,-1 0,0-1,1 1,-2 0,3-4,0 0,1 0,-1 0,1 0,-1 0,1 0,0-1,-1 1,1 0,0 0,0 0,0 0,0-1,0 1,0 0,0 0,0 0,0-1,0 1,1 0,-1 0,0 0,1 0,-1 0,1 0,0 0,-1 0,1 0,0 0,-1 0,1 0,1 0,4-10,0 1,1 1,0-1,1 1,0 0,0 1,1 0,0 0,1 1,-1 0,1 1,1 0,-1 1,1 0,9-3,-18 7,0 0,1 1,-1-1,1 1,-1-1,0 1,1 0,-1 0,1 0,-1 1,1-1,-1 0,1 1,-1 0,0-1,1 1,-1 0,0 0,0 0,1 1,-1-1,0 0,0 1,-1 0,1-1,0 1,0 0,-1 0,1 0,-1 0,0 0,1 0,-1 0,0 0,0 1,0-1,-1 0,1 1,-1-1,1 3,3 7,-1 1,0 0,0-1,-2 1,1 0,-2 0,0 8,0-17,-1 0,1 0,-1 0,0 1,0-1,0 0,-1 0,1 0,-1-1,0 1,0 0,0-1,-1 1,1-1,-1 0,0 1,0-1,0-1,0 1,0 0,-1-1,1 0,-1 0,-4 2,6-3,0 1,0-1,0 0,0 0,0 0,-1 0,1-1,0 1,-1-1,1 1,0-1,-1 0,1 0,-1 0,1 0,0 0,-1 0,1-1,-1 1,1-1,0 0,0 0,-1 0,1 0,0 0,0 0,0 0,0-1,0 1,0-1,0 0,1 1,-1-1,1 0,-1 0,1 0,0 0,-1 0,1 0,0 0,0-1,1 1,-1 0,0-1,1 1,-1 0,1-1,0 1,1-9,0 1,0 0,1 0,1 0,0 1,0-1,1 0,0 1,1 0,0 0,0 0,1 1,0 0,0 0,1 0,0 1,0 0,1 0,0 1,0 0,1 0,8-4,-7 4,0-1,1 1,-1 1,2 0,-1 0,0 1,1 1,0 0,-1 0,1 1,2 0,-11 3,0 0,0 1,-1-1,1 0,0 1,-1 0,1-1,-1 1,0 0,0 0,0 0,0 1,0-1,0 0,0 1,-1-1,1 1,-1 0,0-1,0 1,0 0,0 0,0 0,-1 0,1 0,-1-1,0 1,1 0,-2 0,1 0,0 0,0 0,-1 0,0 0,0 0,2 13,-1-10,0 4,1 0,0 0,0 1,1-1,0 0,0 0,1 0,1-1,0 1,0-1,2 3,16 1,-12-12</inkml:trace>
  <inkml:trace contextRef="#ctx0" brushRef="#br0" timeOffset="1563.538">1688 414,'-2'9,"8"6,12-1,4-2</inkml:trace>
  <inkml:trace contextRef="#ctx0" brushRef="#br0" timeOffset="2109.085">2049 495,'14'-418,"-26"359,12 58,-1 0,1 0,-1 0,0 0,1 0,-1 0,0 0,1 0,-1 0,0 0,0 0,0 1,0-1,0 0,0 1,0-1,0 1,0-1,0 1,0-1,0 1,-1 0,1 0,0-1,0 1,0 0,0 0,-1 0,1 0,0 0,0 1,0-1,0 0,-1 0,1 1,0-1,0 1,0-1,0 1,0-1,0 1,0 0,0 0,0-1,1 1,-1 0,0 0,0 0,0 0,-8 9,0 0,0 1,1 0,0 0,1 1,1 0,0 0,0 0,1 1,0 0,2 0,-12 29,2 0,2 0,2 1,1 0,3 1,1 0,3 0,1 0,2-1,9 44,-7-64,2 0,1-1,1 0,0 0,2 0,7 11,-13-25,1-1,-1 0,1 0,1 0,-1-1,1 1,0-1,1 0,-1-1,1 0,0 0,1 0,-1-1,1 0,0-1,0 0,0 0,0 0,3 0,-4-3,-1 0,1 0,-1 0,1-1,-1 1,0-2,1 1,-1-1,0 0,0 0,0-1,0 1,0-1,-1-1,1 1,-1-1,0 0,0 0,0 0,1-3,7-6,-1-1,0 0,-1 0,-1-2,-1 1,5-10,-11 71,1-42,-1 1,1-1,0 0,0 0,0 0,0-1,0 1,1-1,0 0,0 0,0 0,0-1,0 0,0 0,1 0,-1-1,1 0,-1 0,1 0,-1-1,1 1,0-1,-1-1,1 1,-1-1,5-1,-2 1,-1 0,1-1,0 0,-1-1,0 1,0-2,0 1,0-1,0 0,-1 0,1-1,-1 1,0-2,3-3,-6 6,0 0,0 0,0-1,-1 1,1-1,-1 1,0-1,0 0,-1 0,1 0,-1 0,0 0,0-1,0 1,-1 0,1 0,-1-1,0 1,0 0,0-1,-1 1,0 0,0 0,0-1,0 1,0 0,-1 0,0 0,0 0,-1 0,1 0,-1 1,1 0,-1-1,0 1,-1 0,1 0,0 0,-1 1,1-1,-1 1,0 0,0 0,0 0,0 1,0-1,0 1,-1 0,1 0,0 1,-1-1,1 1,0 0,-2 0,-2 0,0 1,-1 0,1 0,0 1,0 0,0 0,1 1,-1 0,1 0,-1 0,1 1,0 1,-4 2,4-1,1-1,0 1,0 1,1-1,0 1,0-1,0 1,1 1,0-1,-1 4,4-9,0 1,0-1,0 1,0-1,1 1,-1 0,1-1,-1 1,1 0,0 0,0-1,0 1,1 0,-1 0,1-1,-1 1,1 0,0-1,0 1,0-1,0 1,1-1,-1 0,1 1,-1-1,1 0,0 0,0 0,0 0,0 0,0 0,2 1,66 19,-33-18</inkml:trace>
  <inkml:trace contextRef="#ctx0" brushRef="#br0" timeOffset="2292.625">2531 321,'-18'-2,"-11"1,-3 3,3 7,5 5,7 5,7-1</inkml:trace>
  <inkml:trace contextRef="#ctx0" brushRef="#br0" timeOffset="2483.117">2584 775,'16'16,"19"5,17 0,13-5,14-5,-6-3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3:48.0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234 1130,'-24'-7,"-1"2,0 1,-1 1,1 1,-14 1,37 1,-1 0,0 0,0 1,0-1,0 1,1-1,-1 1,0 0,0 0,1 0,-1 0,1 0,-1 1,1-1,-1 1,1 0,0 0,0-1,0 2,0-1,0 0,0 0,1 0,-1 1,1-1,-1 1,1-1,0 1,0 0,0 0,0-1,1 1,-1 0,1 0,0 0,-1-1,1 1,1 0,-1 0,0 0,1 0,-1-1,1 1,0 0,0 0,0 0,8 15,0-1,1 1,0-1,2-1,0 0,1-1,0 0,1-1,1-1,3 3,52 53,-69-68,0-1,0 0,0 1,0-1,0 1,-1-1,1 1,0 0,0-1,0 1,0 0,-1-1,1 1,0 0,-1 0,1 0,-1 0,1 0,-1 0,1 0,-1 0,1 0,-1 0,0 0,0 0,0 0,1 0,-1 0,0 0,0 0,0 0,-1 0,1 0,0 0,0 0,0 0,-1 0,1 0,-1 0,1 0,-1 0,1 0,-1 0,1 0,-1-1,0 1,1 0,-1 0,0-1,0 1,0 0,0-1,1 1,-1-1,0 1,0-1,0 1,0-1,0 0,0 0,0 1,0-1,-1 0,-8 2,0-1,0-1,0 1,0-2,1 1,-1-1,0-1,0 1,0-2,-3-1,11 4,1-1,-1 1,1-1,0 0,-1 0,1 0,0 0,0 0,-1 0,1 0,0 0,0 0,0 0,0-1,0 1,0 0,1-1,-1 1,0-1,1 1,-1-1,1 1,0-1,-1 1,1-1,0 0,0 1,0-1,0 1,0-1,0 1,0-1,1 0,-1 1,0-1,1 1,0-1,-1 1,1 0,0-1,0 1,0-1,45-61,-42 59,74-81,-29 34,-2-2,-3-1,-2-3,17-31,-42 56,0-1,-3 0,0 0,-2-2,-2 1,-1-1,-2-1,-1 0,-2 0,-1-2,-2 31,-1 0,0 0,0 0,0 0,-1 0,0 0,0 0,-1 1,0-1,0 0,0 1,-1-1,0 1,0 0,-3-4,5 9,0 1,1-1,-1 0,0 0,0 1,0-1,0 1,0-1,0 0,1 1,-1 0,0-1,0 1,-1 0,1-1,0 1,0 0,0 0,0 0,0 0,0 0,0 0,0 0,0 0,0 0,0 1,0-1,0 0,0 1,0-1,0 1,0-1,0 1,0-1,0 1,0 0,1-1,-1 1,0 0,0 0,1 0,-1-1,0 1,1 0,-1 0,1 0,-1 0,-22 51,17-14,1 0,2 0,2 1,2-1,1 1,2-1,1 0,2 0,2 0,1-1,9 19,18 84,-12 44,-25-166,-2-15,-2-9</inkml:trace>
  <inkml:trace contextRef="#ctx0" brushRef="#br0" timeOffset="1118.062">181 862,'191'47,"-156"-41,481 74,-437-61,-84-11,-126 24,115-29,0 1,0 1,0 0,1 1,0 1,0 0,1 1,0 0,0 2,1-1,-6 6,17-13,1 0,-1-1,0 1,1 0,0 0,-1 0,1 0,0 0,0 0,0 0,0 0,0 0,1 0,-1 1,1-1,-1 0,1 1,0-1,0 0,0 1,0-1,0 0,0 1,1-1,-1 0,1 0,0 1,-1-1,1 0,0 0,0 0,1 0,-1 0,0 0,1 0,-1 0,1-1,0 1,-1-1,1 1,0-1,0 1,0-1,0 0,0 0,0 0,0 0,2 0,6 3,-1-1,1 0,1-1,-1 0,0-1,0 0,1 0,-1-1,0 0,1-1,-1 0,0-1,0 0,0-1,0 0,0 0,0-1,-1 0,0-1,0 0,0-1,0 1,-1-2,0 1,0-1,-1 0,0-1,0 0,3-6,4-22,-37 56,19-13,1 0,0 0,1 1,-1-1,1 0,0 1,1 0,0-1,0 1,1 3,0-9,0 0,0 1,0-1,1 0,-1 0,0 0,1 1,0-1,0 0,-1 0,1 0,0 0,1 0,-1 0,0-1,0 1,1 0,-1-1,1 1,0 0,-1-1,1 0,0 1,0-1,0 0,0 0,0 0,0 0,0-1,0 1,0 0,1-1,-1 0,0 1,0-1,0 0,3 0,0-1,0 1,0-1,0 0,0 0,0 0,0-1,-1 0,1 0,0 0,-1 0,1-1,-1 0,0 0,0 0,0 0,0 0,-1-1,1 0,-1 0,0 0,0 0,0 0,-1-1,49-111,0-138,-40 187,42-291,-50 330,-3 28,0 0,-1 1,1-1,0 0,0 0,0 0,-1 1,1-1,0 0,0 0,-1 0,1 0,0 0,-1 0,1 1,0-1,-1 0,1 0,0 0,0 0,-1 0,1 0,0 0,-1 0,1 0,0 0,-1 0,1-1,0 1,0 0,-1 0,1 0,0 0,-1 0,1-1,0 1,0 0,0 0,-1 0,1-1,0 1,0 0,0 0,-1-1,1 1,0 0,0 0,0-1,0 1,0 0,-1-1,1 1,0 0,0 0,0-1,-14 22,1 0,1 1,1 0,1 1,1 0,-5 20,0-1,1 0,2 1,2 0,2 0,2 1,2 0,1 0,4 29,-1-71,-2 1,1 1,1-1,-1 0,0 0,1 0,-1 0,1 0,0 1,0-1,1-1,-1 1,0 0,1 0,0 0,-1-1,1 1,0-1,2 2,-2-5,0 1,0-1,0 0,0 0,0 0,0 0,0 0,-1 0,1-1,0 1,-1-1,1 1,-1-1,0 0,1 1,-1-1,0 0,0 0,0 0,0 0,0-1,1-1,58-85,-59 88,0 0,-1 1,1-1,0 1,-1-1,1 1,0-1,0 1,-1-1,1 1,0 0,0-1,0 1,0 0,-1 0,1-1,0 1,0 0,0 0,0 0,0 0,0 0,0 0,0 1,-1-1,1 0,0 0,0 1,0-1,0 0,-1 1,1-1,0 1,0-1,-1 1,1-1,0 1,-1 0,1-1,0 1,-1 0,1-1,-1 1,1 0,-1 0,0 0,1-1,-1 1,0 0,0 0,1 0,-1 0,13 52,-12-50,2 18,2-1,-2 1,-1-1,0 1,-2 0,-1 13,1-33,1 1,-1-1,0 0,-1 1,1-1,0 0,0 1,0-1,-1 0,1 1,-1-1,1 0,-1 0,1 0,-1 1,0-1,0 0,1 0,-1 0,0 0,0 0,0 0,0 0,0-1,0 1,-1 0,1 0,0-1,0 1,0-1,-1 1,1-1,0 0,-1 1,1-1,0 0,-1 0,1 0,0 0,-1 0,1 0,0 0,-1 0,1-1,0 1,-1-1,-2 0,0-1,0 0,0 0,0-1,1 1,-1-1,0 0,1 1,0-2,0 1,0 0,0-1,-1-1,1 1,0 0,1 0,-1-1,1 1,0-1,0 1,0-1,1 1,0-1,0 0,0 0,0 0,1 0,-1 0,2 0,-1 1,0-1,1 0,0 0,0 0,0 0,1 1,-1-1,1 1,0-1,1 1,-1 0,1-1,0 1,0 0,1-1,9-5,-1 0,2 0,-1 2,1-1,1 2,-1 0,1 1,0 0,1 1,-1 1,1 0,7 0,-22 3,0 1,0-1,0 1,0-1,0 1,0 0,0-1,0 1,0 0,0 0,0 0,0 0,0-1,0 2,0-1,0 0,1 0,-1 0,0 0,0 1,0-1,0 0,0 1,0-1,0 1,-1-1,1 1,0-1,0 1,0 0,0-1,-1 1,1 0,0 0,-1 0,1-1,0 1,-1 0,1 0,-1 0,0 0,1 0,-1 0,0 0,1 0,-1 0,0 0,0 0,0 0,0 0,0 1,0-1,0 0,-1 0,1 0,0 0,0 0,-1 0,1 0,-1 0,-20 47,17-42,0-1,0 1,1 0,0 0,0 0,0 1,1-1,0 1,0-1,1 1,0 0,0 0,0-1,1 1,0 0,0 0,1 0,0 0,0-1,1 1,-1 0,2-1,-1 0,1 1,-1-1,4 5,-3-9,-1 1,1-1,-1 0,1 0,0 0,0 0,0 0,0-1,0 0,0 1,1-1,-1 0,0 0,0-1,1 1,-1-1,1 1,-1-1,1 0,-1-1,4 1,17-6</inkml:trace>
  <inkml:trace contextRef="#ctx0" brushRef="#br0" timeOffset="2050.503">1491 542,'35'-3,"28"5,-39 0,0 0,0-1,0-2,0 0,0-2,-1 0,1-2,-1-1,0 0,0-2,7-4,-22 7,0 0,0-1,-1 0,0-1,0 0,-1 0,1 0,-2-1,1 0,-1 0,0 0,-1-1,0 1,0-1,-1 0,0 0,0-1,0-4,2-17,-1 0,-1 0,-2 0,-1 0,-2-3,2 29,1-4,-1-1,0 1,-1 0,0-1,0 1,-1 0,0 0,-1 0,0 0,0 0,-1 0,0 1,-1 0,1 0,-5-5,8 12,-1 0,0 0,1 0,-1 0,0 0,0 1,0-1,0 0,0 1,0-1,0 1,0 0,0 0,0 0,0 0,0 0,0 0,0 0,0 1,0-1,0 1,0-1,0 1,1 0,-1 0,0-1,0 2,1-1,-1 0,0 0,1 0,-1 1,0 0,-46 55,27-18,2 2,3 0,1 0,1 2,3 0,1 0,3 1,1 0,2 0,2 36,-2 0,2 0,5 0,2 0,5 6,-10-80,0 0,1 0,-1 0,1 0,1 0,-1 0,1 0,0 0,0 0,0 0,1-1,0 0,0 1,1-1,-1 0,1 0,0-1,0 1,1-1,-1 0,1 0,0 0,0-1,1 0,-1 0,0 0,1-1,0 1,4 0,2-5,0 0,-1-1,1 0,-1-1,0-1,0 0,0 0,-1-1,0 0,0-1,0 0,-1 0,0-1,0 0,-1-1,0 0,-1 0,0-1,4-6,27-45,-48 73,7-8,1 0,0 0,0 0,1 1,-1-1,1 1,0-1,0 1,0-1,1 1,0 0,0-1,0 1,0 0,1-1,0 1,0-1,0 1,0-1,1 1,-1-1,1 0,0 0,1 0,-1 0,1 0,0 0,0-1,0 1,0-1,0 0,1 0,-1 0,1 0,0-1,0 1,0-1,0 0,5 1,-4 0,0-1,0 0,1 0,-1 0,1-1,-1 0,1 0,0 0,0 0,-1-1,1 0,0-1,0 1,-1-1,1 0,-1 0,1-1,-1 0,1 0,-1 0,0 0,0-1,0 0,0 0,0 0,-1-1,1 0,-1 0,0 0,0 0,0 0,0-3,19-69,-23 74,1-1,-1 0,0 1,-1-1,1 1,0-1,-1 0,1 1,-1-1,0 1,0-1,0 1,0 0,0-1,-1 1,1 0,-1 0,1 0,-1 0,0 0,0 0,0 0,0 1,0-1,0 1,0-1,-1 1,1 0,0 0,-4 0,1 1,0 0,0 1,0-1,-1 1,1 0,0 0,0 0,0 1,0 0,0 0,1 0,-1 1,1-1,-1 1,1 0,0 0,0 1,0-1,0 1,1 0,0 0,-1 0,2 1,-1-1,0 1,1-1,0 1,0 0,-1 1,2-3,0 0,-1-1,1 1,0 0,1 0,-1 0,0 0,1 0,-1 0,1 0,0 0,0 0,0 0,1 0,-1 0,1 0,0 0,-1 0,1-1,0 1,1 0,-1 0,0-1,1 1,0-1,-1 1,1-1,0 1,0-1,1 0,-1 0,0 0,1-1,1 2,6 2,0-1,0-1,1 1,-1-2,1 0,0 0,0 0,0-2,0 1,0-1,0-1,-1 0,1-1,0 0,0 0,-1-1,1-1,-1 1,7-5,-13 6,1 0,-1-1,0 1,0-1,0 0,0 0,0 0,-1-1,0 1,1-1,-1 0,-1 0,1 0,0 0,-1 0,0-1,0 1,0-1,-1 1,1-1,-1 0,0 0,-1 1,1-1,-1 0,0 0,0 0,0 0,-1 0,0 1,0-1,0 0,0 0,-1 1,0-1,0 1,0-1,0 1,-1 0,0 0,0 0,0 0,0 1,0-1,-4-2,0 3,1-1,-1 1,-1 1,1-1,0 1,0 0,-1 1,1 0,-1 0,0 0,1 1,-1 0,1 1,-1 0,0 0,-8 3</inkml:trace>
  <inkml:trace contextRef="#ctx0" brushRef="#br0" timeOffset="2331.824">2239 448,'-18'-12,"-8"-3,6 3,19 8,26 12,21 8,3 2</inkml:trace>
  <inkml:trace contextRef="#ctx0" brushRef="#br0" timeOffset="2531.322">2413 969,'-2'16,"1"10,10 5,18 1,21-1,22-5,16-6,8-7,-6-10,-17-6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3:46.9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1 742,'1'-1,"0"1,0 0,0-1,0 1,0 0,1 0,-1 0,0 0,0 0,0 0,0 0,0 1,0-1,0 0,0 0,1 1,-1-1,0 1,0-1,0 1,-1-1,1 1,0 0,0-1,0 1,0 0,0 0,-1 0,1 0,0 0,-1 0,1-1,-1 1,1 1,-1-1,0 0,1 0,-1 0,0 1,8 15,0 1,-2-1,0 1,-2 1,0-1,1 13,13 50,-19-80,1 1,0-1,0 0,0 1,0-1,0 1,0-1,1 1,-1-1,0 1,1-1,-1 1,1-1,0 0,-1 1,1-1,0 0,0 0,0 0,0 1,0-1,0 0,0 0,0 0,0 0,0-1,1 1,-1 0,0 0,1-1,-1 1,0-1,1 1,-1-1,1 0,-1 1,1-1,-1 0,1 0,-1 0,1 0,-1 0,1-1,-1 1,1 0,-1-1,0 1,1-1,-1 1,0-1,1 0,-1 1,0-1,1 0,6-12,-1 1,0-1,-1 0,-1 0,0-1,-1 0,0 1,-1-2,-1 1,1-9,2-4,12-64,-19 106,0 0,1 0,1 0,0 0,2 0,-1 0,2 0,0 0,3 9,-4-20,0 0,1 0,-1-1,1 1,-1-1,1 0,0 0,1 0,-1 0,0 0,1 0,-1-1,1 0,0 0,0 0,0 0,0-1,0 1,0-1,1 0,-1 0,0-1,1 1,-1-1,0 0,1 0,-1 0,0-1,1 1,-1-1,0 0,0-1,0 1,0-1,0 1,0-1,0-1,0 1,-1 0,1-1,-1 0,1 0,10-12,-1-1,0 0,-1-1,-1-1,-1 0,0 0,-1-1,-1 0,-1 0,-1-1,-1 0,1-5,-1 4,-28 72,4 43,19-90,0-1,0 1,1-1,-1 0,1 1,0-1,0 0,0 1,0-1,1 0,-1 0,1 0,0 0,0 0,0 0,0-1,0 1,1-1,-1 1,1-1,-1 0,1 0,0 0,0 0,0-1,3 2,7 0,0 0,1 0,0-1,-1-1,1 0,0-1,0-1,0 0,-1-1,1 0,-1-1,1-1,-1 0,0 0,0-2,-1 1,0-2,0 0,4-2,-5 2,1 1,-1-2,0 1,-1-1,0-1,0 0,-1-1,0 1,-1-2,0 1,0-1,-1 0,-1-1,0 0,0 0,2-10,-7 19,0 1,0-1,-1 1,1-1,-1 1,1-1,-1 0,0 1,0-1,0 1,0-1,-1 0,1 1,-1-1,1 1,-1-1,0 1,0-1,0 1,0 0,-1-1,1 1,-1 0,1 0,-1 0,0 0,0 0,0 1,0-1,0 0,0 1,0-1,0 1,-1 0,1 0,0 0,-1 0,1 0,-1 0,0 1,1-1,-1 1,1 0,-1 0,0 0,1 0,-1 0,-1 1,-2 2,0 1,1 0,0 1,0-1,0 1,0 0,1 0,-1 0,2 1,-1-1,0 1,1 0,0 0,1 0,-1 0,1 1,0-1,1 1,-1 0,1-1,1 1,-1 0,1-1,0 1,1 0,0 0,0-1,0 1,1-1,1 4,0-3,0 0,0 0,1-1,0 0,0 1,1-2,0 1,0 0,0-1,1 0,-1 0,1-1,0 1,1-1,-1 0,1-1,0 0,0 0,0 0,0-1,0 0,4 0,-1 0,1 0,-1 0,1-1,-1-1,1 0,0 0,-1-1,1-1,-1 1,1-2,-1 1,0-2,0 1,0-1,5-4,-5 2,0-1,-1-1,0 1,0-1,-1-1,0 0,-1 0,0-1,0 1,-1-1,0-1,-1 1,0-1,1-4,42-164,-43 156,78-484,-79 497,-5 36,-7 76,-1 15,6 110,5-191,1 0,2 0,1 0,2 0,2-1,1-1,1 0,8 12,-5-18,-3-12</inkml:trace>
  <inkml:trace contextRef="#ctx0" brushRef="#br0" timeOffset="467.794">1110 301,'671'80,"-611"-61,-60-18,0 0,0 0,0 0,0 0,0 0,0 0,0 0,-1 0,1-1,0 1,-1 0,1 0,0 0,-1 0,1-1,-1 1,1 0,-1 0,0-1,1 1,-1 0,0-1,1 1,-1-1,0 1,0-1,0 1,0-1,1 1,-1-1,0 0,0 0,0 1,-1-1,0 1,-43 24,24-16,1 1,0 1,0 0,2 2,-1 0,2 2,0-1,0 2,2 0,0 1,1 1,-1 2,13-18,0 1,1 0,-1-1,1 1,-1 0,1 0,0 0,0 0,1 0,-1 0,0 0,1 0,0 0,0 0,0 0,0 0,0 0,1 0,-1 0,1 0,0 0,0 0,0 0,0 0,0 0,1 0,-1-1,1 1,0-1,0 1,0-1,0 0,0 1,0-1,1 0,-1 0,1-1,1 2,2 0,0-1,0 0,0 0,0 0,1-1,-1 0,0 0,1 0,-1-1,0 0,1 0,-1-1,0 0,1 0,-1 0,0-1,0 0,0 0,0 0,0-1,0 0,-1 0,6-4,-1 1,0-2,-1 1,0-1,0 0,0-1,-1 0,0-1,-1 0,0 0,1-3,0-2,0-2,0 1,-2-1,0 0,-1 0,2-11,-9 23,-4 14,2-1,0-1,0 1,0 0,1 0,0 1,1-1,0 0,0 1,1 0,0-1,0 1,1 0,0-1,1 1,-1 0,2-1,-1 1,2 0,-1-1,1 0,0 0,0 0,1 0,0 0,1-1,0 1,2 1,36 22,3-7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9:25.3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724 1,'-36'17,"39"-7,-5-7,0-1,0 0,0 1,-1-1,1 0,-1 0,0 0,1 0,-1-1,0 1,0-1,0 0,0 0,0 0,-1 0,0 0,-6 2,-136 57,-24 43,148-87,0 2,1 0,0 1,2 1,1 1,0 1,1 0,2 1,0 1,-9 21,4 1,2 0,2 1,2 0,3 1,1 1,3 0,1 0,2 36,6 146,31-48,-24-145,64 219,0-11,-52-185,21 44,4-2,5-3,13 14,44 86,-22-7,-48-126,-55-74,4 1</inkml:trace>
  <inkml:trace contextRef="#ctx0" brushRef="#br0" timeOffset="2415.605">282 2647,'0'0,"1"-1,-1 0,0 0,0 1,1-1,-1 1,1-1,-1 0,1 1,-1-1,1 1,-1-1,1 1,-1-1,1 1,0-1,-1 1,1 0,0-1,-1 1,1 0,0 0,-1 0,1-1,0 1,0 0,-1 0,1 0,0 0,0 0,-1 0,1 0,0 0,-1 1,1-1,0 0,0 0,-1 0,1 1,0-1,-1 0,1 1,-1-1,1 1,0-1,10 6,0 0,-1 1,0-1,0 2,-1 0,1 0,4 7,20 15,-23-20,1-1,1 0,0-1,0 0,1 0,0-2,10 4,-23-10,0 0,0 0,-1 0,1-1,0 1,0 0,0-1,-1 1,1 0,0-1,-1 1,1-1,0 1,-1-1,1 1,-1-1,1 0,-1 1,1-1,-1 0,1 1,-1-1,1 0,-1 1,0-1,0 0,1 0,-1 0,0 1,0-1,0 0,0 0,0 0,0 1,0-1,0 0,0 0,0 0,0 0,-1 1,1-1,0 0,0 0,-1 1,1-1,-1 0,1 1,-1-1,1 0,-1 1,1-1,-1 0,1 1,-1-1,0 1,1-1,-1 1,0 0,0-1,0-2,-22-41,-1 0,-2 1,-1 2,-3 1,-1 1,-3 0,33 39,0-1,0 1,0-1,1 1,-1-1,0 1,0-1,1 0,-1 0,0 1,1-1,-1 0,1 0,-1 0,1 0,0 1,-1-1,1 0,0 0,-1 0,1 0,0 0,0 0,0 0,0 0,0 0,0 0,0 0,0 0,0 0,1 0,-1 0,0 0,1 0,-1 1,0-1,1 0,-1 0,1 0,0 0,-1 1,1-1,0 0,-1 0,1 1,0-1,0 1,-1-1,1 1,0-1,50-26,-3-2,0-2,7-9,-3-1,-50 71,-5 8,1 1,3 0,1 0,1-1,2 1,2-1,10 31,-11-46,-1 0,-2 1,0-1,-1 1,-2 18,-17-98,-44-289,59 335,-18-42,19 52,-1 0,1 0,0 0,-1-1,1 1,0 1,-1-1,1 0,0 0,-1 0,1 1,0-1,0 0,-1 1,1-1,0 1,0 0,0-1,0 1,0 0,0 0,0 0,0 0,0 0,0 0,0 0,0 0,1 0,-1 0,0 0,1 0,-1 1,1-1,-1 0,1 0,0 1,-1-1,1 0,-1 2,-27 41,-3-1,-1-1,-2-2,-1-1,-3-2,-30 23,52-50,14-23,77-89,-62 86,1 1,0 1,2 0,-1 0,2 2,9-6,-26 19,0-1,0 0,0 0,0 1,0-1,0 0,0 0,0 1,0-1,0 0,0 0,0 0,1 1,-1-1,0 0,0 0,0 0,0 1,1-1,-1 0,0 0,0 0,0 0,1 1,-1-1,0 0,0 0,1 0,-1 0,0 0,0 0,1 0,-1 0,0 0,0 0,1 0,-1 0,0 0,0 0,1 0,-1 0,0 0,0 0,1 0,-1 0,0 0,0 0,1-1,-1 1,0 0,0 0,0 0,1 0,-1-1,-13 23,-27 30,-2-2,-36 33,59-68,19-15,0 0,0-1,0 1,0 0,-1 0,1 0,0 0,0 0,0-1,0 1,0 0,-1 0,1 0,0 0,0 0,0 0,0 0,-1 0,1 0,0 0,0-1,0 1,-1 0,1 0,0 0,0 0,0 0,-1 1,1-1,0 0,0 0,0 0,-1 0,1 0,0 0,0 0,0 0,0 0,-1 0,1 0,0 1,0-1,0 0,12-17,1 0,1 1,1 1,0 0,16-11,-23 19,36-29,-52 49,-49 49,103-18,-26-23,1-2,1 0,1-2,0-1,1 0,1-2,24 10,-38-21,-12-7,-7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9:32.0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15 343,'14'-342,"-24"380,0 43,4 0,3 1,6 45,6-66,-4-44</inkml:trace>
  <inkml:trace contextRef="#ctx0" brushRef="#br0" timeOffset="356.047">136 276,'-12'92,"12"-90,0 1,0-1,1 1,-1-1,1 1,-1-1,1 0,0 1,0-1,0 0,0 0,0 1,1-1,-1 0,1 0,-1 0,1-1,0 1,0 0,0-1,0 1,0-1,0 1,0-1,0 0,0 0,1 0,-1 0,0 0,1-1,-1 1,1-1,-1 0,1 1,0-1,3-1,-1 0,1 0,-1-1,0 1,1-1,-1 0,0-1,0 1,0-1,-1 0,1 0,-1-1,1 1,-1-1,0 0,-1 0,1 0,-1-1,1 1,-1-1,-1 0,1 0,-1 0,1 0,-1 0,-1-1,1 1,-1 0,0-1,0 0,-1 1,0-1,0 1,0-1,0 1,-1-1,0 1,0-1,-1 1,1-1,-1 1,0 0,-1 0,1 0,-2-1,3 3,-1 0,0 0,0 1,0-1,0 0,0 1,-1 0,1-1,-1 1,0 0,1 0,-1 1,0-1,0 0,0 1,0 0,-1 0,1 0,0 0,0 0,-1 1,1-1,0 1,-1 0,1 0,-1 0,1 0,0 1,0 0,-1-1,1 1,0 0,0 0,0 1,0-1,0 1,0 0,0-1,0 1,0 0,-1 3,0-1,1 1,0 0,0 0,1 0,-1 0,1 0,0 0,1 1,-1-1,1 1,0-1,1 1,-1-1,1 1,0 0,0-1,1 1,0-1,0 1,0 0,0-1,1 0,0 1,0-1,1 0,-1 0,1 0,0-1,1 1,-1-1,1 1,0-1,18 14</inkml:trace>
  <inkml:trace contextRef="#ctx0" brushRef="#br0" timeOffset="965.459">444 182,'-3'10,"0"-1,1 1,0 0,1 0,0 0,1 0,0 0,0 0,1 0,1 1,-1 6,0-4,-1-3,0 0,1 0,0 0,0 0,1 0,1 0,0 0,0-1,1 0,3 7,-7-15,1-1,-1 1,1 0,-1 0,1-1,0 1,-1-1,1 1,0 0,-1-1,1 1,0-1,0 0,0 1,-1-1,1 1,0-1,0 0,0 0,0 0,0 1,0-1,-1 0,1 0,0 0,0 0,0-1,0 1,0 0,0 0,0 0,-1-1,1 1,0 0,0-1,0 1,-1-1,1 1,0-1,0 1,-1-1,1 0,0 1,-1-1,1 0,25-36,-20 19,0 0,-1-1,-1 0,0 0,-2 0,1-16,-4 39,4 83,-3-83,1 0,-1 0,1 0,0 0,0 0,0-1,1 1,-1 0,1-1,0 1,0-1,0 0,1 0,-1 0,1 0,0 0,0 0,0 0,0-1,1 1,0-2,0-1,0 0,0 0,-1 0,1-1,0 1,0-1,0 0,-1 0,1 0,0-1,-1 1,1-1,-1 0,1 0,-1 0,0 0,0 0,0-1,0 0,-1 1,1-1,-1 0,1 0,-1 0,0-1,0 1,0-1,-1 1,1-1,-1 1,0-1,0 0,3-6,-1 1,0-1,0 1,-1-1,0 0,-1 0,0 0,0 1,-1-1,-1 0,-1-8,2 18,1 1,-1-1,0 0,0 1,0-1,0 1,0-1,0 0,0 1,0-1,0 1,-1-1,1 0,0 1,0-1,0 1,0-1,0 0,-1 1,1-1,0 0,0 1,-1-1,1 0,0 1,-1-1,1 0,0 0,-1 1,1-1,0 0,-1 0,1 0,0 0,-1 1,1-1,-1 0,1 0,0 0,-1 0,1 0,-1 0,1 0,0 0,-1 0,1 0,-1 0,1 0,0 0,-1-1,1 1,-1 0,1 0,0 0,-1 0,1-1,0 1,-1 0,1 0,0-1,-1 1,1 0,0-1,0 1,-1 0,1-1,0 1,-6 18,1 1,1 0,0 0,2 0,0 0,1 1,2 10,-2-26,0-1,1 0,-1 1,1-1,0 1,0-1,1 0,-1 1,1-1,-1 1,1-1,0 0,0 0,1 0,-1 1,0-1,1 0,0-1,0 1,0 0,0 0,0-1,1 1,-1-1,1 0,-1 0,1 0,0 0,0 0,0-1,0 1,0-1,0 0,1 0,-1 0,0 0,1 0,-1-1,3 1,27-8,-2-4</inkml:trace>
  <inkml:trace contextRef="#ctx0" brushRef="#br0" timeOffset="1304.552">1058 129,'0'0,"-11"3,0 0,1 1,-1 0,1 1,0 0,1 1,-1 0,1 1,-8 7,16-12,0 1,1-1,0 1,0-1,0 1,0 0,0-1,0 1,1-1,-1 1,1-1,-1 1,1-1,0 1,0-1,0 0,1 0,-1 1,0-1,1 0,0 0,-1 0,1 0,0-1,0 1,0 0,0-1,0 1,0-1,1 0,-1 0,0 0,1 0,1 1,43 25,-32-20,-2 0,1 1,-1 0,0 1,-1 1,0 0,-1 0,0 1,0 1,-1 0,2 4,-11-15,0 1,-1-1,1 1,0 0,-1-1,1 1,-1 0,1-1,-1 1,0 0,0 0,1-1,-1 1,-1 0,1 0,0 0,0-1,-1 1,1 0,-1-1,1 1,-1 0,0-1,1 1,-1-1,0 1,0-1,0 1,-1-1,1 0,0 1,0-1,-1 0,1 0,0 0,-1 0,0 0,1 0,-1-1,1 1,-1 0,0-1,1 1,-1-1,0 0,-1 1,-63 9,44-9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9:29.4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39 187,'29'-7,"0"1,0 1,0 2,22 0,-47 3,332 4,-149 3,218 10,-330-15,0-3,0-3,66-14,-119 15,254-4,-276 7</inkml:trace>
  <inkml:trace contextRef="#ctx0" brushRef="#br0" timeOffset="357.556">1657 0,'138'111,"-130"-105,-1 0,0 1,0 0,0 1,-1-1,0 1,-1 0,0 1,0-1,-1 1,4 9,-8-16,-1 0,1 0,-1 0,0 0,1 0,-1 0,0 0,0 0,0 0,0-1,-1 1,1 0,0-1,-1 1,1-1,-1 1,0-1,1 0,-1 0,0 0,0 0,1 0,-1 0,0 0,0-1,0 1,0-1,0 1,0-1,0 0,-1 0,1 1,0-2,0 1,0 0,-6 2,-98 24,78-24,25-5</inkml:trace>
  <inkml:trace contextRef="#ctx0" brushRef="#br0" timeOffset="606.891">1657 80,'-5'-13,"-1"-8,-2 1,-2 6,1 11,2 14,2 11,2 12,3 6,7 4,5 0,1-2,0-8</inkml:trace>
  <inkml:trace contextRef="#ctx0" brushRef="#br0" timeOffset="1483.317">307 67,'-98'44,"36"-25,42-14,1 1,1 0,-1 1,1 1,0 1,-1 2,18-10,0-1,0 1,0-1,0 0,0 1,1 0,-1-1,0 1,0-1,1 1,-1 0,0 0,1-1,-1 1,1 0,-1 0,1 0,-1-1,1 1,0 0,-1 0,1 0,0 0,0 0,0 0,-1 0,1 0,0 0,0 0,1 0,-1 0,0 0,0 0,0 0,1 0,-1-1,0 1,1 0,-1 0,1 0,-1 0,1 0,-1-1,1 1,0 0,-1 0,1-1,0 1,-1-1,1 1,0 0,47 25,-45-25,23 11,0 0,0 2,-2 0,0 2,0 1,-2 1,18 17,-40-34,1 0,-1 0,1 0,-1-1,1 1,-1 0,1 0,0 0,-1-1,1 1,0 0,0-1,-1 1,1-1,0 1,0-1,0 1,0-1,0 1,0-1,0 0,0 0,0 1,0-1,0 0,0 0,0 0,0 0,0 0,0 0,0 0,0-1,-1 1,1 0,0-1,0 1,0 0,0-1,0 1,0-1,0 1,-1-1,1 0,0 1,0-1,-1 0,1 1,0-1,-1 0,1 0,-1 0,1 0,-1 0,1 1,-1-1,0 0,1 0,-1 0,0 0,0 0,0 0,0 0,0-1,2-11,-1-1,-1 1,-1-1,0 0,0 1,-1-1,-1 1,0 0,-3-5,-11-69,17 70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9:53.3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13,'85'-11,"-63"10,607 0,-566 4,-94 12,-4-5,-10 3,1 1,0 2,-19 11,50-21,0 1,1 1,0 0,0 1,0 0,1 1,1 0,0 1,0 0,1 0,1 1,-1 1,0 2,2-1,1 0,0 0,1 0,1 1,0 0,1 0,0 0,1 0,1 1,1-1,0 0,1 1,0-1,1 0,1 0,1 0,0 0,0 0,2-1,0 0,1 0,0 0,1-1,0 0,1-1,0 0,1 0,1-1,0 0,0-1,1 0,0-1,1 0,0-1,0-1,15 7,-19-10,0 0,1-1,0 0,-1 0,1-1,0 0,0-1,0 0,1 0,-1-1,0 0,0-1,0-1,0 1,0-1,0-1,-1 0,1 0,-1-1,1-1,-1 1,-1-1,1-1,-1 1,0-2,0 1,0-1,-1 0,0-1,4-5,-6 5,0 0,-1 0,0-1,0 1,-1-1,0 0,-1 0,0 0,0 0,-1 0,0 0,-1-3,0 8,0-1,0 1,-1 0,0 0,0-1,0 1,0 0,0 0,-1 0,0 0,0 1,0-1,0 0,-1 1,1-1,-1 1,0 0,0 0,0 0,-1 0,1 1,0-1,-1 1,0 0,0 0,1 0,-3 0,-2 0,0-1,0 2,0-1,0 1,0 0,0 1,-1 0,1 0,0 1,0 0,0 1,0-1,0 1,0 1,0 0,1 0,-1 0,1 1,0 0,0 0,1 1,-1 0,1 0,0 1,0 0,0 0,1 0,0 0,0 1,1 0,0 0,0 0,1 1,0-1,0 1,0 0,0 5,3-9,-1 0,1 0,0 0,1-1,-1 1,1 0,-1 0,1 0,0 0,1-1,-1 1,1 0,-1-1,1 1,0-1,0 0,1 1,1 1,23 21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9:53.6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0,'14'2,"15"4,15 0,15-1,14-1,10 1,8 0,3-2,-14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0:0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29,'28'3,"24"0,27 0,24-6,18-3,11-4,-4 0,-22 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9:49.3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0,'0'0</inkml:trace>
  <inkml:trace contextRef="#ctx0" brushRef="#br0" timeOffset="13716.916">189 174,'0'21,"0"19,0 23,0 20,0 21,0 20,-4 14,-7 11,-5 3,-5-2,-6-8,-2-15,-2-21,3-26,6-25</inkml:trace>
  <inkml:trace contextRef="#ctx0" brushRef="#br0" timeOffset="14260.474">28 361,'-2'-6,"1"0,-1 1,1-1,0 0,0 0,1-1,0 1,0 0,0 0,1 0,0 0,0 0,0 0,1 0,0 1,0-1,0 0,1 1,0-1,0 1,0 0,1 0,0 0,2-2,3-3,1 1,0 0,1 1,0 0,0 1,1 0,0 0,0 1,0 1,1 0,0 1,0 0,0 1,0 1,0 0,1 0,-1 2,12 0,-21 0,0 0,0 0,1 1,-1 0,0 0,0 0,0 0,0 0,0 1,0 0,0 0,0 0,-1 0,1 1,-1-1,1 1,-1 0,0 0,0 0,-1 1,1-1,0 1,-1-1,0 1,0 0,0 0,-1 0,1 0,-1 0,0 0,0 0,0 0,-1 1,1-1,-1 0,0 2,-4 11,-1-1,0 1,-1-1,-1-1,-1 1,0-1,-1 0,0-1,-1 0,-1 0,0-1,-1-1,-1 0,-6 5,-41 35,76-61,1 1,0 0,1 2,0 0,0 1,0 0,1 2,-1 0,1 2,0 0,0 0,-1 2,1 0,0 2,-1 0,3 1,-17-3,0-1,0 1,0 0,0 0,0 1,-1-1,1 1,0 0,-1 0,1 0,-1 0,0 0,0 1,0-1,0 1,0 0,-1 0,1 0,-1 1,1-1,-1 0,0 1,-1 0,1-1,-1 1,1 0,-1 0,0 0,-1 0,1 0,-1 0,1 0,-1 0,0 0,-1 0,1 0,-1 0,0 0,0-1,0 1,0 0,-1 1,-7 6,-1 0,0 0,-1-1,0-1,0 0,-1 0,0-1,-1-1,0 0,0 0,0-1,-1-1,0-1,0 0,0 0,0-1,-1-1,-5 0,-104 2,124-4,0 0,0 0,0 0,1 0,-1 0,0-1,0 1,0 0,0 0,1 0,-1 0,0 0,0 0,0 0,0 0,1 0,-1-1,0 1,0 0,0 0,0 0,0 0,0 0,1-1,-1 1,0 0,0 0,0 0,0 0,0-1,0 1,0 0,0 0,0 0,0-1,0 1,0 0,0 0,0 0,0 0,0-1,0 1,0 0,0 0,0 0,0-1,0 1,0 0,-1 0,1 0,0 0,0-1,14-2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0:18.0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153 1,'-9'1,"1"1,-1 0,1 1,0 0,0 0,0 1,0 0,1 1,0-1,-1 1,2 1,-1-1,1 1,-1 0,2 1,-1 0,1-1,0 2,0-1,1 1,-1 1,4-6,0-1,1 1,-1 0,1 0,0 0,0-1,0 1,0 0,0 0,0 0,1-1,-1 1,1 0,0-1,0 1,0 0,0-1,0 1,1-1,-1 0,1 1,0-1,0 0,-1 0,1 0,0 0,1 0,-1 0,0-1,0 1,1-1,-1 0,3 1,92 28,-58-25,1 0,0-3,0-1,0-2,0-2,17-4,13-16,-73 44,2-19,1 1,-1-1,1 0,0 1,0-1,0 0,1 1,-1-1,0 0,1 1,0-1,-1 0,1 1,0-1,0 0,0 0,0 0,1 0,-1 0,1 0,-1 0,1-1,0 1,-1 0,1-1,0 1,0-1,0 0,0 0,0 0,0 0,1 0,-1 0,0 0,1-1,-1 1,1-1,5 3,1-2,-1 1,1-1,-1 0,1-1,0 0,-1 0,1-1,7-1,-13 2,0-1,1 1,-1-1,0 1,-1-1,1 0,0 0,0 0,0-1,0 1,-1-1,1 1,-1-1,1 0,-1 0,0 0,0 0,1-1,-1 1,-1 0,1-1,0 1,-1-1,1 0,-1 0,0 0,0 1,0-1,0 0,-1 0,1 0,-1 0,1-1,-1 1,0 0,-1 0,1 0,0 0,-1 0,0 0,1 0,-1 0,0 0,-1-1,-6-4,0 1,0 0,0 0,-1 0,0 1,-1 1,1-1,-1 2,0-1,0 1,0 1,-1 0,0 0,1 1,-4 0,6 0,-52-12,54 10,27 3,-18 1,263 15,-260-14,5-1,1 1,-1 0,0 1,0 1,0-1,-1 2,1 0,-1 0,1 0,-1 2,5 2,-13-5,0-1,0 1,0 0,0 0,0 0,-1 0,1 0,-1 0,0 0,0 0,0 1,0-1,-1 0,1 1,-1-1,0 1,0-1,0 0,-1 3,1-3,0 0,-1 0,1 0,0 0,0 0,1 0,-1-1,1 1,-1 0,1 0,0 0,0 0,0-1,1 1,-1 0,0-1,1 1,0-1,0 0,0 1,0-1,0 0,0 0,0 0,1 0,5 0,1 1,-1-1,1-1,0 0,0 0,-1 0,1-1,0-1,0 1,-1-1,1-1,0 0,-1 0,1 0,-1-1,0-1,0 1,0-1,-1-1,1 1,-1-1,0-1,0 1,-1-1,1 0,-1-1,-1 0,1 1,-1-2,3-5,24-63,-34 105,0-16,0-10,1 0,-1 1,1-1,0 0,0 0,0 0,0 1,1-1,-1 0,1 1,0-1,0 0,0 1,1-1,-1 0,1 1,0-1,-1 0,1 1,1-1,-1 0,0 0,1 0,0 0,0 0,0-1,0 1,0-1,0 1,1-1,-1 1,1-1,-1 0,1 0,0-1,0 1,2 0,4 0,1-1,0-1,0 0,-1 0,1-1,0 0,-1 0,1-1,-1-1,1 0,-1 0,0-1,0 0,0 0,-1-1,0 0,0 0,0-1,0 0,-1-1,0 0,0 0,-1 0,0-1,0 0,2-5,-4 1,-8 27,4-11,0 0,0 0,0 0,0 0,1 0,0 0,0 0,0 0,0-1,0 1,1 0,0-1,0 1,0-1,0 0,0 1,1-1,-1 0,1 0,0-1,0 1,0 0,0-1,0 0,3 2,5 2,0 0,0-1,0 0,1-1,0 0,0-1,10 2,-9-2,0-1,0 0,0-1,1 0,-1-1,0-1,1 0,-1-1,0 0,0-1,0 0,0-1,-1-1,0 0,1 0,-2-1,1-1,8-6,-17 10,0 1,0-1,0 1,-1-1,0 0,1 0,-1 0,0 0,0 0,-1 0,1-1,-1 1,1-1,-1 1,0-1,0 1,-1-1,1 0,-1 1,0-1,0 0,0 0,0 1,-1-1,1 0,-1 1,0-1,0 1,-1-1,1 1,-1-1,1 1,-1 0,0 0,0 0,-1 0,1 0,0 0,-1 1,0-1,0 1,0 0,0-1,-2 0,1 1,1 0,-1 1,1-1,-1 1,1 0,-1 0,0 0,1 1,-1-1,0 1,0 0,1 0,-1 0,0 1,0-1,1 1,-1 0,1 0,-1 0,0 0,1 1,0 0,-1-1,1 1,0 0,0 1,0-1,0 0,0 1,1 0,-1 0,1-1,0 1,-1 1,2-1,-1 0,0 0,0 1,1-1,0 1,0 0,0-1,0 1,0 2,2 2,-1 0,1 0,1 0,-1 0,2 0,-1-1,1 1,0-1,0 0,1 1,0-1,0-1,1 1,0-1,0 0,0 0,1 0,0-1,0 1,0-2,1 1,0-1,0 0,0 0,0-1,0 0,1 0,0 0,5 0,25 8</inkml:trace>
  <inkml:trace contextRef="#ctx0" brushRef="#br0" timeOffset="383.402">2131 148,'3'72,"-3"-68,0 0,0-1,0 1,1 0,0 0,0-1,0 1,0 0,0-1,1 1,0-1,-1 0,1 1,0-1,1 0,-1 0,1 0,-1-1,1 1,0-1,0 1,0-1,0 0,0 0,1 0,-1 0,1-1,-1 1,1-1,-1 0,1 0,0-1,-1 1,1-1,0 1,0-1,2 0,4-1,0-1,-1 1,1-1,-1-1,1 0,-1 0,0-1,0 0,0-1,-1 0,0 0,0-1,0 0,0 0,-1 0,0-1,-1-1,1 1,-1-1,-1 0,0 0,0-1,0 1,1-5,-4 6,-10 31,6-18,0 0,0 0,1 1,0-1,0 1,1-1,0 0,0 1,0-1,1 1,0-1,0 1,1-1,-1 0,1 0,1 0,-1 0,1 0,0 0,1-1,-1 1,1-1,0 0,0 0,1-1,-1 1,1-1,0 0,1 0,-1 0,0-1,1 0,0 0,0 0,0-1,0 0,6 1,48-12,-34-2</inkml:trace>
  <inkml:trace contextRef="#ctx0" brushRef="#br0" timeOffset="974.824">2720 188,'10'-19,"-8"12,1 0,-1 1,2-1,-1 1,1 0,-1 0,2 0,-1 0,1 1,-1 0,2 0,-1 0,0 0,1 1,0 0,0 0,0 0,1 1,-1 0,1 0,-1 1,1 0,0 0,2 0,-5 3,0 0,0 0,0 0,0 1,0-1,0 1,0 0,-1 0,1 0,-1 1,1-1,-1 1,0 0,0 0,0 0,-1 0,1 0,-1 1,1-1,-1 1,0 0,-1-1,1 1,0 1,21 99,-24-63,-1 0,-1 0,-3 0,-1-1,-3 1,0 5,2 1,2-1,1 31,4-66,1 0,1-1,0 1,0-1,1 0,1 1,0-1,0 0,1 0,0 0,0-1,1 0,0 0,1 0,0 0,1-1,0 0,0 0,0-1,1 0,0 0,1 0,0-1,0-1,0 0,0 0,1-1,7 3,-12-4,0-1,0 0,0 0,0 0,0-1,0 1,0-1,1 0,-1-1,0 1,1-1,-1 0,1-1,-1 1,0-1,0 0,1-1,-1 1,0-1,0 0,0 0,0 0,-1-1,1 0,0 0,-1 0,0 0,0-1,0 0,0 1,-1-2,1 1,-1 0,0-1,0 0,-1-8,-1 0,0 0,-1 0,-1 0,0 0,-1 0,0 0,-1 0,0 1,-1-1,0 1,-1 0,-1 0,0 0,0 1,-1 0,0 0,-1 1,-9-10,-16-18,-1 0,-1 3,-2 0,-2 3,-1 1,-36-20,55 35,21 16,0-1,0 1,0-1,0 1,0-1,0 1,0-1,0 1,0-1,0 1,0-1,0 1,0-1,0 1,1-1,-1 1,0 0,0-1,1 1,-1-1,0 1,0 0,1-1,-1 1,0-1,1 1,-1 0,1 0,-1-1,0 1,1 0,-1 0,1-1,-1 1,1 0,-1 0,1 0,-1 0,1 0,-1 0,1 0,-1 0,1 0,-1 0,1 0,-1 0,1 0,-1 0,0 0,1 0,-1 0,1 1,-1-1,1 0,-1 0,1 1,-1-1,0 0,2 0,253 2,8-15,-261 13,-1-1,0 1,0-1,1 1,-1-1,0 1,0 0,0-1,1 1,-1 0,0 0,0 0,1 0,-1 0,0 0,0 0,1 0,-1 1,0-1,0 0,0 1,1-1,-1 1,0 0,0-1,0 1,0 0,0-1,0 1,0 0,0 0,-1 0,1 0,0 0,0 0,-1 0,1 0,0 0,-1 0,1 0,-1 1,0-1,1 0,-1 0,0 0,0 1,0-1,0 1,-14 74,-3 48,30-87,-2-30</inkml:trace>
  <inkml:trace contextRef="#ctx0" brushRef="#br0" timeOffset="1239.129">3535 1,'0'0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0:16.4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250 455,'-9'-2,"1"0,-1 1,0 0,0 0,0 1,0 0,0 1,0 0,0 0,0 1,0 0,1 1,-1 0,1 0,-1 1,1 0,0 0,1 1,-1 0,1 0,0 1,-2 2,3-1,0-1,0 1,1 1,0-1,0 1,1-1,0 1,1 1,-3 6,5-13,0 0,0 1,1-1,-1 0,1 1,0-1,-1 0,1 1,0-1,0 1,1-1,-1 0,0 1,1-1,0 0,-1 0,1 1,0-1,0 0,0 0,0 0,1 0,-1 0,0 0,1 0,0 0,-1-1,1 1,0-1,0 1,0-1,0 0,0 1,0-1,0 0,0 0,0-1,1 1,6 1,-1-2,1 1,-1-1,1-1,-1 0,1 0,-1 0,0-1,0 0,0-1,0 0,0 0,0-1,-1 1,1-2,-1 1,0-1,-1 0,1-1,-1 1,0-1,0-1,0-1,5-9,-1 0,0-1,-2 0,0-1,-1 0,-1 0,-1-1,0 0,-2 0,0 0,-1 0,-1 0,-1 0,-1-1,-3-16,4 15,0 1,0 0,-1 1,-2-1,0 0,-1 1,0 0,-4-6,8 25,0 1,0-1,0 0,0 1,-1-1,1 0,0 1,0-1,-1 0,1 1,0-1,-1 1,1-1,-1 1,1-1,-1 0,1 1,-1 0,1-1,-1 1,1-1,-1 1,0 0,1-1,-1 1,0 0,1 0,-1-1,0 1,1 0,-1 0,0 0,1 0,-1 0,0 0,0 0,1 0,-1 0,0 0,1 0,-1 1,0-1,1 0,-1 0,0 1,1-1,-1 1,1-1,-1 0,0 1,1-1,-1 1,1-1,-1 1,1-1,0 1,-1 0,1-1,0 1,-1 0,-24 43,25-43,-13 26,3 0,0 1,1 0,2 1,1 0,1 0,2 0,1 0,1 15,1-36,1 0,-1 1,2-1,-1 0,1 0,0 0,1 0,0 0,0 0,1-1,0 0,0 1,1-2,0 1,0 0,0-1,1 0,0 0,0-1,1 1,-1-1,1-1,0 1,1-1,-1 0,1-1,-1 0,1 0,8 1,0-1,0-1,0-1,0 0,0-1,0-1,1 0,-1-2,0 1,-1-2,1 0,-1-1,0-1,0 0,0-1,-1 0,0-2,0 1,5-6,-19 14,0 1,0-1,0 1,1-1,-1 1,0 0,0-1,0 1,0-1,0 1,1-1,-1 1,0-1,1 1,-1-1,0 1,1-1,-1 1,0-1,1 0,-1 1,1-1,-1 1,1-1,-1 0,1 0,-1 1,1-1,-1 0,1 0,-1 1,1-1,-1 0,1 0,0 0,-1 0,1 0,-1 0,1 0,-1 0,1 0,0 0,-1 0,1-1,-1 1,1 0,-1 0,1-1,-1 1,1 0,-1 0,1-1,-1 1,1 0,-1-1,0 1,1-1,-1 1,1-1,-1 1,0-1,0 1,1-1,-1 1,4 7,0-1,0 1,1-1,0 0,0 0,1 0,-1-1,1 1,1-2,-1 1,0-1,1 1,0-2,0 1,0-1,1 0,-1-1,1 0,0 0,-1 0,1-1,0 0,0-1,0 0,0 0,0 0,-5 0,0 1,0-1,1 0,-1 0,0 0,0-1,1 1,-1-1,0 0,0 0,0 0,0 0,0 0,0-1,0 1,0-1,0 0,-1 0,1 0,-1 0,1 0,-1 0,0-1,0 1,0-1,0 0,0 0,-1 1,1-1,-1 0,0 0,0-1,0 1,0 0,0 0,-1 0,1-1,-1 1,0 0,0 0,0-1,-1 1,1 0,-1 0,0-1,0 1,0 0,0-1,-6-6,-1 0,0 0,-1 1,0 0,0 1,-1-1,0 2,0-1,-1 2,1-1,-2 1,1 1,-1 0,0 1,0 0,0 1,0 0,-1 1,1 0,-1 1,-2 0,367 6,-348-6,-1 1,1-1,-1 1,1 0,0 0,-1 0,1 0,0 0,-1 1,1 0,-1-1,1 2,-1-1,1 0,-1 1,0-1,0 1,0 0,0 0,0 0,0 0,0 1,0-1,-1 1,0 0,1-1,-1 1,0 0,0 1,0-1,-1 0,1 0,-1 1,0-1,0 1,1 2,-6 25,3-28,0 0,0 0,0 0,1 0,-1 0,1 1,-1-1,1 0,0 0,1 0,-1 0,0 0,1 0,0 1,-1-1,1 0,1-1,-1 1,0 0,1 0,-1 0,1-1,0 1,0-1,0 1,0-1,0 0,1 0,-1 0,3 2,3-2,1 1,0-1,0-1,0 0,1 0,-1 0,0-1,0-1,0 0,0 0,0-1,0 0,0 0,0-1,0 0,-1 0,0-1,1-1,-2 1,8-6,-4 2,0-1,-1-1,0 0,-1 0,0-1,0 0,2-4,7-10,-18 25,0-1,0 1,0 0,1 0,-1-1,0 1,0 0,0-1,0 1,0 0,0 0,1-1,-1 1,0 0,0 0,0-1,0 1,1 0,-1 0,0 0,0-1,1 1,-1 0,0 0,1 0,-1 0,0 0,0-1,1 1,-1 0,0 0,1 0,-1 0,0 0,1 0,-1 0,0 0,0 0,1 0,-1 0,0 0,1 0,-1 1,0-1,0 0,1 0,-1 0,0 0,1 0,-1 1,0-1,0 0,0 0,1 0,-1 1,0-1,0 0,0 0,1 1,-1-1,0 0,0 1,0-1,0 0,0 1,3 23,-2-19,-1 0,1 1,-1 0,2-1,-1 1,0-1,1 1,0-1,1 0,-1 0,1 0,0 0,0 0,0 0,1-1,0 0,-1 1,2-1,-1-1,0 1,1-1,0 1,0-1,-1-1,2 1,-1-1,0 0,5 2,4-1,0 1,0-1,0-1,1-1,-1 0,0-1,1 0,-1-1,0-1,1 0,-1-1,0 0,0-1,-1-1,1 0,-1-1,0 0,-1-1,0-1,0 0,7-6,-18 13,0-1,0 1,0 0,1 0,-1-1,1 1,-1 0,0 0,1 0,0 1,-1-1,1 0,-1 1,1-1,0 0,-1 1,1 0,0 0,0-1,0 1,-1 0,1 0,0 0,0 1,-1-1,1 0,0 1,-1-1,1 1,0 0,-1-1,1 1,-1 0,1 0,0 0,35 28,-28-21,0 0,1-1,0 0,0-1,0 0,1 0,0-1,0-1,10 3,-9-5,0 0,0-1,-1 0,1-1,0 0,0-1,0 0,0-1,0 0,11-4,-17 4,-1 0,1 0,0 0,-1-1,0 0,1 0,-1 0,0-1,-1 1,1-1,-1 0,1-1,-1 1,0-1,-1 1,1-1,-1-1,0 1,0 0,-1-1,0 1,1-4,-2 5,0-1,0 1,-1 0,0 0,0 0,0-1,0 1,-1 0,1 0,-1 0,0 0,0 0,-1 0,1 0,-1 0,0 0,0 0,0 1,-1-1,1 1,-1 0,0 0,0 0,0 0,0 0,-2-1,-2-1,0 0,0 1,0 0,-1 0,1 1,-1 0,0 0,0 1,0 0,0 0,-1 1,1 0,-1 0,-1 1,0 0,1 0,-1 1,0 0,1 1,-1 0,1 1,-1 0,1 0,0 1,0 0,1 0,-1 1,1 0,0 1,0 0,1 0,0 1,0 0,0 0,-3 5,8-9,1 0,-1 0,1 0,0 0,0 0,0 0,0 0,0 0,1 1,0-1,-1 0,1 1,0-1,1 0,-1 0,0 1,1-1,0 0,0 0,0 0,0 0,0 0,1 0,-1 0,1 0,0 0,0-1,0 1,0-1,0 1,1-1,-1 0,1 0,-1 0,1 0,0-1,0 1,0-1,0 1,8 3,0-1,0 0,0-1,1 0,-1-1,1 0,0-1,-1 0,1-1,9-1,23-3</inkml:trace>
  <inkml:trace contextRef="#ctx0" brushRef="#br0" timeOffset="279.252">2268 0,'-18'0,"-8"5,-5 6,2 7,2 6,6 6,7-3</inkml:trace>
  <inkml:trace contextRef="#ctx0" brushRef="#br0" timeOffset="280.252">2162 509,'21'11,"12"4,14-1,11-2,12-4,-6-3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39:55.4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312 816,'-18'-4,"0"0,0 1,-1 1,1 1,-1 0,1 1,0 1,-2 2,12-2,1 0,0 1,-1 0,1 0,0 1,0 0,0 0,1 1,-1 0,1 0,0 0,0 1,0 0,1 0,0 0,0 1,0 0,0 0,1 0,-3 6,5-8,0-1,0 1,0-1,1 1,0 0,-1-1,1 1,1 0,-1 0,1 0,-1 0,1 0,0 0,0 0,1-1,-1 1,1 0,0 0,0 0,0 0,1-1,-1 1,1 0,0-1,0 0,0 1,0-1,1 0,-1 0,1 0,0 0,0-1,0 1,0-1,0 0,2 2,11 2,1 0,-1 0,1-2,0 0,1-1,-1-1,0 0,1-1,-1-1,1-1,-1 0,1-2,-1 0,4-2,11 0,-1-2,-1-2,0 0,0-3,-1 0,0-1,-1-2,0-1,21-18,-16-5,-33 38,0 1,0 0,0-1,0 1,1-1,-1 1,0-1,0 1,0 0,0-1,0 1,0-1,0 1,-1-1,1 1,0 0,0-1,0 1,0-1,-1 1,1 0,0-1,0 1,0 0,-1-1,1 1,0 0,-1-1,1 1,0 0,-1-1,1 1,0 0,-1 0,1 0,-1-1,1 1,-1 0,1 0,0 0,-1 0,1 0,-1 0,1 0,-1 0,1 0,0 0,-1 0,1 0,-1 0,1 0,-1 0,1 0,0 0,-1 1,1-1,-1 0,1 0,0 1,-1-1,1 0,0 0,-1 1,-27 16,26-15,-1 1,1-1,-1 1,1 0,0 0,0 0,1 0,-1 0,0 1,1-1,0 1,0-1,0 0,0 1,0 0,1-1,0 1,0-1,0 1,0 0,0-1,1 1,-1-1,1 1,0 0,0-1,1 0,-1 1,1-1,-1 0,1 0,0 0,0 0,0 0,1 0,-1 0,1-1,-1 1,1-1,0 0,1 1,5 1,0 0,1-1,-1 0,1-1,-1 0,1 0,0-1,0 0,0-1,0 0,-1-1,1 0,0 0,0-1,-1 0,1-1,-1 0,1 0,-1-1,-1-1,9-4,-13 6,0 0,-1 0,0 0,0-1,0 1,0-1,0 0,-1 0,0 0,0 0,0 0,0 0,0-1,-1 1,0-1,0 1,0-1,-1 1,1-1,-1 0,0 1,0-1,-1 1,1-1,-1 0,0 1,-1 0,1-1,-1 1,1 0,-1-1,-1 1,1 0,0 0,-1 1,0-1,0 1,0-1,0 1,-1 0,1 0,-1 0,0 1,0-1,-4-1,-7-3,-1 1,0 1,0 0,0 1,-1 1,0 1,1 0,-1 1,0 1,0 0,-4 2,64 1,117-8,-87 2,1 2,39 7,-107-6,0 0,0 0,0 1,0 0,0 0,0 0,0 1,0 0,-1 0,1 0,-1 1,1 0,-1 0,0 0,0 1,-1-1,1 1,-1 0,0 1,0-1,0 1,0 0,-1 0,2 2,1 77,-7-29,1-54,0 1,1-1,-1 1,0-1,1 1,-1-1,1 1,-1-1,1 0,0 1,-1-1,1 0,0 1,0-1,0 0,0 0,0 0,1 0,-1 0,0 0,0 0,1 0,-1 0,0-1,1 1,-1-1,1 1,-1-1,1 1,-1-1,1 0,-1 0,1 1,-1-1,1 0,-1-1,1 1,0 0,58-17,-40 7,0-1,-1-1,0-1,-1 0,0-2,-2 0,1 0,-2-2,0 0,11-18,-26 35,1 1,-1-1,0 0,0 0,0 0,1 0,-1 0,0 1,0-1,1 0,-1 0,0 0,0 0,0 0,1 0,-1 0,0 0,1 0,-1 0,0 0,0 0,1 0,-1 0,0 0,0 0,1 0,-1 0,0 0,0 0,0 0,1-1,-1 1,0 0,0 0,1 0,-1 0,0-1,0 1,0 0,0 0,1 0,-1-1,0 1,0 0,0 0,0 0,0-1,0 1,0 0,-5 29,3-17,-1-1,1-1,1 0,0 1,0-1,1 1,0-1,1 1,0-1,1 1,0-1,0 0,1 0,1 0,0 0,0 0,1-1,3 6,-6-13,0 0,0 0,0-1,0 1,1-1,-1 1,0-1,1 0,-1 0,1 0,-1 0,1 0,-1 0,1-1,0 0,-1 1,1-1,0 0,-1 0,1 0,-1-1,1 1,0 0,-1-1,1 0,-1 0,1 0,-1 0,1 0,-1 0,0-1,1 1,0-2,70-59,53-111,-126 172,31-36,-30 36,0 1,0-1,0 1,0-1,0 1,0-1,0 1,0 0,0-1,1 1,-1 0,0 0,0 0,0 0,0 0,1 0,-1 0,0 0,0 0,0 1,0-1,1 0,-1 1,0-1,0 1,0-1,0 1,0 0,0-1,0 1,0 0,-1 0,1 0,0-1,0 1,-1 0,1 1,81 129,-43-59,-33-63,-3-2,0-1,1 0,-1 0,2-1,-1 1,0-1,1 0,0 0,1 0,-1-1,1 1,5 2,-9-6,-1-1,1 0,0 1,0-1,-1 0,1 0,0 0,0 0,-1-1,1 1,0 0,-1-1,1 1,0-1,-1 1,1-1,-1 0,1 0,-1 0,1 0,-1 0,1 0,-1 0,0 0,0-1,0 1,0 0,0-1,0 1,0-1,0 1,0-1,0 0,23-57,-24 58,7-23,-6 14,1 0,0-1,1 1,0 0,1 0,0 1,0-1,1 1,0 0,1 0,0 0,1 1,-1 0,1 0,1 1,0 0,0 0,0 1,1 0,7-4,-3 7,0 1,0 1,0 0,0 1,0 0,0 1,1 1,-2 0,1 1,0 0,0 0,-1 2,0 0,0 0,0 1,0 0,-1 1,0 1,-1-1,1 2,-2-1,2 2,-5-5,0 1,1 0,-2 0,1 0,-1 0,0 1,0 0,-1 0,0 0,0 1,0-1,-1 1,0 0,-1 0,0 0,0 4,-2-9,0-1,0 0,-1 0,0 1,1-1,-1 0,0 0,0 0,0 0,0 0,0 0,-1 0,1 0,-1 0,1-1,-1 1,1-1,-1 1,0-1,0 1,0-1,0 0,0 0,0 0,0 0,0 0,0-1,-1 1,1-1,0 1,0-1,-1 0,0 0,-2 1,0 0,0-1,-1 0,1 0,0-1,0 1,0-1,-1 0,1-1,0 1,0-1,1 0,-1 0,-1-1,3 1,0-1,1 1,-1 0,1 0,0-1,0 0,-1 1,2-1,-1 0,0 0,1 0,-1 0,1 0,0 0,0-1,0 1,0 0,1 0,-1-1,1 1,0-1,0 1,0 0,1-1,-1 1,1-2,32-83,35-24,-47 80,0-1,-2-1,-2-1,-1 0,-2-1,2-9,-10 17,0 1,-2-1,-1 0,-1 0,-1 0,-2-1,0 1,-2 0,-4-15,-13-3,20 46,-1-1,1 1,-1 0,1 0,-1 0,1-1,-1 1,1 0,-1 0,1 0,-1 0,1 0,-1 0,1 0,-1 0,1 0,-1 0,1 1,-1-1,1 0,-1 0,1 0,0 0,-1 1,1-1,-1 0,1 1,-1-1,1 0,0 1,-1-1,1 0,0 1,-1-1,1 0,0 1,0-1,-1 1,1-1,0 1,0-1,0 1,0-1,0 1,-1-1,1 1,0-1,0 1,0-1,0 1,1-1,-1 1,0-1,-11 131,11-76,2 0,2-1,3 1,2-2,7 20,-9-45,2-1,0-1,2 0,1 0,1-1,1 0,1-1,2-1,0-1,1 0,7 5,35 14,-37-34</inkml:trace>
  <inkml:trace contextRef="#ctx0" brushRef="#br0" timeOffset="282.755">2424 402,'-16'-2,"0"-1,13 0,24 0,30 2,34-2,33-1,23 1,-13 1</inkml:trace>
  <inkml:trace contextRef="#ctx0" brushRef="#br0" timeOffset="1236.248">3535 749,'-3'-8,"-1"0,0 0,0 0,0 0,-1 1,0 0,-1 0,0 0,0 0,0 1,-1 0,1 1,-1-1,-1 1,1 1,-1-1,0 1,0 0,0 1,-1 0,1 1,-1-1,1 1,-1 1,0 0,0 0,0 1,0 0,0 0,1 1,-1 0,0 1,0 0,1 0,-1 1,3 0,1 0,0 1,-1-1,1 1,1 0,-1 0,0 0,1 1,0 0,0 0,1 0,-1 0,1 1,0-1,0 1,1 0,0-1,0 1,0 0,0 1,1-1,0 0,1 0,-1 0,1 1,1-1,-1 0,1 1,0-1,0 0,1 0,-1 0,2 0,-1 0,0-1,1 1,0 0,1-1,-1 0,5 5,0-3,0-1,1 1,0-1,0-1,1 0,-1 0,1-1,0 0,1 0,-1-1,0-1,1 0,0 0,-1-1,1-1,0 1,0-2,-1 1,1-2,0 1,-1-1,1-1,-1 0,0-1,0 0,0 0,0-1,-3 0,-1 1,1-2,-1 1,0-1,-1 0,1 0,-1 0,-1-1,1 0,-1 0,0 0,0-1,-1 1,0-1,-1 0,1 1,-2-1,1 0,-1-1,0 1,-1 0,1 0,-2 0,1-1,-1 1,-1 0,2 8,0 0,0 1,-1-1,1 0,0 0,0 0,0 0,-1 0,1 0,0 0,0 0,-1 0,1 0,0 0,-1 0,1 0,0 0,0 0,-1 0,1 0,0 0,0 0,-1 0,1 0,0 0,0 0,-1 0,1-1,0 1,0 0,0 0,-1 0,1 0,0-1,0 1,0 0,0 0,-1 0,1-1,0 1,0 0,0 0,0-1,0 1,0 0,0 0,0-1,0 1,0 0,0 0,0-1,0 1,0 0,0-1,0 1,-5 24,5-15,1 0,1 0,-1 0,1 0,1-1,0 1,0 0,0-1,1 0,1 0,-1 0,1 0,0-1,1 0,0 0,0 0,1-1,-1 0,1 0,1-1,-1 0,1 0,0 0,3 0,-5-1,0-1,1 0,-1 0,1 0,0-1,0 0,0 0,0-1,1 0,-1 0,0 0,0-1,1 0,-1-1,0 0,0 0,0 0,1-1,-1 0,-1-1,1 1,0-1,-1 0,1-1,-1 0,0 0,0 0,0-1,-1 0,2-2,-2 2,-1 0,1 0,-1-1,-1 0,1 0,-1 0,0 0,0-1,-1 1,0-1,0 0,-1 1,1-1,-1 0,-1 0,0 0,1 0,-2 0,1 0,-1 0,0 0,-2-3,3 11,0-1,1 1,-1-1,0 1,0-1,0 1,0 0,0-1,0 1,0-1,-1 1,1-1,0 1,0-1,0 1,0-1,-1 1,1-1,0 1,-1-1,1 0,0 1,-1-1,1 1,0-1,-1 0,1 1,-1-1,1 0,-1 0,1 1,0-1,-1 0,1 0,-1 1,0-1,1 0,-1 0,1 0,-1 0,1 0,-1 0,1 0,-1 0,1 0,-1 0,1 0,-1 0,1-1,-1 1,1 0,-1 0,1 0,-1-1,1 1,-1 0,1-1,-1 1,1 0,0-1,-1 1,1-1,0 10,1 1,0-1,1 0,0 0,0 0,1 0,0-1,1 1,-1-1,2 0,-1 0,1 0,1 0,-1-1,1 0,0 0,1-1,0 1,0-1,0-1,1 1,-1-1,1-1,1 0,1 1,-5-3,0-1,1 1,-1-1,1 0,0-1,-1 0,1 1,0-2,-1 1,1-1,0 0,-1 0,1 0,-1-1,1 0,-1 0,0 0,0-1,0 1,0-1,0-1,-1 1,1-1,-1 1,0-1,3-4,4-4,-1 0,0-1,-1 0,0-1,-1 0,0-1,-1 1,4-14,-4 19,-7 29,0-14,-1 2,1 0,0-1,1 1,-1 0,1-1,1 1,-1-1,2 1,-1-1,1 0,0 0,0 0,1 0,-1 0,2-1,-1 1,1-1,0 0,0-1,1 1,-1-1,1 0,0-1,1 1,-1-1,2 0,1 0,0 0,0-1,0 0,1 0,0-1,-1-1,1 1,0-2,0 1,0-1,0-1,-1 0,1 0,0-1,0 0,-1-1,1 0,-1 0,0-1,0 0,0-1,-1 0,0 0,1-1,-2 0,1 0,-1-1,0 0,0 0,-1-1,0 1,0-2,-1 1,0 0,-1-1,0 0,0 0,2-7,2-22,0 0,-3 0,-1 0,-2 0,-2-1,-1 1,-2-2,2 10,0-8,-1-1,-3 0,-8-37,13 75,0-1,0 0,1 0,-1 1,-1-1,1 0,0 1,0-1,-1 0,1 0,-1 1,1-1,-1 1,0-1,0 0,0 1,0-1,0 1,0 0,0-1,0 1,0 0,-1 0,1 0,0 0,-1 0,1 0,-1 0,1 0,-1 0,0 1,1-1,-1 1,0-1,1 1,-1-1,0 1,1 0,-1 0,0 0,0 0,1 0,-1 1,0-1,0 0,1 1,-1-1,-6 9,1-1,0 1,1 0,0 0,0 1,1-1,0 2,1-1,0 0,1 1,0-1,1 1,-1 1,3-11,-7 25,0 1,2-1,1 1,1 0,2 0,0 0,2 0,1 0,1-1,1 1,1 0,2-1,0 0,2-1,1 0,1 0,1-1,1 0,1-1,1-1,1 0,1-1,1-1,1 0,9 6,10 1</inkml:trace>
  <inkml:trace contextRef="#ctx0" brushRef="#br0" timeOffset="1750.37">4256 509,'101'20,"1"-5,75 1,-114-11,455 37,-477-35,-41-8,1 1,-1 0,0 0,1 0,-1-1,0 1,1 0,-1 0,0 0,1 0,-1 0,0 0,1 0,-1 0,0 0,1 0,-1 0,0 0,1 0,-1 0,1 0,-1 0,0 0,1 0,-1 1,0-1,1 0,-1 0,0 0,0 1,1-1,-1 0,0 0,1 1,-1-1,0 0,0 0,0 1,1-1,-1 0,0 1,0-1,0 0,0 1,0-1,0 0,1 1,-1-1,0 0,0 1,0-1,0 1,0-1,0 0,-1 1,1-1,0 0,0 1,0-1,0 0,0 1,0-1,-1 0,1 1,0-1,0 0,-23 10,21-10,-20 7,1 1,-1 1,1 1,1 0,-18 13,32-19,-1 1,1 1,-1-1,2 1,-1 0,1 1,-1-1,2 1,-1 0,1 0,0 0,1 1,-1-1,1 1,1 0,0 0,0 0,0 2,1-6,1 0,0-1,0 1,0 0,0 0,0 0,1-1,0 1,-1 0,2 0,-1-1,0 1,1-1,-1 1,1-1,0 0,0 0,0 0,1 0,-1 0,1 0,0 0,-1-1,1 1,0-1,1 0,-1 0,0 0,1 0,-1-1,1 1,-1-1,1 0,-1 0,1 0,0-1,0 1,0-1,-1 0,1 0,0 0,0-1,-1 1,1-1,0 0,3-1,6-3,0-1,0-1,0 1,-1-2,0 0,-1-1,1 0,-2 0,1-1,-1 0,-1-1,0 0,-1-1,0 0,0 0,-2-1,1 0,3-13,-9 24,1 0,-1-1,0 0,0 1,0-1,0 0,0 0,0 0,-1 0,0 1,1-1,-1 0,0 0,0 0,-1 0,1 0,0 0,-1 0,0-1,-1 4,1 0,0 0,0 0,-1 0,1 0,0 0,0 0,-1 1,1-1,0 0,0 1,0-1,0 1,-1 0,1-1,0 1,0 0,0-1,0 1,0 0,1 0,-1 0,0 0,0 0,1 0,-1 0,0 0,1 0,-1 1,1-1,-1 0,1 1,-3 4,0 0,0 0,1 0,-1 0,1 0,1 0,-1 0,1 1,0-1,1 1,0-1,0 1,0-1,1 1,-1-1,2 0,-1 1,1-1,0 0,0 0,0 0,1 0,0 0,1 0,-1-1,1 0,0 0,0 0,0 0,5 4,7 3,0 1,1-2,1 0,-1-2,2 1,-1-2,2 0,64 23</inkml:trace>
  <inkml:trace contextRef="#ctx0" brushRef="#br0" timeOffset="2438.97">7692 870,'-31'-9,"0"1,-1 2,0 1,0 2,0 1,-1 2,25-1,0 1,1 0,-1 1,1 0,-1 0,1 0,-1 1,1 0,0 1,0-1,0 2,0-1,0 1,1 0,-1 0,1 0,0 1,1 0,-1 1,1-1,0 1,0 0,1 0,0 0,0 1,0 0,1-1,0 1,0 0,1 1,-1-1,2 0,-2 6,3-7,0 0,1 0,-1 0,1-1,0 1,1 0,-1-1,1 1,0-1,1 0,-1 0,1 0,0 0,0 0,1 0,-1-1,1 1,0-1,0 0,1 0,-1-1,1 1,0-1,0 0,0-1,0 1,0-1,1 0,-1 0,1 0,-1-1,1 0,0 0,-1 0,1-1,0 0,0 0,-1 0,1-1,1 0,5-1,0 0,-1-1,1 0,-1-1,0 0,0 0,0-1,-1-1,0 0,0-1,0 0,-1 0,0-1,0 0,-1 0,0-1,2-4,3-3,-1-2,0 0,-2 0,0-1,-1 0,-1-1,-1 0,0 0,0-9,0 1,-2 0,-1-1,-2 0,0 0,-2 0,-1 0,-2 1,-1-1,0 0,-3 1,-5-18,11 42,0 0,0-1,0 1,0 0,-1 0,1-1,-1 1,0 1,-1-1,1 0,0 0,-1 1,0 0,0-1,0 1,0 0,-1 0,1 1,-1-1,0 1,0 0,1 0,-1 0,-1 0,1 0,0 1,0 0,-1 0,1 0,0 1,-1-1,1 1,0 0,-1 0,1 1,-1 0,-4 4,1 1,0 0,0 0,1 1,0 0,0 1,1-1,-1 1,2 1,-1-1,1 1,1 0,-1 0,2 0,-1 1,1-1,1 1,-1 0,2 0,-1 0,-2 10,0 0,1 0,1 0,1 1,1-1,1 1,0-1,2 0,0 0,1 0,2 0,0 0,0-1,2 0,0-1,2 0,0 0,1 0,0-2,1 1,1-2,1 1,0-2,1 0,1-1,0 0,1-1,0-1,15 7,-16-10,1-1,0-1,0-1,1 0,0-1,0-1,0-1,0 0,0-2,12 0,-22-1,0 1,0-1,0-1,0 0,-1 0,1 0,-1-1,1 0,-1-1,0 1,0-1,0-1,-1 1,0-1,1 0,-2-1,1 0,-1 1,1-2,-2 1,1-1,-1 1,0-1,0 0,-1-1,3-6,-2 0,1 0,-2-1,0 1,0-1,-2 0,0 0,0 0,-2 1,0-1,0 0,-1 0,-1 1,-1-1,0 1,-1 0,-1-2,-28-30,34 45,-1 0,0 0,-1 0,1 0,0 1,0-1,0 0,0 1,-1-1,1 0,0 1,-1 0,1-1,0 1,-1 0,1-1,0 1,-1 0,1 0,-1 0,1 0,0 1,-1-1,1 0,0 0,-1 1,1-1,0 1,-1-1,1 1,0 0,0 0,0-1,0 1,-1 0,1 0,0 0,-2 5,0-1,1 1,0 0,0 0,0 0,1 0,0 0,0 0,0 0,1 1,0-1,0 0,0 0,1 1,0-1,0 0,1 0,0 0,0 0,0-1,0 1,1 0,0-1,1 0,-1 1,1-1,0 0,14 15,0-1,1-1,0-1,2-1,0-1,0 0,2-2,-1 0,2-2,0 0,0-2,1-1,0 0,2-2,82 25</inkml:trace>
  <inkml:trace contextRef="#ctx0" brushRef="#br0" timeOffset="2896.261">9497 1,'-5'88,"5"0,3 1,4-1,15 66,-17-107,3-2,1 1,2-1,3 0,1-2,2 1,16 26,-30-64,0 1,1-1,0 0,0 0,1 0,-1-1,1 0,0 1,1-2,-1 1,1-1,0 0,0 0,0 0,1-1,-1 0,1 0,0-1,0 1,0-2,0 1,0-1,0 0,1 0,-1-1,0 0,0 0,1-1,-1 0,0 0,0-1,0 0,0 0,0-1,-1 0,4-1,1-6,-1 0,0-1,0 0,-1-1,0 0,-1 0,-1-1,0 0,0 0,-1-1,-1 1,-1-1,0-1,0 1,-1 0,-1-1,-1 0,0-10,-12 82,9-48,1 0,0 0,0 1,1-1,0 1,0-1,1 0,0 1,1-1,0 0,1 0,0 0,0 0,0-1,1 1,1-1,0 0,0 0,0 0,6 5,20 8,1-6</inkml:trace>
  <inkml:trace contextRef="#ctx0" brushRef="#br0" timeOffset="3066.341">10218 670,'-18'-7,"-13"-5,-8-4,-4-2,-4-1,-5 2,6 2</inkml:trace>
  <inkml:trace contextRef="#ctx0" brushRef="#br0" timeOffset="4508.528">9362 348,'77'-8,"0"4,0 3,0 3,0 4,0 3,-1 3,-1 4,68 24,-118-32,-2 2,1 1,-2 0,1 2,-2 0,11 10,-23-16,0 0,-1 1,0 0,-1 1,0-1,0 1,-1 0,0 1,-1 0,0 0,0 0,-1 0,0 1,-1 0,0 0,-1 1,4 71,-6-70,0 1,0-1,1 1,1-1,0 1,1-1,1 0,0 0,0 0,2-1,5 11,-9-19,1 0,0-1,0 1,0-1,0 0,1 0,-1 0,1-1,0 1,0-1,0 0,0 0,0 0,0 0,1-1,-1 0,0 0,1 0,-1 0,1-1,-1 1,1-1,0 0,-1-1,1 1,-1-1,1 0,-1 0,0 0,2-1,2-1,1-1,-1 0,0 0,0-1,0 1,-1-2,0 1,0-1,0 0,0-1,-1 1,0-1,-1-1,4-5,0-4,0-1,-2 0,0 0,-1-1,-1 0,-1 0,1-8,-6 43,0 1,1-1,1 0,1 1,0-1,1 0,0 0,2-1,0 1,0-1,2 0,3 7,-8-19,0 0,1 0,-1 0,0-1,1 1,-1-1,1 1,0-1,0 0,0 0,0 0,0-1,1 1,-1-1,0 1,1-1,-1 0,1-1,-1 1,1 0,0-1,-1 0,1 0,-1 0,1 0,0-1,-1 1,1-1,-1 0,1 0,-1 0,0-1,1 1,-1-1,0 0,0 0,0 0,0 0,0 0,13-11,0-1,-1 0,0-1,-2-1,1 0,-2-1,0 0,-1-1,-1 0,3-10,13-17,-26 45,1 0,-1 0,0 0,0 0,0 0,0 0,0 0,0 0,1 1,-1-1,0 0,0 0,0 0,0 0,0 0,1 0,-1 0,0 0,0 0,0 0,0 0,0 0,1 0,-1 0,0 0,0 0,0 0,0 0,0 0,1-1,-1 1,0 0,0 0,0 0,0 0,0 0,-3 20,2-19,0 4,-16 127,17-127,0-1,1 1,-1 0,1 0,0-1,0 1,0-1,1 1,-1-1,1 1,0-1,1 0,-1 0,1 0,-1 0,1 0,0-1,1 1,-1-1,1 0,-1 0,1 0,0-1,0 1,0-1,2 1,9 0,-1-1,0 0,0-1,1-1,-1 0,1-1,-1-1,0 0,0-1,0 0,0-1,0-1,-1 0,0-1,0 0,0-1,-1-1,0 0,0 0,4-6,-10 10,-1-1,1 0,-1-1,0 1,-1-1,0 0,1 0,-2 0,1-1,-1 0,0 1,0-1,-1 0,0 0,0-3,-1 9,44-98,-37 79,-7 29,-12 47,6-36,0 0,1 0,2 0,0 0,0 0,2 0,1 1,1-1,0 0,5 17,10 12,16 80,-28 127,-6-171,3 0,9 57,-9-122,-19-45,5-27,2 0,2-1,3 0,2-1,2 1,2 0,3-1,2 1,7-19,4-94,-9 38,-7-108,-2 207,1 28,0 1,0-1,0 1,0 0,0-1,1 1,-1 0,0-1,0 1,0 0,0-1,0 1,1 0,-1-1,0 1,0 0,0-1,1 1,-1 0,0 0,1-1,-1 1,0 0,0 0,1 0,-1 0,0-1,1 1,-1 0,0 0,1 0,-1 0,1 0,-1 0,0 0,1 0,-1 0,0 0,1 0,-1 0,0 0,1 0,-1 0,1 0,-1 0,0 1,1-1,-1 0,0 0,0 0,1 1,-1-1,0 0,1 0,-1 0,0 1,0-1,1 0,-1 1,22 19,-18-17,240 200,-203-165,-41-37,0 0,0-1,0 1,1 0,-1-1,0 1,0 0,0 0,0-1,0 1,-1 0,1-1,0 1,0 0,0-1,0 1,-1-1,1 1,0 0,-1-1,1 1,-1-1,1 1,0-1,-1 1,1-1,-1 1,1-1,-1 1,0-1,1 0,-1 1,1-1,-1 0,0 1,1-1,-1 0,0 0,1 0,-1 0,0 0,1 1,-1-1,0 0,0-1,-127 11,16-4,111-6,0-1,0 1,0 0,0 0,0 0,0 0,0 0,0 0,0 0,0 1,0-1,0 0,0 0,0 1,0-1,0 1,0-1,0 1,0-1,0 1,1 0,-1-1,0 1,0 0,1-1,-1 1,0 0,1 0,-1 0,1 0,-1 0,1-1,0 1,-1 0,1 0,0 0,0 0,-1 0,1 0,0 0,0 0,0 0,0 0,0 0,1 0,-1 0,0 0,0 0,1 1,10 9</inkml:trace>
  <inkml:trace contextRef="#ctx0" brushRef="#br0" timeOffset="10316.285">914 1979,'-10'-4,"0"0,0 1,-1 0,1 1,-1 0,0 1,0 0,1 0,-1 1,0 1,0-1,0 2,1 0,-1 0,0 1,1 0,0 1,0 0,0 1,0 0,1 0,0 1,0 0,-3 3,5-1,-1 0,2 1,-1-1,1 1,1 1,0-1,0 1,0 0,1 0,1 0,0 0,0 1,1 0,1-1,-1 1,2 0,0 0,0-1,1 1,0 5,0-13,0 0,0 0,1 0,-1 0,1 0,-1 0,1-1,0 1,0-1,0 1,0-1,0 0,1 0,-1 0,1 0,-1 0,1 0,0-1,0 0,0 1,0-1,-1 0,2 0,-1 0,0-1,0 1,0-1,0 0,0 0,0 0,1 0,-1 0,0-1,0 1,0-1,0 0,0 0,0 0,0 0,0-1,1 0,10-7,-1-1,-1 0,0-1,0 0,-1-1,-1 0,0-1,0 0,-2 0,1-1,-2 0,0-1,5-14,2-14,-2-2,-1 0,-3 0,-2-1,-1 0,-3 0,-2 0,-1 0,-4-9,4 14,-8-45,6 89,-12 129,14-101,0-8,-2 13,0 0,2 1,2-1,2 0,1 0,1 0,2 0,2-1,1 0,2 0,10 18,-18-45,0-1,1 0,1 0,-1 0,1-1,0 1,1-2,-1 1,1-1,0 0,0 0,1 0,0-1,-1-1,1 1,1-1,-1-1,0 1,1-1,-1-1,1 0,-1 0,1 0,0-1,-1-1,1 1,0-2,-1 1,1-1,-1 0,0-1,1 0,-1 0,0 0,-1-1,2-2,-3 2,0-1,0 0,-1 0,1-1,-2 1,1-1,0 0,-1-1,0 1,-1-1,0 1,0-1,0 0,-1 0,0-1,0 1,0 0,-1-1,0-3,-5 91,4-64</inkml:trace>
  <inkml:trace contextRef="#ctx0" brushRef="#br0" timeOffset="10581.574">1222 1726,'-3'0,"3"0,2 0,2 2,-1 1</inkml:trace>
  <inkml:trace contextRef="#ctx0" brushRef="#br0" timeOffset="11467.721">1890 1926,'-22'6,"0"-1,0 1,0 1,1 1,0 1,1 0,0 2,0 0,1 2,-7 5,25-17,0 0,-1 0,1 0,0 0,0 0,0 0,0 1,1-1,-1 0,0 0,0 1,1-1,-1 0,1 1,-1-1,1 1,0-1,-1 1,1-1,0 1,0-1,0 1,0-1,0 1,0-1,1 1,-1-1,0 0,1 1,-1-1,1 1,0-1,-1 0,1 1,0-1,0 0,0 0,0 1,49 34,244 79,-252-85,-41-29,0 0,-1 0,1 0,0 0,-1 0,1 1,-1-1,0 0,1 0,-1 0,0 0,0 0,0 1,1-1,-1 0,0 0,-1 0,1 0,0 1,0-1,0 0,-1 0,1 0,-1 0,1 0,-1 0,1 1,-1-1,1 0,-1-1,0 1,0 0,1 0,-1 0,0 0,0-1,0 1,0 0,0-1,0 1,-8 4,0 0,0-1,0 0,-1 0,1-1,-1 0,0-1,0 0,0 0,0-1,0-1,0 0,-8-1,16 2,-1-1,1 0,-1 0,1 0,-1 0,0-1,1 1,-1-1,1 0,0 1,-1-1,1 0,-1 0,1-1,0 1,0 0,0-1,0 1,0-1,0 0,0 0,0 0,1 0,-1 0,1 0,0 0,-1 0,1 0,0-1,0 1,0-1,1 1,-1-1,0 1,1-1,0 1,-1-1,1 1,0-1,1 1,-1-1,0 1,1-1,-1 1,1-3,5-9,1 0,0 0,1 0,1 1,0 0,0 1,1 0,1 0,12-9,-15 12,63-62,-32 34,-1-1,-2-3,28-41,-55 69,-1-1,0 0,-1 0,0-1,-1 1,-1-1,0-1,-2 1,1-1,-2 0,0 1,-1-1,0 0,-2 0,0-7,-15-49,16 72,-1 1,1-1,0 1,0-1,-1 1,1-1,0 1,-1-1,1 0,0 1,-1-1,1 0,-1 1,1-1,-1 0,1 0,-1 1,1-1,-1 0,1 0,-1 0,1 0,-1 0,1 0,-1 0,1 0,-1 0,1 0,-1 0,1 0,-1 0,1 0,-1 0,1 0,-1-1,1 1,-1 0,1 0,-1-1,1 1,-1 0,1 0,-1-1,24 214,12 164,-33-359,1-1,1 0,0-1,1 1,1-1,2 6,-6-18,0 0,0 0,0-1,0 1,1 0,-1-1,1 0,0 1,0-1,0 0,1-1,-1 1,1 0,-1-1,1 0,0 0,0 0,0 0,0-1,0 0,0 0,0 0,1 0,-1 0,0-1,1 0,1 0,22-3</inkml:trace>
  <inkml:trace contextRef="#ctx0" brushRef="#br0" timeOffset="11737.513">1810 1752,'20'0,"26"0,26 0,28 0,18 0,12 2,-15 1</inkml:trace>
  <inkml:trace contextRef="#ctx0" brushRef="#br0" timeOffset="12704.471">2919 2073,'-24'-16,"-2"2,0 0,-1 1,0 2,-1 1,21 7,-1 1,0-1,0 2,0-1,0 1,-1 1,1-1,0 1,0 1,0-1,-1 1,1 1,0 0,0 0,1 0,-1 1,0 0,1 1,0 0,-1 0,4-1,0-1,0 1,0 0,1 0,-1 1,1-1,0 1,0-1,0 1,0 0,1 0,-1 0,1 1,0-1,1 0,-1 1,1-1,0 1,0 0,0 0,0-1,1 1,0 0,0 0,0-1,1 1,0 0,-1-1,2 1,-1 0,0-1,1 1,0-1,0 0,0 1,1-1,0 0,-1-1,1 1,0 0,1-1,-1 1,1-1,1 1,4 1,-1 0,1-1,0 0,0-1,1 0,-1 0,1-1,-1 0,1-1,0 0,0-1,-1 1,1-2,0 0,0 0,-1 0,1-1,-1-1,1 0,-1 0,0-1,0 0,0 0,-1-1,1 0,-1-1,0 0,-1 0,0 0,0-1,0-1,0 1,-1-1,-1 0,1 0,-1 0,-1-1,0 0,0 0,0 0,-1 0,-1-1,1 1,-2-1,1-2,-7-8,-3 34,6-7,0 0,1 1,-1-1,2 0,-1 1,1-1,0 0,1 1,0-1,0 0,1 0,-1 0,1 0,1 0,0 0,0 0,0-1,0 1,1-1,0 0,1 0,-1 0,1-1,0 0,1 0,-1 0,1 0,0-1,0 0,0 0,1-1,3 2,-4-3,1 0,0 0,0 0,1-1,-1 0,0-1,0 1,0-1,1-1,-1 1,0-1,0-1,0 1,0-1,0-1,0 1,0-1,-1 0,0 0,1-1,-1 0,0 0,-1-1,1 1,-1-1,0 0,0-1,0 1,-1-1,0 0,0 0,0 0,-1-1,0 1,1-5,4-54,-16 76,7-5,0 0,0 0,0 0,1 0,0 0,0 0,0 0,1 0,0 0,0-1,1 1,-1 0,1 0,1-1,-1 1,1-1,0 0,0 0,0 0,1 0,-1 0,1-1,1 0,-1 0,0 0,1 0,0 0,0-1,0 0,0 0,1-1,-1 1,1-1,-1 0,1-1,0 1,0-1,0 0,0-1,0 1,0-1,0 0,0-1,0 1,1-2,2-1,0-1,0 0,0-1,0 1,-1-2,0 1,0-1,0-1,-1 0,0 0,0 0,-1 0,1-1,-2 0,1-1,-1 1,-1-1,0 0,0 0,0-1,-1 1,-1-1,1-2,-3 11,0 0,0 1,0 0,0-1,-1 1,1-1,0 1,0-1,0 1,0 0,0-1,0 1,0-1,0 1,0-1,0 1,0-1,0 1,0-1,0 1,0 0,1-1,-1 1,0-1,0 1,0 0,1-1,-1 1,0-1,0 1,1 0,-1-1,0 1,1 0,-1 0,0-1,1 1,-1 0,1 0,-1-1,1 1,-1 0,0 0,1 0,-1 0,1 0,-1 0,1 0,-1 0,1 0,-1 0,0 0,1 0,-1 0,1 0,-1 0,1 0,-1 0,0 1,1-1,-1 0,1 0,-1 0,0 1,1-1,-1 0,0 1,1-1,-1 0,0 1,12 25,-7-13,0-1,1 1,1-1,-1 0,2-1,0 0,0 0,1-1,0 0,1 0,8 6,-12-11,0-1,0 0,0-1,0 0,0 0,1 0,-1 0,1-1,0 0,0-1,0 0,-1 0,1 0,1-1,-1 0,0 0,0 0,0-1,-1 0,1-1,0 0,0 0,-1 0,1-1,-1 0,1 0,-1 0,0-1,0 0,-1 0,1-1,-1 0,1-1,7-13,0 0,-1-1,-1-1,-1 0,-1-1,-1 1,0-2,-2 1,-1-1,-1 0,0 0,-2 0,-1-17,6-70,-4 0,-8-44,2 140,1 20,-2 27,-2 348,5-358,1 1,2-1,0 1,1-1,1 1,1-1,1 0,1-1,1 0,2 0,0 0,1-1,10 14,-18-31,1 0,-1 0,1-1,0 1,1-1,-1 0,1 0,-1 0,1 0,0-1,0 0,1 0,19 3</inkml:trace>
  <inkml:trace contextRef="#ctx0" brushRef="#br0" timeOffset="12983.264">3694 1819,'28'4,"26"2,23 0,19-1,9-2,2 2,-17-1</inkml:trace>
  <inkml:trace contextRef="#ctx0" brushRef="#br0" timeOffset="13254.539">4456 1966,'-9'3,"0"1,-1 0,1 0,1 1,-1 1,1-1,0 1,0 0,1 1,-1 0,2 0,-1 1,1-1,0 1,0 1,1-1,0 1,1 0,0 0,0 1,1-1,0 1,1-1,0 1,1 0,0 1,0-7,1 1,0 0,0-1,1 1,-1-1,1 1,0-1,0 1,1-1,-1 1,1-1,0 0,0 0,1 0,-1 0,1 0,0 0,0-1,0 0,0 1,0-1,1 0,0 0,0-1,-1 1,1-1,1 0,-1 0,0 0,0-1,1 1,-1-1,1 0,-1 0,1-1,0 1,-1-1,1 0,0 0,-1-1,1 1,1-2,4-3,-1 0,-1-1,1 0,-1-1,0 0,0 0,-1 0,0-1,-1 0,1-1,-2 1,1-1,-1 0,0-1,-1 1,0-1,-1 0,0 0,0 0,-1-1,-1 1,0 0,0-1,-1 1,0-1,-1-4,-8-31,9 45,0 1,0-1,0 0,0 0,0 0,0 1,-1-1,1 0,0 0,-1 1,1-1,0 0,-1 1,1-1,-1 0,1 1,-1-1,0 1,1-1,-1 1,1-1,-1 1,0-1,1 1,-1 0,0-1,0 1,1 0,-1 0,0-1,0 1,0 0,1 0,-1 0,0 0,0 0,0 0,1 0,-1 0,0 0,0 1,1-1,-1 0,0 0,0 1,1-1,-1 0,0 1,1-1,-1 1,0-1,1 1,-1-1,-2 5,-1 0,1-1,1 1,-1 0,1 1,0-1,0 0,0 1,1-1,0 1,0-1,0 1,1-1,0 1,0 0,0-1,0 1,1 0,0-1,1 1,-1-1,2 4,2-1,0 0,1-1,-1 0,1 0,1 0,-1-1,1 0,1 0,-1-1,1 1,0-2,0 1,0-1,0 0,1-1,0 0,-1-1,1 1,0-2,0 1,8-1,171 18,-91-15</inkml:trace>
  <inkml:trace contextRef="#ctx0" brushRef="#br0" timeOffset="13531.337">6222 1913,'0'20,"0"16,0 11,0 7,0 1,0-5,0-8,0-9,-3-11,0-8</inkml:trace>
  <inkml:trace contextRef="#ctx0" brushRef="#br0" timeOffset="13973.112">5887 1739,'67'8,"0"3,-1 3,0 2,48 21,-102-33,0 0,0 1,0 1,-1 0,0 0,0 1,0 0,-1 1,0 1,0-1,-1 1,-1 1,1 0,-1 0,-1 1,0-1,-1 2,0-1,0 1,2 7,8 142,-16-158,1 0,0 1,-1-1,1 0,1 0,-1 0,0-1,1 1,-1 0,1 0,0-1,0 1,0-1,0 1,0-1,1 0,-1 0,1 0,-1 0,1-1,0 1,0-1,0 1,0-1,0 0,0 0,0 0,0-1,0 1,0-1,0 1,1-1,-1 0,0 0,0-1,0 1,1-1,-1 0,0 1,0-1,3-2,4-1,1-1,-1-1,0 0,0 0,-1-1,1 0,-2-1,1 0,-1 0,0-1,-1 0,0 0,0-1,-1 0,0 0,-1 0,0-1,-1 0,0 0,-1 0,0 0,0-1,-1 1,-1-1,0 1,-1-1,0-5,-1 14,-1 19,3-5,0-1,0 0,1 0,0-1,1 1,0 0,0-1,1 1,0-1,1 0,0 0,1-1,-1 0,2 0,-1 0,1 0,0-1,1 0,-1-1,1 0,1 0,4 2,13 8,1-2,0-1,0-2,2 0,-1-2,30 6,23 2</inkml:trace>
  <inkml:trace contextRef="#ctx0" brushRef="#br0" timeOffset="14474.94">7946 1498,'52'540,"-50"-518,-2-6,1-1,1 0,1 0,0 0,0 0,2 0,0 0,0-1,2 0,3 7,-7-18,-1 0,0-1,1 1,-1-1,1 0,0 0,0 0,0 0,0 0,0-1,0 1,1-1,-1 0,0 0,1 0,-1 0,1-1,-1 1,1-1,-1 0,1 0,-1 0,1 0,-1-1,1 0,-1 1,1-1,-1 0,2-2,91-50,6-33,-100 85,-2 0,0 0,1 0,-1 0,0 0,1 1,-1-1,1 0,-1 0,1 1,-1-1,1 0,0 1,-1-1,1 1,0-1,0 1,-1-1,1 1,0-1,0 1,0 0,0-1,0 1,-1 0,1 0,0 0,0-1,0 1,0 0,0 0,0 1,0-1,0 0,-1 0,1 0,0 0,0 1,0-1,0 0,0 1,-1-1,1 1,0-1,0 1,-1-1,1 1,0 0,-1-1,1 2,-2 59,-1-57,1 0,0 1,1-1,-1 1,1-1,0 1,0-1,0 1,0-1,1 1,0-1,0 0,0 1,1-1,-1 0,1 0,0 1,0-2,0 1,1 0,-1 0,1-1,2 3,1-2,0 0,1 0,-1-1,1 0,-1-1,1 1,0-1,0-1,0 1,0-1,0 0,0-1,0 0,4 0,27-1</inkml:trace>
  <inkml:trace contextRef="#ctx0" brushRef="#br0" timeOffset="14754.602">8615 2020,'-14'-7,"-9"-5,-7-2,-6-1,-5-3,3 2</inkml:trace>
  <inkml:trace contextRef="#ctx0" brushRef="#br0" timeOffset="15013.445">7759 1711,'11'0,"18"-2,19-1,20 0,19 1,16 0,7 1,-1 6,-5 3,-13 5,-16 1,-20-3</inkml:trace>
  <inkml:trace contextRef="#ctx0" brushRef="#br0" timeOffset="15669.693">8909 2006,'15'89,"-10"-51,2 0,1 0,2-1,10 23,-19-57,-1-1,0 0,1 0,-1 0,1 0,0 0,0 0,0 0,0 0,0 0,0-1,0 1,1 0,-1-1,1 1,-1 0,1-1,0 0,-1 1,1-1,0 0,0 0,0 0,0 0,0 0,0-1,0 1,0-1,0 1,0-1,1 0,-1 0,0 0,0 0,0 0,0 0,0 0,1-1,-1 1,0-1,6-6,0-1,-1 0,0 0,-1-1,0 1,0-1,-1-1,0 1,0-1,-1 0,0 0,-1 0,-2 7,46-157,-40 140,2 54,-9-21,13 104,-11-111,-1-1,1 0,0 0,1 0,-1 0,1-1,0 1,0-1,0 1,0-1,1 0,0 0,0-1,0 1,0-1,1 0,-1 0,1 0,0-1,4 2,-2-2,0 0,1 0,-1-1,1 0,-1 0,1-1,-1 0,1-1,-1 0,1 0,-1 0,1-1,-1 0,0 0,0-1,0 0,0 0,-1-1,1 0,-1 0,0 0,0-1,0 0,0 0,-1 0,0-1,0 0,-1 0,0 0,0 0,0-1,0-1,0 0,-1 0,1-1,-2 0,1 1,-1-1,0 0,-1 0,0 0,-1-1,0 1,0-2,0 12,0-1,0 0,0 0,-1 0,1 0,0 1,0-1,0 0,0 0,0 0,-1 0,1 0,0 1,0-1,0 0,-1 0,1 0,0 0,0 0,0 0,-1 0,1 0,0 0,0 0,0 0,-1 0,1 0,0 0,0 0,-1 0,1 0,0 0,0 0,0 0,-1 0,1 0,0 0,0-1,0 1,0 0,-1 0,1 0,0 0,0 0,0-1,0 1,0 0,-1 0,1 0,0 0,0-1,0 1,0 0,0 0,0 0,0-1,0 1,0 0,-8 20,6-8,0 0,0 0,1 0,0 0,1 1,1-1,0 0,1 4,-1-11,0-1,0 1,0-1,1 1,-1-1,1 0,0 0,1 0,-1 0,1 0,0 0,0-1,0 1,0-1,0 0,1 0,0 0,-1 0,1-1,0 1,0-1,1 0,1 1,6 0,-1 0,1-1,-1 0,1-1,0 0,-1-1,1 0,0-1,0 0,-1-1,1 0,-1-1,1 0,-1-1,0 0,0-1,-1 0,1 0,-1-2,0 1,-1-1,0 0,8-8,6-9</inkml:trace>
  <inkml:trace contextRef="#ctx0" brushRef="#br0" timeOffset="16127.465">9898 2086,'0'1,"0"-1,0 1,1-1,-1 1,0-1,0 0,0 1,1-1,-1 1,0-1,0 0,1 1,-1-1,0 0,1 1,-1-1,0 0,1 1,-1-1,1 0,-1 0,1 0,-1 1,0-1,1 0,-1 0,1 0,-1 0,1 0,-1 0,1 0,-1 0,1 0,-1 0,1 0,-1 0,0 0,1 0,-1 0,1 0,-1-1,1 1,-1 0,0 0,1-1,-1 1,1 0,-1 0,0-1,1 1,-1-1,0 1,0 0,1-1,-1 1,0 0,0-1,1 1,-1-1,0 1,0-1,0 1,0-1,0 1,0 0,0-1,5 46,-5-38,23 484,-5-197,-20-281,-3-22,-3-25,1-2,2 1,2 0,0-11,2 35,-7-153,7 1,10-55,-7 200,-1-5,1 0,1 1,1 0,0-1,2 2,6-16,-11 34,0 1,-1 0,1 0,0-1,0 1,0 0,1 0,-1 0,0 0,1 0,-1 0,1 1,0-1,0 0,-1 1,1-1,0 1,0 0,1-1,-1 1,0 0,0 0,0 1,1-1,-1 0,0 1,1 0,-1-1,1 1,-1 0,0 0,1 0,-1 0,1 1,-1-1,2 1,12 7,-1 0,-1 1,0 1,0 0,-1 1,0 0,-1 1,0 1,-1 0,0 0,3 7,-1-5,-1 1,-1 0,-1 1,0 1,-1-1,-1 2,0-1,-1 2,-6-15,0 0,-1 0,1-1,-1 1,0 0,0 0,0 0,-1 0,0 0,0 0,0 0,0-1,-1 1,0-1,0 1,0-1,-1 1,1-1,-1 0,0 0,0 0,-1-1,1 1,-1-1,1 0,-1 0,0 0,0 0,-1-1,1 1,-3 0,-16 8,0-1,-1 0,0-2,-1-1,-9 1,30-7,-94 21</inkml:trace>
  <inkml:trace contextRef="#ctx0" brushRef="#br0" timeOffset="16681.998">5499 2247,'2'14,"6"15,3 15,0 15,-1 12,-17 9,-25 7,-7-11</inkml:trace>
  <inkml:trace contextRef="#ctx0" brushRef="#br0" timeOffset="17417.461">10873 2260,'0'18,"3"18,0 16,0 15,-3 10,-11 3,-14-1,-4-13</inkml:trace>
  <inkml:trace contextRef="#ctx0" brushRef="#br0" timeOffset="17958.528">12317 1899,'-2'23,"-1"19,-2 11,0 8,0 0,2-3,1-4,-2-10,-2-12,-2-12,0-9</inkml:trace>
  <inkml:trace contextRef="#ctx0" brushRef="#br0" timeOffset="18754.398">12130 1726,'65'-17,"-37"12,-1 2,0 1,1 1,0 1,-1 1,1 2,-1 1,0 1,0 1,0 1,-1 2,0 0,8 6,-26-10,0 0,-1 0,0 1,0 0,0 1,0-1,-1 1,0 1,-1-1,0 1,0 0,0 0,-1 0,-1 1,1 0,-1 0,-1-1,1 2,-2-1,1 0,-1 0,-1 0,1 1,-2-1,1 0,-1 1,-1-1,1 0,-3 6,-61 168,64-181,0 0,1 0,-1 0,1 0,-1 0,1-1,0 1,0 1,0-1,0 0,0 0,0 0,0 0,1 0,-1-1,1 1,-1 0,1 0,0 0,0 0,0 0,0-1,0 1,0 0,0-1,1 1,-1-1,0 1,1-1,0 0,-1 0,1 0,0 1,-1-2,1 1,0 0,0 0,0 0,0-1,0 1,0-1,0 0,0 1,0-1,0 0,0 0,0 0,1-1,9 0,1-1,-1 0,0-1,0 0,-1-1,1 0,-1-1,1 0,-1-1,-1-1,1 1,-1-2,-1 1,1-1,-1-1,-1 1,1-2,-1 1,-1-1,0 0,0-1,0-1,0 0,-1 0,0-1,-1 1,0-1,-1 0,0-1,-1 1,-1-1,1-7,-3 21,0 0,0 0,-1 0,1 0,0 0,0 1,0-1,0 0,-1 0,1 0,0 0,0 0,0 0,0 0,0-1,-1 1,1 0,0 0,0 0,0 0,0 0,0 0,-1 0,1 0,0 0,0 0,0 0,0 0,0-1,0 1,-6 20,3-8,2-1,-1 1,2 0,-1 0,2 0,-1-1,2 1,-1 0,2-1,0 1,0-1,1 0,0 0,1 0,0 0,1-1,0 0,0 0,1 0,1-1,0 0,0-1,0 1,1-2,0 1,1-1,0-1,0 0,0 0,8 2,-13-6,0-1,0 0,1 0,-1 0,0-1,1 0,-1 0,0 0,1-1,-1 1,0-1,1-1,-1 1,0-1,0 0,0 0,0 0,-1-1,1 0,-1 0,1 0,-1 0,0-1,0 1,2-4,7-8,0-1,-2 0,0-1,-1 0,0 0,2-9,15-41,-2-2,-3 0,-4-1,-2-1,-4 0,2-50,-13 109,4-21,-2-1,-2 0,0 1,-3-1,0 0,-3-2,5 35,0 0,1 0,-1-1,0 1,0 0,-1 0,1 0,0-1,0 1,-1 0,1 0,0 0,-1 0,1 0,-1-1,0 1,1 0,-1 0,0 0,1 0,-1 1,0-1,0 0,0 0,0 0,0 1,0-1,0 0,0 1,0-1,0 1,0 0,-1-1,1 1,0 0,0-1,0 1,-1 0,1 0,0 0,0 0,-1 0,1 0,0 1,0-1,0 0,0 1,-1-1,-3 6,0 1,1 0,0-1,0 1,0 1,1-1,0 0,1 1,-1 0,1-1,1 1,0 0,-1 4,2-8,-11 82,3 1,5 1,4 18,-1-63,0-11,-2-2,1 1,2 0,1-1,2 1,1-1,1 0,1 0,2-1,6 13,-14-38,0-1,1 1,0 0,-1 0,2-1,-1 1,0-1,1 1,-1-1,1 0,0 0,0 0,0 0,1-1,-1 1,0-1,1 0,0 0,-1 0,1-1,0 1,0-1,0 0,0 0,0 0,0-1,2 1,9-8</inkml:trace>
  <inkml:trace contextRef="#ctx0" brushRef="#br0" timeOffset="19014.263">13173 1726,'-14'-7,"-6"-2,4 0,15 2,18 4,24 3,24 3,17 4,12 8,2 7,-16 1</inkml:trace>
  <inkml:trace contextRef="#ctx0" brushRef="#br0" timeOffset="19532.354">13667 2314,'10'-30,"-2"-1,-1 0,-2 0,0 0,-3-1,0 1,-2-1,-2 0,-1-8,-24-82,37 125,15 7,1-2,0-1,1-1,-1-1,1-1,0-1,0-2,6 2,-16-1,81 16,-95-16,1-1,-1 1,1 0,-1 0,0 0,0 0,0 0,0 1,0 0,0-1,0 1,-1 0,0 0,1 1,-1-1,0 0,-1 1,1-1,-1 1,1 0,-1-1,0 1,0 0,-1 0,1 171,0-171,-1-1,0 0,1 0,0 0,0 0,0 0,0 0,1 0,-1 0,1 0,0 0,-1-1,1 1,0-1,1 1,-1-1,0 0,1 0,-1 0,1 0,0 0,-1 0,1-1,0 1,0-1,0 0,0 0,1 0,-1-1,0 1,0-1,0 1,1-1,-1 0,0 0,0-1,0 1,1 0,1-2,6 0,0-1,-1-1,1 1,-1-2,0 1,0-2,-1 1,1-1,-1-1,-1 1,1-1,-1-1,0 0,-1 0,4-5,4-6,-2 0,0-1,-1 0,-1-1,-1-1,6-17,3-45,-19 83,0 1,0-1,0 1,0-1,0 1,0-1,0 1,0-1,0 0,0 1,0-1,0 1,-1-1,1 1,0-1,0 1,-1-1,1 1,0 0,-1-1,1 1,0-1,-1 1,1 0,0-1,-1 1,1 0,-1-1,1 1,-1 0,1 0,-1 0,1-1,-1 1,1 0,-1 0,1 0,-1 0,1 0,-1 0,0 0,1 0,-1 0,1 0,-1 0,1 0,-1 0,1 1,-1-1,1 0,-1 0,1 0,-1 1,1-1,-1 0,-23 22,21-19,0 1,1 0,0-1,0 1,0 0,0 0,1 0,0 1,0-1,0 0,0 0,0 1,1-1,0 0,0 1,0-1,0 0,1 1,0-1,0 0,0 0,0 1,1-1,-1 0,1 0,0 0,0-1,3 4,2 3,1-1,-1 0,2 0,-1-1,1 0,0-1,1 0,0 0,0-1,4 2,28 10,0-2,0-2,1-2,1-2,35 4,25 3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0:21.3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5 201,'0'16,"0"17,0 18,0 19,0 15,0 15,0 5,-2 1,-1-17</inkml:trace>
  <inkml:trace contextRef="#ctx0" brushRef="#br0" timeOffset="1333.48">5 656,'234'1,"60"16,56 9,75-15,475-5,77 1,-600-8,173 1,-480 10,-65-9,-4 1</inkml:trace>
  <inkml:trace contextRef="#ctx0" brushRef="#br0" timeOffset="1604.278">4176 188,'2'-2,"2"1,1 8,3 16,-1 20,2 24,-2 20,-1 14,0 10,4 2,2-2,2-9,0-12,-1-22</inkml:trace>
  <inkml:trace contextRef="#ctx0" brushRef="#br0" timeOffset="2046.096">3949 536,'2'0,"6"2,5 5,8 7,7 4,6 7,3 3,-1 4,-6 2,-7-2,-12-1,-18 1,-23 0,-26-1,-28-2,-27-3,3-6</inkml:trace>
  <inkml:trace contextRef="#ctx0" brushRef="#br0" timeOffset="3115.876">580 469,'-203'78,"45"-27,156-51,1 0,-1 0,1 0,-1 0,1 0,0 0,-1 0,1 1,-1-1,1 1,0-1,-1 1,1 0,0-1,-1 1,1 0,0 0,0 0,0 0,0 0,0 0,0 0,0 0,0 0,0 0,1 1,-1-1,0 0,1 1,-1-1,1 0,-1 1,1-1,0 1,-1-1,1 1,0-1,0 0,0 1,0-1,1 1,-1-1,0 1,0-1,1 0,-1 1,1-1,-1 1,1-1,0 0,0 0,0 1,97 37,-75-32,1 0,-3 0,1 0,-1-2,1 0,0-1,0-2,0 0,9-1,-29-1,-1-1,1 1,0-1,0 1,0-1,-1 0,1 1,0-1,-1 0,1 0,-1 0,1-1,-1 1,1 0,-1 0,0-1,0 1,0-1,1 1,-1-1,-1 1,1-1,0 0,0 1,-1-1,1 0,-1 0,1 0,-1 1,1-3,1-60,-2 59,-2-11,0 0,-1 0,-1 0,0 1,-1-1,-1 1,-3-5,5-5,8 19</inkml:trace>
  <inkml:trace contextRef="#ctx0" brushRef="#br0" timeOffset="3467.985">2038 54,'2'22,"3"29,1 28,1 28,0 23,-1 19,-7 13,-7 10,-7 4,-8-5,0-31</inkml:trace>
  <inkml:trace contextRef="#ctx0" brushRef="#br0" timeOffset="3990.593">1957 188,'2'-10,"1"0,1 0,0 0,0 0,0 1,2 0,-1 0,1 0,0 0,1 1,0 0,0 1,1-1,-1 1,2 1,-1 0,1 0,0 0,0 1,1 1,-1-1,11-2,77-2,-94 9,1 0,-1 0,1 1,-1 0,0 0,1 0,-1 0,0 0,0 1,0-1,0 1,0 0,0 0,0 0,-1 0,1 0,-1 1,1-1,-1 1,0 0,0-1,0 1,0 0,-1 0,1 1,-1-1,1 0,-1 1,-1 0,1 0,-1 0,1-1,-1 1,-1 0,1 0,0 0,-1 0,0-1,1 1,-2 0,1 0,0-1,-1 1,1-1,-1 1,0-1,0 0,-1 0,1 0,-1 0,1 0,-1-1,-1 1,-81 56,76-54,9-5,0 0,0 0,0 0,1 1,-1-1,0 0,0 0,0 0,0 0,0 0,1 1,-1-1,0 0,0 0,0 0,0 0,0 1,0-1,0 0,0 0,0 0,0 1,0-1,0 0,1 0,-1 0,0 1,-1-1,1 0,0 0,0 0,0 1,0-1,0 0,0 0,0 0,0 1,0-1,0 0,0 0,0 0,-1 0,1 1,0-1,0 0,0 0,0 0,-1 0,1 0,0 0,0 1,0-1,0 0,-1 0,1 0,0 0,0 0,0 0,21 1,-18-1,139 11,-134-9,1 0,-1 0,0 1,0 0,0 0,0 1,0 0,-1 0,1 1,-1 0,0 1,-1-1,0 1,1 0,1 4,-7-9,0 1,0 0,0 0,0-1,0 1,0 0,0 0,-1 0,1 0,-1 0,1 0,-1 0,0 0,0 1,0-1,0 0,0 0,-1 0,1 0,0 0,-1 0,0 0,1 0,-1 0,0 0,0-1,0 1,0 0,0 0,-1-1,1 1,0-1,-1 1,0-1,1 1,-1-1,1 0,-1 0,0 0,0 0,0 0,0 0,0-1,0 1,0 0,0-1,0 0,-28 11,-1-2,0-2,0 0,0-3,-1 0,1-2,-29-2,-84-1,-6-4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0:33.2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672 1,'-46'10,"1"2,0 1,1 3,0 2,-22 14,56-27,-56 24,2 3,1 2,2 4,-14 13,74-50,-2 0,1 0,-1 1,0-1,1 1,0 0,-1-1,1 1,0 0,0 0,0 1,0-1,1 0,-1 0,0 1,1-1,0 1,-1 0,1-1,0 1,1 0,-1 0,0 0,1-1,-1 1,1 0,0 0,0 0,0 0,1 0,-1 0,1 0,2 0,2 1,-1 0,0-1,1 0,-1 0,1-1,0 1,0-1,0 0,0 0,1-1,-1 1,2-1,-5 0,105 24,1-4,1-5,31-2,46 6,-121-7,-53-8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0:34.1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173 0,'-11'385,"10"-155,3-29,-10 0,-8 0,-13 31,26-218,0 10,-1 0,-1-1,-1 0,-1 0,-1 0,-1-1,-1 0,-13 19,6-23,3-10</inkml:trace>
  <inkml:trace contextRef="#ctx0" brushRef="#br0" timeOffset="464.59">132 281,'-20'-123,"20"119,0 1,0 0,0 0,0-1,0 1,1 0,-1-1,1 1,0 0,0 0,0 0,1 0,-1 0,1 0,-1 0,1 0,0 1,0-1,0 1,1-1,-1 1,0 0,1 0,0 0,-1 0,1 0,0 0,2 0,18-6,2 0,-1 1,1 2,1 0,-1 2,0 1,1 0,16 3,-22-2,-1 0,1 2,-1 0,1 1,-1 1,0 1,12 4,-29-8,0 1,0-1,0 1,-1-1,1 1,0 0,0-1,0 1,-1 0,1 0,0 0,-1 1,1-1,-1 0,1 1,-1-1,0 1,1-1,-1 1,0 0,0-1,0 1,0 0,-1 0,1 0,0-1,-1 1,1 0,-1 0,0 0,1 0,-1 0,0 0,0 0,-1 0,1 0,0 0,-1 0,1 0,-1 2,-6 5,0-1,0 1,0-1,-1-1,0 1,-1-1,0-1,0 1,0-2,-1 1,0-1,-4 1,-37 23,50-29,0 1,0-1,0 0,0 1,0-1,0 1,1-1,-1 1,0-1,0 1,0 0,1-1,-1 1,0 0,1 0,-1-1,0 1,1 0,-1 0,1 0,-1 0,1 0,0 0,-1 0,1 0,0 0,0 0,-1 0,1 0,0 0,0 0,0 0,0 0,1 0,-1 0,0 0,0 0,1 0,-1 0,0 0,1-1,-1 1,1 0,-1 0,1 0,-1 0,1 0,0-1,0 1,-1 0,1-1,0 1,0 0,0-1,-1 1,1-1,0 0,0 1,0-1,0 1,0-1,0 0,0 0,1 0,154 48,-125-41,0 1,-1 1,0 1,23 13,-52-23,0 0,0 0,0 0,0 0,0 0,0 1,0-1,0 0,-1 1,1-1,0 1,0-1,0 1,0-1,0 1,-1-1,1 1,0 0,-1 0,1-1,0 1,-1 0,1 0,-1 0,1 0,-1-1,0 1,1 0,-1 0,0 0,0 0,1 0,-1 0,0 0,0 0,0 0,0 0,0 0,0 0,-1 0,1 0,0 0,0 0,-1 0,1 0,-1 0,1 0,-1 0,1-1,-1 1,1 0,-1 0,0-1,1 1,-1 0,0 0,-15 7,1 1,-1-2,-1 0,0-1,0-1,0-1,0 0,-1-1,-3 0,13-2,-135 11,71-13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0:45.9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2108 375,'-12'-7,"-1"0,1 1,-1 1,-1 0,1 1,-1 0,0 1,10 2,0 0,1 1,-1-1,0 1,0 0,0 0,1 0,-1 1,0-1,1 1,-1 0,0 0,1 0,-1 1,1-1,-1 1,1 0,0 0,0 0,0 0,0 1,0-1,0 1,1 0,-1-1,1 1,0 0,-1 1,2-2,0 0,-1 1,1-1,0 0,0 1,0-1,0 1,1-1,-1 1,1 0,-1-1,1 1,0 0,0-1,0 1,0-1,1 1,-1 0,1-1,0 1,-1-1,1 1,0-1,1 1,-1-1,0 0,1 0,-1 0,1 1,-1-1,1-1,0 1,0 0,0 0,0-1,0 1,1-1,2 2,0 0,0 0,0 0,1-1,-1 0,1 0,-1 0,1-1,0 0,0 0,0-1,-1 1,1-1,0 0,0-1,2 0,-2 0,-1-1,1 0,-1 0,0 0,0-1,0 0,0 0,0 0,-1 0,1-1,-1 0,0 0,0 0,0 0,-1-1,1 1,-1-1,0 0,0 0,-1 0,0 0,0-1,0 1,1-5,-8 1,-6 27,10-15,0 1,1 0,-1-1,1 1,-1 0,1-1,0 1,1 0,-1 0,1-1,-1 1,1 0,0-1,0 1,1-1,-1 1,1-1,0 0,0 0,0 1,0-1,0-1,1 1,-1 0,1-1,0 1,0-1,0 0,0 1,0-2,1 2,3 0,-1 1,1-1,0 0,0-1,0 0,0 0,0 0,0-1,1 0,-1 0,1-1,-1 0,0 0,1-1,5-1,-6 0,0-1,0 1,0-2,-1 1,1-1,-1 0,0 0,0 0,0-1,0 0,-1-1,0 1,0-1,0 0,-1 0,0 0,0-1,-1 1,1-1,-1 0,-1 0,1 0,-1-1,-1 1,1 0,-1-1,-1 1,1-7,-5 2,-4 28,-59 295,59-268,-15 82,-4 86,30-154,3-56,23-101,-12 6,-5-2,-4 1,-3-33,11-136,-15 262,-2-1,0 0,1 0,0 0,0 0,0 0,0 0,0 0,0 0,1 0,0 0,-1 0,1 1,0-1,0 0,1 0,-1 1,0-1,1 1,0-1,0 1,-1 0,1-1,1 1,-1 0,0 0,0 1,1-1,-1 0,1 1,-1-1,1 1,0 0,0 0,-1 0,1 0,0 1,2-1,7 4,0 1,-1 1,1 0,-1 0,0 1,-1 0,1 1,-1 0,0 1,0-1,4 3,0 0,0 0,-1 1,0 1,-1 1,0 0,-1 0,0 1,-1 0,4 9,-13-21,-1-1,1 1,0 0,0 0,-1 0,1 0,-1-1,0 1,1 0,-1 0,0 0,0 0,0 0,-1 0,1 0,0 0,-1 0,1 0,-1 0,1-1,-1 1,0 0,0 0,0-1,0 1,0 0,-1-1,1 1,0-1,-1 0,1 1,-1-1,1 0,-1 0,1 0,-1 0,0 0,-1 1,-74 16,68-17,-1-1,1 0,-1 0,1 0,-1-1,1-1,-1 0,1 0,0-1,0 0,0 0,0-1,-5-3,13 6,1 0,-1 1,0-1,1 0,-1 0,1 0,-1 0,1 0,0 0,-1 0,1 0,0 0,0 0,-1 0,1 0,0 0,0 0,0 0,0 0,0-1,1 1,-1 0,0 0,0 0,1 0,-1 0,1 0,-1 0,1 1,-1-1,1 0,-1 0,1 0,0 0,0 1,-1-1,1 0,0 0,0 1,0-1,0 1,0-1,0 1,0-1,0 1,0 0,0-1,0 1,0 0,1 0,23-13</inkml:trace>
  <inkml:trace contextRef="#ctx0" brushRef="#br0" timeOffset="707.366">2857 388,'-7'-3,"0"0,0 1,0-1,-1 2,1-1,-1 1,1 0,-1 0,1 1,-1 0,1 1,-1-1,1 1,-1 1,-3 1,7-2,1 0,-1 0,0 1,1-1,-1 1,1 0,0 0,-1 1,1-1,0 1,0-1,1 1,-1 0,1 0,-1 0,1 0,0 1,0-1,0 0,0 1,1 0,0-1,-1 1,1 0,1 0,-1 0,0 0,1-1,0 1,0 1,0-1,1 0,-1 0,1-1,0 1,0 0,0 0,0-1,1 1,0 0,-1-1,1 0,0 1,1-1,-1 0,1 0,-1 0,1 0,0-1,0 1,0-1,0 0,1 0,-1 0,1 0,-1 0,1-1,-1 0,1 1,0-1,1 0,2 0,-1 1,1-1,0 0,0 0,0-1,0 0,0 0,0-1,0 0,0 0,0 0,0-1,-1 0,1-1,-1 1,5-4,-5 2,0 0,-1 0,0 0,0-1,0 0,-1 0,1 0,-1-1,-1 1,1-1,0-2,-5 12,0 1,1-1,-1 1,1 0,0-1,0 1,0 0,1 0,0-1,0 1,0-1,0 1,1-1,0 1,-1-1,2 0,-1 0,0 0,1 0,3 3,-4-5,1 0,-1 0,1-1,0 0,-1 1,1-1,0 0,0 0,0 0,0-1,0 1,0-1,0 0,0 1,0-1,0-1,1 1,-1 0,0-1,0 0,0 1,0-1,-1 0,1-1,0 1,0 0,-1-1,1 0,-1 1,1-1,-1 0,1 0,-1 0,1-2,5-5,0 0,-1 0,0-1,-1 0,0 0,0-1,-1 0,1-4,24-77,-29 91,-1 0,0 0,1 0,-1 0,1 1,-1-1,1 0,-1 0,1 1,-1-1,1 0,0 1,-1-1,1 1,0-1,0 1,0-1,-1 1,1-1,0 1,0 0,0 0,0-1,0 1,-1 0,1 0,0 0,0 0,0 0,0 0,0 0,0 0,0 0,0 1,0-1,-1 0,1 0,0 1,0-1,0 1,0-1,-1 1,1-1,0 1,37 30,-28-21,-2-3,-3-5,-1 1,1 0,-1 0,0 0,0 0,0 1,-1 0,1 0,-1 0,0 0,0 0,0 1,-1-1,0 1,1-1,-2 1,1 0,0 0,-1 0,0 0,0 0,-1 1,1-1,-1 0,0 0,-1 0,1 1,-2 2,-25 47,23-50,0-1,1 1,-1 0,1 0,0 0,1 0,-1 0,1 1,0 0,0-1,1 1,-1 0,1-1,0 1,1 0,0 0,0 0,0 0,1 0,-1 0,1 0,1-1,-1 1,1 0,0-1,0 1,1-1,1 2,7 3,1-2,0 1,1-2,0 0,0 0,1-1,-1-1,1 0,1-1,-1 0,0-1,1-1,1 0,43 5,-8-4</inkml:trace>
  <inkml:trace contextRef="#ctx0" brushRef="#br0" timeOffset="-1710.482">397 81,'-2'9,"-1"12,-2 14,-1 12,-1 8,-4 5,-4 2,-5-1,-3-6,2-12</inkml:trace>
  <inkml:trace contextRef="#ctx0" brushRef="#br0" timeOffset="-1458.155">303 68,'0'18,"5"15,8 14,8 5,9 3,4-1,5-6,-3-5,-3-9,-6-9</inkml:trace>
  <inkml:trace contextRef="#ctx0" brushRef="#br0" timeOffset="-1165.919">664 1,'-2'9,"-3"14,-3 15,-3 13,-1 8,-3 5,-2 2,0-2,3-4,4-11,3-14</inkml:trace>
  <inkml:trace contextRef="#ctx0" brushRef="#br0" timeOffset="-905.092">812 255,'-7'11,"1"1,0 0,1 1,0 0,1-1,1 2,0-1,1 0,0 0,1 1,0-1,1 1,1-1,0 1,1-1,0 1,-1-11,0-1,0 1,0-1,0 1,1-1,-1 1,1-1,-1 0,1 0,0 0,0 0,0 0,0 0,0 0,0-1,0 1,0-1,1 0,-1 1,1-1,-1 0,1 0,0-1,-1 1,1-1,0 1,-1-1,1 0,0 0,-1 0,1 0,0 0,-1-1,1 1,0-1,-1 0,1 1,-1-1,1-1,-1 1,3-1,7-7,-1 1,0-2,-1 1,0-2,0 1,-1-1,0-1,-1 0,-1 0,0 0,0-1,-1 0,-1 0,0-1,0-1,16 94,34-8,-22-40</inkml:trace>
  <inkml:trace contextRef="#ctx0" brushRef="#br0" timeOffset="1836.468">290 1551,'-1'-4,"0"-1,-1 1,1-1,-1 1,0 0,-1 0,1 0,0 0,-1 1,0-1,0 0,0 1,-1 0,1 0,-1 0,1 0,-1 1,0-1,0 1,0 0,-1 0,1 0,0 1,-1 0,1 0,-1 0,1 0,-1 0,0 1,1 0,-1 0,1 0,-1 1,0 0,1 0,-1 0,1 0,-3 1,-4 3,0 1,0 0,0 0,1 1,0 0,0 1,1 0,0 1,0 0,1 0,0 1,1 0,0 0,-4 9,10-19,1 1,-1 0,1-1,-1 1,1 0,-1 0,1-1,0 1,-1 0,1 0,0 0,0 0,-1-1,1 1,0 0,0 0,0 0,0 0,0 0,0 0,1-1,-1 1,0 0,0 0,1 0,-1 0,0-1,1 1,-1 0,1 0,-1-1,1 1,-1 0,1-1,-1 1,1 0,0-1,0 1,-1-1,1 1,0-1,0 1,-1-1,1 0,0 1,0-1,0 0,44-5,-24-5,-1-1,-1 0,0-2,-1 0,0-1,-1-1,0-1,-1 0,-1-1,-1-1,0 0,-2-1,9-16,-7 10,-2 0,-1-1,-1-1,-1 0,-1 0,3-23,-11-5,-1 55,0 0,0 0,0 0,1 0,-1 0,0-1,0 2,0-1,0 0,0 0,0 0,1 0,-1 0,0 1,0-1,0 0,0 1,1-1,-1 1,0-1,1 1,-1-1,0 1,1-1,-1 1,0-1,1 1,-1 0,1 0,-1-1,1 1,-1 0,1 0,0-1,-1 1,1 0,0 0,-11 20,1 0,0 0,2 0,1 1,0 1,2-1,0 1,2 0,0 0,1 9,1-17,1-1,0 1,1-1,0 1,1-1,1 1,0-1,1 0,1 0,1 2,-3-10,-1 0,1-1,1 1,-1-1,1 0,0 0,0 0,1 0,-1 0,1-1,0 0,0 0,1-1,-1 1,1-1,-1 0,1 0,0-1,0 0,1 0,-1 0,0-1,0 0,1 0,2-2,1 0,-1 0,0-1,0 0,0 0,0-1,0 0,-1-1,1 0,-1 0,0-1,0 0,0 0,-1-1,0 0,0 0,0-1,-1 0,0 0,-1 0,1-1,-1 0,-1 0,1 0,-1-1,-1 1,0-1,0 0,-1 0,1-1,-22 45,11-21,2 0,0 0,1 1,0 0,1 0,1 0,0 1,1-1,0 3,2-16,0 1,0-1,1 1,-1 0,0-1,1 0,0 1,-1-1,1 1,0-1,0 0,1 1,-1-1,0 0,1 0,-1 0,1 0,0 0,-1 0,1-1,0 1,0-1,0 1,0-1,1 0,-1 1,0-1,1 0,-1-1,0 1,2 0,21 3</inkml:trace>
  <inkml:trace contextRef="#ctx0" brushRef="#br0" timeOffset="2097.767">798 1070,'0'0</inkml:trace>
  <inkml:trace contextRef="#ctx0" brushRef="#br0" timeOffset="2357.076">1012 1351,'82'-79,"-48"50,-2-1,-1-2,-1 0,-1-3,-3 0,0-1,-3-2,-1 0,2-9,-7-19,-17 65,0 0,0 1,0-1,0 0,0 0,0 0,0 0,0 1,0-1,0 0,0 0,-1 1,1-1,0 0,0 0,-1 1,1-1,-1 0,1 0,-1 1,1-1,-1 1,1-1,-1 0,1 1,-1-1,0 1,1-1,-1 1,0 0,1-1,-1 1,0 0,0-1,0 1,1 0,-1 0,0 0,0 0,0 0,1 0,-1 0,0 0,0 0,0 0,1 0,-1 0,0 0,0 1,1-1,-1 0,0 1,0-1,1 1,-1-1,-41 30,24-5,0 1,1 1,2 1,1 0,1 0,2 1,0 1,1 5,-34 120,6 2,-4 69,-20 94,54-283,-1-1,-1 1,-2-1,-2-1,-1-1,-16 26,-14-13,27-40</inkml:trace>
  <inkml:trace contextRef="#ctx0" brushRef="#br0" timeOffset="3112.109">891 1792,'4'-1,"39"-10,-1-1,0-2,0-2,-2-2,0-2,-1-1,-1-2,9-8,-41 26,-1 1,1-1,-1 1,0-2,0 1,0 0,-1-1,0 0,0 0,-1 0,1-1,-2 1,2-2,-4 7,0 0,1 0,-1 0,0 0,0 0,0 0,0 0,0 0,0 0,0 0,0 0,0 0,0 0,-1 0,1 0,0 0,-1 0,1 0,-1 0,1 0,-1 0,1 0,-1 0,0 0,1 0,-1 1,0-1,0 0,1 1,-1-1,0 0,0 1,0-1,0 1,0 0,0-1,0 1,0 0,0-1,0 1,0 0,0 0,0 0,-1 0,-46 10,43-7,-1 1,1 0,0 0,0 0,1 1,-1 0,1 0,0 0,1 0,-1 1,1-1,0 1,0 0,1 0,-1 0,1 0,1 1,-1-1,1 0,0 1,1-1,0 1,0-1,0 1,0-1,1 1,0-1,1 0,0 4,0-4,-1 0,1-1,0 1,0-1,0 1,1-1,0 0,0 1,0-1,1-1,-1 1,1-1,1 1,-1-1,0 0,1 0,0-1,0 0,0 0,0 0,0 0,1-1,-1 0,1 0,0 0,0-1,-1 1,1-1,0-1,0 1,0-1,2-1,-3 1,-1-1,1 0,0-1,0 1,0-1,-1 0,1-1,-1 1,0-1,0 1,0-1,0 0,0-1,0 1,-1-1,0 0,1 1,-1-1,-1-1,1 1,1-4,39-102,-40 100,28-93,-31 102,0 0,1-1,-1 1,1 0,-1 0,1 0,0 0,0 0,-1 0,1 0,0 0,0 0,0 0,0 0,0 1,0-1,0 0,0 1,0-1,1 0,-1 1,0 0,0-1,0 1,1 0,-1-1,0 1,1 0,-1 0,0 0,0 0,1 0,-1 1,0-1,0 0,1 0,-1 1,0-1,0 1,0-1,1 1,-1 0,0-1,0 1,0 0,0 0,0 0,0 0,-1 0,1 0,0 0,0 0,-1 0,1 0,0 0,9 12,0-1,0 2,-1-1,-1 1,0 1,-1-1,0 1,-1 1,-1-1,-1 1,0 0,-1 0,-1 0,0 0,-1 1,-1-1,-1 10,-2 3,2 51,1-78,1 1,-1-1,1 1,0-1,0 0,0 1,0-1,1 0,-1 0,1 0,-1 0,1 0,0 0,-1 0,1 0,0-1,0 1,0-1,1 0,-1 1,0-1,0 0,1 0,-1 0,1-1,-1 1,0 0,1-1,0 0,4 1,0-1,-1 0,1 0,0 0,0-1,0 0,0-1,0 1,0-1,-1-1,1 1,-1-1,0 0,0-1,0 1,0-1,0 0,-1-1,0 1,0-1,4-5,2-2,-2 0,1 0,-1-1,-1-1,-1 1,0-1,0-1,-1 1,0-6,-5 19,2-7,-1 1,1 0,-1-1,-1 1,1-1,-1 1,-1-1,1 0,-1 1,-1-1,1 0,-1 1,-1-1,0-1,1 9,0-1,-1 0,1 1,0-1,-1 1,1 0,-1-1,1 1,0 0,-1 0,1 0,-1 0,1 0,-1 0,1 0,-1 1,1-1,0 0,-1 1,1-1,0 1,-1-1,1 1,0 0,0 0,-1 0,1-1,0 1,0 0,0 0,0 1,0-1,0 0,1 0,-1 0,0 1,0-1,1 0,-1 1,1-1,-1 0,1 1,0 0,-3 4,0 0,1 1,0-1,0 1,0-1,1 1,0 0,0 0,1-1,0 1,0 0,1 0,0 0,0-1,0 1,1-1,0 1,0-1,1 1,-1-1,1 0,1 0,-1 0,1-1,0 1,1-1,-1 0,1 0,0 0,0-1,1 0,-1 0,1 0,0-1,2 2,21 10</inkml:trace>
  <inkml:trace contextRef="#ctx0" brushRef="#br0" timeOffset="3954.859">2189 1645,'-6'18,"2"0,0 1,0-1,2 1,1 0,0 0,1 0,1 0,2 7,-3-23,1 1,-1-1,1 1,0 0,1-1,-1 0,0 1,1-1,0 0,0 0,0 0,0 0,0 0,1 0,-1-1,1 1,0-1,0 0,0 1,0-1,0-1,0 1,0 0,1-1,-1 0,1 1,-1-1,1-1,-1 1,1 0,-1-1,1 0,0 0,-1 0,1 0,0-1,-1 1,1-1,-1 0,1 0,-1 0,1-1,-1 1,2-1,2-3,0 0,0 0,-1 0,0 0,0-1,0 0,0-1,-1 1,0-1,-1 0,1 0,-1-1,0 1,-1-1,0 0,0 0,-1 0,0 0,-1 0,1-1,-1 1,-1 0,0-2,0 10,0 0,-1 0,1 0,0 0,0 0,-1 0,1 1,0-1,0 0,-1 0,1 0,0 0,-1 0,1 0,0 0,0 0,-1-1,1 1,0 0,0 0,-1 0,1 0,0 0,0 0,-1 0,1-1,0 1,0 0,0 0,-1 0,1 0,0-1,0 1,0 0,-1 0,1-1,0 1,0 0,0 0,0-1,0 1,0 0,0 0,0-1,0 1,0 0,0-1,0 1,0 0,0 0,0-1,0 1,0 0,0-1,-10 25,8-16,1 0,-1 0,1 0,1 0,-1 0,1 0,1 0,-1 0,2 0,-1 0,1-1,0 1,0 0,1-1,0 1,1-1,-1 0,1 0,1 0,-1-1,1 0,0 0,1 0,0 0,0-1,0 0,0 0,6 3,-3-3,0 0,0-1,0 0,1-1,-1 0,1 0,0-1,0-1,0 1,0-2,0 1,0-1,0-1,0 0,0 0,0-1,0 0,-1-1,1 0,-1-1,1 0,-1 0,0-1,-1 0,1 0,-1-1,0 0,-1-1,1 0,4-6,6-12,-1-2,-1 0,-2 0,-1-2,-1 0,-1 0,-2-1,-1 0,1-15,-7 38,62-270,-58 240,-7 37,1 0,0 1,-1-1,1 0,0 0,-1 0,1 0,0 0,-1 0,1 1,-1-1,1 0,0 0,-1 0,1 0,0 0,-1-1,1 1,0 0,-1 0,1 0,0 0,-1 0,1 0,0-1,-1 1,1 0,0 0,-1 0,1-1,0 1,0 0,-1 0,1-1,0 1,0 0,-1-1,1 1,0 0,0-1,0 1,0 0,0-1,-1 1,1 0,0-1,0 1,0-1,0 1,0 0,0-1,0 1,0 0,1-1,-1 1,0 0,0-1,0 1,-9 14,0 1,1 1,0-1,2 1,0 1,1-1,0 1,1 0,0 9,-6 29,3 0,2 1,2 0,3 0,3 13,22 72,-23-135,0 1,0-1,1 1,0-1,0 0,1 0,0 0,0-1,0 1,1-1,-1 0,1 0,0 0,1-1,-1 0,1 0,0 0,0-1,1 1,-2-2,1-1,-1 0,0 0,1 0,-1 0,1-1,-1 0,1 0,-1 0,1-1,-1 0,0 0,1 0,-1-1,0 0,0 0,0 0,0 0,0-1,0 0,-1 0,1 0,-1-1,0 1,0-1,0 0,-1 0,3-4,3-3,0-1,-1 0,0 0,-1-1,0 0,-1-1,-1 1,0-1,-1 0,1-4,-4 4,-6 22,-7 23,10-22,0 0,0 0,1 1,0-1,1 0,0 0,0 1,1-1,0 0,3 8,-4-13,1-1,0 0,1 0,-1 0,1 0,-1 0,1 0,0 0,0 0,0 0,0-1,0 1,1-1,-1 0,1 1,0-1,0 0,-1-1,1 1,1 0,-1-1,0 0,0 0,0 0,1 0,-1 0,0-1,1 1,-1-1,3 0,12-1</inkml:trace>
  <inkml:trace contextRef="#ctx0" brushRef="#br0" timeOffset="4214.164">2816 1484,'12'-4,"21"-2,24 0,25 4,14 6,0 5,-16 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1:25.9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1 133,'0'-117,"0"577,0-460,0 0,1 0,-1 0,0 0,0-1,1 1,-1 0,0 0,0 0,1 0,-1 0,0 0,0 0,1 0,-1 0,0 0,0 0,1 0,-1 0,0 1,0-1,1 0,-1 0,0 0,0 0,1 0,-1 0,0 1,0-1,0 0,1 0,-1 0,0 1,2-6,3-3,-1 0,1 0,1 0,0 1,0 0,0 0,1 0,-1 1,2 0,5-4,-9 8,-1 0,0 0,1 1,-1-1,1 1,-1 0,1 0,-1 0,1 0,0 1,0-1,-1 1,1 0,0 0,0 1,-1-1,1 1,0-1,0 1,-1 0,1 1,-1-1,1 1,-1-1,0 1,1 0,-1 0,1 2,2 1,0 0,-1 1,1-1,-1 1,0 1,-1-1,1 1,-2 0,1 0,0 0,-1 0,-1 0,1 1,0 6,-2-10,0-1,0 1,-1-1,0 1,1-1,-2 1,1 0,0-1,0 1,-1-1,0 1,0-1,0 1,0-1,-1 0,1 0,-1 1,0-1,0 0,0 0,0 0,0-1,-1 1,1-1,-1 1,1-1,-1 0,0 0,0 0,0 0,-1 0,1-1,-1 1,-5 1,-1 1,1-2,-1 0,0 0,0 0,0-1,0-1,0 0,0 0,0-1,0 0,0-1,1 0,-1 0,-7-3,17 5,-1-1,1 1,-1 0,1 0,-1 0,1 0,-1 0,1 0,-1 0,1-1,-1 1,1 0,-1 0,1-1,-1 1,1 0,0-1,-1 1,1-1,0 1,-1 0,1-1,0 1,-1-1,1 1,0-1,0 1,-1-1,1 1,0-1,0 1,0-1,0 1,0-1,0 1,0-1,0 1,0-1,0 1,0-1,0 1,0-1,0 1,1-1,-1 1,0-1,0 1,1-1,-1 1,0-1,10-8</inkml:trace>
  <inkml:trace contextRef="#ctx0" brushRef="#br0" timeOffset="248.337">389 12,'23'-9,"16"6,13 13,7 18,0 20,-5 21,-10 16,-15 14,-23 14,-31 9,-36 7,-38 0,-1-22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1:31.3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6898 674,'-17'-3,"0"0,0 0,-1 2,1 0,-1 1,1 1,-10 1,20-1,1 0,-1 1,1-1,-1 1,1 0,0 1,0 0,0 0,0 0,1 1,-1-1,1 1,0 1,0-1,0 1,1 0,-1 0,1 0,1 0,-1 1,0 0,3-4,0 0,0 0,0 0,1-1,-1 1,0 0,1 0,-1 0,1 0,0 0,0 0,0 0,0 0,0 1,0-1,0 0,1 0,-1 0,1 0,-1-1,1 1,0 0,0 0,0 0,0 0,0-1,0 1,0 0,1-1,-1 1,0-1,1 1,0-1,-1 0,1 0,3 2,0 0,0 0,0-1,1 1,-1-2,1 1,-1 0,1-1,-1 0,1 0,0-1,1 0,4 0,0-1,0-1,0 0,0-1,0 0,0 0,0-1,-1-1,0 0,0 0,0-1,-1 0,0-1,0 0,0 0,-1-1,0 0,0 0,-1-1,0 0,-1 0,0-1,-1 0,1 0,-2 0,0-1,0 1,-1-1,0 0,0-2,6-38,-2 0,-2-1,-3 1,-1-1,-5-25,-7 10,11 67,-1 0,0 0,0 0,0-1,1 1,-1 0,0 0,0 0,1 1,-1-1,0 0,0 0,1 0,-1 1,0-1,0 0,1 0,-1 1,0-1,1 1,-1-1,1 1,-1-1,0 1,1-1,-1 1,1-1,-1 1,1 0,0-1,-1 1,1 0,0-1,-1 1,1 0,0 0,0-1,0 1,-1 0,1 0,0 0,0-1,-13 33,1 1,2 0,1 0,1 1,2 0,2 1,1-1,2 28,-1-36,1 1,1 0,1 0,2-1,1 1,1-1,1 1,7 15,-12-38,0-1,1 0,0 1,0-1,0 0,0 0,1-1,-1 1,1 0,0-1,0 1,0-1,1 0,-1 0,1-1,0 1,0-1,0 1,0-1,0 0,0-1,0 1,1-1,-1 0,1 0,-1 0,1 0,-1-1,1 0,-1 0,1 0,-1-1,1 1,-1-1,1 0,-1 0,1-1,-1 1,0-2,6-4,0-1,-1-1,-1 0,0 0,0 0,0-1,-1 0,-1-1,0 0,0 0,-1 0,0 0,-1-1,-1 0,0 0,0 0,-1 0,-1 0,0-1,0 1,-2-1,1 1,-2-2,3 13,-1 1,0 0,0-1,0 1,1 0,-1-1,0 1,0 0,0-1,0 1,0 0,1-1,-1 1,0-1,0 1,0-1,0 1,0 0,0-1,0 1,-1-1,1 1,0 0,0-1,0 1,0 0,0-1,-1 1,1 0,0-1,0 1,0 0,-1-1,1 1,0 0,-1-1,1 1,0 0,-1 0,1-1,0 1,-1 0,1 0,0 0,-1 0,1 0,-1-1,1 1,0 0,-1 0,1 0,-1 0,1 0,0 0,-1 0,1 0,-1 0,1 1,0-1,-1 0,1 0,-1 0,1 0,0 0,-1 1,1-1,-14 26,12-21,0 1,0 0,1 0,0 0,0 0,1 0,0 0,0 0,0 0,1 0,-1-1,1 1,1 0,-1 0,1 0,0-1,1 1,-1-1,1 0,0 1,0-1,1 0,2 2,12 10</inkml:trace>
  <inkml:trace contextRef="#ctx0" brushRef="#br0" timeOffset="260.304">7246 140,'9'13,"3"5</inkml:trace>
  <inkml:trace contextRef="#ctx0" brushRef="#br0" timeOffset="541.064">7486 434,'27'-7,"0"-1,-1-2,0 0,0-2,-1-1,-1-1,15-11,-27 16,0 0,-1-1,0 0,-1-1,0 0,0-1,-1 0,-1 0,0-1,-1 0,0 0,-1-1,0 0,2-13,-4 15,-1 1,-1-1,0 0,-1 1,0-1,-1 0,0 0,-2-11,2 22,0 0,0-1,0 1,0 0,0 0,0 0,0 0,-1 0,1 0,0 0,-1 0,1 0,-1 0,1 1,-1-1,1 0,-1 0,0 0,1 0,-1 1,0-1,0 0,1 1,-1-1,0 0,0 1,0-1,0 1,0-1,0 1,0 0,0 0,0-1,0 1,0 0,0 0,0 0,0 0,0 0,0 0,0 0,0 0,0 0,0 1,-1-1,-39 33,19 0,2 0,1 1,1 1,3 1,0 0,-7 32,-14 66,6 2,6 1,6 0,5 13,12-139,1-5,-1 21,-1-1,-1 0,-2 0,0 0,-2 0,0-1,-2 0,-1 0,-1-1,-8 13,-25 2,27-33</inkml:trace>
  <inkml:trace contextRef="#ctx0" brushRef="#br0" timeOffset="724.669">7340 741,'2'-2,"10"-1,16 0,18 1,16 0,14 1,8 1,-11-1</inkml:trace>
  <inkml:trace contextRef="#ctx0" brushRef="#br0" timeOffset="907.699">8008 728,'9'0,"5"0,3 0,5 0,4-2,-1-4,-5 0</inkml:trace>
  <inkml:trace contextRef="#ctx0" brushRef="#br0" timeOffset="-1373.474">4198 714,'-121'-9,"116"9,0 1,0 0,0-1,0 2,0-1,0 1,0 0,0 0,1 0,-1 0,1 1,-1 0,1 0,0 0,0 0,1 1,-1 0,0-1,1 1,0 1,-2 3,4-7,0 0,0 1,0-1,0 1,0-1,1 1,-1 0,1-1,-1 1,1 0,-1-1,1 1,0 0,0 0,0-1,0 1,0 0,0 0,0-1,1 1,-1 0,1-1,-1 1,1 0,0-1,0 1,-1-1,1 1,0-1,0 1,0-1,1 0,-1 1,0-1,0 0,1 0,-1 0,1 0,-1 0,1 0,-1-1,1 1,0 0,0-1,8 2,-1-2,1 1,0-1,-1-1,1 0,-1 0,1-1,-1 0,1-1,-1 0,0 0,0-1,-1 0,1-1,-1 1,0-2,0 1,0-1,-1-1,0 1,0-1,-1 0,0-1,0 1,2-6,27-53,-37 70,-1 1,1-1,0 1,1-1,-1 1,1 0,0-1,0 1,1 0,-1 0,1 0,0 0,0 0,1 0,0-1,-1 1,2 0,-1 0,0-1,1 1,0 0,0-1,0 0,1 1,0-1,-1 0,1 0,1-1,-1 1,0-1,1 1,0-1,0 0,0-1,0 1,0-1,1 1,-1-1,1 0,-1-1,1 1,0-1,1 0,5 0,0 0,0-1,1-1,-1 0,0 0,0-1,0 0,0-1,0 0,-1-1,1 0,-1-1,0 0,0-1,-1 0,0 0,0-1,0 0,-1 0,0-1,0-1,-1 1,0-1,0 0,-1-1,0 1,-1-1,2-6,4-5,-20 67,-145 550,143-554,4-27,2-27,6-25,1-1,2 0,1 1,5-13,-3 15,-3 9,39-208,14-12,-52 227,-3 10,0 0,1-1,0 1,0 0,1 1,0-1,1 1,-1-1,6-5,-9 14,0-1,0 0,0 0,0 0,-1 1,2-1,-1 1,0-1,0 1,0-1,0 1,0-1,0 1,0 0,1 0,-1 0,0 0,0 0,0 0,1 0,-1 0,0 0,0 0,0 0,0 1,1-1,-1 1,0-1,0 1,0-1,0 1,0-1,0 1,0 0,0 0,0 0,-1-1,1 1,0 0,30 40,-23-30,-2 2,1-1,-2 1,0 0,0 0,-1 0,-1 1,0-1,0 10,-2-17,-1-1,0 1,0 0,-1 0,1 0,-1 0,0 0,-1-1,1 1,-1 0,0-1,-1 1,1-1,-1 0,0 0,-1 0,1 0,-1-1,0 1,0-1,0 0,-1 0,-3 2,1-1,0 0,0-1,-1-1,1 1,-1-1,0 0,0-1,-1 0,1 0,0-1,-1 0,1 0,-1-1,1 0,-3-1,10 1,0 0,0 0,0 0,0 0,1 0,-1 0,0 0,0 0,0 0,1 0,-1 0,0-1,0 1,1 0,-1-1,0 1,0-1,1 1,-1-1,0 1,1-1,-1 1,1-1,-1 1,1-1,-1 0,1 1,-1-1,1 0,0 0,-1 1,1-1,0 0,-1 0,1 1,0-1,0 0,0 0,0 0,0 0,0 1,0-1,0 0,0 0,0 0,1 1,-1-1,0 0,0 0,1 0,-1 1,1-1,30-31,0 12</inkml:trace>
  <inkml:trace contextRef="#ctx0" brushRef="#br0" timeOffset="-707.622">5093 634,'-10'-8,"-1"0,0 0,-1 1,0 1,0 0,0 0,0 1,-1 1,-8-2,15 5,1-1,-1 1,1 0,-1 1,0-1,1 1,-1 0,0 1,1-1,-1 1,1 0,-1 1,1-1,-1 1,1 0,0 0,0 1,0 0,0 0,0 0,1 0,-1 1,-2 2,5-4,0 1,0-1,1 1,-1-1,1 1,-1 0,1 0,0 0,0 0,0 0,0 0,0 0,1 0,0 0,-1 0,1 0,0 0,0 0,1 1,-1-1,1 0,0 0,-1 0,1 0,0 0,1 0,-1-1,1 1,-1 0,1-1,0 1,0-1,0 1,0-1,0 0,0 0,1 0,-1 0,1 0,0 0,-1-1,1 0,0 1,2 0,2 1,1 1,0-1,-1 0,2-1,-1 0,0 0,0 0,0-1,1-1,-1 1,1-1,-1-1,0 0,1 0,-1 0,0-1,0 0,0-1,0 0,0 0,0-1,-1 0,0 0,0-1,0 1,0-2,-1 1,0-1,0 0,1-1,13-21,-23 55,0-16,1-6,1-1,-1 0,1 1,0-1,1 1,-1-1,1 1,-1 0,1-1,1 1,-1 0,1-1,0 1,0-1,0 1,0-1,1 1,1 1,0-4,0-1,0 0,0 0,0-1,0 1,1 0,-1-1,0 0,0 0,1 0,-1 0,0-1,0 1,0-1,1 1,-1-1,0 0,0-1,0 1,0 0,0-1,-1 0,1 1,0-1,1-2,10-6,-1-1,0 0,-1-1,-1 0,0-1,0 0,-1-1,-1 0,0 0,-1-1,-1 0,6-15,-13 30,0 0,0 0,1 1,-1-1,0 0,1 0,-1 1,0-1,0 0,1 0,-1 0,0 1,1-1,-1 0,1 0,-1 0,0 0,1 0,-1 0,0 0,1 0,-1 0,1 0,-1 0,0 0,1 0,-1 0,0 0,1 0,-1 0,0-1,1 1,-1 0,0 0,1 0,-1-1,0 1,1 0,-1 0,0-1,0 1,1 0,-1-1,0 1,0 0,0 0,0-1,1 1,-1-1,0 1,0 0,0-1,0 1,0 0,0-1,0 1,0 0,0-1,0 1,0-1,0 1,0-1,5 7,86 61,-79-61,0 0,-1 1,0 1,0 0,-1 1,0-1,0 2,1 2,-9-9,-2-1,1 0,0 1,0-1,-1 0,1 1,-1-1,0 1,0-1,0 1,0-1,0 0,0 1,-1-1,1 1,-1-1,0 0,0 1,0-1,0 0,0 0,0 0,0 1,-1-1,1-1,-1 1,1 0,-1 0,0 0,0-1,0 1,0-1,0 0,-22 31,24-30,0 0,0-1,0 1,0 0,0-1,1 1,-1 0,1-1,-1 1,1-1,-1 1,1-1,0 1,-1-1,1 1,0-1,0 1,0-1,0 0,1 0,-1 0,0 0,0 0,1 0,-1 0,1 0,-1 0,1 0,-1-1,1 1,-1-1,1 1,-1-1,1 1,0-1,-1 0,2 0,27 8,0-1,0-2,0-1,26 0,-30-2,61 4</inkml:trace>
  <inkml:trace contextRef="#ctx0" brushRef="#br0" timeOffset="-3864.318">0 567,'444'36,"-417"-33,-27-3,0 0,0 0,0 0,-1 1,1-1,0 0,0 0,0 0,0 0,0 0,0 1,0-1,0 0,-1 0,1 0,0 1,0-1,0 0,0 0,0 0,0 0,0 1,0-1,0 0,0 0,0 0,0 1,0-1,0 0,1 0,-1 0,0 0,0 1,0-1,0 0,0 0,0 0,0 0,0 1,1-1,-1 0,0 0,-25 6,24-6,-64 11,44-9,0 1,0 1,1 0,0 2,0 0,0 2,1 0,0 1,-3 2,15-5,1-1,0 1,0 0,1 0,-1 1,1-1,1 1,-1 1,1-1,1 0,-1 1,1 0,0 0,1 0,0 0,0 0,1 0,0 1,1-1,-1 0,2 5,-1-2,1 0,0 0,0 1,1-1,1 0,0 0,1 0,0-1,0 1,1-1,1 0,-1-1,2 1,-1-1,6 6,-3-7,0-1,0 0,1 0,-1-1,2 0,-1 0,1-1,-1-1,1 0,0 0,1-1,-1-1,1 0,-1 0,1-1,0 0,5-2,-8 1,0 0,0-1,0 0,0 0,-1-1,1 0,0-1,-1 0,1 0,-1-1,0 0,0-1,-1 1,1-2,-1 1,0-1,0 0,-1 0,0-1,0 0,0 0,3-6,-8 10,1 0,-1 0,1 1,-1-1,0 0,0 0,-1-1,1 1,0 0,-1 0,0 0,0 0,0 0,0-1,0 1,-1 0,0 0,1 0,-1 0,0 0,0 0,-1 0,1 0,-1 0,1 1,-1-1,0 0,0 1,0 0,0-1,0 1,-1 0,1 0,-1 0,1 0,-1 1,0-1,0 1,0-1,0 1,0 0,0 0,0 1,0-1,0 1,-2-1,-3 0,-1 0,1 1,0 0,0 0,0 1,0 0,-1 0,1 1,0 0,1 1,-1-1,0 1,1 1,0 0,-4 2,7-4,1 0,0 0,-1 0,1 1,0-1,0 1,1 0,-1 0,1 0,-1 0,1 1,0-1,0 0,0 1,1 0,-1-1,1 1,0 0,0 0,0 0,0 0,1-1,-1 1,1 0,0 0,1 0,-1 0,1 0,-1 0,1 0,0 0,1 1,12 24</inkml:trace>
  <inkml:trace contextRef="#ctx0" brushRef="#br0" timeOffset="-3155.212">816 674,'0'0,"0"-1,0 0,0 1,0-1,0 0,0 1,0-1,1 0,-1 1,0-1,0 1,1-1,-1 0,0 1,1-1,-1 1,1-1,-1 1,1-1,-1 1,1-1,-1 1,1 0,-1-1,1 1,0 0,-1-1,1 1,-1 0,1 0,0-1,-1 1,1 0,0 0,-1 0,1 0,0 0,-1 0,1 0,0 0,22-1,0 1,-1 1,1 0,-1 2,1 1,-1 1,0 0,13 6,-10-5,0 2,0 0,-1 1,0 2,-1 0,0 1,0 2,-2 0,0 1,0 2,15 38,-35-53,0-1,-1 1,1 0,-1-1,1 1,-1-1,0 1,0 0,0-1,0 1,0 0,0-1,0 1,-1 0,1-1,0 1,-1 0,1-1,-1 1,0-1,0 1,1-1,-1 1,0-1,0 0,0 1,-1-1,1 0,0 0,0 0,-1 0,1 0,0 0,-1 0,1 0,-1-1,0 1,-8 2,-1 0,0 0,1-2,-1 1,0-1,0-1,0 0,0 0,-7-2,-53 2,-32 26,99-24,10-5</inkml:trace>
  <inkml:trace contextRef="#ctx0" brushRef="#br0" timeOffset="-2815.602">1952 634,'-7'14,"-2"17,-4 18,0 17,0 14,0 13,0 8,-3 5,-2 3,-4 1,-4-4,-5-12,1-14,6-21</inkml:trace>
  <inkml:trace contextRef="#ctx0" brushRef="#br0" timeOffset="-2351.393">1845 848,'4'-176,"-4"174,0-1,1 1,-1-1,1 1,0-1,0 1,0-1,0 1,0 0,1-1,-1 1,1 0,-1 0,1 0,0 0,0 0,0 1,0-1,0 0,0 1,1 0,-1-1,0 1,1 0,-1 0,1 0,-1 1,1-1,-1 1,1-1,-1 1,1 0,0 0,-1 0,1 0,0 0,-1 1,3 0,11 1,1 2,-1 0,0 1,0 0,-1 2,0-1,0 2,0 0,-1 1,0 0,5 6,-17-14,0 0,0 0,0 1,0-1,0 0,0 1,0 0,0-1,0 1,-1 0,1 0,-1 0,1 0,-1 0,0 0,0 0,0 0,0 1,0-1,0 0,-1 1,1-1,-1 1,0-1,0 1,1-1,-2 0,1 1,0-1,0 1,-1-1,1 1,-1-1,0 0,0 1,-1 1,-7 2,0 1,0-2,0 1,-1-2,0 1,0-1,0 0,-1-1,1-1,-1 1,-9-1,7 1,107 8,-80-10,-1 0,1 1,0 1,-1 0,0 1,0 1,0 0,0 1,-1 0,0 0,0 2,0-1,6 7,-17-13,0 0,0 0,0 0,1 1,-2-1,1 0,0 1,0-1,0 0,0 1,-1-1,1 1,-1-1,1 1,-1-1,0 1,0 0,1-1,-1 1,0-1,0 1,-1 0,1-1,0 1,0-1,-1 1,1-1,-1 1,1-1,-1 1,0-1,0 1,1-1,-1 0,0 1,0-1,0 0,-1 0,1 0,0 0,0 0,-2 1,-63 30,34-23,1-2,-2-2,1 0,0-2,-1-2,-9-1,21-2,18-4,10-1</inkml:trace>
  <inkml:trace contextRef="#ctx0" brushRef="#br0" timeOffset="1743.977">816 1771,'0'16,"0"12,0 8,0 2,0 2,0-4,0-3,0-8</inkml:trace>
  <inkml:trace contextRef="#ctx0" brushRef="#br0" timeOffset="2189.313">749 1516,'18'-3,"0"1,0 0,0 1,0 1,0 1,0 1,0 0,0 1,-1 1,1 1,-1 0,0 2,0 0,-1 0,0 2,0 0,12 9,-22-13,0 1,-1-1,0 1,0 0,0 0,0 0,-1 1,0 0,-1 0,1 0,-1 0,-1 0,1 1,-1-1,-1 1,1 0,-1 6,0 8,-1 0,-2 0,0 0,-1 0,-5 15,7-33,0-1,0-1,0 0,0 1,0-1,0 0,1 1,-1-1,1 1,0-1,0 1,-1-1,2 1,-1-1,0 1,0-1,1 1,0-1,-1 1,1-1,0 0,0 1,0-1,0 0,1 0,-1 0,1 0,-1 0,1 0,0 0,-1 0,1-1,0 1,0-1,1 1,6-2,-1 0,0-1,0 0,0 0,1-1,-1 0,-1-1,1 1,0-2,-1 1,1-1,-1 0,0 0,0-1,-1 0,1 0,-1-1,0 0,-1 0,1 0,0-2,4-4,0 1,-1-2,0 1,-1-1,0-1,-1 1,0-1,-1-2,-6 11,-7 21,5-9,0 0,1 1,0-1,1 0,-1 0,1 1,1-1,-1 0,1 1,1-1,-1 0,1 0,1 0,-1 0,1 0,0-1,1 1,-1-1,1 0,1 0,-1 0,1 0,0-1,0 0,0 0,2 0,11 10,2 0,-1-2,2-1,0 0,0-1,1-2,9 3,53 18</inkml:trace>
  <inkml:trace contextRef="#ctx0" brushRef="#br0" timeOffset="2643.625">2567 1610,'25'9,"1"-2,0 0,0-2,0-1,0-1,1-1,0-1,-1-2,1 0,-1-2,1-1,-1-1,0-2,-1 0,8-4,-25 8,0 0,0-1,0 0,0 0,0-1,-1 0,0-1,0 1,0-1,-1 0,0-1,0 0,0 0,-1 0,0-1,-1 1,0-1,0 0,0 0,-1-1,0 1,-1-1,0 1,0-1,-1 0,0 0,-1 0,0 0,0 0,0 0,-3-7,3 14,0 0,-1-1,1 1,-1 0,0-1,1 1,-1 0,0 0,-1 0,1-1,0 1,-1 1,1-1,-1 0,1 0,-1 0,0 1,0-1,0 1,0-1,0 1,0 0,0 0,0 0,0 0,-1 0,1 0,0 1,-1-1,1 1,0 0,-1-1,1 1,-1 0,1 0,0 1,-1-1,1 0,0 1,-1 0,1-1,0 1,-1 0,1 0,0 0,0 1,0-1,-2 2,-5 6,0 1,0 1,1-1,1 2,0-1,0 1,1 0,0 0,1 1,1-1,0 1,-1 4,3-8,-33 114,7 2,-6 70,17-98,1-3,-64 314,63-349,2-17</inkml:trace>
  <inkml:trace contextRef="#ctx0" brushRef="#br0" timeOffset="3476.393">2593 1958,'16'-10,"0"1,0 1,1 0,0 1,0 1,1 1,0 0,0 1,0 1,0 1,4 0,28-5,1 3,0 1,44 5,-92-3,1 1,-1 0,0 0,1 0,-1 0,1 1,-1-1,0 1,1 0,-1 0,0 0,0 0,0 1,1-1,-1 1,-1 0,1 0,0 0,0 0,-1 0,1 1,-1-1,0 1,0 0,0-1,0 1,0 0,-1 0,1 0,-1 1,1 1,-28 120,26-123,0 0,0 0,1-1,-1 1,0 0,1 0,-1 0,1 0,-1-1,1 1,0 0,0-1,0 1,0 0,0-1,0 1,0-1,0 1,1-1,-1 0,1 0,-1 0,1 1,-1-1,1-1,0 1,-1 0,1 0,0-1,0 1,-1 0,1-1,0 0,0 0,0 1,0-1,0 0,0 0,72-12,-64 8,0-1,-1 0,1-1,-1 0,0-1,-1 0,0 0,0-1,0 0,-1 0,0-1,-1 0,0 0,0 0,-1-1,3-6,-1 8,-13 32,5-19,-2 4,-1 1,1 0,1 0,0 0,0 0,1 1,1-1,-1 0,2 1,-1-1,1 0,1 0,0 0,1 0,-1 0,2 0,2 6,-4-14,-1 0,1 0,0 0,0-1,0 1,1 0,-1-1,0 1,0-1,1 0,-1 0,1 0,-1 0,1 0,0 0,-1-1,1 1,0-1,-1 0,1 0,0 0,-1 0,1 0,0-1,-1 1,1-1,0 0,-1 1,3-2,67-41,-48 21,-1-1,-2-1,0-2,-1 1,12-24,-32 49,0 0,0 0,0 0,0 0,0 1,0-1,1 0,-1 0,0 0,0 1,0-1,0 0,0 0,0 0,1 0,-1 0,0 1,0-1,0 0,0 0,1 0,-1 0,0 0,0 0,0 0,1 0,-1 0,0 0,0 0,0 0,1 0,-1 0,0 0,0 0,0 0,1 0,-1 0,0 0,-6 27,6-25,-2 2,0 0,0 1,1 0,-1-1,1 1,0 0,1 0,-1-1,1 1,0 0,0 0,1 0,0 0,-1-1,1 1,1 0,-1-1,1 1,0-1,0 1,0-1,0 0,1 0,0 0,0 0,0 0,0-1,1 1,-1-1,1 0,0 0,0 0,4 0,0 0,0-1,0 0,0-1,0 0,1 0,-1-1,0 1,1-2,-1 1,0-1,0-1,0 0,1 0,-1 0,-1-1,1 0,0-1,-1 1,0-2,0 1,0-1,0 0,-1 0,1-1,-1 0,-1 0,1 0,-1-1,0 1,-1-1,0-1,0 1,0-1,1-4,-5-5,-6 33,5-10,1 1,0-1,1 0,-1 1,1-1,0 0,1 1,-1-1,1 0,1 0,-1 0,1 0,0-1,0 1,0-1,1 0,0 0,0 0,1 0,2 2,4 4,1-1,1 0,-1-1,2 0,-1-1,1 0,11 3,21 8</inkml:trace>
  <inkml:trace contextRef="#ctx0" brushRef="#br0" timeOffset="4145.627">4546 2025,'-9'-3,"1"1,-1 0,1 0,-1 1,0 0,0 1,1 0,-1 0,0 1,1 0,-1 0,0 1,1 0,0 1,-1 0,1 0,0 1,1 0,-1 0,1 1,-1 0,-5 6,12-10,0 0,-1 0,1 0,0 1,0-1,0 0,0 1,0-1,1 1,-1-1,0 1,1 0,-1-1,1 1,-1 0,1-1,0 1,0 0,0-1,0 1,0 0,0 0,0-1,0 1,1 0,-1-1,1 1,-1-1,1 1,0 0,0-1,0 1,-1-1,1 0,0 1,1-1,-1 0,0 1,1-1,63 30,-44-28,0-1,1 0,-1-2,1-1,-1 0,0-2,0 0,0-2,0 0,0-1,-1-2,0 1,-1-2,0-1,0 0,-1-2,0 0,-1-1,0 0,-1-2,-1 0,-1 0,0-1,0-1,-2-1,0 0,8-18,4-15,-2-1,-3-1,-2-1,-3 0,-1-1,-4-1,-1 0,-2-25,-7-5,0 86,1-1,0 1,-1-1,1 1,-1-1,1 1,-1 0,1-1,-1 1,1-1,-1 1,1 0,-1 0,1-1,-1 1,0 0,1 0,-1 0,1 0,-1 0,0 0,1 0,-1 0,0 0,1 0,-1 0,1 0,-1 0,0 0,1 1,-1-1,1 0,-1 0,1 1,-1-1,1 0,-1 1,1-1,-1 0,1 1,-1-1,1 1,-1-1,1 1,0-1,-1 1,1-1,0 1,0-1,-1 1,1 0,0-1,0 1,0-1,0 1,0 0,0-1,0 1,0 0,0-1,-20 35,2 0,2 1,1 1,2 1,-1 12,2-13,2 1,1 0,2 1,2 0,2 0,1 0,2 1,2-1,1 0,2 0,2 0,2-1,12 36,-17-64,0-2,0 1,1 0,0-1,0 0,1 0,0-1,1 1,-1-1,5 2,-8-6,0-1,0 0,1 0,-1 0,1 0,-1-1,1 1,0-1,-1 0,1 0,0 0,0 0,0-1,0 0,0 0,0 0,-1 0,1 0,0-1,0 0,0 0,0 0,-1 0,1-1,0 1,2-2,7-6,0-1,-1 1,0-2,0 0,-1 0,-1-1,0-1,-1 1,0-1,-1-1,0 0,-1 0,11-17,0 11,-8 37,-10-8,-1-3,1 0,0 0,0 0,1-1,0 1,0 0,0-1,0 1,1-1,0 1,0-1,1 0,-1 1,1-1,0 0,1-1,-1 1,1-1,0 1,3 2,19 6,1-4</inkml:trace>
  <inkml:trace contextRef="#ctx0" brushRef="#br0" timeOffset="4409.921">5561 1823,'-18'-9,"-11"-7,-7-4,-2 0,-1 1,-1-2,-1 2,8 3</inkml:trace>
  <inkml:trace contextRef="#ctx0" brushRef="#br0" timeOffset="5803.186">4799 1409,'34'-6,"1"1,-1 1,1 2,0 2,0 1,0 1,14 4,42 4,-1 3,0 4,-2 4,19 10,-89-26,0 0,-1 2,0 0,0 1,-1 0,0 2,0 0,-1 0,-1 2,0 0,5 6,-16-15,0 0,-1 1,0-1,0 1,0 0,0 0,-1 0,1 0,-1 0,0 0,0 0,-1 0,1 0,-1 0,0 1,0-1,0 0,0 0,-1 0,0 0,0 1,0-1,-42 87,14-36,24-47,2 1,-1 1,1-1,1 0,-1 1,2 0,-1-1,1 1,1 0,0-1,0 1,1 0,0 0,1-1,0 1,0-1,1 1,1-1,-1 0,1 0,1 0,0-1,0 0,0 0,1 0,1 0,-1-1,1 0,4 3,43 21,-52-31,0 1,-1 0,1-1,-1 1,1-1,0 0,-1 1,1-1,0 0,0 0,-1 0,1 0,0 0,-1-1,1 1,0 0,-1-1,1 0,0 1,-1-1,1 0,-1 1,1-1,-1 0,1 0,-1 0,0-1,0 1,1 0,-1 0,0-1,0 1,0-1,0 0,2-7,-1 0,0-1,-1 1,0 0,0-1,-1 0,0 1,-1-1,0 1,0-1,-1 1,-1 0,-1-7,-57-143,61 158,-1 0,0 0,0 0,1 0,-1 0,1 0,-1 0,1 0,-1 0,1 0,-1 0,1 0,0 0,0 0,-1-1,1 1,0 0,0 0,0 0,1 0,-1-1,0 1,0 0,0 0,1 0,-1 0,1 0,-1 0,1 0,-1 0,1 0,0 0,-1 0,1 0,0 0,0 0,0 1,-1-1,1 0,0 0,0 1,0-1,0 1,0-1,0 1,1-1,-1 1,0 0,0-1,0 1,0 0,1 0,25 0,-1 1,0 2,0 0,0 2,8 3,-8-3,-2 0,-6-3,0 2,0 0,-1 1,0 0,0 2,0 0,0 0,2 4,-17-8,1-1,0 2,0-1,-1 0,0 0,0 1,0 0,0-1,0 1,-1 0,1 0,-1 0,0 0,-1 0,1 0,-1 0,1 0,-1 0,0 0,-1 0,1 0,-1 0,0 0,0 0,0 0,0 0,0 0,-1-1,0 1,0 0,0-1,-2 2,1 2,1 0,-1 0,1 0,0 0,1 0,-1 1,2-1,-1 1,1-1,0 2,0-7,1 0,-1 0,1 0,0 0,0 0,0 0,0 0,0 0,0 0,1 0,-1 0,0-1,1 1,0 0,-1-1,1 0,0 1,0-1,-1 0,1 0,0 0,0 0,1 0,-1 0,0-1,0 1,0-1,0 1,1-1,-1 0,0 0,0 0,0 0,1 0,-1 0,2-1,79-26,-66 14,0 0,0-2,-2 0,0-1,0 0,-2-1,0-1,-1 0,-1-1,0 0,6-18,-15 34,-2 3,0 0,0 1,0-1,0 0,0 0,0 0,0 1,0-1,0 0,0 0,0 0,1 1,-1-1,0 0,0 0,0 0,0 0,1 0,-1 1,0-1,0 0,0 0,0 0,1 0,-1 0,0 0,0 0,0 0,1 1,-1-1,0 0,0 0,1 0,-1 0,0 0,0 0,0 0,1 0,-1-1,0 1,0 0,1 0,-4 33,2-27,1 0,-1 0,1 0,0 0,0 0,1 0,-1 1,2-1,-1 0,1-1,-1 1,2 0,-1 0,0-1,1 1,0-1,1 0,-1 0,1 0,0 0,0-1,0 1,1-1,0 0,0-1,0 1,0-1,0 0,5 2,5 2,1-1,1-1,-1 0,1-1,0-1,-1 0,2-1,-1-1,0-1,0 0,0-2,0 0,0 0,0-2,-1 0,1-1,7-3,-18 5,1 0,-1-1,0 1,0-1,-1 0,1-1,-1 1,0-1,0 0,0 0,-1-1,1 0,-2 1,1-1,0-1,-1 1,0 0,-1-1,0 0,0 1,0-1,-1 0,1 0,-2 0,1 0,-1 0,0 4,0 0,0 0,-1 1,1-1,-1 0,0 0,1 0,-1 1,0-1,-1 1,1-1,0 1,-1-1,0 1,1 0,-1-1,0 1,0 0,0 0,0 1,0-1,-1 0,1 1,-1-1,1 1,-1 0,1 0,-1 0,0 0,1 0,-1 0,0 1,0 0,0-1,1 1,-1 0,0 0,0 1,0-1,0 0,1 1,-1 0,0 0,-2 0,-2 1,0 1,-1-1,1 1,0 0,0 1,0-1,1 1,-1 1,1-1,0 1,1 0,-1 1,1-1,0 1,0 0,0 0,1 1,0-1,1 1,-1 0,1 0,0 0,1 1,-2 7,4-13,0 0,0 0,0 1,0-1,1 0,-1 0,1 1,-1-1,1 0,0 0,0 0,0 0,0 0,0 0,0 0,1 0,-1 0,0-1,1 1,0 0,-1-1,1 1,0-1,0 0,0 0,0 0,0 0,0 0,0 0,0 0,0 0,1-1,-1 1,2-1,80 5,-3-30,-81 25,1-1,0 0,0 1,0-1,-1 1,1-1,0 1,0 0,0-1,0 1,0 0,0 0,0-1,0 1,0 0,0 0,0 0,0 0,0 0,0 0,0 1,0-1,0 0,0 0,0 1,0-1,-1 1,1-1,0 1,0-1,0 1,0-1,-1 1,1 0,0-1,-1 1,1 0,0 0,-1 0,1-1,-1 1,1 0,-1 0,1 0,-1 0,0 0,0 0,1 0,-1 0,0 0,0 0,0 0,0 0,0 0,0 0,0 0,-1 0,1 0,0 0,0 0,-1 0,1 0,-1 1,0-1,1 0,0 1,-1-1,1 1,0-1,0 1,0-1,0 1,0-1,0 1,0-1,0 1,1-1,-1 1,0-1,1 0,0 1,-1-1,1 0,0 1,-1-1,1 0,0 0,0 1,0-1,0 0,0 0,0 0,1 0,-1-1,0 1,0 0,1 0,-1-1,1 1,-1-1,0 1,1-1,-1 1,1-1,-1 0,1 0,-1 0,1 0,-1 0,1 0,-1 0,1 0,-1-1,1 1,7-6,0 1,0-2,-1 1,0-1,0 0,-1-1,1 0,-2 0,1 0,-1-1,-1 0,1 0,-2-1,1 1,-1-1,-1 0,1 0,-2-1,2-8,28-103,-29 119,-1 1,1 0,-1 0,1 0,0 0,0 0,0 0,0 1,0-1,0 1,0 0,0 0,1 0,-1 0,0 1,1 0,-1-1,0 1,1 0,-1 0,0 1,1-1,-1 1,0 0,1 0,-1 0,0 0,0 0,1 1,4 0,13 1,-1 2,0 0,-1 1,1 1,-1 1,0 0,-1 2,6 4,-21-12,0 0,-1 0,1 1,0 0,-1-1,0 1,0 0,1 0,-2 0,1 0,0 1,-1-1,1 0,-1 1,0-1,0 1,0-1,-1 1,1 0,-1-1,0 1,0-1,0 1,-1 0,1-1,-1 1,0-1,0 1,0-1,0 1,-1-1,1 0,-1 1,-1 1,-12 22,11-22,0 0,1 0,0 1,0 0,1-1,-1 1,1 0,1 0,-1 0,1 1,0-1,0 0,1 3,2-6,0 0,1 0,-1 0,1 0,0 0,0-1,0 1,0-1,1 0,-1 0,1 0,-1 0,1-1,-1 1,1-1,0 0,0 0,0 0,0-1,0 1,0-1,0 0,0 0,-1-1,1 1,0-1,0 0,1 0,7-1,-1 0,0-1,1-1,-2 0,1 0,0-1,-1 0,0-1,0 0,-1-1,1 0,-1-1,-1 1,0-2,0 1,0-1,-1 0,-1-1,1 0,-1 0,-1 0,0 0,-1-1,0 0,0 0,1-9,-5 18,1 0,-1 0,1 0,-1 0,0 0,1 0,-1 0,0 0,-1 0,1 0,0 0,-1 0,1 0,-1 0,1 0,-1 0,0 0,0 0,0 0,0 1,0-1,0 0,-1 1,1-1,0 1,-1-1,0 1,1 0,-1-1,0 1,1 0,-1 0,0 0,0 0,0 1,0-1,0 0,0 1,0 0,0-1,0 1,0 0,0 0,0 0,0 0,0 0,0 1,0-1,0 1,0-1,0 1,0 0,0-1,0 1,0 0,1 0,-1 1,0-1,0 1,-1 1,0 0,0 0,0 0,0 1,0 0,1-1,0 1,0 0,0 0,0 0,0 1,1-1,0 0,0 1,0-1,0 1,1-1,0 1,0-1,0 1,0-1,1 1,-1-1,1 0,0 1,1-1,-1 0,1 0,0 1,0-1,0 0,1-1,-1 1,1 0,1 0,6 7,1-2,0 1,1-1,0-1,0 0,1-1,0 0,0-1,0-1,11 4,73 24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1:45.6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1 109,'16'-5,"1"1,-1 1,1 1,0 0,0 1,0 0,17 3,-4-2,423-2,39-22,-262 4,103-11,1 15,133 18,-252 12,-18 2,1-8,-1-9,80-15,-151-2,-111 15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0:32.5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9583 120,'31'-5,"545"-1,-564 4,-40 2,17 0,-1 0,1 1,0 0,1 0,-1 2,0-1,0 1,1 1,0 0,-1 0,1 1,1 0,-1 1,1 0,0 0,0 1,1 0,-1 2,-9 16,0 0,2 0,2 2,0 0,1 0,2 1,1 1,1 0,-4 26,10-47,1 0,-1 0,2 1,-1-1,1 1,0 0,1-1,0 1,1 0,-1-1,2 1,-1 0,1-1,0 0,1 1,0-1,1 0,-1 0,1-1,1 1,-1-1,2 0,-1 0,3 2,6 1,2-1,-1-1,1 0,1-1,-1 0,1-2,0 0,0-1,1 0,-1-2,1 0,0-1,-1 0,1-2,0 0,4-2,-11 3,0 0,0-1,1 0,-1-1,-1 0,1-1,0 0,0-1,-1 0,0-1,0 0,0 0,-1-1,1-1,-1 1,-1-1,1-1,3-5,-10 11,-1 0,0-1,0 1,1-1,-2 1,1-1,0 1,0-1,-1 0,0 1,1-1,-1 0,0 0,0 1,-1-1,1 0,0 1,-1-1,0 0,1 1,-1-1,0 1,-1-1,1 1,0 0,-1-1,1 1,-1 0,1 0,-1 0,0 0,0 0,0 0,-5-3,1 0,-1 0,0 0,0 1,-1 0,1 1,-1 0,0 0,0 0,-2 0,2 1,1 0,-1 1,0-1,1 1,-1 1,0 0,0 0,0 0,0 1,1 0,-1 1,0-1,1 1,-1 1,1 0,0 0,-1 0,2 1,-1 0,0 0,1 1,0 0,0 0,-5 5,-8 17</inkml:trace>
  <inkml:trace contextRef="#ctx0" brushRef="#br0" timeOffset="-1730.871">8567 294,'-7'-3,"-1"-1,0 1,0 1,0-1,-1 1,1 1,0-1,-1 2,1-1,-1 1,1 0,-1 1,1 0,0 0,-1 1,1 0,0 1,0-1,0 1,0 1,1 0,-1 0,1 0,0 1,0 0,1 1,-1-1,1 1,1 0,-6 7,8-8,-1 1,1 0,0 0,0 0,1 0,0 1,0-1,1 1,-1-1,1 1,1 0,-1-1,1 1,0 0,1 0,0-1,0 1,0-1,1 1,0-1,0 1,0-1,1 0,0 0,0 0,1 0,0-1,0 0,0 1,0-1,1-1,0 1,0-1,0 1,1-1,-1-1,1 1,0-1,2 1,-3-3,1 0,0 0,-1-1,1 0,0 0,-1 0,1-1,0 1,-1-1,1-1,-1 1,1-1,-1 0,0 0,1 0,-1-1,-1 0,1 0,0 0,-1-1,1 1,-1-1,0 0,0 0,-1-1,1 1,-1-1,0 0,0 0,0 0,-1 0,0 0,0-1,0 1,-1 0,0-1,0 0,0 1,0-5,7-102,-12 227,4-113,9 106,-8-104,0 0,0 0,0 0,0-1,1 1,-1-1,1 1,0-1,0 1,0-1,1 0,-1 0,1 0,0 0,0-1,0 1,0-1,0 0,0 1,1-1,-1-1,1 1,-1 0,1-1,3 1,15 1</inkml:trace>
  <inkml:trace contextRef="#ctx0" brushRef="#br0" timeOffset="-1453.613">8808 0,'4'9,"7"15,5 21,0 21,-2 22,-6 19,-14 14,-17 6,-20 1,-17-9,2-23</inkml:trace>
  <inkml:trace contextRef="#ctx0" brushRef="#br0" timeOffset="21445.542">519 1417,'-12'7,"-36"18,1 3,1 1,1 3,-22 22,46-29,0 2,2 1,1 0,1 1,2 1,1 1,1 0,2 1,1 0,1 0,-2 26,3-29,-6 23,-2 1,3 0,3 1,-3 43,12-87,1 0,1-1,-1 1,2 0,-1 0,1-1,1 1,0-1,0 1,1-1,0 0,0 0,1-1,0 0,1 1,0-2,0 1,1-1,0 0,0 0,0-1,4 3,123 79,-114-79,0 1,-1 1,0 1,-1 0,0 2,-1 0,-1 1,0 1,-1 0,-1 1,0 0,-1 2,-1-1,-1 1,9 21,-15-20,0 0,-1 0,-1 0,-1 1,-1 0,-1-1,-1 1,0-1,-2 1,0-1,-1 1,-1-1,-1-1,-1 1,-8 15,-17 30,-3-1,-3-2,-39 49,36-52,22-33,0 1,2 1,0 1,3 0,0 1,2 1,1 0,1 0,2 1,1 0,2 1,1-1,1 1,2 0,2 12,7 20,3 1,3-2,3 0,16 38,-6-45,3-1,2-2,2-1,2-1,3-2,2-2,2-2,19 14,28 36,-71-78,-1 1,0 0,-1 2,-1 0,-1 0,-1 2,-1-1,-1 2,-1 0,-1 0,-1 1,-1 0,1 12,-7-23,-1 0,-1 1,-1-1,0 0,-1 0,0 1,-1-1,0-1,-2 1,1 0,-2-1,0 0,0 0,-3 2,-3 4,0 0,2 1,0 1,1 0,1 0,1 0,1 1,1 0,1 1,0-1,2 1,1-1,1 1,0 0,2-1,2 10,123 332,-116-321,-1 0,-3 0,-2 1,-1 0,-3 0,-1 0,-2 0,-2 0,-9 38,-28 89,27-125,2 0,1 1,3 0,2 1,2 0,2 0,2 0,2 0,4 14,74 232,-56-220,91 230,-107-281,0 0,-1 0,-1 1,-2 0,0 0,-2 0,0 0,-2 1,-1-1,0 0,-2 0,-1 0,-1 0,-1 0,0-1,-5 6,5-8,1-1,1 1,1 0,1 0,0 0,2 0,0 0,2 5,-2 71,-36 264,2-143,21-155,3 1,2 0,3 11,3-20,-2-1,-3 0,-2 0,-3-1,-1 0,-21 49,22-61,2 1,2 0,2 0,2 1,2-1,1 1,2 0,3 4,0-13,1 0,2 0,2 0,0-1,3-1,0 1,8 10,44 135,-58-158,-2 0,0 0,-1 0,-1 1,0-1,-2 1,-1 0,-1 11,-3-17,-1 0,0 0,-1-1,-1 1,0-2,-1 1,0-1,-1-1,-9 10,2-1,-5 6,13-19,0 1,1 0,0 0,0 1,1 0,1 0,-1 0,2 1,-1 0,2 0,-1 1,2 0,-1-1,2 1,-1 0,2 0,-1 1,2-1,0 0,0 5,25 66,11 66,-28 282,17-112,-24-243</inkml:trace>
  <inkml:trace contextRef="#ctx0" brushRef="#br0" timeOffset="45172.234">1228 2086,'0'-2,"0"1,0 5,0 10,-3 8,-2 10,-1 8,-1 10,0 6,-1 4,1 3,2-1,1-3,2-6,1-7,1-11</inkml:trace>
  <inkml:trace contextRef="#ctx0" brushRef="#br0" timeOffset="45976.121">2605 2059,'0'-3,"0"5,0 8,-2 11,-2 15,1 15,1 17,0 11,-1 9,-3 3,0-1,-1-3,0-18</inkml:trace>
  <inkml:trace contextRef="#ctx0" brushRef="#br0" timeOffset="46798.474">1161 2460,'20'-2,"14"-1,11 0,5 0,9 2,10 2,10 2,6 1,8 4,3-1,5 0,-1-3,-2-1,-7-1,-12-2,-13 1,-15-2,-16 1</inkml:trace>
  <inkml:trace contextRef="#ctx0" brushRef="#br0" timeOffset="47202.397">2150 2326,'83'46,"73"26,-116-42,-39-29,-1 0,1 0,0-1,-1 1,1 0,-1 0,1 0,-1 0,1 0,-1 0,0 1,1-1,-1 0,0 0,0 0,0 0,0 0,0 0,0 0,0 0,0 1,0-1,-1 0,1 0,0 0,-1 0,1 0,-1 0,1 0,-1 0,1 0,-1 0,0 0,0-1,1 1,-1 0,0 0,0-1,0 1,0 0,0 0,-11 6,0-1,0 0,0-1,0 0,-1-1,0 0,0-1,0 0,-10 0,10-1,-58 10,3-3</inkml:trace>
  <inkml:trace contextRef="#ctx0" brushRef="#br0" timeOffset="47851.107">1535 2380,'-59'24,"31"-12,0 1,1 1,0 2,2 0,-20 17,44-33,1 0,-1 1,1-1,0 0,-1 0,1 1,0-1,-1 0,1 0,0 1,0-1,-1 1,1-1,0 0,0 1,-1-1,1 0,0 1,0-1,0 1,0-1,0 1,0-1,-1 0,1 1,0-1,0 1,1-1,-1 1,0-1,0 1,0-1,0 0,0 1,0-1,0 1,1-1,-1 0,0 1,0-1,1 0,-1 1,0-1,0 0,1 1,-1-1,0 0,1 1,-1-1,1 0,-1 0,0 0,1 1,-1-1,1 0,-1 0,0 0,1 0,-1 0,1 0,-1 0,1 0,-1 0,1 0,-1 0,0 0,1 0,-1 0,1 0,39 2,-35-2,8-1,1 1,-1 1,1 0,-1 1,0 0,0 1,0 1,0 0,0 0,-1 1,1 1,-1 0,7 6,-13-8,-6-3,1 0,-1 0,1 0,-1 0,1 0,0 0,-1 0,1 0,0-1,0 1,-1 0,1-1,0 1,0 0,0-1,0 1,0-1,0 1,0-1,0 0,0 1,0-1,0 0,0 0,1 0,-1 1,0-1,0-1,0 1,0 0,0 0,0 0,0 0,0-1,0 1,1-1,-1 1,0 0,-1-1,1 0,0 1,0-1,0 0,0 1,0-1,-1 0,1 0,0 0,-1 0,1 0,0 1,-1-2,5-101,-3 74</inkml:trace>
  <inkml:trace contextRef="#ctx0" brushRef="#br0" timeOffset="48301.42">1963 1203,'0'23,"-2"18,-1 17,-3 11,-1 11,-3 7,-1 2,-4 0,-2-6,3-17</inkml:trace>
  <inkml:trace contextRef="#ctx0" brushRef="#br0" timeOffset="48790.115">1869 1297,'1'-6,"0"0,0 0,0 0,1 1,-1-1,1 0,1 1,-1 0,1-1,0 1,0 0,0 0,1 1,0-1,0 1,0 0,0 0,1 0,0 0,0 1,0 0,0 0,0 0,0 1,3-2,12-1,0 0,0 1,1 1,-1 1,1 1,-1 0,1 2,-1 0,18 4,23 23,-60-27,0 1,1-1,-1 0,0 1,0-1,0 1,0 0,0-1,-1 1,1 0,0-1,-1 1,1 0,-1 0,0-1,1 1,-1 0,0 0,0 0,0 0,0-1,-1 1,1 0,0 0,-1 0,1-1,-1 1,0 0,0-1,1 1,-1 0,0-1,0 1,-1-1,1 1,-7 7,-1 0,0-1,0 0,-1 0,0-1,-1 0,1-1,-1 0,0-1,-1 0,-7 1,-2 4,3-1,18-8,1 0,0 0,-1 0,1 0,0-1,0 1,-1 0,1 0,0-1,0 1,0 0,0-1,0 1,0-1,0 0,0 1,0-1,0 0,1 1,-1-1,0 0,0 0,0 0,0 0,0 0,0 0,1 0,-1 0,0-1,0 1,0 0,0-1,136 1,-135-1,-1 1,1-1,-1 1,1 0,-1 0,1 0,0 0,-1 0,1 0,-1 0,1 0,-1 1,1-1,-1 1,1-1,-1 1,1 0,-1-1,0 1,1 0,-1 0,0 0,0 0,1 0,-1 0,0 0,0 0,0 1,0-1,-1 0,1 1,0-1,0 1,-1-1,1 1,-1-1,0 1,1-1,-1 1,0-1,0 1,0-1,0 1,0-1,0 1,0 0,-6 5,1 0,-2-1,1 1,-1-1,0-1,0 1,0-1,-1-1,1 1,-1-1,-1-1,1 1,-7 1,-124 34,120-38</inkml:trace>
  <inkml:trace contextRef="#ctx0" brushRef="#br0" timeOffset="49207">2685 1163,'-29'12,"1"-1,0 0,1 2,1 1,0 1,0 2,-8 8,32-24,0 0,0 0,0 1,0-1,0 1,0 0,1-1,-1 1,0 0,1 0,0 0,-1 0,1 0,0 0,0 0,0 1,0-1,1 0,-1 1,1-1,-1 1,1-1,0 0,0 1,0-1,0 1,0-1,0 1,1-1,-1 0,1 1,0-1,0 0,0 0,0 1,0-1,0 0,0 0,1 0,-1 0,1 0,0-1,-1 1,2 1,12 4,0 0,0-1,1 0,0-1,0-1,1 0,-1-2,0 0,1 0,0-2,14 0,-22 0,99 1,-63-1</inkml:trace>
  <inkml:trace contextRef="#ctx0" brushRef="#br0" timeOffset="49822.417">3112 1029,'47'-2,"-39"2,177 9,45 14,-226-22,43 10,-46-11,0 0,0 0,0 0,0 1,0-1,-1 0,1 1,0-1,0 1,0-1,-1 1,1-1,0 1,-1-1,1 1,0 0,-1 0,1-1,-1 1,1 0,-1 0,1-1,-1 1,0 0,1 0,-1 0,0 0,0 0,0-1,1 1,-1 0,0 0,0 0,0 0,0 0,-1 0,1 0,0 0,0-1,-1 1,1 0,0 0,-1 0,1 0,-6 7,0-1,-1 0,0 0,0-1,0 0,-1 0,0 0,0-1,-2 1,-18 12,21-14,0 0,0 0,0 0,0 1,1 0,0 0,0 1,1 0,-1 0,1 0,1 1,-1-1,1 1,0 0,1 1,-1-1,1 0,1 1,0 0,0 0,0 0,1 0,0 0,1 0,-1 0,2 0,-1 0,1 0,0 0,3 7,2-4,0 1,1-1,1 0,0-1,0 0,1 0,1-1,-1 0,1-1,1 0,0 0,0-1,0-1,1 0,0 0,0-1,0-1,1 0,-1 0,1-2,0 1,1-2,-9 1,0-1,0 0,0 0,1-1,-1 1,0-1,0 0,1-1,-1 1,0-1,0 0,0-1,0 1,0-1,0 0,0 0,0 0,-1-1,1 0,-1 0,0 0,0 0,0-1,0 1,0-1,-1 0,0 0,0-1,0 1,0 0,0-1,-1 0,0 0,0 0,-1 0,1 0,0-4,-2 7,0-1,0 1,0 0,0 0,0 0,-1 0,1 0,-1 0,1 0,-1 0,0 0,0 0,0 0,0 0,0 0,0 0,0 1,-1-1,1 0,-1 1,1-1,-1 1,0 0,1 0,-1-1,0 1,0 0,0 0,0 1,0-1,0 0,0 1,-2-1,-2 0,0 0,0 1,-1 0,1 0,0 0,-1 1,1 0,0 0,0 1,0 0,-3 1,-27 13,0 2,2 1,0 2,1 1,-15 14,16-12,-73 53</inkml:trace>
  <inkml:trace contextRef="#ctx0" brushRef="#br0" timeOffset="76433.028">1616 10428,'240'-9,"89"-1,-122 0,21 11,-85 0,6 12,106-5,76 3,-19 8,362-17,-35-2,-413 13,300 16,-248-17,360 28,-101-13,-275-14,152 14,-5-13,-81-15,-172 15,-153-14,-3-1</inkml:trace>
  <inkml:trace contextRef="#ctx0" brushRef="#br0" timeOffset="76824.026">8728 10441,'-29'15,"29"-15,-1 1,1-1,0 1,0 0,-1-1,1 1,0 0,0-1,0 1,0-1,-1 1,1 0,0-1,0 1,0 0,0-1,1 1,-1 0,0-1,0 1,0 0,0-1,1 1,-1 0,0-1,1 1,-1-1,0 1,1-1,-1 1,1-1,-1 1,1-1,-1 1,1-1,-1 0,1 1,-1-1,1 0,0 1,-1-1,1 0,0 0,-1 0,1 1,0-1,90 27,-79-25,0 0,-1 1,1 0,-1 1,1 0,-1 0,9 7,-18-10,0 0,-1 0,1 0,-1 1,1-1,-1 0,1 1,-1-1,0 1,0 0,0-1,0 1,0 0,0 0,0 0,0 0,-1 0,1 0,-1 0,0-1,1 1,-1 1,0-1,0 0,0 0,0 0,-1 0,1 0,0 0,-1-1,0 1,1 0,-1 0,-1 1,-43 56,24-44,1-1,-2-1,1-1,-2-1,0 0,0-2,-1-1,-13 2,-61 19</inkml:trace>
  <inkml:trace contextRef="#ctx0" brushRef="#br0" timeOffset="78037.314">1882 10294,'-3'-3,"0"1,0 0,0-1,-1 2,1-1,-1 0,1 1,-1-1,0 1,0 0,0 0,1 1,-1-1,0 1,0 0,0 0,0 0,0 1,0-1,0 1,1 0,-1 0,0 0,0 0,1 1,-1 0,1 0,-1 0,0 1,-2-1,-236 110,200-82,42-29,1 0,-1-1,1 1,-1 0,1 0,0-1,-1 1,1 0,0-1,0 1,0-1,0 1,-1-1,1 1,0-1,0 1,0-1,0 0,0 0,0 1,0-1,0 0,0 0,0 0,0 0,0 0,0 0,0 0,1-1,-1 1,76 1,-60-3,-1 2,1 0,0 1,-1 0,1 2,-1 0,13 4,-25-5,1 0,-1 0,0 1,0 0,0-1,-1 1,1 1,0-1,-1 0,0 1,0 0,0 0,-1 0,2 2,3 4,-6-9,-1 0,1 0,0 0,0-1,0 1,-1 0,1 0,0-1,0 1,0 0,0-1,0 1,0-1,1 0,-1 1,0-1,0 0,0 1,0-1,0 0,1 0,-1 0,0 0,0 0,0 0,0-1,1 1,-1 0,0-1,0 1,0 0,0-1,0 1,0-1,0 0,0 1,0-1,0 0,0 0,0 1,-1-1,1 0,0 0,0 0,-1 0,1 0,-1 0,1 0,-1 0,1 0,-1-1,0 1,1 0,-1 0,0 0,0 0,0 0,0-1,0 1,0 0,0 0,-1 0,1 0,0-1,1-7,-1-1,0 1,0 0,-1 0,0-1,-1 1,0 0,0 0,-1 0,0 1,0-1,-1 1,0-1,-1 1,0 1,0-1,-1 1,0-1,0 2,0-1,-1 1,-6-5,1 0</inkml:trace>
  <inkml:trace contextRef="#ctx0" brushRef="#br1" timeOffset="89762.045">1094 3984,'-52'151,"16"-72,36-78,0 0,-1 0,1-1,0 1,0 0,-1 0,1 0,0 0,0 0,0 0,0-1,0 1,0 0,1 0,-1 0,0 0,0 0,0-1,1 1,-1 0,1 0,-1 0,0-1,1 1,-1 0,1-1,0 1,-1 0,1-1,0 1,-1-1,1 1,0-1,-1 1,1-1,0 1,0-1,0 0,-1 0,1 1,0-1,0 0,0 0,0 0,0 0,-1 0,1 0,51 0,-40-1,116 1,-127 1,-1-1,1 0,0 0,0 1,-1-1,1 0,0 0,0 0,0 0,0 0,-1 0,1 0,0-1,0 1,0 0,-1 0,1 0,0-1,0 1,-1-1,1 1,0 0,-1-1,1 1,0-1,-1 1,1-1,-1 0,1 1,-1-1,1 0,-1 1,1-1,-1 0,0 1,1-1,-1 0,0 0,0 0,0 1,1-1,-1 0,0 0,0 0,0 1,0-1,0 0,-1 0,1 0,0 0,-15-40,-88-128,73 127,29 41,1 1,-1-1,0 1,1-1,-1 1,1 0,-1-1,0 1,1 0,-1 0,0 0,1-1,-1 1,0 0,0 0,1 0,-1 0,0 0,1 0,-1 0,0 0,1 1,-1-1,0 0,1 0,-1 1,0-1,1 0,-1 1,1-1,-1 0,0 1,1-1,-1 1,1-1,-1 1,1-1,0 1,-1-1,1 1,-1 0,1-1,0 1,0-1,-1 1,-14 36,12-29,-59 166,81-193,0-9,1 2,1 0,1 1,1 2,13-10,-18 27,-25 26,-13 8,0-2,-2-1,-1 0,-1-2,-10 7,30-26,-6 6,22-13,4-1,0 1,0 0,0 1,0 1,1 1,-1 0,8 1,12 0,14-1,-50-1,0 0,0 1,0-1,0 0,0 0,0 0,0 0,0 0,0 0,0 0,-1 0,1 0,0 0,-1 0,1 1,-1-1,1 0,-1 0,1 0,-1 1,0-1,1 0,-1 1,0-1,1 0,-1 1,0-1,0 1,0-1,0 1,1 0,-2-1,1 0,-9-8,1 0,0 0,0-1,1 0,1-1,-1 1,-3-11,2 36,-6 93,5-121,6-20,1 0,2 0,1 0,2 0,2-11,-2 20,18-198,-8 184,-11 38,-1 0,1 0,-1 0,1 0,-1 0,1 1,-1-1,1 0,-1 0,1 0,-1 0,0 0,1 1,-1-1,1 0,-1 0,0 1,1-1,-1 0,1 1,-1-1,0 0,0 1,1-1,-1 0,0 1,1-1,-1 1,0-1,0 1,0-1,0 0,0 1,1-1,-1 1,0-1,0 1,0-1,0 1,0-1,0 1,0-1,-1 1,1-1,0 0,0 1,0-1,0 1,-1-1,5 207,-26 216,5-183,14-38,-9-210,1 1</inkml:trace>
  <inkml:trace contextRef="#ctx0" brushRef="#br1" timeOffset="95730.549">1322 9920,'-5'-5,"1"1,-1 0,1 1,-1-1,0 1,-1 0,1 0,0 1,-1-1,1 1,-1 0,0 1,0-1,-1 1,-6-7,35 4,100 17,76-12,-70 12,322-14,-157-26,-162 15,11-1,-101 6,0 3,0 1,1 2,2 2,-28-1,111-13,56-1,-44 3,-195 9,-1108 2,893-14,-127 14,228 15,-27 11,128-13,707-29,-66 5,-341-2,84-21,-297 32,201-10,132 7,-359 5</inkml:trace>
  <inkml:trace contextRef="#ctx0" brushRef="#br1" timeOffset="97419.749">3421 9719,'-9'41,"-3"81,5 1,7 56,8-228,-3-77,-11-103,0 58,5 50,15 575,-2-259,-13-246,-99-664,89 676,5 53,16 182,-7 409,4-525,-2-105,-21-177,2 91,8 57,3 0,1 0,3 0,3 0,2 0,6-22,-5 56,-7 20,0 0,0-1,1 1,-1 0,0 0,1 0,-1 0,0-1,1 1,-1 0,0 0,1 0,-1 0,0 0,1 0,-1 0,0 0,1 0,-1 0,0 0,1 0,-1 0,0 0,1 1,-1-1,0 0,1 0,-1 0,0 0,0 1,1-1,-1 0,0 0,0 0,1 1,-1-1,0 0,0 1,1-1,-1 0,0 0,0 1,0-1,0 0,0 1,0-1,0 0,1 1,-1-1,0 0,0 1,0-1,0 0,0 1,0-1,-1 0,1 1,0-1,0 0,0 1,0-1,0 0,0 1,-1-1,1 0,0 1,13 164,-12-129,-2 121,-1-52,5-1,8 37,-9-236,-3-53,10-382,-6 499,-3 31,0 0,0 0,1 0,-1 0,0 0,0 0,1 0,-1 0,0 0,-13 350,13-4,0-631,-2 270,-1 25,0 7</inkml:trace>
  <inkml:trace contextRef="#ctx0" brushRef="#br1" timeOffset="99106.041">2538 5000,'0'16,"0"10,0 2,0 4,0 1,0-1,0-6</inkml:trace>
  <inkml:trace contextRef="#ctx0" brushRef="#br1" timeOffset="99361.674">2538 5815,'3'14,"0"6,-1 5,1 0,-2 3,0 1,0-4</inkml:trace>
  <inkml:trace contextRef="#ctx0" brushRef="#br1" timeOffset="99624.971">2591 6804,'-5'16,"-1"8,1 4,0 1,4 2,2-1,3 1,1 0,2 0,0-1,-2-6</inkml:trace>
  <inkml:trace contextRef="#ctx0" brushRef="#br1" timeOffset="99917.189">2672 7767,'0'14,"0"6,0 5,0 0,0 1,0 0,2 0,1 1,0-1,-1 3,2 1,0-5</inkml:trace>
  <inkml:trace contextRef="#ctx0" brushRef="#br1" timeOffset="100134.609">2698 8489,'0'16,"0"12,0 6,0 4,0 2,0 1,0 1,0-3,0-3,0-3,0-1,0-3,2-2,4-1,0-3,1 0,0-5</inkml:trace>
  <inkml:trace contextRef="#ctx0" brushRef="#br1" timeOffset="100300.167">2779 9358,'0'14,"0"8,0 4,0 1,0 1,2 0,3 0,1 0,1 0,0-6</inkml:trace>
  <inkml:trace contextRef="#ctx0" brushRef="#br1" timeOffset="100472.26">2846 9853,'0'16,"-3"12,0 8,-2 4,0 3,0 1,1-1,2 0,3-1,6 2,4-1,5 3,0-8</inkml:trace>
  <inkml:trace contextRef="#ctx0" brushRef="#br1" timeOffset="104783.715">2872 10107,'0'-1,"0"1,0 0,0-1,0 1,1 0,-1 0,0-1,0 1,0 0,0-1,0 1,0 0,0-1,0 1,0 0,0-1,0 1,-1 0,1 0,0-1,0 1,0 0,0-1,0 1,0 0,-1 0,1-1,0 1,0 0,-1 0,1-1,0 1,0 0,-1 0,1 0,0 0,0-1,52-2,1 2,-1 2,1 2,31 7,192 42,-263-48,-18-1,-23 2,-40 3,1-3,-1-3,0-3,0-3,-39-9,73 7,79 4,546-35,-407 34,-176 1,-26-1,-295-6,221 10,-361 0,1146-34,-458 16,1 12,85 13,-271-1,-50-7,0 0,-1 0,1-1,0 1,0 0,-1 0,1 0,0 0,0 0,-1 0,1-1,0 1,0 0,-1 0,1 0,0 0,0 0,-1 0,1 0,0 0,-1 0,1 0,0 0,0 0,-1 0,1 1,0-1,0 0,-1 0,1 0,0 0,0 0,-1 1,1-1,0 0,0 0,0 0,-1 1,1-1,0 0,0 0,0 0,0 1,0-1,-1 0,1 0,0 1,0-1,0 0,0 0,0 1,0-1,0 0,0 1,0-1,0 0,0 0,0 1,0-1,0 0,0 0,0 1,1-1,-1 0,0 0,0 1,0-1,0 0,0 0,-54 8,0-2,0-3,-24-2,31-1,-378-4,-97-27,465 27,54 6,21 2,73 1,1-3,33-7,-25 2,463-3,-553 6,-24 0,-1149-24,1142 22,26 1,37 1,-39 0,899 14,-1744-14,1397-21,109 1,-1226 21,258-1,1102-27,-732 24,295-8,-312 16,-62 3,-29-1,0-3,0-1,-36-2,36-1,-499-1,1640-12,-1438 34,-92-15,624 4,409-21,-676 27,-190-3,857-14,-780 11,240-7,260-3,-326 0</inkml:trace>
  <inkml:trace contextRef="#ctx0" brushRef="#br1" timeOffset="105907.23">4009 5121,'-3'0,"0"2,0 5,3 7,1 4,1 7,0 6,0 4,-1 5,0-4</inkml:trace>
  <inkml:trace contextRef="#ctx0" brushRef="#br1" timeOffset="106105.698">4048 5962,'-2'16,"-1"10,0 7,3 3,4-1,1-5</inkml:trace>
  <inkml:trace contextRef="#ctx0" brushRef="#br1" timeOffset="106417.899">3994 7527,'5'20,"4"14,2 8,-1-3</inkml:trace>
  <inkml:trace contextRef="#ctx0" brushRef="#br1" timeOffset="106679.252">4182 8542,'0'16,"0"8,0 4,0-1,3 0,0 0,-1-4</inkml:trace>
  <inkml:trace contextRef="#ctx0" brushRef="#br1" timeOffset="106958.505">4142 9117,'7'16,"2"10,0 5,0 1,-1 1,-2-1,-2 0,-2 0,-3 1,-2 0,0-7</inkml:trace>
  <inkml:trace contextRef="#ctx0" brushRef="#br1" timeOffset="107219.809">4196 9879,'0'14,"0"9,0 0</inkml:trace>
  <inkml:trace contextRef="#ctx0" brushRef="#br1" timeOffset="107220.809">4262 10360,'0'16,"0"15,0 10,0 10,0 6,3 2,2 2,5-2,4-5,-1-11</inkml:trace>
  <inkml:trace contextRef="#ctx0" brushRef="#br1" timeOffset="110131.737">4249 9733,'996'-15,"-975"15,-395-8,-49-22,415 28,26 2,-15 0,532-9,33 56,-308-43,-779 21,-70-24,521 4,61-1,27-1,517-2,325 9,-739-6,-608 9,378-12,-521-10,598 6,76-3,1289-42,-1144 45,-679 57,230-41,-20-12,129-1,467-24,-1 2,79 13,-301 15,-81-1,-41-2,-60-2,72-1</inkml:trace>
  <inkml:trace contextRef="#ctx0" brushRef="#br1" timeOffset="111305.128">5399 5000,'2'0,"1"3,0 4,-1 4,0 5,-1-1</inkml:trace>
  <inkml:trace contextRef="#ctx0" brushRef="#br1" timeOffset="111490.636">5412 5334,'0'16,"0"10,0 0</inkml:trace>
  <inkml:trace contextRef="#ctx0" brushRef="#br1" timeOffset="111674.211">5452 5748,'0'16,"0"5</inkml:trace>
  <inkml:trace contextRef="#ctx0" brushRef="#br1" timeOffset="111895.65">5479 6056,'0'0</inkml:trace>
  <inkml:trace contextRef="#ctx0" brushRef="#br1" timeOffset="111896.65">5466 6297,'-3'16,"0"7,3 3,0-4</inkml:trace>
  <inkml:trace contextRef="#ctx0" brushRef="#br1" timeOffset="112156.953">5559 6804,'-5'14,"-1"9,1 5,0 2,2-4</inkml:trace>
  <inkml:trace contextRef="#ctx0" brushRef="#br1" timeOffset="112157.953">5599 7420,'0'18,"2"10,1 6,0-3</inkml:trace>
  <inkml:trace contextRef="#ctx0" brushRef="#br1" timeOffset="112407.281">5666 8048,'0'16,"0"10,0 4,0 5,0 1,0-7</inkml:trace>
  <inkml:trace contextRef="#ctx0" brushRef="#br1" timeOffset="112682.545">5693 8677,'2'16,"1"9,2 6,1 1,-2-3</inkml:trace>
  <inkml:trace contextRef="#ctx0" brushRef="#br1" timeOffset="112683.545">5760 9304,'-2'16,"-1"10,0 7,1-2</inkml:trace>
  <inkml:trace contextRef="#ctx0" brushRef="#br1" timeOffset="112929.401">5679 9839,'0'0</inkml:trace>
  <inkml:trace contextRef="#ctx0" brushRef="#br1" timeOffset="115998.278">5773 9879,'84'12,"252"-17,-191-2,-100 12,-59 6,-129 24,92-27,-214 41,327-51,390-24,-294 27,-551 23,101-21,490-13,51-13,-25 1,640-18,-1337 57,65-5,443-13,803-40,-482 31,-329 9,-22 2,-14 1,-18 3,26-5,-158 25,-1-7,-127-3,530-40,-78 8,1 7,67 8,-120 16,-104-6,-27-5,-378-1,236-3,823-25,-655 25,-24 0,-34 1,-65 0,1 4,-83 15,188-15,28-3,139-13,-147 11,-20 1,-19 1,10 10,15-10</inkml:trace>
  <inkml:trace contextRef="#ctx0" brushRef="#br1" timeOffset="119269.369">6977 9626,'78'-17,"282"-20,123 12,-267 21,-946 20,524-16,1272 0,-619-13,-436 13,-21 1,-143 13,0-6,0-8,0-6,-57-13,124 9,-104-13,-167 2,398 22,1272-26,-889 11,-394 14,-24 2,-20 0,-264 18,-224-16,303-6,181 2,-20 0,64 0,628 13,-103 1,-505-9,-32-2,-18-1,-24 1,-173 6,180-5,21-3,0-1,0 0,1 0,-1 0,0 0,0 0,0 0,0 0,1 0,-1 0,0 1,0-1,0 0,0 0,0 0,0 0,1 0,-1 1,0-1,0 0,0 0,0 0,0 0,0 1,0-1,0 0,0 0,0 0,0 1,0-1,0 0,0 0,0 0,0 0,0 1,0-1,0 0,0 0,0 0,0 1,0-1,0 0,-1 0,1 0,0 0,0 0,0 1,0-1,21 3,190 0,-291-3,80 0,-1 0,1 0,0 0,0 0,-1 1,1-1,0 0,0 0,0 0,-1 1,1-1,0 0,0 0,0 1,0-1,-1 0,1 0,0 1,0-1,0 0,0 0,0 1,0-1,0 0,0 1,0-1,0 0,0 0,0 1,0-1,0 0,0 1,0-1,0 0,0 0,0 1,0-1,1 0,-1 1,0-1,0 0,0 0,0 0,1 1,-1-1,0 0,0 0,0 0,1 1,-1-1,0 0,0 0,1 0,-1 0,0 0,1 1,-9 0</inkml:trace>
  <inkml:trace contextRef="#ctx0" brushRef="#br1" timeOffset="124606.43">6990 9492,'3'-2,"1"0,-1 0,1 0,0 0,-1 1,1-1,0 1,0 0,0 0,0 1,0-1,0 1,1 0,-1 0,0 0,0 0,0 1,3 0,1 0,36 3,1 1,-2 3,1 1,-2 2,38 16,-44-8,-36-18,0-1,0 1,-1 0,1-1,0 1,0 0,-1-1,1 1,0-1,-1 1,1 0,0-1,-1 1,1-1,-1 1,1-1,-1 1,0-1,1 0,-1 1,1-1,-1 0,0 1,1-1,-1 0,0 0,1 1,-1-1,0 0,1 0,-1 0,0 0,1 0,-1 0,0 0,0 0,1 0,-1-1,0 1,1 0,-1 0,0-1,0 1,-190-36,33 29,130 14,27-7,1 0,-1 0,1 0,0 0,-1 0,1 0,-1 0,1 1,0-1,-1 0,1 0,-1 0,1 1,0-1,-1 0,1 0,0 1,-1-1,1 0,0 0,0 1,-1-1,1 0,0 1,0-1,0 0,-1 1,1-1,0 1,0-1,0 0,0 1,0-1,0 1,0-1,0 0,0 1,0-1,0 1,0-1,0 0,0 1,0-1,0 1,0-1,1 0,-1 1,0-1,0 0,0 1,1-1,-1 0,0 1,0-1,1 0,-1 1,0-1,1 0,-1 0,0 1,1-1,-1 0,0 0,1 0,69 15,-57-14,471 0,-419 9,-64-9,-1-1,0 1,0-1,0 1,1-1,-1 0,0 1,0-1,0 1,0-1,0 1,0-1,0 1,0-1,0 1,0 0,0-1,0 1,0-1,0 1,0-1,0 0,-1 1,1-1,0 1,0-1,-1 1,1-1,0 1,-1-1,1 0,0 1,-1-1,1 0,-1 1,1-1,0 0,-1 0,1 1,-1-1,1 0,-1 0,1 0,-1 0,1 1,-1-1,1 0,-1 0,1 0,-1 0,1 0,-1 0,1 0,-1 0,1-1,-1 1,1 0,-1 0,1 0,-1 0,1-1,-1 1,1 0,0-1,-1 1,1 0,-1-1,-167 2,7-38,154 34,27 3,-15 0,100 1,-1 4,20 8,53 3,0-7,93-11,-100 0,338 2,-417 14,140-13,-226-1,-1 0,1 0,0 1,-1 0,1 0,-1 0,1 0,-1 1,1 0,-1 0,0 0,0 0,0 1,0-1,0 1,0 0,-1 0,0 1,1-1,-1 1,0-1,-1 1,1 0,-1 0,0 0,1 1,-2-1,1 0,0 2,14 158,-12-81,27 315,-29-300,12 131,11-21,-32-195,-2-11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3:03.21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256 0,'-15'27,"1"1,2 0,0 1,2 1,2-1,0 1,2 1,1 0,2-1,0 20,-1-10,-98 954,69-636,13 198,20-542,-1-7,1 0,0 0,1 1,-1-1,1 0,1 0,-1 0,1 0,1 0,0 1,-1-6,1 0,-1-1,1 1,-1 0,1-1,0 0,-1 0,1 0,0 0,0 0,0 0,0-1,0 1,0-1,0 0,0 0,0 0,0 0,0-1,0 1,0-1,0 0,0 0,9 0,166-8,1 8,0 8,-1 7,-1 8,73 23,-159-26,-1-4,2-4,-1-4,77-5,-116-9,-62 2,-45 2,26 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3:03.79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0,'-1'1,"1"0,0 0,0 0,-1 0,1 0,0 0,0 0,0 0,0 0,0 0,1 0,-1 0,0 0,0 0,1 0,-1 0,1 0,-1 0,1 0,-1 0,1 0,-1 0,1-1,0 1,-1 0,1 0,0-1,0 1,0 0,-1-1,1 1,0-1,0 1,0-1,0 0,0 1,0-1,0 0,0 0,0 1,103 21,32-14,-1-6,68-10,-149 5,68-3,76-6,1 9,-1 8,93 19,-209-5,-82-19,-1 0,1 0,0 0,0 0,-1 0,1 1,0-1,0 0,0 0,0 0,-1 1,1-1,0 0,0 0,0 1,0-1,0 0,0 0,0 1,-1-1,1 0,0 0,0 1,0-1,0 0,0 1,0-1,0 0,0 0,1 1,-1-1,0 0,0 0,0 1,0-1,0 0,0 0,0 1,1-1,-1 0,0 0,0 0,0 1,0-1,1 0,-1 0,0 0,0 0,1 1,-1-1,0 0,0 0,1 0,-1 0,0 0,0 0,1 0,-1 0,0 0,0 0,1 0,-1 0,0 0,0 0,1 0,-1 0,0 0,0 0,1 0,-1 0,-10 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3:08.18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33,'5'-33,"2"46,-6 338,-11 112,6-318,0-127,-2-14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3:10.12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38,'1521'0,"-1266"-14,178 14,-432 0,0 1,0-1,-1 0,1 0,0 1,0-1,0 0,-1 0,1 0,0 0,0 0,0 0,0 0,-1 0,1-1,0 1,0 0,0 0,-1-1,1 1,0 0,0-1,-1 1,1-1,0 1,-1-1,1 1,-1-1,1 1,0-1,-1 0,1 1,-1-1,0 0,1 1,-1-1,0 0,1 0,-1 0,0 1,0-1,1 0,-1 0,-3-7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3:10.46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131 0,'27'19,"-25"-18,17 10,-1-1,-1 2,0 1,0 0,-1 1,-1 0,0 1,-1 1,-1 1,0 0,-2 0,1 1,-2 1,2 5,-11-19,0 0,0 0,-1 0,1 1,-1-1,0 0,0 0,-1 0,0 1,0-1,0 0,0 0,-1 0,0 0,0 0,0-1,0 1,-1 0,0-1,0 0,0 0,-1 0,1 0,-1 0,0-1,0 1,-1-1,-17 14,-2-2,0 0,0-1,-1-2,-1 0,0-2,-1-1,0-1,-3 0,-47 11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3:11.36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344 8,'-1'0,"0"-1,0 0,0 0,0 1,0-1,0 0,0 1,0-1,0 1,0-1,0 1,-1 0,1 0,0-1,0 1,-1 0,1 0,0 0,0 0,-1 0,1 1,0-1,0 0,0 0,-1 1,1-1,0 1,0-1,0 1,0 0,0-1,0 1,0 0,0 0,0 0,-45 23,1 2,1 2,-20 18,62-45,-89 79,90-79,0 0,0-1,0 1,1 0,-1 0,0 0,0 0,1 0,-1 0,1 0,-1 0,1 0,-1 0,1 0,0 0,-1 0,1 1,0-1,0 0,0 0,0 0,0 0,0 0,0 1,0-1,0 0,1 0,-1 0,0 0,1 0,-1 0,1 0,-1 0,1 0,0 0,-1 0,1 0,0 0,0 0,0 0,-1-1,1 1,0 0,0 0,0-1,1 1,101 26,-81-22,0 1,-1 1,0 1,0 1,-1 1,0 0,0 2,-1 0,-1 1,6 6,-21-16,-3-2,0-1,0 1,1-1,-1 1,0 0,0-1,1 1,-1-1,1 1,-1 0,0-1,1 1,-1-1,1 0,-1 1,1-1,0 1,-1-1,1 0,-1 1,1-1,0 0,-1 1,1-1,0 0,-1 0,1 0,0 0,-1 0,1 0,0 0,-1 0,1 0,0 0,-1 0,1 0,0 0,-1-1,1 1,-1 0,1 0,0-1,-1 1,1 0,-1-1,1 1,-1-1,1 1,-1-1,1 1,-1-1,1 1,-1-1,0 1,1-1,-1 1,0-1,1 0,5-22,-1 0,-1 0,-2 0,0-1,-1 1,-1-1,-1-4,0 10,1 4,1-4,-2-1,0 1,-1-1,0 1,-2 0,-5-17,9 35,0-1,0 0,0 1,0-1,0 0,0 1,0-1,0 0,0 1,0-1,0 1,-1-1,1 0,0 1,-1-1,1 1,0-1,-1 1,1-1,0 1,-1-1,1 1,-1-1,1 1,-1 0,1-1,-1 1,1 0,-1-1,0 1,1 0,-1 0,1-1,-1 1,0 0,1 0,-1 0,0 0,1 0,-1 0,0 0,1 0,-1 0,1 0,-1 0,0 1,1-1,-1 0,0 0,1 1,-1-1,1 0,-1 1,1-1,-1 0,1 1,-1-1,1 1,-1-1,1 1,-6 12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3:15.78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1098 170,'-244'-41,"-21"28,244 17,-1 0,1 2,1 0,-1 1,1 2,0 0,1 1,0 1,1 0,0 1,1 2,-10 9,7-8,-2 0,1 2,1 0,1 1,0 1,1 1,2 1,0 0,1 1,1 0,1 2,-8 18,-57 187,74-215,1 0,0 0,1 1,1-1,0 1,1-1,1 1,0-1,1 1,0-1,1 0,1 0,1 4,-2-10,1 0,-1 1,2-1,-1 0,1-1,0 1,0-1,1 0,0 0,0-1,1 0,0 0,0 0,0-1,1 0,0 0,0-1,0 0,0-1,1 1,5 0,5 0,0 0,1-2,0 0,-1-1,1-1,0-1,-1-1,1-1,-1 0,1-1,-1-1,0-1,-1-1,14-7,5-4,0-2,-2-2,-1-1,-1-1,0-2,15-18,-22 18,-1-1,-1-1,-2-2,-1 0,-1-1,-2-1,-1 0,-1-2,-2 0,-2 0,-1-2,-2 1,-1-1,-1-5,0 6,-1-1,-3 0,0-1,-3 1,0 0,-6-31,6 62,-1 0,1 0,-1 1,0-1,0 0,-1 1,1-1,-1 1,0-1,0 1,-1 0,1 0,-1 0,0 0,0 0,0 1,0-1,-1 1,0 0,1 0,-1 0,0 1,-1-1,1 1,0 0,-1 0,-42-1,-2 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3:39.32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693 87,'-3'-5,"-1"-1,1 1,-1 0,0 0,0 0,-1 0,0 0,1 1,-2 0,1 0,0 1,-1-1,1 1,-1 0,0 1,0-1,0 1,0 0,-1 1,1 0,-1 0,1 0,-1 0,-23-2,0 1,0 1,0 1,-1 2,1 1,0 1,1 2,-1 1,-8 4,29-8,-1 2,1 0,0 0,1 0,-1 1,1 1,0-1,0 1,1 1,0-1,0 1,1 1,0-1,1 1,-1 0,2 0,-1 0,1 1,1 0,-1 2,-35 114,6 2,3 11,25-116,1 0,1 0,1 0,1 0,1 0,1 1,0-16,1 1,-1-1,1 0,0 1,1-1,0 0,0-1,1 1,0 0,0-1,1 0,0 0,0 0,1-1,0 0,0 0,6 5,-2-4,0-1,0 0,0-1,1 0,0-1,0 0,0-1,1 0,-1 0,1-1,-1-1,1 0,0-1,5 0,14-2,-1-1,1-1,-1-1,29-10,-16 3,-1-2,-1-2,0-1,19-13,-44 21,0-1,-1 0,0-1,0-1,-1-1,-1 0,0 0,-1-1,-1-1,0 0,-1-1,1-1,2-12,-2 0,0 0,-2-1,-1 0,-1-1,-2 0,-1 0,-2 0,-1-1,-1 1,-2 0,-4-28,5 49,0 1,0-1,-1 1,0-1,-1 1,0 0,0 0,-1 0,0 1,-1-1,0 1,0 0,0 0,-1 0,-1 1,1 0,-1 0,0 1,-1 0,1 0,-1 1,-1 0,1 0,0 1,-1 0,0 0,0 1,-7-2,-1 4,0 0,0 1,0 1,1 0,-1 1,0 1,1 1,-14 4,-58 19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6:22.20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8 1,'-1'0,"1"0,0 0,-1 0,1 1,-1-1,1 0,0 0,-1 1,1-1,-1 0,1 1,0-1,-1 1,1-1,0 0,0 1,-1-1,1 1,0-1,0 0,0 1,0-1,-1 1,1-1,0 1,0-1,0 1,0-1,0 1,0-1,0 1,0-1,0 1,1-1,-1 1,0-1,0 0,0 1,0-1,1 1,-1-1,0 1,0-1,1 0,-1 1,0-1,1 0,-1 1,1-1,-1 0,0 1,1-1,-1 0,1 0,-1 0,0 1,1-1,-1 0,1 0,0 0,30 15,23-2,2-1,0-4,9-1,11 3,223 40,-261-35,-52-7,-25-3,16-3,0 1,1 1,0 1,-1 1,2 0,-3 3,8-1,0 1,0 1,1 0,0 1,1 0,0 2,1-1,0 2,1 0,1 0,0 1,1 0,0 1,1 0,1 1,1-1,0 2,2-1,0 1,0 0,2 0,0 0,1 0,1 16,0-10,1 1,1 0,1 0,2-1,0 1,2-1,0 0,2 0,0-1,2 0,1-1,0 0,2 0,0-2,2 1,0-2,1 0,6 5,-15-17,1 1,0-1,0 0,1-1,-1 1,2-2,-1 0,1 0,-1 0,1-1,0-1,1 0,-1 0,1-1,-1 0,1-1,0 0,-1 0,1-2,0 1,0-1,-1-1,1 0,-1 0,1-1,-1 0,5-3,2-4,-1-1,1 0,-2-1,1-1,-2 0,0-1,0-1,-2 0,0-1,0 0,-2-1,0 0,0 0,1-9,-8 22,-1 0,0-1,0 1,0 0,-1-1,0 0,0 1,0-1,0 0,0 1,-1-1,0 0,0 0,-1 1,1-1,-1 0,0 1,0-1,0 1,-1-1,0 1,0-1,0 1,0 0,-1 0,1 0,-4-3,-4 0,0 1,-1 1,1 0,-1 1,0 0,0 0,0 1,-1 1,1 0,-1 0,1 1,-1 1,0 0,1 0,-7 2,-8-2,0 1,1 2,-1 1,0 0,1 2,0 1,0 1,1 1,0 1,0 1,-6 6,25-15,1 0,0 1,0 0,0-1,1 1,-1 1,0-1,1 1,0-1,0 1,0 0,1 0,-1 0,1 0,0 1,0-1,0 1,1-1,-1 1,1-1,0 1,1 0,-1 0,1 0,0-1,0 1,0 0,1 0,0 0,0 1,25 37,10-5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6:22.51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1,'0'13,"7"8,13-1,18-3,19-4,20-6,9-2,-3-3,-13-2,-19-1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6:22.78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1,'19'9,"18"3,20 0,21-3,15-3,10-1,-13-3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6:23.23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229 1,'0'25,"0"22,0 18,-2 15,-4 12,-4 6,-8 2,-8-2,-5-9,-6-10,2-14,5-16,9-21,9-15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6:23.63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617 0,'-49'64,"-3"-3,-2-2,-3-2,-39 28,71-62,0 0,-2-3,-1 0,-1-1,0-2,-1-1,-1-1,-5 0,35-15,0 1,0 0,0 0,-1-1,1 1,0-1,-1 1,1-1,0 0,-1 1,1-1,0 0,-1 0,1 0,0 0,-1 0,1 0,-1 0,1-1,0 1,-1 0,1-1,0 1,0-1,-1 1,1-1,0 0,0 0,0 1,0-1,0 0,0 0,0 0,0 0,0 0,0 0,0 0,0-1,1 1,-1 0,0-1,2-4,0 0,1 0,0 0,0 1,0-1,0 1,1-1,0 1,0 0,0 0,1 0,0 0,0 1,0 0,0 0,3-2,-7 5,1 0,-1 0,1 0,0 1,-1-1,1 0,0 0,0 0,0 1,-1-1,1 0,0 1,0-1,0 1,0-1,0 1,0-1,0 1,0 0,1-1,-1 1,0 0,0 0,0 0,0 0,0 0,0 0,0 0,1 0,-1 1,0-1,0 0,0 1,0-1,0 1,0-1,0 1,0-1,0 1,0 0,-1-1,1 1,0 0,0 0,0 0,-1 0,1-1,0 1,3 12,1-1,-2 1,1 0,-2 0,0 0,0 0,-1 6,7 40,-6-45,2-1,0 0,0 0,1-1,1 1,0-1,1 0,0-1,1 1,0-2,1 1,0-1,0 0,1-1,1 0,-1-1,2 0,6 4,19 5,1-1,0-2,1-2,0-1,1-3,-1 0,2-3,-1-2,1-1,20-2,14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6:24.0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 36,'-7'5,"1"1,5 0,5-6,4-5,4-4,-1-3,-5 1,-5 2,-7 3,-8 7,-3 7,-2 5,4 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6:24.36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360 1,'-2'25,"-5"24,-7 22,-7 19,-9 16,-6 6,-7 2,-2-6,2-14,5-17,8-18,6-20,7-24,7-13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6:24.81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1 359,'4'-17,"7"-22,1 1,2 0,2 0,3-3,-13 31,0-1,0 2,1-1,1 1,-1 0,2 0,-1 1,1 0,0 0,1 1,-1 0,1 1,1 0,-1 1,1 0,3 0,8 0,1 1,0 1,0 1,0 1,0 1,0 1,0 1,-1 1,1 1,-1 1,1 1,-1 1,-1 1,0 1,0 0,0 2,-1 1,-1 0,0 1,16 15,-25-21,0 1,0-1,-1 2,0-1,0 1,-1 0,0 1,-1 0,0 0,0 1,-1 0,-1 0,0 0,0 1,-1 0,0 0,-1 0,-1 0,1 5,-4-12,0 0,0-1,0 1,-1 0,1-1,-1 1,0-1,-1 0,1 0,-1 0,0 0,0 0,0 0,0-1,0 1,-1-1,0 0,1 0,-1-1,-1 1,1-1,-1 1,-103 34,37-26,-1-4,1-2,-1-4,0-3,-10-4,-43-8,119 13,5 0,0 0,0 0,0 1,0-1,0 1,0-1,0 1,0-1,0 1,0-1,-1 1,1 0,0 0,0-1,0 1,0 0,0 0,-1 0,1 0,0 1,0-1,0 0,0 0,-1 1,1-1,0 1,0-1,0 1,0-1,0 1,0-1,0 1,0 0,1 0,-1 0,0-1,0 1,0 0,1 0,-1 0,1 0,-1 0,1 0,-1 0,1 0,-1 1,1-1,0 0,0 0,-1 0,1 0,0 1,0-1,0 0,1 1,70 152,-2 25,-43-103,4-1,3-2,14 19,-35-71,1-1,0 0,2-1,0 0,2-2,0 0,0 0,2-2,0 0,0-2,1 0,1-1,2 0,-9-5,0-1,0 0,0-1,1-1,0-1,0 0,0 0,0-2,0 0,0 0,0-2,0 0,0 0,3-2,20-10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6:25.23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92 48,'-8'10,"1"1,0 0,1 0,0 1,0 0,1 0,1 0,0 1,0 4,3-17,1 1,-1 0,1-1,0 1,-1 0,1-1,0 1,-1 0,1-1,0 1,0 0,-1 0,1 0,0-1,0 1,0 0,0 0,0-1,0 1,0 0,1 0,-1 0,0-1,0 1,1 0,-1 0,0-1,1 1,-1 0,0-1,1 1,-1-1,1 1,-1 0,1-1,0 1,-1-1,1 1,0-1,-1 1,1-1,0 0,-1 1,1-1,0 0,0 0,-1 1,1-1,0 0,0 0,-1 0,1 0,0 0,0 0,0 0,-1 0,1 0,0-1,0 1,-1 0,1 0,0-1,0 1,-1 0,1-1,4-6,-1 0,0 0,-1-1,0 1,0-1,0 1,-1-1,0 0,-1 0,0 0,0-1,-1 1,0 0,0 0,-1-3,-16-40,16 50,1 0,0 0,-1 0,0 0,1 0,-1 0,1 0,-1 1,0-1,0 0,1 0,-1 0,0 1,0-1,0 0,0 1,0-1,0 1,0-1,0 1,0-1,0 1,0 0,-1 0,1 0,0-1,0 1,0 0,0 0,0 0,0 1,-1-1,1 0,0 0,0 0,0 1,0-1,0 1,0-1,0 1,0-1,0 1,0 0,0 0,-22 38,17-15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6:26.30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956 384,'-3'0,"1"1,-1-1,1 0,-1 0,1 0,-1 0,1 0,0 0,-1-1,1 0,-1 1,1-1,0 0,-1 0,1 0,0 0,0-1,0 1,0 0,0-1,0 0,0 1,0-1,1 0,-1 0,1 0,-1 0,1 0,0 0,0-1,0 1,0 0,0-1,0 1,1 0,-1-1,1 1,-1-1,1 1,0-1,0 1,0-1,1 1,-1-3,0-6,-1 0,0-1,-1 1,-1 0,0 1,0-1,-1 1,0-1,-1 1,0 0,0 0,-1 1,-1 0,1 0,-2 0,1 1,-2-1,-9-6,0 1,-1 1,0 0,-1 1,0 1,-1 2,0 0,0 0,-1 2,0 1,-1 1,1 1,-1 1,0 0,0 2,0 1,0 1,-13 2,18 0,1 1,0 1,0 1,0 0,0 1,1 1,0 0,1 1,0 1,0 1,1 0,0 0,1 2,1-1,0 2,0 0,1 0,1 1,1 0,-3 7,-3 7,1 0,2 1,1 1,1 0,1 0,2 1,2 0,1 0,1 0,2 31,2-32,2-1,1 0,1 0,2-1,1 1,2-1,0-1,2 0,1-1,1 0,1-1,2 0,1-1,0-1,2-1,0-1,23 18,-18-16,1-1,1-1,1-1,1-2,1-1,1-1,0-1,1-2,0-2,1 0,0-3,1 0,0-2,1-2,-1-1,1-2,0-1,0-2,4-1,-20-2,-1 0,1-1,-1-1,0-1,-1-1,0 0,0-1,4-3,-7 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7:33.8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709 188,'-42'64,"47"-115,-5 44,1-1,-1 1,0-1,-1 1,0-1,0 0,0 1,-1 0,0-1,-1 1,0 0,0 0,0 0,-1 1,0-1,0 1,-1 0,0 0,0 0,0 1,0 0,-1 0,0 0,0 0,-1 1,1 0,-1 1,0-1,0 1,0 1,0-1,-4 0,-9 0,0 0,0 1,0 0,-1 2,1 1,0 0,0 2,-1 0,2 1,-1 1,0 1,1 1,0 0,1 2,0 0,0 1,1 1,0 0,1 1,0 1,1 1,0 0,1 1,1 0,0 1,-9 16,16-23,0 0,1 1,0-1,0 1,1 0,0 0,1 1,0-1,1 1,0 0,1-1,0 1,0 0,1 0,1 0,0 0,0-1,1 1,0 0,1-1,1 0,-1 1,2-1,-1-1,1 1,1-1,1 3,10 5,0-1,1-1,0 0,1-1,1-2,0 0,1-1,0 0,1-2,0-1,0-1,1 0,-1-2,1-1,1 0,15-1,2 2,0-2,0-1,0-2,0-2,1-2,29-7,3-7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7:32.2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234 176,'-4'18,"-7"20,-6 19,-4 16,-5 9,-4-1,-2-4,1-11,4-14,6-21,7-16</inkml:trace>
  <inkml:trace contextRef="#ctx0" brushRef="#br0" timeOffset="457.775">167 82,'14'-10,"1"0,-1 1,1 1,1 1,0 0,0 0,0 2,0 0,1 1,0 1,0 0,0 1,0 1,0 1,1 0,-1 1,0 1,0 1,0 0,-1 1,1 1,-1 1,0 0,0 1,-1 0,0 2,0 0,-1 0,0 1,-8-5,0 0,-1 0,0 0,0 1,0 0,-1-1,0 2,0-1,-1 0,1 1,-1 0,-1 0,1 0,-1 0,0 0,-1 0,0 0,0 1,-1-1,1 0,-2 1,1-1,-1 0,0 1,0-1,-1 0,0 0,-1 0,1 0,-1 0,-4 5,-5 4,-1-1,0-1,-1-1,-1 0,0 0,-1-2,0 0,-1 0,0-2,0 0,-1-1,0-1,-1-1,0 0,-5 0,-8 3,-1-1,0-1,0-2,-1-2,0-1,1-1,-30-4,58 3,1 0,-1 0,1 0,0-1,-1 0,1 0,0 0,-1 0,1-1,0 0,0 0,0 0,0 0,1 0,-1-1,1 0,-1 0,1 0,0 0,0 0,-2-3,4 4,1 1,0 0,0-1,0 1,0 0,0-1,0 1,0 0,0-1,1 1,-1 0,0-1,1 1,-1 0,1 0,-1 0,1-1,0 1,-1 0,1 0,0 0,0 0,0 0,0 0,0 0,0 0,0 1,0-1,0 0,0 1,1-1,-1 0,0 1,0-1,1 1,-1 0,0 0,1-1,53-7,-46 9,0 1,-1 0,0 0,1 1,-1 0,0 0,0 1,0 0,-1 0,0 1,1 0,-2 1,1-1,-1 1,1 1,-2-1,6 7,76 130,-87-143,33 67,-25-45,1 0,1 0,1-1,1 0,0-1,2 0,1-2,0 1,1-2,1 0,0-1,2 0,-1-2,8 4,-16-14,0 0,0 0,0-1,1 0,-1-1,1-1,0 1,-1-2,1 1,0-2,0 1,-1-1,1-1,-1 0,1-1,-1 1,0-2,0 0,0 0,0-1,-1 0,0 0,0-1,0-1,-1 1,1-1,-2-1,1 1,-1-1,0-1,4-7,15-27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7:20.3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255 1,'35'49,"48"20,15 18,-96-85,1 1,-1-1,0 0,-1 0,1 1,0-1,-1 1,1 0,-1-1,0 1,0 0,0 0,0 0,-1 0,1-1,-1 1,1 0,-1 0,0 0,0 0,-1 0,1 0,-1 0,1 0,-1 0,0 0,0 0,0-1,0 1,-1 0,1-1,-1 1,1-1,-1 1,0-1,0 0,0 0,-1 1,-14 9,0 0,-1-1,-1 0,1-2,-2 0,-2 0,-19 9,19-8,2-2,0 1,1 1,1 0,-1 2,2 0,0 1,0 1,16-13,-1-1,1 1,0 0,0 0,0 0,0 0,0 0,0 0,0 0,0 0,1 0,-1 1,0-1,1 0,-1 0,1 1,-1-1,1 0,0 1,-1-1,1 1,0-1,0 0,0 1,0-1,0 1,0-1,1 0,-1 1,0-1,1 0,-1 1,1-1,-1 0,1 1,0-1,-1 0,2 1,11 8</inkml:trace>
  <inkml:trace contextRef="#ctx0" brushRef="#br0" timeOffset="2229.331">482 241,'46'11,"70"8,1-5,98-2,-149-9,324 18,-228 11,-159-32,0-1,1 0,-1 0,0 0,0 0,0-1,0 0,0 1,0-1,0 0,0 0,-1 0,1-1,-1 1,1-1,-1 1,0-1,0 0,0 0,-1 0,1 0,-1 0,1 0,-1 0,0-1,0 1,-1 0,1-1,-1 1,1 0,-1-1,0-2,4-9,50-189,-47 183,-7 21,0 0,0 1,0-1,1 0,-1 0,0 1,0-1,0 0,0 0,0 0,0 1,0-1,0 0,0 0,1 0,-1 1,0-1,0 0,0 0,0 0,1 0,-1 0,0 1,0-1,0 0,1 0,-1 0,0 0,0 0,0 0,1 0,-1 0,0 0,0 0,1 0,-1 0,0 0,0 0,1 0,-1 0,0 0,0 0,0 0,1 0,-1 0,0 0,0 0,0-1,1 1,-1 0,0 0,0 0,0 0,0 0,1-1,-1 1,0 0,0 0,0 0,0 0,0-1,0 1,1 0,3 23,-3-21,14 147,-6 1,-8 88,0-224,3-18,5-25,-7 23,9-34,0-7,2 2,2 0,2 1,2 0,2 1,20-28,-41 70,-1 0,1 0,1 0,-1 1,0-1,0 0,0 0,0 0,1 1,-1-1,0 0,0 1,1-1,-1 0,1 0,-1 1,1-1,-1 1,1-1,-1 0,1 1,-1-1,1 1,0-1,-1 1,1 0,0-1,0 1,-1 0,1-1,0 1,0 0,-1 0,1 0,0 0,0 0,0-1,-1 1,1 1,0-1,0 0,0 0,-1 0,1 0,0 1,0-1,-1 0,1 0,0 1,-1-1,1 1,0-1,-1 1,1-1,0 1,-1-1,1 1,-1 0,1-1,-1 1,1-1,-1 1,0 0,1 0,-1 0,-2 117,-1-83,0-8,1 0,1 0,2 0,0 0,2 0,1 0,1-1,1 0,1 1,30 28,-36-54,0 0,1 0,-1 0,0 0,0 0,1 0,-1-1,1 1,-1-1,0 1,1-1,-1 1,1-1,-1 0,1 0,0 0,-1 0,1 0,-1 0,1 0,-1 0,1 0,-1-1,1 1,-1-1,1 1,-1-1,0 0,1 1,-1-1,0 0,1 0,-1 0,0 0,0 0,0 0,0 0,0 0,0-1,0 0,9-12,-2 0,0 0,0-1,-1-1,-1 1,-1-1,4-14,-2 6,42-146,-49 168,1 0,-1 1,1-1,-1 0,1 0,0 0,0 1,0-1,0 0,0 1,0-1,1 1,-1 0,1-1,-1 1,1 0,-1 0,1 0,-1-1,1 2,0-1,0 0,-1 0,1 1,0-1,0 1,0-1,0 1,0 0,0 0,0 0,0 0,-1 0,1 0,0 0,1 1,579 22,18-13,-392-11,344 1,-551 0,1 0,-1-1,1 1,-1 0,1 0,-1 1,1-1,-1 0,1 0,-1 1,1-1,-1 1,0-1,1 1,-1 0,0-1,1 1,-1 0,0 0,0 0,0 0,0 0,0 0,0 0,0 0,0 1,0-1,0 0,-1 0,1 1,-1-1,1 1,-1-1,1 0,-1 1,0-1,1 1,-1-1,0 1,0 0,0 23,0-1,-2 0,0 0,-2 0,0 0,-2 0,-9 57,8 35,9-88</inkml:trace>
  <inkml:trace contextRef="#ctx0" brushRef="#br0" timeOffset="3029.223">4239 348,'16'3,"14"2,11 1,8 1,7 0,3 1,0-1,-2 1,-7-2,-8 1,-7 0,-11 0,-7-1,-7-1</inkml:trace>
  <inkml:trace contextRef="#ctx0" brushRef="#br0" timeOffset="3317.458">4867 188,'0'-5,"0"1,0 6,0 9,0 10,0 12,0 13,0 9,0 6,0 3,0 2,3-5,0-4,2-9,2-9,3-9,2-10,-2-9</inkml:trace>
  <inkml:trace contextRef="#ctx0" brushRef="#br0" timeOffset="3601.219">5228 161,'0'12,"-2"12,-1 11,0 12,1 9,0 3,1 4,1 0,0-2,0-4,0-5,0-9,0-10,2-10,3-9,1-7</inkml:trace>
  <inkml:trace contextRef="#ctx0" brushRef="#br0" timeOffset="4237.511">5255 361,'15'-2,"18"-1,14 0,10 1,7 1,4 2,-1 1,-2 1,-8 1,-11 1,-11-1,-10-1,-6-6,-7-1</inkml:trace>
  <inkml:trace contextRef="#ctx0" brushRef="#br0" timeOffset="9777.438">308 842,'-5'14,"-3"11,-3 11,-1 5,-2 6,2 1,1-1,2-1,0-4,2-5,0-8,1-10</inkml:trace>
  <inkml:trace contextRef="#ctx0" brushRef="#br0" timeOffset="9987.874">1 1030,'7'-2,"11"-1,12 0,12 0,8 2,4-1,3 4,-2 1,-6 3,-8-1,-12 0</inkml:trace>
  <inkml:trace contextRef="#ctx0" brushRef="#br0" timeOffset="10213.649">616 910,'9'-2,"12"-1,14 0,11 0,3 1,-2 1,-4 1,-9 2,-11 1</inkml:trace>
  <inkml:trace contextRef="#ctx0" brushRef="#br0" timeOffset="10703.206">629 883,'-3'4,"-1"-1,1 1,0 0,0 1,0-1,0 0,1 1,-1 0,1 0,1-1,-1 1,1 0,-1 0,2 1,-1-1,0 0,1 0,0 0,0 0,1 1,-1-1,1 0,0 0,1 0,-1 0,1 0,0 0,0-1,0 1,1 0,0-1,0 0,0 0,0 0,1 0,2 2,-3-4,0 0,1 0,-1 0,1 0,0-1,0 0,-1 0,1 0,0 0,0 0,0-1,0 0,0 0,2 0,34 6,-36-4,-1-1,1 1,-1 0,1 0,-1 0,0 0,0 1,0-1,0 1,0 0,-1 0,1 0,-1 0,0 0,0 1,0-1,0 1,-1-1,1 1,-1-1,0 1,0 0,0 0,-1 0,1-1,-1 1,0 0,0 0,0 3,-1 3,0-1,-1 1,0-1,-1 1,0-1,0 0,-1 0,0 0,0-1,-1 1,-4 4,5-6,-2-1,1 0,-1 0,0 0,0-1,0 1,-1-2,0 1,0-1,0 0,-1 0,1-1,-1 0,0 0,0-1,0 0,0 0,0-1,0 0,-1-1,1 1,0-2,0 1,-3-1,10 1,0-1,-1 1,1 0,0 0,0-1,-1 1,1-1,0 1,0-1,0 0,0 1,0-1,0 0,0 0,0 0,0 1,0-1,0 0,0 0,1-1,-1 1,0 0,1 0,-1 0,1 0,-1 0,1-1,-1 1,1 0,0 0,0-1,0 1,0 0,0-1,0 1,0 0,0-1,0 1,1 0,-1 0,0-1,5-10</inkml:trace>
  <inkml:trace contextRef="#ctx0" brushRef="#br0" timeOffset="11078.356">936 1044,'11'18,"-1"14,-2 0,-1 0,-1 1,-1 9,-3-16,2 0,0-1,2 1,1-1,1 0,1 0,4 5,-13-28,1 0,-1 0,1 0,0 0,-1 0,1 0,0 0,0 0,0-1,1 1,-1 0,0-1,1 1,-1-1,1 1,-1-1,1 0,0 0,0 0,-1 0,1 0,0 0,0 0,0 0,0-1,0 1,0-1,0 0,0 1,0-1,0 0,0 0,0 0,0-1,0 1,0 0,1-1,-1 1,-1-1,1 0,0 0,0 1,1-2,6-8,-2-1,1 0,-1 0,-1 0,0-1,-1 0,0 0,-1 0,0-1,-1 0,0-3,1 3,8-35,-8 26,1 0,1 1,1 0,0 0,2 0,0 1,2 0,0 1,1 1,11-14,4 7</inkml:trace>
  <inkml:trace contextRef="#ctx0" brushRef="#br0" timeOffset="15011.013">4359 282,'-107'12,"103"-11,0 1,1-1,-1 1,0 0,1-1,0 2,-1-1,1 0,0 1,0-1,0 1,0 0,0 0,1 0,0 0,-1 1,1-1,0 1,1-1,-1 1,0 0,1-1,0 1,0 0,0 2,1-3,-1 0,1 0,0 0,0 0,1 0,-1-1,0 1,1 0,0 0,0 0,0-1,0 1,0 0,0-1,1 1,-1-1,1 1,0-1,0 0,-1 0,2 0,-1 0,0 0,0 0,1-1,-1 1,0-1,1 1,0-1,-1 0,1 0,0 0,0 0,-1-1,2 1,3 1,0-1,1 1,-1-2,0 1,0-1,0 0,1 0,-1-1,0 0,0 0,0-1,0 0,6-2,-9 1,0 0,0 0,0 0,0 0,-1-1,1 0,-1 0,0 0,0 0,0 0,0 0,-1-1,0 1,0-1,0 0,-1 0,1 0,-1 0,0 0,-1 0,1 0,-1 0,0 0,0 0,0 0,-1 0,0 0,0 0,0 0,-1 0,1 0,-1 1,0-1,-1 1,1-1,-1 1,0 0,0 0,0 0,-1 0,1 0,-1 1,0-1,-3-1,0-1,0 2,0-1,-1 1,1 0,-1 0,0 1,0 0,0 0,-1 1,1 0,-3 0,7 2,1-1,-1 1,1 0,-1 0,1 0,-1 0,1 0,-1 1,1 0,-1 0,1 0,0 0,0 0,-1 1,1-1,0 1,0 0,0 0,0 0,1 0,-1 1,1-1,-1 1,1-1,0 1,0 0,0 0,0 0,0 0,0 3,0 0,0 1,0-1,1 1,0 0,1-1,-1 1,1 0,0-1,1 1,0 0,0-1,0 1,1-1,0 1,0-1,0 0,1 0,2 4,-3-7,0 1,0-1,0 0,0 0,0 0,1 0,0 0,-1 0,1-1,0 1,0-1,0 0,1 0,-1 0,0 0,1-1,0 1,-1-1,1 0,0 0,-1 0,1 0,0-1,0 0,0 1,0-1,-1-1,1 1,0-1,0 1,0-1,2-1,-3 0,1 1,0-1,-1 0,1 0,-1-1,0 1,0-1,0 1,0-1,0 0,0 0,-1-1,0 1,1 0,-1-1,-1 1,1-1,0 0,-1 0,0 1,0-1,0 0,0-3,1-4,-1 1,0 0,0-1,-1 1,-1-1,0 1,0 0,-3-9,3 16,1-1,-1 1,0 0,0-1,0 1,-1 0,1 0,-1 0,0 0,0 0,0 0,0 0,0 1,-1-1,1 1,-1 0,0-1,1 1,-1 0,0 1,0-1,0 0,-1 1,1 0,0 0,0 0,-1 0,1 0,-1 1,1-1,-1 1,1 0,-1 0,1 0,0 1,-1-1,1 1,-1 0,1 0,0 0,-1 0,1 0,-1 1,0 1,-1-1,1 1,0 0,0 0,0 0,0 1,0 0,1-1,0 1,0 0,0 1,0-1,0 0,1 1,0 0,0-1,0 1,1 0,-1 0,1 0,0 0,1 0,-1 0,1 0,0 1,0-1,1 0,-1 0,1 0,0 0,1 0,-1 0,1 0,0-1,0 1,0 0,1-1,0 0,0 1,0-1,0 0,1-1,-1 1,1-1,0 1,0-1,0 0,1 0,-1-1,-1 1,1-1,-1 0,1 0,-1 0,1 0,0 0,-1-1,1 0,0 1,0-2,0 1,0 0,0-1,0 0,0 1,0-2,0 1,0 0,0-1,0 0,0 0,0 0,0 0,0-1,0 0,-1 1,1-1,-1-1,1 1,-1 0,0-1,0 0,0 1,0-1,-1 0,1-1,-1 1,0 0,1-1,-2 1,1-1,0 0,0-1,-2 0,0-1,0 1,0-1,0 1,-1 0,0-1,0 1,0 0,-1 0,0 0,0 0,0 0,-1 0,1 0,-1 1,0-1,-1 1,1 0,-1 0,0 0,0 0,0 1,0-1,-1 1,1 0,-1 1,0-1,0 1,0 0,0 0,0 0,0 1,0 0,-1 0,1 0,0 0,-1 1,1 0,-1 0,1 1,0 0,-1-1,1 2,-5 0,7 1,-1-1,1 0,-1 1,1-1,0 1,0 0,0 0,0 1,1-1,0 0,-1 1,1 0,0-1,0 1,1 0,-1 0,1 0,0 0,0 0,1 0,-1 0,1 0,-1 1,1-1,1 0,-1 0,1 0,-1 0,1 1,0-1,1 0,-1 0,1-1,-1 1,1 0,0 0,1-1,-1 1,1-1,-1 0,1 0,0 0,0 0,1 0,-1-1,0 1,1-1,-1 0,2 0,-1 0,0 0,0 0,0-1,0 1,0-1,1 0,-1 0,0-1,1 1,-1-1,0 0,1 0,-1-1,1 1,-1-1,0 0,1 0,-1 0,0-1,0 1,0-1,0 0,0 0,0-1,-1 1,1-1,-1 0,0 1,1-2,-1 1,-1 0,1-1,0 1,-1-1,0 0,0 0,0 0,0 0,0 0,-1 0,0 0,0-1,0 2,0-1,0 0,0 0,-1 0,0 0,0 0,0 1,0-1,0 0,-1 0,0 0,1 0,-2 1,1-1,0 0,-1 1,1-1,-1 1,0-1,0 1,-1 0,1 0,-1 0,1 0,-1 0,0 1,0-1,0 1,0 0,-1 0,1 0,-1 0,1 1,-1-1,0 1,1 0,-1 0,0 0,0 1,0-1,0 1,1 0,-1 0,0 0,0 0,0 1,0 0,0 0,1 0,-1 0,0 0,1 1,-3 1,1 2,0 0,-1 0,2 1,-1 0,1 0,0 0,0 0,0 1,1 0,0-1,1 1,-1 0,1 1,1-1,-1 0,1 0,0 1,-3 21</inkml:trace>
  <inkml:trace contextRef="#ctx0" brushRef="#br0" timeOffset="30818.123">5870 389,'-2'0,"-4"0,-2 0,-2 0,-3 2,3 3,3 3,12 0,8-1,2-2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8:37.5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303 545,'-6'-5,"-1"1,0 0,0 1,0 0,0 0,0 0,-1 1,1 0,-1 0,0 1,1 0,-1 0,0 1,0 0,0 0,1 1,-1 0,0 0,1 1,-1 0,1 0,-1 1,1 0,0 0,0 1,0 0,1 0,-1 1,1-1,0 1,-1 2,-2 4,1 0,1 0,0 1,1 0,0 0,0 0,1 1,1 0,0 0,1 0,1 0,0 1,0-1,2 1,-1-1,2 6,-1-17,0 1,0 0,1-1,-1 1,1-1,0 1,0-1,-1 1,2-1,-1 0,0 1,0-1,1 0,-1 0,1 0,0 0,-1 0,1 0,0 0,0-1,0 1,1-1,-1 1,0-1,0 0,1 0,-1 0,1 0,-1 0,1-1,-1 1,1-1,-1 1,1-1,0 0,-1 0,1 0,0-1,-1 1,1 0,-1-1,1 0,-1 0,1 0,-1 0,0 0,1 0,-1 0,2-2,6-7,0 0,0 0,-1-2,0 1,-1-1,0 0,-1-1,0 1,-1-1,-1-1,0 1,0-1,0-7,7-12,11-24,-23 57,0 0,0 1,1-1,-1 0,0 0,0 0,0 1,0-1,0 0,1 0,-1 0,0 0,0 0,0 0,1 1,-1-1,0 0,0 0,0 0,1 0,-1 0,0 0,0 0,1 0,-1 0,0 0,0 0,0 0,1 0,-1 0,0 0,0 0,1 0,-1 0,0 0,0-1,0 1,1 0,-1 0,0 0,0 0,0 0,0-1,1 1,-1 0,0 0,0 0,-2 24,-14 49,10-55,2-1,0 1,1 0,0 1,2-1,0 0,1 1,1-1,1 4,-1-19,-1 0,1 0,0 0,0 0,0 0,0-1,1 1,-1 0,1 0,0-1,-1 1,1-1,1 1,-1-1,0 0,0 0,1 0,-1 0,1 0,0-1,-1 1,1-1,0 0,0 0,0 0,0 0,0 0,0 0,0-1,0 0,0 1,1-1,0-1,6 1,-1-1,1-1,-1 0,0 0,1-1,-1 0,-1-1,1 0,0 0,4-4,13-10,-1-2,0-1,-2-1,0-1,-2-1,0-1,-2-1,-1-1,0 0,-3-1,0-1,4-14,-2 3,-2 0,-2-1,-1-1,-2 1,-3-2,-1 1,-1-1,-3-24,-16-23,13 87,0 0,1 1,-2-1,1 0,0 1,0 0,-1-1,0 1,1 0,-1-1,0 1,0 0,0 0,0 0,0 1,-1-1,1 1,-1-1,1 1,-1 0,1-1,-1 1,0 1,1-1,-1 0,0 1,0-1,0 1,-1 0,-3 2,1 0,-1 0,1 1,0-1,0 2,0-1,0 1,0 0,1 0,0 0,0 1,0 0,0 0,1 0,0 0,0 1,0 0,1-1,0 1,0 1,-1 3,-14 32,1 1,3 0,1 1,2 1,3 0,1 0,2 1,3 0,1 3,-2-22,2 0,0-1,2 1,1 0,1-1,1 1,1-1,2 0,1-1,0 1,2-1,12 21,-17-39,1 0,0 0,0-1,0 0,1 0,0 0,0-1,1 0,-1-1,1 1,0-2,0 1,0-1,1 0,-1-1,1 0,0 0,0-1,-1 0,1 0,0-1,0 0,0-1,5-1,27-4</inkml:trace>
  <inkml:trace contextRef="#ctx0" brushRef="#br0" timeOffset="717.665">1104 813,'-1'-9,"0"1,-2-1,1 1,-1 0,0 0,0 0,-1 0,0 0,-1 1,1 0,-2 0,1 0,-1 0,0 1,0 0,0 0,-1 1,0 0,0 0,-1 0,-3-1,8 6,0-1,0 0,0 1,0-1,0 1,0 0,0 0,0 0,0 0,0 1,0-1,0 1,0 0,0 0,0 0,0 0,0 1,0-1,1 1,-1-1,1 1,-1 0,1 0,0 0,-1 1,1-1,0 0,0 1,1-1,-1 1,-42 85,39-74,1 0,0 1,1 0,1-1,1 1,0 0,0 0,2 0,0 1,-1-14,0 0,1 0,-1 1,1-1,-1 0,1 0,0 0,0 0,0 0,0 0,0 0,0-1,0 1,1 0,-1-1,1 1,-1-1,1 1,0-1,0 0,-1 1,1-1,0 0,0 0,0 0,0-1,0 1,0 0,1-1,-1 0,0 1,0-1,0 0,0 0,1 0,-1 0,0 0,0-1,0 1,0-1,0 1,0-1,0 0,0 0,0 0,0 0,1-1,6-4,0-1,0 0,0-1,-1 0,0 0,-1-1,0 0,0 0,-1-1,0 1,-1-1,0-1,3-7,-7 16,-1 2,0 0,0 1,0-1,0 0,0 0,0 0,0 0,1 1,-1-1,0 0,0 0,0 0,0 0,0 1,1-1,-1 0,0 0,0 0,0 0,0 0,1 0,-1 0,0 0,0 1,0-1,1 0,-1 0,0 0,0 0,0 0,1 0,-1 0,0 0,0 0,0 0,1 0,-1-1,0 1,0 0,0 0,1 0,-1 0,0 0,0 0,0 0,1 0,-1-1,0 1,0 0,0 0,0 0,0 0,1-1,1 32,-1-16,-1-11,0 0,0 0,1 0,-1 0,1-1,0 1,0 0,1 0,-1-1,1 1,0 0,0-1,0 0,0 1,1-1,-1 0,1 0,0 0,0-1,0 1,0-1,0 0,1 1,-1-2,1 1,-1 0,1-1,0 1,0-1,-1 0,1 0,0 0,0-1,0 0,0 1,0-1,0-1,0 1,0-1,3 0,0-1,0-1,0 0,0-1,0 1,-1-1,1 0,-1-1,0 0,0 0,-1 0,1 0,-1-1,-1 0,1 0,-1-1,0 1,0-1,-1 0,2-3,5-13,-2-1,0 0,-1 0,-2-1,1-7,-5 24,1 2,0 0,-1 0,0 0,0-1,-1 1,0 0,0-1,0 1,-1 0,0 0,0-1,0 1,-1 0,0 0,0 0,-1-1,2 7,0-1,0 0,0 0,0 1,0-1,0 1,0-1,0 1,0-1,0 1,0-1,0 1,0 0,0 0,-1 0,1 0,0-1,0 1,0 1,0-1,0 0,0 0,-1 0,1 1,0-1,0 0,0 1,0-1,0 1,0-1,0 1,0 0,0-1,0 1,1 0,-1 0,0 0,0-1,1 1,-1 0,0 0,1 0,-1 0,1 0,-1 0,1 0,0 1,-1-1,1 0,0 0,0 0,0 0,0 0,0 0,0 1,0-1,0 0,0 0,1 0,-1 0,0 0,4 5,0 0,0-1,1 0,0 0,-1 0,2 0,-1-1,0 0,1 0,0 0,0-1,0 0,0 0,1 0,-1-1,1 0,0 0,-1-1,-1 1,168 47,-170-48,-1 0,1 0,-1 0,0 0,1 1,-1-1,0 1,0-1,0 1,0 0,0 0,0 0,0 0,-1 0,1 0,-1 0,1 0,-1 1,0-1,0 1,0-1,0 1,-1-1,1 1,-1-1,1 1,-1 0,0-1,0 1,0 0,0-1,0 1,-1 0,1-1,-1 1,0-1,0 2,-57 157,57-159,1 0,0 0,-1 0,1 0,0 0,0 0,1 0,-1 0,0 0,0 0,1 0,-1 0,1 0,0-1,0 1,0 0,0 0,0-1,0 1,0 0,0-1,0 1,1-1,-1 1,1-1,-1 0,1 0,0 0,-1 0,1 0,0 0,0 0,0 0,-1-1,1 1,0 0,0-1,0 0,0 0,1 1,81-6,-47-5</inkml:trace>
  <inkml:trace contextRef="#ctx0" brushRef="#br0" timeOffset="1806.745">1881 719,'-7'13,"0"0,2 1,0-1,0 1,1 1,1-1,0 0,1 1,1 0,0-1,1 1,1 5,-1-18,0 0,1 0,-1 0,0 0,1 0,0 0,-1-1,1 1,0 0,0 0,0-1,0 1,0 0,0-1,1 1,-1-1,0 0,1 1,-1-1,1 0,-1 0,1 0,0 0,0 0,-1 0,1-1,0 1,0 0,0-1,0 1,0-1,0 0,-1 0,1 0,0 0,0 0,0 0,0 0,1-1,78-18,-71 15,0-1,0 0,0 0,-1-1,0-1,0 1,-1-1,0-1,0 0,-1 0,1 0,-2-1,1 0,-1 0,-1-1,0 1,0-1,-1-1,-5-13,1 23,0 1,-1 0,1-1,0 1,-1 0,1 0,0 0,-1-1,1 1,-1 0,1 0,0 0,-1 0,1 0,-1 0,1 0,0 0,-1 0,1 0,-1 0,1 0,-1 0,1 0,0 0,-1 0,1 1,-1-1,1 0,0 0,-1 0,1 1,0-1,-1 0,1 0,0 1,-1-1,1 0,0 1,0-1,-1 0,1 1,0-1,0 0,0 1,-1-1,1 1,0-1,0 0,0 1,0-1,0 1,0-1,-2 4,0 0,0 1,0-1,0 0,1 1,0-1,0 1,0-1,1 1,-1-1,1 1,0-1,1 1,-1 0,1-1,0 1,0-1,0 1,0-1,1 0,0 1,0-1,0 0,0 0,1 0,0-1,-1 1,1-1,1 1,-1-1,0 0,1 0,-1 0,1-1,0 1,0-1,0 0,1 0,-1 0,0-1,1 0,-1 1,2-1,3 1,0-1,0 0,0 0,0-1,0 0,0 0,0-1,0 0,0-1,0 0,-1 0,1-1,-1 0,1-1,-1 0,0 0,0-1,-1 0,0 0,1 0,-2-1,1 0,-1-1,0 1,0-1,0-1,-1 1,-1-1,1 0,-1 0,0 0,21-68,-25 76,-1 0,1-1,0 1,-1 0,1 0,-1-1,1 1,-1 0,1 0,-1 0,1 0,-1 0,1 0,-1 0,1 0,-1 0,1 0,-1 0,1 0,-1 0,1 1,-1-1,1 0,0 0,-1 0,1 1,-1-1,1 0,0 0,-1 1,1-1,-1 0,1 1,0-1,0 1,-1-1,1 0,0 1,-1-1,1 1,0-1,0 1,0-1,0 1,0-1,-1 1,1-1,0 1,0-1,0 0,0 1,0-1,0 1,1-1,-1 1,0-1,0 1,-27 88,27-86,-1 1,1-1,0 0,0 0,0 0,0 0,1 0,-1 0,1 0,-1 0,1 0,0 0,0-1,1 1,-1 0,1 0,-1-1,1 1,0-1,0 1,0-1,0 0,0 0,0 0,1 0,-1 0,1-1,-1 1,2 0,8 1,-1-1,1 0,0-1,0-1,0 1,0-2,0 0,0 0,0-1,0 0,-1-1,1-1,-1 0,0 0,0-1,0 0,4-4,47-31,-66 44,2-3,1 0,-1 0,1 0,-1 0,1 0,0 1,-1-1,1 0,0 1,0-1,0 1,0-1,0 1,0 0,0-1,0 1,1 0,-1 0,1-1,0 1,-1 0,1 0,0 0,0 0,0 0,0-1,0 1,0 0,1 0,-1 0,1 0,-1-1,1 1,0 0,-1-1,1 1,0 0,7 3,-1 0,1 0,0 0,1-1,-1-1,1 1,0-1,-1-1,1 1,0-2,1 1,-1-1,0 0,0-1,5-1,128 11,-139-10,0 1,1-1,-1 1,0-1,1 0,-1 0,0 0,0-1,1 1,-1-1,0 0,0 0,0 0,1 0,-1-1,0 1,-1-1,1 0,0 0,0 0,-1 0,1 0,-1 0,0-1,0 1,0-1,0 0,0 1,0-1,-1 0,1 0,-1 0,0 0,1-2,-1 1,1 1,0-1,-1 0,0 1,0-1,0 0,0 0,-1 1,1-1,-1 0,0 0,0 0,-1 0,1 0,-1 1,0-1,0 0,0 0,0 1,-1-1,1 1,-1-1,0 1,0 0,0-1,0 1,-1 0,0 0,-1-1,-4 1,0 1,1 0,-1 0,0 1,0 0,0 0,-1 1,1 0,0 1,0 0,0 0,0 0,0 1,0 0,1 1,-1 0,1 0,-1 0,1 1,0 0,-4 4,8-6,0 0,0 1,0-1,1 1,-1 0,1 0,0 0,0 0,0 0,0 0,0 1,1-1,-1 1,1-1,0 1,0 0,0-1,1 1,-1 0,1-1,0 1,0 0,0 0,0-1,1 1,0 0,-1-1,1 1,1 0,-1-1,0 1,1-1,0 0,1 2,11 13</inkml:trace>
  <inkml:trace contextRef="#ctx0" brushRef="#br0" timeOffset="2063.061">3123 278,'-13'-5,"-10"2,-2 5,0 9,4 9,7 11,4 7,5-3</inkml:trace>
  <inkml:trace contextRef="#ctx0" brushRef="#br0" timeOffset="2314.388">3070 866,'5'16,"5"10,9 4,10 1,11-4,12-6,12-6,8-7,5-3,-3-4,-10-1,-16-1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8:18.8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2861 2406,'40'-3,"-1"-2,1-1,-1-3,-1-1,0-1,0-3,0-1,6 0,-1-1,-1-3,-1-1,-1-2,0-1,11-12,-20 0,-31 35,1-1,-1 0,1 0,-1 0,0 1,1-1,-1 0,0 0,0 0,0 0,1 0,-1 0,0 1,0-1,0 0,-1 0,1 0,0 0,0 0,0 0,-1 1,1-1,0 0,-1 0,1 0,-1 1,1-1,-1 0,1 0,-1 1,1-1,-1 0,0 1,1-1,-1 1,0-1,0 1,1-1,-1 1,0 0,0-1,0 1,0 0,1 0,-1-1,0 1,-8-2,1 1,0 0,-1 0,1 1,0 0,-1 0,1 1,0 0,-1 0,1 1,0 0,0 0,0 1,0 1,1-1,-1 1,1 0,0 1,0-1,0 1,1 1,0-1,0 1,0 1,-3 3,0 8,0 1,1 0,1 1,1-1,0 1,2 0,0 1,2-1,0 1,1 0,1-1,1 1,3 17,4 106,-2-53,-3 1,-4-1,-10 65,-5-70,14-76</inkml:trace>
  <inkml:trace contextRef="#ctx0" brushRef="#br0" timeOffset="244.086">2968 2835,'-13'-3,"-3"0,8-2,15-3,20-4,19-3,17-2,12-5,7 1,0 3,-4 5,-15 5</inkml:trace>
  <inkml:trace contextRef="#ctx0" brushRef="#br0" timeOffset="1377.439">3677 2887,'-53'246,"31"-176,30-109,13-57,-6-1,4-86,-24 219,3-29,0 1,0 0,1 0,0-1,1 1,0 0,0 0,1 0,0 0,0 0,0 0,1-1,1 1,2 6,-4-12,1 0,-1-1,1 1,0-1,-1 1,1-1,0 1,0-1,0 0,0 0,0 0,0 0,0 0,0 0,1-1,-1 1,0-1,0 1,1-1,-1 0,0 0,0 0,1 0,-1 0,0-1,1 1,-1-1,0 1,1-2,65-27,-65 28,110-74,-113 75,-1 1,1-1,0 0,0 1,0-1,0 0,0 1,-1-1,1 0,0 1,0-1,0 0,0 1,0-1,0 1,0-1,0 0,1 1,-1-1,0 0,0 1,0-1,0 0,0 1,0-1,1 0,-1 1,0-1,0 0,1 0,-1 1,0-1,0 0,1 0,-1 1,0-1,1 0,-1 0,0 0,1 0,-1 1,0-1,1 0,-1 0,0 0,1 0,-1 0,0 0,1 0,-1 0,0 0,1 0,-1 0,1 0,-1 0,0 0,1-1,-1 1,0 0,1 0,-1 0,0 0,1-1,-1 1,0 0,0 0,1-1,-1 1,0 0,-10 36,8-29,-7 24,1 0,1 1,1 0,3 0,-1 21,13-3,0-35</inkml:trace>
  <inkml:trace contextRef="#ctx0" brushRef="#br0" timeOffset="1618.805">4171 2941,'-2'4,"-1"7,0 8,1 9,-2 8,-3 4,1 2,1 1,1-5,1-5,2-7</inkml:trace>
  <inkml:trace contextRef="#ctx0" brushRef="#br0" timeOffset="1813.272">4465 2901,'-11'21,"-7"15,-1 9,-1 5,1 2,4-2,2-4,4-6,2-10</inkml:trace>
  <inkml:trace contextRef="#ctx0" brushRef="#br0" timeOffset="2149.379">4398 3022,'17'43,"1"0,2-2,2 0,1-1,23 28,-40-59,1 1,0-1,0 0,1-1,0 0,0 0,1-1,0 0,0 0,1-1,0 0,-8-6,-1 1,1 0,-1-1,1 1,0-1,-1 0,1 0,-1 1,1-1,0 0,-1 0,1-1,-1 1,1 0,0 0,-1-1,1 1,-1-1,1 1,-1-1,1 0,-1 0,0 0,1 1,-1-1,0 0,1-1,-1 1,0 0,0 0,0 0,0-1,0 1,-1 0,2-2,16-56,-8-106,-11 130,2-1,2 0,1 1,5-17,-9 48,1 1,0-1,-1 1,2 0,-1 0,0-1,1 1,-1 0,1 0,0 0,0 1,0-1,0 0,1 1,-1-1,1 1,-1 0,1 0,0 0,1-1,10-2</inkml:trace>
  <inkml:trace contextRef="#ctx0" brushRef="#br0" timeOffset="3550.67">9104 2728,'37'-9,"0"0,-1-3,0-1,-1-1,4-4,-23 11,20-9,0-1,-1-1,0-2,-2-2,0-1,-2-1,0-2,-2-1,-1-1,0-3,16-47,-43 75,0 1,0-1,0 0,-1 0,1 1,-1-1,1 0,-1 0,0 0,-1 0,1 1,0-1,-1 0,1 0,-1 0,0 1,0-1,0 0,0 1,-1-1,1 1,-1-1,1 1,-1 0,0 0,0-1,0 1,-2-1,-3-1,0 1,-1 0,1 0,-1 1,0 0,0 0,0 1,0 0,0 1,0-1,0 1,0 1,0 0,0 0,1 0,-1 1,0 0,0 1,1 0,0 0,-1 0,1 1,0 0,1 0,-1 1,-3 4,2-2,0 1,1 0,1 0,-1 1,1 0,1 0,0 0,0 1,1-1,0 1,0 0,1 1,1-1,0 1,0-1,-1 17,0-1,2 1,1 0,1-1,3 14,34 177,-23-155,-4 0,-2 1,-3 0,-3 62,-3-113,0-1,-1 1,-1-1,1 0,-2 1,0-1,0 0,-1 0,0-1,-1 1,0-1,-1 0,0 0,0-1,-5 5,-10 3</inkml:trace>
  <inkml:trace contextRef="#ctx0" brushRef="#br0" timeOffset="3807.462">9238 2955,'-7'-14,"5"-9,13-2,22 0,23 2,22 3,17 2,9 3,-12 3</inkml:trace>
  <inkml:trace contextRef="#ctx0" brushRef="#br0" timeOffset="4331.925">10027 3022,'-23'113,"6"0,3 21,14-354,1 217,-1-34,2 1,1-1,2 1,2-2,0 17,-7 21,0 0,0 1,0-1,0 0,0 0,0 0,0 1,0-1,0 0,1 0,-1 1,0-1,0 0,0 0,0 0,0 1,0-1,0 0,1 0,-1 0,0 1,0-1,0 0,0 0,1 0,-1 0,0 0,0 1,0-1,1 0,-1 0,0 0,0 0,1 0,-1 0,0 0,0 0,0 0,1 0,-1 0,0 0,0 0,1 0,-1 0,0 0,0 0,1 0,-1 0,0 0,0 0,0-1,1 1,-1 0,0 0,0 0,0 0,1 0,-1-1,0 1,0 0,0 0,0 0,4 22,-4 30,10 50,-9-100,-1 0,1-1,0 1,-1-1,1 1,0-1,0 1,0-1,0 1,0-1,0 0,0 0,1 1,-1-1,0 0,1 0,-1 0,1-1,-1 1,1 0,-1 0,1-1,0 1,-1-1,1 0,0 1,-1-1,1 0,0 0,0 0,-1 0,1 0,0 0,-1-1,1 1,0 0,-1-1,1 0,-1 1,1-1,0 0,0 0,60-46,18-77,-50 70,-3 22,-27 32,1 0,0 1,0-1,-1 0,1 1,0-1,-1 1,1-1,-1 1,1 0,-1-1,1 1,-1 0,1-1,-1 1,1 0,-1-1,0 1,0 0,1 0,-1-1,0 1,0 0,0 0,0 0,0-1,0 1,0 0,0 0,0 0,0-1,0 1,0 0,-1 0,1 0,-25 168,21-144,1-1,2 1,0-1,1 1,4 19,1-20</inkml:trace>
  <inkml:trace contextRef="#ctx0" brushRef="#br0" timeOffset="4739.892">10575 3101,'-14'20,"-20"26,2 1,2 2,3 1,0 4,22-39,11-22,13-24,141-290,-126 278,-33 44,0-1,0 1,0-1,1 1,-1-1,0 1,0 0,0-1,0 1,0 0,0 0,-1 0,1 0,0 0,0 0,-1 0,1 0,0 0,-1 0,1 0,-1 0,1 0,-1 0,0 1,1-1,-1 0,0 0,0 1,0-1,0 0,0 0,0 1,0-1,-1 0,1 0,0 0,-1 1,1 0,26 252,14-103,-30-125</inkml:trace>
  <inkml:trace contextRef="#ctx0" brushRef="#br0" timeOffset="5013.313">10534 3195,'16'-2,"19"-1,15 0,12-1,8-3,0-3,-11 2</inkml:trace>
  <inkml:trace contextRef="#ctx0" brushRef="#br0" timeOffset="5278.09">11056 3101,'6'3,"8"4,8 7,6 5,9 5,4 7,2 4,0 1,-2 1,-3-3,-9-8</inkml:trace>
  <inkml:trace contextRef="#ctx0" brushRef="#br0" timeOffset="5279.09">11431 3035,'-14'11,"-11"13,-8 14,-8 12,-6 8,-8 6,-16-1,5-11</inkml:trace>
  <inkml:trace contextRef="#ctx0" brushRef="#br0" timeOffset="-1606.607">0 1123,'163'20,"314"-10,391 38,148-29,-397-16,1134 56,522-58,35-27,-564-15,-230 42,-1299 7,-199-6,-16 0</inkml:trace>
  <inkml:trace contextRef="#ctx0" brushRef="#br0" timeOffset="-743.676">3316 816,'0'-3,"0"22,0-7,-29 549,4-192,25-366,0 26,10-43,27-56,-24 52</inkml:trace>
  <inkml:trace contextRef="#ctx0" brushRef="#br0" timeOffset="2960.607">9345 1030,'-7'16,"-2"16,-2 15,1 10,2 7,3 6,1 5,3 4,0 1,1 1,1-13</inkml:trace>
  <inkml:trace contextRef="#ctx0" brushRef="#br0" timeOffset="10377.169">3316 722,'79'-37,"-66"31,0 1,1 0,-1 1,1 1,0 0,0 1,0 0,1 1,4 1,181 0,474 17,32 14,-325-10,246 6,-561-27,418 15,118 23,34 4,-460-31,146-9,-146-4,475 2,-545 19,-106-19,-1 0,1 0,0 0,0 0,0 1,0-1,0 0,-1 0,1 0,0 0,0 1,0-1,0 0,0 0,0 0,0 1,0-1,0 0,0 0,0 1,0-1,0 0,0 0,0 0,0 1,0-1,0 0,0 0,0 0,0 1,0-1,0 0,0 0,1 0,-15 1</inkml:trace>
  <inkml:trace contextRef="#ctx0" brushRef="#br0" timeOffset="12253.943">3329 1644,'-2'1,"0"1,0-1,0 0,0 1,0-1,0 1,0 0,1 0,-1-1,1 1,-1 0,1 0,0 0,0 1,0-1,0 0,0 0,0 1,0-1,1 0,0 1,-1-1,1 1,0-1,0 1,0-1,0 0,1 1,-1-1,0 1,1-1,0 1,-1 7,-1-3,1 0,-1 0,1 0,1 0,-1 0,1 0,1 0,-1 0,1 0,0-1,1 1,0-1,0 1,0-1,1 0,0 0,0 0,0-1,1 1,0-1,0 0,0 0,0-1,1 0,0 0,0 0,0 0,6 1,11 2,1-1,0-2,0 0,0-2,1 0,-1-2,21-2,-16 2,359 3,166 4,279 15,-247-5,-477-16,300 26,-107-3,769 4,-873-31,106-17,-265 16,98-12,107 4,6-1,-128 0,-2 13,-117-1,0-1,0 1,0-1,-1 0,1 0,0 0,-1 0,0 0,1-1,-1 1,0-1,0 0,-1 1,1-1,0 0,-1 0,0 0,1 0,-1 0,-1 0,1-1,0 1,-1 0,1 0,-1-1,0 1,0 0,-1 0,1-1,0 1,-1 0,0 0,0-2,0-2,-15-240,11 167</inkml:trace>
  <inkml:trace contextRef="#ctx0" brushRef="#br0" timeOffset="17118.518">12781 254,'-21'2,"-13"4,-5 2,-4 5,-3 4,0 7,-5 8,-1 7,-5 9,-3 8,0 5,0 4,6 0,8-4,7-7,11-6,9-10,8-12</inkml:trace>
  <inkml:trace contextRef="#ctx0" brushRef="#br0" timeOffset="17378.822">12085 548,'-7'16,"-4"14,-5 9,-2 7,-3 3,1-1,-2-4,1-6,4-9,5-8</inkml:trace>
  <inkml:trace contextRef="#ctx0" brushRef="#br0" timeOffset="17699.53">11978 615,'0'-11,"1"7,-1-1,0 0,0 1,0-1,0 0,-1 1,0-1,0 0,0 1,-1-1,1 1,-1 0,0 0,-1-2,3 6,-1 0,1 0,-1 0,1 0,-1 0,1 0,-1 1,1-1,-1 0,1 0,-1 0,1 0,-1 1,1-1,0 0,-1 1,1-1,-1 0,1 1,0-1,-1 0,1 1,0-1,-1 0,1 1,0-1,0 1,0-1,-1 1,1-1,0 1,0-1,0 1,0-1,0 1,0-1,0 1,0-1,0 1,0-1,0 1,0-1,0 1,0-1,0 1,1-1,-1 0,0 1,0-1,1 4,-1 0,1 1,0-2,0 1,0 0,1 0,0 0,-1 0,1-1,0 1,1-1,-1 0,1 1,-1-1,1 0,0 0,0-1,0 1,1-1,-1 1,1-1,-1 0,1-1,0 1,95 32,73-11,-171-23,0 0,0 0,0 0,0 0,0 0,0 0,0 0,0 0,0 0,0 1,0-1,0 0,0 1,0-1,0 1,-1-1,1 1,0-1,0 1,0 0,-1-1,1 1,0 0,-1 0,1-1,0 1,-1 0,1 0,-1 0,0 0,1 0,-1 0,0 0,1 0,-1 0,0 0,0 0,0 0,0 0,0 0,0 0,0 0,0 0,0 0,0 0,-1 0,1 0,0 0,-1-1,1 2,-10 11,1-1,-1 0,-1 0,0-1,-1-1,0 0,-2 1,-6 5,-160 142,158-136</inkml:trace>
  <inkml:trace contextRef="#ctx0" brushRef="#br0" timeOffset="21870.218">1056 0,'19'9,"12"15,5 14,4 16,2 14,0 10,-2 8,-3 1,-6-3,-6-4,-5-10,-5-9,-6-11,-5-13</inkml:trace>
  <inkml:trace contextRef="#ctx0" brushRef="#br0" timeOffset="22128.529">1083 708,'13'10,"17"4,12 5,10 4,7 2,1 2,-3 3,-4 1,-10-3,-9-4,-8-5,-9-7</inkml:trace>
  <inkml:trace contextRef="#ctx0" brushRef="#br0" timeOffset="22417.755">1591 575,'0'-16,"2"-5,1 7,2 14,1 18,-1 17,-2 14,-1 10,0 4,-2-9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8:41.9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236 313,'-23'19,"1"2,1 0,1 2,1 0,1 1,1 0,1 2,2 0,0 1,2 0,1 1,1 0,1 1,0 6,8 26,2-59,-1-1,1 1,0-1,-1 0,1 1,0-1,0 0,0 1,0-1,0 0,0 0,0 0,0 0,1 0,-1 0,0 0,1 0,-1 0,0-1,1 1,-1-1,1 1,-1-1,1 1,-1-1,1 0,0 0,-1 0,1 0,-1 0,1 0,-1 0,1 0,0 0,-1-1,1 0,9-2,0-2,-1 1,1-1,-1-1,0 0,-1 0,1-1,-1-1,-1 1,1-1,-1-1,-1 1,0-2,0 1,2-4,-1 0,1-2,-2 1,0-1,-1 0,0-1,-1 1,-1-1,0 0,-1 0,-1 0,-1-1,0-11,-8-9,7 36,-1 1,1 0,-1 0,1 0,0 0,-1 0,1 0,-1 0,1 0,-1 0,1 0,0 0,-1 0,1 0,-1 0,1 1,-1-1,1 0,0 0,-1 0,1 0,0 1,-1-1,1 0,0 1,-1-1,1 0,0 0,-1 1,1-1,0 1,0-1,0 0,-1 1,1-1,0 0,0 1,0-1,0 1,0-1,0 1,0-1,0 0,0 1,0-1,0 1,0-1,-3 13,0 0,1 0,1 1,0-1,1 0,0 1,1-1,1 0,0 0,0 0,2 0,0 0,3 6,-4-9,1-1,0 0,1 0,0 0,0-1,1 0,0 0,1 0,2 1,-7-6,0-1,0 0,1 0,-1 0,1 0,-1-1,1 1,0-1,0 1,0-1,-1 0,1 0,0 0,0-1,1 1,-1-1,0 1,0-1,0 0,0 0,0-1,0 1,0-1,0 1,0-1,0 0,0 0,0 0,0-1,0 1,1-2,6-6,0 0,-1-1,-1 0,0-1,0 1,-1-2,0 1,-1-1,0 0,-1 0,0-1,-1 1,-1-1,0-1,15-51,-4 0,-2-1,-4 0,1-53,-9 119,1-20,0 1,-1-1,-1 0,-1 0,0 1,-6-20,8 40,0 0,-1 0,1 0,0 0,-1-1,1 1,-1 0,1 0,-1 0,1-1,-1 1,1 0,-1 0,0-1,1 1,-1-1,0 1,0 0,0-1,1 1,-1-1,0 0,0 1,0-1,0 0,0 0,0 1,0-1,0 0,1 0,-1 0,0 0,0 0,0 0,0 0,0-1,0 1,0 0,0 0,0-1,0 1,1 0,-1-1,0 1,0-1,0 0,1 1,-1-1,0 1,1-1,-1 0,0 0,1 1,-1-1,1 0,-1 0,1 0,0 1,-1-1,1 0,0 0,-1 0,1 0,0 0,0 0,0 0,0 0,0 0,0 0,0 0,-13 30,1 0,1 1,2 0,1 1,1 0,1 0,0 26,0-27,2 1,0 0,2-1,2 1,0 0,2 0,2 0,1 0,1-1,1 0,2 0,1-1,4 7,-9-28,1 1,0-1,0-1,1 1,0-1,0 0,1-1,0 0,0 0,0-1,1 1,0-2,0 1,0-2,0 1,1-1,-1 0,1-1,0 0,0-1,0 0,0 0,0-1,0-1,0 0,-1 0,1 0,3-2,37-9</inkml:trace>
  <inkml:trace contextRef="#ctx0" brushRef="#br0" timeOffset="686.169">970 620,'-4'-4,"-1"-1,0 1,-1 1,1-1,-1 1,1 0,-1 0,0 0,0 1,0 0,-1 0,1 1,0 0,-1 0,1 0,-1 1,1 0,0 0,-1 1,1-1,-1 1,1 1,0-1,-1 1,1 0,0 1,0 0,1-1,-1 2,1-1,-1 1,1 0,0 0,0 0,-3 5,5-6,0 0,1 0,0 0,0 1,0-1,0 1,1-1,-1 1,1 0,0 0,0-1,0 1,0 0,1 0,0 0,0 0,0 0,0 0,0 0,1 0,0 0,0-1,0 1,0 0,0 0,1-1,0 1,0-1,0 1,0-1,0 0,1 0,-1 0,1 0,0 0,0-1,1 2,4 0,1-1,0 0,0 0,0-1,0 0,1 0,-1-1,0-1,1 1,-1-1,1-1,-1 0,0 0,1-1,-1 0,0-1,0 0,-1 0,1-1,0 0,-1 0,0-1,0 0,-1-1,1 0,-1 0,0 0,1-3,-6 7,-2 1,0 1,0-1,0 1,0-1,0 1,0 0,0-1,0 1,0-1,1 1,-1 0,0-1,0 1,0-1,0 1,1 0,-1-1,0 1,0 0,1-1,-1 1,0 0,1-1,-1 1,0 0,1 0,-1-1,0 1,1 0,-1 0,0 0,1 0,-1-1,1 1,-1 0,1 0,-1 0,0 0,1 0,-1 0,1 0,-1 0,0 0,1 0,-1 0,1 0,-1 1,1-1,-1 0,0 0,1 0,-1 0,0 1,1-1,-1 0,0 1,1-1,-1 0,0 1,-3 22,1-20,1 1,-1-1,1 0,0 0,0 1,0-1,1 1,0-1,-1 1,1-1,0 1,0-1,1 1,-1-1,1 1,0-1,0 1,0-1,0 0,0 0,1 1,0-1,-1 0,1 0,0-1,0 1,1 0,-1-1,1 1,-1-1,1 0,0 1,0-1,1-2,1-1,-1 1,0-1,0 1,1-1,-1 0,0-1,0 1,0-1,0 0,0 0,0 0,-1 0,1-1,-1 1,0-1,1 0,-1 0,0 0,-1-1,1 1,-1-1,1 1,-1-2,7-7,-2-2,0 1,0-1,-1 0,-1 0,0 0,-1-1,-1 1,0-1,-1 0,-1 0,0 0,-1-1,-1 1,0 0,-1 0,0 0,-1 0,-1 1,-1-1,-2-4,-18-20,25 39,0-1,-1 0,1 1,-1-1,0 0,1 1,-1-1,1 1,-1-1,0 1,1-1,-1 1,0 0,0-1,1 1,-1 0,0-1,0 1,0 0,1 0,-1 0,0 0,0 0,0 0,0 0,1 0,-1 0,0 0,0 0,0 0,1 1,-1-1,0 0,0 1,1-1,-1 0,0 1,0-1,1 1,-1-1,1 1,-1 0,0-1,1 1,-1 0,1-1,-1 1,1 0,0-1,-1 2,0 0,0-1,0 1,0 0,1 0,-1 1,0-1,1 0,0 0,-1 0,1 0,0 0,0 1,0-1,0 0,1 0,-1 0,0 0,1 0,0 0,-1 0,1 0,0 0,0 0,0 0,0 0,1 0,-1 0,0-1,1 1,-1-1,1 1,0-1,0 1,67 32,-38-29,0-1,0-1,1-2,12-1,-1 0,-41-1,1 1,0 0,-1 0,1 0,0 0,-1 0,1 0,0 1,-1 0,1-1,-1 1,1 0,-1 0,1 0,-1 1,1-1,-1 1,0-1,0 1,0 0,0 0,0-1,0 1,-1 1,1-1,0 0,-1 0,0 1,0-1,1 0,-1 1,-1 0,1-1,0 1,-1-1,1 1,-1 0,0 196,0-198,0 1,0-1,0 0,0 1,1-1,-1 0,0 1,1-1,-1 0,0 1,1-1,0 0,-1 0,1 1,0-1,0 0,-1 0,1 0,0 0,0 0,0 0,0 0,0-1,0 1,1 0,-1 0,0-1,0 1,1-1,-1 1,0-1,0 0,1 1,-1-1,1 0,-1 0,0 0,1 0,-1 0,0 0,1 0,-1 0,0-1,1 1,-1 0,0-1,0 0,1 1,-1-1,0 1,1-2,47-40,-26 14</inkml:trace>
  <inkml:trace contextRef="#ctx0" brushRef="#br0" timeOffset="905.58">1719 500,'0'11,"-2"9,-1 7,0 6,1 3,3-2,3-3,6-5,5-7,6-6,5-9,5-8,2-9,-5-2</inkml:trace>
  <inkml:trace contextRef="#ctx0" brushRef="#br0" timeOffset="1086.099">1987 553,'-2'-4,"-4"2,0 9,-1 11,0 7,1 8,4 2,8-2,8-5,10-7,7-7,7-6,4-9,2-11,-6-3</inkml:trace>
  <inkml:trace contextRef="#ctx0" brushRef="#br0" timeOffset="1482.038">2321 566,'-5'11,"1"-5,1 0,0 0,0 0,1 0,0 0,0 1,0-1,1 1,0 0,0-1,0 1,1 0,0-1,1 1,-1 0,1-1,1 1,1 5,1-9,1 0,0 0,0 0,0-1,0 1,1-1,-1 0,1-1,-1 1,1-1,-1 0,1-1,0 1,0-1,-1 0,1-1,0 0,-1 1,1-2,-1 1,1 0,-1-1,1 0,0-1,142-57,-145 61,-1-1,0 0,1 0,-1 1,0-1,1 1,-1 0,0 0,0 0,0 0,0 0,0 0,0 1,0-1,0 0,0 1,-1 0,1-1,0 1,-1 0,0 0,1 0,-1 0,0 0,0 0,0 0,0 1,0-1,-1 0,1 0,-1 2,13 21,-6-20,-1 1,1-1,0 1,0-2,1 1,-1-1,1 0,0-1,0 0,1 0,-1-1,0 0,1 0,-1-1,1 0,0-1,-1 0,1 0,0 0,-1-1,1-1,5-1,-5 2,-1-1,1 0,-1-1,0 0,1 0,-1-1,-1 0,1 0,0-1,-1 0,4-3,-8 6,0-1,0 0,-1 0,1 0,-1 0,1 0,-1 0,0-1,0 1,0-1,-1 1,1-1,-1 0,0 0,0 0,0 0,-1 0,1 0,-1 1,0-1,0 0,0 0,-1 0,1 0,-1 0,0-1,-1 0,1 0,-1 0,0 0,0 0,0 1,-1-1,0 0,0 1,0 0,0 0,-1 0,0 0,1 1,-1-1,-1 1,1 0,0 0,-1 0,0 1,1-1,-1 1,0 1,0-1,0 0,0 1,0 0,-1 1,1-1,0 1,-1 0,1 0,0 0,0 1,0 0,-1 0,1 0,0 1,0-1,0 1,1 1,-2 0,-1 2,0 1,1 0,-1 0,1 0,1 1,-1 0,1 0,1 1,-1-1,1 1,1 0,-3 7,4-11,1-1,0 0,0 0,0 1,0-1,0 0,1 1,0-1,-1 1,1-1,1 1,-1-1,0 0,1 1,0-1,0 0,0 1,0-1,0 0,1 0,-1 0,1 0,0 0,0 0,0 0,0-1,0 1,1-1,-1 1,1-1,0 0,0 0,1 1,0-1,0-1,0 1,1-1,-1 0,0 0,1 0,-1 0,1-1,-1 0,1 0,-1 0,1 0,-1-1,1 0,29-7</inkml:trace>
  <inkml:trace contextRef="#ctx0" brushRef="#br0" timeOffset="1637.62">2962 139,'-16'0,"-9"4,-4 9,4 7,6 6,9 6,7 6,6-3</inkml:trace>
  <inkml:trace contextRef="#ctx0" brushRef="#br0" timeOffset="1803.743">3003 740,'20'12,"19"3,15-1,16-2,13-4,-7-3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8:59.8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24,'383'-13,"-189"9,48 0,46 1,1957 54,-1864-34,1085 61,-1098-44,-325-26,-29-2,-20-3,-24 0,-40-15,58 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8:56.2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206 450,'-9'4,"0"0,0 0,0 1,1 0,0 1,0 0,0 0,0 1,1 0,0 0,1 1,0 0,0 0,0 0,1 1,1 0,-1 0,1 0,1 1,0-1,-1 7,-10 22,1 2,3 0,1 0,2 1,2 0,1 0,2 0,3 0,0 0,3 0,4 17,-3-36,1-1,0 0,1-1,2 1,0-1,7 11,-12-24,1 1,-1-1,2 0,-1 0,1-1,0 0,0 0,0 0,1 0,0-1,0 0,1-1,-1 0,1 0,0 0,0-1,8 2,-11-4,0-1,0 1,0-1,0 0,-1-1,1 1,0-1,0 0,0 0,-1 0,1-1,-1 0,1 0,-1 0,0 0,1-1,-1 1,0-1,-1 0,1 0,0-1,-1 1,0-1,0 0,0 0,8-10,-1-1,0 0,-2-1,0 0,0-1,0-3,16-51,-3-1,-4-1,-2-1,-4 0,-2-1,-3-45,-6 113,2-16,-1 0,-1 1,0-1,-2 0,-1 0,-1 1,-1-1,0 1,-4-5,8 23,-1 0,0 1,1-1,-1 1,-1-1,1 1,0 0,-1 0,0 0,1 0,-1 0,0 0,-1 1,1 0,0-1,-1 1,1 0,-1 1,0-1,1 1,-1 0,0-1,0 2,0-1,0 0,0 1,0 0,0 0,0 0,0 0,0 1,0-1,0 1,0 0,0 0,-3 2,-7 5,-1 1,1 0,1 1,0 1,0 0,1 0,0 1,1 1,1 0,0 1,0 0,1 0,1 1,1 0,0 0,1 1,1 0,-1 4,1-3,1-1,0 0,2 1,0-1,0 1,2 0,0 0,1 0,1-1,0 1,1-1,1 1,0-1,6 10,20 40</inkml:trace>
  <inkml:trace contextRef="#ctx0" brushRef="#br0" timeOffset="388.1">941 770,'-20'-2,"1"1,-1 0,0 2,0 0,1 1,-1 1,1 1,-5 1,15-2,0 0,0 0,1 1,-1 0,1 0,0 1,0 0,0 0,0 1,1 0,0 1,1-1,-1 1,1 1,0-1,1 1,-5 8,9-13,0-1,-1 0,1 1,0 0,0-1,1 1,-1 0,0-1,1 1,0 0,0-1,0 1,0 0,0 0,0-1,1 1,-1 0,1 0,0-1,0 1,0-1,0 1,0-1,0 1,1-1,-1 0,1 1,0-1,-1 0,1 0,0 0,0 0,2 1,9 4,1 1,-1-2,1 0,0 0,0-1,1-1,0-1,0 0,-1 0,1-2,4 0,77 17,-93-18,-1 0,0 0,0 0,1 1,-1-1,0 1,0 0,0-1,0 1,0 0,0 0,0 0,0 1,0-1,0 0,0 1,-1-1,1 1,-1 0,1 0,-1-1,0 1,1 0,-1 0,0 0,0 0,-1 0,1 0,0 1,-1-1,1 0,-1 0,1 1,-1-1,0 0,0 0,0 1,-1-1,1 0,0 0,-1 1,0-1,1 0,-1 0,0 1,-10 10,0 0,0-1,-1 0,-1 0,0-2,-1 1,1-2,-2 0,0 0,0-2,0 0,-1 0,0-2,-8 3,16-6,5 0,0-1,-1 1,1-1,0 0,-1 0,1 0,-1-1,1 1,-1-1,0 0,1 0,-1 0,1 0,-1-1,1 1,-1-1,-2-1,-2-6</inkml:trace>
  <inkml:trace contextRef="#ctx0" brushRef="#br0" timeOffset="855.848">1477 877,'-9'-4,"-1"1,1 0,-1 0,1 1,-1 0,0 1,0 0,0 0,1 1,-1 0,0 1,0 0,0 1,0 0,1 0,-1 1,1 0,0 1,0 0,0 0,0 1,1 0,0 1,0 0,0 0,1 1,0-1,-4 6,6-5,1 0,1-1,-1 2,1-1,0 0,1 1,-1-1,2 1,-1-1,1 1,0 0,1 0,-1 0,2 0,-1-1,1 1,0 0,1 0,0-1,0 1,0-1,1 1,1-1,-1 0,1 0,0-1,0 1,1-1,0 0,0 0,1 0,-1-1,1 0,0 0,1 0,4 3,1-1,0-1,0 0,1 0,-1-1,1-1,0 0,1-1,-1 0,1-1,-1 0,1-1,-1-1,1 0,0-1,-1-1,1 0,-1-1,0 0,0-1,0 0,0-1,0 0,-1-2,0 1,0-1,-1-1,0 0,5-5,0-7,-1 0,-1-1,-1-1,0 0,-2-1,-1 0,0-1,-2 0,3-14,4-9,-21 116,2-47,1 0,1 0,0 1,2-1,1 0,1 0,1 1,0-1,2-1,1 1,4 11,3-9</inkml:trace>
  <inkml:trace contextRef="#ctx0" brushRef="#br0" timeOffset="1130.767">1891 396,'-11'18,"0"18,3 2</inkml:trace>
  <inkml:trace contextRef="#ctx0" brushRef="#br0" timeOffset="1973.516">2172 1024,'42'-70,"-2"-1,-4-2,-3-1,-3-2,-4-1,-2-2,-5 0,-3 0,-3-2,-3-6,-11-47,1 133,1-1,-1 1,0-1,0 1,0-1,0 1,0-1,-1 1,1-1,0 1,-1-1,1 1,-1-1,1 1,-1-1,0 1,1 0,-1-1,0 1,0 0,0 0,0 0,0 0,0 0,0 0,-1 0,1 0,0 0,-1 0,1 1,0-1,-1 0,1 1,-1-1,1 1,-1 0,1-1,-1 1,1 0,-1 0,1 0,-1 0,1 0,-1 0,1 1,-1-1,1 0,-1 1,1-1,-1 1,1 0,0-1,-1 1,1 0,0 0,0 0,-1 0,1 0,0 0,0 0,0 0,0 0,0 1,-9 10,0 1,1 1,0-1,1 2,1-1,0 1,-3 11,-12 31,3 1,2 1,3 0,2 1,3 0,3 1,2 0,3 0,2 0,7 31,-4-64,1-1,2 1,0-1,2 0,1-1,1 0,13 20,-19-37,1 1,0-1,0 0,1 0,0-1,1 0,0 0,0-1,1 0,0 0,0-1,0 0,1-1,0 0,0 0,0-1,1-1,-1 0,1 0,0-1,1 0,7-2,0-1,0-1,-1-1,1-1,-1 0,1-2,-1 0,-1-1,1 0,-1-1,-1-1,0-1,0-1,-1 0,0-1,-1 0,0-1,7-9,-15 17,0-1,0 1,-1-1,1 0,-1-1,0 0,-1 1,0-1,0-1,0 1,-1 0,0-1,-1 0,0 0,0 0,0 0,-1 0,0 0,-1 0,0-5,-3 9,0 0,0 0,0 1,-1-1,0 1,1-1,-1 1,-1 1,1-1,0 0,-1 1,1 0,-1 0,0 0,1 1,-1 0,0-1,0 2,0-1,0 1,0-1,0 1,0 1,0-1,0 1,0 0,-3 0,-4 1,0 0,0 1,0 1,1-1,-1 2,1 0,0 0,1 1,-1 0,1 1,-7 5,12-8,1 0,-1 0,1 0,0 0,0 1,0 0,1 0,0 0,0 0,0 0,0 1,1-1,0 1,0 0,1 0,-1 0,1 0,0 0,1 0,0 0,0 0,0 0,0 0,2 3,-1-2,2-1,-1 1,1 0,0-1,0 0,0 0,1 0,0 0,1 0,-1-1,1 1,0-1,0-1,1 1,-1-1,1 0,0 0,0 0,0-1,5 2,0 0,0-1,0 0,1-1,-1 0,1 0,0-1,0-1,0 0,0-1,0 0,10-1,-16 0,1-1,-1 1,1-1,-1 0,1-1,-1 1,0-1,0 0,0-1,-1 1,1-1,-1-1,0 1,0-1,0 1,-1-1,0-1,0 1,0-1,0 1,-1-1,0 0,0 0,1-4,-6 13,1 1,0-1,0 1,0-1,1 1,-1-1,1 1,0-1,0 1,0-1,1 1,-1 0,1-1,0 1,-1-1,2 0,-1 1,0-1,1 0,-1 0,1 0,0 0,0 0,0 0,1 0,-1-1,1 1,-1-1,1 1,0-1,0 0,0 0,0-1,0 1,0-1,3 1,1-1,0-1,1 0,-1 0,1-1,-1 0,0 0,0-1,1 0,-1 0,0 0,-1-1,1 0,0-1,-1 0,0 0,0 0,0 0,0-1,-1 0,1 0,-1-1,-1 0,1 1,2-6,13-19,-2-1,0-1,-3 0,0-1,-2 0,-2-2,4-17,23-88,-5-1,-7-2,3-91,-25 119,-3 115,-1 0,0-1,0 1,0 0,0 0,0-1,1 1,-1 0,0-1,0 1,0 0,0-1,0 1,0 0,0-1,0 1,0 0,0 0,0-1,0 1,-1 0,1-1,0 1,0 0,0-1,0 1,0 0,-1 0,1-1,0 1,0 0,0 0,-1-1,1 1,0 0,0 0,-1 0,1 0,0-1,0 1,-1 0,1 0,0 0,-1 0,1 0,0 0,0 0,-1 0,1 0,0 0,-1 0,1 0,0 0,-1 0,1 0,0 0,-1 0,1 0,0 0,0 0,-1 0,1 1,0-1,-1 0,1 0,0 0,-14 21,-11 34,2 1,2 1,3 1,13-42,-17 48,3 0,3 2,2 0,4 0,2 1,3 0,4 0,2 0,3 0,3 0,3 0,8 23,22 8,-40-97,0-1,0 1,0 0,0-1,0 1,0 0,1-1,-1 1,0-1,0 1,1 0,-1-1,0 1,1-1,-1 1,1-1,-1 1,1-1,-1 1,1-1,-1 0,1 1,-1-1,1 0,-1 1,1-1,-1 0,1 1,0-1,-1 0,1 0,0 0,-1 0,1 0,0 0,-1 0,1 0,0 0,-1 0,1 0,0 0,-1 0,1-1,-1 1,1 0,0 0,-1-1,1 1,-1 0,1-1,-1 1,1 0,-1-1,1 1,-1-1,1 0,7-17</inkml:trace>
  <inkml:trace contextRef="#ctx0" brushRef="#br0" timeOffset="2224.888">2827 463,'34'-2,"36"1,31 3,22 6,10 6,-2 8,-14 6,-22 6,-28-3</inkml:trace>
  <inkml:trace contextRef="#ctx0" brushRef="#br0" timeOffset="2444.815">3522 1024,'-5'15,"0"0,1 0,1 1,0-1,2 1,-1-1,2 1,0 0,1 0,0-1,2 1,-1-1,2 1,0-1,1 0,2 2,-4-12,0-1,0 0,0 0,1 0,0-1,-1 1,2-1,-1 0,0 0,0 0,1-1,0 1,-1-1,1 0,0-1,0 1,0-1,0 0,0 0,0 0,0-1,1 0,-1 0,0 0,0-1,0 0,0 0,0 0,0 0,0-1,0 0,0 0,0 0,-1 0,1-1,-1 0,0 0,0 0,0-1,0 1,1-3,4-1,-1-1,0 0,-1-1,1 0,-2 0,1-1,-1 1,-1-1,0-1,0 1,-1-1,0 0,-1 0,0 0,-1 0,0 0,-1-1,0 1,-1-1,0 1,-1-1,0 1,-1 0,0-1,-1 1,0 0,-1 0,-2-5,3 12,-1-1,1 1,-1 0,1 0,-1 0,0 0,-1 1,1-1,-1 1,1 0,-1 1,0-1,0 1,0 0,0 0,0 0,-1 1,1 0,-1 0,1 0,0 1,-1-1,1 1,-1 1,1-1,-1 1,1 0,-1 0,1 1,0-1,0 1,0 0,0 1,0-1,0 1,0 0,1 0,0 1,-1-1,1 1,0 0,1 0,-1 0,0 3,-2 0,1 0,0 1,0 0,1 0,0 0,1 1,0-1,0 1,1 0,0 0,0-1,1 1,0 1,1-1,0 0,1 0,-1 0,2 0,-1 0,1 0,1-1,-1 1,1 0,1-1,0 0,0 0,4 5,20 27</inkml:trace>
  <inkml:trace contextRef="#ctx0" brushRef="#br0" timeOffset="2887.298">3963 1305,'16'-53,"-1"-1,-4 0,-1-1,-3 0,-2 0,-2-45,-9-21,6 120,0 0,0 0,1 0,-1 0,0 0,0 0,1 0,-1 0,1 0,-1 0,1 1,-1-1,1 0,-1 0,1 0,0 1,-1-1,1 0,0 1,0-1,0 0,-1 1,1-1,0 1,0-1,0 1,0 0,0-1,0 1,0 0,0 0,0 0,0-1,0 1,0 0,0 0,0 1,0-1,0 0,0 0,0 0,0 1,0-1,0 0,0 1,0-1,0 1,0-1,-1 1,1 0,0-1,0 1,4 1,269 93,-255-87,0 0,0 1,-1 1,0 1,15 12,-29-19,1 0,-1 0,0 0,0 1,-1-1,1 1,-1 0,0 0,0 0,0 0,-1 1,0-1,0 1,0-1,-1 1,0 0,0 0,0 0,-1-1,1 1,-2 0,0 6,-70 230,70-237,1 0,0 1,0-1,0 0,1 0,-1 0,1 0,1 0,-1 0,1 0,0 0,0 0,0-1,0 1,1-1,0 1,0-1,0 0,1 0,-1-1,1 1,0-1,0 1,0-1,0 0,1 0,9 4,1 1,-1-2,1 0,0-1,1 0,-1-1,15 1,57 3,-1-3,1-5,0-3,0-5,-1-2,61-18,-62 12,-101 19,-9 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9:04.3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340 750,'-6'-6,"0"0,-1 1,1-1,-1 1,0 0,0 1,-1 0,1 0,-1 1,0 0,0 0,0 0,0 1,-1 1,1-1,0 1,-1 1,1 0,-1 0,1 0,-1 1,1 0,0 1,-1 0,1 0,0 1,0 0,1 0,-1 1,0 0,1 1,0-1,0 1,-5 5,6-4,-1 1,1 0,0 0,1 0,0 1,0 0,0 0,1 0,0 1,1-1,0 1,0 1,2-7,0 0,1 0,-1 1,1-1,0 0,0 0,0 0,0 1,0-1,1 0,-1 0,1 0,0 0,0 1,0-1,1-1,-1 1,1 0,-1 0,1 0,0-1,0 1,0-1,1 0,-1 1,0-1,1 0,-1 0,1-1,0 1,0 0,0-1,0 0,0 0,1 1,5 1,0-1,0 0,0-1,0 0,0 0,0-1,0 0,0 0,0-1,0-1,0 1,0-1,-1-1,1 0,0 0,-1 0,7-5,-1 1,0-1,0-1,-1 0,-1-1,1-1,-1 0,-1 0,0-1,7-11,0-9,-2 0,-2-2,0 1,-3-2,0 0,-3 0,-1-1,-1 0,-2 0,-2-1,-1-11,6-33,2 0,6-121,-16 202,1 1,0-1,-1 0,1 1,-1-1,1 0,-1 0,1 1,0-1,-1 0,1 0,-1 0,1 0,-1 0,1 0,-1 0,1 0,-1 0,0 0,1 0,-1 0,1 0,-1 0,1 0,0 0,-1-1,1 1,-1 0,1 0,-1-1,1 1,-1 0,1 0,0-1,-1 1,1-1,0 1,-1 0,1-1,0 1,-1-1,1 1,0-1,0 1,0-1,0 1,-1-1,1 1,0-1,0 1,0-1,0 1,0-1,0 1,0-1,0 1,-11 19,0 0,2 1,0 0,1 0,1 1,1 0,-1 11,-3 2,2-1,1 1,1 1,2-1,2 1,1 0,2-1,1 1,2 0,1-1,2 0,1 0,9 23,-12-47,-1 0,1 0,1-1,-1 0,2 0,-1 0,1-1,1 0,-1 0,1-1,1 0,-1 0,1-1,0 0,1-1,-1 0,1-1,0 1,0-2,1 1,-1-2,1 1,-1-2,1 1,0-1,3-1,3-2,-1 0,0-1,0-1,0-1,-1 0,1-1,-1-1,0 0,-1-1,0-1,0 0,-1-1,0 0,-1-1,0-1,-1 0,0 0,-1-1,0 0,-1-1,-1 0,0-1,0 1,-2-1,0-1,-1 1,0-1,-1 0,-1 0,-1-1,0-3,-10-37,8 55,-1 1,1 0,-1 0,0 0,1 0,-1 0,0 0,0 0,0 0,0 0,0 0,0 0,0 0,0 1,0-1,0 0,0 1,0-1,0 1,-1-1,1 1,0 0,0-1,-1 1,1 0,0 0,0 0,-1 0,1 0,0 0,-1 0,1 1,0-1,0 0,-1 1,1-1,0 1,0-1,0 1,0 0,-1 0,-5 4,1 0,0 1,1 0,-1 0,1 1,0 0,1-1,0 2,0-1,0 0,1 1,0-1,0 1,1 0,0 0,1 0,-1 0,2 1,-1-1,1 0,0 0,1 1,0-1,0 0,1 0,0 0,1 3,1-1,1 0,0 0,0-1,1 0,0 0,0 0,1 0,0-1,1-1,0 1,0-1,0 0,1-1,0 0,0-1,1 1,0-2,0 1,9 1,14 6,2-3,-1 0,1-3,1 0,12-2,24 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9:09.5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0 461,'82'354,"-79"-347,17 45,-19-51,-1 1,1-1,0-1,-1 1,1 0,0 0,0 0,0 0,0 0,0-1,0 1,0 0,0-1,0 1,0-1,0 1,0-1,1 0,-1 1,0-1,0 0,0 0,1 0,-1 0,0 0,0 0,0 0,1 0,-1-1,0 1,0 0,0-1,0 1,0-1,1 1,-1-1,0 1,0-1,0 0,0 0,-1 1,1-1,11-10,-1-1,-1 0,0 0,-1-1,0-1,-1 1,0-1,-1-1,-1 1,-1-1,2-5,60-203,-59 201,-8 22,0 1,0-1,0 0,0 0,0 0,0 1,0-1,0 0,0 0,0 0,0 1,0-1,0 0,1 0,-1 0,0 0,0 1,0-1,0 0,0 0,1 0,-1 0,0 0,0 0,0 0,0 1,1-1,-1 0,0 0,0 0,0 0,1 0,-1 0,0 0,0 0,0 0,1 0,-1 0,0 0,0 0,0 0,1 0,-1 0,0 0,0-1,0 1,1 0,-1 0,0 0,1 23,-5 24,1-35,1 1,1-1,0 1,1 0,0 0,1 0,0-1,1 1,0-1,1 1,1-1,0 0,0 0,1 0,2 1,-5-10,0-1,0 0,0 1,1-1,-1 0,1 0,-1 0,1-1,0 1,0-1,-1 1,1-1,0 0,0 0,1 0,-1 0,0-1,0 1,0-1,0 0,1 0,-1 0,0 0,0-1,0 1,0-1,1 0,-1 0,2-1,5-2,0 0,-1-1,0 0,1 0,-2-1,1 0,-1-1,4-4,2-3,-1-1,0-1,-1 0,-1 0,-1-1,0-1,-1 0,-1 0,-1 0,0-1,-2 0,3-13,-10 39,-17 131,19-129,0 0,0 0,1 1,0-1,0 0,1 0,0 0,1 0,0 0,1-1,-1 1,2-1,-1 0,6 7,-6-11,0 1,0-1,0-1,1 1,-1-1,1 1,0-1,0-1,0 1,0-1,1 0,-1 0,1 0,-1-1,1 0,0 0,-1 0,1-1,0 1,0-2,-1 1,1-1,0 1,-1-1,1-1,0 1,4-3,3-1,0 0,-1-1,0 0,0-1,0 0,0-1,-1 0,-1-1,0 0,0-1,2-2,-1-2,0-1,-1 0,-1-1,0 0,-1-1,-1 1,0-1,-1-1,-1 1,-1-1,0-2,-4 19,1 0,0 0,-1 0,1 0,-1-1,1 1,-1 0,0 0,1-1,-1 1,0 0,0 0,0-1,0 1,0 0,0-1,0 1,0 0,-1 0,1-1,0 1,-1 0,1 0,-1 0,1 0,-1-1,0 1,0 0,1 0,-1 0,0 0,0 0,0 1,0-1,0 0,0 0,0 1,0-1,0 0,0 1,-1-1,1 1,0 0,0-1,-1 1,1 0,0 0,0 0,-1-1,1 1,0 1,-1-1,1 0,0 0,-1 0,-4 5,1 0,0 1,0-1,0 1,0 0,1 0,0 0,1 1,-1-1,1 1,0 0,1 0,-1 0,2 1,-1-1,1 0,-1 4,2 0,0-1,0 0,1 0,0 0,1 0,0 0,0 0,1 0,1 0,0-1,0 0,0 0,2 0,-1 0,1-1,0 0,0 0,1 0,0-1,1 0,-1 0,1-1,1 0,-1 0,1-1,0 0,0-1,1 0,-1-1,1 1,4-1,133 29,-78-25</inkml:trace>
  <inkml:trace contextRef="#ctx0" brushRef="#br0" timeOffset="618.339">1725 582,'-15'-2,"0"1,0 0,0 1,0 1,0 0,1 1,-1 1,0 0,1 1,-1 1,0 1,7-4,1 2,0-1,0 1,0 0,1 0,-1 1,1 0,0 0,0 1,1-1,0 1,0 0,0 1,1-1,0 1,0 0,0 0,1 0,0 1,1-1,-2 6,3-8,0-1,1 1,-1-1,1 1,0-1,0 1,1 0,-1-1,1 1,0-1,0 1,1-1,-1 1,1-1,0 0,0 0,0 0,1 0,0 0,-1-1,1 1,1-1,-1 1,0-1,1 0,-1-1,1 1,0 0,0-1,0 0,0 0,2 0,2 1,-1 0,1 0,0-1,0 0,0-1,0 0,0 0,0-1,0 0,0 0,0-1,0 0,0 0,0-1,0 0,0 0,-1-1,3-1,-1-1,1-1,-2 0,1-1,-1 0,0 0,0-1,-1 0,0 0,-1-1,1 0,-2 0,1 0,-1-1,-1 1,2-5,42-159,-44 153,33-161,2-84,-38 183,-12 80,-31 65,25-17,2 1,2 1,2 0,2 0,2 1,3 0,1 0,4 35,-2-50,1 0,2 0,1 0,2 0,1 0,1-1,12 31,-18-61,0 0,0 0,0 0,1-1,-1 1,1 0,-1-1,1 1,0 0,0-1,0 0,1 0,-1 1,0-1,1-1,-1 1,1 0,0 0,-1-1,1 0,0 1,0-1,0 0,0-1,0 1,0 0,0-1,0 0,1 0,-1 0,0 0,0 0,0 0,1-1,10-6,-1 0,0 0,0-1,-1-1,0 0,-1-1,0 0,0-1,-1 0,0 0,-1-1,-1-1,1 0,3-4,0 0,-2-1,0 0,0-1,5-18,-34 84,14-32,1 1,1 0,0 0,2 0,-1 0,2 0,0 0,1 1,3 14,18 6,-8-27</inkml:trace>
  <inkml:trace contextRef="#ctx0" brushRef="#br0" timeOffset="908.096">2193 274,'-2'6,"5"8,8 3,1-1</inkml:trace>
  <inkml:trace contextRef="#ctx0" brushRef="#br0" timeOffset="1157.998">2367 568,'-5'13,"-3"12,-1 6,1 5,3 0,1 1,2 0,1-6,1-2,2-7,4-7,0-6</inkml:trace>
  <inkml:trace contextRef="#ctx0" brushRef="#br0" timeOffset="1158.998">2554 127,'-16'-14,"-8"-4,-1 5,0 10,6 14,7 14,8 10,6 6,1-4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9:05.3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509 1126,'36'-17,"-1"-1,0-2,-2-1,0-2,28-26,-57 45,40-28,-3-3,0-2,-3-1,-1-2,-1-1,-3-2,-2-1,-1-2,-3-1,-1-1,-3-1,-2-1,-2-1,1-12,-19 60,2-6,-1-1,1 1,-2-1,1 0,-1 1,-1-1,0 0,0 0,-1 0,0 1,0-1,-1 0,-1 1,-1-6,3 14,0-1,1 1,-1-1,0 1,1 0,-1-1,0 1,0 0,0 0,0 0,0 0,-1 0,1 0,0 0,0 0,-1 0,1 0,-1 1,1-1,0 1,-1-1,1 1,-1-1,1 1,-1 0,0 0,1 0,-1 0,1 0,-1 0,1 0,-1 0,1 0,-1 1,1-1,-1 1,-1 1,-1-1,1 1,0 1,0-1,0 0,0 1,0 0,1-1,-1 1,1 0,-1 0,1 1,0-1,-1 4,-6 17,0 0,2 1,0 0,2 0,1 0,1 1,1 24,1-36,-10 260,12 12,1-8,-13 1,7-212,-3-1,-3 1,-3-2,-3 0,-13 33,11-58</inkml:trace>
  <inkml:trace contextRef="#ctx0" brushRef="#br0" timeOffset="255.308">750 1233,'22'-9,"27"-8,24-5,21-4,12 1,0 4,-18 6</inkml:trace>
  <inkml:trace contextRef="#ctx0" brushRef="#br0" timeOffset="793.654">1404 1300,'15'-17,"0"-1,-2 0,-1-1,0-1,-1 1,-1-2,-1 1,0-2,-2 1,-1-1,0 0,1-17,-5 22,0 0,-1-1,0 1,-2-1,0 1,0 0,-2 0,0-1,-2 2,1-1,-4-6,0 7,8 15,1 0,-1 1,1-1,-1 1,1 0,-1-1,1 1,-1-1,1 1,-1 0,1-1,0 1,-1 0,1 0,0 0,-1-1,1 1,-1 0,1 0,0 0,-1 0,1 0,0 0,-1 0,1 0,0 0,-1 1,1-1,0 0,-1 0,1 0,0 1,-1-1,1 0,-1 1,1-1,-1 1,1-1,-1 0,1 1,-1-1,1 1,-1 0,0-1,1 1,5 1,70 22,-51-18,-1 2,0 0,0 1,-1 2,0 0,17 13,-35-21,0 1,0 0,-1 1,1-1,-1 1,0 0,-1 0,1 0,-1 1,0-1,0 1,-1-1,1 1,-2 0,1 0,0 0,-1 0,0 1,-1-1,1 2,-19 123,9-89,8-39,0-1,0 1,0 0,0-1,1 1,-1 0,1-1,0 1,-1 0,1 0,1 0,-1-1,0 1,1 0,-1 0,1-1,0 1,0-1,0 1,0 0,0-1,1 0,-1 1,1-1,-1 0,1 0,0 0,0 0,0 0,0 0,0 0,0-1,1 1,0 0,10 0,-1-2,0 1,0-1,0-1,0 0,0-1,0 0,0 0,0-2,-1 1,1-2,-1 1,0-2,0 1,-1-1,9-7,-4 5,-1 0,-1-1,1-1,-2 0,1 0,-1-1,-1-1,0 0,-1-1,0 0,-1 0,0-1,-1 0,-1-1,0 0,-1 0,-1 0,1-2,-13-46,6 61,0 1,1 0,-1-1,0 1,0 0,0 0,0 0,0-1,0 1,0 0,-1 0,1 1,0-1,-1 0,1 0,0 0,-1 1,1-1,-1 1,1-1,-1 1,1 0,-1 0,1-1,-1 1,1 0,-1 0,0 1,1-1,-1 0,1 0,-1 1,1-1,-1 1,1-1,0 1,-1 0,1-1,-1 2,-5 3,0 0,0 0,1 1,-1 0,2 1,-1-1,1 1,-1 1,2-1,-1 0,1 1,1 0,-1 0,1 0,0 1,1-1,0 1,1-1,0 1,0 0,0-1,1 8,1-10,0 0,-1 0,2 0,-1 0,1-1,0 1,0 0,0-1,1 1,0-1,0 0,1 0,-1 0,1 0,0-1,0 1,1-1,-1 0,1 0,0-1,0 1,0-1,0 0,1-1,-1 1,1-1,0 0,0 0,17 5,1-1,0-1,0-1,0-2,1 0,8-1,52-3,-8-4</inkml:trace>
  <inkml:trace contextRef="#ctx0" brushRef="#br0" timeOffset="1039.989">2969 978,'-14'-6,"0"0,0 1,-1 1,0 0,1 1,-1 0,0 1,0 1,-1 1,1 0,0 0,0 2,0 0,0 1,-10 3,20-4,1 0,-1 1,0 0,0-1,1 2,0-1,0 1,0-1,0 1,0 0,1 0,-1 1,1-1,0 1,1 0,-1-1,1 1,0 0,0 1,1-1,-1 0,1 0,0 1,1-1,-1 1,1-1,0 0,0 1,1-1,0 1,0-1,0 0,0 1,1-1,0 0,0 0,1 1,2 3,1-1,0 0,1 0,0 0,0-1,0 0,1 0,0-1,0 0,1 0,-1-1,1 0,1-1,-1 0,1 0,-1-1,6 1,8 2,1-1,-1-1,1-1,0-2,0 0,0-1,0-2,101-25,-75 7</inkml:trace>
  <inkml:trace contextRef="#ctx0" brushRef="#br0" timeOffset="1326.785">3329 885,'-3'14,"1"-1,0 0,1 1,0 0,1-1,0 1,1-1,1 1,0-1,1 1,0-1,1 0,1 0,0-1,1 1,0-1,0 0,2-1,-1 1,2-1,-1-1,1 0,1 0,0-1,0 0,1 0,6 2,-14-8,0-1,0 1,1-1,-1 0,1 0,-1 0,1-1,0 1,0-1,-1 0,1 0,0-1,0 1,0-1,0 1,0-1,0-1,0 1,0 0,0-1,0 0,0 0,0 0,0 0,0-1,-1 0,1 1,-1-1,1-1,-1 1,0 0,0-1,0 0,3-2,2-10,0 0,-1 0,0-1,-2 0,1 0,-2-1,0 1,-2-1,1 0,-1-12,1 1,1-11,14-56,-4 89,-8 13</inkml:trace>
  <inkml:trace contextRef="#ctx0" brushRef="#br0" timeOffset="2425.187">3971 1206,'28'-22,"-1"-1,0-1,-2-1,-1-1,-2-1,0-1,-2-1,-1-1,-1-1,1-5,-17 30,0 0,0 0,-1 0,0 1,0-1,0 0,-1 0,0 0,0 0,-1-1,0-2,1 7,-1 0,1 0,-1 0,0 0,0 0,1 0,-1 1,0-1,-1 0,1 1,0-1,0 0,-1 1,1 0,-1-1,1 1,-1 0,0 0,1 0,-1 0,0 0,0 0,0 0,0 1,0-1,0 1,0-1,0 1,0 0,0 0,0 0,0 0,0 0,0 0,-1 1,-3-1,1 1,0 1,-1-1,1 1,0 0,0 0,0 1,0-1,0 1,1 0,-1 0,1 1,0-1,0 1,0 0,0 0,1 1,0-1,0 1,0-1,0 2,-3 5,0 0,1 1,0-1,1 1,1 0,0 0,0 1,0 10,2-15,0 1,1-1,1 0,-1 1,1-1,0 0,1 0,0 0,1 1,-1-2,1 1,1 0,-1-1,2 1,-1-1,1 0,0-1,0 1,0-1,1 0,0 0,1-1,-1 1,1-2,0 1,0-1,1 0,-1 0,1-1,0 0,-1 0,2-1,-1 0,0 0,0-1,0 0,1-1,0 0,3 0,0-1,0-1,0 0,-1-1,1 0,-1 0,0-1,0-1,0 0,0-1,-1 0,0 0,0-1,-1 0,0-1,0 0,0-1,-1 1,6-11,5-6,-2-1,0-1,-2-1,-2 0,0-1,-2 0,0-2,-7 11,-4 20,0 0,0 0,0 0,-1 1,1-1,0 0,0 0,0 0,0 0,-1 0,1 0,0 0,0 0,0 0,-1 0,1 0,0 0,0 0,0 0,0 0,-1 0,1 0,0 0,0-1,0 1,-1 0,1 0,0 0,0 0,0 0,0 0,0 0,0-1,-1 1,1 0,0 0,0 0,0 0,0-1,0 1,0 0,0 0,0 0,0 0,0-1,0 1,0 0,-1 0,1 0,0-1,1 1,-1 0,0 0,0 0,-7 9,2 0,-1 1,1 0,1 0,0 0,0 1,1-1,1 1,-1 0,2 0,-1 0,2 0,-1 4,1-9,1 1,-1-1,1 0,0 0,1 0,-1 0,1 0,1 0,-1 0,1 0,0-1,0 0,0 1,1-1,0 0,0-1,0 1,1-1,-1 1,1-1,0-1,0 1,1-1,-1 0,1 0,-1 0,1-1,0 0,0 0,0 0,0-1,0 0,1 0,-1-1,2 0,1 1,0-1,0-1,0 0,0 0,0-1,-1 0,1 0,0-1,-1 0,0-1,0 1,0-2,0 1,0-1,-1 0,0-1,0 0,-1 0,1 0,-1-1,4-6,0-1,1-1,-2-1,0 1,-1-2,0 1,-1-1,-1 0,-1 0,-1-1,1-5,-2-2,-3 25,0 0,-1 0,1 1,0-1,0 0,0 1,0-1,0 0,-1 0,1 1,0-1,0 0,0 0,-1 0,1 1,0-1,0 0,-1 0,1 0,0 0,0 0,-1 1,1-1,0 0,-1 0,1 0,0 0,0 0,-1 0,1 0,0 0,-1 0,1 0,0 0,0 0,-1 0,1 0,0-1,-1 1,1 0,0 0,0 0,-1 0,1 0,0-1,0 1,-1 0,1 0,0 0,0-1,0 1,-1 0,1 0,0-1,0 1,0 0,0 0,0-1,0 1,-5 8,1 0,0 0,0 0,1 1,0 0,1 0,0-1,0 1,1 1,0-1,0 0,1 0,1 0,-1 0,1 0,1 0,0 0,2 8,-1-11,1 1,-1-1,1 1,1-1,-1 0,1-1,0 1,0-1,0 0,1 0,0 0,0-1,0 0,0 0,1-1,0 1,-1-2,1 1,0-1,2 1,10 2,-1-1,1-1,0-1,-1 0,1-2,0 0,8-2,-10 1,0-1,-1-1,0-1,0 0,0-1,0 0,0-2,-1 0,0-1,-1 0,0-1,0 0,-1-2,0 1,-1-2,0 1,0-2,-2 1,1-2,6-12,10-25,-2-2,-3-1,-3-1,-1 0,-3-2,4-40,11-43,-7-1,-5-9,-17 140,0 6,0 0,-1 0,1 0,-1 0,0 0,0 0,0-1,-1 1,1 0,-1 0,0 0,0 0,0 0,-1 0,0 1,1-1,-3-3,2 7,-1 0,1 0,0 0,0 0,-1 0,1 0,0 1,0-1,-1 1,1-1,0 1,0 0,0 0,0 0,0 0,0 0,0 1,0-1,0 1,1-1,-1 1,0-1,1 1,0 0,-1 0,1 0,0 0,0 0,-21 26,2 2,2 0,0 1,2 1,1 1,2 0,1 0,2 1,1 1,2 0,-2 25,3-26,2 0,0 0,3 0,1 0,1 1,2-1,2 0,0-1,3 1,1-1,1 0,1-1,3 0,0-1,15 23,-19-41,0-1,0 0,1-1,1 0,0 0,0-2,1 1,0-2,1 0,0 0,0-1,9 2,-15-6,0 0,0 0,1-1,-1-1,0 1,1-1,-1-1,1 0,-1 0,1 0,-1-1,1-1,-1 1,0-1,1-1,-1 1,0-1,0-1,-1 0,1 0,-1 0,0-1,5-4,-2-1,-1 0,-1-1,0 0,0 0,-1-1,0 0,-1 0,-1-1,0 1,-1-1,0 0,-1 0,0-1,-1 1,0-1,-2 1,1-1,-2 0,0 0,-15-45,15 58,0 0,0 0,0-1,1 1,-1 0,0 0,-1 0,1 0,0 0,0 0,0 0,-1 0,1 0,0 1,-1-1,1 0,0 1,-1-1,1 1,-1 0,1-1,-1 1,1 0,-1 0,1 0,-1 0,0 0,1 0,-1 1,1-1,0 0,-1 1,1-1,-1 1,1 0,-1-1,1 1,-7 5,1 0,0 0,1 1,-1 0,1 0,1 0,-1 1,1 0,0 0,1 0,0 1,1 0,-1-1,2 1,-1 0,1 1,0-1,1 0,-1 1,1 0,0 0,0 0,1 0,0 0,0 0,1 0,1-1,0 1,0 0,1-1,0 1,1-1,0 0,0 0,1 0,0 0,0-1,1 0,0 0,1-1,0 1,0-1,1-1,-1 0,1 0,1 0,-1-1,1 0,0-1,0 1,0-2,1 0,9 3,21-2,-6-5</inkml:trace>
  <inkml:trace contextRef="#ctx0" brushRef="#br0" timeOffset="2686.165">5308 551,'16'-9,"21"-3,27-2,28 2,28 2,22 6,13 5,-20 3</inkml:trace>
  <inkml:trace contextRef="#ctx0" brushRef="#br0" timeOffset="7162.472">1 3131,'10'-7,"1"0,-1-1,0 0,-1 0,0-1,0-1,-1 1,0-1,-1-1,0 1,-1-1,0 0,0-1,-1 1,-1-1,2-9,17-31,-9 21,0 0,2 1,2 1,0 0,2 1,1 1,1 1,2 2,0 0,2 1,16-11,-37 30,1 0,-1 1,1-1,0 1,0 1,0-1,1 1,-1 0,0 0,1 1,-1 0,1 0,0 1,-1-1,1 1,0 1,-1-1,1 1,-1 1,1-1,-1 1,1 0,-1 0,0 1,0 0,0 0,0 0,-1 1,2 1,5 8,-1 1,0 0,-2 1,1 0,-2 1,0 0,-1 0,0 1,-2-1,0 2,0-1,-2 0,0 1,-1-1,-1 3,0-13,1-1,-2 1,1-1,-1 1,0 0,0-1,0 1,-1 0,0-1,-1 1,1-1,-1 1,-1-1,1 0,-1 0,0 0,0 0,-1 0,0-1,0 0,0 0,-1 0,1 0,-1 0,0-1,-1 0,1 0,-1 0,1-1,-1 0,-1 0,2-1,-1-1,0 1,0-1,1-1,-1 1,0-1,0 0,0 0,1-1,-1 1,0-1,0-1,1 1,-1-1,1 0,-1 0,1-1,0 1,0-1,0 0,0-1,0 1,1-1,0 0,-1 0,1 0,1-1,-1 0,1 1,0-1,0 0,0 0,1-1,-1 1,1-1,1 1,-1-1,1 0,0 1,0-1,1 0,-1 0,1-5,2 6,-1 0,1 0,0 0,0 0,0 0,0 1,1-1,0 1,0 0,0-1,1 1,-1 1,1-1,0 0,0 1,0 0,1 0,-1 0,1 1,-1-1,1 1,2-1,115-30,131 11,-174 19,0-4,43-10,-116 16,-4 1,1 0,-1 0,1-1,-1 1,1-1,-1 1,0-1,1 0,-1 0,0 0,1-1,-1 1,0 0,0-1,0 1,0-1,0 0,1-1,-4 2,1-1,-1 1,1 0,-1 0,1-1,-1 1,0 0,0 0,1 0,-1 0,0 0,0 0,0 0,0 1,0-1,0 0,-1 0,1 1,0-1,0 1,0-1,-1 1,1-1,0 1,-1 0,1-1,-1 1,-16-4,-1 0,1 1,-1 0,1 2,-1 0,0 1,1 1,-1 1,1 1,-1 0,-8 4,19-5,1 1,-1 0,1 0,0 1,0 0,0 0,1 1,0-1,-1 2,1-1,1 0,-6 7,9-9,0 0,0-1,0 1,1 0,-1 0,1 0,-1 1,1-1,0 0,0 0,1 1,-1-1,1 1,-1-1,1 0,0 1,0-1,1 1,-1-1,1 0,0 1,-1-1,1 0,1 1,-1-1,0 0,1 0,0 0,0 0,0 0,0-1,5 5,0-1,1 0,-1 0,2-1,-1 0,0-1,1 0,0 0,0-1,0 0,0 0,0-1,1 0,-1-1,1 0,-1-1,1 1,0-2,-1 0,1 0,-1 0,9-3,-6 0,0 0,0-1,-1 0,0-1,0 0,0 0,0-1,-1-1,0 0,-1 0,0-1,0 0,-1-1,0 0,-1 0,0 0,0-1,-1 0,0-1,-1 1,-1-1,0 0,0 0,1-12,-2 0,-3 25,0-1,0 0,0 0,0 1,0-1,0 0,0 0,0 1,0-1,0 0,0 1,0-1,0 0,-1 0,1 1,0-1,0 0,0 0,0 0,-1 1,1-1,0 0,0 0,0 0,-1 1,1-1,0 0,0 0,-1 0,1 0,0 0,0 0,-1 0,1 1,0-1,0 0,-1 0,1 0,0 0,0 0,-1 0,1 0,0 0,-1 0,1-1,0 1,0 0,-1 0,1 0,0 0,0 0,-1 0,1 0,0-1,0 1,0 0,-1 0,1 0,-5 11,1 0,1 1,-1-1,2 1,0 0,0 0,1 0,0 0,1 0,1 0,0 0,0 0,1 0,1 0,2 6,-2-12,-1-1,2 1,-1-1,0 0,1 0,0-1,0 1,1-1,-1 0,1 0,0 0,0-1,0 1,0-1,1-1,-1 1,1-1,0 0,0 0,0 0,0-1,0 0,2 0,4 0,1 0,-1-1,1 0,-1-1,1 0,-1-1,1-1,-1 0,0 0,0-1,0-1,5-3,1-1,-1-1,-1-1,0 0,0-1,-1 0,-1-2,0 0,0 0,-2-1,0-1,-1 0,0 0,-1-1,-1-1,-1 1,0-1,4-19,-8 12,-5 25,1 0,0 0,0 1,0-1,0 0,0 0,0 1,-1-1,1 0,0 0,0 1,0-1,-1 0,1 0,0 0,0 0,-1 1,1-1,0 0,0 0,-1 0,1 0,0 0,0 0,-1 0,1 0,0 1,-1-1,1 0,0 0,0 0,-1-1,1 1,0 0,-1 0,1 0,0 0,0 0,-1 0,1 0,0 0,0 0,-1-1,1 1,0 0,0 0,-1 0,1-1,0 1,0 0,0 0,0 0,-1-1,1 1,0 0,0-1,0 1,0 0,0 0,0-1,0 1,0 0,0 0,-1-1,1 1,0-1,-7 11,0 0,1 0,0 1,0-1,1 1,0 1,1-1,0 1,1-1,1 1,-1 0,2 0,0 0,0 3,1-9,0 0,0 0,1-1,0 1,0-1,0 1,0-1,1 1,0-1,0 0,1 1,-1-1,1 0,0-1,0 1,1 0,0-1,-1 0,1 0,1 0,-1 0,1-1,-1 0,1 0,0 0,0 0,0-1,0 0,1 0,-1 0,1-1,-1 1,1-1,1 0,5 0,0 0,0 0,0-1,0-1,0 0,0 0,0-1,0-1,0 0,0-1,-1 0,0-1,0 0,0 0,0-1,-1-1,0 0,0 0,3-5,-1 1,0 0,-1-1,0 0,-1-1,0-1,-1 0,0 0,-2 0,1-1,-2 0,0-1,-1 1,0-1,-1-1,-1-7,-3 24,-1 0,1 0,0 0,0 0,0 0,0 0,-1 0,1 0,0 0,0 0,0 0,0 0,-1 0,1 0,0-1,0 1,0 0,0 0,0 0,0 0,-1 0,1 0,0 0,0 0,0-1,0 1,0 0,0 0,0 0,0 0,-6 18,-1 17,1 1,2-1,2 1,1 17,1-49,-1 1,1 0,0 0,0 0,0 1,1-1,-1-1,1 1,0 0,1 0,-1 0,1 0,0-1,0 1,1-1,-1 0,1 1,0-1,0 0,1-1,-1 1,1-1,-1 1,4 1,5-3,0 0,1 0,-1-1,1-1,-1 0,1-1,-1 0,1 0,-1-2,0 0,1 0,-2-1,1 0,0-1,-1-1,0 0,8-5,145-80,-122 64</inkml:trace>
  <inkml:trace contextRef="#ctx0" brushRef="#br0" timeOffset="8215.286">4306 2676,'2'-6,"0"-1,1 1,0 0,1 0,-1 1,1-1,0 1,0-1,1 1,-1 0,1 1,1-1,-1 1,0 0,1 1,0-1,0 1,0 0,0 0,0 1,1 0,-1 0,1 0,4 0,-6 5,0-1,0 1,0-1,-1 1,1 1,-1-1,0 1,0-1,0 1,-1 0,1 1,-1-1,0 1,0-1,0 1,-1 0,1 0,-1 0,-1 0,1 0,-1 1,0-1,0 1,0-1,-1 0,0 4,16 216,-16-224,0 0,-1 0,1 0,0 0,0 0,0 0,0 0,0 0,0 0,0 0,0 0,0 0,1 0,-1 0,0 0,1 0,-1 0,1 0,-1 0,1 0,-1 0,1 0,0 0,0 0,-1-1,1 1,0 0,0 0,0-1,0 1,-1-1,1 1,0-1,0 1,0-1,0 0,0 1,1-1,-1 0,0 0,0 0,0 0,0 0,0 0,0 0,0 0,0 0,0 0,0-1,0 1,0 0,0-1,0 1,0-1,0 1,0-1,0 1,0-1,0 0,0 0,15-12,-1-2,0 0,-1-1,-1 0,0-1,-1 0,-1-1,-1 0,-1-1,0 0,3-13,23-107,-36 151,0 1,1-1,0 1,1-1,0 1,1-1,1 0,0 1,-2-7,1-1,0 1,0-1,0 0,1 0,0 0,0 0,0 0,0 0,1-1,0 0,0 0,0 0,0 0,1-1,-1 1,1-1,0 0,0 0,0-1,2 1,0-1,-1 0,1-1,-1 0,1 0,0 0,-1-1,1 0,0 0,-1-1,1 1,0-2,-1 1,1-1,-1 0,1 0,-1-1,0 1,0-2,0 1,-1 0,1-1,-1 0,0-1,0 1,0-1,2-2,1-2,0-1,-1 0,0 0,0-1,-1 1,-1-2,1 1,-2 0,0-1,0 0,-1 0,0 0,0-12,-17 40,-9 70,22-83,1 1,0-1,0 0,0 0,1 0,-1 0,1 0,-1 1,1-1,0 0,0 0,1-1,-1 1,1 0,-1 0,1-1,0 1,0 0,0-1,0 0,0 0,1 1,-1-1,1-1,-1 1,3 1,7 1,0-1,1-1,-1 0,0 0,1-1,-1-1,1 0,-1-1,1 0,-1-1,0 0,0-1,0-1,0 1,0-2,5-2,-2 1,0-1,-1 0,0 0,0-2,-1 1,0-2,-1 0,0 0,0-1,-1-1,-1 0,0 0,0-1,5-10,-8 0,-16 37,5-7,1 0,0 0,0 0,0 1,1-1,0 1,1 0,-1-1,2 1,-1 0,1 0,0-1,1 1,-1 0,2 0,-1-1,1 1,0-1,1 1,-1-1,1 0,1 0,0 0,0 0,0-1,1 1,-1-1,2 0,-1-1,1 1,0-1,0 0,0-1,0 1,1-1,3 1,68 2,-42-13</inkml:trace>
  <inkml:trace contextRef="#ctx0" brushRef="#br0" timeOffset="8465.616">5535 2222,'3'16,"9"12,16 6,5-4</inkml:trace>
  <inkml:trace contextRef="#ctx0" brushRef="#br0" timeOffset="8753.854">6325 2556,'-12'-10,"-1"1,0 0,0 1,-1 1,0 0,0 1,0 0,-1 1,0 1,-14-3,23 6,-1-1,1 2,0-1,0 1,-1 0,1 0,0 1,-1 0,1 0,0 0,0 1,0 0,0 0,0 0,1 1,-1 0,1 0,-1 0,1 1,0 0,0 0,1 0,-1 1,1-1,0 1,0 0,-2 4,3-3,0 0,1-1,-1 1,1 0,0 0,1 1,-1-1,1 0,1 1,-1-1,1 0,0 1,0-1,1 1,0-1,0 0,1 0,-1 1,1-1,1 0,-1-1,1 1,0 0,0-1,1 1,-1-1,1 0,1 0,-1-1,1 1,-1-1,1 0,0 0,1 0,0-1,11 6,0 0,0-2,1 0,0-1,1-1,-1-1,1 0,0-1,0-2,0 1,0-2,0-1,0 0,0-2,0 0,0-1,0 0,-1-2,2-1,-3 0,0 0,-1-1,0-1,0-1,-1 0,0-1,-1 0,0-2,-1 1,-1-2,0 1,0-2,-2 0,1 0,-2-1,0 0,-1 0,4-15,-12 31,-1 1,1-1,-1 0,1 0,-1 0,1 0,-1 0,1 0,-1 0,1 0,-1 0,0 0,1 0,-1 0,1 0,-1 0,1 0,-1 0,1-1,-1 1,1 0,-1 0,1-1,-1 1,1 0,-1-1,1 1,0 0,-1-1,1 1,0-1,-1 1,1-1,0 1,-1-1,1 1,0-1,0 1,0-1,0 1,-1-1,1 1,0-1,0 1,0-1,-11 13,0 1,1 0,0 0,1 1,0 0,2 1,-1 0,2 0,0 1,1 0,0 0,-1 14,5-25,1-1,0 1,0 0,0 0,1 0,-1-1,1 1,0 0,1-1,-1 1,1-1,0 1,0-1,0 0,1 0,-1 0,1 0,0 0,0-1,1 1,-1-1,1 0,-1 0,1 0,0 0,0-1,0 1,1-1,-1 0,0 0,1-1,-1 0,1 1,0-1,-1-1,1 1,3-1,25 2</inkml:trace>
  <inkml:trace contextRef="#ctx0" brushRef="#br0" timeOffset="9013.153">6793 2088,'0'0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9:42.8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439 362,'0'20,"0"19,0 13,0 10,0 3,-3 0,0-3,0-4,1-8,-2-10,0-12</inkml:trace>
  <inkml:trace contextRef="#ctx0" brushRef="#br0" timeOffset="286.275">24 308,'-12'0,"2"0,8-2,15-3,17-4,19-4,13 0,11 0,9 0,3 2,-1 3,-3 3,-16 2</inkml:trace>
  <inkml:trace contextRef="#ctx0" brushRef="#br0" timeOffset="654.54">907 335,'0'20,"-3"21,0 17,-2 12,-1 8,0 2,-3-2,1-4,-1-13,2-16</inkml:trace>
  <inkml:trace contextRef="#ctx0" brushRef="#br0" timeOffset="1053.921">826 375,'26'-5,"1"0,0 2,1 1,-1 1,0 1,0 2,0 0,0 2,18 5,-43-9,-1 0,1 0,-1 0,1 0,-1 0,1 0,-1 0,1 0,-1 1,1-1,-1 1,1-1,-1 1,1-1,-1 1,0 0,1 0,-1 0,0 0,0 0,0 0,1 0,-1 0,0 0,-1 0,1 1,0-1,0 0,0 1,-1-1,1 0,-1 1,1-1,-1 1,1-1,-1 1,0-1,0 1,0-1,0 1,0-1,0 1,0 0,-7 5,1-1,-1 1,0-2,0 1,0-1,-1 0,0 0,0-1,0 0,-8 2,-4 3,1 0,-1 0,1 0,0 1,0 1,1 1,1 1,0 0,-8 9,21-17,1 0,-1 0,1 0,0 0,1 1,-1-1,1 1,0 0,0-1,1 1,0 0,0 0,0 0,1 0,0 0,0 0,0 0,1 0,0 0,0 0,1 0,-1 0,1-1,1 1,-1 0,1-1,0 0,0 0,0 0,1 0,-1 0,1-1,1 1,-1-1,1 0,-1 0,1-1,0 0,0 1,1-2,-1 1,17 7,1-1,-1-2,1 0,1-1,-1-1,1-2,0 0,0-2,0 0,0-1,0-2,14-3,95-19,-81 10</inkml:trace>
  <inkml:trace contextRef="#ctx0" brushRef="#br0" timeOffset="1494.81">1481 255,'23'-5,"20"-3,18-5,11-3,6-1,-2 3,-10 3,-13 4,-16 3</inkml:trace>
  <inkml:trace contextRef="#ctx0" brushRef="#br0" timeOffset="1770.958">1762 0,'-12'21,"-3"17,1 17,4 12,10 7,8 3,4-10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9:57.4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380 177,'-18'4,"-1"0,0 1,1 1,0 0,1 2,-1 0,1 1,1 0,0 1,0 1,1 1,0 0,1 1,1 1,0 0,0 1,2 0,0 1,0 0,2 0,0 1,1 1,1-1,-1 6,0 2,1 1,2 0,0 0,2 0,1 1,1-1,1 1,2-1,3 25,-5-46,0-1,1 0,-1 1,1-1,0 0,0 1,0-1,0 0,1 0,0 0,0 0,0 0,0 0,0-1,1 1,0-1,0 1,0-1,0 0,0 0,0 0,1-1,0 1,-1-1,1 0,0 0,0 0,0-1,0 1,1-1,-1 0,0 0,0 0,1-1,-1 0,3 0,3-4,-1-1,1 0,-1-1,0 0,0 0,-1-1,0 0,0-1,-1 0,0 0,0 0,-1-1,0 0,0-1,0-1,21-33,-3 0,-1-1,-3-2,-1 0,-3-1,-1 0,-3-1,-2-1,3-39,-11 72,0 0,0-1,-2 1,0-1,-1 1,-1 0,-1-1,0 1,-1 0,-2-2,6 17,-1-1,0 1,0-1,0 1,0 0,0-1,-1 1,1 0,-1 0,1 0,-1 0,0 0,0 0,0 1,0-1,0 1,0-1,0 1,-1 0,1-1,0 1,-1 1,1-1,-1 0,1 0,-1 1,1 0,-1-1,0 1,1 0,-1 0,1 0,-1 1,0-1,1 1,-1-1,1 1,-1 0,1 0,0 0,-2 1,-8 6,0 1,0 0,1 1,1 0,-1 0,2 2,-1-1,2 1,-1 0,2 1,0 0,0 0,1 0,1 1,-4 12,4-12,0 0,1 1,0-1,1 1,1 0,0 0,1 0,1 0,0 0,1 0,0 0,2 0,0-1,0 1,1-1,1 1,0-1,1 0,1-1,6 9,4 0,2 0,0-1,2-2,0 0,18 12,-18-15,0 1,-1 2,0 0,-2 0,0 2,4 8,-17-21,0 0,-1 1,0-1,-1 1,0-1,0 1,-1 0,0 0,0 1,-1-1,0 0,-1 0,0 1,0-1,-1 0,-1 0,0 4,-12 37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49:45.1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1163 1253,'16'5,"17"1,15-1,17-2,10-5,9-2,1 0,-7 0,-10 2,-14 0,-16 1</inkml:trace>
  <inkml:trace contextRef="#ctx0" brushRef="#br0" timeOffset="4027.308">1765 505,'-2'1,"0"1,1-1,-1 1,0 0,0 0,1 0,-1 0,1 0,0 0,0 0,0 0,0 1,0-1,0 0,0 1,1-1,-1 1,1-1,0 1,0 1,-1 1,-5 48,2 0,2 0,3 0,4 21,0 14,3 0,5 0,7 18,-4-57,-8-64,-7-24,-2 0,-2 0,-2 0,-6-25,4 24,-104-650,112 690,-1 1,0-1,1 1,-1-1,1 0,-1 1,1-1,-1 0,1 1,-1-1,1 0,-1 0,1 0,0 1,-1-1,1 0,-1 0,1 0,0 0,-1 0,1 0,-1 0,1 0,0 0,-1-1,1 1,-1 0,1 0,-1 0,1-1,-1 1,1 0,-1 0,1-1,-1 1,1-1,-1 1,1 0,-1-1,0 1,1-1,-1 1,0-1,1 1,-1-1,0 1,0-1,1 1,-1-1,0 0,0 1,0-1,0 1,0-1,0 0,0 1,0-1,0 1,0-1,49 26,1-1,0-3,40 10,9 5,-99-36,6 1,-1 0,-1 1,1-1,0 1,0 0,-1 1,1-1,-1 1,1 0,-1 0,0 0,0 0,-1 1,1 0,-1 0,0 0,0 0,0 0,0 0,-1 1,1 0,-1-1,0 1,5 144,-8-99,0 20,-2-34,1 0,2 0,2 0,1 0,2 0,1-1,2 0,1 0,2-1,13 28,-24-60,1 0,0 1,0-1,0 0,0 0,0 0,1 0,-1 0,1 0,-1 0,1 0,0 0,-1 0,1-1,0 1,0-1,0 0,0 1,1-1,-1 0,0 0,0 0,1-1,-1 1,1-1,-1 1,0-1,1 0,-1 1,1-1,-1-1,1 1,-1 0,0-1,1 1,-1-1,2 0,42-21,51-16,-72 36,0 0,0 2,-1 0,1 2,0 1,5 2,33 2,146 5,90-12,-144-1,787-7,447 3,-372 18,439-48,-1053 21,18 8,-306-6,-115 12,1-1,-1 0,1 1,-1-1,0 0,0 0,1 0,-1 1,0-1,0 0,0 0,0 0,0 1,0-1,0 0,0 0,0 0,-1 1,1-1,0 0,0 0,-1 1,1-1,0 0,-1 0,1 1,-1-1,1 0,-1 1,1-1,-1 1,1-1,-1 1,0-1,1 1,-1-1,0 1,1 0,-1-1,0 1,0 0,1-1,-1 1,0 0,0 0,0 0,1 0,-1 0,0 0,0 0,0 0,0 0,-7-5,3-1,0-1,0 0,1 0,0-1,1 1,-1-1,1 0,1 0,0 0,0 0,0 0,1 0,0 0,1-1,0 1,0 0,1-4,-2-3,0-299,-6-87,5 379,2 10,-1 0,0 0,-1 1,0-1,0 1,-2-1,1 1,-3-2,6 12,0 1,0-1,0 1,0-1,0 0,0 1,0-1,-1 1,1-1,0 1,0-1,-1 1,1-1,0 1,-1-1,1 1,-1-1,1 1,-1 0,1-1,-1 1,1-1,-1 1,1 0,-1 0,1-1,-1 1,1 0,-1 0,1 0,-1 0,0-1,1 1,-1 0,1 0,-1 0,0 0,1 1,-1-1,1 0,-1 0,0 0,1 0,-1 0,1 1,-1-1,1 0,-1 1,1-1,-1 0,1 1,-1-1,-12 30,12-27,0 0,0 1,0-1,1 0,-1 0,1 0,-1 1,1-1,0 0,1 0,-1 0,0 1,1-1,0 0,0 0,0 0,0 0,0 0,1 0,-1 0,1 0,0-1,-1 1,2 0,-1-1,0 0,0 1,1-1,-1 0,1 0,-1 0,1-1,0 1,0-1,0 1,0-1,0 0,0 0,1 0,186 2,332-17,-521 14,1-1,-1 1,1 0,-1 0,1-1,-1 1,1 0,0 1,-1-1,1 0,-1 0,1 1,-1-1,1 1,-1-1,1 1,-1-1,1 1,-1 0,0 0,1 0,-1 0,0 0,0 0,0 0,0 0,0 0,0 1,0-1,0 0,0 1,0-1,-1 1,1-1,-1 1,1-1,-1 1,1-1,-1 1,0-1,0 1,0 0,0-1,0 1,0-1,-1 2,-6 60,3 0,2 1,3-1,3 1,2-1,4 0,2-1,2 0,22 53,-32-105,-2-4,0 0,0 0,1 0,0-1,0 1,0-1,1 0,0 0,0 0,0 0,1 0,0-1,-3-3,0-1,1 1,-1-1,1 0,-1 1,0-1,1 0,-1-1,1 1,-1 0,1-1,-1 1,0-1,1 0,-1 1,0-1,0 0,0-1,0 1,0 0,0-1,0 1,0-1,1-1,16-8,4 2,-1 2,1 1,0 1,1 1,-1 0,1 2,1 1,19-3,535-23,1148-49,-398 45,-275 5,-487 12,-4 0,-379 15,-183-2,0 0,1 1,-1-1,0 0,0 0,0 0,1 0,-1 0,0 0,-1 0,1 0,0 0,0-1,0 1,-1 0,1-1,0 1,-1 0,1-1,-1 1,0-1,0 1,1 0,-1-1,0 1,0-1,0 1,0-1,-1 1,1-1,0 1,0-1,-1 1,1 0,-1-1,0 1,1 0,-1-1,0 1,0 0,0 0,0-1,-3-12,-68-364,62 316,-3 1,-2 0,-12-24,26 82,1 3,-1 0,1 0,-1-1,1 1,-1 0,1-1,-1 1,1-1,-1 1,1-1,0 1,-1-1,1 1,0-1,-1 1,1-1,0 1,0-1,0 1,-1-1,1 0,0 1,0-1,0 1,0-1,0 0,0 1,0-1,0 1,0-1,0 0,0 1,1-1,-1 1,0-1,0 1,1-1,-1 1,0-1,1 1,-1-1,0 1,1-1,-1 1,1-1,-1 1,1 0,-1-1,1 1,-1 0,1-1,-1 1,1 0,-1 0,1-1,-1 1,1 0,0 0,-1 0,1 0,-1 0,1 0,0 0,0 0,104 37,-52-30,0-2,0-3,28-3,13 2,-92-1,0-1,0 1,0-1,0 1,0 0,-1 0,1 0,0 0,0 0,0 1,0-1,-1 0,1 1,0 0,0-1,-1 1,1 0,0 0,-1 0,1 0,-1 0,1 0,-1 0,1 0,-1 1,0-1,0 1,0-1,0 1,0-1,0 1,0-1,1 3,-7 101,0-71,1 0,2 0,2 0,1 0,1 0,2 0,1-1,2 1,1-1,2-1,1 0,1 0,16 29,-25-58,0 1,0-1,1 1,-1-1,0 0,1 0,0-1,0 1,0-1,0 0,0 0,0 0,0 0,1-1,-1 0,1 0,-1 0,1 0,0-1,-1 0,1 1,-1-2,1 1,0-1,-1 1,1-1,-1 0,1-1,-1 1,0-1,3-2,65-11,0 3,1 3,61 1,-80 5,885-40,607 61,-89 78,-1069-68,-439-30,31 2</inkml:trace>
  <inkml:trace contextRef="#ctx0" brushRef="#br0" timeOffset="5624.692">1671 691,'-16'17,"-144"260,140-239,27-39,102-91,-99 87,1 0,-1 1,1 0,0 0,0 1,0 1,1 0,-1 1,0 0,1 0,-1 2,1-1,-1 1,8 2,31 0,2 2,-51-5,-1 0,1 0,0 0,-1 0,1 0,0 0,0 0,-1 0,1 0,0-1,-1 1,1 0,-1 0,1-1,0 1,-1 0,1-1,-1 1,1 0,0-1,-1 1,1-1,-1 1,0-1,1 1,-1-1,1 1,-1-1,0 0,1 1,-1-1,0 1,0-1,1 0,-1 1,0-1,0 0,0 1,0-1,0 0,0 0,0 1,0-1,0 0,0 1,-1-1,1 0,0 1,0-1,-1 1,1-1,0 0,-14-39,14 39,-13-24,-1 0,-1 1,-1 0,0 1,-2 1,-1 1,-1 0,0 2,-20-15,12 10,27 19</inkml:trace>
  <inkml:trace contextRef="#ctx0" brushRef="#br0" timeOffset="7117.931">8944 478,'-130'190,"104"-157,19-23,3-7,1 0,1 1,-1-1,0 1,1 0,0-1,0 1,0 0,0 0,1 1,0-1,-1 0,1 0,1 1,1-3,0 0,1-1,-1 1,1-1,-1 0,1 1,0-1,-1 0,1 0,0 0,0 0,0-1,0 1,0 0,0-1,0 1,0-1,0 0,0 0,0 0,0 0,0 0,1 0,-1 0,0-1,0 1,0-1,0 1,0-1,0 0,5 0,13-2,0 1,1 1,-1 1,0 1,0 1,0 0,0 2,10 2,-14 0,52 6,-67-14,0 1,0-1,1 1,-2-1,1 1,0-1,0 0,0 1,-1-1,1 0,-1 1,1-1,-1 0,0 0,0 0,0 0,0 1,0-1,0 0,0 0,0 0,-1 0,1 1,-1-1,1 0,-1 1,0-1,0 0,0 0,-11-29,-2 0,-1 1,-1 1,-1 1,-14-17,-25-23,39 68,13 9</inkml:trace>
  <inkml:trace contextRef="#ctx0" brushRef="#br0" timeOffset="8967.407">16136 238,'-95'113,"39"-52,85-57,152 15,-180-19,1 0,-1 0,0 0,0 0,0 0,1-1,-1 1,0 0,0-1,0 1,0 0,0-1,0 1,0-1,0 0,0 1,0-1,0 0,0 0,0 0,0 1,-1-1,1 0,0 0,-1 0,1 0,-1 0,1 0,-1 0,1-1,-1 1,0 0,1 0,-1 0,0 0,0-1,0 1,0 0,0 0,0 0,0 0,0-1,-1 1,1 0,0 0,-1 0,1 0,-1 0,1 0,-1 0,0 0,1 0,-1 0,-1-1,-44-137,24 110,22 29,0-1,-1 1,0-1,0 1,1-1,-1 1,0 0,0-1,0 1,1 0,-1 0,0-1,0 1,0 0,0 0,0 0,0 0,1 0,-1 0,0 1,0-1,0 0,0 0,1 0,-1 1,0-1,0 1,0-1,1 0,-1 1,0-1,1 1,-1 0,0-1,1 1,-1 0,1-1,-1 1,1 0,-1 0,0 0,1 0,-1 0,0 0,1 1,0-1,-1 0,1 0,0 0,-1 1,1-1,0 0,0 0,0 1,0-1,0 0,0 0,1 1,-1-1,0 0,1 0,-1 0,0 0,1 1,0-1,-1 0,1 0,0 0,-1 0,1 0,0 0,0 0,0 0,7 5</inkml:trace>
  <inkml:trace contextRef="#ctx0" brushRef="#br0" timeOffset="13373.731">1765 2015,'0'16,"-2"15,-4 12,0 12,-1 9,0 7,1 6,5 1,4-4,1-14</inkml:trace>
  <inkml:trace contextRef="#ctx0" brushRef="#br0" timeOffset="13627.053">1738 3339,'0'16,"0"14,0 14,0 10,0 10,0 7,0 4,0-12</inkml:trace>
  <inkml:trace contextRef="#ctx0" brushRef="#br0" timeOffset="15529.965">227 3767,'136'10,"192"-11,112-23,-417 22,349 5,-248-22,-122 18,1 1,-1 0,1 1,-1-1,1 0,-1 1,0-1,1 1,-1 0,0 0,1 0,-1 0,0 0,0 0,0 1,0-1,0 1,0-1,0 1,0 0,-1 0,1-1,-1 1,2 2,32 23,-34-27,-1 0,1 0,0 0,0 0,0 0,0 0,-1 0,1 0,0 0,0 0,0 0,0 0,-1-1,1 1,0 0,0-1,-1 1,1 0,0-1,0 1,-1-1,1 1,-1-1,1 0,0 1,-1-1,1 0,-1 1,1-1,-1 0,0 1,1-1,-1 0,0 0,1 0,-1 1,0-1,0 0,0 0,0 0,0 0,0 1,0-2,1-38,-52-301,13-81,-1 111,38 308,0 0,1 0,0 1,-1-1,1 0,0 1,1-1,-1 0,0 0,1 1,-1-1,1 0,0 1,0-1,0 1,0-1,0 1,1-1,-1 1,1 0,0 0,-1 0,1 0,0 0,0 0,0 0,0 0,1 1,-1-1,0 1,1 0,4-2,-1 0,1 1,0 0,0 0,0 0,0 1,0 1,0-1,0 1,0 0,5 1,597 23,-427-12,-17-1,113-7,-95-36,-210 51,-3-4,-2 0</inkml:trace>
  <inkml:trace contextRef="#ctx0" brushRef="#br0" timeOffset="17175.073">1658 638,'-1'11,"0"0,-1 0,-1 0,0 0,0-1,-1 1,0-1,-1 0,0 0,-1 0,0 0,-8 5,9-29,41-97,-27 96,-4 26,-5 29,0-26,-1 1,-1 0,-1 0,0 0,-1-1,0 0,-1 1,0-2,-2 1,1-1,-2 0,-3 4,-2-3,10-22,13-17,-6 13</inkml:trace>
  <inkml:trace contextRef="#ctx0" brushRef="#br0" timeOffset="18194.563">1725 678,'-79'-13,"19"3,-38-9,-1 5,0 3,-1 6,0 3,-13 5,66 3,-1 1,1 3,0 1,1 3,1 1,0 3,1 1,1 3,1 1,1 2,1 2,2 1,0 3,2 0,1 3,2 0,2 3,1 0,1 2,-19 38,28-41,2 0,2 1,2 1,1 0,1 1,3 0,1 1,2 0,2 0,1 0,2 1,2-1,2 0,3 10,0-24,2 0,0-1,2 0,0 0,2-1,1-1,1 0,0 0,2-2,1 0,9 8,36 34,2-3,60 42,-70-58,295 258,-312-266,-14-11,0 0,2-2,1-1,1-1,0-1,2-1,0-1,1-2,1-1,0-2,32 10,-21-15,-26-7,-1 2,1 0,-1 0,0 2,0 0,0 1,-1 0,1 1,-2 0,1 2,11 8,66 42,-2-11,-127-49,23-2</inkml:trace>
  <inkml:trace contextRef="#ctx0" brushRef="#br0" timeOffset="18531.439">1404 2697,'-2'0,"0"0,1 1,-1-1,1 0,-1 0,1 1,-1-1,1 1,-1 0,1-1,-1 1,1 0,0 0,-1-1,1 1,0 0,0 1,0-1,0 0,0 0,0 0,0 1,0-1,0 0,0 1,1-1,-1 1,1-1,-1 0,1 1,0 0,-1-1,1 1,0-1,0 1,0-1,0 1,0 0,5 6,0 0,1-1,0 1,0-2,1 1,0-1,0 0,0 0,1-1,0 1,7 2,4 4,10 8,-11-10,-1 1,1 0,-2 2,0 0,0 1,-1 0,-1 1,-1 1,0 0,-1 1,6 11,-16-23,0 0,-1-1,1 1,-1 0,0 0,-1 0,1 0,-1 0,0 0,-1 1,1-1,-1 0,0 0,0 0,0-1,-1 1,1 0,-1 0,0-1,-1 1,1-1,-1 0,0 1,0-1,0 0,-1-1,1 1,-2 0,-10 9,0 0,-1-1,0-1,-1 0,0-1,-11 4,-82 30,91-41</inkml:trace>
  <inkml:trace contextRef="#ctx0" brushRef="#br0" timeOffset="19949.572">2487 2577,'151'-22,"240"15,-251 9,335-2,-221 14,374-15,-634 1</inkml:trace>
  <inkml:trace contextRef="#ctx0" brushRef="#br0" timeOffset="21112.006">2193 3005,'32'9,"218"-18,-230 9,-7-1,1 0,0 1,0 1,-1 0,1 1,-1 0,1 1,-1 1,1 0,-14-3,1-1,-1 1,0-1,0 1,0 0,0-1,0 1,0-1,-1 1,1 0,0-1,0 1,0-1,-1 1,1-1,0 1,0-1,-1 1,1-1,0 1,-1-1,1 1,-1-1,1 1,-1-1,1 0,-1 1,1-1,-1 0,1 1,-1-1,1 0,-1 0,1 0,-1 1,0-1,1 0,-1 0,1 0,-1 0,0 0,1 0,-1 0,1 0,-1 0,0 0,1-1,-1 1,1 0,-1 0,1-1,-1 1,1 0,-1 0,0-1,-4 2,-5 0,0 1,0 0,0 1,1 0,-1 0,1 1,-1 0,1 1,1 0,-1 1,1-1,0 2,0-1,0 1,1 0,0 1,1-1,0 1,0 1,0-1,1 1,1 0,-1 0,1 0,1 1,0 0,0-1,1 1,0 0,1 0,0 2,2-4,0 0,1-1,0 0,0 1,0-1,1 0,0 0,1 0,-1 0,2-1,-1 1,0-1,1 0,0-1,1 1,-1-1,1 0,0 0,0-1,1 1,-1-1,1-1,6 3,-2-1,0 0,1-2,-1 1,1-1,0-1,0 0,-1-1,1 0,0 0,0-2,0 1,0-2,0 1,0-2,1 0,-9 2,-1 0,1 0,0 0,0-1,-1 0,1 0,-1 0,0 0,0 0,0-1,0 1,0-1,0 0,0 0,-1 0,0 0,1 0,-1 0,0-1,-1 1,1-1,-1 0,1 1,-1-1,0 0,0 0,-1 0,1 1,-1-1,0 0,0 0,0 0,-1 0,1 0,-1 0,0 0,0 1,0-1,0 0,-1 1,0-1,0 1,0-1,0 1,0 0,0 0,-1 0,0 0,0 0,1 0,-4-1,1 1,1 1,0 0,-1 0,1 0,-1 0,0 1,1 0,-1 0,0 0,0 0,0 1,0 0,0 0,0 0,0 1,1 0,-1 0,0 0,0 0,1 1,-1-1,1 1,-1 0,1 1,0-1,-3 3,0 0,0 0,1 0,-1 1,1 0,0 1,1-1,-1 1,1 0,1 0,-1 1,1 0,0-1,1 1,-2 7,4-12,0-1,0 0,1 1,-1-1,1 1,-1-1,1 1,0-1,0 1,0-1,0 1,1-1,-1 1,1-1,-1 0,1 1,0-1,0 0,0 1,0-1,0 0,1 0,-1 0,1 0,-1 0,1 0,0 0,0 0,0-1,0 1,18 9</inkml:trace>
  <inkml:trace contextRef="#ctx0" brushRef="#br0" timeOffset="21826.101">2995 3152,'14'0,"8"0,6-2,5-1,1-1,-1 2,-1 0,-6 1</inkml:trace>
  <inkml:trace contextRef="#ctx0" brushRef="#br0" timeOffset="22113.85">3062 3299,'13'4,"10"2,7 0,3-1,4-4,-2-2,0-1,-3-2,-7-1</inkml:trace>
  <inkml:trace contextRef="#ctx0" brushRef="#br0" timeOffset="22374.128">3583 3272,'-12'-268,"19"499,-9-207,4 51,3-66</inkml:trace>
  <inkml:trace contextRef="#ctx0" brushRef="#br0" timeOffset="22676.832">3730 3232,'-1'6,"1"-1,0 1,0-1,0 1,1 0,0-1,0 1,0-1,1 1,-1-1,1 0,1 0,-1 0,1 0,-2-3,0 0,0 0,0 0,1 0,-1-1,1 1,-1-1,1 1,-1-1,1 1,0-1,0 0,0 0,0 0,0 0,0 0,0 0,0 0,0-1,0 1,0-1,0 0,1 1,-1-1,0 0,0 0,0-1,1 1,-1 0,0-1,0 1,0-1,0 0,0 1,0-1,2-1,0-2,1 0,-1-1,0 1,0-1,-1 0,0 1,1-2,-1 1,-1 0,1-1,-1 1,0-1,0 0,-1 0,0 0,0 1,0-1,-1 0,1 0,-2 0,1-5,0 7,0-1,0 0,0 1,-1-1,1 0,-1 1,0-1,0 1,-1-1,1 1,-1 0,0 0,0-1,-1 1,1 1,-1-1,0 0,0 1,0-1,-1 1,-2-3,4 6,0-1,0 1,0 0,1 0,-1-1,0 1,0 1,0-1,0 0,1 0,-1 1,0-1,0 1,0-1,1 1,-1 0,0 0,1 0,-1 0,1 0,-1 0,1 0,-1 0,1 1,0-1,0 0,0 1,0-1,0 1,0 0,0-1,-28 53,10 27,18-62</inkml:trace>
  <inkml:trace contextRef="#ctx0" brushRef="#br0" timeOffset="23278.05">4024 3099,'16'34,"56"101,-71-134,-1 1,1-1,-1 1,1-1,-1 0,1 1,0-1,0 0,0 0,0 0,0 1,0-1,0 0,0 0,0-1,0 1,1 0,-1 0,0 0,1-1,-1 1,0-1,1 1,-1-1,1 0,-1 1,1-1,-1 0,1 0,-1 0,1 0,-1 0,1 0,-1-1,1 1,-1 0,0-1,1 1,-1-1,1 1,-1-1,0 0,0 0,1 1,-1-1,0 0,0 0,0 0,1-1,9-14,-1-1,0 1,-1-2,-1 1,-1-1,3-9,2-5,-18 116,7-81,-1 0,0 0,1 0,0 0,0 0,0 0,0 0,0 0,0-1,1 1,0 0,-1-1,1 0,0 1,0-1,0 0,0 0,1 0,-1 0,1 0,-1 0,1-1,-1 1,1-1,0 0,0 0,0 0,0 0,-1-1,1 1,0-1,0 1,1-1,-1 0,0 0,0 0,0-1,0 1,0-1,-1 0,1 0,0 0,0 0,0 0,0 0,-1-1,1 1,0-2,3-1,0 0,-1-1,1 0,-1 0,0-1,-1 1,1-1,-1 0,0 0,-1-1,1 1,-1-1,0 1,-1-1,0 0,0 0,0 0,-1-1,0 1,0-6,-2 13,1 0,0 0,0 0,-1 1,1-1,0 0,-1 0,1 0,0 0,0 0,-1 0,1 0,0 0,-1 0,1 0,0 0,0 0,-1 0,1 0,0 0,-1 0,1 0,0-1,0 1,-1 0,-2 15,1 0,0 0,1 0,0 0,1 0,1 0,1 0,1 6,-2-18,0 0,0 0,1 0,0 1,-1-2,1 1,0 0,0 0,1-1,-1 1,0-1,1 1,0-1,-1 0,1 0,0 0,0-1,0 1,0-1,0 1,1-1,-1 0,0 0,1-1,-1 1,0-1,1 1,-1-1,1 0,-1 0,3-1,24-1</inkml:trace>
  <inkml:trace contextRef="#ctx0" brushRef="#br0" timeOffset="23611.898">4826 3005,'-7'1,"-1"1,1 0,0 1,-1-1,1 1,0 1,1 0,-1 0,1 0,-1 0,1 1,1 0,-1 1,1-1,-2 3,6-7,1 0,-1 0,0 1,1-1,-1 0,1 1,-1-1,1 1,-1-1,1 0,0 1,0-1,0 1,0-1,0 1,0-1,0 1,1-1,-1 1,0-1,1 0,-1 1,1-1,-1 0,1 1,0-1,0 0,-1 0,1 0,0 1,0-1,0 0,0 0,1 0,-1 0,47 29,-47-29,64 26,-51-23,-1 1,1 1,-1 1,0-1,0 2,0 0,-1 0,-1 1,7 7,-16-14,0 0,0 0,0 0,-1 0,1 0,-1 1,0-1,1 0,-1 1,0-1,0 1,-1 0,1-1,0 1,-1 0,0-1,0 1,0 0,0-1,0 1,0 0,0-1,-1 1,0 0,1-1,-1 1,0-1,0 1,0-1,-1 1,1-1,-1 0,1 0,-1 0,0 0,1 0,-1 0,0 0,-1 0,1-1,0 1,0-1,-1 1,1-1,0 0,-1 0,-6 3,0-1,0 0,0-1,-1 0,1 0,-1-1,1 0,-1-1,1 0,-1 0,1-1,-1-1,1 1,0-1,0-1,-3-1,-29-9</inkml:trace>
  <inkml:trace contextRef="#ctx0" brushRef="#br0" timeOffset="24666.325">4265 2550,'803'0,"-778"0,-14 0,1-1,-1 1,0 1,0 0,0 1,1 0,-1 1,-1 0,1 0,6 4,-13-4,-1 1,1 0,-1 0,0 0,1 0,-2 0,1 1,-1 0,1-1,-1 1,-1 0,1 0,-1 0,1 0,-1 0,0 5,1 1,28 148,-8 2,-2 66,6 58,-26-284,-1-1,1 1,0 0,-1 0,1 0,0 0,0 0,0 0,0 0,0 0,0 0,0 0,0 0,0 0,0 0,0 0,1 0,-1 0,0 0,1 0,-1 0,1 0,-1-1,1 1,-1 0,1 0,0 0,-1-1,1 1,0 0,-1-1,1 1,0 0,0-1,0 1,0-1,0 0,0 1,0-1,-1 0,1 1,0-1,0 0,0 0,0 0,0 0,0 0,0 0,0 0,0 0,0 0,0-1,0 1,0 0,1-1,41-59,-34 45</inkml:trace>
  <inkml:trace contextRef="#ctx0" brushRef="#br0" timeOffset="25592.479">5375 3393,'-1'52,"-1"-22,2 0,1 0,1 1,1-1,2 0,7 24,-3-36,-9-18,0-1,0 1,0 0,0 0,0 0,0-1,0 1,0 0,0 0,0 0,0 0,0-1,0 1,0 0,0 0,0 0,1-1,-1 1,0 0,0 0,0 0,0 0,0 0,0-1,0 1,1 0,-1 0,0 0,0 0,0 0,0 0,1 0,-1 0,0 0,0 0,0-1,0 1,1 0,-1 0,0 0,0 0,0 0,1 0,-3-11,0-1</inkml:trace>
  <inkml:trace contextRef="#ctx0" brushRef="#br0" timeOffset="29061.753">5375 3687,'0'0,"1"-1,-1 1,0 0,0 0,1-1,-1 1,0 0,0 0,0-1,1 1,-1 0,0-1,0 1,0 0,0 0,1-1,-1 1,0-1,0 1,0 0,0-1,0 1,0 0,0-1,0 1,0 0,0-1,0 1,0 0,0-1,-1 1,1 0,0-1,0 1,0 0,0-1,-1 1,1 0,150-1,-28 14,948-13,-1024 0,30 1,1-4,42-8,-20-3,0 5,59 4,346 5,-224-13,98 0,-108 13,-178-14,-17 30,-66-14,-3-1</inkml:trace>
  <inkml:trace contextRef="#ctx0" brushRef="#br0" timeOffset="33894.062">8837 384,'-35'15,"-211"25,150-24,1 4,1 4,1 5,2 3,1 5,2 3,1 4,3 4,1 3,-25 25,57-33,1 2,3 3,1 1,3 3,2 1,-30 53,50-71,2 1,1 0,2 1,1 1,3 1,0 0,3 0,1 1,2 0,2 0,2 1,1 2,3-14,1 1,2-1,0 1,2-1,2-1,0 0,2 0,1 0,1-2,15 24,2-4,3-1,1-2,2-2,2-1,21 16,104 76,6-7,5-8,5-8,150 66,-315-167,28 16,-79-32,8-7,23 7</inkml:trace>
  <inkml:trace contextRef="#ctx0" brushRef="#br0" timeOffset="34229.206">8369 2563,'-1'4,"-1"0,1 1,0-1,0 1,1-1,-1 1,1-1,0 1,0-1,1 0,-1 1,1-1,0 1,0-1,0 0,1 1,0-1,-1 0,2 0,-1 0,0-1,1 1,0 0,73 74,-1-20,-50-41,0 2,0 1,-2 2,-1 0,0 1,10 16,-30-37,0 0,-1 0,1 0,-1 0,0 0,0 1,0-1,0 0,0 1,0-1,0 1,-1-1,1 1,-1-1,0 1,0 0,0-1,0 1,0-1,0 1,-1-1,1 1,-1-1,0 1,0-1,0 1,0-1,0 0,0 0,-1 1,-1 1,-9 7,-1 0,-1 0,0-1,0-1,-1 0,0-1,0-1,-1 0,-7 1,11-2,-119 49,105-42</inkml:trace>
  <inkml:trace contextRef="#ctx0" brushRef="#br0" timeOffset="35267.324">8957 2283,'2'0,"-1"0,0 0,1 0,-1 0,0 0,1 0,-1 0,0 0,1 0,-1 1,0-1,1 1,-1-1,0 1,0-1,1 1,-1 0,0 0,0-1,0 1,0 0,0 0,0 0,0 0,0 0,-1 1,1-1,0 0,-1 0,1 0,0 1,-1-1,0 0,1 1,-1-1,0 0,0 1,1-1,-1 0,0 1,0-1,-1 0,1 1,0-1,0 0,-1 1,1-1,-1 0,1 1,-1-1,3 287,52 87,-31 23,-20-384,0 0,0 0,2 0,-1 0,2-1,6 13,-11-23,-1 0,0 0,0 0,0 0,-1 0,1 0,-1 0,0 0,1 0,-1-1,0 1,-1 0,1-1,0 1,-1-1,0 1,0 0,-6 13,3-10,5-18,3-19,0 8</inkml:trace>
  <inkml:trace contextRef="#ctx0" brushRef="#br0" timeOffset="36555.93">8998 2470,'-2'-7,"0"3,1 0,-1 0,1 0,-1 0,1-1,1 1,-1 0,1-1,-1 1,1 0,0-1,1 1,-1 0,1 0,0-1,0 1,0 0,1 0,-1 0,1 0,0 0,0 0,0 1,1-1,-1 1,1-1,0 1,0 0,0 0,4-3,13-2,0 0,1 1,0 1,1 2,-1-1,1 2,0 1,-1 1,1 1,0 1,0 0,0 2,-1 0,3 3,57 2,615 29,223-37,-191-3,-518 16,-63-21,37 2,-135-3,-69 6,-11 2,-6 1</inkml:trace>
  <inkml:trace contextRef="#ctx0" brushRef="#br0" timeOffset="37884.934">9639 2991,'342'-11,"-321"10,-47 16,13-12,0 0,1 1,-1 1,1 0,0 1,0 0,1 0,0 2,0-1,0 1,1 1,0 0,1 0,0 1,1 0,0 1,0 0,1 0,0 1,1-1,-3 10,6-12,0 0,0 0,1 0,0 0,1 0,0 1,1-1,0 0,0 1,1-1,0 0,0 0,1 1,1-1,-1 0,1-1,1 1,0 0,0-1,1 0,0 0,0 0,0-1,1 0,1 0,-1 0,1-1,0 0,5 3,-4-4,0-1,1 0,0 0,0-1,0 0,0 0,0-1,0-1,1 1,-1-2,1 1,-1-1,1-1,-1 1,0-2,1 1,-1-1,0-1,0 0,0 0,0 0,-1-1,1-1,-1 0,0 0,0 0,-1-1,1 0,-1 0,-1-1,1 0,-5 4,-1 0,1 1,-1-1,0 0,0 0,0 0,0 0,0 0,-1 0,1 0,-1 0,0 0,0 0,0 0,0 0,0 0,-1-1,1 1,-1 0,0 0,0 1,0-1,-1 0,1 0,0 0,-1 1,0-1,0 1,0-1,0 1,0 0,0 0,-1 0,1 0,-1 0,1 0,-1 1,0-1,1 1,-1 0,0 0,0 0,0 0,0 0,0 0,-2 1,-2-1,-1 0,0 0,0 1,0 0,0 1,0 0,1 0,-1 1,0 0,1 0,-1 0,1 1,0 0,0 1,0 0,0 0,1 0,-1 1,1 0,0 0,1 0,-1 1,1 0,0 0,-1 4,4-9,1 1,0 0,0 0,0 0,0 0,0 0,0 0,1 0,-1 0,1 0,0 0,-1 0,1 0,0 0,0 0,0 0,0 1,1-1,-1 0,0 0,1 0,0 0,-1 0,1 0,0 0,0 0,0-1,0 1,1 0,-1 0,0-1,1 1,-1-1,1 1,0-1,-1 0,1 1,0-1,0 0,-1 0,1 0,0-1,0 1,0 0,1-1,-1 1,0-1,28 9</inkml:trace>
  <inkml:trace contextRef="#ctx0" brushRef="#br0" timeOffset="38141.914">10428 3192,'-3'0,"7"0,12 0,11-3,11-2,6-3,-1 0,-2-1,-9 1</inkml:trace>
  <inkml:trace contextRef="#ctx0" brushRef="#br0" timeOffset="38388.764">10481 3339,'18'5,"18"-4,11-3,10-5,-6 0</inkml:trace>
  <inkml:trace contextRef="#ctx0" brushRef="#br0" timeOffset="38554.44">11056 3299,'-27'-288,"26"177,-10 444,10-313,0-12,0 0,1-1,0 1,0 0,1 0,0 0,0 0,0-1,1 1,1 0,-1-1,1 0,0 1,22 0,-11-13</inkml:trace>
  <inkml:trace contextRef="#ctx0" brushRef="#br0" timeOffset="38867.482">11217 3112,'-18'113,"18"-110,0 0,1 0,-1 0,0 0,1 0,0 0,-1 0,1 0,1 0,-1 0,0 0,1 0,-1-1,1 1,0-1,0 1,0-1,0 0,0 0,0 0,1 0,-1 0,1 0,0 0,-1-1,1 0,0 1,0-1,0 0,0 0,0-1,0 1,0 0,0-1,0 0,2 0,0 0,0 0,0-1,0 0,-1 0,1 0,0 0,0-1,-1 0,1 0,-1 0,1-1,-1 1,0-1,0 0,0 0,-1 0,1-1,-1 1,1-1,-1 0,0 0,-1 0,1-1,-1 1,0 0,0-1,0 0,0 1,-1-1,0 0,0 0,0 0,-1 0,1 0,-1 0,0 0,-1 0,1 1,-1-1,0 0,0 0,-2-4,-1 2,1 0,-1 0,0 0,0 1,-1 0,0-1,0 2,-1-1,1 1,-1-1,0 2,-6-5,9 7,1 1,-1-1,0 1,1-1,-1 1,0 0,0 0,0 0,0 0,0 1,0-1,0 1,0 0,0 0,0 0,0 0,0 0,0 1,0-1,0 1,0 0,0 0,0 0,1 0,-1 0,0 1,1 0,-1-1,1 1,-1 0,1 0,0 0,0 0,-1 1,0 1,-1 1,1 0,0 0,0 0,0 0,1 0,0 1,0-1,0 1,0-1,1 1,0 0,1 0,-1-1,1 1,0 0,0 0,1 0,0 0,0-1,0 1,1 0,-1-1,1 1,1-1,-1 0,1 1,3 3,14 12</inkml:trace>
  <inkml:trace contextRef="#ctx0" brushRef="#br0" timeOffset="39458.888">11564 3018,'1'17,"-1"1,2 0,0-1,2 0,-1 1,2-1,0 0,2-1,-1 0,2 0,1 1,-8-14,0-1,1 1,-1-1,1 0,0 0,0 1,0-1,0 0,0-1,0 1,0 0,1-1,-1 1,1-1,-1 0,1 1,-1-1,1-1,0 1,0 0,-1-1,1 1,0-1,0 0,0 0,-1 0,1 0,0 0,0-1,0 1,-1-1,1 0,0 0,-1 0,1 0,-1 0,1 0,-1-1,1 1,-1-1,0 0,0 0,1 0,4-6,0 0,0 0,-1-1,0 1,-1-1,0 0,0-1,-1 1,0-1,0 0,-1 0,-1 0,0-1,0 1,-1 0,0-1,-1 1,-1-9,2 18,-1 0,0 0,0 0,1 1,-1-1,0 0,0 0,0 0,0 0,0 0,0 1,-1-1,1 0,0 0,0 0,0 0,-1 1,1-1,0 0,-1 0,1 1,-1-1,1 0,-1 1,1-1,-1 0,0 1,1-1,-1 1,0-1,1 1,-1-1,0 1,0-1,1 1,-1 0,0-1,0 1,0 0,0 0,1 0,-1 0,0 0,0 0,0 0,0 0,0 0,1 0,-1 0,0 0,0 1,0-1,1 0,-1 1,0-1,0 0,1 1,-1-1,0 1,0 0,-2 3,1 1,0-1,0 1,0 0,0 0,1 0,0 0,0 0,0 0,0 0,1 0,0 1,0-1,0 0,1 0,0 0,0 0,0 0,1 0,-1 0,1 0,0 0,1-1,-1 1,1-1,0 1,0-1,0 0,0 0,1-1,0 1,0-1,0 1,0-1,0 0,1-1,-1 1,1-1,0 0,2 1,-3-3,0 1,0-1,0 0,0 0,0 0,0-1,0 0,0 1,0-1,0 0,-1-1,1 1,0-1,-1 0,1 0,-1 0,1 0,-1 0,0-1,0 0,0 1,-1-1,1 0,0 0,-1-1,0 1,0 0,0-1,0 0,-1 1,1-1,-1 0,0 0,0 0,0 0,-1 1,1-2,7-42,-8 39,-3 32,0-7,1-6,0-1,1 1,0 0,0 0,1-1,1 1,-1 0,2-1,0 1,0 0,1-1,0 1,36 22,-16-24</inkml:trace>
  <inkml:trace contextRef="#ctx0" brushRef="#br0" timeOffset="39816.931">12393 2978,'-7'-2,"0"0,0 0,0 1,0 0,0 0,0 0,0 1,0 0,0 0,-1 1,1 0,0 0,0 1,0 0,1 0,-1 1,0 0,1 0,0 0,-1 1,1 0,-4 4,9-7,0 0,0 0,0 1,0-1,0 1,1-1,-1 0,0 1,1-1,-1 1,1 0,0-1,0 1,-1-1,1 1,0-1,0 1,0 0,1-1,-1 1,0-1,0 1,1 0,-1-1,1 1,0-1,-1 0,1 1,0-1,0 1,0-1,0 0,0 0,0 0,0 1,0-1,1 0,0 0,56 34,26-4,-60-24,0 2,0 0,-1 1,-1 2,0 0,10 9,-29-20,-1 0,1 0,-1 1,0-1,0 1,0-1,1 1,-2 0,1 0,0 0,0 0,-1 0,1 0,-1 1,1-1,-1 0,0 1,0-1,0 1,0 0,-1-1,1 1,-1-1,1 1,-1 0,0-1,0 1,0 0,-1 0,1-1,-1 1,1-1,-1 1,0 0,0-1,0 1,0-1,0 0,-1 1,1-1,-1 0,1 0,-1 0,0 0,0 0,0 0,-5 3,0-1,0 0,-1-1,0 1,1-1,-1-1,0 0,0 0,0 0,0-1,-1 0,1-1,0 1,-1-2,1 1,0-1,0-1,0 1,0-1,0-1,-7-2,-15-11</inkml:trace>
  <inkml:trace contextRef="#ctx0" brushRef="#br0" timeOffset="40657.219">12072 2376,'576'-12,"-548"11,-5 0,-1 1,1 0,-1 2,0 0,18 5,-36-5,-1 0,1 1,-1-1,1 1,-1 0,0 0,0 0,0 0,0 0,0 1,-1-1,0 1,0 0,0-1,0 1,0 0,-1 0,1 1,-1-1,0 0,-1 0,1 0,-1 1,7 20,29 104,-6 1,1 40,18 86,-40-212,-2-9,2 0,1-1,1 0,8 14,-1-22,-9-18</inkml:trace>
  <inkml:trace contextRef="#ctx0" brushRef="#br0" timeOffset="41573.888">13088 3352,'0'15,"-1"-10,0 0,0 0,0 0,1 0,-1 0,1 0,1 0,-1 0,1 0,-1 0,2 0,-1 0,0 0,1-1,0 1,0 0,0-1,1 1,-1-1,1 0,0 0,0 0,1 0,-1-1,1 1,0-1,0 0,0 0,0 0,1-1,-1 0,1 1,0-1,14 0,0 0,-1-2,1 0,0-1,-1-1,1-1,-1 0,1-2,7-2,32-7,250-29,2 13,1 14,193 19,-286-2,1303 0,-724 21,-555-5,-220-10,-30 6,-4-9</inkml:trace>
  <inkml:trace contextRef="#ctx0" brushRef="#br0" timeOffset="43642.259">16042 344,'-55'11,"0"3,0 2,2 2,0 3,-13 9,19-8,2 2,0 2,2 2,1 2,1 2,1 1,2 3,2 0,1 3,3 0,0 3,-18 32,30-43,2 1,0 1,3 0,0 1,2 1,2 0,1 1,2 0,1 0,2 1,2-1,1 1,2 0,1 0,2 0,2 0,7 29,10-7,3 0,2-1,3-2,2-1,3-1,2-2,2-2,2-1,2-2,48 39,32 23,3-6,134 83,-220-156,-40-29,0 0,-1 0,1 0,0 0,-1 0,1 0,0 1,-1-1,0 0,1-1,-1 1,0 0,1 0,-1 0,0 0,0 0,0-1,0 1,1 0,-1-1,0 1,0-1,0 1,-1-1,1 1,0-1,0 0,0 0,0 1,0-1,0 0,0 0,-1 0,1 0,0 0,0 0,0-1,0 1,-11-2,2-3</inkml:trace>
  <inkml:trace contextRef="#ctx0" brushRef="#br0" timeOffset="43929.019">15882 2189,'141'295,"-129"-271,-1 1,-2-1,0 1,-2 1,-1 0,-1 0,-1 0,-1 0,-2 1,0-1,-2 8,-2-24,0-1,0 0,-1 0,0 0,0 0,-1-1,0 0,-1 0,0 0,0-1,0 1,-1-2,0 1,-1-1,0 0,1 0,-2-1,1 0,-1-1,1 1,-1-2,-1 1,1-1,0-1,-1 0,1 0,-8 0,-68 10,54-10</inkml:trace>
  <inkml:trace contextRef="#ctx0" brushRef="#br0" timeOffset="45010.128">16350 2028,'-6'112,"4"-1,5 1,5-1,5 0,5-1,12 33,36 277,-60-326,-16-148,-24-393,26 266,-8 2,-7 0,-35-122,55 277,6 22</inkml:trace>
  <inkml:trace contextRef="#ctx0" brushRef="#br0" timeOffset="46506.496">16791 3245,'-10'13,"0"0,1 1,0 0,2 0,-1 1,-2 11,-6 9,-13 23,1-5,3 2,2 1,-6 28,29-82,-1 0,0 0,0 0,0 0,1 0,-1 0,0 1,1-1,0 0,0 0,0 1,0-1,0 0,0 0,0 0,1 1,-1-1,1 0,-1 0,1 0,0 0,0 0,0 0,0 0,2-2,-1 0,1 0,-1-1,1 1,-1-1,0 0,1 0,-1 0,0 0,1 0,-1 0,0-1,0 1,0-1,0 1,-1-1,1 0,0 0,-1 0,2-1,-1 1,43-48,-3-2,-1-1,-4-2,9-20,85-133,-128 204,37-29,-39 33,1 1,-1 0,0 0,0-1,0 1,0 0,0 0,0 0,0 0,0 0,0 0,-1 0,1 1,0-1,-1 0,1 0,-1 1,1-1,-1 0,1 0,-1 1,0-1,0 1,0-1,0 0,0 1,0-1,0 0,0 1,0-1,-1 1,-2 21,0 1,-2-1,0-1,-2 1,-1-1,0 0,-2 0,-10 16,-66 119,71-129,15-28,0-1,0 1,1-1,-1 1,0-1,0 1,0-1,1 1,-1-1,0 1,1 0,-1-1,0 1,1 0,-1-1,1 1,-1 0,0-1,1 1,-1 0,1 0,-1-1,1 1,-1 0,1 0,-1 0,1 0,-1 0,1 0,-1 0,1 0,-1 0,1 0,-1 0,1 0,-1 0,1 0,-1 0,1 0,-1 0,1 1,-1-1,1 0,-1 0,0 1,1-1,-1 0,1 1,-1-1,0 0,1 1,-1-1,0 1,1-1,-1 0,0 1,0-1,0 1,1-1,-1 1,0-1,0 1,0-1,0 1,0-1,0 1,0-1,0 1,0-1,0 1,0-1,225-143,-190 120,-5 3,1 0,1 2,1 1,0 2,-33 14,1 1,-1 0,0-1,1 1,-1 0,1-1,-1 1,0 0,1 0,-1-1,1 1,-1 0,1 0,-1 0,1 0,-1 0,1 0,-1-1,1 1,-1 0,1 0,-1 1,1-1,-1 0,1 0,-1 0,0 0,1 0,-1 0,1 1,-1-1,1 0,-1 0,1 1,-1-1,0 0,1 1,-1-1,0 0,1 1,-1-1,0 0,1 1,-1-1,0 1,0-1,0 1,1-1,-1 1,0-1,-9 25,-34 44,33-56,0 1,1 0,1 0,0 1,1 0,0 0,2 1,-2 5,7-20,-1 0,1 0,0 0,-1 0,1 1,0-1,0 0,0 0,0 0,0 0,0 0,0 1,0-1,1 0,-1 0,0 0,1 0,-1 0,1 0,-1 0,1 0,-1 0,1 0,0 0,-1 0,1 0,0 0,0-1,0 1,-1 0,1 0,0-1,0 1,0-1,0 1,0-1,1 1,-1-1,0 0,0 1,0-1,0 0,0 0,0 0,1 0,53-11,-13-9,-1-2,0-2,-2-1,-1-2,27-26,37-25,-99 76,-2 0,0 0,1 1,-1 0,0-1,1 1,-1 0,1 0,-1-1,1 1,-1 0,1 1,0-1,0 0,-1 0,1 1,0-1,0 1,0 0,0-1,-1 1,1 0,0 0,0 0,0 0,0 0,0 1,0-1,0 1,-1-1,1 1,0 0,0-1,-1 1,1 0,1 1,-1 4,0 0,0 0,-1 1,0-1,0 0,0 1,-1-1,0 0,0 1,-1-1,0 1,0 2,-1 9,-12 178,0-147,2-42</inkml:trace>
  <inkml:trace contextRef="#ctx0" brushRef="#br0" timeOffset="48343.725">16390 2043,'0'-2,"1"1,0-1,0 1,0-1,0 1,0 0,0-1,0 1,1 0,-1 0,0 0,1 0,-1 0,0 0,1 1,-1-1,1 0,0 1,-1-1,1 1,-1-1,1 1,0 0,-1 0,1 0,0 0,-1 0,2 0,3-1,112-10,1 5,0 5,-1 5,5 6,-95-8,596 34,152-29,-289-25,-415 5,101 21,101-1,-169-8,-91 0,-11 1,0-1,0 0,0 1,0-1,0 1,0 0,0 0,0 0,0 1,0-1,0 1,0-1,0 1,0 0,0 0,0 1,0-1,-1 0,1 1,-1 0,1 0,-1-1,1 1,-1 1,0-1,0 0,0 1,0-1,0 1,-1-1,1 1,-1 0,0 0,1-1,-1 2,-3 129,-2-72,3 0,2 1,3-1,10 50,48 120,-44-179,-2 1,-2 0,-3 1,-2 1,-3 0,-1 40,-5-92,0-1,-1-1,1 0,-1 0,1 1,0-1,-1 0,1 1,0-1,0 0,0 1,0-1,0 0,1 1,-1-1,0 0,0 1,1-1,-1 0,1 0,-1 1,1-1,0 0,-1 0,1 0,0 0,0 0,0 0,0 0,0 0,0 0,0 0,0-1,0 1,0 0,1-1,-1 1,0 0,0-1,1 0,-1 1,0-1,0 0,1 0,0 0,136-39,-43 20,2 5,-1 4,18 3,-87 6,1660-30,-1624 29,-57-1</inkml:trace>
  <inkml:trace contextRef="#ctx0" brushRef="#br0" timeOffset="49125.589">18115 2844,'-50'-288,"31"236,19 51,0 1,-1 0,1-1,0 1,0 0,-1 0,1-1,0 1,-1 0,1 0,0 0,-1-1,1 1,0 0,-1 0,1 0,-1 0,1 0,0 0,-1 0,1 0,-1 0,1 0,0 0,-1 0,1 0,0 0,-1 0,1 0,-1 0,1 0,0 0,-1 1,1-1,0 0,-1 0,1 0,0 1,-1-1,1 0,0 0,0 1,-1-1,1 0,0 1,0-1,0 0,-1 1,1-1,0 1,0-1,0 0,0 1,0-1,0 0,0 1,0-1,0 1,0-1,0 0,0 1,0-1,0 1,-6 27,2 0,1 0,1 1,2-1,1 1,1-1,1 0,2 0,0 0,2-1,1 1,2-2,0 1,8 12,0-13</inkml:trace>
  <inkml:trace contextRef="#ctx0" brushRef="#br0" timeOffset="49484.342">18248 2751,'13'124,"-11"-118,-1-1,1 1,0 0,1-1,-1 1,1-1,0 0,1 0,-1 0,1 0,0-1,0 1,0-1,1 0,0 0,-1-1,1 1,0-1,3 1,-6-3,0 0,1 0,-1 0,0 0,1-1,-1 1,0 0,1-1,-1 0,1 0,-1 0,0 0,1 0,-1 0,1 0,-1-1,0 1,1-1,-1 0,0 0,1 0,-1 0,0 0,0 0,0 0,0-1,0 1,0-1,0 0,-1 1,1-1,-1 0,1 0,-1 0,2-2,1-3,0-1,-1 0,0 0,0 0,-1-1,0 1,0-1,-1 1,0-6,1 6,-1 0,-1 0,1 0,-1 0,-1 0,1 1,-1-1,-1 0,1 0,-2 0,1 1,-1-1,0 1,0 0,-1 0,0 0,0 0,-1 0,3 6,0-1,1 1,-1 0,0 0,0 0,0 1,0-1,0 0,-1 1,1-1,0 1,0 0,0-1,0 1,0 0,-1 1,1-1,0 0,0 0,0 1,0 0,0-1,0 1,0 0,0 0,0 0,0 0,0 0,0 0,1 1,-1-1,-1 1,-47 53,46-50,1 1,-1-1,1 1,1 0,-1 0,1 0,0 0,0 0,1 0,0 1,0-1,0 0,1 1,0 2,4 13</inkml:trace>
  <inkml:trace contextRef="#ctx0" brushRef="#br0" timeOffset="50061.89">18583 2684,'-3'9,"1"-1,0 1,0-1,1 1,0-1,0 1,1 0,1 0,-1-1,1 1,1 0,1 4,-1 1,0-1,2 0,0 1,0-1,1 0,1-1,0 1,0-1,2-1,1 4,-7-14,-1 1,1 0,0-1,0 1,0-1,0 1,0-1,0 0,0 0,0 0,0 0,1 0,-1 0,0-1,1 1,-1-1,0 0,1 1,-1-1,0 0,1 0,-1-1,1 1,-1 0,0-1,1 0,-1 1,0-1,0 0,1 0,-1 0,0-1,0 1,0 0,0-1,-1 1,1-1,0 0,-1 1,1-1,-1 0,1 0,-1 0,0 0,0 0,0-1,0 1,0 0,7-13,-2 0,0 0,0 0,-1-1,-1 1,-1-1,0 0,-1-1,-1 1,0 0,-1 0,-2-13,-3 4,-4 38,5 0,1 0,1 1,0-1,1 0,0 1,1-1,0 0,2 1,-1-1,1 0,1 1,1-2,3 11,-6-21,0 1,0 0,0-1,1 1,-1-1,1 1,0-1,0 0,0 1,0-1,0 0,0 0,0-1,1 1,-1 0,0-1,1 1,0-1,-1 0,1 0,0 0,0 0,-1-1,1 1,0-1,0 1,0-1,0 0,0 0,0 0,-1-1,1 1,0-1,0 1,0-1,0 0,-1 0,1 0,0-1,-1 1,1-1,-1 1,0-1,1 0,-1 0,0 0,0 0,0 0,0 0,-1-1,1 1,-1-1,2-1,2-14,0 0,-1 0,-1 0,-1 0,0-1,-1 1,-2-1,1 1,-4-12,2 11,-13 50,12-21,0-1,1 0,1 1,-1-1,2 1,-1-1,1 1,1 0,0-1,0 1,0-1,2 1,-1-1,1 0,0 0,1 0,0 0,0-1,1 0,0 0,2 2,14 5</inkml:trace>
  <inkml:trace contextRef="#ctx0" brushRef="#br0" timeOffset="50363.111">19224 2644,'-9'-1,"0"1,0 0,0 1,1 0,-1 1,0-1,0 1,1 1,-1 0,-5 3,14-6,-1 0,1 1,0-1,-1 0,1 1,0-1,-1 0,1 1,0-1,0 1,-1-1,1 0,0 1,0-1,0 1,0-1,-1 1,1-1,0 1,0-1,0 1,0-1,0 1,0-1,0 0,0 1,1-1,-1 1,0-1,0 1,0-1,0 1,1-1,-1 1,0-1,0 0,1 1,-1-1,0 0,1 1,-1-1,0 0,1 1,-1-1,0 0,1 0,-1 1,1-1,-1 0,1 0,-1 0,0 1,1-1,0 0,30 15,-26-13,10 5,92 50,-103-54,0 0,0 0,-1 0,1 0,-1 1,0-1,0 1,0 0,-1 0,1 0,-1 0,0 0,0 0,0 1,-1-1,0 1,0-1,0 1,0-1,0 1,-1 0,0 0,0 4,-3-2,0 1,-1-1,0 0,0 0,0 0,-1-1,1 0,-2 1,1-2,-1 1,0-1,0 1,0-2,-1 1,0-1,0 0,0 0,0-1,0 0,-1 0,0-1,1 0,-1 0,0-1,0 0,-7 0,-34 5,3-3</inkml:trace>
  <inkml:trace contextRef="#ctx0" brushRef="#br0" timeOffset="51060.572">18048 2457,'-7'16,"-9"12,-6 8,-7 4,2-3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5:50:46.5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0 420,'178'-6,"98"-18,-217 19,-64 10,-227 92,221-91,1 1,-1 0,1 0,0 1,1 1,0-1,0 1,1 1,0 0,0 0,1 1,1 0,0 0,0 0,1 1,1-1,0 1,0 1,1-1,1 0,0 1,1-1,0 1,1 0,0-1,1 1,0-1,1 1,3 10,1-10,0 1,0-1,2-1,-1 1,2-1,-1 0,2-1,-1 0,1-1,1 0,0 0,1-1,0 0,0-1,0-1,1 0,0-1,1 0,0-1,-1 0,2-1,-1-1,0 0,1-1,-1 0,1-2,-1 1,1-2,0 0,0-1,-9 2,0 0,0-1,0 0,0 0,0-1,-1 0,1 1,-1-2,1 1,-1-1,0 0,1 0,-1 0,-1-1,1 0,-1 0,1 0,-1 0,0-1,-1 0,1 1,-1-1,0-1,0 1,0 0,-1-1,0 1,0-1,0 0,-1 0,0 0,0 1,0-1,-1 0,0 0,0 0,-1 0,1 0,-2-2,0 2,-1 0,1 0,-2 1,1-1,-1 0,1 1,-1 0,-1 0,1 0,-1 1,0-1,0 1,0 0,-1 1,1-1,-1 1,0 0,0 1,0-1,0 1,-1 0,1 1,0-1,-1 1,1 1,-1-1,1 1,-1 0,1 1,-1-1,1 1,-1 1,1-1,-1 1,1 0,0 0,0 1,0 0,0 0,1 0,-1 1,-3 3,4-3,0 0,1 0,0 0,0 0,0 1,0 0,1 0,-1 0,1 0,1 0,-1 1,1-1,0 1,0-1,0 1,1 0,0 0,0 0,1 0,-1 0,1 0,1 0,-1 0,1 0,0 0,0 0,1 2,13 24</inkml:trace>
  <inkml:trace contextRef="#ctx0" brushRef="#br0" timeOffset="288.229">843 567,'21'-2,"19"-3,16-2,6 2,-7 1</inkml:trace>
  <inkml:trace contextRef="#ctx0" brushRef="#br0" timeOffset="532.607">910 848,'23'3,"18"-1,17-3,11-5,-5-2</inkml:trace>
  <inkml:trace contextRef="#ctx0" brushRef="#br0" timeOffset="699.161">1578 353,'-2'14,"-1"15,0 15,5 13,7 9,4 3,4 3,0-5,-3-7,-5-6,-2-11,-4-12</inkml:trace>
  <inkml:trace contextRef="#ctx0" brushRef="#br0" timeOffset="913.168">1939 407,'-213'248,"181"-209,33-38,-1 0,0 0,0 0,1 0,-1 0,1 0,-1 0,1 0,-1 0,1 0,0-1,-1 1,1 0,0 0,0 0,0-1,-1 1,1-1,0 1,0 0,0-1,0 0,0 1,0-1,0 0,0 1,0-1,0 0,0 0,0 0,1 0,4 2,8 5,-1 1,1 0,-2 0,1 2,-1-1,-1 2,1-1,7 12,41 35,-49-49,0 0,1-1,0 0,0 0,1-2,-1 1,5 0,13 2</inkml:trace>
  <inkml:trace contextRef="#ctx0" brushRef="#br0" timeOffset="1109.755">2353 660,'-9'5,"-3"3,5 1,8-1,5-3</inkml:trace>
  <inkml:trace contextRef="#ctx0" brushRef="#br0" timeOffset="1370.671">2674 233,'-7'18,"-2"22,1 18,0 15,6 8,4 5,5-1,0-9,0-10,-1-14,-3-13,-1-16,-1-12</inkml:trace>
  <inkml:trace contextRef="#ctx0" brushRef="#br0" timeOffset="1760.778">2674 153,'-1'-6,"1"1,-1-1,1 0,0 0,0 0,1 1,0-1,0 0,0 1,1-1,-1 1,1-1,1 1,-1 0,1-1,0 1,0 1,0-1,1 0,0 1,-1 0,2 0,-1 0,0 0,1 1,0-1,0 1,0 0,0 1,0-1,2 1,9 0,0 1,0 1,0 0,0 1,0 1,0 0,0 2,-1-1,1 2,-1 0,0 1,0 1,-1 0,13 8,-10-5,0 0,0 1,-1 1,-1 1,0 0,12 13,-23-21,0 0,0-1,0 1,0 1,-1-1,0 0,0 1,-1 0,1-1,-1 1,0 0,-1 0,1 0,-1 1,-1-1,1 0,-1 0,0 1,0-1,-1 0,0 0,0 1,-1 3,-2-1,-1 0,1 0,-1-1,-1 0,1 0,-2 0,1 0,-1-1,0 0,0-1,-1 1,0-2,0 1,0-1,-10 4,-10 5,0-2,0 0,-2-3,-15 4,-122 17,152-27,25 2,1-2,10 8,0 1,-1 1,0 1,-1 0,-1 1,0 1,-1 1,-1 1,-1 0,0 1,-1 0,2 7,46 55,-57-73,1-1,0 0,1 0,-1-1,1 1,0-1,1-1,-1 1,1-1,0-1,0 1,1-2,-1 1,1-1,0 0,0-1,0 0,0 0,1-1,6 0,14-5</inkml:trace>
  <inkml:trace contextRef="#ctx0" brushRef="#br0" timeOffset="2231.951">3329 607,'-7'2,"-4"4,-1 0</inkml:trace>
  <inkml:trace contextRef="#ctx0" brushRef="#br0" timeOffset="2616.743">4065 394,'2'-2,"-1"0,1 1,-1-1,1 0,-1 0,1 1,-1-1,0 0,0 0,0-1,0 1,0 0,-1 0,1 0,0-1,-1 1,0 0,0-1,1 1,-1 0,-1-1,1 1,0 0,-1 0,1-1,-1 1,1 0,-1 0,0 0,0-1,0 1,0 0,-1 0,1 0,0 1,-1-1,1 0,-1 1,0-1,0 0,0 0,-7-4,-1 0,1 0,-1 1,0 0,0 0,-1 1,0 1,1-1,-1 2,0 0,0 0,0 1,-1 0,1 1,0 0,0 1,0 0,-1 1,2 0,-2 1,3 0,-1 1,1 0,0 0,0 1,0 0,1 1,-1 0,1 0,1 1,-1 0,1 0,0 0,1 1,0 1,0-1,1 1,0-1,0 2,-1 4,-1 2,1 2,1-1,0 0,1 1,1 0,1 0,0 0,1 0,1 0,2 12,0-13,1 0,1 0,0-1,1 0,1 1,1-2,0 1,1-1,0 0,1-1,1 0,0 0,1-1,1 0,0-1,2 1,6 4,2-1,0 0,0-2,2 0,0-1,0-2,1-1,1 0,22 4,-10-5,0-2,1-1,0-2,11-1,33-4</inkml:trace>
  <inkml:trace contextRef="#ctx0" brushRef="#br0" timeOffset="11953.24">4225 407,'0'4,"-2"2,-1-5,0-7,0-7,-1-8,0-5,-4-3,-2-1,-3 5,-3 7,-6 8,-10 13,-14 12,2 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05.12.2024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05.12.2024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05.12.2024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05.12.2024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05.12.2024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05.12.2024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05.12.2024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05.12.2024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05.12.2024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05.12.2024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05.12.2024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05.12.2024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05.12.2024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0.png"/><Relationship Id="rId13" Type="http://schemas.openxmlformats.org/officeDocument/2006/relationships/customXml" Target="../ink/ink6.xml"/><Relationship Id="rId18" Type="http://schemas.openxmlformats.org/officeDocument/2006/relationships/image" Target="../media/image1500.png"/><Relationship Id="rId26" Type="http://schemas.openxmlformats.org/officeDocument/2006/relationships/image" Target="../media/image1910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20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6.png"/><Relationship Id="rId16" Type="http://schemas.openxmlformats.org/officeDocument/2006/relationships/image" Target="../media/image1400.png"/><Relationship Id="rId20" Type="http://schemas.openxmlformats.org/officeDocument/2006/relationships/image" Target="../media/image16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0.png"/><Relationship Id="rId11" Type="http://schemas.openxmlformats.org/officeDocument/2006/relationships/customXml" Target="../ink/ink5.xml"/><Relationship Id="rId24" Type="http://schemas.openxmlformats.org/officeDocument/2006/relationships/image" Target="../media/image184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1100.png"/><Relationship Id="rId19" Type="http://schemas.openxmlformats.org/officeDocument/2006/relationships/customXml" Target="../ink/ink9.xml"/><Relationship Id="rId4" Type="http://schemas.openxmlformats.org/officeDocument/2006/relationships/image" Target="../media/image800.png"/><Relationship Id="rId9" Type="http://schemas.openxmlformats.org/officeDocument/2006/relationships/customXml" Target="../ink/ink4.xml"/><Relationship Id="rId14" Type="http://schemas.openxmlformats.org/officeDocument/2006/relationships/image" Target="../media/image1300.png"/><Relationship Id="rId22" Type="http://schemas.openxmlformats.org/officeDocument/2006/relationships/image" Target="../media/image1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13" Type="http://schemas.openxmlformats.org/officeDocument/2006/relationships/customXml" Target="../ink/ink18.xml"/><Relationship Id="rId18" Type="http://schemas.openxmlformats.org/officeDocument/2006/relationships/image" Target="../media/image2810.png"/><Relationship Id="rId26" Type="http://schemas.openxmlformats.org/officeDocument/2006/relationships/image" Target="../media/image3210.png"/><Relationship Id="rId3" Type="http://schemas.openxmlformats.org/officeDocument/2006/relationships/customXml" Target="../ink/ink13.xml"/><Relationship Id="rId21" Type="http://schemas.openxmlformats.org/officeDocument/2006/relationships/customXml" Target="../ink/ink21.xml"/><Relationship Id="rId7" Type="http://schemas.openxmlformats.org/officeDocument/2006/relationships/customXml" Target="../ink/ink15.xml"/><Relationship Id="rId12" Type="http://schemas.openxmlformats.org/officeDocument/2006/relationships/image" Target="../media/image2510.png"/><Relationship Id="rId17" Type="http://schemas.openxmlformats.org/officeDocument/2006/relationships/customXml" Target="../ink/ink19.xml"/><Relationship Id="rId25" Type="http://schemas.openxmlformats.org/officeDocument/2006/relationships/customXml" Target="../ink/ink23.xml"/><Relationship Id="rId2" Type="http://schemas.openxmlformats.org/officeDocument/2006/relationships/image" Target="../media/image7.png"/><Relationship Id="rId16" Type="http://schemas.openxmlformats.org/officeDocument/2006/relationships/image" Target="../media/image2710.png"/><Relationship Id="rId20" Type="http://schemas.openxmlformats.org/officeDocument/2006/relationships/image" Target="../media/image2910.png"/><Relationship Id="rId29" Type="http://schemas.openxmlformats.org/officeDocument/2006/relationships/customXml" Target="../ink/ink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3.png"/><Relationship Id="rId11" Type="http://schemas.openxmlformats.org/officeDocument/2006/relationships/customXml" Target="../ink/ink17.xml"/><Relationship Id="rId24" Type="http://schemas.openxmlformats.org/officeDocument/2006/relationships/image" Target="../media/image3110.png"/><Relationship Id="rId5" Type="http://schemas.openxmlformats.org/officeDocument/2006/relationships/customXml" Target="../ink/ink14.xml"/><Relationship Id="rId23" Type="http://schemas.openxmlformats.org/officeDocument/2006/relationships/customXml" Target="../ink/ink22.xml"/><Relationship Id="rId28" Type="http://schemas.openxmlformats.org/officeDocument/2006/relationships/image" Target="../media/image3310.png"/><Relationship Id="rId10" Type="http://schemas.openxmlformats.org/officeDocument/2006/relationships/image" Target="../media/image2410.png"/><Relationship Id="rId19" Type="http://schemas.openxmlformats.org/officeDocument/2006/relationships/customXml" Target="../ink/ink20.xml"/><Relationship Id="rId4" Type="http://schemas.openxmlformats.org/officeDocument/2006/relationships/image" Target="../media/image212.png"/><Relationship Id="rId9" Type="http://schemas.openxmlformats.org/officeDocument/2006/relationships/customXml" Target="../ink/ink16.xml"/><Relationship Id="rId22" Type="http://schemas.openxmlformats.org/officeDocument/2006/relationships/image" Target="../media/image3010.png"/><Relationship Id="rId27" Type="http://schemas.openxmlformats.org/officeDocument/2006/relationships/customXml" Target="../ink/ink24.xml"/><Relationship Id="rId30" Type="http://schemas.openxmlformats.org/officeDocument/2006/relationships/image" Target="../media/image34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1.xml"/><Relationship Id="rId18" Type="http://schemas.openxmlformats.org/officeDocument/2006/relationships/image" Target="../media/image200.png"/><Relationship Id="rId26" Type="http://schemas.openxmlformats.org/officeDocument/2006/relationships/image" Target="../media/image204.png"/><Relationship Id="rId39" Type="http://schemas.openxmlformats.org/officeDocument/2006/relationships/customXml" Target="../ink/ink44.xml"/><Relationship Id="rId21" Type="http://schemas.openxmlformats.org/officeDocument/2006/relationships/customXml" Target="../ink/ink35.xml"/><Relationship Id="rId34" Type="http://schemas.openxmlformats.org/officeDocument/2006/relationships/image" Target="../media/image208.png"/><Relationship Id="rId42" Type="http://schemas.openxmlformats.org/officeDocument/2006/relationships/image" Target="../media/image2120.png"/><Relationship Id="rId47" Type="http://schemas.openxmlformats.org/officeDocument/2006/relationships/customXml" Target="../ink/ink48.xml"/><Relationship Id="rId50" Type="http://schemas.openxmlformats.org/officeDocument/2006/relationships/image" Target="../media/image34.png"/><Relationship Id="rId7" Type="http://schemas.openxmlformats.org/officeDocument/2006/relationships/customXml" Target="../ink/ink28.xml"/><Relationship Id="rId2" Type="http://schemas.openxmlformats.org/officeDocument/2006/relationships/image" Target="../media/image15.png"/><Relationship Id="rId16" Type="http://schemas.openxmlformats.org/officeDocument/2006/relationships/image" Target="../media/image199.png"/><Relationship Id="rId29" Type="http://schemas.openxmlformats.org/officeDocument/2006/relationships/customXml" Target="../ink/ink39.xml"/><Relationship Id="rId11" Type="http://schemas.openxmlformats.org/officeDocument/2006/relationships/customXml" Target="../ink/ink30.xml"/><Relationship Id="rId24" Type="http://schemas.openxmlformats.org/officeDocument/2006/relationships/image" Target="../media/image203.png"/><Relationship Id="rId32" Type="http://schemas.openxmlformats.org/officeDocument/2006/relationships/image" Target="../media/image207.png"/><Relationship Id="rId37" Type="http://schemas.openxmlformats.org/officeDocument/2006/relationships/customXml" Target="../ink/ink43.xml"/><Relationship Id="rId40" Type="http://schemas.openxmlformats.org/officeDocument/2006/relationships/image" Target="../media/image211.png"/><Relationship Id="rId45" Type="http://schemas.openxmlformats.org/officeDocument/2006/relationships/customXml" Target="../ink/ink47.xml"/><Relationship Id="rId5" Type="http://schemas.openxmlformats.org/officeDocument/2006/relationships/customXml" Target="../ink/ink27.xml"/><Relationship Id="rId15" Type="http://schemas.openxmlformats.org/officeDocument/2006/relationships/customXml" Target="../ink/ink32.xml"/><Relationship Id="rId23" Type="http://schemas.openxmlformats.org/officeDocument/2006/relationships/customXml" Target="../ink/ink36.xml"/><Relationship Id="rId28" Type="http://schemas.openxmlformats.org/officeDocument/2006/relationships/image" Target="../media/image205.png"/><Relationship Id="rId36" Type="http://schemas.openxmlformats.org/officeDocument/2006/relationships/image" Target="../media/image209.png"/><Relationship Id="rId49" Type="http://schemas.openxmlformats.org/officeDocument/2006/relationships/customXml" Target="../ink/ink49.xml"/><Relationship Id="rId10" Type="http://schemas.openxmlformats.org/officeDocument/2006/relationships/image" Target="../media/image196.png"/><Relationship Id="rId19" Type="http://schemas.openxmlformats.org/officeDocument/2006/relationships/customXml" Target="../ink/ink34.xml"/><Relationship Id="rId31" Type="http://schemas.openxmlformats.org/officeDocument/2006/relationships/customXml" Target="../ink/ink40.xml"/><Relationship Id="rId44" Type="http://schemas.openxmlformats.org/officeDocument/2006/relationships/image" Target="../media/image213.png"/><Relationship Id="rId52" Type="http://schemas.openxmlformats.org/officeDocument/2006/relationships/image" Target="../media/image35.png"/><Relationship Id="rId4" Type="http://schemas.openxmlformats.org/officeDocument/2006/relationships/image" Target="../media/image193.png"/><Relationship Id="rId9" Type="http://schemas.openxmlformats.org/officeDocument/2006/relationships/customXml" Target="../ink/ink29.xml"/><Relationship Id="rId14" Type="http://schemas.openxmlformats.org/officeDocument/2006/relationships/image" Target="../media/image198.png"/><Relationship Id="rId22" Type="http://schemas.openxmlformats.org/officeDocument/2006/relationships/image" Target="../media/image202.png"/><Relationship Id="rId27" Type="http://schemas.openxmlformats.org/officeDocument/2006/relationships/customXml" Target="../ink/ink38.xml"/><Relationship Id="rId30" Type="http://schemas.openxmlformats.org/officeDocument/2006/relationships/image" Target="../media/image206.png"/><Relationship Id="rId35" Type="http://schemas.openxmlformats.org/officeDocument/2006/relationships/customXml" Target="../ink/ink42.xml"/><Relationship Id="rId43" Type="http://schemas.openxmlformats.org/officeDocument/2006/relationships/customXml" Target="../ink/ink46.xml"/><Relationship Id="rId48" Type="http://schemas.openxmlformats.org/officeDocument/2006/relationships/image" Target="../media/image33.png"/><Relationship Id="rId8" Type="http://schemas.openxmlformats.org/officeDocument/2006/relationships/image" Target="../media/image195.png"/><Relationship Id="rId51" Type="http://schemas.openxmlformats.org/officeDocument/2006/relationships/customXml" Target="../ink/ink50.xml"/><Relationship Id="rId3" Type="http://schemas.openxmlformats.org/officeDocument/2006/relationships/customXml" Target="../ink/ink26.xml"/><Relationship Id="rId12" Type="http://schemas.openxmlformats.org/officeDocument/2006/relationships/image" Target="../media/image197.png"/><Relationship Id="rId17" Type="http://schemas.openxmlformats.org/officeDocument/2006/relationships/customXml" Target="../ink/ink33.xml"/><Relationship Id="rId25" Type="http://schemas.openxmlformats.org/officeDocument/2006/relationships/customXml" Target="../ink/ink37.xml"/><Relationship Id="rId33" Type="http://schemas.openxmlformats.org/officeDocument/2006/relationships/customXml" Target="../ink/ink41.xml"/><Relationship Id="rId38" Type="http://schemas.openxmlformats.org/officeDocument/2006/relationships/image" Target="../media/image210.png"/><Relationship Id="rId46" Type="http://schemas.openxmlformats.org/officeDocument/2006/relationships/image" Target="../media/image214.png"/><Relationship Id="rId20" Type="http://schemas.openxmlformats.org/officeDocument/2006/relationships/image" Target="../media/image201.png"/><Relationship Id="rId41" Type="http://schemas.openxmlformats.org/officeDocument/2006/relationships/customXml" Target="../ink/ink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4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3.xml"/><Relationship Id="rId21" Type="http://schemas.openxmlformats.org/officeDocument/2006/relationships/image" Target="../media/image152.png"/><Relationship Id="rId34" Type="http://schemas.openxmlformats.org/officeDocument/2006/relationships/customXml" Target="../ink/ink67.xml"/><Relationship Id="rId42" Type="http://schemas.openxmlformats.org/officeDocument/2006/relationships/customXml" Target="../ink/ink71.xml"/><Relationship Id="rId47" Type="http://schemas.openxmlformats.org/officeDocument/2006/relationships/image" Target="../media/image165.png"/><Relationship Id="rId50" Type="http://schemas.openxmlformats.org/officeDocument/2006/relationships/customXml" Target="../ink/ink75.xml"/><Relationship Id="rId55" Type="http://schemas.openxmlformats.org/officeDocument/2006/relationships/image" Target="../media/image169.png"/><Relationship Id="rId63" Type="http://schemas.openxmlformats.org/officeDocument/2006/relationships/image" Target="../media/image173.png"/><Relationship Id="rId7" Type="http://schemas.openxmlformats.org/officeDocument/2006/relationships/image" Target="../media/image145.png"/><Relationship Id="rId2" Type="http://schemas.openxmlformats.org/officeDocument/2006/relationships/customXml" Target="../ink/ink51.xml"/><Relationship Id="rId16" Type="http://schemas.openxmlformats.org/officeDocument/2006/relationships/customXml" Target="../ink/ink58.xml"/><Relationship Id="rId29" Type="http://schemas.openxmlformats.org/officeDocument/2006/relationships/image" Target="../media/image156.png"/><Relationship Id="rId11" Type="http://schemas.openxmlformats.org/officeDocument/2006/relationships/image" Target="../media/image147.png"/><Relationship Id="rId24" Type="http://schemas.openxmlformats.org/officeDocument/2006/relationships/customXml" Target="../ink/ink62.xml"/><Relationship Id="rId32" Type="http://schemas.openxmlformats.org/officeDocument/2006/relationships/customXml" Target="../ink/ink66.xml"/><Relationship Id="rId37" Type="http://schemas.openxmlformats.org/officeDocument/2006/relationships/image" Target="../media/image160.png"/><Relationship Id="rId40" Type="http://schemas.openxmlformats.org/officeDocument/2006/relationships/customXml" Target="../ink/ink70.xml"/><Relationship Id="rId45" Type="http://schemas.openxmlformats.org/officeDocument/2006/relationships/image" Target="../media/image164.png"/><Relationship Id="rId53" Type="http://schemas.openxmlformats.org/officeDocument/2006/relationships/image" Target="../media/image168.png"/><Relationship Id="rId58" Type="http://schemas.openxmlformats.org/officeDocument/2006/relationships/customXml" Target="../ink/ink79.xml"/><Relationship Id="rId5" Type="http://schemas.openxmlformats.org/officeDocument/2006/relationships/image" Target="../media/image144.png"/><Relationship Id="rId61" Type="http://schemas.openxmlformats.org/officeDocument/2006/relationships/image" Target="../media/image172.png"/><Relationship Id="rId19" Type="http://schemas.openxmlformats.org/officeDocument/2006/relationships/image" Target="../media/image151.png"/><Relationship Id="rId14" Type="http://schemas.openxmlformats.org/officeDocument/2006/relationships/customXml" Target="../ink/ink57.xml"/><Relationship Id="rId22" Type="http://schemas.openxmlformats.org/officeDocument/2006/relationships/customXml" Target="../ink/ink61.xml"/><Relationship Id="rId27" Type="http://schemas.openxmlformats.org/officeDocument/2006/relationships/image" Target="../media/image155.png"/><Relationship Id="rId30" Type="http://schemas.openxmlformats.org/officeDocument/2006/relationships/customXml" Target="../ink/ink65.xml"/><Relationship Id="rId35" Type="http://schemas.openxmlformats.org/officeDocument/2006/relationships/image" Target="../media/image159.png"/><Relationship Id="rId43" Type="http://schemas.openxmlformats.org/officeDocument/2006/relationships/image" Target="../media/image163.png"/><Relationship Id="rId48" Type="http://schemas.openxmlformats.org/officeDocument/2006/relationships/customXml" Target="../ink/ink74.xml"/><Relationship Id="rId56" Type="http://schemas.openxmlformats.org/officeDocument/2006/relationships/customXml" Target="../ink/ink78.xml"/><Relationship Id="rId64" Type="http://schemas.openxmlformats.org/officeDocument/2006/relationships/customXml" Target="../ink/ink82.xml"/><Relationship Id="rId8" Type="http://schemas.openxmlformats.org/officeDocument/2006/relationships/customXml" Target="../ink/ink54.xml"/><Relationship Id="rId51" Type="http://schemas.openxmlformats.org/officeDocument/2006/relationships/image" Target="../media/image167.png"/><Relationship Id="rId3" Type="http://schemas.openxmlformats.org/officeDocument/2006/relationships/image" Target="../media/image143.png"/><Relationship Id="rId12" Type="http://schemas.openxmlformats.org/officeDocument/2006/relationships/customXml" Target="../ink/ink56.xml"/><Relationship Id="rId17" Type="http://schemas.openxmlformats.org/officeDocument/2006/relationships/image" Target="../media/image150.png"/><Relationship Id="rId25" Type="http://schemas.openxmlformats.org/officeDocument/2006/relationships/image" Target="../media/image154.png"/><Relationship Id="rId33" Type="http://schemas.openxmlformats.org/officeDocument/2006/relationships/image" Target="../media/image158.png"/><Relationship Id="rId38" Type="http://schemas.openxmlformats.org/officeDocument/2006/relationships/customXml" Target="../ink/ink69.xml"/><Relationship Id="rId46" Type="http://schemas.openxmlformats.org/officeDocument/2006/relationships/customXml" Target="../ink/ink73.xml"/><Relationship Id="rId59" Type="http://schemas.openxmlformats.org/officeDocument/2006/relationships/image" Target="../media/image171.png"/><Relationship Id="rId20" Type="http://schemas.openxmlformats.org/officeDocument/2006/relationships/customXml" Target="../ink/ink60.xml"/><Relationship Id="rId41" Type="http://schemas.openxmlformats.org/officeDocument/2006/relationships/image" Target="../media/image162.png"/><Relationship Id="rId54" Type="http://schemas.openxmlformats.org/officeDocument/2006/relationships/customXml" Target="../ink/ink77.xml"/><Relationship Id="rId62" Type="http://schemas.openxmlformats.org/officeDocument/2006/relationships/customXml" Target="../ink/ink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3.xml"/><Relationship Id="rId15" Type="http://schemas.openxmlformats.org/officeDocument/2006/relationships/image" Target="../media/image149.png"/><Relationship Id="rId23" Type="http://schemas.openxmlformats.org/officeDocument/2006/relationships/image" Target="../media/image153.png"/><Relationship Id="rId28" Type="http://schemas.openxmlformats.org/officeDocument/2006/relationships/customXml" Target="../ink/ink64.xml"/><Relationship Id="rId36" Type="http://schemas.openxmlformats.org/officeDocument/2006/relationships/customXml" Target="../ink/ink68.xml"/><Relationship Id="rId49" Type="http://schemas.openxmlformats.org/officeDocument/2006/relationships/image" Target="../media/image166.png"/><Relationship Id="rId57" Type="http://schemas.openxmlformats.org/officeDocument/2006/relationships/image" Target="../media/image1700.png"/><Relationship Id="rId10" Type="http://schemas.openxmlformats.org/officeDocument/2006/relationships/customXml" Target="../ink/ink55.xml"/><Relationship Id="rId31" Type="http://schemas.openxmlformats.org/officeDocument/2006/relationships/image" Target="../media/image157.png"/><Relationship Id="rId44" Type="http://schemas.openxmlformats.org/officeDocument/2006/relationships/customXml" Target="../ink/ink72.xml"/><Relationship Id="rId52" Type="http://schemas.openxmlformats.org/officeDocument/2006/relationships/customXml" Target="../ink/ink76.xml"/><Relationship Id="rId60" Type="http://schemas.openxmlformats.org/officeDocument/2006/relationships/customXml" Target="../ink/ink80.xml"/><Relationship Id="rId65" Type="http://schemas.openxmlformats.org/officeDocument/2006/relationships/image" Target="../media/image174.png"/><Relationship Id="rId4" Type="http://schemas.openxmlformats.org/officeDocument/2006/relationships/customXml" Target="../ink/ink52.xml"/><Relationship Id="rId9" Type="http://schemas.openxmlformats.org/officeDocument/2006/relationships/image" Target="../media/image146.png"/><Relationship Id="rId13" Type="http://schemas.openxmlformats.org/officeDocument/2006/relationships/image" Target="../media/image148.png"/><Relationship Id="rId18" Type="http://schemas.openxmlformats.org/officeDocument/2006/relationships/customXml" Target="../ink/ink59.xml"/><Relationship Id="rId39" Type="http://schemas.openxmlformats.org/officeDocument/2006/relationships/image" Target="../media/image161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customXml" Target="../ink/ink91.xml"/><Relationship Id="rId26" Type="http://schemas.openxmlformats.org/officeDocument/2006/relationships/customXml" Target="../ink/ink95.xml"/><Relationship Id="rId3" Type="http://schemas.openxmlformats.org/officeDocument/2006/relationships/image" Target="../media/image175.png"/><Relationship Id="rId21" Type="http://schemas.openxmlformats.org/officeDocument/2006/relationships/image" Target="../media/image1840.png"/><Relationship Id="rId34" Type="http://schemas.openxmlformats.org/officeDocument/2006/relationships/customXml" Target="../ink/ink99.xml"/><Relationship Id="rId7" Type="http://schemas.openxmlformats.org/officeDocument/2006/relationships/image" Target="../media/image177.png"/><Relationship Id="rId12" Type="http://schemas.openxmlformats.org/officeDocument/2006/relationships/customXml" Target="../ink/ink88.xml"/><Relationship Id="rId17" Type="http://schemas.openxmlformats.org/officeDocument/2006/relationships/image" Target="../media/image182.png"/><Relationship Id="rId25" Type="http://schemas.openxmlformats.org/officeDocument/2006/relationships/image" Target="../media/image186.png"/><Relationship Id="rId33" Type="http://schemas.openxmlformats.org/officeDocument/2006/relationships/image" Target="../media/image190.png"/><Relationship Id="rId2" Type="http://schemas.openxmlformats.org/officeDocument/2006/relationships/customXml" Target="../ink/ink83.xml"/><Relationship Id="rId16" Type="http://schemas.openxmlformats.org/officeDocument/2006/relationships/customXml" Target="../ink/ink90.xml"/><Relationship Id="rId20" Type="http://schemas.openxmlformats.org/officeDocument/2006/relationships/customXml" Target="../ink/ink92.xml"/><Relationship Id="rId29" Type="http://schemas.openxmlformats.org/officeDocument/2006/relationships/image" Target="../media/image18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5.xml"/><Relationship Id="rId11" Type="http://schemas.openxmlformats.org/officeDocument/2006/relationships/image" Target="../media/image179.png"/><Relationship Id="rId24" Type="http://schemas.openxmlformats.org/officeDocument/2006/relationships/customXml" Target="../ink/ink94.xml"/><Relationship Id="rId32" Type="http://schemas.openxmlformats.org/officeDocument/2006/relationships/customXml" Target="../ink/ink98.xml"/><Relationship Id="rId5" Type="http://schemas.openxmlformats.org/officeDocument/2006/relationships/image" Target="../media/image176.png"/><Relationship Id="rId15" Type="http://schemas.openxmlformats.org/officeDocument/2006/relationships/image" Target="../media/image181.png"/><Relationship Id="rId23" Type="http://schemas.openxmlformats.org/officeDocument/2006/relationships/image" Target="../media/image185.png"/><Relationship Id="rId28" Type="http://schemas.openxmlformats.org/officeDocument/2006/relationships/customXml" Target="../ink/ink96.xml"/><Relationship Id="rId10" Type="http://schemas.openxmlformats.org/officeDocument/2006/relationships/customXml" Target="../ink/ink87.xml"/><Relationship Id="rId19" Type="http://schemas.openxmlformats.org/officeDocument/2006/relationships/image" Target="../media/image183.png"/><Relationship Id="rId31" Type="http://schemas.openxmlformats.org/officeDocument/2006/relationships/image" Target="../media/image189.png"/><Relationship Id="rId4" Type="http://schemas.openxmlformats.org/officeDocument/2006/relationships/customXml" Target="../ink/ink84.xml"/><Relationship Id="rId9" Type="http://schemas.openxmlformats.org/officeDocument/2006/relationships/image" Target="../media/image178.png"/><Relationship Id="rId14" Type="http://schemas.openxmlformats.org/officeDocument/2006/relationships/customXml" Target="../ink/ink89.xml"/><Relationship Id="rId22" Type="http://schemas.openxmlformats.org/officeDocument/2006/relationships/customXml" Target="../ink/ink93.xml"/><Relationship Id="rId27" Type="http://schemas.openxmlformats.org/officeDocument/2006/relationships/image" Target="../media/image187.png"/><Relationship Id="rId30" Type="http://schemas.openxmlformats.org/officeDocument/2006/relationships/customXml" Target="../ink/ink97.xml"/><Relationship Id="rId35" Type="http://schemas.openxmlformats.org/officeDocument/2006/relationships/image" Target="../media/image191.png"/><Relationship Id="rId8" Type="http://schemas.openxmlformats.org/officeDocument/2006/relationships/customXml" Target="../ink/ink86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2.xml"/><Relationship Id="rId117" Type="http://schemas.openxmlformats.org/officeDocument/2006/relationships/customXml" Target="../ink/ink159.xml"/><Relationship Id="rId21" Type="http://schemas.openxmlformats.org/officeDocument/2006/relationships/image" Target="../media/image224.png"/><Relationship Id="rId42" Type="http://schemas.openxmlformats.org/officeDocument/2006/relationships/customXml" Target="../ink/ink120.xml"/><Relationship Id="rId47" Type="http://schemas.openxmlformats.org/officeDocument/2006/relationships/image" Target="../media/image237.png"/><Relationship Id="rId63" Type="http://schemas.openxmlformats.org/officeDocument/2006/relationships/image" Target="../media/image244.png"/><Relationship Id="rId68" Type="http://schemas.openxmlformats.org/officeDocument/2006/relationships/image" Target="../media/image246.png"/><Relationship Id="rId84" Type="http://schemas.openxmlformats.org/officeDocument/2006/relationships/customXml" Target="../ink/ink142.xml"/><Relationship Id="rId89" Type="http://schemas.openxmlformats.org/officeDocument/2006/relationships/image" Target="../media/image44.png"/><Relationship Id="rId112" Type="http://schemas.openxmlformats.org/officeDocument/2006/relationships/image" Target="../media/image55.png"/><Relationship Id="rId16" Type="http://schemas.openxmlformats.org/officeDocument/2006/relationships/customXml" Target="../ink/ink107.xml"/><Relationship Id="rId107" Type="http://schemas.openxmlformats.org/officeDocument/2006/relationships/customXml" Target="../ink/ink154.xml"/><Relationship Id="rId11" Type="http://schemas.openxmlformats.org/officeDocument/2006/relationships/image" Target="../media/image219.png"/><Relationship Id="rId32" Type="http://schemas.openxmlformats.org/officeDocument/2006/relationships/customXml" Target="../ink/ink115.xml"/><Relationship Id="rId37" Type="http://schemas.openxmlformats.org/officeDocument/2006/relationships/image" Target="../media/image232.png"/><Relationship Id="rId53" Type="http://schemas.openxmlformats.org/officeDocument/2006/relationships/image" Target="../media/image239.png"/><Relationship Id="rId58" Type="http://schemas.openxmlformats.org/officeDocument/2006/relationships/customXml" Target="../ink/ink128.xml"/><Relationship Id="rId74" Type="http://schemas.openxmlformats.org/officeDocument/2006/relationships/customXml" Target="../ink/ink137.xml"/><Relationship Id="rId79" Type="http://schemas.openxmlformats.org/officeDocument/2006/relationships/image" Target="../media/image39.png"/><Relationship Id="rId102" Type="http://schemas.openxmlformats.org/officeDocument/2006/relationships/image" Target="../media/image50.png"/><Relationship Id="rId123" Type="http://schemas.openxmlformats.org/officeDocument/2006/relationships/customXml" Target="../ink/ink162.xml"/><Relationship Id="rId5" Type="http://schemas.openxmlformats.org/officeDocument/2006/relationships/image" Target="../media/image216.png"/><Relationship Id="rId90" Type="http://schemas.openxmlformats.org/officeDocument/2006/relationships/customXml" Target="../ink/ink145.xml"/><Relationship Id="rId95" Type="http://schemas.openxmlformats.org/officeDocument/2006/relationships/customXml" Target="../ink/ink148.xml"/><Relationship Id="rId22" Type="http://schemas.openxmlformats.org/officeDocument/2006/relationships/customXml" Target="../ink/ink110.xml"/><Relationship Id="rId27" Type="http://schemas.openxmlformats.org/officeDocument/2006/relationships/image" Target="../media/image227.png"/><Relationship Id="rId43" Type="http://schemas.openxmlformats.org/officeDocument/2006/relationships/image" Target="../media/image235.png"/><Relationship Id="rId48" Type="http://schemas.openxmlformats.org/officeDocument/2006/relationships/customXml" Target="../ink/ink123.xml"/><Relationship Id="rId64" Type="http://schemas.openxmlformats.org/officeDocument/2006/relationships/customXml" Target="../ink/ink131.xml"/><Relationship Id="rId69" Type="http://schemas.openxmlformats.org/officeDocument/2006/relationships/customXml" Target="../ink/ink134.xml"/><Relationship Id="rId113" Type="http://schemas.openxmlformats.org/officeDocument/2006/relationships/customXml" Target="../ink/ink157.xml"/><Relationship Id="rId118" Type="http://schemas.openxmlformats.org/officeDocument/2006/relationships/image" Target="../media/image58.png"/><Relationship Id="rId80" Type="http://schemas.openxmlformats.org/officeDocument/2006/relationships/customXml" Target="../ink/ink140.xml"/><Relationship Id="rId85" Type="http://schemas.openxmlformats.org/officeDocument/2006/relationships/image" Target="../media/image42.png"/><Relationship Id="rId12" Type="http://schemas.openxmlformats.org/officeDocument/2006/relationships/customXml" Target="../ink/ink105.xml"/><Relationship Id="rId17" Type="http://schemas.openxmlformats.org/officeDocument/2006/relationships/image" Target="../media/image222.png"/><Relationship Id="rId33" Type="http://schemas.openxmlformats.org/officeDocument/2006/relationships/image" Target="../media/image230.png"/><Relationship Id="rId38" Type="http://schemas.openxmlformats.org/officeDocument/2006/relationships/customXml" Target="../ink/ink118.xml"/><Relationship Id="rId59" Type="http://schemas.openxmlformats.org/officeDocument/2006/relationships/image" Target="../media/image242.png"/><Relationship Id="rId103" Type="http://schemas.openxmlformats.org/officeDocument/2006/relationships/customXml" Target="../ink/ink152.xml"/><Relationship Id="rId108" Type="http://schemas.openxmlformats.org/officeDocument/2006/relationships/image" Target="../media/image53.png"/><Relationship Id="rId124" Type="http://schemas.openxmlformats.org/officeDocument/2006/relationships/image" Target="../media/image61.png"/><Relationship Id="rId54" Type="http://schemas.openxmlformats.org/officeDocument/2006/relationships/customXml" Target="../ink/ink126.xml"/><Relationship Id="rId70" Type="http://schemas.openxmlformats.org/officeDocument/2006/relationships/image" Target="../media/image247.png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2.xml"/><Relationship Id="rId23" Type="http://schemas.openxmlformats.org/officeDocument/2006/relationships/image" Target="../media/image225.png"/><Relationship Id="rId28" Type="http://schemas.openxmlformats.org/officeDocument/2006/relationships/customXml" Target="../ink/ink113.xml"/><Relationship Id="rId49" Type="http://schemas.openxmlformats.org/officeDocument/2006/relationships/image" Target="../media/image238.png"/><Relationship Id="rId114" Type="http://schemas.openxmlformats.org/officeDocument/2006/relationships/image" Target="../media/image56.png"/><Relationship Id="rId119" Type="http://schemas.openxmlformats.org/officeDocument/2006/relationships/customXml" Target="../ink/ink160.xml"/><Relationship Id="rId44" Type="http://schemas.openxmlformats.org/officeDocument/2006/relationships/customXml" Target="../ink/ink121.xml"/><Relationship Id="rId60" Type="http://schemas.openxmlformats.org/officeDocument/2006/relationships/customXml" Target="../ink/ink129.xml"/><Relationship Id="rId65" Type="http://schemas.openxmlformats.org/officeDocument/2006/relationships/customXml" Target="../ink/ink132.xml"/><Relationship Id="rId81" Type="http://schemas.openxmlformats.org/officeDocument/2006/relationships/image" Target="../media/image40.png"/><Relationship Id="rId86" Type="http://schemas.openxmlformats.org/officeDocument/2006/relationships/customXml" Target="../ink/ink143.xml"/><Relationship Id="rId13" Type="http://schemas.openxmlformats.org/officeDocument/2006/relationships/image" Target="../media/image220.png"/><Relationship Id="rId18" Type="http://schemas.openxmlformats.org/officeDocument/2006/relationships/customXml" Target="../ink/ink108.xml"/><Relationship Id="rId39" Type="http://schemas.openxmlformats.org/officeDocument/2006/relationships/image" Target="../media/image233.png"/><Relationship Id="rId109" Type="http://schemas.openxmlformats.org/officeDocument/2006/relationships/customXml" Target="../ink/ink155.xml"/><Relationship Id="rId34" Type="http://schemas.openxmlformats.org/officeDocument/2006/relationships/customXml" Target="../ink/ink116.xml"/><Relationship Id="rId50" Type="http://schemas.openxmlformats.org/officeDocument/2006/relationships/customXml" Target="../ink/ink124.xml"/><Relationship Id="rId55" Type="http://schemas.openxmlformats.org/officeDocument/2006/relationships/image" Target="../media/image240.png"/><Relationship Id="rId76" Type="http://schemas.openxmlformats.org/officeDocument/2006/relationships/customXml" Target="../ink/ink138.xml"/><Relationship Id="rId97" Type="http://schemas.openxmlformats.org/officeDocument/2006/relationships/customXml" Target="../ink/ink149.xml"/><Relationship Id="rId104" Type="http://schemas.openxmlformats.org/officeDocument/2006/relationships/image" Target="../media/image51.png"/><Relationship Id="rId120" Type="http://schemas.openxmlformats.org/officeDocument/2006/relationships/image" Target="../media/image59.png"/><Relationship Id="rId125" Type="http://schemas.openxmlformats.org/officeDocument/2006/relationships/customXml" Target="../ink/ink163.xml"/><Relationship Id="rId7" Type="http://schemas.openxmlformats.org/officeDocument/2006/relationships/image" Target="../media/image217.png"/><Relationship Id="rId71" Type="http://schemas.openxmlformats.org/officeDocument/2006/relationships/customXml" Target="../ink/ink135.xml"/><Relationship Id="rId92" Type="http://schemas.openxmlformats.org/officeDocument/2006/relationships/customXml" Target="../ink/ink146.xml"/><Relationship Id="rId2" Type="http://schemas.openxmlformats.org/officeDocument/2006/relationships/customXml" Target="../ink/ink100.xml"/><Relationship Id="rId29" Type="http://schemas.openxmlformats.org/officeDocument/2006/relationships/image" Target="../media/image228.png"/><Relationship Id="rId24" Type="http://schemas.openxmlformats.org/officeDocument/2006/relationships/customXml" Target="../ink/ink111.xml"/><Relationship Id="rId40" Type="http://schemas.openxmlformats.org/officeDocument/2006/relationships/customXml" Target="../ink/ink119.xml"/><Relationship Id="rId45" Type="http://schemas.openxmlformats.org/officeDocument/2006/relationships/image" Target="../media/image236.png"/><Relationship Id="rId66" Type="http://schemas.openxmlformats.org/officeDocument/2006/relationships/image" Target="../media/image245.png"/><Relationship Id="rId87" Type="http://schemas.openxmlformats.org/officeDocument/2006/relationships/image" Target="../media/image43.png"/><Relationship Id="rId110" Type="http://schemas.openxmlformats.org/officeDocument/2006/relationships/image" Target="../media/image54.png"/><Relationship Id="rId115" Type="http://schemas.openxmlformats.org/officeDocument/2006/relationships/customXml" Target="../ink/ink158.xml"/><Relationship Id="rId61" Type="http://schemas.openxmlformats.org/officeDocument/2006/relationships/image" Target="../media/image243.png"/><Relationship Id="rId82" Type="http://schemas.openxmlformats.org/officeDocument/2006/relationships/customXml" Target="../ink/ink141.xml"/><Relationship Id="rId19" Type="http://schemas.openxmlformats.org/officeDocument/2006/relationships/image" Target="../media/image2230.png"/><Relationship Id="rId14" Type="http://schemas.openxmlformats.org/officeDocument/2006/relationships/customXml" Target="../ink/ink106.xml"/><Relationship Id="rId30" Type="http://schemas.openxmlformats.org/officeDocument/2006/relationships/customXml" Target="../ink/ink114.xml"/><Relationship Id="rId35" Type="http://schemas.openxmlformats.org/officeDocument/2006/relationships/image" Target="../media/image2310.png"/><Relationship Id="rId56" Type="http://schemas.openxmlformats.org/officeDocument/2006/relationships/customXml" Target="../ink/ink127.xml"/><Relationship Id="rId77" Type="http://schemas.openxmlformats.org/officeDocument/2006/relationships/image" Target="../media/image38.png"/><Relationship Id="rId100" Type="http://schemas.openxmlformats.org/officeDocument/2006/relationships/image" Target="../media/image49.png"/><Relationship Id="rId105" Type="http://schemas.openxmlformats.org/officeDocument/2006/relationships/customXml" Target="../ink/ink153.xml"/><Relationship Id="rId126" Type="http://schemas.openxmlformats.org/officeDocument/2006/relationships/image" Target="../media/image62.png"/><Relationship Id="rId8" Type="http://schemas.openxmlformats.org/officeDocument/2006/relationships/customXml" Target="../ink/ink103.xml"/><Relationship Id="rId51" Type="http://schemas.openxmlformats.org/officeDocument/2006/relationships/image" Target="../media/image193.png"/><Relationship Id="rId72" Type="http://schemas.openxmlformats.org/officeDocument/2006/relationships/customXml" Target="../ink/ink136.xml"/><Relationship Id="rId93" Type="http://schemas.openxmlformats.org/officeDocument/2006/relationships/customXml" Target="../ink/ink147.xml"/><Relationship Id="rId98" Type="http://schemas.openxmlformats.org/officeDocument/2006/relationships/image" Target="../media/image48.png"/><Relationship Id="rId121" Type="http://schemas.openxmlformats.org/officeDocument/2006/relationships/customXml" Target="../ink/ink161.xml"/><Relationship Id="rId3" Type="http://schemas.openxmlformats.org/officeDocument/2006/relationships/image" Target="../media/image215.png"/><Relationship Id="rId25" Type="http://schemas.openxmlformats.org/officeDocument/2006/relationships/image" Target="../media/image226.png"/><Relationship Id="rId46" Type="http://schemas.openxmlformats.org/officeDocument/2006/relationships/customXml" Target="../ink/ink122.xml"/><Relationship Id="rId67" Type="http://schemas.openxmlformats.org/officeDocument/2006/relationships/customXml" Target="../ink/ink133.xml"/><Relationship Id="rId116" Type="http://schemas.openxmlformats.org/officeDocument/2006/relationships/image" Target="../media/image57.png"/><Relationship Id="rId20" Type="http://schemas.openxmlformats.org/officeDocument/2006/relationships/customXml" Target="../ink/ink109.xml"/><Relationship Id="rId41" Type="http://schemas.openxmlformats.org/officeDocument/2006/relationships/image" Target="../media/image234.png"/><Relationship Id="rId62" Type="http://schemas.openxmlformats.org/officeDocument/2006/relationships/customXml" Target="../ink/ink130.xml"/><Relationship Id="rId83" Type="http://schemas.openxmlformats.org/officeDocument/2006/relationships/image" Target="../media/image41.png"/><Relationship Id="rId88" Type="http://schemas.openxmlformats.org/officeDocument/2006/relationships/customXml" Target="../ink/ink144.xml"/><Relationship Id="rId111" Type="http://schemas.openxmlformats.org/officeDocument/2006/relationships/customXml" Target="../ink/ink156.xml"/><Relationship Id="rId15" Type="http://schemas.openxmlformats.org/officeDocument/2006/relationships/image" Target="../media/image221.png"/><Relationship Id="rId36" Type="http://schemas.openxmlformats.org/officeDocument/2006/relationships/customXml" Target="../ink/ink117.xml"/><Relationship Id="rId57" Type="http://schemas.openxmlformats.org/officeDocument/2006/relationships/image" Target="../media/image241.png"/><Relationship Id="rId106" Type="http://schemas.openxmlformats.org/officeDocument/2006/relationships/image" Target="../media/image52.png"/><Relationship Id="rId10" Type="http://schemas.openxmlformats.org/officeDocument/2006/relationships/customXml" Target="../ink/ink104.xml"/><Relationship Id="rId31" Type="http://schemas.openxmlformats.org/officeDocument/2006/relationships/image" Target="../media/image229.png"/><Relationship Id="rId52" Type="http://schemas.openxmlformats.org/officeDocument/2006/relationships/customXml" Target="../ink/ink125.xml"/><Relationship Id="rId73" Type="http://schemas.openxmlformats.org/officeDocument/2006/relationships/image" Target="../media/image36.png"/><Relationship Id="rId78" Type="http://schemas.openxmlformats.org/officeDocument/2006/relationships/customXml" Target="../ink/ink139.xml"/><Relationship Id="rId94" Type="http://schemas.openxmlformats.org/officeDocument/2006/relationships/image" Target="../media/image46.png"/><Relationship Id="rId99" Type="http://schemas.openxmlformats.org/officeDocument/2006/relationships/customXml" Target="../ink/ink150.xml"/><Relationship Id="rId101" Type="http://schemas.openxmlformats.org/officeDocument/2006/relationships/customXml" Target="../ink/ink151.xml"/><Relationship Id="rId122" Type="http://schemas.openxmlformats.org/officeDocument/2006/relationships/image" Target="../media/image60.png"/><Relationship Id="rId4" Type="http://schemas.openxmlformats.org/officeDocument/2006/relationships/customXml" Target="../ink/ink101.xml"/><Relationship Id="rId9" Type="http://schemas.openxmlformats.org/officeDocument/2006/relationships/image" Target="../media/image2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1.png"/><Relationship Id="rId3" Type="http://schemas.openxmlformats.org/officeDocument/2006/relationships/customXml" Target="../ink/ink164.xml"/><Relationship Id="rId7" Type="http://schemas.openxmlformats.org/officeDocument/2006/relationships/customXml" Target="../ink/ink166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1.png"/><Relationship Id="rId5" Type="http://schemas.openxmlformats.org/officeDocument/2006/relationships/customXml" Target="../ink/ink165.xml"/><Relationship Id="rId10" Type="http://schemas.openxmlformats.org/officeDocument/2006/relationships/image" Target="../media/image1850.png"/><Relationship Id="rId4" Type="http://schemas.openxmlformats.org/officeDocument/2006/relationships/image" Target="../media/image1821.png"/><Relationship Id="rId9" Type="http://schemas.openxmlformats.org/officeDocument/2006/relationships/customXml" Target="../ink/ink167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74.xml"/><Relationship Id="rId18" Type="http://schemas.openxmlformats.org/officeDocument/2006/relationships/image" Target="../media/image248.png"/><Relationship Id="rId26" Type="http://schemas.openxmlformats.org/officeDocument/2006/relationships/image" Target="../media/image252.png"/><Relationship Id="rId3" Type="http://schemas.openxmlformats.org/officeDocument/2006/relationships/image" Target="../media/image1861.png"/><Relationship Id="rId21" Type="http://schemas.openxmlformats.org/officeDocument/2006/relationships/customXml" Target="../ink/ink178.xml"/><Relationship Id="rId34" Type="http://schemas.openxmlformats.org/officeDocument/2006/relationships/image" Target="../media/image256.png"/><Relationship Id="rId7" Type="http://schemas.openxmlformats.org/officeDocument/2006/relationships/customXml" Target="../ink/ink171.xml"/><Relationship Id="rId12" Type="http://schemas.openxmlformats.org/officeDocument/2006/relationships/image" Target="../media/image1901.png"/><Relationship Id="rId17" Type="http://schemas.openxmlformats.org/officeDocument/2006/relationships/customXml" Target="../ink/ink176.xml"/><Relationship Id="rId25" Type="http://schemas.openxmlformats.org/officeDocument/2006/relationships/customXml" Target="../ink/ink180.xml"/><Relationship Id="rId33" Type="http://schemas.openxmlformats.org/officeDocument/2006/relationships/customXml" Target="../ink/ink184.xml"/><Relationship Id="rId2" Type="http://schemas.openxmlformats.org/officeDocument/2006/relationships/customXml" Target="../ink/ink168.xml"/><Relationship Id="rId16" Type="http://schemas.openxmlformats.org/officeDocument/2006/relationships/image" Target="../media/image192.png"/><Relationship Id="rId20" Type="http://schemas.openxmlformats.org/officeDocument/2006/relationships/image" Target="../media/image249.png"/><Relationship Id="rId29" Type="http://schemas.openxmlformats.org/officeDocument/2006/relationships/customXml" Target="../ink/ink18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1.png"/><Relationship Id="rId11" Type="http://schemas.openxmlformats.org/officeDocument/2006/relationships/customXml" Target="../ink/ink173.xml"/><Relationship Id="rId24" Type="http://schemas.openxmlformats.org/officeDocument/2006/relationships/image" Target="../media/image251.png"/><Relationship Id="rId32" Type="http://schemas.openxmlformats.org/officeDocument/2006/relationships/image" Target="../media/image255.png"/><Relationship Id="rId5" Type="http://schemas.openxmlformats.org/officeDocument/2006/relationships/customXml" Target="../ink/ink170.xml"/><Relationship Id="rId15" Type="http://schemas.openxmlformats.org/officeDocument/2006/relationships/customXml" Target="../ink/ink175.xml"/><Relationship Id="rId23" Type="http://schemas.openxmlformats.org/officeDocument/2006/relationships/customXml" Target="../ink/ink179.xml"/><Relationship Id="rId28" Type="http://schemas.openxmlformats.org/officeDocument/2006/relationships/image" Target="../media/image253.png"/><Relationship Id="rId36" Type="http://schemas.openxmlformats.org/officeDocument/2006/relationships/image" Target="../media/image257.png"/><Relationship Id="rId10" Type="http://schemas.openxmlformats.org/officeDocument/2006/relationships/image" Target="../media/image1891.png"/><Relationship Id="rId19" Type="http://schemas.openxmlformats.org/officeDocument/2006/relationships/customXml" Target="../ink/ink177.xml"/><Relationship Id="rId31" Type="http://schemas.openxmlformats.org/officeDocument/2006/relationships/customXml" Target="../ink/ink183.xml"/><Relationship Id="rId4" Type="http://schemas.openxmlformats.org/officeDocument/2006/relationships/customXml" Target="../ink/ink169.xml"/><Relationship Id="rId9" Type="http://schemas.openxmlformats.org/officeDocument/2006/relationships/customXml" Target="../ink/ink172.xml"/><Relationship Id="rId14" Type="http://schemas.openxmlformats.org/officeDocument/2006/relationships/image" Target="../media/image1912.png"/><Relationship Id="rId22" Type="http://schemas.openxmlformats.org/officeDocument/2006/relationships/image" Target="../media/image250.png"/><Relationship Id="rId27" Type="http://schemas.openxmlformats.org/officeDocument/2006/relationships/customXml" Target="../ink/ink181.xml"/><Relationship Id="rId30" Type="http://schemas.openxmlformats.org/officeDocument/2006/relationships/image" Target="../media/image254.png"/><Relationship Id="rId35" Type="http://schemas.openxmlformats.org/officeDocument/2006/relationships/customXml" Target="../ink/ink185.xml"/><Relationship Id="rId8" Type="http://schemas.openxmlformats.org/officeDocument/2006/relationships/image" Target="../media/image188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customXml" Target="../ink/ink18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9.xml"/><Relationship Id="rId21" Type="http://schemas.openxmlformats.org/officeDocument/2006/relationships/image" Target="../media/image267.png"/><Relationship Id="rId42" Type="http://schemas.openxmlformats.org/officeDocument/2006/relationships/customXml" Target="../ink/ink207.xml"/><Relationship Id="rId47" Type="http://schemas.openxmlformats.org/officeDocument/2006/relationships/image" Target="../media/image280.png"/><Relationship Id="rId63" Type="http://schemas.openxmlformats.org/officeDocument/2006/relationships/image" Target="../media/image288.png"/><Relationship Id="rId68" Type="http://schemas.openxmlformats.org/officeDocument/2006/relationships/customXml" Target="../ink/ink220.xml"/><Relationship Id="rId84" Type="http://schemas.openxmlformats.org/officeDocument/2006/relationships/customXml" Target="../ink/ink228.xml"/><Relationship Id="rId89" Type="http://schemas.openxmlformats.org/officeDocument/2006/relationships/image" Target="../media/image301.png"/><Relationship Id="rId16" Type="http://schemas.openxmlformats.org/officeDocument/2006/relationships/customXml" Target="../ink/ink194.xml"/><Relationship Id="rId11" Type="http://schemas.openxmlformats.org/officeDocument/2006/relationships/image" Target="../media/image262.png"/><Relationship Id="rId32" Type="http://schemas.openxmlformats.org/officeDocument/2006/relationships/customXml" Target="../ink/ink202.xml"/><Relationship Id="rId37" Type="http://schemas.openxmlformats.org/officeDocument/2006/relationships/image" Target="../media/image275.png"/><Relationship Id="rId53" Type="http://schemas.openxmlformats.org/officeDocument/2006/relationships/image" Target="../media/image283.png"/><Relationship Id="rId58" Type="http://schemas.openxmlformats.org/officeDocument/2006/relationships/customXml" Target="../ink/ink215.xml"/><Relationship Id="rId74" Type="http://schemas.openxmlformats.org/officeDocument/2006/relationships/customXml" Target="../ink/ink223.xml"/><Relationship Id="rId79" Type="http://schemas.openxmlformats.org/officeDocument/2006/relationships/image" Target="../media/image296.png"/><Relationship Id="rId5" Type="http://schemas.openxmlformats.org/officeDocument/2006/relationships/image" Target="../media/image259.png"/><Relationship Id="rId90" Type="http://schemas.openxmlformats.org/officeDocument/2006/relationships/customXml" Target="../ink/ink231.xml"/><Relationship Id="rId95" Type="http://schemas.openxmlformats.org/officeDocument/2006/relationships/image" Target="../media/image304.png"/><Relationship Id="rId22" Type="http://schemas.openxmlformats.org/officeDocument/2006/relationships/customXml" Target="../ink/ink197.xml"/><Relationship Id="rId27" Type="http://schemas.openxmlformats.org/officeDocument/2006/relationships/image" Target="../media/image270.png"/><Relationship Id="rId43" Type="http://schemas.openxmlformats.org/officeDocument/2006/relationships/image" Target="../media/image278.png"/><Relationship Id="rId48" Type="http://schemas.openxmlformats.org/officeDocument/2006/relationships/customXml" Target="../ink/ink210.xml"/><Relationship Id="rId64" Type="http://schemas.openxmlformats.org/officeDocument/2006/relationships/customXml" Target="../ink/ink218.xml"/><Relationship Id="rId69" Type="http://schemas.openxmlformats.org/officeDocument/2006/relationships/image" Target="../media/image291.png"/><Relationship Id="rId80" Type="http://schemas.openxmlformats.org/officeDocument/2006/relationships/customXml" Target="../ink/ink226.xml"/><Relationship Id="rId85" Type="http://schemas.openxmlformats.org/officeDocument/2006/relationships/image" Target="../media/image299.png"/><Relationship Id="rId12" Type="http://schemas.openxmlformats.org/officeDocument/2006/relationships/customXml" Target="../ink/ink192.xml"/><Relationship Id="rId17" Type="http://schemas.openxmlformats.org/officeDocument/2006/relationships/image" Target="../media/image265.png"/><Relationship Id="rId25" Type="http://schemas.openxmlformats.org/officeDocument/2006/relationships/image" Target="../media/image269.png"/><Relationship Id="rId33" Type="http://schemas.openxmlformats.org/officeDocument/2006/relationships/image" Target="../media/image273.png"/><Relationship Id="rId38" Type="http://schemas.openxmlformats.org/officeDocument/2006/relationships/customXml" Target="../ink/ink205.xml"/><Relationship Id="rId46" Type="http://schemas.openxmlformats.org/officeDocument/2006/relationships/customXml" Target="../ink/ink209.xml"/><Relationship Id="rId59" Type="http://schemas.openxmlformats.org/officeDocument/2006/relationships/image" Target="../media/image286.png"/><Relationship Id="rId67" Type="http://schemas.openxmlformats.org/officeDocument/2006/relationships/image" Target="../media/image290.png"/><Relationship Id="rId20" Type="http://schemas.openxmlformats.org/officeDocument/2006/relationships/customXml" Target="../ink/ink196.xml"/><Relationship Id="rId41" Type="http://schemas.openxmlformats.org/officeDocument/2006/relationships/image" Target="../media/image277.png"/><Relationship Id="rId54" Type="http://schemas.openxmlformats.org/officeDocument/2006/relationships/customXml" Target="../ink/ink213.xml"/><Relationship Id="rId62" Type="http://schemas.openxmlformats.org/officeDocument/2006/relationships/customXml" Target="../ink/ink217.xml"/><Relationship Id="rId70" Type="http://schemas.openxmlformats.org/officeDocument/2006/relationships/customXml" Target="../ink/ink221.xml"/><Relationship Id="rId75" Type="http://schemas.openxmlformats.org/officeDocument/2006/relationships/image" Target="../media/image294.png"/><Relationship Id="rId83" Type="http://schemas.openxmlformats.org/officeDocument/2006/relationships/image" Target="../media/image298.png"/><Relationship Id="rId88" Type="http://schemas.openxmlformats.org/officeDocument/2006/relationships/customXml" Target="../ink/ink230.xml"/><Relationship Id="rId91" Type="http://schemas.openxmlformats.org/officeDocument/2006/relationships/image" Target="../media/image302.png"/><Relationship Id="rId96" Type="http://schemas.openxmlformats.org/officeDocument/2006/relationships/customXml" Target="../ink/ink23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9.xml"/><Relationship Id="rId15" Type="http://schemas.openxmlformats.org/officeDocument/2006/relationships/image" Target="../media/image264.png"/><Relationship Id="rId23" Type="http://schemas.openxmlformats.org/officeDocument/2006/relationships/image" Target="../media/image268.png"/><Relationship Id="rId28" Type="http://schemas.openxmlformats.org/officeDocument/2006/relationships/customXml" Target="../ink/ink200.xml"/><Relationship Id="rId36" Type="http://schemas.openxmlformats.org/officeDocument/2006/relationships/customXml" Target="../ink/ink204.xml"/><Relationship Id="rId49" Type="http://schemas.openxmlformats.org/officeDocument/2006/relationships/image" Target="../media/image281.png"/><Relationship Id="rId57" Type="http://schemas.openxmlformats.org/officeDocument/2006/relationships/image" Target="../media/image285.png"/><Relationship Id="rId10" Type="http://schemas.openxmlformats.org/officeDocument/2006/relationships/customXml" Target="../ink/ink191.xml"/><Relationship Id="rId31" Type="http://schemas.openxmlformats.org/officeDocument/2006/relationships/image" Target="../media/image272.png"/><Relationship Id="rId44" Type="http://schemas.openxmlformats.org/officeDocument/2006/relationships/customXml" Target="../ink/ink208.xml"/><Relationship Id="rId52" Type="http://schemas.openxmlformats.org/officeDocument/2006/relationships/customXml" Target="../ink/ink212.xml"/><Relationship Id="rId60" Type="http://schemas.openxmlformats.org/officeDocument/2006/relationships/customXml" Target="../ink/ink216.xml"/><Relationship Id="rId65" Type="http://schemas.openxmlformats.org/officeDocument/2006/relationships/image" Target="../media/image289.png"/><Relationship Id="rId73" Type="http://schemas.openxmlformats.org/officeDocument/2006/relationships/image" Target="../media/image293.png"/><Relationship Id="rId78" Type="http://schemas.openxmlformats.org/officeDocument/2006/relationships/customXml" Target="../ink/ink225.xml"/><Relationship Id="rId81" Type="http://schemas.openxmlformats.org/officeDocument/2006/relationships/image" Target="../media/image297.png"/><Relationship Id="rId86" Type="http://schemas.openxmlformats.org/officeDocument/2006/relationships/customXml" Target="../ink/ink229.xml"/><Relationship Id="rId94" Type="http://schemas.openxmlformats.org/officeDocument/2006/relationships/customXml" Target="../ink/ink233.xml"/><Relationship Id="rId99" Type="http://schemas.openxmlformats.org/officeDocument/2006/relationships/image" Target="../media/image306.png"/><Relationship Id="rId101" Type="http://schemas.openxmlformats.org/officeDocument/2006/relationships/image" Target="../media/image307.png"/><Relationship Id="rId4" Type="http://schemas.openxmlformats.org/officeDocument/2006/relationships/customXml" Target="../ink/ink188.xml"/><Relationship Id="rId9" Type="http://schemas.openxmlformats.org/officeDocument/2006/relationships/image" Target="../media/image261.png"/><Relationship Id="rId13" Type="http://schemas.openxmlformats.org/officeDocument/2006/relationships/image" Target="../media/image263.png"/><Relationship Id="rId18" Type="http://schemas.openxmlformats.org/officeDocument/2006/relationships/customXml" Target="../ink/ink195.xml"/><Relationship Id="rId39" Type="http://schemas.openxmlformats.org/officeDocument/2006/relationships/image" Target="../media/image276.png"/><Relationship Id="rId34" Type="http://schemas.openxmlformats.org/officeDocument/2006/relationships/customXml" Target="../ink/ink203.xml"/><Relationship Id="rId50" Type="http://schemas.openxmlformats.org/officeDocument/2006/relationships/customXml" Target="../ink/ink211.xml"/><Relationship Id="rId55" Type="http://schemas.openxmlformats.org/officeDocument/2006/relationships/image" Target="../media/image284.png"/><Relationship Id="rId76" Type="http://schemas.openxmlformats.org/officeDocument/2006/relationships/customXml" Target="../ink/ink224.xml"/><Relationship Id="rId97" Type="http://schemas.openxmlformats.org/officeDocument/2006/relationships/image" Target="../media/image305.png"/><Relationship Id="rId7" Type="http://schemas.openxmlformats.org/officeDocument/2006/relationships/image" Target="../media/image260.png"/><Relationship Id="rId71" Type="http://schemas.openxmlformats.org/officeDocument/2006/relationships/image" Target="../media/image292.png"/><Relationship Id="rId92" Type="http://schemas.openxmlformats.org/officeDocument/2006/relationships/customXml" Target="../ink/ink232.xml"/><Relationship Id="rId2" Type="http://schemas.openxmlformats.org/officeDocument/2006/relationships/customXml" Target="../ink/ink187.xml"/><Relationship Id="rId29" Type="http://schemas.openxmlformats.org/officeDocument/2006/relationships/image" Target="../media/image271.png"/><Relationship Id="rId24" Type="http://schemas.openxmlformats.org/officeDocument/2006/relationships/customXml" Target="../ink/ink198.xml"/><Relationship Id="rId40" Type="http://schemas.openxmlformats.org/officeDocument/2006/relationships/customXml" Target="../ink/ink206.xml"/><Relationship Id="rId45" Type="http://schemas.openxmlformats.org/officeDocument/2006/relationships/image" Target="../media/image279.png"/><Relationship Id="rId66" Type="http://schemas.openxmlformats.org/officeDocument/2006/relationships/customXml" Target="../ink/ink219.xml"/><Relationship Id="rId87" Type="http://schemas.openxmlformats.org/officeDocument/2006/relationships/image" Target="../media/image300.png"/><Relationship Id="rId61" Type="http://schemas.openxmlformats.org/officeDocument/2006/relationships/image" Target="../media/image287.png"/><Relationship Id="rId82" Type="http://schemas.openxmlformats.org/officeDocument/2006/relationships/customXml" Target="../ink/ink227.xml"/><Relationship Id="rId19" Type="http://schemas.openxmlformats.org/officeDocument/2006/relationships/image" Target="../media/image266.png"/><Relationship Id="rId14" Type="http://schemas.openxmlformats.org/officeDocument/2006/relationships/customXml" Target="../ink/ink193.xml"/><Relationship Id="rId30" Type="http://schemas.openxmlformats.org/officeDocument/2006/relationships/customXml" Target="../ink/ink201.xml"/><Relationship Id="rId35" Type="http://schemas.openxmlformats.org/officeDocument/2006/relationships/image" Target="../media/image274.png"/><Relationship Id="rId56" Type="http://schemas.openxmlformats.org/officeDocument/2006/relationships/customXml" Target="../ink/ink214.xml"/><Relationship Id="rId77" Type="http://schemas.openxmlformats.org/officeDocument/2006/relationships/image" Target="../media/image295.png"/><Relationship Id="rId100" Type="http://schemas.openxmlformats.org/officeDocument/2006/relationships/customXml" Target="../ink/ink236.xml"/><Relationship Id="rId8" Type="http://schemas.openxmlformats.org/officeDocument/2006/relationships/customXml" Target="../ink/ink190.xml"/><Relationship Id="rId51" Type="http://schemas.openxmlformats.org/officeDocument/2006/relationships/image" Target="../media/image282.png"/><Relationship Id="rId72" Type="http://schemas.openxmlformats.org/officeDocument/2006/relationships/customXml" Target="../ink/ink222.xml"/><Relationship Id="rId93" Type="http://schemas.openxmlformats.org/officeDocument/2006/relationships/image" Target="../media/image303.png"/><Relationship Id="rId98" Type="http://schemas.openxmlformats.org/officeDocument/2006/relationships/customXml" Target="../ink/ink235.xml"/><Relationship Id="rId3" Type="http://schemas.openxmlformats.org/officeDocument/2006/relationships/image" Target="../media/image168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0.png"/><Relationship Id="rId13" Type="http://schemas.openxmlformats.org/officeDocument/2006/relationships/customXml" Target="../ink/ink242.xml"/><Relationship Id="rId3" Type="http://schemas.openxmlformats.org/officeDocument/2006/relationships/customXml" Target="../ink/ink237.xml"/><Relationship Id="rId7" Type="http://schemas.openxmlformats.org/officeDocument/2006/relationships/customXml" Target="../ink/ink239.xml"/><Relationship Id="rId12" Type="http://schemas.openxmlformats.org/officeDocument/2006/relationships/image" Target="../media/image1810.png"/><Relationship Id="rId2" Type="http://schemas.openxmlformats.org/officeDocument/2006/relationships/image" Target="../media/image19.png"/><Relationship Id="rId16" Type="http://schemas.openxmlformats.org/officeDocument/2006/relationships/image" Target="../media/image18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0.png"/><Relationship Id="rId11" Type="http://schemas.openxmlformats.org/officeDocument/2006/relationships/customXml" Target="../ink/ink241.xml"/><Relationship Id="rId5" Type="http://schemas.openxmlformats.org/officeDocument/2006/relationships/customXml" Target="../ink/ink238.xml"/><Relationship Id="rId15" Type="http://schemas.openxmlformats.org/officeDocument/2006/relationships/customXml" Target="../ink/ink243.xml"/><Relationship Id="rId10" Type="http://schemas.openxmlformats.org/officeDocument/2006/relationships/image" Target="../media/image1800.png"/><Relationship Id="rId4" Type="http://schemas.openxmlformats.org/officeDocument/2006/relationships/image" Target="../media/image1770.png"/><Relationship Id="rId9" Type="http://schemas.openxmlformats.org/officeDocument/2006/relationships/customXml" Target="../ink/ink240.xml"/><Relationship Id="rId14" Type="http://schemas.openxmlformats.org/officeDocument/2006/relationships/image" Target="../media/image18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49.xml"/><Relationship Id="rId18" Type="http://schemas.openxmlformats.org/officeDocument/2006/relationships/image" Target="../media/image1930.png"/><Relationship Id="rId26" Type="http://schemas.openxmlformats.org/officeDocument/2006/relationships/image" Target="../media/image1970.png"/><Relationship Id="rId39" Type="http://schemas.openxmlformats.org/officeDocument/2006/relationships/customXml" Target="../ink/ink262.xml"/><Relationship Id="rId21" Type="http://schemas.openxmlformats.org/officeDocument/2006/relationships/customXml" Target="../ink/ink253.xml"/><Relationship Id="rId34" Type="http://schemas.openxmlformats.org/officeDocument/2006/relationships/image" Target="../media/image2010.png"/><Relationship Id="rId42" Type="http://schemas.openxmlformats.org/officeDocument/2006/relationships/image" Target="../media/image2050.png"/><Relationship Id="rId47" Type="http://schemas.openxmlformats.org/officeDocument/2006/relationships/customXml" Target="../ink/ink266.xml"/><Relationship Id="rId50" Type="http://schemas.openxmlformats.org/officeDocument/2006/relationships/image" Target="../media/image2090.png"/><Relationship Id="rId7" Type="http://schemas.openxmlformats.org/officeDocument/2006/relationships/customXml" Target="../ink/ink246.xml"/><Relationship Id="rId2" Type="http://schemas.openxmlformats.org/officeDocument/2006/relationships/image" Target="../media/image21.png"/><Relationship Id="rId16" Type="http://schemas.openxmlformats.org/officeDocument/2006/relationships/image" Target="../media/image1920.png"/><Relationship Id="rId29" Type="http://schemas.openxmlformats.org/officeDocument/2006/relationships/customXml" Target="../ink/ink257.xml"/><Relationship Id="rId11" Type="http://schemas.openxmlformats.org/officeDocument/2006/relationships/customXml" Target="../ink/ink248.xml"/><Relationship Id="rId24" Type="http://schemas.openxmlformats.org/officeDocument/2006/relationships/image" Target="../media/image1960.png"/><Relationship Id="rId32" Type="http://schemas.openxmlformats.org/officeDocument/2006/relationships/image" Target="../media/image2000.png"/><Relationship Id="rId37" Type="http://schemas.openxmlformats.org/officeDocument/2006/relationships/customXml" Target="../ink/ink261.xml"/><Relationship Id="rId40" Type="http://schemas.openxmlformats.org/officeDocument/2006/relationships/image" Target="../media/image2040.png"/><Relationship Id="rId45" Type="http://schemas.openxmlformats.org/officeDocument/2006/relationships/customXml" Target="../ink/ink265.xml"/><Relationship Id="rId53" Type="http://schemas.openxmlformats.org/officeDocument/2006/relationships/customXml" Target="../ink/ink269.xml"/><Relationship Id="rId5" Type="http://schemas.openxmlformats.org/officeDocument/2006/relationships/customXml" Target="../ink/ink245.xml"/><Relationship Id="rId10" Type="http://schemas.openxmlformats.org/officeDocument/2006/relationships/image" Target="../media/image1890.png"/><Relationship Id="rId19" Type="http://schemas.openxmlformats.org/officeDocument/2006/relationships/customXml" Target="../ink/ink252.xml"/><Relationship Id="rId31" Type="http://schemas.openxmlformats.org/officeDocument/2006/relationships/customXml" Target="../ink/ink258.xml"/><Relationship Id="rId44" Type="http://schemas.openxmlformats.org/officeDocument/2006/relationships/image" Target="../media/image2060.png"/><Relationship Id="rId52" Type="http://schemas.openxmlformats.org/officeDocument/2006/relationships/image" Target="../media/image2100.png"/><Relationship Id="rId4" Type="http://schemas.openxmlformats.org/officeDocument/2006/relationships/image" Target="../media/image1860.png"/><Relationship Id="rId9" Type="http://schemas.openxmlformats.org/officeDocument/2006/relationships/customXml" Target="../ink/ink247.xml"/><Relationship Id="rId14" Type="http://schemas.openxmlformats.org/officeDocument/2006/relationships/image" Target="../media/image1911.png"/><Relationship Id="rId22" Type="http://schemas.openxmlformats.org/officeDocument/2006/relationships/image" Target="../media/image1950.png"/><Relationship Id="rId27" Type="http://schemas.openxmlformats.org/officeDocument/2006/relationships/customXml" Target="../ink/ink256.xml"/><Relationship Id="rId30" Type="http://schemas.openxmlformats.org/officeDocument/2006/relationships/image" Target="../media/image1990.png"/><Relationship Id="rId35" Type="http://schemas.openxmlformats.org/officeDocument/2006/relationships/customXml" Target="../ink/ink260.xml"/><Relationship Id="rId43" Type="http://schemas.openxmlformats.org/officeDocument/2006/relationships/customXml" Target="../ink/ink264.xml"/><Relationship Id="rId48" Type="http://schemas.openxmlformats.org/officeDocument/2006/relationships/image" Target="../media/image2080.png"/><Relationship Id="rId8" Type="http://schemas.openxmlformats.org/officeDocument/2006/relationships/image" Target="../media/image1880.png"/><Relationship Id="rId51" Type="http://schemas.openxmlformats.org/officeDocument/2006/relationships/customXml" Target="../ink/ink268.xml"/><Relationship Id="rId3" Type="http://schemas.openxmlformats.org/officeDocument/2006/relationships/customXml" Target="../ink/ink244.xml"/><Relationship Id="rId12" Type="http://schemas.openxmlformats.org/officeDocument/2006/relationships/image" Target="../media/image1900.png"/><Relationship Id="rId17" Type="http://schemas.openxmlformats.org/officeDocument/2006/relationships/customXml" Target="../ink/ink251.xml"/><Relationship Id="rId25" Type="http://schemas.openxmlformats.org/officeDocument/2006/relationships/customXml" Target="../ink/ink255.xml"/><Relationship Id="rId33" Type="http://schemas.openxmlformats.org/officeDocument/2006/relationships/customXml" Target="../ink/ink259.xml"/><Relationship Id="rId38" Type="http://schemas.openxmlformats.org/officeDocument/2006/relationships/image" Target="../media/image2030.png"/><Relationship Id="rId46" Type="http://schemas.openxmlformats.org/officeDocument/2006/relationships/image" Target="../media/image2070.png"/><Relationship Id="rId20" Type="http://schemas.openxmlformats.org/officeDocument/2006/relationships/image" Target="../media/image1940.png"/><Relationship Id="rId41" Type="http://schemas.openxmlformats.org/officeDocument/2006/relationships/customXml" Target="../ink/ink263.xml"/><Relationship Id="rId54" Type="http://schemas.openxmlformats.org/officeDocument/2006/relationships/image" Target="../media/image2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0.png"/><Relationship Id="rId15" Type="http://schemas.openxmlformats.org/officeDocument/2006/relationships/customXml" Target="../ink/ink250.xml"/><Relationship Id="rId23" Type="http://schemas.openxmlformats.org/officeDocument/2006/relationships/customXml" Target="../ink/ink254.xml"/><Relationship Id="rId28" Type="http://schemas.openxmlformats.org/officeDocument/2006/relationships/image" Target="../media/image1980.png"/><Relationship Id="rId36" Type="http://schemas.openxmlformats.org/officeDocument/2006/relationships/image" Target="../media/image2020.png"/><Relationship Id="rId49" Type="http://schemas.openxmlformats.org/officeDocument/2006/relationships/customXml" Target="../ink/ink26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0.png"/><Relationship Id="rId13" Type="http://schemas.openxmlformats.org/officeDocument/2006/relationships/customXml" Target="../ink/ink275.xml"/><Relationship Id="rId18" Type="http://schemas.openxmlformats.org/officeDocument/2006/relationships/image" Target="../media/image2200.png"/><Relationship Id="rId3" Type="http://schemas.openxmlformats.org/officeDocument/2006/relationships/customXml" Target="../ink/ink270.xml"/><Relationship Id="rId21" Type="http://schemas.openxmlformats.org/officeDocument/2006/relationships/customXml" Target="../ink/ink279.xml"/><Relationship Id="rId7" Type="http://schemas.openxmlformats.org/officeDocument/2006/relationships/customXml" Target="../ink/ink272.xml"/><Relationship Id="rId12" Type="http://schemas.openxmlformats.org/officeDocument/2006/relationships/image" Target="../media/image2170.png"/><Relationship Id="rId17" Type="http://schemas.openxmlformats.org/officeDocument/2006/relationships/customXml" Target="../ink/ink277.xml"/><Relationship Id="rId2" Type="http://schemas.openxmlformats.org/officeDocument/2006/relationships/image" Target="../media/image22.png"/><Relationship Id="rId16" Type="http://schemas.openxmlformats.org/officeDocument/2006/relationships/image" Target="../media/image2190.png"/><Relationship Id="rId20" Type="http://schemas.openxmlformats.org/officeDocument/2006/relationships/image" Target="../media/image2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40.png"/><Relationship Id="rId11" Type="http://schemas.openxmlformats.org/officeDocument/2006/relationships/customXml" Target="../ink/ink274.xml"/><Relationship Id="rId5" Type="http://schemas.openxmlformats.org/officeDocument/2006/relationships/customXml" Target="../ink/ink271.xml"/><Relationship Id="rId15" Type="http://schemas.openxmlformats.org/officeDocument/2006/relationships/customXml" Target="../ink/ink276.xml"/><Relationship Id="rId10" Type="http://schemas.openxmlformats.org/officeDocument/2006/relationships/image" Target="../media/image2160.png"/><Relationship Id="rId19" Type="http://schemas.openxmlformats.org/officeDocument/2006/relationships/customXml" Target="../ink/ink278.xml"/><Relationship Id="rId4" Type="http://schemas.openxmlformats.org/officeDocument/2006/relationships/image" Target="../media/image2130.png"/><Relationship Id="rId9" Type="http://schemas.openxmlformats.org/officeDocument/2006/relationships/customXml" Target="../ink/ink273.xml"/><Relationship Id="rId14" Type="http://schemas.openxmlformats.org/officeDocument/2006/relationships/image" Target="../media/image2180.png"/><Relationship Id="rId22" Type="http://schemas.openxmlformats.org/officeDocument/2006/relationships/image" Target="../media/image22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0.png"/><Relationship Id="rId3" Type="http://schemas.openxmlformats.org/officeDocument/2006/relationships/customXml" Target="../ink/ink280.xml"/><Relationship Id="rId7" Type="http://schemas.openxmlformats.org/officeDocument/2006/relationships/customXml" Target="../ink/ink28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50.png"/><Relationship Id="rId5" Type="http://schemas.openxmlformats.org/officeDocument/2006/relationships/customXml" Target="../ink/ink281.xml"/><Relationship Id="rId4" Type="http://schemas.openxmlformats.org/officeDocument/2006/relationships/image" Target="../media/image224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0.png"/><Relationship Id="rId3" Type="http://schemas.openxmlformats.org/officeDocument/2006/relationships/customXml" Target="../ink/ink283.xml"/><Relationship Id="rId7" Type="http://schemas.openxmlformats.org/officeDocument/2006/relationships/customXml" Target="../ink/ink285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90.png"/><Relationship Id="rId5" Type="http://schemas.openxmlformats.org/officeDocument/2006/relationships/customXml" Target="../ink/ink284.xml"/><Relationship Id="rId4" Type="http://schemas.openxmlformats.org/officeDocument/2006/relationships/image" Target="../media/image228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0.png"/><Relationship Id="rId13" Type="http://schemas.openxmlformats.org/officeDocument/2006/relationships/customXml" Target="../ink/ink291.xml"/><Relationship Id="rId18" Type="http://schemas.openxmlformats.org/officeDocument/2006/relationships/image" Target="../media/image2390.png"/><Relationship Id="rId3" Type="http://schemas.openxmlformats.org/officeDocument/2006/relationships/customXml" Target="../ink/ink286.xml"/><Relationship Id="rId7" Type="http://schemas.openxmlformats.org/officeDocument/2006/relationships/customXml" Target="../ink/ink288.xml"/><Relationship Id="rId12" Type="http://schemas.openxmlformats.org/officeDocument/2006/relationships/image" Target="../media/image2360.png"/><Relationship Id="rId17" Type="http://schemas.openxmlformats.org/officeDocument/2006/relationships/customXml" Target="../ink/ink293.xml"/><Relationship Id="rId2" Type="http://schemas.openxmlformats.org/officeDocument/2006/relationships/image" Target="../media/image25.png"/><Relationship Id="rId16" Type="http://schemas.openxmlformats.org/officeDocument/2006/relationships/image" Target="../media/image2380.png"/><Relationship Id="rId20" Type="http://schemas.openxmlformats.org/officeDocument/2006/relationships/image" Target="../media/image24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30.png"/><Relationship Id="rId11" Type="http://schemas.openxmlformats.org/officeDocument/2006/relationships/customXml" Target="../ink/ink290.xml"/><Relationship Id="rId5" Type="http://schemas.openxmlformats.org/officeDocument/2006/relationships/customXml" Target="../ink/ink287.xml"/><Relationship Id="rId15" Type="http://schemas.openxmlformats.org/officeDocument/2006/relationships/customXml" Target="../ink/ink292.xml"/><Relationship Id="rId10" Type="http://schemas.openxmlformats.org/officeDocument/2006/relationships/image" Target="../media/image2350.png"/><Relationship Id="rId19" Type="http://schemas.openxmlformats.org/officeDocument/2006/relationships/customXml" Target="../ink/ink294.xml"/><Relationship Id="rId4" Type="http://schemas.openxmlformats.org/officeDocument/2006/relationships/image" Target="../media/image2320.png"/><Relationship Id="rId9" Type="http://schemas.openxmlformats.org/officeDocument/2006/relationships/customXml" Target="../ink/ink289.xml"/><Relationship Id="rId14" Type="http://schemas.openxmlformats.org/officeDocument/2006/relationships/image" Target="../media/image23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anul de studii: C1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</a:t>
            </a:r>
            <a:r>
              <a:rPr lang="en-US" sz="3200" b="1" dirty="0">
                <a:solidFill>
                  <a:srgbClr val="0000FF"/>
                </a:solidFill>
              </a:rPr>
              <a:t>10</a:t>
            </a:r>
            <a:r>
              <a:rPr lang="ro-RO" sz="3200" b="1" dirty="0">
                <a:solidFill>
                  <a:srgbClr val="0000FF"/>
                </a:solidFill>
              </a:rPr>
              <a:t>         </a:t>
            </a:r>
            <a:r>
              <a:rPr lang="en-US" sz="3200" b="1" dirty="0">
                <a:solidFill>
                  <a:srgbClr val="0000FF"/>
                </a:solidFill>
              </a:rPr>
              <a:t>05 </a:t>
            </a:r>
            <a:r>
              <a:rPr lang="en-US" sz="3200" b="1" dirty="0" err="1">
                <a:solidFill>
                  <a:srgbClr val="0000FF"/>
                </a:solidFill>
              </a:rPr>
              <a:t>Decembrie</a:t>
            </a:r>
            <a:r>
              <a:rPr lang="ro-RO" sz="3200" b="1" dirty="0">
                <a:solidFill>
                  <a:srgbClr val="0000FF"/>
                </a:solidFill>
              </a:rPr>
              <a:t> 202</a:t>
            </a:r>
            <a:r>
              <a:rPr lang="en-US" sz="3200" b="1" dirty="0">
                <a:solidFill>
                  <a:srgbClr val="0000FF"/>
                </a:solidFill>
              </a:rPr>
              <a:t>4</a:t>
            </a:r>
            <a:r>
              <a:rPr lang="ro-RO" sz="3200" b="1" dirty="0">
                <a:solidFill>
                  <a:srgbClr val="0000FF"/>
                </a:solidFill>
              </a:rPr>
              <a:t>             </a:t>
            </a:r>
            <a:r>
              <a:rPr lang="en-US" sz="3200" b="1" dirty="0">
                <a:solidFill>
                  <a:srgbClr val="0000FF"/>
                </a:solidFill>
              </a:rPr>
              <a:t>14</a:t>
            </a:r>
            <a:r>
              <a:rPr lang="ro-RO" sz="3200" b="1" dirty="0">
                <a:solidFill>
                  <a:srgbClr val="0000FF"/>
                </a:solidFill>
              </a:rPr>
              <a:t>:00 – </a:t>
            </a:r>
            <a:r>
              <a:rPr lang="en-US" sz="3200" b="1" dirty="0">
                <a:solidFill>
                  <a:srgbClr val="0000FF"/>
                </a:solidFill>
              </a:rPr>
              <a:t>16</a:t>
            </a:r>
            <a:r>
              <a:rPr lang="ro-RO" sz="3200" b="1" dirty="0">
                <a:solidFill>
                  <a:srgbClr val="0000FF"/>
                </a:solidFill>
              </a:rPr>
              <a:t>:00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3362143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7B1A5629-D9FC-43E7-A239-54A3FB77F20F}"/>
              </a:ext>
            </a:extLst>
          </p:cNvPr>
          <p:cNvSpPr/>
          <p:nvPr/>
        </p:nvSpPr>
        <p:spPr>
          <a:xfrm>
            <a:off x="975416" y="868708"/>
            <a:ext cx="1017157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solidFill>
                  <a:srgbClr val="0000FF"/>
                </a:solidFill>
              </a:rPr>
              <a:t>Agendă  </a:t>
            </a:r>
            <a:endParaRPr lang="en-US" sz="2800" b="1" dirty="0">
              <a:solidFill>
                <a:srgbClr val="0000FF"/>
              </a:solidFill>
            </a:endParaRPr>
          </a:p>
          <a:p>
            <a:endParaRPr lang="en-US" sz="2800" b="1" dirty="0">
              <a:solidFill>
                <a:srgbClr val="0000FF"/>
              </a:solidFill>
            </a:endParaRPr>
          </a:p>
          <a:p>
            <a:r>
              <a:rPr lang="ro-RO" sz="2800" b="1" dirty="0">
                <a:solidFill>
                  <a:srgbClr val="0000FF"/>
                </a:solidFill>
              </a:rPr>
              <a:t>Registre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Clasificări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Moduri de încărcare a informației 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Scheme interne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Aplicații – lumini dinamice </a:t>
            </a:r>
            <a:endParaRPr lang="en-US" sz="2400" b="1" dirty="0"/>
          </a:p>
          <a:p>
            <a:pPr marL="1371600" lvl="2" indent="-457200">
              <a:buFontTx/>
              <a:buChar char="-"/>
            </a:pPr>
            <a:endParaRPr lang="ro-RO" sz="2400" b="1" dirty="0"/>
          </a:p>
          <a:p>
            <a:r>
              <a:rPr lang="ro-RO" sz="2800" b="1" dirty="0">
                <a:solidFill>
                  <a:srgbClr val="0000FF"/>
                </a:solidFill>
              </a:rPr>
              <a:t>Circuite basculante monostabile (CBM) 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Clasificări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Mod de lucru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Aplicații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7192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7" y="137196"/>
            <a:ext cx="22401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err="1">
                <a:solidFill>
                  <a:srgbClr val="FF0000"/>
                </a:solidFill>
              </a:rPr>
              <a:t>Registre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A54EF51-C7FB-4F4C-AE8A-6487822C9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685830"/>
            <a:ext cx="11443752" cy="565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97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7" y="137196"/>
            <a:ext cx="22401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err="1">
                <a:solidFill>
                  <a:srgbClr val="FF0000"/>
                </a:solidFill>
              </a:rPr>
              <a:t>Registre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00E9012B-7CB3-4628-A3F4-C762B365E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685830"/>
            <a:ext cx="111728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13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7" y="137196"/>
            <a:ext cx="22401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err="1">
                <a:solidFill>
                  <a:srgbClr val="FF0000"/>
                </a:solidFill>
              </a:rPr>
              <a:t>Registre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976D6F7E-E84C-486E-945E-AE588E23E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594391"/>
            <a:ext cx="10781293" cy="604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96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7" y="137196"/>
            <a:ext cx="22401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err="1">
                <a:solidFill>
                  <a:srgbClr val="FF0000"/>
                </a:solidFill>
              </a:rPr>
              <a:t>Registre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FB72A79C-636C-438C-A56A-C76ADC9A1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868708"/>
            <a:ext cx="11856657" cy="403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237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7" y="137196"/>
            <a:ext cx="22401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err="1">
                <a:solidFill>
                  <a:srgbClr val="FF0000"/>
                </a:solidFill>
              </a:rPr>
              <a:t>Registre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4E86CA81-1695-451E-90B1-D360D0F72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685830"/>
            <a:ext cx="11622467" cy="596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32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6" y="137196"/>
            <a:ext cx="43432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err="1">
                <a:solidFill>
                  <a:srgbClr val="FF0000"/>
                </a:solidFill>
              </a:rPr>
              <a:t>Registre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518A7567-9AD6-4517-88A6-E37E17C0E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234464"/>
            <a:ext cx="11582340" cy="33104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12F32D02-0AE6-433C-9A8E-038CF1B0CACF}"/>
                  </a:ext>
                </a:extLst>
              </p14:cNvPr>
              <p14:cNvContentPartPr/>
              <p14:nvPr/>
            </p14:nvContentPartPr>
            <p14:xfrm>
              <a:off x="904509" y="2340625"/>
              <a:ext cx="567720" cy="4424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12F32D02-0AE6-433C-9A8E-038CF1B0CA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6869" y="2322985"/>
                <a:ext cx="60336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2D0B6017-AB2F-406D-ADD0-2756B1A70565}"/>
                  </a:ext>
                </a:extLst>
              </p14:cNvPr>
              <p14:cNvContentPartPr/>
              <p14:nvPr/>
            </p14:nvContentPartPr>
            <p14:xfrm>
              <a:off x="775629" y="4717345"/>
              <a:ext cx="174960" cy="2379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2D0B6017-AB2F-406D-ADD0-2756B1A705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7629" y="4699705"/>
                <a:ext cx="21060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FEA0CA44-221F-4A13-878D-CCDB79DBF96C}"/>
                  </a:ext>
                </a:extLst>
              </p14:cNvPr>
              <p14:cNvContentPartPr/>
              <p14:nvPr/>
            </p14:nvContentPartPr>
            <p14:xfrm>
              <a:off x="1088469" y="4740025"/>
              <a:ext cx="16560" cy="2145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FEA0CA44-221F-4A13-878D-CCDB79DBF9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0469" y="4722385"/>
                <a:ext cx="522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F37FE831-5894-4314-826D-6D1D49D17A08}"/>
                  </a:ext>
                </a:extLst>
              </p14:cNvPr>
              <p14:cNvContentPartPr/>
              <p14:nvPr/>
            </p14:nvContentPartPr>
            <p14:xfrm>
              <a:off x="1443429" y="4836505"/>
              <a:ext cx="180360" cy="100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F37FE831-5894-4314-826D-6D1D49D17A0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25789" y="4818865"/>
                <a:ext cx="2160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58B5A098-D710-4D5D-AA7D-591251924A58}"/>
                  </a:ext>
                </a:extLst>
              </p14:cNvPr>
              <p14:cNvContentPartPr/>
              <p14:nvPr/>
            </p14:nvContentPartPr>
            <p14:xfrm>
              <a:off x="3640149" y="4658305"/>
              <a:ext cx="1050840" cy="5806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58B5A098-D710-4D5D-AA7D-591251924A5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22509" y="4640294"/>
                <a:ext cx="1086480" cy="616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3DA67FF7-4558-4A89-B0AB-1D00A57F6A72}"/>
                  </a:ext>
                </a:extLst>
              </p14:cNvPr>
              <p14:cNvContentPartPr/>
              <p14:nvPr/>
            </p14:nvContentPartPr>
            <p14:xfrm>
              <a:off x="2050749" y="4643185"/>
              <a:ext cx="1226880" cy="3412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3DA67FF7-4558-4A89-B0AB-1D00A57F6A7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33104" y="4625185"/>
                <a:ext cx="126253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B67EB319-9F69-40F2-801C-D3DCDEB3A673}"/>
                  </a:ext>
                </a:extLst>
              </p14:cNvPr>
              <p14:cNvContentPartPr/>
              <p14:nvPr/>
            </p14:nvContentPartPr>
            <p14:xfrm>
              <a:off x="6219189" y="3440785"/>
              <a:ext cx="694800" cy="1688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B67EB319-9F69-40F2-801C-D3DCDEB3A67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201189" y="3422785"/>
                <a:ext cx="73044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31913563-4C06-4FA8-8FEB-A91027526DB8}"/>
                  </a:ext>
                </a:extLst>
              </p14:cNvPr>
              <p14:cNvContentPartPr/>
              <p14:nvPr/>
            </p14:nvContentPartPr>
            <p14:xfrm>
              <a:off x="6576309" y="3751825"/>
              <a:ext cx="281880" cy="98280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31913563-4C06-4FA8-8FEB-A91027526DB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58332" y="3734191"/>
                <a:ext cx="317475" cy="1018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224C0A64-2390-42BA-8885-63CF74F206ED}"/>
                  </a:ext>
                </a:extLst>
              </p14:cNvPr>
              <p14:cNvContentPartPr/>
              <p14:nvPr/>
            </p14:nvContentPartPr>
            <p14:xfrm>
              <a:off x="8267949" y="4749385"/>
              <a:ext cx="1418400" cy="4104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224C0A64-2390-42BA-8885-63CF74F206E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250309" y="4731385"/>
                <a:ext cx="145404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2BAAD5C1-74D7-4434-93E6-532171CAE814}"/>
                  </a:ext>
                </a:extLst>
              </p14:cNvPr>
              <p14:cNvContentPartPr/>
              <p14:nvPr/>
            </p14:nvContentPartPr>
            <p14:xfrm>
              <a:off x="7020549" y="4720945"/>
              <a:ext cx="839880" cy="31644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2BAAD5C1-74D7-4434-93E6-532171CAE81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002557" y="4702945"/>
                <a:ext cx="875505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1B6FAE02-6CCD-4E10-B448-CCB30FB3BBD5}"/>
                  </a:ext>
                </a:extLst>
              </p14:cNvPr>
              <p14:cNvContentPartPr/>
              <p14:nvPr/>
            </p14:nvContentPartPr>
            <p14:xfrm>
              <a:off x="6068349" y="427945"/>
              <a:ext cx="5315040" cy="148824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1B6FAE02-6CCD-4E10-B448-CCB30FB3BBD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50709" y="409949"/>
                <a:ext cx="5350680" cy="1523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002EA216-D248-46D5-9580-9BE46115B7C7}"/>
                  </a:ext>
                </a:extLst>
              </p14:cNvPr>
              <p14:cNvContentPartPr/>
              <p14:nvPr/>
            </p14:nvContentPartPr>
            <p14:xfrm>
              <a:off x="5799069" y="5388025"/>
              <a:ext cx="4846680" cy="136908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002EA216-D248-46D5-9580-9BE46115B7C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81070" y="5370025"/>
                <a:ext cx="4882317" cy="140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2898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243904" y="45757"/>
            <a:ext cx="25602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err="1">
                <a:solidFill>
                  <a:srgbClr val="FF0000"/>
                </a:solidFill>
              </a:rPr>
              <a:t>Registre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2818891B-133C-4AE7-BE97-AED222305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67" y="868708"/>
            <a:ext cx="7591425" cy="52673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20CC3658-F24F-434C-8B61-CCB34EE85FF8}"/>
                  </a:ext>
                </a:extLst>
              </p14:cNvPr>
              <p14:cNvContentPartPr/>
              <p14:nvPr/>
            </p14:nvContentPartPr>
            <p14:xfrm>
              <a:off x="2251989" y="2371585"/>
              <a:ext cx="529920" cy="4294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20CC3658-F24F-434C-8B61-CCB34EE85F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3989" y="2353945"/>
                <a:ext cx="56556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EE92207E-42D7-4AAC-A040-CFE802CAC414}"/>
                  </a:ext>
                </a:extLst>
              </p14:cNvPr>
              <p14:cNvContentPartPr/>
              <p14:nvPr/>
            </p14:nvContentPartPr>
            <p14:xfrm>
              <a:off x="1968309" y="2569585"/>
              <a:ext cx="177840" cy="532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EE92207E-42D7-4AAC-A040-CFE802CAC4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50309" y="2551945"/>
                <a:ext cx="2134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CDE651AF-6430-4F77-B558-CBC8331B54AE}"/>
                  </a:ext>
                </a:extLst>
              </p14:cNvPr>
              <p14:cNvContentPartPr/>
              <p14:nvPr/>
            </p14:nvContentPartPr>
            <p14:xfrm>
              <a:off x="1308429" y="2505505"/>
              <a:ext cx="549000" cy="2102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CDE651AF-6430-4F77-B558-CBC8331B54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90429" y="2487865"/>
                <a:ext cx="5846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8C66C7DB-93E7-4879-8A5B-C0D597CAA092}"/>
                  </a:ext>
                </a:extLst>
              </p14:cNvPr>
              <p14:cNvContentPartPr/>
              <p14:nvPr/>
            </p14:nvContentPartPr>
            <p14:xfrm>
              <a:off x="4719429" y="1442425"/>
              <a:ext cx="793080" cy="5299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8C66C7DB-93E7-4879-8A5B-C0D597CAA09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01429" y="1424425"/>
                <a:ext cx="828720" cy="56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B72D2D81-3165-44C2-A6A6-5791880A80AB}"/>
                  </a:ext>
                </a:extLst>
              </p14:cNvPr>
              <p14:cNvContentPartPr/>
              <p14:nvPr/>
            </p14:nvContentPartPr>
            <p14:xfrm>
              <a:off x="5855229" y="2526025"/>
              <a:ext cx="367920" cy="3661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B72D2D81-3165-44C2-A6A6-5791880A80A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37229" y="2508385"/>
                <a:ext cx="40356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0DDD2000-1E78-41FA-B648-2FF0E196BC26}"/>
                  </a:ext>
                </a:extLst>
              </p14:cNvPr>
              <p14:cNvContentPartPr/>
              <p14:nvPr/>
            </p14:nvContentPartPr>
            <p14:xfrm>
              <a:off x="2190429" y="3429265"/>
              <a:ext cx="519840" cy="39708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0DDD2000-1E78-41FA-B648-2FF0E196BC2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72789" y="3411265"/>
                <a:ext cx="55548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EF6CBC09-E3CD-4B23-B795-9F040A422BE0}"/>
                  </a:ext>
                </a:extLst>
              </p14:cNvPr>
              <p14:cNvContentPartPr/>
              <p14:nvPr/>
            </p14:nvContentPartPr>
            <p14:xfrm>
              <a:off x="6380829" y="3526825"/>
              <a:ext cx="280080" cy="33804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EF6CBC09-E3CD-4B23-B795-9F040A422BE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63189" y="3508825"/>
                <a:ext cx="31572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9DE8C2C9-838D-41DA-83F2-163E5B0C7236}"/>
                  </a:ext>
                </a:extLst>
              </p14:cNvPr>
              <p14:cNvContentPartPr/>
              <p14:nvPr/>
            </p14:nvContentPartPr>
            <p14:xfrm>
              <a:off x="5224509" y="2545465"/>
              <a:ext cx="345240" cy="40752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9DE8C2C9-838D-41DA-83F2-163E5B0C723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06851" y="2527825"/>
                <a:ext cx="380917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7130696E-D322-4F95-82CF-157CF7E24C28}"/>
                  </a:ext>
                </a:extLst>
              </p14:cNvPr>
              <p14:cNvContentPartPr/>
              <p14:nvPr/>
            </p14:nvContentPartPr>
            <p14:xfrm>
              <a:off x="2304909" y="4393345"/>
              <a:ext cx="419040" cy="41580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7130696E-D322-4F95-82CF-157CF7E24C2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87269" y="4375345"/>
                <a:ext cx="45468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AA5233D7-A8A9-4A99-9D32-040A45EE63DD}"/>
                  </a:ext>
                </a:extLst>
              </p14:cNvPr>
              <p14:cNvContentPartPr/>
              <p14:nvPr/>
            </p14:nvContentPartPr>
            <p14:xfrm>
              <a:off x="5781789" y="4414945"/>
              <a:ext cx="467640" cy="4410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AA5233D7-A8A9-4A99-9D32-040A45EE63D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64149" y="4397305"/>
                <a:ext cx="50328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7006773F-731D-407B-9BDD-2DAF285C7650}"/>
                  </a:ext>
                </a:extLst>
              </p14:cNvPr>
              <p14:cNvContentPartPr/>
              <p14:nvPr/>
            </p14:nvContentPartPr>
            <p14:xfrm>
              <a:off x="5110749" y="3379945"/>
              <a:ext cx="455400" cy="58860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7006773F-731D-407B-9BDD-2DAF285C765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092749" y="3362305"/>
                <a:ext cx="491040" cy="62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A802104B-C607-4029-B1D9-D1187140CE69}"/>
                  </a:ext>
                </a:extLst>
              </p14:cNvPr>
              <p14:cNvContentPartPr/>
              <p14:nvPr/>
            </p14:nvContentPartPr>
            <p14:xfrm>
              <a:off x="2194029" y="5298025"/>
              <a:ext cx="483840" cy="48060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A802104B-C607-4029-B1D9-D1187140CE6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176389" y="5280385"/>
                <a:ext cx="519480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2685996F-5B20-413A-B305-1352269CCA73}"/>
                  </a:ext>
                </a:extLst>
              </p14:cNvPr>
              <p14:cNvContentPartPr/>
              <p14:nvPr/>
            </p14:nvContentPartPr>
            <p14:xfrm>
              <a:off x="5454189" y="5120185"/>
              <a:ext cx="2646360" cy="13773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2685996F-5B20-413A-B305-1352269CCA7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436189" y="5102545"/>
                <a:ext cx="2682000" cy="141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6407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7" y="137196"/>
            <a:ext cx="22401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err="1">
                <a:solidFill>
                  <a:srgbClr val="FF0000"/>
                </a:solidFill>
              </a:rPr>
              <a:t>Registre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A1D51F1-4D45-46E9-A880-892117FF1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777269"/>
            <a:ext cx="11064119" cy="579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208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7" y="137196"/>
            <a:ext cx="22401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err="1">
                <a:solidFill>
                  <a:srgbClr val="FF0000"/>
                </a:solidFill>
              </a:rPr>
              <a:t>Registre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A99460BF-A7E3-4196-BED8-26DE25145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11607104" cy="485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2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7" y="137196"/>
            <a:ext cx="22401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err="1">
                <a:solidFill>
                  <a:srgbClr val="FF0000"/>
                </a:solidFill>
              </a:rPr>
              <a:t>Registre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102FE359-FFE6-4421-8329-CE2B44DA4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561" y="1051586"/>
            <a:ext cx="3105150" cy="3762375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F9A8B069-C370-4D9E-9425-0D933F587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99" y="960147"/>
            <a:ext cx="3234668" cy="468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55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7" y="137196"/>
            <a:ext cx="22401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err="1">
                <a:solidFill>
                  <a:srgbClr val="FF0000"/>
                </a:solidFill>
              </a:rPr>
              <a:t>Registre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398E1D6-5C5B-4BED-90CB-2337A81A2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83" y="137196"/>
            <a:ext cx="9667309" cy="658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06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7B1A5629-D9FC-43E7-A239-54A3FB77F20F}"/>
              </a:ext>
            </a:extLst>
          </p:cNvPr>
          <p:cNvSpPr/>
          <p:nvPr/>
        </p:nvSpPr>
        <p:spPr>
          <a:xfrm>
            <a:off x="975416" y="868708"/>
            <a:ext cx="1017157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solidFill>
                  <a:srgbClr val="0000FF"/>
                </a:solidFill>
              </a:rPr>
              <a:t>Agendă  </a:t>
            </a:r>
            <a:endParaRPr lang="en-US" sz="2800" b="1" dirty="0">
              <a:solidFill>
                <a:srgbClr val="0000FF"/>
              </a:solidFill>
            </a:endParaRPr>
          </a:p>
          <a:p>
            <a:endParaRPr lang="en-US" sz="2800" b="1" dirty="0">
              <a:solidFill>
                <a:srgbClr val="0000FF"/>
              </a:solidFill>
            </a:endParaRPr>
          </a:p>
          <a:p>
            <a:r>
              <a:rPr lang="ro-RO" sz="2800" b="1" dirty="0">
                <a:solidFill>
                  <a:srgbClr val="0000FF"/>
                </a:solidFill>
              </a:rPr>
              <a:t>Registre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Clasificări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Moduri de încărcare a informației 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Scheme interne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Aplicația 1 : Lumină dinamică de tip </a:t>
            </a:r>
            <a:r>
              <a:rPr lang="ro-RO" sz="2400" b="1" i="1" dirty="0" err="1">
                <a:solidFill>
                  <a:srgbClr val="0000FF"/>
                </a:solidFill>
              </a:rPr>
              <a:t>progress</a:t>
            </a:r>
            <a:r>
              <a:rPr lang="ro-RO" sz="2400" b="1" i="1" dirty="0">
                <a:solidFill>
                  <a:srgbClr val="0000FF"/>
                </a:solidFill>
              </a:rPr>
              <a:t> bar</a:t>
            </a:r>
          </a:p>
        </p:txBody>
      </p:sp>
    </p:spTree>
    <p:extLst>
      <p:ext uri="{BB962C8B-B14F-4D97-AF65-F5344CB8AC3E}">
        <p14:creationId xmlns:p14="http://schemas.microsoft.com/office/powerpoint/2010/main" val="4202767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7" y="137196"/>
            <a:ext cx="96467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err="1"/>
              <a:t>Registre</a:t>
            </a:r>
            <a:r>
              <a:rPr lang="en-US" sz="2400" b="1" i="1" dirty="0"/>
              <a:t> de </a:t>
            </a:r>
            <a:r>
              <a:rPr lang="en-US" sz="2400" b="1" i="1" dirty="0" err="1"/>
              <a:t>deplasare</a:t>
            </a:r>
            <a:r>
              <a:rPr lang="ro-RO" sz="2400" b="1" i="1" dirty="0"/>
              <a:t> – Aplicați</a:t>
            </a:r>
            <a:r>
              <a:rPr lang="en-US" sz="2400" b="1" i="1" dirty="0"/>
              <a:t>a 1</a:t>
            </a:r>
            <a:r>
              <a:rPr lang="ro-RO" sz="2400" b="1" i="1" dirty="0"/>
              <a:t>: </a:t>
            </a:r>
            <a:r>
              <a:rPr lang="ro-RO" sz="2400" b="1" i="1" dirty="0">
                <a:solidFill>
                  <a:srgbClr val="FF0000"/>
                </a:solidFill>
              </a:rPr>
              <a:t>Lumină dinamică de tip </a:t>
            </a:r>
            <a:r>
              <a:rPr lang="ro-RO" sz="2400" b="1" i="1" dirty="0" err="1">
                <a:solidFill>
                  <a:srgbClr val="FF0000"/>
                </a:solidFill>
              </a:rPr>
              <a:t>progress</a:t>
            </a:r>
            <a:r>
              <a:rPr lang="ro-RO" sz="2400" b="1" i="1" dirty="0">
                <a:solidFill>
                  <a:srgbClr val="FF0000"/>
                </a:solidFill>
              </a:rPr>
              <a:t> bar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766B6ACE-2CB9-4E30-A6CF-4C4B12F85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685830"/>
            <a:ext cx="10650980" cy="594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413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1E5A67D5-65CD-4B91-A2F0-223FCF099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685830"/>
            <a:ext cx="11630916" cy="5911543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11AAE7EA-274C-4907-AA9F-CD3CC558881B}"/>
              </a:ext>
            </a:extLst>
          </p:cNvPr>
          <p:cNvSpPr/>
          <p:nvPr/>
        </p:nvSpPr>
        <p:spPr>
          <a:xfrm>
            <a:off x="198287" y="137196"/>
            <a:ext cx="96467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err="1"/>
              <a:t>Registre</a:t>
            </a:r>
            <a:r>
              <a:rPr lang="en-US" sz="2400" b="1" i="1" dirty="0"/>
              <a:t> de </a:t>
            </a:r>
            <a:r>
              <a:rPr lang="en-US" sz="2400" b="1" i="1" dirty="0" err="1"/>
              <a:t>deplasare</a:t>
            </a:r>
            <a:r>
              <a:rPr lang="ro-RO" sz="2400" b="1" i="1" dirty="0"/>
              <a:t> – Aplicați</a:t>
            </a:r>
            <a:r>
              <a:rPr lang="en-US" sz="2400" b="1" i="1" dirty="0"/>
              <a:t>a 1</a:t>
            </a:r>
            <a:r>
              <a:rPr lang="ro-RO" sz="2400" b="1" i="1" dirty="0"/>
              <a:t>: </a:t>
            </a:r>
            <a:r>
              <a:rPr lang="ro-RO" sz="2400" b="1" i="1" dirty="0">
                <a:solidFill>
                  <a:srgbClr val="FF0000"/>
                </a:solidFill>
              </a:rPr>
              <a:t>Lumină dinamică de tip </a:t>
            </a:r>
            <a:r>
              <a:rPr lang="ro-RO" sz="2400" b="1" i="1" dirty="0" err="1">
                <a:solidFill>
                  <a:srgbClr val="FF0000"/>
                </a:solidFill>
              </a:rPr>
              <a:t>progress</a:t>
            </a:r>
            <a:r>
              <a:rPr lang="ro-RO" sz="2400" b="1" i="1" dirty="0">
                <a:solidFill>
                  <a:srgbClr val="FF0000"/>
                </a:solidFill>
              </a:rPr>
              <a:t> bar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9135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F7EB1CE7-F55F-4F54-8D7F-B0E563A7411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960147"/>
            <a:ext cx="10881241" cy="576065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8942ECB4-EDAE-4642-8DE7-DDBF25636E40}"/>
                  </a:ext>
                </a:extLst>
              </p14:cNvPr>
              <p14:cNvContentPartPr/>
              <p14:nvPr/>
            </p14:nvContentPartPr>
            <p14:xfrm>
              <a:off x="4129517" y="181444"/>
              <a:ext cx="360" cy="3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8942ECB4-EDAE-4642-8DE7-DDBF25636E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1517" y="16344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D0C95E1E-BB9A-44FE-96CC-5BA53B4B0C9E}"/>
                  </a:ext>
                </a:extLst>
              </p14:cNvPr>
              <p14:cNvContentPartPr/>
              <p14:nvPr/>
            </p14:nvContentPartPr>
            <p14:xfrm>
              <a:off x="4953557" y="2831404"/>
              <a:ext cx="5336280" cy="324612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D0C95E1E-BB9A-44FE-96CC-5BA53B4B0C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35916" y="2813762"/>
                <a:ext cx="5371922" cy="3281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4FA4EC66-DFBB-4023-B3BD-8634E35F9E11}"/>
                  </a:ext>
                </a:extLst>
              </p14:cNvPr>
              <p14:cNvContentPartPr/>
              <p14:nvPr/>
            </p14:nvContentPartPr>
            <p14:xfrm>
              <a:off x="8103557" y="6265444"/>
              <a:ext cx="812160" cy="2584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4FA4EC66-DFBB-4023-B3BD-8634E35F9E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85557" y="6247804"/>
                <a:ext cx="84780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E8DD8C32-6653-40CC-AAED-AB1E55606D7C}"/>
                  </a:ext>
                </a:extLst>
              </p14:cNvPr>
              <p14:cNvContentPartPr/>
              <p14:nvPr/>
            </p14:nvContentPartPr>
            <p14:xfrm>
              <a:off x="9232517" y="6204604"/>
              <a:ext cx="869760" cy="4046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E8DD8C32-6653-40CC-AAED-AB1E55606D7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14517" y="6186604"/>
                <a:ext cx="90540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6F556D5B-10CB-4796-B59B-2ACE1BBA2081}"/>
                  </a:ext>
                </a:extLst>
              </p14:cNvPr>
              <p14:cNvContentPartPr/>
              <p14:nvPr/>
            </p14:nvContentPartPr>
            <p14:xfrm>
              <a:off x="7413437" y="4124164"/>
              <a:ext cx="1087920" cy="56016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6F556D5B-10CB-4796-B59B-2ACE1BBA208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95791" y="4106164"/>
                <a:ext cx="1123572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94AE50EF-868B-4201-B8B7-2B4FD3C32DD3}"/>
                  </a:ext>
                </a:extLst>
              </p14:cNvPr>
              <p14:cNvContentPartPr/>
              <p14:nvPr/>
            </p14:nvContentPartPr>
            <p14:xfrm>
              <a:off x="6601997" y="4350604"/>
              <a:ext cx="678240" cy="2062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94AE50EF-868B-4201-B8B7-2B4FD3C32DD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83997" y="4332964"/>
                <a:ext cx="71388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BF6311D5-B06A-47C4-ADF7-C950EE755F1D}"/>
                  </a:ext>
                </a:extLst>
              </p14:cNvPr>
              <p14:cNvContentPartPr/>
              <p14:nvPr/>
            </p14:nvContentPartPr>
            <p14:xfrm>
              <a:off x="4615877" y="170644"/>
              <a:ext cx="314640" cy="15480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BF6311D5-B06A-47C4-ADF7-C950EE755F1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597898" y="153004"/>
                <a:ext cx="350239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DDED72D1-D1D0-4951-BA5F-FE92D44C0D00}"/>
                  </a:ext>
                </a:extLst>
              </p14:cNvPr>
              <p14:cNvContentPartPr/>
              <p14:nvPr/>
            </p14:nvContentPartPr>
            <p14:xfrm>
              <a:off x="5171357" y="101524"/>
              <a:ext cx="791280" cy="24876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DDED72D1-D1D0-4951-BA5F-FE92D44C0D0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53357" y="83524"/>
                <a:ext cx="82692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94ADBD51-A665-4B74-9BB3-B4F0633A5181}"/>
                  </a:ext>
                </a:extLst>
              </p14:cNvPr>
              <p14:cNvContentPartPr/>
              <p14:nvPr/>
            </p14:nvContentPartPr>
            <p14:xfrm>
              <a:off x="10242677" y="173884"/>
              <a:ext cx="1271160" cy="2811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94ADBD51-A665-4B74-9BB3-B4F0633A518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225037" y="156244"/>
                <a:ext cx="130680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059864A7-7F13-4829-85F9-2CDE2C22510B}"/>
                  </a:ext>
                </a:extLst>
              </p14:cNvPr>
              <p14:cNvContentPartPr/>
              <p14:nvPr/>
            </p14:nvContentPartPr>
            <p14:xfrm>
              <a:off x="9364997" y="216004"/>
              <a:ext cx="486360" cy="22104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059864A7-7F13-4829-85F9-2CDE2C22510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347344" y="198004"/>
                <a:ext cx="522026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19278152-CEBF-4C71-A05E-47C845B00D03}"/>
                  </a:ext>
                </a:extLst>
              </p14:cNvPr>
              <p14:cNvContentPartPr/>
              <p14:nvPr/>
            </p14:nvContentPartPr>
            <p14:xfrm>
              <a:off x="8088077" y="167764"/>
              <a:ext cx="662400" cy="21420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19278152-CEBF-4C71-A05E-47C845B00D0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070427" y="150094"/>
                <a:ext cx="698059" cy="249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6F0A3B09-D038-4509-AE2D-5648DDDF9381}"/>
                  </a:ext>
                </a:extLst>
              </p14:cNvPr>
              <p14:cNvContentPartPr/>
              <p14:nvPr/>
            </p14:nvContentPartPr>
            <p14:xfrm>
              <a:off x="7521437" y="167044"/>
              <a:ext cx="362160" cy="24084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6F0A3B09-D038-4509-AE2D-5648DDDF938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503779" y="149044"/>
                <a:ext cx="397835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A0B01199-6054-4DA7-A82A-ED616B49FDCB}"/>
                  </a:ext>
                </a:extLst>
              </p14:cNvPr>
              <p14:cNvContentPartPr/>
              <p14:nvPr/>
            </p14:nvContentPartPr>
            <p14:xfrm>
              <a:off x="11321597" y="562324"/>
              <a:ext cx="340560" cy="22896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A0B01199-6054-4DA7-A82A-ED616B49FDC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303957" y="544684"/>
                <a:ext cx="3762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2C193035-9F44-402F-8AFD-E5406B51ABE3}"/>
                  </a:ext>
                </a:extLst>
              </p14:cNvPr>
              <p14:cNvContentPartPr/>
              <p14:nvPr/>
            </p14:nvContentPartPr>
            <p14:xfrm>
              <a:off x="10392437" y="587884"/>
              <a:ext cx="815760" cy="27972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2C193035-9F44-402F-8AFD-E5406B51ABE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374797" y="570244"/>
                <a:ext cx="85140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469BEE7F-42EC-426F-9E36-57F3194DA74A}"/>
                  </a:ext>
                </a:extLst>
              </p14:cNvPr>
              <p14:cNvContentPartPr/>
              <p14:nvPr/>
            </p14:nvContentPartPr>
            <p14:xfrm>
              <a:off x="9423677" y="604444"/>
              <a:ext cx="381240" cy="21384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469BEE7F-42EC-426F-9E36-57F3194DA74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406020" y="586444"/>
                <a:ext cx="416914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34608F32-B9E3-4B13-9FA5-F9C8EE7EBF3E}"/>
                  </a:ext>
                </a:extLst>
              </p14:cNvPr>
              <p14:cNvContentPartPr/>
              <p14:nvPr/>
            </p14:nvContentPartPr>
            <p14:xfrm>
              <a:off x="8142437" y="538924"/>
              <a:ext cx="812520" cy="25524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34608F32-B9E3-4B13-9FA5-F9C8EE7EBF3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124789" y="520924"/>
                <a:ext cx="848176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31CA7573-28D6-4A12-B7C1-3F670000A296}"/>
                  </a:ext>
                </a:extLst>
              </p14:cNvPr>
              <p14:cNvContentPartPr/>
              <p14:nvPr/>
            </p14:nvContentPartPr>
            <p14:xfrm>
              <a:off x="7467077" y="589324"/>
              <a:ext cx="375840" cy="18036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31CA7573-28D6-4A12-B7C1-3F670000A29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449437" y="571684"/>
                <a:ext cx="411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0E8BAEA5-B9AF-48CC-81C4-82EB70C5C32C}"/>
                  </a:ext>
                </a:extLst>
              </p14:cNvPr>
              <p14:cNvContentPartPr/>
              <p14:nvPr/>
            </p14:nvContentPartPr>
            <p14:xfrm>
              <a:off x="6208877" y="51484"/>
              <a:ext cx="906480" cy="99180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0E8BAEA5-B9AF-48CC-81C4-82EB70C5C32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191230" y="33491"/>
                <a:ext cx="942134" cy="1027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8A185D2A-0779-49E2-983B-7AA824E5EB06}"/>
                  </a:ext>
                </a:extLst>
              </p14:cNvPr>
              <p14:cNvContentPartPr/>
              <p14:nvPr/>
            </p14:nvContentPartPr>
            <p14:xfrm>
              <a:off x="5132117" y="496084"/>
              <a:ext cx="781920" cy="24516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8A185D2A-0779-49E2-983B-7AA824E5EB0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114117" y="478418"/>
                <a:ext cx="817560" cy="280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14A3C553-E105-4A0A-9822-E0542AAD21FA}"/>
                  </a:ext>
                </a:extLst>
              </p14:cNvPr>
              <p14:cNvContentPartPr/>
              <p14:nvPr/>
            </p14:nvContentPartPr>
            <p14:xfrm>
              <a:off x="4620917" y="559084"/>
              <a:ext cx="307080" cy="19584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14A3C553-E105-4A0A-9822-E0542AAD21F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603277" y="541084"/>
                <a:ext cx="34272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C79842AA-181E-4486-BF91-EC6204DCD719}"/>
                  </a:ext>
                </a:extLst>
              </p14:cNvPr>
              <p14:cNvContentPartPr/>
              <p14:nvPr/>
            </p14:nvContentPartPr>
            <p14:xfrm>
              <a:off x="112637" y="1541884"/>
              <a:ext cx="919440" cy="63576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C79842AA-181E-4486-BF91-EC6204DCD71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4637" y="1523884"/>
                <a:ext cx="955080" cy="67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646170B4-2B06-4BF1-B7C1-5742E4E830F0}"/>
                  </a:ext>
                </a:extLst>
              </p14:cNvPr>
              <p14:cNvContentPartPr/>
              <p14:nvPr/>
            </p14:nvContentPartPr>
            <p14:xfrm>
              <a:off x="821837" y="4905364"/>
              <a:ext cx="1082160" cy="71712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646170B4-2B06-4BF1-B7C1-5742E4E830F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04197" y="4887724"/>
                <a:ext cx="1117800" cy="75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D013B48C-F33D-4338-B012-78FE72C59AA2}"/>
                  </a:ext>
                </a:extLst>
              </p14:cNvPr>
              <p14:cNvContentPartPr/>
              <p14:nvPr/>
            </p14:nvContentPartPr>
            <p14:xfrm>
              <a:off x="161957" y="6243484"/>
              <a:ext cx="360" cy="3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D013B48C-F33D-4338-B012-78FE72C59AA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53317" y="623448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6442CA76-3596-473A-BBDE-C3AE74D9A34B}"/>
                  </a:ext>
                </a:extLst>
              </p14:cNvPr>
              <p14:cNvContentPartPr/>
              <p14:nvPr/>
            </p14:nvContentPartPr>
            <p14:xfrm>
              <a:off x="2978957" y="147244"/>
              <a:ext cx="360" cy="3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6442CA76-3596-473A-BBDE-C3AE74D9A34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960957" y="12960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8BA09749-E13C-4BC2-9540-F7A0B4EAC061}"/>
                  </a:ext>
                </a:extLst>
              </p14:cNvPr>
              <p14:cNvContentPartPr/>
              <p14:nvPr/>
            </p14:nvContentPartPr>
            <p14:xfrm>
              <a:off x="1643357" y="273964"/>
              <a:ext cx="2383200" cy="9302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8BA09749-E13C-4BC2-9540-F7A0B4EAC06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625717" y="255964"/>
                <a:ext cx="2418840" cy="96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7644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1EE7EA8D-3DD3-4F33-BFD9-83756E14BE79}"/>
                  </a:ext>
                </a:extLst>
              </p14:cNvPr>
              <p14:cNvContentPartPr/>
              <p14:nvPr/>
            </p14:nvContentPartPr>
            <p14:xfrm>
              <a:off x="304517" y="951484"/>
              <a:ext cx="797040" cy="3931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1EE7EA8D-3DD3-4F33-BFD9-83756E14BE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525" y="933828"/>
                <a:ext cx="832664" cy="4287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3C815083-3E1C-4709-BE09-88517041A811}"/>
                  </a:ext>
                </a:extLst>
              </p14:cNvPr>
              <p14:cNvContentPartPr/>
              <p14:nvPr/>
            </p14:nvContentPartPr>
            <p14:xfrm>
              <a:off x="1897157" y="864724"/>
              <a:ext cx="713160" cy="2469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3C815083-3E1C-4709-BE09-88517041A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9517" y="847084"/>
                <a:ext cx="74880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BACE2AA2-524F-466E-A15D-5E925DA63947}"/>
                  </a:ext>
                </a:extLst>
              </p14:cNvPr>
              <p14:cNvContentPartPr/>
              <p14:nvPr/>
            </p14:nvContentPartPr>
            <p14:xfrm>
              <a:off x="1346717" y="1002604"/>
              <a:ext cx="303480" cy="1962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BACE2AA2-524F-466E-A15D-5E925DA639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29077" y="984964"/>
                <a:ext cx="3391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F2142738-C9A5-4B8F-A1D3-82E26FB213D5}"/>
                  </a:ext>
                </a:extLst>
              </p14:cNvPr>
              <p14:cNvContentPartPr/>
              <p14:nvPr/>
            </p14:nvContentPartPr>
            <p14:xfrm>
              <a:off x="4001717" y="928804"/>
              <a:ext cx="336240" cy="19620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F2142738-C9A5-4B8F-A1D3-82E26FB213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83717" y="910804"/>
                <a:ext cx="3718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03F8F156-79F4-428F-9F37-7F2378EF48E3}"/>
                  </a:ext>
                </a:extLst>
              </p14:cNvPr>
              <p14:cNvContentPartPr/>
              <p14:nvPr/>
            </p14:nvContentPartPr>
            <p14:xfrm>
              <a:off x="2830997" y="812524"/>
              <a:ext cx="879120" cy="49968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03F8F156-79F4-428F-9F37-7F2378EF48E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13357" y="794871"/>
                <a:ext cx="914760" cy="535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D99ACBD3-88D1-470E-A4C9-752DE644EE88}"/>
                  </a:ext>
                </a:extLst>
              </p14:cNvPr>
              <p14:cNvContentPartPr/>
              <p14:nvPr/>
            </p14:nvContentPartPr>
            <p14:xfrm>
              <a:off x="6960917" y="659164"/>
              <a:ext cx="140400" cy="10512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D99ACBD3-88D1-470E-A4C9-752DE644EE8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43277" y="641524"/>
                <a:ext cx="1760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D6556390-8EA5-4949-942D-9750957DEEEA}"/>
                  </a:ext>
                </a:extLst>
              </p14:cNvPr>
              <p14:cNvContentPartPr/>
              <p14:nvPr/>
            </p14:nvContentPartPr>
            <p14:xfrm>
              <a:off x="8215877" y="664204"/>
              <a:ext cx="577080" cy="45900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D6556390-8EA5-4949-942D-9750957DEEE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97877" y="646564"/>
                <a:ext cx="61272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C1DED241-3B5E-486F-A64C-46A706F51D55}"/>
                  </a:ext>
                </a:extLst>
              </p14:cNvPr>
              <p14:cNvContentPartPr/>
              <p14:nvPr/>
            </p14:nvContentPartPr>
            <p14:xfrm>
              <a:off x="7039397" y="835564"/>
              <a:ext cx="837360" cy="3600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C1DED241-3B5E-486F-A64C-46A706F51D5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21749" y="817564"/>
                <a:ext cx="873015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724F3AF0-ECDB-4737-AE28-26BDC1908520}"/>
                  </a:ext>
                </a:extLst>
              </p14:cNvPr>
              <p14:cNvContentPartPr/>
              <p14:nvPr/>
            </p14:nvContentPartPr>
            <p14:xfrm>
              <a:off x="9896717" y="549724"/>
              <a:ext cx="1333080" cy="51048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724F3AF0-ECDB-4737-AE28-26BDC190852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79077" y="532084"/>
                <a:ext cx="136872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FEB0326A-576F-4CB4-9644-E0AB7682610C}"/>
                  </a:ext>
                </a:extLst>
              </p14:cNvPr>
              <p14:cNvContentPartPr/>
              <p14:nvPr/>
            </p14:nvContentPartPr>
            <p14:xfrm>
              <a:off x="9051437" y="531724"/>
              <a:ext cx="423360" cy="32652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FEB0326A-576F-4CB4-9644-E0AB7682610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33452" y="514065"/>
                <a:ext cx="458970" cy="3621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814F2693-4486-401B-B7EE-799656386948}"/>
                  </a:ext>
                </a:extLst>
              </p14:cNvPr>
              <p14:cNvContentPartPr/>
              <p14:nvPr/>
            </p14:nvContentPartPr>
            <p14:xfrm>
              <a:off x="4571597" y="756724"/>
              <a:ext cx="2108880" cy="103320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814F2693-4486-401B-B7EE-79965638694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53597" y="738730"/>
                <a:ext cx="2144520" cy="10688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36" name="Cerneală 235">
                <a:extLst>
                  <a:ext uri="{FF2B5EF4-FFF2-40B4-BE49-F238E27FC236}">
                    <a16:creationId xmlns:a16="http://schemas.microsoft.com/office/drawing/2014/main" id="{5C78F39E-56B4-4533-82DF-21E9B6BFE9BC}"/>
                  </a:ext>
                </a:extLst>
              </p14:cNvPr>
              <p14:cNvContentPartPr/>
              <p14:nvPr/>
            </p14:nvContentPartPr>
            <p14:xfrm>
              <a:off x="11426717" y="5419804"/>
              <a:ext cx="298800" cy="338760"/>
            </p14:xfrm>
          </p:contentPart>
        </mc:Choice>
        <mc:Fallback xmlns="">
          <p:pic>
            <p:nvPicPr>
              <p:cNvPr id="236" name="Cerneală 235">
                <a:extLst>
                  <a:ext uri="{FF2B5EF4-FFF2-40B4-BE49-F238E27FC236}">
                    <a16:creationId xmlns:a16="http://schemas.microsoft.com/office/drawing/2014/main" id="{5C78F39E-56B4-4533-82DF-21E9B6BFE9B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408717" y="5401804"/>
                <a:ext cx="33444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C120339A-75B1-4025-9C92-1AD07403C86D}"/>
                  </a:ext>
                </a:extLst>
              </p14:cNvPr>
              <p14:cNvContentPartPr/>
              <p14:nvPr/>
            </p14:nvContentPartPr>
            <p14:xfrm>
              <a:off x="11435717" y="6124324"/>
              <a:ext cx="251280" cy="37440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C120339A-75B1-4025-9C92-1AD07403C86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417717" y="6106667"/>
                <a:ext cx="286920" cy="4100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72" name="Cerneală 271">
                <a:extLst>
                  <a:ext uri="{FF2B5EF4-FFF2-40B4-BE49-F238E27FC236}">
                    <a16:creationId xmlns:a16="http://schemas.microsoft.com/office/drawing/2014/main" id="{667F8EA5-2CA5-4574-9B3A-9E4D3694E104}"/>
                  </a:ext>
                </a:extLst>
              </p14:cNvPr>
              <p14:cNvContentPartPr/>
              <p14:nvPr/>
            </p14:nvContentPartPr>
            <p14:xfrm>
              <a:off x="315677" y="1936804"/>
              <a:ext cx="10948680" cy="4723200"/>
            </p14:xfrm>
          </p:contentPart>
        </mc:Choice>
        <mc:Fallback xmlns="">
          <p:pic>
            <p:nvPicPr>
              <p:cNvPr id="272" name="Cerneală 271">
                <a:extLst>
                  <a:ext uri="{FF2B5EF4-FFF2-40B4-BE49-F238E27FC236}">
                    <a16:creationId xmlns:a16="http://schemas.microsoft.com/office/drawing/2014/main" id="{667F8EA5-2CA5-4574-9B3A-9E4D3694E10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8036" y="1919164"/>
                <a:ext cx="10984321" cy="47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73" name="Cerneală 272">
                <a:extLst>
                  <a:ext uri="{FF2B5EF4-FFF2-40B4-BE49-F238E27FC236}">
                    <a16:creationId xmlns:a16="http://schemas.microsoft.com/office/drawing/2014/main" id="{8118687F-789A-47F9-8B13-AA77EBC12F98}"/>
                  </a:ext>
                </a:extLst>
              </p14:cNvPr>
              <p14:cNvContentPartPr/>
              <p14:nvPr/>
            </p14:nvContentPartPr>
            <p14:xfrm>
              <a:off x="1862597" y="1644844"/>
              <a:ext cx="158400" cy="245520"/>
            </p14:xfrm>
          </p:contentPart>
        </mc:Choice>
        <mc:Fallback xmlns="">
          <p:pic>
            <p:nvPicPr>
              <p:cNvPr id="273" name="Cerneală 272">
                <a:extLst>
                  <a:ext uri="{FF2B5EF4-FFF2-40B4-BE49-F238E27FC236}">
                    <a16:creationId xmlns:a16="http://schemas.microsoft.com/office/drawing/2014/main" id="{8118687F-789A-47F9-8B13-AA77EBC12F9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844597" y="1608844"/>
                <a:ext cx="19404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74" name="Cerneală 273">
                <a:extLst>
                  <a:ext uri="{FF2B5EF4-FFF2-40B4-BE49-F238E27FC236}">
                    <a16:creationId xmlns:a16="http://schemas.microsoft.com/office/drawing/2014/main" id="{03530327-08CA-4AEF-9F90-9632D521C011}"/>
                  </a:ext>
                </a:extLst>
              </p14:cNvPr>
              <p14:cNvContentPartPr/>
              <p14:nvPr/>
            </p14:nvContentPartPr>
            <p14:xfrm>
              <a:off x="3721277" y="3003844"/>
              <a:ext cx="185760" cy="312120"/>
            </p14:xfrm>
          </p:contentPart>
        </mc:Choice>
        <mc:Fallback xmlns="">
          <p:pic>
            <p:nvPicPr>
              <p:cNvPr id="274" name="Cerneală 273">
                <a:extLst>
                  <a:ext uri="{FF2B5EF4-FFF2-40B4-BE49-F238E27FC236}">
                    <a16:creationId xmlns:a16="http://schemas.microsoft.com/office/drawing/2014/main" id="{03530327-08CA-4AEF-9F90-9632D521C01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703637" y="2968204"/>
                <a:ext cx="22140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75" name="Cerneală 274">
                <a:extLst>
                  <a:ext uri="{FF2B5EF4-FFF2-40B4-BE49-F238E27FC236}">
                    <a16:creationId xmlns:a16="http://schemas.microsoft.com/office/drawing/2014/main" id="{A9854FD1-196D-4CF2-88CE-098C39A93774}"/>
                  </a:ext>
                </a:extLst>
              </p14:cNvPr>
              <p14:cNvContentPartPr/>
              <p14:nvPr/>
            </p14:nvContentPartPr>
            <p14:xfrm>
              <a:off x="3710837" y="3802324"/>
              <a:ext cx="173520" cy="210600"/>
            </p14:xfrm>
          </p:contentPart>
        </mc:Choice>
        <mc:Fallback xmlns="">
          <p:pic>
            <p:nvPicPr>
              <p:cNvPr id="275" name="Cerneală 274">
                <a:extLst>
                  <a:ext uri="{FF2B5EF4-FFF2-40B4-BE49-F238E27FC236}">
                    <a16:creationId xmlns:a16="http://schemas.microsoft.com/office/drawing/2014/main" id="{A9854FD1-196D-4CF2-88CE-098C39A9377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692837" y="3766684"/>
                <a:ext cx="2091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6" name="Cerneală 275">
                <a:extLst>
                  <a:ext uri="{FF2B5EF4-FFF2-40B4-BE49-F238E27FC236}">
                    <a16:creationId xmlns:a16="http://schemas.microsoft.com/office/drawing/2014/main" id="{09420826-DA2D-44D8-9AD1-7DCA0A69A1C1}"/>
                  </a:ext>
                </a:extLst>
              </p14:cNvPr>
              <p14:cNvContentPartPr/>
              <p14:nvPr/>
            </p14:nvContentPartPr>
            <p14:xfrm>
              <a:off x="8957117" y="3603244"/>
              <a:ext cx="161640" cy="4320"/>
            </p14:xfrm>
          </p:contentPart>
        </mc:Choice>
        <mc:Fallback xmlns="">
          <p:pic>
            <p:nvPicPr>
              <p:cNvPr id="276" name="Cerneală 275">
                <a:extLst>
                  <a:ext uri="{FF2B5EF4-FFF2-40B4-BE49-F238E27FC236}">
                    <a16:creationId xmlns:a16="http://schemas.microsoft.com/office/drawing/2014/main" id="{09420826-DA2D-44D8-9AD1-7DCA0A69A1C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39117" y="3567604"/>
                <a:ext cx="19728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7" name="Cerneală 276">
                <a:extLst>
                  <a:ext uri="{FF2B5EF4-FFF2-40B4-BE49-F238E27FC236}">
                    <a16:creationId xmlns:a16="http://schemas.microsoft.com/office/drawing/2014/main" id="{9619CFFF-DE48-4B87-B637-85EC6BE4017E}"/>
                  </a:ext>
                </a:extLst>
              </p14:cNvPr>
              <p14:cNvContentPartPr/>
              <p14:nvPr/>
            </p14:nvContentPartPr>
            <p14:xfrm>
              <a:off x="8966837" y="3672004"/>
              <a:ext cx="202320" cy="24120"/>
            </p14:xfrm>
          </p:contentPart>
        </mc:Choice>
        <mc:Fallback xmlns="">
          <p:pic>
            <p:nvPicPr>
              <p:cNvPr id="277" name="Cerneală 276">
                <a:extLst>
                  <a:ext uri="{FF2B5EF4-FFF2-40B4-BE49-F238E27FC236}">
                    <a16:creationId xmlns:a16="http://schemas.microsoft.com/office/drawing/2014/main" id="{9619CFFF-DE48-4B87-B637-85EC6BE4017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948837" y="3636364"/>
                <a:ext cx="23796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8" name="Cerneală 277">
                <a:extLst>
                  <a:ext uri="{FF2B5EF4-FFF2-40B4-BE49-F238E27FC236}">
                    <a16:creationId xmlns:a16="http://schemas.microsoft.com/office/drawing/2014/main" id="{97630570-B35D-4325-AC8A-687BBA1F89FA}"/>
                  </a:ext>
                </a:extLst>
              </p14:cNvPr>
              <p14:cNvContentPartPr/>
              <p14:nvPr/>
            </p14:nvContentPartPr>
            <p14:xfrm>
              <a:off x="9223157" y="3461404"/>
              <a:ext cx="281160" cy="339480"/>
            </p14:xfrm>
          </p:contentPart>
        </mc:Choice>
        <mc:Fallback xmlns="">
          <p:pic>
            <p:nvPicPr>
              <p:cNvPr id="278" name="Cerneală 277">
                <a:extLst>
                  <a:ext uri="{FF2B5EF4-FFF2-40B4-BE49-F238E27FC236}">
                    <a16:creationId xmlns:a16="http://schemas.microsoft.com/office/drawing/2014/main" id="{97630570-B35D-4325-AC8A-687BBA1F89F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205157" y="3425764"/>
                <a:ext cx="31680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79" name="Cerneală 278">
                <a:extLst>
                  <a:ext uri="{FF2B5EF4-FFF2-40B4-BE49-F238E27FC236}">
                    <a16:creationId xmlns:a16="http://schemas.microsoft.com/office/drawing/2014/main" id="{0D457293-A177-4C87-822A-3945BFCD439F}"/>
                  </a:ext>
                </a:extLst>
              </p14:cNvPr>
              <p14:cNvContentPartPr/>
              <p14:nvPr/>
            </p14:nvContentPartPr>
            <p14:xfrm>
              <a:off x="9634637" y="3404164"/>
              <a:ext cx="163440" cy="311400"/>
            </p14:xfrm>
          </p:contentPart>
        </mc:Choice>
        <mc:Fallback xmlns="">
          <p:pic>
            <p:nvPicPr>
              <p:cNvPr id="279" name="Cerneală 278">
                <a:extLst>
                  <a:ext uri="{FF2B5EF4-FFF2-40B4-BE49-F238E27FC236}">
                    <a16:creationId xmlns:a16="http://schemas.microsoft.com/office/drawing/2014/main" id="{0D457293-A177-4C87-822A-3945BFCD439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616637" y="3368164"/>
                <a:ext cx="19908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5F51FF36-3BF2-491F-AA10-3C9E9E7DD54E}"/>
                  </a:ext>
                </a:extLst>
              </p14:cNvPr>
              <p14:cNvContentPartPr/>
              <p14:nvPr/>
            </p14:nvContentPartPr>
            <p14:xfrm>
              <a:off x="9827237" y="3632764"/>
              <a:ext cx="19800" cy="21636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5F51FF36-3BF2-491F-AA10-3C9E9E7DD54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809597" y="3596764"/>
                <a:ext cx="554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8FF1A9E1-6E62-4F33-A069-791950C29E30}"/>
                  </a:ext>
                </a:extLst>
              </p14:cNvPr>
              <p14:cNvContentPartPr/>
              <p14:nvPr/>
            </p14:nvContentPartPr>
            <p14:xfrm>
              <a:off x="9946037" y="3357364"/>
              <a:ext cx="132840" cy="37080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8FF1A9E1-6E62-4F33-A069-791950C29E3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928037" y="3321364"/>
                <a:ext cx="16848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27CEF2BB-0C1C-4F2C-8CFA-2DA65C5B5594}"/>
                  </a:ext>
                </a:extLst>
              </p14:cNvPr>
              <p14:cNvContentPartPr/>
              <p14:nvPr/>
            </p14:nvContentPartPr>
            <p14:xfrm>
              <a:off x="10115957" y="3630964"/>
              <a:ext cx="146520" cy="13032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27CEF2BB-0C1C-4F2C-8CFA-2DA65C5B559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097957" y="3595324"/>
                <a:ext cx="18216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5CECE0D3-AA7B-4D8D-8475-3B19296E894D}"/>
                  </a:ext>
                </a:extLst>
              </p14:cNvPr>
              <p14:cNvContentPartPr/>
              <p14:nvPr/>
            </p14:nvContentPartPr>
            <p14:xfrm>
              <a:off x="10372997" y="3460684"/>
              <a:ext cx="150840" cy="2844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5CECE0D3-AA7B-4D8D-8475-3B19296E894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354997" y="3424684"/>
                <a:ext cx="1864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84" name="Cerneală 283">
                <a:extLst>
                  <a:ext uri="{FF2B5EF4-FFF2-40B4-BE49-F238E27FC236}">
                    <a16:creationId xmlns:a16="http://schemas.microsoft.com/office/drawing/2014/main" id="{BB67CA7B-0ADD-4260-B602-E0FC85445CFB}"/>
                  </a:ext>
                </a:extLst>
              </p14:cNvPr>
              <p14:cNvContentPartPr/>
              <p14:nvPr/>
            </p14:nvContentPartPr>
            <p14:xfrm>
              <a:off x="10402157" y="3618364"/>
              <a:ext cx="149400" cy="27360"/>
            </p14:xfrm>
          </p:contentPart>
        </mc:Choice>
        <mc:Fallback xmlns="">
          <p:pic>
            <p:nvPicPr>
              <p:cNvPr id="284" name="Cerneală 283">
                <a:extLst>
                  <a:ext uri="{FF2B5EF4-FFF2-40B4-BE49-F238E27FC236}">
                    <a16:creationId xmlns:a16="http://schemas.microsoft.com/office/drawing/2014/main" id="{BB67CA7B-0ADD-4260-B602-E0FC85445CF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384517" y="3582364"/>
                <a:ext cx="1850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5" name="Cerneală 284">
                <a:extLst>
                  <a:ext uri="{FF2B5EF4-FFF2-40B4-BE49-F238E27FC236}">
                    <a16:creationId xmlns:a16="http://schemas.microsoft.com/office/drawing/2014/main" id="{4E95A58E-296F-483E-B270-D264A63A8396}"/>
                  </a:ext>
                </a:extLst>
              </p14:cNvPr>
              <p14:cNvContentPartPr/>
              <p14:nvPr/>
            </p14:nvContentPartPr>
            <p14:xfrm>
              <a:off x="10720037" y="3467164"/>
              <a:ext cx="175320" cy="155880"/>
            </p14:xfrm>
          </p:contentPart>
        </mc:Choice>
        <mc:Fallback xmlns="">
          <p:pic>
            <p:nvPicPr>
              <p:cNvPr id="285" name="Cerneală 284">
                <a:extLst>
                  <a:ext uri="{FF2B5EF4-FFF2-40B4-BE49-F238E27FC236}">
                    <a16:creationId xmlns:a16="http://schemas.microsoft.com/office/drawing/2014/main" id="{4E95A58E-296F-483E-B270-D264A63A839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702397" y="3431164"/>
                <a:ext cx="2109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86" name="Cerneală 285">
                <a:extLst>
                  <a:ext uri="{FF2B5EF4-FFF2-40B4-BE49-F238E27FC236}">
                    <a16:creationId xmlns:a16="http://schemas.microsoft.com/office/drawing/2014/main" id="{EFDEDCA8-20FF-4E1C-8F52-F7EF3678F360}"/>
                  </a:ext>
                </a:extLst>
              </p14:cNvPr>
              <p14:cNvContentPartPr/>
              <p14:nvPr/>
            </p14:nvContentPartPr>
            <p14:xfrm>
              <a:off x="11006957" y="3385444"/>
              <a:ext cx="62280" cy="260640"/>
            </p14:xfrm>
          </p:contentPart>
        </mc:Choice>
        <mc:Fallback xmlns="">
          <p:pic>
            <p:nvPicPr>
              <p:cNvPr id="286" name="Cerneală 285">
                <a:extLst>
                  <a:ext uri="{FF2B5EF4-FFF2-40B4-BE49-F238E27FC236}">
                    <a16:creationId xmlns:a16="http://schemas.microsoft.com/office/drawing/2014/main" id="{EFDEDCA8-20FF-4E1C-8F52-F7EF3678F36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988957" y="3349444"/>
                <a:ext cx="9792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87" name="Cerneală 286">
                <a:extLst>
                  <a:ext uri="{FF2B5EF4-FFF2-40B4-BE49-F238E27FC236}">
                    <a16:creationId xmlns:a16="http://schemas.microsoft.com/office/drawing/2014/main" id="{8CDF6C7E-9F4B-4FE3-8535-297FEDBE41AE}"/>
                  </a:ext>
                </a:extLst>
              </p14:cNvPr>
              <p14:cNvContentPartPr/>
              <p14:nvPr/>
            </p14:nvContentPartPr>
            <p14:xfrm>
              <a:off x="10992557" y="3662284"/>
              <a:ext cx="194400" cy="5400"/>
            </p14:xfrm>
          </p:contentPart>
        </mc:Choice>
        <mc:Fallback xmlns="">
          <p:pic>
            <p:nvPicPr>
              <p:cNvPr id="287" name="Cerneală 286">
                <a:extLst>
                  <a:ext uri="{FF2B5EF4-FFF2-40B4-BE49-F238E27FC236}">
                    <a16:creationId xmlns:a16="http://schemas.microsoft.com/office/drawing/2014/main" id="{8CDF6C7E-9F4B-4FE3-8535-297FEDBE41A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974557" y="3626284"/>
                <a:ext cx="2300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EEC57270-520B-4125-A43D-8A52F9BFA233}"/>
                  </a:ext>
                </a:extLst>
              </p14:cNvPr>
              <p14:cNvContentPartPr/>
              <p14:nvPr/>
            </p14:nvContentPartPr>
            <p14:xfrm>
              <a:off x="9531677" y="3184924"/>
              <a:ext cx="2021760" cy="80604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EEC57270-520B-4125-A43D-8A52F9BFA23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513677" y="3149284"/>
                <a:ext cx="2057400" cy="87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89" name="Cerneală 288">
                <a:extLst>
                  <a:ext uri="{FF2B5EF4-FFF2-40B4-BE49-F238E27FC236}">
                    <a16:creationId xmlns:a16="http://schemas.microsoft.com/office/drawing/2014/main" id="{1CFC1D78-B8F4-4DD5-9E37-1CA9D99422A9}"/>
                  </a:ext>
                </a:extLst>
              </p14:cNvPr>
              <p14:cNvContentPartPr/>
              <p14:nvPr/>
            </p14:nvContentPartPr>
            <p14:xfrm>
              <a:off x="9881597" y="4069084"/>
              <a:ext cx="593280" cy="406440"/>
            </p14:xfrm>
          </p:contentPart>
        </mc:Choice>
        <mc:Fallback xmlns="">
          <p:pic>
            <p:nvPicPr>
              <p:cNvPr id="289" name="Cerneală 288">
                <a:extLst>
                  <a:ext uri="{FF2B5EF4-FFF2-40B4-BE49-F238E27FC236}">
                    <a16:creationId xmlns:a16="http://schemas.microsoft.com/office/drawing/2014/main" id="{1CFC1D78-B8F4-4DD5-9E37-1CA9D99422A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863957" y="4033444"/>
                <a:ext cx="62892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AB2228DF-D503-484C-8D75-5B0725BB635D}"/>
                  </a:ext>
                </a:extLst>
              </p14:cNvPr>
              <p14:cNvContentPartPr/>
              <p14:nvPr/>
            </p14:nvContentPartPr>
            <p14:xfrm>
              <a:off x="10803197" y="4073404"/>
              <a:ext cx="587160" cy="27972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AB2228DF-D503-484C-8D75-5B0725BB635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785557" y="4037404"/>
                <a:ext cx="622800" cy="35136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Dreptunghi 35">
            <a:extLst>
              <a:ext uri="{FF2B5EF4-FFF2-40B4-BE49-F238E27FC236}">
                <a16:creationId xmlns:a16="http://schemas.microsoft.com/office/drawing/2014/main" id="{E4B5DA9C-31F2-4CC2-8BE4-BE8ECACFC4B8}"/>
              </a:ext>
            </a:extLst>
          </p:cNvPr>
          <p:cNvSpPr/>
          <p:nvPr/>
        </p:nvSpPr>
        <p:spPr>
          <a:xfrm>
            <a:off x="198287" y="137196"/>
            <a:ext cx="96467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err="1"/>
              <a:t>Registre</a:t>
            </a:r>
            <a:r>
              <a:rPr lang="en-US" sz="2400" b="1" i="1" dirty="0"/>
              <a:t> de </a:t>
            </a:r>
            <a:r>
              <a:rPr lang="en-US" sz="2400" b="1" i="1" dirty="0" err="1"/>
              <a:t>deplasare</a:t>
            </a:r>
            <a:r>
              <a:rPr lang="ro-RO" sz="2400" b="1" i="1" dirty="0"/>
              <a:t> – Aplicați</a:t>
            </a:r>
            <a:r>
              <a:rPr lang="en-US" sz="2400" b="1" i="1" dirty="0"/>
              <a:t>a 1</a:t>
            </a:r>
            <a:r>
              <a:rPr lang="ro-RO" sz="2400" b="1" i="1" dirty="0"/>
              <a:t>: </a:t>
            </a:r>
            <a:r>
              <a:rPr lang="ro-RO" sz="2400" b="1" i="1" dirty="0">
                <a:solidFill>
                  <a:srgbClr val="FF0000"/>
                </a:solidFill>
              </a:rPr>
              <a:t>Lumină dinamică de tip </a:t>
            </a:r>
            <a:r>
              <a:rPr lang="ro-RO" sz="2400" b="1" i="1" dirty="0" err="1">
                <a:solidFill>
                  <a:srgbClr val="FF0000"/>
                </a:solidFill>
              </a:rPr>
              <a:t>progress</a:t>
            </a:r>
            <a:r>
              <a:rPr lang="ro-RO" sz="2400" b="1" i="1" dirty="0">
                <a:solidFill>
                  <a:srgbClr val="FF0000"/>
                </a:solidFill>
              </a:rPr>
              <a:t> bar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299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FA2584AD-5F86-4B36-B781-81D5175C6E23}"/>
                  </a:ext>
                </a:extLst>
              </p14:cNvPr>
              <p14:cNvContentPartPr/>
              <p14:nvPr/>
            </p14:nvContentPartPr>
            <p14:xfrm>
              <a:off x="643637" y="383404"/>
              <a:ext cx="17640" cy="2041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FA2584AD-5F86-4B36-B781-81D5175C6E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5637" y="347404"/>
                <a:ext cx="5328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F58909DB-4C66-4389-8431-217A20030D24}"/>
                  </a:ext>
                </a:extLst>
              </p14:cNvPr>
              <p14:cNvContentPartPr/>
              <p14:nvPr/>
            </p14:nvContentPartPr>
            <p14:xfrm>
              <a:off x="568757" y="313564"/>
              <a:ext cx="232920" cy="1285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F58909DB-4C66-4389-8431-217A20030D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1117" y="277924"/>
                <a:ext cx="26856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D7690BAE-EBFD-4654-ACB8-4B173E39F22A}"/>
                  </a:ext>
                </a:extLst>
              </p14:cNvPr>
              <p14:cNvContentPartPr/>
              <p14:nvPr/>
            </p14:nvContentPartPr>
            <p14:xfrm>
              <a:off x="775397" y="464044"/>
              <a:ext cx="503640" cy="1562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D7690BAE-EBFD-4654-ACB8-4B173E39F22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7757" y="428404"/>
                <a:ext cx="5392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578C895E-6A5C-48B5-8964-888CB053327C}"/>
                  </a:ext>
                </a:extLst>
              </p14:cNvPr>
              <p14:cNvContentPartPr/>
              <p14:nvPr/>
            </p14:nvContentPartPr>
            <p14:xfrm>
              <a:off x="1366157" y="260284"/>
              <a:ext cx="339120" cy="3546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578C895E-6A5C-48B5-8964-888CB05332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8517" y="224284"/>
                <a:ext cx="37476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17EBDF12-6364-4F96-BF43-7C263ECF4825}"/>
                  </a:ext>
                </a:extLst>
              </p14:cNvPr>
              <p14:cNvContentPartPr/>
              <p14:nvPr/>
            </p14:nvContentPartPr>
            <p14:xfrm>
              <a:off x="1261037" y="339844"/>
              <a:ext cx="448560" cy="151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17EBDF12-6364-4F96-BF43-7C263ECF482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43037" y="304204"/>
                <a:ext cx="4842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97421091-6491-4BA7-9D74-BFE3C988BB34}"/>
                  </a:ext>
                </a:extLst>
              </p14:cNvPr>
              <p14:cNvContentPartPr/>
              <p14:nvPr/>
            </p14:nvContentPartPr>
            <p14:xfrm>
              <a:off x="1777637" y="527044"/>
              <a:ext cx="334800" cy="928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97421091-6491-4BA7-9D74-BFE3C988BB3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59637" y="491404"/>
                <a:ext cx="3704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5E54969D-1BFC-4391-8F3E-9A3203014EEE}"/>
                  </a:ext>
                </a:extLst>
              </p14:cNvPr>
              <p14:cNvContentPartPr/>
              <p14:nvPr/>
            </p14:nvContentPartPr>
            <p14:xfrm>
              <a:off x="2598437" y="254524"/>
              <a:ext cx="507240" cy="3103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5E54969D-1BFC-4391-8F3E-9A3203014EE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80437" y="218884"/>
                <a:ext cx="54288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BDE53CDB-EE14-45A7-94D5-1F14C05180A0}"/>
                  </a:ext>
                </a:extLst>
              </p14:cNvPr>
              <p14:cNvContentPartPr/>
              <p14:nvPr/>
            </p14:nvContentPartPr>
            <p14:xfrm>
              <a:off x="3520397" y="411844"/>
              <a:ext cx="181080" cy="4496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BDE53CDB-EE14-45A7-94D5-1F14C05180A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02397" y="375844"/>
                <a:ext cx="216720" cy="5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1DC38E59-DB9C-4B84-9FBE-525712A612D3}"/>
                  </a:ext>
                </a:extLst>
              </p14:cNvPr>
              <p14:cNvContentPartPr/>
              <p14:nvPr/>
            </p14:nvContentPartPr>
            <p14:xfrm>
              <a:off x="3772037" y="461524"/>
              <a:ext cx="150120" cy="1094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1DC38E59-DB9C-4B84-9FBE-525712A612D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54397" y="425884"/>
                <a:ext cx="18576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74F3A979-E0D4-4EAF-A817-561405842137}"/>
                  </a:ext>
                </a:extLst>
              </p14:cNvPr>
              <p14:cNvContentPartPr/>
              <p14:nvPr/>
            </p14:nvContentPartPr>
            <p14:xfrm>
              <a:off x="3991637" y="219604"/>
              <a:ext cx="341280" cy="3751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74F3A979-E0D4-4EAF-A817-56140584213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73637" y="183604"/>
                <a:ext cx="37692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5361EDC6-5A1D-405F-A6C5-59754190E5CD}"/>
                  </a:ext>
                </a:extLst>
              </p14:cNvPr>
              <p14:cNvContentPartPr/>
              <p14:nvPr/>
            </p14:nvContentPartPr>
            <p14:xfrm>
              <a:off x="4304477" y="343804"/>
              <a:ext cx="14040" cy="190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5361EDC6-5A1D-405F-A6C5-59754190E5C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86837" y="308164"/>
                <a:ext cx="4968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A323797F-2944-4C6E-8872-0B8739C7D02D}"/>
                  </a:ext>
                </a:extLst>
              </p14:cNvPr>
              <p14:cNvContentPartPr/>
              <p14:nvPr/>
            </p14:nvContentPartPr>
            <p14:xfrm>
              <a:off x="4416797" y="380164"/>
              <a:ext cx="646560" cy="2556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A323797F-2944-4C6E-8872-0B8739C7D02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99157" y="344524"/>
                <a:ext cx="68220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54" name="Cerneală 253">
                <a:extLst>
                  <a:ext uri="{FF2B5EF4-FFF2-40B4-BE49-F238E27FC236}">
                    <a16:creationId xmlns:a16="http://schemas.microsoft.com/office/drawing/2014/main" id="{08638EDA-1589-4D96-B816-72AD01B8D3B7}"/>
                  </a:ext>
                </a:extLst>
              </p14:cNvPr>
              <p14:cNvContentPartPr/>
              <p14:nvPr/>
            </p14:nvContentPartPr>
            <p14:xfrm>
              <a:off x="3599957" y="1665724"/>
              <a:ext cx="466560" cy="271080"/>
            </p14:xfrm>
          </p:contentPart>
        </mc:Choice>
        <mc:Fallback xmlns="">
          <p:pic>
            <p:nvPicPr>
              <p:cNvPr id="254" name="Cerneală 253">
                <a:extLst>
                  <a:ext uri="{FF2B5EF4-FFF2-40B4-BE49-F238E27FC236}">
                    <a16:creationId xmlns:a16="http://schemas.microsoft.com/office/drawing/2014/main" id="{08638EDA-1589-4D96-B816-72AD01B8D3B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581957" y="1630084"/>
                <a:ext cx="50220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55" name="Cerneală 254">
                <a:extLst>
                  <a:ext uri="{FF2B5EF4-FFF2-40B4-BE49-F238E27FC236}">
                    <a16:creationId xmlns:a16="http://schemas.microsoft.com/office/drawing/2014/main" id="{599339B8-6AB5-4576-8576-41E5CE9FBD73}"/>
                  </a:ext>
                </a:extLst>
              </p14:cNvPr>
              <p14:cNvContentPartPr/>
              <p14:nvPr/>
            </p14:nvContentPartPr>
            <p14:xfrm>
              <a:off x="4225637" y="1492564"/>
              <a:ext cx="202320" cy="248040"/>
            </p14:xfrm>
          </p:contentPart>
        </mc:Choice>
        <mc:Fallback xmlns="">
          <p:pic>
            <p:nvPicPr>
              <p:cNvPr id="255" name="Cerneală 254">
                <a:extLst>
                  <a:ext uri="{FF2B5EF4-FFF2-40B4-BE49-F238E27FC236}">
                    <a16:creationId xmlns:a16="http://schemas.microsoft.com/office/drawing/2014/main" id="{599339B8-6AB5-4576-8576-41E5CE9FBD7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07997" y="1456924"/>
                <a:ext cx="23796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6" name="Cerneală 255">
                <a:extLst>
                  <a:ext uri="{FF2B5EF4-FFF2-40B4-BE49-F238E27FC236}">
                    <a16:creationId xmlns:a16="http://schemas.microsoft.com/office/drawing/2014/main" id="{0FDB8DC4-4E08-4745-946E-D6DEFE81909A}"/>
                  </a:ext>
                </a:extLst>
              </p14:cNvPr>
              <p14:cNvContentPartPr/>
              <p14:nvPr/>
            </p14:nvContentPartPr>
            <p14:xfrm>
              <a:off x="3701477" y="2435404"/>
              <a:ext cx="442440" cy="332640"/>
            </p14:xfrm>
          </p:contentPart>
        </mc:Choice>
        <mc:Fallback xmlns="">
          <p:pic>
            <p:nvPicPr>
              <p:cNvPr id="256" name="Cerneală 255">
                <a:extLst>
                  <a:ext uri="{FF2B5EF4-FFF2-40B4-BE49-F238E27FC236}">
                    <a16:creationId xmlns:a16="http://schemas.microsoft.com/office/drawing/2014/main" id="{0FDB8DC4-4E08-4745-946E-D6DEFE81909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83837" y="2399404"/>
                <a:ext cx="47808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7" name="Cerneală 256">
                <a:extLst>
                  <a:ext uri="{FF2B5EF4-FFF2-40B4-BE49-F238E27FC236}">
                    <a16:creationId xmlns:a16="http://schemas.microsoft.com/office/drawing/2014/main" id="{E20C042D-8CDA-4BD9-926D-B63022906317}"/>
                  </a:ext>
                </a:extLst>
              </p14:cNvPr>
              <p14:cNvContentPartPr/>
              <p14:nvPr/>
            </p14:nvContentPartPr>
            <p14:xfrm>
              <a:off x="4183157" y="2483644"/>
              <a:ext cx="188280" cy="227520"/>
            </p14:xfrm>
          </p:contentPart>
        </mc:Choice>
        <mc:Fallback xmlns="">
          <p:pic>
            <p:nvPicPr>
              <p:cNvPr id="257" name="Cerneală 256">
                <a:extLst>
                  <a:ext uri="{FF2B5EF4-FFF2-40B4-BE49-F238E27FC236}">
                    <a16:creationId xmlns:a16="http://schemas.microsoft.com/office/drawing/2014/main" id="{E20C042D-8CDA-4BD9-926D-B6302290631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65517" y="2447644"/>
                <a:ext cx="22392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87" name="Cerneală 386">
                <a:extLst>
                  <a:ext uri="{FF2B5EF4-FFF2-40B4-BE49-F238E27FC236}">
                    <a16:creationId xmlns:a16="http://schemas.microsoft.com/office/drawing/2014/main" id="{C3D03606-92EE-426C-8429-22F4CCE0A671}"/>
                  </a:ext>
                </a:extLst>
              </p14:cNvPr>
              <p14:cNvContentPartPr/>
              <p14:nvPr/>
            </p14:nvContentPartPr>
            <p14:xfrm>
              <a:off x="259877" y="137164"/>
              <a:ext cx="11538720" cy="6599880"/>
            </p14:xfrm>
          </p:contentPart>
        </mc:Choice>
        <mc:Fallback xmlns="">
          <p:pic>
            <p:nvPicPr>
              <p:cNvPr id="387" name="Cerneală 386">
                <a:extLst>
                  <a:ext uri="{FF2B5EF4-FFF2-40B4-BE49-F238E27FC236}">
                    <a16:creationId xmlns:a16="http://schemas.microsoft.com/office/drawing/2014/main" id="{C3D03606-92EE-426C-8429-22F4CCE0A67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41877" y="119524"/>
                <a:ext cx="11574360" cy="663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9111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43FFF1B1-5D99-4CA8-8A9C-7E949AD19C99}"/>
                  </a:ext>
                </a:extLst>
              </p14:cNvPr>
              <p14:cNvContentPartPr/>
              <p14:nvPr/>
            </p14:nvContentPartPr>
            <p14:xfrm>
              <a:off x="2841437" y="594364"/>
              <a:ext cx="254880" cy="54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43FFF1B1-5D99-4CA8-8A9C-7E949AD19C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23437" y="576724"/>
                <a:ext cx="2905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CFF1B0B2-65D3-4EE7-9BC3-088834A60B6D}"/>
                  </a:ext>
                </a:extLst>
              </p14:cNvPr>
              <p14:cNvContentPartPr/>
              <p14:nvPr/>
            </p14:nvContentPartPr>
            <p14:xfrm>
              <a:off x="2836037" y="669244"/>
              <a:ext cx="362160" cy="381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CFF1B0B2-65D3-4EE7-9BC3-088834A60B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18397" y="651244"/>
                <a:ext cx="3978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A6F5B2DF-E78E-40C6-B2C0-B4B43B227EF3}"/>
                  </a:ext>
                </a:extLst>
              </p14:cNvPr>
              <p14:cNvContentPartPr/>
              <p14:nvPr/>
            </p14:nvContentPartPr>
            <p14:xfrm>
              <a:off x="3105677" y="491404"/>
              <a:ext cx="276120" cy="3628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A6F5B2DF-E78E-40C6-B2C0-B4B43B227E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88037" y="473404"/>
                <a:ext cx="31176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E5582FC1-136F-4551-A09D-BA63F64C7EAA}"/>
                  </a:ext>
                </a:extLst>
              </p14:cNvPr>
              <p14:cNvContentPartPr/>
              <p14:nvPr/>
            </p14:nvContentPartPr>
            <p14:xfrm>
              <a:off x="3887597" y="456844"/>
              <a:ext cx="252000" cy="2926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E5582FC1-136F-4551-A09D-BA63F64C7EA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69957" y="438844"/>
                <a:ext cx="2876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BB2A7346-5635-4482-B34C-185D38486B48}"/>
                  </a:ext>
                </a:extLst>
              </p14:cNvPr>
              <p14:cNvContentPartPr/>
              <p14:nvPr/>
            </p14:nvContentPartPr>
            <p14:xfrm>
              <a:off x="3819557" y="531364"/>
              <a:ext cx="271800" cy="439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BB2A7346-5635-4482-B34C-185D38486B4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01557" y="513724"/>
                <a:ext cx="3074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A7C42AFC-DE92-430E-80A1-B2F7735BE0EC}"/>
                  </a:ext>
                </a:extLst>
              </p14:cNvPr>
              <p14:cNvContentPartPr/>
              <p14:nvPr/>
            </p14:nvContentPartPr>
            <p14:xfrm>
              <a:off x="3888317" y="330484"/>
              <a:ext cx="282960" cy="529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A7C42AFC-DE92-430E-80A1-B2F7735BE0E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70317" y="312844"/>
                <a:ext cx="3186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D73FED41-728D-4125-8379-592BA0413BAB}"/>
                  </a:ext>
                </a:extLst>
              </p14:cNvPr>
              <p14:cNvContentPartPr/>
              <p14:nvPr/>
            </p14:nvContentPartPr>
            <p14:xfrm>
              <a:off x="4193237" y="560164"/>
              <a:ext cx="171360" cy="2383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D73FED41-728D-4125-8379-592BA0413BA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5597" y="542164"/>
                <a:ext cx="2070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E897DE1D-BCAB-4B65-AA5B-1E430BA8F32C}"/>
                  </a:ext>
                </a:extLst>
              </p14:cNvPr>
              <p14:cNvContentPartPr/>
              <p14:nvPr/>
            </p14:nvContentPartPr>
            <p14:xfrm>
              <a:off x="4214837" y="550444"/>
              <a:ext cx="116280" cy="1947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E897DE1D-BCAB-4B65-AA5B-1E430BA8F32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97197" y="532804"/>
                <a:ext cx="1519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FC5079A1-E790-459B-A7DF-1C7E844C5BDB}"/>
                  </a:ext>
                </a:extLst>
              </p14:cNvPr>
              <p14:cNvContentPartPr/>
              <p14:nvPr/>
            </p14:nvContentPartPr>
            <p14:xfrm>
              <a:off x="4438757" y="348844"/>
              <a:ext cx="256680" cy="4240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FC5079A1-E790-459B-A7DF-1C7E844C5BD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21117" y="330844"/>
                <a:ext cx="29232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76E426A1-79B4-46F9-B87B-34407855B5DB}"/>
                  </a:ext>
                </a:extLst>
              </p14:cNvPr>
              <p14:cNvContentPartPr/>
              <p14:nvPr/>
            </p14:nvContentPartPr>
            <p14:xfrm>
              <a:off x="4670597" y="541804"/>
              <a:ext cx="34200" cy="140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76E426A1-79B4-46F9-B87B-34407855B5D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652597" y="523804"/>
                <a:ext cx="698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F2808E2A-8646-4658-98D8-0462C7DF5D59}"/>
                  </a:ext>
                </a:extLst>
              </p14:cNvPr>
              <p14:cNvContentPartPr/>
              <p14:nvPr/>
            </p14:nvContentPartPr>
            <p14:xfrm>
              <a:off x="4345517" y="428044"/>
              <a:ext cx="437760" cy="644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F2808E2A-8646-4658-98D8-0462C7DF5D5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27877" y="410044"/>
                <a:ext cx="4734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F0189ED6-5FB3-4B42-9BB7-99EEA23701AA}"/>
                  </a:ext>
                </a:extLst>
              </p14:cNvPr>
              <p14:cNvContentPartPr/>
              <p14:nvPr/>
            </p14:nvContentPartPr>
            <p14:xfrm>
              <a:off x="4864637" y="594724"/>
              <a:ext cx="226080" cy="1897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F0189ED6-5FB3-4B42-9BB7-99EEA23701A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46997" y="576724"/>
                <a:ext cx="2617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1757A3D7-07AA-47CC-83E1-DAA82D1539DC}"/>
                  </a:ext>
                </a:extLst>
              </p14:cNvPr>
              <p14:cNvContentPartPr/>
              <p14:nvPr/>
            </p14:nvContentPartPr>
            <p14:xfrm>
              <a:off x="5125997" y="352444"/>
              <a:ext cx="940320" cy="3754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1757A3D7-07AA-47CC-83E1-DAA82D1539D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07997" y="334444"/>
                <a:ext cx="97596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979F83DD-A9C7-47FD-8574-0445212003DE}"/>
                  </a:ext>
                </a:extLst>
              </p14:cNvPr>
              <p14:cNvContentPartPr/>
              <p14:nvPr/>
            </p14:nvContentPartPr>
            <p14:xfrm>
              <a:off x="7948397" y="473044"/>
              <a:ext cx="281880" cy="2278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979F83DD-A9C7-47FD-8574-0445212003D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930397" y="455404"/>
                <a:ext cx="31752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0452ED63-7D87-4AD7-AB79-016E144A9306}"/>
                  </a:ext>
                </a:extLst>
              </p14:cNvPr>
              <p14:cNvContentPartPr/>
              <p14:nvPr/>
            </p14:nvContentPartPr>
            <p14:xfrm>
              <a:off x="8504957" y="418324"/>
              <a:ext cx="352800" cy="2880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0452ED63-7D87-4AD7-AB79-016E144A930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487317" y="400324"/>
                <a:ext cx="38844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BD881F14-608C-47A3-8455-2C789CF30D2F}"/>
                  </a:ext>
                </a:extLst>
              </p14:cNvPr>
              <p14:cNvContentPartPr/>
              <p14:nvPr/>
            </p14:nvContentPartPr>
            <p14:xfrm>
              <a:off x="9800237" y="514444"/>
              <a:ext cx="276840" cy="21492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BD881F14-608C-47A3-8455-2C789CF30D2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782260" y="496444"/>
                <a:ext cx="312434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09F8E9F0-291A-466E-AF9A-DECCBDF4B6FE}"/>
                  </a:ext>
                </a:extLst>
              </p14:cNvPr>
              <p14:cNvContentPartPr/>
              <p14:nvPr/>
            </p14:nvContentPartPr>
            <p14:xfrm>
              <a:off x="9106157" y="505804"/>
              <a:ext cx="524520" cy="23040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09F8E9F0-291A-466E-AF9A-DECCBDF4B6F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088169" y="487832"/>
                <a:ext cx="560136" cy="265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F0727F73-E7D8-440B-959A-62655C661C72}"/>
                  </a:ext>
                </a:extLst>
              </p14:cNvPr>
              <p14:cNvContentPartPr/>
              <p14:nvPr/>
            </p14:nvContentPartPr>
            <p14:xfrm>
              <a:off x="6675437" y="383404"/>
              <a:ext cx="949680" cy="3211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F0727F73-E7D8-440B-959A-62655C661C7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657790" y="365404"/>
                <a:ext cx="985334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799C5CAD-ACDD-4A21-91EF-072312B139B6}"/>
                  </a:ext>
                </a:extLst>
              </p14:cNvPr>
              <p14:cNvContentPartPr/>
              <p14:nvPr/>
            </p14:nvContentPartPr>
            <p14:xfrm>
              <a:off x="10490717" y="451804"/>
              <a:ext cx="1374480" cy="33336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799C5CAD-ACDD-4A21-91EF-072312B139B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472722" y="434145"/>
                <a:ext cx="1410111" cy="3690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7505F75A-0E9E-4CDB-A876-8F3E0EA11F7F}"/>
                  </a:ext>
                </a:extLst>
              </p14:cNvPr>
              <p14:cNvContentPartPr/>
              <p14:nvPr/>
            </p14:nvContentPartPr>
            <p14:xfrm>
              <a:off x="642917" y="388084"/>
              <a:ext cx="1744560" cy="50832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7505F75A-0E9E-4CDB-A876-8F3E0EA11F7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5277" y="370097"/>
                <a:ext cx="1780200" cy="5439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2EF4E3DB-8D17-4287-8024-75C6E4CB6731}"/>
                  </a:ext>
                </a:extLst>
              </p14:cNvPr>
              <p14:cNvContentPartPr/>
              <p14:nvPr/>
            </p14:nvContentPartPr>
            <p14:xfrm>
              <a:off x="859997" y="1548364"/>
              <a:ext cx="283320" cy="540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2EF4E3DB-8D17-4287-8024-75C6E4CB673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41997" y="1530364"/>
                <a:ext cx="318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88EC0891-C4C1-4119-B54A-656C47C92399}"/>
                  </a:ext>
                </a:extLst>
              </p14:cNvPr>
              <p14:cNvContentPartPr/>
              <p14:nvPr/>
            </p14:nvContentPartPr>
            <p14:xfrm>
              <a:off x="3615077" y="1278364"/>
              <a:ext cx="31320" cy="3276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88EC0891-C4C1-4119-B54A-656C47C9239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597437" y="1260364"/>
                <a:ext cx="669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8C32335E-0817-4FE0-9C08-408F2C8D7236}"/>
                  </a:ext>
                </a:extLst>
              </p14:cNvPr>
              <p14:cNvContentPartPr/>
              <p14:nvPr/>
            </p14:nvContentPartPr>
            <p14:xfrm>
              <a:off x="4538477" y="1202764"/>
              <a:ext cx="388080" cy="2674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8C32335E-0817-4FE0-9C08-408F2C8D723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520837" y="1185124"/>
                <a:ext cx="42372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DF9DC4EF-E467-4436-9461-7A5B057A7E7C}"/>
                  </a:ext>
                </a:extLst>
              </p14:cNvPr>
              <p14:cNvContentPartPr/>
              <p14:nvPr/>
            </p14:nvContentPartPr>
            <p14:xfrm>
              <a:off x="5376197" y="1347844"/>
              <a:ext cx="247320" cy="15696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DF9DC4EF-E467-4436-9461-7A5B057A7E7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358197" y="1330204"/>
                <a:ext cx="2829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E28A4978-4C9B-47F8-AB71-C88704A57855}"/>
                  </a:ext>
                </a:extLst>
              </p14:cNvPr>
              <p14:cNvContentPartPr/>
              <p14:nvPr/>
            </p14:nvContentPartPr>
            <p14:xfrm>
              <a:off x="9261677" y="1508764"/>
              <a:ext cx="360" cy="36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E28A4978-4C9B-47F8-AB71-C88704A5785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244037" y="14911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753377EC-73D5-4ABD-8D51-C816AAF22D67}"/>
                  </a:ext>
                </a:extLst>
              </p14:cNvPr>
              <p14:cNvContentPartPr/>
              <p14:nvPr/>
            </p14:nvContentPartPr>
            <p14:xfrm>
              <a:off x="8615117" y="1253164"/>
              <a:ext cx="435600" cy="25560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753377EC-73D5-4ABD-8D51-C816AAF22D6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597132" y="1235164"/>
                <a:ext cx="471211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45C418E9-84C8-4235-9FED-88ADFC1AA6F2}"/>
                  </a:ext>
                </a:extLst>
              </p14:cNvPr>
              <p14:cNvContentPartPr/>
              <p14:nvPr/>
            </p14:nvContentPartPr>
            <p14:xfrm>
              <a:off x="8101757" y="1233364"/>
              <a:ext cx="385560" cy="30132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45C418E9-84C8-4235-9FED-88ADFC1AA6F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083774" y="1215703"/>
                <a:ext cx="421167" cy="337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1BB3F50A-BD96-4341-B9B0-79260FA19B66}"/>
                  </a:ext>
                </a:extLst>
              </p14:cNvPr>
              <p14:cNvContentPartPr/>
              <p14:nvPr/>
            </p14:nvContentPartPr>
            <p14:xfrm>
              <a:off x="6028517" y="1079284"/>
              <a:ext cx="1504800" cy="41112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1BB3F50A-BD96-4341-B9B0-79260FA19B6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10517" y="1061300"/>
                <a:ext cx="1540440" cy="446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F26946D2-3CAD-4877-B61A-204D24E903F8}"/>
                  </a:ext>
                </a:extLst>
              </p14:cNvPr>
              <p14:cNvContentPartPr/>
              <p14:nvPr/>
            </p14:nvContentPartPr>
            <p14:xfrm>
              <a:off x="2703557" y="1369444"/>
              <a:ext cx="1244520" cy="15408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F26946D2-3CAD-4877-B61A-204D24E903F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685557" y="1351763"/>
                <a:ext cx="1280160" cy="189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0B088F97-A0E7-4607-A097-5203EEC0DAEA}"/>
                  </a:ext>
                </a:extLst>
              </p14:cNvPr>
              <p14:cNvContentPartPr/>
              <p14:nvPr/>
            </p14:nvContentPartPr>
            <p14:xfrm>
              <a:off x="1421237" y="1440004"/>
              <a:ext cx="892080" cy="13680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0B088F97-A0E7-4607-A097-5203EEC0DAE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403237" y="1422051"/>
                <a:ext cx="927720" cy="172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67" name="Cerneală 366">
                <a:extLst>
                  <a:ext uri="{FF2B5EF4-FFF2-40B4-BE49-F238E27FC236}">
                    <a16:creationId xmlns:a16="http://schemas.microsoft.com/office/drawing/2014/main" id="{DFB52A9E-38D2-4268-8331-4AFA9F952E77}"/>
                  </a:ext>
                </a:extLst>
              </p14:cNvPr>
              <p14:cNvContentPartPr/>
              <p14:nvPr/>
            </p14:nvContentPartPr>
            <p14:xfrm>
              <a:off x="8135597" y="1936444"/>
              <a:ext cx="360" cy="360"/>
            </p14:xfrm>
          </p:contentPart>
        </mc:Choice>
        <mc:Fallback xmlns="">
          <p:pic>
            <p:nvPicPr>
              <p:cNvPr id="367" name="Cerneală 366">
                <a:extLst>
                  <a:ext uri="{FF2B5EF4-FFF2-40B4-BE49-F238E27FC236}">
                    <a16:creationId xmlns:a16="http://schemas.microsoft.com/office/drawing/2014/main" id="{DFB52A9E-38D2-4268-8331-4AFA9F952E7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117957" y="191880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8" name="Cerneală 367">
                <a:extLst>
                  <a:ext uri="{FF2B5EF4-FFF2-40B4-BE49-F238E27FC236}">
                    <a16:creationId xmlns:a16="http://schemas.microsoft.com/office/drawing/2014/main" id="{A193006E-E9B4-4272-8D79-19996FC4DFC0}"/>
                  </a:ext>
                </a:extLst>
              </p14:cNvPr>
              <p14:cNvContentPartPr/>
              <p14:nvPr/>
            </p14:nvContentPartPr>
            <p14:xfrm>
              <a:off x="11154557" y="1508764"/>
              <a:ext cx="360" cy="360"/>
            </p14:xfrm>
          </p:contentPart>
        </mc:Choice>
        <mc:Fallback xmlns="">
          <p:pic>
            <p:nvPicPr>
              <p:cNvPr id="368" name="Cerneală 367">
                <a:extLst>
                  <a:ext uri="{FF2B5EF4-FFF2-40B4-BE49-F238E27FC236}">
                    <a16:creationId xmlns:a16="http://schemas.microsoft.com/office/drawing/2014/main" id="{A193006E-E9B4-4272-8D79-19996FC4DFC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136557" y="14911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02" name="Cerneală 401">
                <a:extLst>
                  <a:ext uri="{FF2B5EF4-FFF2-40B4-BE49-F238E27FC236}">
                    <a16:creationId xmlns:a16="http://schemas.microsoft.com/office/drawing/2014/main" id="{0F37FD7E-044C-45D8-AD98-A96F935B6BC0}"/>
                  </a:ext>
                </a:extLst>
              </p14:cNvPr>
              <p14:cNvContentPartPr/>
              <p14:nvPr/>
            </p14:nvContentPartPr>
            <p14:xfrm>
              <a:off x="222437" y="2005204"/>
              <a:ext cx="11640240" cy="4652280"/>
            </p14:xfrm>
          </p:contentPart>
        </mc:Choice>
        <mc:Fallback xmlns="">
          <p:pic>
            <p:nvPicPr>
              <p:cNvPr id="402" name="Cerneală 401">
                <a:extLst>
                  <a:ext uri="{FF2B5EF4-FFF2-40B4-BE49-F238E27FC236}">
                    <a16:creationId xmlns:a16="http://schemas.microsoft.com/office/drawing/2014/main" id="{0F37FD7E-044C-45D8-AD98-A96F935B6BC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04797" y="1987563"/>
                <a:ext cx="11675880" cy="46879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03" name="Cerneală 402">
                <a:extLst>
                  <a:ext uri="{FF2B5EF4-FFF2-40B4-BE49-F238E27FC236}">
                    <a16:creationId xmlns:a16="http://schemas.microsoft.com/office/drawing/2014/main" id="{693E1806-8B19-446A-91BF-EE274CCDC6F5}"/>
                  </a:ext>
                </a:extLst>
              </p14:cNvPr>
              <p14:cNvContentPartPr/>
              <p14:nvPr/>
            </p14:nvContentPartPr>
            <p14:xfrm>
              <a:off x="570197" y="1582924"/>
              <a:ext cx="360" cy="360"/>
            </p14:xfrm>
          </p:contentPart>
        </mc:Choice>
        <mc:Fallback xmlns="">
          <p:pic>
            <p:nvPicPr>
              <p:cNvPr id="403" name="Cerneală 402">
                <a:extLst>
                  <a:ext uri="{FF2B5EF4-FFF2-40B4-BE49-F238E27FC236}">
                    <a16:creationId xmlns:a16="http://schemas.microsoft.com/office/drawing/2014/main" id="{693E1806-8B19-446A-91BF-EE274CCDC6F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52197" y="1546924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04" name="Cerneală 403">
                <a:extLst>
                  <a:ext uri="{FF2B5EF4-FFF2-40B4-BE49-F238E27FC236}">
                    <a16:creationId xmlns:a16="http://schemas.microsoft.com/office/drawing/2014/main" id="{D74BDEFF-DE22-4491-B60D-133B8417149D}"/>
                  </a:ext>
                </a:extLst>
              </p14:cNvPr>
              <p14:cNvContentPartPr/>
              <p14:nvPr/>
            </p14:nvContentPartPr>
            <p14:xfrm>
              <a:off x="417557" y="127084"/>
              <a:ext cx="2212920" cy="960120"/>
            </p14:xfrm>
          </p:contentPart>
        </mc:Choice>
        <mc:Fallback xmlns="">
          <p:pic>
            <p:nvPicPr>
              <p:cNvPr id="404" name="Cerneală 403">
                <a:extLst>
                  <a:ext uri="{FF2B5EF4-FFF2-40B4-BE49-F238E27FC236}">
                    <a16:creationId xmlns:a16="http://schemas.microsoft.com/office/drawing/2014/main" id="{D74BDEFF-DE22-4491-B60D-133B8417149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99557" y="91444"/>
                <a:ext cx="2248560" cy="10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05" name="Cerneală 404">
                <a:extLst>
                  <a:ext uri="{FF2B5EF4-FFF2-40B4-BE49-F238E27FC236}">
                    <a16:creationId xmlns:a16="http://schemas.microsoft.com/office/drawing/2014/main" id="{4B673012-9E03-4954-9597-E232316D8A99}"/>
                  </a:ext>
                </a:extLst>
              </p14:cNvPr>
              <p14:cNvContentPartPr/>
              <p14:nvPr/>
            </p14:nvContentPartPr>
            <p14:xfrm>
              <a:off x="11229525" y="-577429"/>
              <a:ext cx="360" cy="6120"/>
            </p14:xfrm>
          </p:contentPart>
        </mc:Choice>
        <mc:Fallback xmlns="">
          <p:pic>
            <p:nvPicPr>
              <p:cNvPr id="405" name="Cerneală 404">
                <a:extLst>
                  <a:ext uri="{FF2B5EF4-FFF2-40B4-BE49-F238E27FC236}">
                    <a16:creationId xmlns:a16="http://schemas.microsoft.com/office/drawing/2014/main" id="{4B673012-9E03-4954-9597-E232316D8A9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1211525" y="-613069"/>
                <a:ext cx="360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EF070E9D-C3FB-4E2C-952F-EFE5BDB4E228}"/>
                  </a:ext>
                </a:extLst>
              </p14:cNvPr>
              <p14:cNvContentPartPr/>
              <p14:nvPr/>
            </p14:nvContentPartPr>
            <p14:xfrm>
              <a:off x="447077" y="1189637"/>
              <a:ext cx="360" cy="3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EF070E9D-C3FB-4E2C-952F-EFE5BDB4E22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9077" y="1153637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429686CD-52F5-4F19-9624-C3BF49277DE8}"/>
                  </a:ext>
                </a:extLst>
              </p14:cNvPr>
              <p14:cNvContentPartPr/>
              <p14:nvPr/>
            </p14:nvContentPartPr>
            <p14:xfrm>
              <a:off x="1474517" y="1749797"/>
              <a:ext cx="8176680" cy="39733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429686CD-52F5-4F19-9624-C3BF49277DE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456517" y="1713797"/>
                <a:ext cx="8212320" cy="40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C18132DE-D606-4900-8C74-E768749BCA2E}"/>
                  </a:ext>
                </a:extLst>
              </p14:cNvPr>
              <p14:cNvContentPartPr/>
              <p14:nvPr/>
            </p14:nvContentPartPr>
            <p14:xfrm>
              <a:off x="8521157" y="1980917"/>
              <a:ext cx="8640" cy="18792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C18132DE-D606-4900-8C74-E768749BCA2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503157" y="1945277"/>
                <a:ext cx="4428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7CF544DB-6E64-492B-B172-41C6DA602DDA}"/>
                  </a:ext>
                </a:extLst>
              </p14:cNvPr>
              <p14:cNvContentPartPr/>
              <p14:nvPr/>
            </p14:nvContentPartPr>
            <p14:xfrm>
              <a:off x="8487317" y="1911437"/>
              <a:ext cx="355680" cy="2527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7CF544DB-6E64-492B-B172-41C6DA602DD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469317" y="1875437"/>
                <a:ext cx="39132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8ED67566-C1CA-41E7-952D-4B3EB203A2FF}"/>
                  </a:ext>
                </a:extLst>
              </p14:cNvPr>
              <p14:cNvContentPartPr/>
              <p14:nvPr/>
            </p14:nvContentPartPr>
            <p14:xfrm>
              <a:off x="8835437" y="1987397"/>
              <a:ext cx="192600" cy="4219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8ED67566-C1CA-41E7-952D-4B3EB203A2F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817437" y="1951397"/>
                <a:ext cx="22824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CB413C2D-75E1-45C5-BCC7-17A7C88BD7C8}"/>
                  </a:ext>
                </a:extLst>
              </p14:cNvPr>
              <p14:cNvContentPartPr/>
              <p14:nvPr/>
            </p14:nvContentPartPr>
            <p14:xfrm>
              <a:off x="9370037" y="1887317"/>
              <a:ext cx="44640" cy="3376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CB413C2D-75E1-45C5-BCC7-17A7C88BD7C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352037" y="1851677"/>
                <a:ext cx="8028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EF06BF0A-1447-4A8D-87D4-32F75DE730B8}"/>
                  </a:ext>
                </a:extLst>
              </p14:cNvPr>
              <p14:cNvContentPartPr/>
              <p14:nvPr/>
            </p14:nvContentPartPr>
            <p14:xfrm>
              <a:off x="9338717" y="1813517"/>
              <a:ext cx="413280" cy="1638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EF06BF0A-1447-4A8D-87D4-32F75DE730B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320717" y="1777517"/>
                <a:ext cx="4489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134131FF-B276-49A7-9CA1-7F7630416F34}"/>
                  </a:ext>
                </a:extLst>
              </p14:cNvPr>
              <p14:cNvContentPartPr/>
              <p14:nvPr/>
            </p14:nvContentPartPr>
            <p14:xfrm>
              <a:off x="10127477" y="1615157"/>
              <a:ext cx="24480" cy="2552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134131FF-B276-49A7-9CA1-7F7630416F3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109837" y="1579157"/>
                <a:ext cx="6012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F964731C-4DD3-41B1-A2D1-8D1610C83069}"/>
                  </a:ext>
                </a:extLst>
              </p14:cNvPr>
              <p14:cNvContentPartPr/>
              <p14:nvPr/>
            </p14:nvContentPartPr>
            <p14:xfrm>
              <a:off x="10243757" y="1628117"/>
              <a:ext cx="130320" cy="2473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F964731C-4DD3-41B1-A2D1-8D1610C8306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226117" y="1592117"/>
                <a:ext cx="16596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C7C8D1E-F1ED-4D76-9251-70CB20619414}"/>
                  </a:ext>
                </a:extLst>
              </p14:cNvPr>
              <p14:cNvContentPartPr/>
              <p14:nvPr/>
            </p14:nvContentPartPr>
            <p14:xfrm>
              <a:off x="10581437" y="1445237"/>
              <a:ext cx="218880" cy="3459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C7C8D1E-F1ED-4D76-9251-70CB2061941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563437" y="1409237"/>
                <a:ext cx="25452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3A560DC6-6A22-4CAD-8239-5E1762C57B71}"/>
                  </a:ext>
                </a:extLst>
              </p14:cNvPr>
              <p14:cNvContentPartPr/>
              <p14:nvPr/>
            </p14:nvContentPartPr>
            <p14:xfrm>
              <a:off x="10731557" y="1543157"/>
              <a:ext cx="360" cy="3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3A560DC6-6A22-4CAD-8239-5E1762C57B7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713557" y="1507517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5ADA88D3-8025-4ACB-B78E-EA8D7A004203}"/>
                  </a:ext>
                </a:extLst>
              </p14:cNvPr>
              <p14:cNvContentPartPr/>
              <p14:nvPr/>
            </p14:nvContentPartPr>
            <p14:xfrm>
              <a:off x="10825157" y="1327157"/>
              <a:ext cx="238680" cy="4226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5ADA88D3-8025-4ACB-B78E-EA8D7A00420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807157" y="1291157"/>
                <a:ext cx="27432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A608FF05-49E2-4418-B14A-3913AF614910}"/>
                  </a:ext>
                </a:extLst>
              </p14:cNvPr>
              <p14:cNvContentPartPr/>
              <p14:nvPr/>
            </p14:nvContentPartPr>
            <p14:xfrm>
              <a:off x="11051597" y="1546397"/>
              <a:ext cx="59040" cy="169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A608FF05-49E2-4418-B14A-3913AF61491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1033957" y="1510397"/>
                <a:ext cx="9468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B04527C8-A252-4706-86F2-1839483372A5}"/>
                  </a:ext>
                </a:extLst>
              </p14:cNvPr>
              <p14:cNvContentPartPr/>
              <p14:nvPr/>
            </p14:nvContentPartPr>
            <p14:xfrm>
              <a:off x="10844957" y="1415717"/>
              <a:ext cx="265320" cy="198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B04527C8-A252-4706-86F2-1839483372A5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826957" y="1380077"/>
                <a:ext cx="3009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38B6086D-25A9-4972-A3F2-769CF20AB178}"/>
                  </a:ext>
                </a:extLst>
              </p14:cNvPr>
              <p14:cNvContentPartPr/>
              <p14:nvPr/>
            </p14:nvContentPartPr>
            <p14:xfrm>
              <a:off x="10722917" y="1523717"/>
              <a:ext cx="4320" cy="97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38B6086D-25A9-4972-A3F2-769CF20AB17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704917" y="1487717"/>
                <a:ext cx="399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743C6983-CA53-49A6-94AF-FCF4C9C4756B}"/>
                  </a:ext>
                </a:extLst>
              </p14:cNvPr>
              <p14:cNvContentPartPr/>
              <p14:nvPr/>
            </p14:nvContentPartPr>
            <p14:xfrm>
              <a:off x="207677" y="4178357"/>
              <a:ext cx="172440" cy="2430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743C6983-CA53-49A6-94AF-FCF4C9C4756B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90037" y="4142717"/>
                <a:ext cx="2080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9B45E7DD-ED7D-4ACB-A66E-154FB362AFA3}"/>
                  </a:ext>
                </a:extLst>
              </p14:cNvPr>
              <p14:cNvContentPartPr/>
              <p14:nvPr/>
            </p14:nvContentPartPr>
            <p14:xfrm>
              <a:off x="492437" y="4181237"/>
              <a:ext cx="19440" cy="1908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9B45E7DD-ED7D-4ACB-A66E-154FB362AFA3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474437" y="4145237"/>
                <a:ext cx="550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0F7D2E1F-0D03-41DA-B38A-47EA0D4AD602}"/>
                  </a:ext>
                </a:extLst>
              </p14:cNvPr>
              <p14:cNvContentPartPr/>
              <p14:nvPr/>
            </p14:nvContentPartPr>
            <p14:xfrm>
              <a:off x="476237" y="4387157"/>
              <a:ext cx="88560" cy="79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0F7D2E1F-0D03-41DA-B38A-47EA0D4AD602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58597" y="4351157"/>
                <a:ext cx="12420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1CBA4147-41E2-441B-971A-22C227DD2BD9}"/>
                  </a:ext>
                </a:extLst>
              </p14:cNvPr>
              <p14:cNvContentPartPr/>
              <p14:nvPr/>
            </p14:nvContentPartPr>
            <p14:xfrm>
              <a:off x="445997" y="4173317"/>
              <a:ext cx="110520" cy="1512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1CBA4147-41E2-441B-971A-22C227DD2BD9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27997" y="4137317"/>
                <a:ext cx="1461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413A2B9B-98A7-42A8-80F2-D58172B3DAA9}"/>
                  </a:ext>
                </a:extLst>
              </p14:cNvPr>
              <p14:cNvContentPartPr/>
              <p14:nvPr/>
            </p14:nvContentPartPr>
            <p14:xfrm>
              <a:off x="681077" y="4166837"/>
              <a:ext cx="229320" cy="2124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413A2B9B-98A7-42A8-80F2-D58172B3DAA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63437" y="4131197"/>
                <a:ext cx="26496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8A94CF07-702C-410A-8105-62B49469AD16}"/>
                  </a:ext>
                </a:extLst>
              </p14:cNvPr>
              <p14:cNvContentPartPr/>
              <p14:nvPr/>
            </p14:nvContentPartPr>
            <p14:xfrm>
              <a:off x="9742997" y="3138677"/>
              <a:ext cx="182880" cy="1908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8A94CF07-702C-410A-8105-62B49469AD16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725357" y="3102677"/>
                <a:ext cx="2185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C03EFFD7-D09B-4CBA-AFBA-5D1BE08D70A6}"/>
                  </a:ext>
                </a:extLst>
              </p14:cNvPr>
              <p14:cNvContentPartPr/>
              <p14:nvPr/>
            </p14:nvContentPartPr>
            <p14:xfrm>
              <a:off x="9973397" y="3195197"/>
              <a:ext cx="36000" cy="1728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C03EFFD7-D09B-4CBA-AFBA-5D1BE08D70A6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955757" y="3159197"/>
                <a:ext cx="716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500243CC-2985-47C5-BB28-DEC088CCC889}"/>
                  </a:ext>
                </a:extLst>
              </p14:cNvPr>
              <p14:cNvContentPartPr/>
              <p14:nvPr/>
            </p14:nvContentPartPr>
            <p14:xfrm>
              <a:off x="9949997" y="3342797"/>
              <a:ext cx="57600" cy="3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500243CC-2985-47C5-BB28-DEC088CCC889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932357" y="3306797"/>
                <a:ext cx="93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78E30648-EC67-42D9-A5DC-FB3C21CE673B}"/>
                  </a:ext>
                </a:extLst>
              </p14:cNvPr>
              <p14:cNvContentPartPr/>
              <p14:nvPr/>
            </p14:nvContentPartPr>
            <p14:xfrm>
              <a:off x="9979517" y="3136157"/>
              <a:ext cx="57240" cy="3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78E30648-EC67-42D9-A5DC-FB3C21CE673B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961517" y="3100157"/>
                <a:ext cx="928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884A0F44-68D4-449B-998D-537212E58364}"/>
                  </a:ext>
                </a:extLst>
              </p14:cNvPr>
              <p14:cNvContentPartPr/>
              <p14:nvPr/>
            </p14:nvContentPartPr>
            <p14:xfrm>
              <a:off x="10141157" y="3141197"/>
              <a:ext cx="164520" cy="2192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884A0F44-68D4-449B-998D-537212E58364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123517" y="3105557"/>
                <a:ext cx="20016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01D9EBA3-231C-49E7-BD45-97071B151C37}"/>
                  </a:ext>
                </a:extLst>
              </p14:cNvPr>
              <p14:cNvContentPartPr/>
              <p14:nvPr/>
            </p14:nvContentPartPr>
            <p14:xfrm>
              <a:off x="10011917" y="2943557"/>
              <a:ext cx="46800" cy="867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01D9EBA3-231C-49E7-BD45-97071B151C37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9993917" y="2907557"/>
                <a:ext cx="8244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7C59B8A2-D338-44CF-B5E2-382558A883B0}"/>
                  </a:ext>
                </a:extLst>
              </p14:cNvPr>
              <p14:cNvContentPartPr/>
              <p14:nvPr/>
            </p14:nvContentPartPr>
            <p14:xfrm>
              <a:off x="201557" y="1984157"/>
              <a:ext cx="199080" cy="2163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7C59B8A2-D338-44CF-B5E2-382558A883B0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83557" y="1948157"/>
                <a:ext cx="2347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6FF652FE-446D-459A-A2DC-B78448BDB1E4}"/>
                  </a:ext>
                </a:extLst>
              </p14:cNvPr>
              <p14:cNvContentPartPr/>
              <p14:nvPr/>
            </p14:nvContentPartPr>
            <p14:xfrm>
              <a:off x="334037" y="2478797"/>
              <a:ext cx="198720" cy="1839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6FF652FE-446D-459A-A2DC-B78448BDB1E4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16397" y="2442797"/>
                <a:ext cx="234360" cy="25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1066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80836353-AB07-44F1-BDE4-1C05CBDD4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1051586"/>
            <a:ext cx="11673779" cy="4929544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00EEDE6A-9600-49DD-B771-FBD96556CD0C}"/>
              </a:ext>
            </a:extLst>
          </p:cNvPr>
          <p:cNvSpPr/>
          <p:nvPr/>
        </p:nvSpPr>
        <p:spPr>
          <a:xfrm>
            <a:off x="198287" y="137196"/>
            <a:ext cx="96467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err="1"/>
              <a:t>Registre</a:t>
            </a:r>
            <a:r>
              <a:rPr lang="en-US" sz="2400" b="1" i="1" dirty="0"/>
              <a:t> de </a:t>
            </a:r>
            <a:r>
              <a:rPr lang="en-US" sz="2400" b="1" i="1" dirty="0" err="1"/>
              <a:t>deplasare</a:t>
            </a:r>
            <a:r>
              <a:rPr lang="ro-RO" sz="2400" b="1" i="1" dirty="0"/>
              <a:t> – Aplicați</a:t>
            </a:r>
            <a:r>
              <a:rPr lang="en-US" sz="2400" b="1" i="1" dirty="0"/>
              <a:t>a 1</a:t>
            </a:r>
            <a:r>
              <a:rPr lang="ro-RO" sz="2400" b="1" i="1" dirty="0"/>
              <a:t>: </a:t>
            </a:r>
            <a:r>
              <a:rPr lang="ro-RO" sz="2400" b="1" i="1" dirty="0">
                <a:solidFill>
                  <a:srgbClr val="FF0000"/>
                </a:solidFill>
              </a:rPr>
              <a:t>Lumină dinamică de tip </a:t>
            </a:r>
            <a:r>
              <a:rPr lang="ro-RO" sz="2400" b="1" i="1" dirty="0" err="1">
                <a:solidFill>
                  <a:srgbClr val="FF0000"/>
                </a:solidFill>
              </a:rPr>
              <a:t>progress</a:t>
            </a:r>
            <a:r>
              <a:rPr lang="ro-RO" sz="2400" b="1" i="1" dirty="0">
                <a:solidFill>
                  <a:srgbClr val="FF0000"/>
                </a:solidFill>
              </a:rPr>
              <a:t> bar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2120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7B1A5629-D9FC-43E7-A239-54A3FB77F20F}"/>
              </a:ext>
            </a:extLst>
          </p:cNvPr>
          <p:cNvSpPr/>
          <p:nvPr/>
        </p:nvSpPr>
        <p:spPr>
          <a:xfrm>
            <a:off x="975416" y="868708"/>
            <a:ext cx="10171573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solidFill>
                  <a:srgbClr val="0000FF"/>
                </a:solidFill>
              </a:rPr>
              <a:t>Agendă  </a:t>
            </a:r>
            <a:endParaRPr lang="en-US" sz="2800" b="1" dirty="0">
              <a:solidFill>
                <a:srgbClr val="0000FF"/>
              </a:solidFill>
            </a:endParaRPr>
          </a:p>
          <a:p>
            <a:endParaRPr lang="en-US" sz="2800" b="1" dirty="0">
              <a:solidFill>
                <a:srgbClr val="0000FF"/>
              </a:solidFill>
            </a:endParaRPr>
          </a:p>
          <a:p>
            <a:r>
              <a:rPr lang="ro-RO" sz="2800" b="1" dirty="0">
                <a:solidFill>
                  <a:srgbClr val="0000FF"/>
                </a:solidFill>
              </a:rPr>
              <a:t>Registre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Clasificări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Moduri de încărcare a informației 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Scheme interne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Aplicația 2 : Deplasare punct luminos de la un capăt la altul al baretei de LED-uri </a:t>
            </a:r>
            <a:endParaRPr lang="ro-RO" sz="2400" b="1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763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20B02655-6A32-44CA-9511-C61DA0C8A2F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960147"/>
            <a:ext cx="10789802" cy="566921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E802F9EF-1844-4448-B9FE-2DEF853D9704}"/>
                  </a:ext>
                </a:extLst>
              </p14:cNvPr>
              <p14:cNvContentPartPr/>
              <p14:nvPr/>
            </p14:nvContentPartPr>
            <p14:xfrm>
              <a:off x="6974237" y="4155124"/>
              <a:ext cx="3463560" cy="20041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E802F9EF-1844-4448-B9FE-2DEF853D97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56237" y="4137481"/>
                <a:ext cx="3499200" cy="20397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DDED8AAF-416F-4412-B3B3-38AFD319020D}"/>
                  </a:ext>
                </a:extLst>
              </p14:cNvPr>
              <p14:cNvContentPartPr/>
              <p14:nvPr/>
            </p14:nvContentPartPr>
            <p14:xfrm>
              <a:off x="5367917" y="590764"/>
              <a:ext cx="659160" cy="4716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DDED8AAF-416F-4412-B3B3-38AFD31902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50277" y="573124"/>
                <a:ext cx="69480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1C8F3B8D-8D26-4286-902E-7DA5B44B2D97}"/>
                  </a:ext>
                </a:extLst>
              </p14:cNvPr>
              <p14:cNvContentPartPr/>
              <p14:nvPr/>
            </p14:nvContentPartPr>
            <p14:xfrm>
              <a:off x="3489437" y="652684"/>
              <a:ext cx="1598040" cy="4143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1C8F3B8D-8D26-4286-902E-7DA5B44B2D9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71793" y="635044"/>
                <a:ext cx="1633688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2250D19-4EE9-442A-9DB8-7226EB055687}"/>
                  </a:ext>
                </a:extLst>
              </p14:cNvPr>
              <p14:cNvContentPartPr/>
              <p14:nvPr/>
            </p14:nvContentPartPr>
            <p14:xfrm>
              <a:off x="1636157" y="1029244"/>
              <a:ext cx="1594080" cy="25272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2250D19-4EE9-442A-9DB8-7226EB0556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18517" y="1011244"/>
                <a:ext cx="1629720" cy="25628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reptunghi 8">
            <a:extLst>
              <a:ext uri="{FF2B5EF4-FFF2-40B4-BE49-F238E27FC236}">
                <a16:creationId xmlns:a16="http://schemas.microsoft.com/office/drawing/2014/main" id="{71B83F36-3E6C-4E67-8118-A1F17E4B43E1}"/>
              </a:ext>
            </a:extLst>
          </p:cNvPr>
          <p:cNvSpPr/>
          <p:nvPr/>
        </p:nvSpPr>
        <p:spPr>
          <a:xfrm>
            <a:off x="198286" y="137196"/>
            <a:ext cx="113840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err="1"/>
              <a:t>Registre</a:t>
            </a:r>
            <a:r>
              <a:rPr lang="en-US" sz="2400" b="1" i="1" dirty="0"/>
              <a:t> de </a:t>
            </a:r>
            <a:r>
              <a:rPr lang="en-US" sz="2400" b="1" i="1" dirty="0" err="1"/>
              <a:t>deplasare</a:t>
            </a:r>
            <a:r>
              <a:rPr lang="ro-RO" sz="2400" b="1" i="1" dirty="0"/>
              <a:t> – Aplicați</a:t>
            </a:r>
            <a:r>
              <a:rPr lang="en-US" sz="2400" b="1" i="1" dirty="0"/>
              <a:t>a 2</a:t>
            </a:r>
            <a:r>
              <a:rPr lang="ro-RO" sz="2400" b="1" i="1" dirty="0"/>
              <a:t>: </a:t>
            </a:r>
            <a:r>
              <a:rPr lang="en-US" sz="2400" b="1" i="1" dirty="0" err="1">
                <a:solidFill>
                  <a:srgbClr val="FF0000"/>
                </a:solidFill>
              </a:rPr>
              <a:t>Deplasare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punct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luminos</a:t>
            </a:r>
            <a:r>
              <a:rPr lang="en-US" sz="2400" b="1" i="1" dirty="0">
                <a:solidFill>
                  <a:srgbClr val="FF0000"/>
                </a:solidFill>
              </a:rPr>
              <a:t> de la un ca</a:t>
            </a:r>
            <a:r>
              <a:rPr lang="ro-RO" sz="2400" b="1" i="1" dirty="0" err="1">
                <a:solidFill>
                  <a:srgbClr val="FF0000"/>
                </a:solidFill>
              </a:rPr>
              <a:t>păt</a:t>
            </a:r>
            <a:r>
              <a:rPr lang="ro-RO" sz="2400" b="1" i="1" dirty="0">
                <a:solidFill>
                  <a:srgbClr val="FF0000"/>
                </a:solidFill>
              </a:rPr>
              <a:t> la altul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5980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75091780-C4AB-4D68-A7E1-9118003C083F}"/>
                  </a:ext>
                </a:extLst>
              </p14:cNvPr>
              <p14:cNvContentPartPr/>
              <p14:nvPr/>
            </p14:nvContentPartPr>
            <p14:xfrm>
              <a:off x="9949997" y="732244"/>
              <a:ext cx="360" cy="36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75091780-C4AB-4D68-A7E1-9118003C08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32357" y="71424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6" name="Cerneală 285">
                <a:extLst>
                  <a:ext uri="{FF2B5EF4-FFF2-40B4-BE49-F238E27FC236}">
                    <a16:creationId xmlns:a16="http://schemas.microsoft.com/office/drawing/2014/main" id="{37FA88B2-37DC-47DF-B7D1-F623BCACE344}"/>
                  </a:ext>
                </a:extLst>
              </p14:cNvPr>
              <p14:cNvContentPartPr/>
              <p14:nvPr/>
            </p14:nvContentPartPr>
            <p14:xfrm>
              <a:off x="8691437" y="623884"/>
              <a:ext cx="360" cy="360"/>
            </p14:xfrm>
          </p:contentPart>
        </mc:Choice>
        <mc:Fallback xmlns="">
          <p:pic>
            <p:nvPicPr>
              <p:cNvPr id="286" name="Cerneală 285">
                <a:extLst>
                  <a:ext uri="{FF2B5EF4-FFF2-40B4-BE49-F238E27FC236}">
                    <a16:creationId xmlns:a16="http://schemas.microsoft.com/office/drawing/2014/main" id="{37FA88B2-37DC-47DF-B7D1-F623BCACE3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73437" y="60624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7" name="Cerneală 286">
                <a:extLst>
                  <a:ext uri="{FF2B5EF4-FFF2-40B4-BE49-F238E27FC236}">
                    <a16:creationId xmlns:a16="http://schemas.microsoft.com/office/drawing/2014/main" id="{43B7C506-A39F-45E2-95CD-F563256AD161}"/>
                  </a:ext>
                </a:extLst>
              </p14:cNvPr>
              <p14:cNvContentPartPr/>
              <p14:nvPr/>
            </p14:nvContentPartPr>
            <p14:xfrm>
              <a:off x="6862637" y="3512164"/>
              <a:ext cx="214560" cy="322920"/>
            </p14:xfrm>
          </p:contentPart>
        </mc:Choice>
        <mc:Fallback xmlns="">
          <p:pic>
            <p:nvPicPr>
              <p:cNvPr id="287" name="Cerneală 286">
                <a:extLst>
                  <a:ext uri="{FF2B5EF4-FFF2-40B4-BE49-F238E27FC236}">
                    <a16:creationId xmlns:a16="http://schemas.microsoft.com/office/drawing/2014/main" id="{43B7C506-A39F-45E2-95CD-F563256AD1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44637" y="3476164"/>
                <a:ext cx="25020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57774061-5265-4DD4-AF6A-4C3404D6A5BE}"/>
                  </a:ext>
                </a:extLst>
              </p14:cNvPr>
              <p14:cNvContentPartPr/>
              <p14:nvPr/>
            </p14:nvContentPartPr>
            <p14:xfrm>
              <a:off x="6927437" y="4536004"/>
              <a:ext cx="181800" cy="23508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57774061-5265-4DD4-AF6A-4C3404D6A5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09437" y="4500364"/>
                <a:ext cx="21744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9" name="Cerneală 288">
                <a:extLst>
                  <a:ext uri="{FF2B5EF4-FFF2-40B4-BE49-F238E27FC236}">
                    <a16:creationId xmlns:a16="http://schemas.microsoft.com/office/drawing/2014/main" id="{8A80884F-75A3-4080-8256-03E9DED87B1D}"/>
                  </a:ext>
                </a:extLst>
              </p14:cNvPr>
              <p14:cNvContentPartPr/>
              <p14:nvPr/>
            </p14:nvContentPartPr>
            <p14:xfrm>
              <a:off x="1843157" y="3718804"/>
              <a:ext cx="1189440" cy="327600"/>
            </p14:xfrm>
          </p:contentPart>
        </mc:Choice>
        <mc:Fallback xmlns="">
          <p:pic>
            <p:nvPicPr>
              <p:cNvPr id="289" name="Cerneală 288">
                <a:extLst>
                  <a:ext uri="{FF2B5EF4-FFF2-40B4-BE49-F238E27FC236}">
                    <a16:creationId xmlns:a16="http://schemas.microsoft.com/office/drawing/2014/main" id="{8A80884F-75A3-4080-8256-03E9DED87B1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25517" y="3682804"/>
                <a:ext cx="122508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F6097703-8F92-4C3F-8CFF-D26CD432E432}"/>
                  </a:ext>
                </a:extLst>
              </p14:cNvPr>
              <p14:cNvContentPartPr/>
              <p14:nvPr/>
            </p14:nvContentPartPr>
            <p14:xfrm>
              <a:off x="2860877" y="3706564"/>
              <a:ext cx="188640" cy="28080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F6097703-8F92-4C3F-8CFF-D26CD432E43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43237" y="3670924"/>
                <a:ext cx="22428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E18442EF-CD1A-4BF8-A76B-4191918B35B0}"/>
                  </a:ext>
                </a:extLst>
              </p14:cNvPr>
              <p14:cNvContentPartPr/>
              <p14:nvPr/>
            </p14:nvContentPartPr>
            <p14:xfrm>
              <a:off x="2138357" y="2723404"/>
              <a:ext cx="804240" cy="5400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E18442EF-CD1A-4BF8-A76B-4191918B35B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20357" y="2687404"/>
                <a:ext cx="8398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2" name="Cerneală 291">
                <a:extLst>
                  <a:ext uri="{FF2B5EF4-FFF2-40B4-BE49-F238E27FC236}">
                    <a16:creationId xmlns:a16="http://schemas.microsoft.com/office/drawing/2014/main" id="{06189659-2F64-4779-B8EE-D9CAE0924D79}"/>
                  </a:ext>
                </a:extLst>
              </p14:cNvPr>
              <p14:cNvContentPartPr/>
              <p14:nvPr/>
            </p14:nvContentPartPr>
            <p14:xfrm>
              <a:off x="2728037" y="2698924"/>
              <a:ext cx="255240" cy="262440"/>
            </p14:xfrm>
          </p:contentPart>
        </mc:Choice>
        <mc:Fallback xmlns="">
          <p:pic>
            <p:nvPicPr>
              <p:cNvPr id="292" name="Cerneală 291">
                <a:extLst>
                  <a:ext uri="{FF2B5EF4-FFF2-40B4-BE49-F238E27FC236}">
                    <a16:creationId xmlns:a16="http://schemas.microsoft.com/office/drawing/2014/main" id="{06189659-2F64-4779-B8EE-D9CAE0924D7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10037" y="2662924"/>
                <a:ext cx="29088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93" name="Cerneală 292">
                <a:extLst>
                  <a:ext uri="{FF2B5EF4-FFF2-40B4-BE49-F238E27FC236}">
                    <a16:creationId xmlns:a16="http://schemas.microsoft.com/office/drawing/2014/main" id="{796A5F6F-BCB1-4469-AC69-2FA625E50188}"/>
                  </a:ext>
                </a:extLst>
              </p14:cNvPr>
              <p14:cNvContentPartPr/>
              <p14:nvPr/>
            </p14:nvContentPartPr>
            <p14:xfrm>
              <a:off x="2777357" y="2682004"/>
              <a:ext cx="263160" cy="245160"/>
            </p14:xfrm>
          </p:contentPart>
        </mc:Choice>
        <mc:Fallback xmlns="">
          <p:pic>
            <p:nvPicPr>
              <p:cNvPr id="293" name="Cerneală 292">
                <a:extLst>
                  <a:ext uri="{FF2B5EF4-FFF2-40B4-BE49-F238E27FC236}">
                    <a16:creationId xmlns:a16="http://schemas.microsoft.com/office/drawing/2014/main" id="{796A5F6F-BCB1-4469-AC69-2FA625E5018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59717" y="2646004"/>
                <a:ext cx="29880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94" name="Cerneală 293">
                <a:extLst>
                  <a:ext uri="{FF2B5EF4-FFF2-40B4-BE49-F238E27FC236}">
                    <a16:creationId xmlns:a16="http://schemas.microsoft.com/office/drawing/2014/main" id="{162FD24B-A370-4A76-8096-142CD0BCA0B5}"/>
                  </a:ext>
                </a:extLst>
              </p14:cNvPr>
              <p14:cNvContentPartPr/>
              <p14:nvPr/>
            </p14:nvContentPartPr>
            <p14:xfrm>
              <a:off x="2089037" y="6312244"/>
              <a:ext cx="1242000" cy="103320"/>
            </p14:xfrm>
          </p:contentPart>
        </mc:Choice>
        <mc:Fallback xmlns="">
          <p:pic>
            <p:nvPicPr>
              <p:cNvPr id="294" name="Cerneală 293">
                <a:extLst>
                  <a:ext uri="{FF2B5EF4-FFF2-40B4-BE49-F238E27FC236}">
                    <a16:creationId xmlns:a16="http://schemas.microsoft.com/office/drawing/2014/main" id="{162FD24B-A370-4A76-8096-142CD0BCA0B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71397" y="6276244"/>
                <a:ext cx="127764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95" name="Cerneală 294">
                <a:extLst>
                  <a:ext uri="{FF2B5EF4-FFF2-40B4-BE49-F238E27FC236}">
                    <a16:creationId xmlns:a16="http://schemas.microsoft.com/office/drawing/2014/main" id="{1EFE10E9-230F-48D5-91AA-AD370F582C06}"/>
                  </a:ext>
                </a:extLst>
              </p14:cNvPr>
              <p14:cNvContentPartPr/>
              <p14:nvPr/>
            </p14:nvContentPartPr>
            <p14:xfrm>
              <a:off x="3010277" y="6282724"/>
              <a:ext cx="198720" cy="256320"/>
            </p14:xfrm>
          </p:contentPart>
        </mc:Choice>
        <mc:Fallback xmlns="">
          <p:pic>
            <p:nvPicPr>
              <p:cNvPr id="295" name="Cerneală 294">
                <a:extLst>
                  <a:ext uri="{FF2B5EF4-FFF2-40B4-BE49-F238E27FC236}">
                    <a16:creationId xmlns:a16="http://schemas.microsoft.com/office/drawing/2014/main" id="{1EFE10E9-230F-48D5-91AA-AD370F582C0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992637" y="6246724"/>
                <a:ext cx="2343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6" name="Cerneală 295">
                <a:extLst>
                  <a:ext uri="{FF2B5EF4-FFF2-40B4-BE49-F238E27FC236}">
                    <a16:creationId xmlns:a16="http://schemas.microsoft.com/office/drawing/2014/main" id="{647C9659-43F4-4EEE-8B47-D692D6BC5FEA}"/>
                  </a:ext>
                </a:extLst>
              </p14:cNvPr>
              <p14:cNvContentPartPr/>
              <p14:nvPr/>
            </p14:nvContentPartPr>
            <p14:xfrm>
              <a:off x="7336757" y="3431164"/>
              <a:ext cx="104040" cy="480600"/>
            </p14:xfrm>
          </p:contentPart>
        </mc:Choice>
        <mc:Fallback xmlns="">
          <p:pic>
            <p:nvPicPr>
              <p:cNvPr id="296" name="Cerneală 295">
                <a:extLst>
                  <a:ext uri="{FF2B5EF4-FFF2-40B4-BE49-F238E27FC236}">
                    <a16:creationId xmlns:a16="http://schemas.microsoft.com/office/drawing/2014/main" id="{647C9659-43F4-4EEE-8B47-D692D6BC5FE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319117" y="3395524"/>
                <a:ext cx="139680" cy="55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97" name="Cerneală 296">
                <a:extLst>
                  <a:ext uri="{FF2B5EF4-FFF2-40B4-BE49-F238E27FC236}">
                    <a16:creationId xmlns:a16="http://schemas.microsoft.com/office/drawing/2014/main" id="{05D1C6F3-BBAE-4135-B456-99E0A96D683D}"/>
                  </a:ext>
                </a:extLst>
              </p14:cNvPr>
              <p14:cNvContentPartPr/>
              <p14:nvPr/>
            </p14:nvContentPartPr>
            <p14:xfrm>
              <a:off x="7575077" y="3576964"/>
              <a:ext cx="162360" cy="208080"/>
            </p14:xfrm>
          </p:contentPart>
        </mc:Choice>
        <mc:Fallback xmlns="">
          <p:pic>
            <p:nvPicPr>
              <p:cNvPr id="297" name="Cerneală 296">
                <a:extLst>
                  <a:ext uri="{FF2B5EF4-FFF2-40B4-BE49-F238E27FC236}">
                    <a16:creationId xmlns:a16="http://schemas.microsoft.com/office/drawing/2014/main" id="{05D1C6F3-BBAE-4135-B456-99E0A96D683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557437" y="3541324"/>
                <a:ext cx="19800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98" name="Cerneală 297">
                <a:extLst>
                  <a:ext uri="{FF2B5EF4-FFF2-40B4-BE49-F238E27FC236}">
                    <a16:creationId xmlns:a16="http://schemas.microsoft.com/office/drawing/2014/main" id="{336B7C3E-F3FB-43EF-9A43-960BA1C5B2E6}"/>
                  </a:ext>
                </a:extLst>
              </p14:cNvPr>
              <p14:cNvContentPartPr/>
              <p14:nvPr/>
            </p14:nvContentPartPr>
            <p14:xfrm>
              <a:off x="7811957" y="3426484"/>
              <a:ext cx="108720" cy="496800"/>
            </p14:xfrm>
          </p:contentPart>
        </mc:Choice>
        <mc:Fallback xmlns="">
          <p:pic>
            <p:nvPicPr>
              <p:cNvPr id="298" name="Cerneală 297">
                <a:extLst>
                  <a:ext uri="{FF2B5EF4-FFF2-40B4-BE49-F238E27FC236}">
                    <a16:creationId xmlns:a16="http://schemas.microsoft.com/office/drawing/2014/main" id="{336B7C3E-F3FB-43EF-9A43-960BA1C5B2E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793957" y="3390484"/>
                <a:ext cx="144360" cy="5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99" name="Cerneală 298">
                <a:extLst>
                  <a:ext uri="{FF2B5EF4-FFF2-40B4-BE49-F238E27FC236}">
                    <a16:creationId xmlns:a16="http://schemas.microsoft.com/office/drawing/2014/main" id="{E74F3FE9-AAD3-4D10-BA39-9AC8C94D4E19}"/>
                  </a:ext>
                </a:extLst>
              </p14:cNvPr>
              <p14:cNvContentPartPr/>
              <p14:nvPr/>
            </p14:nvContentPartPr>
            <p14:xfrm>
              <a:off x="7474637" y="4419364"/>
              <a:ext cx="91440" cy="351000"/>
            </p14:xfrm>
          </p:contentPart>
        </mc:Choice>
        <mc:Fallback xmlns="">
          <p:pic>
            <p:nvPicPr>
              <p:cNvPr id="299" name="Cerneală 298">
                <a:extLst>
                  <a:ext uri="{FF2B5EF4-FFF2-40B4-BE49-F238E27FC236}">
                    <a16:creationId xmlns:a16="http://schemas.microsoft.com/office/drawing/2014/main" id="{E74F3FE9-AAD3-4D10-BA39-9AC8C94D4E1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456997" y="4383724"/>
                <a:ext cx="12708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00" name="Cerneală 299">
                <a:extLst>
                  <a:ext uri="{FF2B5EF4-FFF2-40B4-BE49-F238E27FC236}">
                    <a16:creationId xmlns:a16="http://schemas.microsoft.com/office/drawing/2014/main" id="{8D872D15-DF65-4F78-BD70-02EE8B6A65FA}"/>
                  </a:ext>
                </a:extLst>
              </p14:cNvPr>
              <p14:cNvContentPartPr/>
              <p14:nvPr/>
            </p14:nvContentPartPr>
            <p14:xfrm>
              <a:off x="7678757" y="4479124"/>
              <a:ext cx="243000" cy="262440"/>
            </p14:xfrm>
          </p:contentPart>
        </mc:Choice>
        <mc:Fallback xmlns="">
          <p:pic>
            <p:nvPicPr>
              <p:cNvPr id="300" name="Cerneală 299">
                <a:extLst>
                  <a:ext uri="{FF2B5EF4-FFF2-40B4-BE49-F238E27FC236}">
                    <a16:creationId xmlns:a16="http://schemas.microsoft.com/office/drawing/2014/main" id="{8D872D15-DF65-4F78-BD70-02EE8B6A65F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660757" y="4443484"/>
                <a:ext cx="27864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01" name="Cerneală 300">
                <a:extLst>
                  <a:ext uri="{FF2B5EF4-FFF2-40B4-BE49-F238E27FC236}">
                    <a16:creationId xmlns:a16="http://schemas.microsoft.com/office/drawing/2014/main" id="{B91D83A2-8CC8-441B-8B10-B18C0F811C49}"/>
                  </a:ext>
                </a:extLst>
              </p14:cNvPr>
              <p14:cNvContentPartPr/>
              <p14:nvPr/>
            </p14:nvContentPartPr>
            <p14:xfrm>
              <a:off x="7899077" y="4419364"/>
              <a:ext cx="129960" cy="408240"/>
            </p14:xfrm>
          </p:contentPart>
        </mc:Choice>
        <mc:Fallback xmlns="">
          <p:pic>
            <p:nvPicPr>
              <p:cNvPr id="301" name="Cerneală 300">
                <a:extLst>
                  <a:ext uri="{FF2B5EF4-FFF2-40B4-BE49-F238E27FC236}">
                    <a16:creationId xmlns:a16="http://schemas.microsoft.com/office/drawing/2014/main" id="{B91D83A2-8CC8-441B-8B10-B18C0F811C4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881077" y="4383724"/>
                <a:ext cx="16560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23" name="Cerneală 322">
                <a:extLst>
                  <a:ext uri="{FF2B5EF4-FFF2-40B4-BE49-F238E27FC236}">
                    <a16:creationId xmlns:a16="http://schemas.microsoft.com/office/drawing/2014/main" id="{2EB26009-D20D-444D-A5BE-09F277AAC4AE}"/>
                  </a:ext>
                </a:extLst>
              </p14:cNvPr>
              <p14:cNvContentPartPr/>
              <p14:nvPr/>
            </p14:nvContentPartPr>
            <p14:xfrm>
              <a:off x="545357" y="903604"/>
              <a:ext cx="11288160" cy="5930640"/>
            </p14:xfrm>
          </p:contentPart>
        </mc:Choice>
        <mc:Fallback xmlns="">
          <p:pic>
            <p:nvPicPr>
              <p:cNvPr id="323" name="Cerneală 322">
                <a:extLst>
                  <a:ext uri="{FF2B5EF4-FFF2-40B4-BE49-F238E27FC236}">
                    <a16:creationId xmlns:a16="http://schemas.microsoft.com/office/drawing/2014/main" id="{2EB26009-D20D-444D-A5BE-09F277AAC4A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27357" y="885605"/>
                <a:ext cx="11323800" cy="5966278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Dreptunghi 21">
            <a:extLst>
              <a:ext uri="{FF2B5EF4-FFF2-40B4-BE49-F238E27FC236}">
                <a16:creationId xmlns:a16="http://schemas.microsoft.com/office/drawing/2014/main" id="{66B03919-8547-46BE-8417-E9A1566F2616}"/>
              </a:ext>
            </a:extLst>
          </p:cNvPr>
          <p:cNvSpPr/>
          <p:nvPr/>
        </p:nvSpPr>
        <p:spPr>
          <a:xfrm>
            <a:off x="198286" y="137196"/>
            <a:ext cx="113840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err="1"/>
              <a:t>Registre</a:t>
            </a:r>
            <a:r>
              <a:rPr lang="en-US" sz="2400" b="1" i="1" dirty="0"/>
              <a:t> de </a:t>
            </a:r>
            <a:r>
              <a:rPr lang="en-US" sz="2400" b="1" i="1" dirty="0" err="1"/>
              <a:t>deplasare</a:t>
            </a:r>
            <a:r>
              <a:rPr lang="ro-RO" sz="2400" b="1" i="1" dirty="0"/>
              <a:t> – Aplicați</a:t>
            </a:r>
            <a:r>
              <a:rPr lang="en-US" sz="2400" b="1" i="1" dirty="0"/>
              <a:t>a 2</a:t>
            </a:r>
            <a:r>
              <a:rPr lang="ro-RO" sz="2400" b="1" i="1" dirty="0"/>
              <a:t>: </a:t>
            </a:r>
            <a:r>
              <a:rPr lang="en-US" sz="2400" b="1" i="1" dirty="0" err="1">
                <a:solidFill>
                  <a:srgbClr val="FF0000"/>
                </a:solidFill>
              </a:rPr>
              <a:t>Deplasare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punct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luminos</a:t>
            </a:r>
            <a:r>
              <a:rPr lang="en-US" sz="2400" b="1" i="1" dirty="0">
                <a:solidFill>
                  <a:srgbClr val="FF0000"/>
                </a:solidFill>
              </a:rPr>
              <a:t> de la un ca</a:t>
            </a:r>
            <a:r>
              <a:rPr lang="ro-RO" sz="2400" b="1" i="1" dirty="0" err="1">
                <a:solidFill>
                  <a:srgbClr val="FF0000"/>
                </a:solidFill>
              </a:rPr>
              <a:t>păt</a:t>
            </a:r>
            <a:r>
              <a:rPr lang="ro-RO" sz="2400" b="1" i="1" dirty="0">
                <a:solidFill>
                  <a:srgbClr val="FF0000"/>
                </a:solidFill>
              </a:rPr>
              <a:t> la altul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4545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6" name="Cerneală 245">
                <a:extLst>
                  <a:ext uri="{FF2B5EF4-FFF2-40B4-BE49-F238E27FC236}">
                    <a16:creationId xmlns:a16="http://schemas.microsoft.com/office/drawing/2014/main" id="{00477017-572A-4662-BE89-109595127B5A}"/>
                  </a:ext>
                </a:extLst>
              </p14:cNvPr>
              <p14:cNvContentPartPr/>
              <p14:nvPr/>
            </p14:nvContentPartPr>
            <p14:xfrm>
              <a:off x="475157" y="670324"/>
              <a:ext cx="11456280" cy="6033600"/>
            </p14:xfrm>
          </p:contentPart>
        </mc:Choice>
        <mc:Fallback xmlns="">
          <p:pic>
            <p:nvPicPr>
              <p:cNvPr id="246" name="Cerneală 245">
                <a:extLst>
                  <a:ext uri="{FF2B5EF4-FFF2-40B4-BE49-F238E27FC236}">
                    <a16:creationId xmlns:a16="http://schemas.microsoft.com/office/drawing/2014/main" id="{00477017-572A-4662-BE89-109595127B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157" y="652685"/>
                <a:ext cx="11491920" cy="6069238"/>
              </a:xfrm>
              <a:prstGeom prst="rect">
                <a:avLst/>
              </a:prstGeom>
            </p:spPr>
          </p:pic>
        </mc:Fallback>
      </mc:AlternateContent>
      <p:sp>
        <p:nvSpPr>
          <p:cNvPr id="5" name="Dreptunghi 4">
            <a:extLst>
              <a:ext uri="{FF2B5EF4-FFF2-40B4-BE49-F238E27FC236}">
                <a16:creationId xmlns:a16="http://schemas.microsoft.com/office/drawing/2014/main" id="{FEF33EAA-414D-40B7-825D-C25147E14F11}"/>
              </a:ext>
            </a:extLst>
          </p:cNvPr>
          <p:cNvSpPr/>
          <p:nvPr/>
        </p:nvSpPr>
        <p:spPr>
          <a:xfrm>
            <a:off x="198286" y="137196"/>
            <a:ext cx="113840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err="1"/>
              <a:t>Registre</a:t>
            </a:r>
            <a:r>
              <a:rPr lang="en-US" sz="2400" b="1" i="1" dirty="0"/>
              <a:t> de </a:t>
            </a:r>
            <a:r>
              <a:rPr lang="en-US" sz="2400" b="1" i="1" dirty="0" err="1"/>
              <a:t>deplasare</a:t>
            </a:r>
            <a:r>
              <a:rPr lang="ro-RO" sz="2400" b="1" i="1" dirty="0"/>
              <a:t> – Aplicați</a:t>
            </a:r>
            <a:r>
              <a:rPr lang="en-US" sz="2400" b="1" i="1" dirty="0"/>
              <a:t>a 2</a:t>
            </a:r>
            <a:r>
              <a:rPr lang="ro-RO" sz="2400" b="1" i="1" dirty="0"/>
              <a:t>: </a:t>
            </a:r>
            <a:r>
              <a:rPr lang="en-US" sz="2400" b="1" i="1" dirty="0" err="1">
                <a:solidFill>
                  <a:srgbClr val="FF0000"/>
                </a:solidFill>
              </a:rPr>
              <a:t>Deplasare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punct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luminos</a:t>
            </a:r>
            <a:r>
              <a:rPr lang="en-US" sz="2400" b="1" i="1" dirty="0">
                <a:solidFill>
                  <a:srgbClr val="FF0000"/>
                </a:solidFill>
              </a:rPr>
              <a:t> de la un ca</a:t>
            </a:r>
            <a:r>
              <a:rPr lang="ro-RO" sz="2400" b="1" i="1" dirty="0" err="1">
                <a:solidFill>
                  <a:srgbClr val="FF0000"/>
                </a:solidFill>
              </a:rPr>
              <a:t>păt</a:t>
            </a:r>
            <a:r>
              <a:rPr lang="ro-RO" sz="2400" b="1" i="1" dirty="0">
                <a:solidFill>
                  <a:srgbClr val="FF0000"/>
                </a:solidFill>
              </a:rPr>
              <a:t> la altul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1796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518221" y="320074"/>
            <a:ext cx="7592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Schema 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ptr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“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deplasare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punct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luminos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de la 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st</a:t>
            </a:r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ânga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la dreapta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”</a:t>
            </a:r>
            <a:endParaRPr lang="ro-RO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9A789D86-CB8C-4550-92A0-8076C6118C9A}"/>
                  </a:ext>
                </a:extLst>
              </p14:cNvPr>
              <p14:cNvContentPartPr/>
              <p14:nvPr/>
            </p14:nvContentPartPr>
            <p14:xfrm>
              <a:off x="1361477" y="1307524"/>
              <a:ext cx="360" cy="3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9A789D86-CB8C-4550-92A0-8076C6118C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3837" y="12895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FFDFF10F-4BCB-413B-91FA-7AD294CF9071}"/>
                  </a:ext>
                </a:extLst>
              </p14:cNvPr>
              <p14:cNvContentPartPr/>
              <p14:nvPr/>
            </p14:nvContentPartPr>
            <p14:xfrm>
              <a:off x="2414117" y="937084"/>
              <a:ext cx="337680" cy="2775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FFDFF10F-4BCB-413B-91FA-7AD294CF90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96117" y="919444"/>
                <a:ext cx="3733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A6BD8621-D064-4154-A80E-BBFA1B141E58}"/>
                  </a:ext>
                </a:extLst>
              </p14:cNvPr>
              <p14:cNvContentPartPr/>
              <p14:nvPr/>
            </p14:nvContentPartPr>
            <p14:xfrm>
              <a:off x="6208877" y="791644"/>
              <a:ext cx="1469520" cy="4176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A6BD8621-D064-4154-A80E-BBFA1B141E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91237" y="774004"/>
                <a:ext cx="150516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08C583F4-CE9F-4F62-B082-0ED35352C878}"/>
                  </a:ext>
                </a:extLst>
              </p14:cNvPr>
              <p14:cNvContentPartPr/>
              <p14:nvPr/>
            </p14:nvContentPartPr>
            <p14:xfrm>
              <a:off x="3249317" y="835564"/>
              <a:ext cx="2254680" cy="5770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08C583F4-CE9F-4F62-B082-0ED35352C87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31674" y="817553"/>
                <a:ext cx="2290326" cy="612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8E4ADBCA-F087-448E-88C4-2EA74D946B73}"/>
                  </a:ext>
                </a:extLst>
              </p14:cNvPr>
              <p14:cNvContentPartPr/>
              <p14:nvPr/>
            </p14:nvContentPartPr>
            <p14:xfrm>
              <a:off x="594677" y="871924"/>
              <a:ext cx="1272240" cy="3654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8E4ADBCA-F087-448E-88C4-2EA74D946B7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7037" y="854284"/>
                <a:ext cx="130788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40065AC7-6D06-4652-AA4C-82EDAB8337B9}"/>
                  </a:ext>
                </a:extLst>
              </p14:cNvPr>
              <p14:cNvContentPartPr/>
              <p14:nvPr/>
            </p14:nvContentPartPr>
            <p14:xfrm>
              <a:off x="2895077" y="1581844"/>
              <a:ext cx="508680" cy="1346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40065AC7-6D06-4652-AA4C-82EDAB8337B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77437" y="1563844"/>
                <a:ext cx="5443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698E38CB-BB63-4C53-9A33-676BD5A6CB2A}"/>
                  </a:ext>
                </a:extLst>
              </p14:cNvPr>
              <p14:cNvContentPartPr/>
              <p14:nvPr/>
            </p14:nvContentPartPr>
            <p14:xfrm>
              <a:off x="1508717" y="1519924"/>
              <a:ext cx="1090080" cy="2440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698E38CB-BB63-4C53-9A33-676BD5A6CB2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91077" y="1501897"/>
                <a:ext cx="1125720" cy="2797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25F4F686-E242-4204-868C-D608B6E2BA27}"/>
                  </a:ext>
                </a:extLst>
              </p14:cNvPr>
              <p14:cNvContentPartPr/>
              <p14:nvPr/>
            </p14:nvContentPartPr>
            <p14:xfrm>
              <a:off x="927677" y="1548364"/>
              <a:ext cx="302040" cy="1677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25F4F686-E242-4204-868C-D608B6E2BA2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9677" y="1530364"/>
                <a:ext cx="3376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3BB277E9-1C5D-46CF-8161-87A1FF6F69C6}"/>
                  </a:ext>
                </a:extLst>
              </p14:cNvPr>
              <p14:cNvContentPartPr/>
              <p14:nvPr/>
            </p14:nvContentPartPr>
            <p14:xfrm>
              <a:off x="6739517" y="1838524"/>
              <a:ext cx="988560" cy="33768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3BB277E9-1C5D-46CF-8161-87A1FF6F69C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21877" y="1820524"/>
                <a:ext cx="102420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7BC9B7F4-4D81-457E-A4C0-87B9894A3AC3}"/>
                  </a:ext>
                </a:extLst>
              </p14:cNvPr>
              <p14:cNvContentPartPr/>
              <p14:nvPr/>
            </p14:nvContentPartPr>
            <p14:xfrm>
              <a:off x="2683757" y="1927084"/>
              <a:ext cx="1132560" cy="44748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7BC9B7F4-4D81-457E-A4C0-87B9894A3AC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666117" y="1909084"/>
                <a:ext cx="116820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9670BA2D-47AB-478E-B40C-DEC8A25248F4}"/>
                  </a:ext>
                </a:extLst>
              </p14:cNvPr>
              <p14:cNvContentPartPr/>
              <p14:nvPr/>
            </p14:nvContentPartPr>
            <p14:xfrm>
              <a:off x="1825877" y="1966324"/>
              <a:ext cx="322200" cy="38700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9670BA2D-47AB-478E-B40C-DEC8A25248F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07877" y="1948684"/>
                <a:ext cx="35784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F83781EE-73C7-4E16-870E-AB6555E88401}"/>
                  </a:ext>
                </a:extLst>
              </p14:cNvPr>
              <p14:cNvContentPartPr/>
              <p14:nvPr/>
            </p14:nvContentPartPr>
            <p14:xfrm>
              <a:off x="1838477" y="2531524"/>
              <a:ext cx="204840" cy="36720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F83781EE-73C7-4E16-870E-AB6555E8840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20477" y="2513884"/>
                <a:ext cx="24048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4164E828-5E0F-4C53-BC36-D7757964C15C}"/>
                  </a:ext>
                </a:extLst>
              </p14:cNvPr>
              <p14:cNvContentPartPr/>
              <p14:nvPr/>
            </p14:nvContentPartPr>
            <p14:xfrm>
              <a:off x="4124117" y="1690564"/>
              <a:ext cx="2166840" cy="105264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4164E828-5E0F-4C53-BC36-D7757964C15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106477" y="1672570"/>
                <a:ext cx="2202480" cy="10882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AD7F8D49-C5BC-4865-B39C-48B037F30E9F}"/>
                  </a:ext>
                </a:extLst>
              </p14:cNvPr>
              <p14:cNvContentPartPr/>
              <p14:nvPr/>
            </p14:nvContentPartPr>
            <p14:xfrm>
              <a:off x="2663597" y="2464564"/>
              <a:ext cx="1063080" cy="26892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AD7F8D49-C5BC-4865-B39C-48B037F30E9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645957" y="2446900"/>
                <a:ext cx="1098720" cy="3046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EAF0CC95-9DC6-46C8-982B-573ECD42BC0E}"/>
                  </a:ext>
                </a:extLst>
              </p14:cNvPr>
              <p14:cNvContentPartPr/>
              <p14:nvPr/>
            </p14:nvContentPartPr>
            <p14:xfrm>
              <a:off x="7627277" y="2698924"/>
              <a:ext cx="90360" cy="17676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EAF0CC95-9DC6-46C8-982B-573ECD42BC0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609277" y="2680924"/>
                <a:ext cx="12600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9BC2754C-58BB-4088-BACE-D2AF3ED37978}"/>
                  </a:ext>
                </a:extLst>
              </p14:cNvPr>
              <p14:cNvContentPartPr/>
              <p14:nvPr/>
            </p14:nvContentPartPr>
            <p14:xfrm>
              <a:off x="10302437" y="2287804"/>
              <a:ext cx="554760" cy="29448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9BC2754C-58BB-4088-BACE-D2AF3ED3797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84437" y="2269804"/>
                <a:ext cx="5904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4B00B3EE-55CC-414E-A5C5-95A8B73919B2}"/>
                  </a:ext>
                </a:extLst>
              </p14:cNvPr>
              <p14:cNvContentPartPr/>
              <p14:nvPr/>
            </p14:nvContentPartPr>
            <p14:xfrm>
              <a:off x="8142437" y="2251804"/>
              <a:ext cx="1868040" cy="40068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4B00B3EE-55CC-414E-A5C5-95A8B73919B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24437" y="2233804"/>
                <a:ext cx="190368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8" name="Cerneală 227">
                <a:extLst>
                  <a:ext uri="{FF2B5EF4-FFF2-40B4-BE49-F238E27FC236}">
                    <a16:creationId xmlns:a16="http://schemas.microsoft.com/office/drawing/2014/main" id="{F1CAE64B-B06C-45FA-8F50-C9DEE064E435}"/>
                  </a:ext>
                </a:extLst>
              </p14:cNvPr>
              <p14:cNvContentPartPr/>
              <p14:nvPr/>
            </p14:nvContentPartPr>
            <p14:xfrm>
              <a:off x="6533237" y="2388964"/>
              <a:ext cx="792000" cy="356400"/>
            </p14:xfrm>
          </p:contentPart>
        </mc:Choice>
        <mc:Fallback xmlns="">
          <p:pic>
            <p:nvPicPr>
              <p:cNvPr id="228" name="Cerneală 227">
                <a:extLst>
                  <a:ext uri="{FF2B5EF4-FFF2-40B4-BE49-F238E27FC236}">
                    <a16:creationId xmlns:a16="http://schemas.microsoft.com/office/drawing/2014/main" id="{F1CAE64B-B06C-45FA-8F50-C9DEE064E43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515237" y="2370964"/>
                <a:ext cx="8276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6912BE32-A7A6-45E8-B2A3-55EA56594083}"/>
                  </a:ext>
                </a:extLst>
              </p14:cNvPr>
              <p14:cNvContentPartPr/>
              <p14:nvPr/>
            </p14:nvContentPartPr>
            <p14:xfrm>
              <a:off x="2747837" y="2918524"/>
              <a:ext cx="710640" cy="33768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6912BE32-A7A6-45E8-B2A3-55EA5659408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730197" y="2900884"/>
                <a:ext cx="74628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AA0CA06D-C433-449B-A5E2-78F860C9560A}"/>
                  </a:ext>
                </a:extLst>
              </p14:cNvPr>
              <p14:cNvContentPartPr/>
              <p14:nvPr/>
            </p14:nvContentPartPr>
            <p14:xfrm>
              <a:off x="3299717" y="3440884"/>
              <a:ext cx="23760" cy="1008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AA0CA06D-C433-449B-A5E2-78F860C9560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281717" y="3423244"/>
                <a:ext cx="594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0DB3618E-F98D-443E-B248-ED42E816324B}"/>
                  </a:ext>
                </a:extLst>
              </p14:cNvPr>
              <p14:cNvContentPartPr/>
              <p14:nvPr/>
            </p14:nvContentPartPr>
            <p14:xfrm>
              <a:off x="1834877" y="3711604"/>
              <a:ext cx="264960" cy="36540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0DB3618E-F98D-443E-B248-ED42E816324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816877" y="3693604"/>
                <a:ext cx="30060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DD93CA33-40AF-49EE-BA88-BEDBD2C20C1C}"/>
                  </a:ext>
                </a:extLst>
              </p14:cNvPr>
              <p14:cNvContentPartPr/>
              <p14:nvPr/>
            </p14:nvContentPartPr>
            <p14:xfrm>
              <a:off x="7631237" y="3723484"/>
              <a:ext cx="145800" cy="24120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DD93CA33-40AF-49EE-BA88-BEDBD2C20C1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613597" y="3705484"/>
                <a:ext cx="18144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59" name="Cerneală 258">
                <a:extLst>
                  <a:ext uri="{FF2B5EF4-FFF2-40B4-BE49-F238E27FC236}">
                    <a16:creationId xmlns:a16="http://schemas.microsoft.com/office/drawing/2014/main" id="{30B6171E-2576-4F49-8EFA-8A68F6F44C65}"/>
                  </a:ext>
                </a:extLst>
              </p14:cNvPr>
              <p14:cNvContentPartPr/>
              <p14:nvPr/>
            </p14:nvContentPartPr>
            <p14:xfrm>
              <a:off x="8060717" y="3932644"/>
              <a:ext cx="30240" cy="219600"/>
            </p14:xfrm>
          </p:contentPart>
        </mc:Choice>
        <mc:Fallback xmlns="">
          <p:pic>
            <p:nvPicPr>
              <p:cNvPr id="259" name="Cerneală 258">
                <a:extLst>
                  <a:ext uri="{FF2B5EF4-FFF2-40B4-BE49-F238E27FC236}">
                    <a16:creationId xmlns:a16="http://schemas.microsoft.com/office/drawing/2014/main" id="{30B6171E-2576-4F49-8EFA-8A68F6F44C6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42717" y="3914644"/>
                <a:ext cx="6588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63" name="Cerneală 262">
                <a:extLst>
                  <a:ext uri="{FF2B5EF4-FFF2-40B4-BE49-F238E27FC236}">
                    <a16:creationId xmlns:a16="http://schemas.microsoft.com/office/drawing/2014/main" id="{51E508DD-CBE4-4449-9FD5-0C8F569D0D20}"/>
                  </a:ext>
                </a:extLst>
              </p14:cNvPr>
              <p14:cNvContentPartPr/>
              <p14:nvPr/>
            </p14:nvContentPartPr>
            <p14:xfrm>
              <a:off x="7002317" y="3633844"/>
              <a:ext cx="461520" cy="390600"/>
            </p14:xfrm>
          </p:contentPart>
        </mc:Choice>
        <mc:Fallback xmlns="">
          <p:pic>
            <p:nvPicPr>
              <p:cNvPr id="263" name="Cerneală 262">
                <a:extLst>
                  <a:ext uri="{FF2B5EF4-FFF2-40B4-BE49-F238E27FC236}">
                    <a16:creationId xmlns:a16="http://schemas.microsoft.com/office/drawing/2014/main" id="{51E508DD-CBE4-4449-9FD5-0C8F569D0D2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984331" y="3615844"/>
                <a:ext cx="497132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4" name="Cerneală 263">
                <a:extLst>
                  <a:ext uri="{FF2B5EF4-FFF2-40B4-BE49-F238E27FC236}">
                    <a16:creationId xmlns:a16="http://schemas.microsoft.com/office/drawing/2014/main" id="{E16E8A40-DB1A-4870-A2D5-04173F689058}"/>
                  </a:ext>
                </a:extLst>
              </p14:cNvPr>
              <p14:cNvContentPartPr/>
              <p14:nvPr/>
            </p14:nvContentPartPr>
            <p14:xfrm>
              <a:off x="5304197" y="3540244"/>
              <a:ext cx="1194120" cy="437040"/>
            </p14:xfrm>
          </p:contentPart>
        </mc:Choice>
        <mc:Fallback xmlns="">
          <p:pic>
            <p:nvPicPr>
              <p:cNvPr id="264" name="Cerneală 263">
                <a:extLst>
                  <a:ext uri="{FF2B5EF4-FFF2-40B4-BE49-F238E27FC236}">
                    <a16:creationId xmlns:a16="http://schemas.microsoft.com/office/drawing/2014/main" id="{E16E8A40-DB1A-4870-A2D5-04173F68905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286197" y="3522244"/>
                <a:ext cx="122976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65" name="Cerneală 264">
                <a:extLst>
                  <a:ext uri="{FF2B5EF4-FFF2-40B4-BE49-F238E27FC236}">
                    <a16:creationId xmlns:a16="http://schemas.microsoft.com/office/drawing/2014/main" id="{24B00D34-80C1-468C-BA55-E1AB71D015BF}"/>
                  </a:ext>
                </a:extLst>
              </p14:cNvPr>
              <p14:cNvContentPartPr/>
              <p14:nvPr/>
            </p14:nvContentPartPr>
            <p14:xfrm>
              <a:off x="4370357" y="3760564"/>
              <a:ext cx="427320" cy="203040"/>
            </p14:xfrm>
          </p:contentPart>
        </mc:Choice>
        <mc:Fallback xmlns="">
          <p:pic>
            <p:nvPicPr>
              <p:cNvPr id="265" name="Cerneală 264">
                <a:extLst>
                  <a:ext uri="{FF2B5EF4-FFF2-40B4-BE49-F238E27FC236}">
                    <a16:creationId xmlns:a16="http://schemas.microsoft.com/office/drawing/2014/main" id="{24B00D34-80C1-468C-BA55-E1AB71D015B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352357" y="3742596"/>
                <a:ext cx="462960" cy="2386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74" name="Cerneală 273">
                <a:extLst>
                  <a:ext uri="{FF2B5EF4-FFF2-40B4-BE49-F238E27FC236}">
                    <a16:creationId xmlns:a16="http://schemas.microsoft.com/office/drawing/2014/main" id="{A25FD914-3703-4D86-8F0E-7F801BB16A3A}"/>
                  </a:ext>
                </a:extLst>
              </p14:cNvPr>
              <p14:cNvContentPartPr/>
              <p14:nvPr/>
            </p14:nvContentPartPr>
            <p14:xfrm>
              <a:off x="10837397" y="3522964"/>
              <a:ext cx="400320" cy="340920"/>
            </p14:xfrm>
          </p:contentPart>
        </mc:Choice>
        <mc:Fallback xmlns="">
          <p:pic>
            <p:nvPicPr>
              <p:cNvPr id="274" name="Cerneală 273">
                <a:extLst>
                  <a:ext uri="{FF2B5EF4-FFF2-40B4-BE49-F238E27FC236}">
                    <a16:creationId xmlns:a16="http://schemas.microsoft.com/office/drawing/2014/main" id="{A25FD914-3703-4D86-8F0E-7F801BB16A3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819757" y="3504964"/>
                <a:ext cx="43596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75" name="Cerneală 274">
                <a:extLst>
                  <a:ext uri="{FF2B5EF4-FFF2-40B4-BE49-F238E27FC236}">
                    <a16:creationId xmlns:a16="http://schemas.microsoft.com/office/drawing/2014/main" id="{3E93DF02-2CEE-4E1E-88CF-24D75F6FCD5D}"/>
                  </a:ext>
                </a:extLst>
              </p14:cNvPr>
              <p14:cNvContentPartPr/>
              <p14:nvPr/>
            </p14:nvContentPartPr>
            <p14:xfrm>
              <a:off x="8516477" y="3417844"/>
              <a:ext cx="1743120" cy="473040"/>
            </p14:xfrm>
          </p:contentPart>
        </mc:Choice>
        <mc:Fallback xmlns="">
          <p:pic>
            <p:nvPicPr>
              <p:cNvPr id="275" name="Cerneală 274">
                <a:extLst>
                  <a:ext uri="{FF2B5EF4-FFF2-40B4-BE49-F238E27FC236}">
                    <a16:creationId xmlns:a16="http://schemas.microsoft.com/office/drawing/2014/main" id="{3E93DF02-2CEE-4E1E-88CF-24D75F6FCD5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498477" y="3400191"/>
                <a:ext cx="1778760" cy="508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AAAAAA52-55C6-4804-BB80-A12475DA2CDC}"/>
                  </a:ext>
                </a:extLst>
              </p14:cNvPr>
              <p14:cNvContentPartPr/>
              <p14:nvPr/>
            </p14:nvContentPartPr>
            <p14:xfrm>
              <a:off x="3967157" y="4134964"/>
              <a:ext cx="1946880" cy="62172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AAAAAA52-55C6-4804-BB80-A12475DA2CD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949160" y="4116964"/>
                <a:ext cx="1982513" cy="65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E62408C8-63B7-42C6-8F16-A5E2F152F102}"/>
                  </a:ext>
                </a:extLst>
              </p14:cNvPr>
              <p14:cNvContentPartPr/>
              <p14:nvPr/>
            </p14:nvContentPartPr>
            <p14:xfrm>
              <a:off x="2733077" y="4332244"/>
              <a:ext cx="776880" cy="17568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E62408C8-63B7-42C6-8F16-A5E2F152F10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715437" y="4314604"/>
                <a:ext cx="81252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84" name="Cerneală 283">
                <a:extLst>
                  <a:ext uri="{FF2B5EF4-FFF2-40B4-BE49-F238E27FC236}">
                    <a16:creationId xmlns:a16="http://schemas.microsoft.com/office/drawing/2014/main" id="{B1E515C1-72BD-4B16-8292-B948AB49A5E1}"/>
                  </a:ext>
                </a:extLst>
              </p14:cNvPr>
              <p14:cNvContentPartPr/>
              <p14:nvPr/>
            </p14:nvContentPartPr>
            <p14:xfrm>
              <a:off x="5181437" y="2959204"/>
              <a:ext cx="126000" cy="448920"/>
            </p14:xfrm>
          </p:contentPart>
        </mc:Choice>
        <mc:Fallback xmlns="">
          <p:pic>
            <p:nvPicPr>
              <p:cNvPr id="284" name="Cerneală 283">
                <a:extLst>
                  <a:ext uri="{FF2B5EF4-FFF2-40B4-BE49-F238E27FC236}">
                    <a16:creationId xmlns:a16="http://schemas.microsoft.com/office/drawing/2014/main" id="{B1E515C1-72BD-4B16-8292-B948AB49A5E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163437" y="2941564"/>
                <a:ext cx="16164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88FB2F11-C5D1-46DC-845B-CBD3AFBD86D5}"/>
                  </a:ext>
                </a:extLst>
              </p14:cNvPr>
              <p14:cNvContentPartPr/>
              <p14:nvPr/>
            </p14:nvContentPartPr>
            <p14:xfrm>
              <a:off x="3805517" y="2910244"/>
              <a:ext cx="1047240" cy="51588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88FB2F11-C5D1-46DC-845B-CBD3AFBD86D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787523" y="2892604"/>
                <a:ext cx="1082868" cy="55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94" name="Cerneală 293">
                <a:extLst>
                  <a:ext uri="{FF2B5EF4-FFF2-40B4-BE49-F238E27FC236}">
                    <a16:creationId xmlns:a16="http://schemas.microsoft.com/office/drawing/2014/main" id="{D75D1C62-7276-436D-B4E8-F49AE3A7358D}"/>
                  </a:ext>
                </a:extLst>
              </p14:cNvPr>
              <p14:cNvContentPartPr/>
              <p14:nvPr/>
            </p14:nvContentPartPr>
            <p14:xfrm>
              <a:off x="6231917" y="4119484"/>
              <a:ext cx="1223640" cy="533520"/>
            </p14:xfrm>
          </p:contentPart>
        </mc:Choice>
        <mc:Fallback xmlns="">
          <p:pic>
            <p:nvPicPr>
              <p:cNvPr id="294" name="Cerneală 293">
                <a:extLst>
                  <a:ext uri="{FF2B5EF4-FFF2-40B4-BE49-F238E27FC236}">
                    <a16:creationId xmlns:a16="http://schemas.microsoft.com/office/drawing/2014/main" id="{D75D1C62-7276-436D-B4E8-F49AE3A7358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214277" y="4101844"/>
                <a:ext cx="1259280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98" name="Cerneală 297">
                <a:extLst>
                  <a:ext uri="{FF2B5EF4-FFF2-40B4-BE49-F238E27FC236}">
                    <a16:creationId xmlns:a16="http://schemas.microsoft.com/office/drawing/2014/main" id="{FBE3EA73-4428-4BA9-8E04-365283E20204}"/>
                  </a:ext>
                </a:extLst>
              </p14:cNvPr>
              <p14:cNvContentPartPr/>
              <p14:nvPr/>
            </p14:nvContentPartPr>
            <p14:xfrm>
              <a:off x="5707397" y="2944444"/>
              <a:ext cx="412200" cy="302040"/>
            </p14:xfrm>
          </p:contentPart>
        </mc:Choice>
        <mc:Fallback xmlns="">
          <p:pic>
            <p:nvPicPr>
              <p:cNvPr id="298" name="Cerneală 297">
                <a:extLst>
                  <a:ext uri="{FF2B5EF4-FFF2-40B4-BE49-F238E27FC236}">
                    <a16:creationId xmlns:a16="http://schemas.microsoft.com/office/drawing/2014/main" id="{FBE3EA73-4428-4BA9-8E04-365283E2020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689397" y="2926444"/>
                <a:ext cx="44784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99" name="Cerneală 298">
                <a:extLst>
                  <a:ext uri="{FF2B5EF4-FFF2-40B4-BE49-F238E27FC236}">
                    <a16:creationId xmlns:a16="http://schemas.microsoft.com/office/drawing/2014/main" id="{8F9FD169-D734-4E72-A1CD-5B3EDF8EF01D}"/>
                  </a:ext>
                </a:extLst>
              </p14:cNvPr>
              <p14:cNvContentPartPr/>
              <p14:nvPr/>
            </p14:nvContentPartPr>
            <p14:xfrm>
              <a:off x="6508757" y="3013204"/>
              <a:ext cx="321480" cy="153000"/>
            </p14:xfrm>
          </p:contentPart>
        </mc:Choice>
        <mc:Fallback xmlns="">
          <p:pic>
            <p:nvPicPr>
              <p:cNvPr id="299" name="Cerneală 298">
                <a:extLst>
                  <a:ext uri="{FF2B5EF4-FFF2-40B4-BE49-F238E27FC236}">
                    <a16:creationId xmlns:a16="http://schemas.microsoft.com/office/drawing/2014/main" id="{8F9FD169-D734-4E72-A1CD-5B3EDF8EF01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491117" y="2995204"/>
                <a:ext cx="35712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00" name="Cerneală 299">
                <a:extLst>
                  <a:ext uri="{FF2B5EF4-FFF2-40B4-BE49-F238E27FC236}">
                    <a16:creationId xmlns:a16="http://schemas.microsoft.com/office/drawing/2014/main" id="{211F3415-F9D6-46BF-BEDF-0B5EF05517EE}"/>
                  </a:ext>
                </a:extLst>
              </p14:cNvPr>
              <p14:cNvContentPartPr/>
              <p14:nvPr/>
            </p14:nvContentPartPr>
            <p14:xfrm>
              <a:off x="7248197" y="3072244"/>
              <a:ext cx="22680" cy="91440"/>
            </p14:xfrm>
          </p:contentPart>
        </mc:Choice>
        <mc:Fallback xmlns="">
          <p:pic>
            <p:nvPicPr>
              <p:cNvPr id="300" name="Cerneală 299">
                <a:extLst>
                  <a:ext uri="{FF2B5EF4-FFF2-40B4-BE49-F238E27FC236}">
                    <a16:creationId xmlns:a16="http://schemas.microsoft.com/office/drawing/2014/main" id="{211F3415-F9D6-46BF-BEDF-0B5EF05517E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230557" y="3054604"/>
                <a:ext cx="583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01" name="Cerneală 300">
                <a:extLst>
                  <a:ext uri="{FF2B5EF4-FFF2-40B4-BE49-F238E27FC236}">
                    <a16:creationId xmlns:a16="http://schemas.microsoft.com/office/drawing/2014/main" id="{B0DDB03A-2C33-4942-8578-98C420B160BF}"/>
                  </a:ext>
                </a:extLst>
              </p14:cNvPr>
              <p14:cNvContentPartPr/>
              <p14:nvPr/>
            </p14:nvContentPartPr>
            <p14:xfrm>
              <a:off x="7231277" y="2977924"/>
              <a:ext cx="330480" cy="187920"/>
            </p14:xfrm>
          </p:contentPart>
        </mc:Choice>
        <mc:Fallback xmlns="">
          <p:pic>
            <p:nvPicPr>
              <p:cNvPr id="301" name="Cerneală 300">
                <a:extLst>
                  <a:ext uri="{FF2B5EF4-FFF2-40B4-BE49-F238E27FC236}">
                    <a16:creationId xmlns:a16="http://schemas.microsoft.com/office/drawing/2014/main" id="{B0DDB03A-2C33-4942-8578-98C420B160B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213277" y="2960284"/>
                <a:ext cx="36612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02" name="Cerneală 301">
                <a:extLst>
                  <a:ext uri="{FF2B5EF4-FFF2-40B4-BE49-F238E27FC236}">
                    <a16:creationId xmlns:a16="http://schemas.microsoft.com/office/drawing/2014/main" id="{B7FF2DC9-0B11-4FA1-9240-6E328F7B9F95}"/>
                  </a:ext>
                </a:extLst>
              </p14:cNvPr>
              <p14:cNvContentPartPr/>
              <p14:nvPr/>
            </p14:nvContentPartPr>
            <p14:xfrm>
              <a:off x="7613597" y="3019324"/>
              <a:ext cx="614880" cy="155880"/>
            </p14:xfrm>
          </p:contentPart>
        </mc:Choice>
        <mc:Fallback xmlns="">
          <p:pic>
            <p:nvPicPr>
              <p:cNvPr id="302" name="Cerneală 301">
                <a:extLst>
                  <a:ext uri="{FF2B5EF4-FFF2-40B4-BE49-F238E27FC236}">
                    <a16:creationId xmlns:a16="http://schemas.microsoft.com/office/drawing/2014/main" id="{B7FF2DC9-0B11-4FA1-9240-6E328F7B9F9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595597" y="3001684"/>
                <a:ext cx="65052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03" name="Cerneală 302">
                <a:extLst>
                  <a:ext uri="{FF2B5EF4-FFF2-40B4-BE49-F238E27FC236}">
                    <a16:creationId xmlns:a16="http://schemas.microsoft.com/office/drawing/2014/main" id="{1274BB84-1B78-49F6-A2E8-909C3340EFCF}"/>
                  </a:ext>
                </a:extLst>
              </p14:cNvPr>
              <p14:cNvContentPartPr/>
              <p14:nvPr/>
            </p14:nvContentPartPr>
            <p14:xfrm>
              <a:off x="8300117" y="3066484"/>
              <a:ext cx="288000" cy="95400"/>
            </p14:xfrm>
          </p:contentPart>
        </mc:Choice>
        <mc:Fallback xmlns="">
          <p:pic>
            <p:nvPicPr>
              <p:cNvPr id="303" name="Cerneală 302">
                <a:extLst>
                  <a:ext uri="{FF2B5EF4-FFF2-40B4-BE49-F238E27FC236}">
                    <a16:creationId xmlns:a16="http://schemas.microsoft.com/office/drawing/2014/main" id="{1274BB84-1B78-49F6-A2E8-909C3340EFC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282117" y="3048844"/>
                <a:ext cx="32364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04" name="Cerneală 303">
                <a:extLst>
                  <a:ext uri="{FF2B5EF4-FFF2-40B4-BE49-F238E27FC236}">
                    <a16:creationId xmlns:a16="http://schemas.microsoft.com/office/drawing/2014/main" id="{2E36FDE4-64B9-4F81-8919-E2FF0B62799E}"/>
                  </a:ext>
                </a:extLst>
              </p14:cNvPr>
              <p14:cNvContentPartPr/>
              <p14:nvPr/>
            </p14:nvContentPartPr>
            <p14:xfrm>
              <a:off x="8526197" y="2936524"/>
              <a:ext cx="72000" cy="74880"/>
            </p14:xfrm>
          </p:contentPart>
        </mc:Choice>
        <mc:Fallback xmlns="">
          <p:pic>
            <p:nvPicPr>
              <p:cNvPr id="304" name="Cerneală 303">
                <a:extLst>
                  <a:ext uri="{FF2B5EF4-FFF2-40B4-BE49-F238E27FC236}">
                    <a16:creationId xmlns:a16="http://schemas.microsoft.com/office/drawing/2014/main" id="{2E36FDE4-64B9-4F81-8919-E2FF0B62799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508557" y="2918524"/>
                <a:ext cx="10764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05" name="Cerneală 304">
                <a:extLst>
                  <a:ext uri="{FF2B5EF4-FFF2-40B4-BE49-F238E27FC236}">
                    <a16:creationId xmlns:a16="http://schemas.microsoft.com/office/drawing/2014/main" id="{1D039E29-5D97-4D1E-AB4D-A958E643B9F3}"/>
                  </a:ext>
                </a:extLst>
              </p14:cNvPr>
              <p14:cNvContentPartPr/>
              <p14:nvPr/>
            </p14:nvContentPartPr>
            <p14:xfrm>
              <a:off x="8642117" y="3164764"/>
              <a:ext cx="118440" cy="14040"/>
            </p14:xfrm>
          </p:contentPart>
        </mc:Choice>
        <mc:Fallback xmlns="">
          <p:pic>
            <p:nvPicPr>
              <p:cNvPr id="305" name="Cerneală 304">
                <a:extLst>
                  <a:ext uri="{FF2B5EF4-FFF2-40B4-BE49-F238E27FC236}">
                    <a16:creationId xmlns:a16="http://schemas.microsoft.com/office/drawing/2014/main" id="{1D039E29-5D97-4D1E-AB4D-A958E643B9F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624477" y="3147124"/>
                <a:ext cx="1540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18" name="Cerneală 317">
                <a:extLst>
                  <a:ext uri="{FF2B5EF4-FFF2-40B4-BE49-F238E27FC236}">
                    <a16:creationId xmlns:a16="http://schemas.microsoft.com/office/drawing/2014/main" id="{C74CE176-1CB4-4404-86B4-54628CC145A6}"/>
                  </a:ext>
                </a:extLst>
              </p14:cNvPr>
              <p14:cNvContentPartPr/>
              <p14:nvPr/>
            </p14:nvContentPartPr>
            <p14:xfrm>
              <a:off x="11586917" y="2792164"/>
              <a:ext cx="357120" cy="408240"/>
            </p14:xfrm>
          </p:contentPart>
        </mc:Choice>
        <mc:Fallback xmlns="">
          <p:pic>
            <p:nvPicPr>
              <p:cNvPr id="318" name="Cerneală 317">
                <a:extLst>
                  <a:ext uri="{FF2B5EF4-FFF2-40B4-BE49-F238E27FC236}">
                    <a16:creationId xmlns:a16="http://schemas.microsoft.com/office/drawing/2014/main" id="{C74CE176-1CB4-4404-86B4-54628CC145A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569277" y="2774164"/>
                <a:ext cx="39276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19" name="Cerneală 318">
                <a:extLst>
                  <a:ext uri="{FF2B5EF4-FFF2-40B4-BE49-F238E27FC236}">
                    <a16:creationId xmlns:a16="http://schemas.microsoft.com/office/drawing/2014/main" id="{F6704648-D136-431F-9341-58F8974FEA58}"/>
                  </a:ext>
                </a:extLst>
              </p14:cNvPr>
              <p14:cNvContentPartPr/>
              <p14:nvPr/>
            </p14:nvContentPartPr>
            <p14:xfrm>
              <a:off x="10269677" y="2768764"/>
              <a:ext cx="1171440" cy="352800"/>
            </p14:xfrm>
          </p:contentPart>
        </mc:Choice>
        <mc:Fallback xmlns="">
          <p:pic>
            <p:nvPicPr>
              <p:cNvPr id="319" name="Cerneală 318">
                <a:extLst>
                  <a:ext uri="{FF2B5EF4-FFF2-40B4-BE49-F238E27FC236}">
                    <a16:creationId xmlns:a16="http://schemas.microsoft.com/office/drawing/2014/main" id="{F6704648-D136-431F-9341-58F8974FEA5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251683" y="2750782"/>
                <a:ext cx="1207069" cy="3884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20" name="Cerneală 319">
                <a:extLst>
                  <a:ext uri="{FF2B5EF4-FFF2-40B4-BE49-F238E27FC236}">
                    <a16:creationId xmlns:a16="http://schemas.microsoft.com/office/drawing/2014/main" id="{916A3046-3227-4696-AB03-030F2A912778}"/>
                  </a:ext>
                </a:extLst>
              </p14:cNvPr>
              <p14:cNvContentPartPr/>
              <p14:nvPr/>
            </p14:nvContentPartPr>
            <p14:xfrm>
              <a:off x="9079517" y="2843644"/>
              <a:ext cx="912600" cy="327240"/>
            </p14:xfrm>
          </p:contentPart>
        </mc:Choice>
        <mc:Fallback xmlns="">
          <p:pic>
            <p:nvPicPr>
              <p:cNvPr id="320" name="Cerneală 319">
                <a:extLst>
                  <a:ext uri="{FF2B5EF4-FFF2-40B4-BE49-F238E27FC236}">
                    <a16:creationId xmlns:a16="http://schemas.microsoft.com/office/drawing/2014/main" id="{916A3046-3227-4696-AB03-030F2A91277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061877" y="2826004"/>
                <a:ext cx="94824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22" name="Cerneală 321">
                <a:extLst>
                  <a:ext uri="{FF2B5EF4-FFF2-40B4-BE49-F238E27FC236}">
                    <a16:creationId xmlns:a16="http://schemas.microsoft.com/office/drawing/2014/main" id="{4267F94A-5314-472A-8095-5442AAB4B10C}"/>
                  </a:ext>
                </a:extLst>
              </p14:cNvPr>
              <p14:cNvContentPartPr/>
              <p14:nvPr/>
            </p14:nvContentPartPr>
            <p14:xfrm>
              <a:off x="2724077" y="3739324"/>
              <a:ext cx="1160280" cy="248040"/>
            </p14:xfrm>
          </p:contentPart>
        </mc:Choice>
        <mc:Fallback xmlns="">
          <p:pic>
            <p:nvPicPr>
              <p:cNvPr id="322" name="Cerneală 321">
                <a:extLst>
                  <a:ext uri="{FF2B5EF4-FFF2-40B4-BE49-F238E27FC236}">
                    <a16:creationId xmlns:a16="http://schemas.microsoft.com/office/drawing/2014/main" id="{4267F94A-5314-472A-8095-5442AAB4B10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706077" y="3721684"/>
                <a:ext cx="119592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26" name="Cerneală 325">
                <a:extLst>
                  <a:ext uri="{FF2B5EF4-FFF2-40B4-BE49-F238E27FC236}">
                    <a16:creationId xmlns:a16="http://schemas.microsoft.com/office/drawing/2014/main" id="{0BAF803A-EA60-4185-AD62-6AB01C418476}"/>
                  </a:ext>
                </a:extLst>
              </p14:cNvPr>
              <p14:cNvContentPartPr/>
              <p14:nvPr/>
            </p14:nvContentPartPr>
            <p14:xfrm>
              <a:off x="8489837" y="4469044"/>
              <a:ext cx="339480" cy="176400"/>
            </p14:xfrm>
          </p:contentPart>
        </mc:Choice>
        <mc:Fallback xmlns="">
          <p:pic>
            <p:nvPicPr>
              <p:cNvPr id="326" name="Cerneală 325">
                <a:extLst>
                  <a:ext uri="{FF2B5EF4-FFF2-40B4-BE49-F238E27FC236}">
                    <a16:creationId xmlns:a16="http://schemas.microsoft.com/office/drawing/2014/main" id="{0BAF803A-EA60-4185-AD62-6AB01C41847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472197" y="4451404"/>
                <a:ext cx="3751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36" name="Cerneală 335">
                <a:extLst>
                  <a:ext uri="{FF2B5EF4-FFF2-40B4-BE49-F238E27FC236}">
                    <a16:creationId xmlns:a16="http://schemas.microsoft.com/office/drawing/2014/main" id="{828EDB70-EF66-43C6-8A92-089344F6510B}"/>
                  </a:ext>
                </a:extLst>
              </p14:cNvPr>
              <p14:cNvContentPartPr/>
              <p14:nvPr/>
            </p14:nvContentPartPr>
            <p14:xfrm>
              <a:off x="7801517" y="4387684"/>
              <a:ext cx="394200" cy="295560"/>
            </p14:xfrm>
          </p:contentPart>
        </mc:Choice>
        <mc:Fallback xmlns="">
          <p:pic>
            <p:nvPicPr>
              <p:cNvPr id="336" name="Cerneală 335">
                <a:extLst>
                  <a:ext uri="{FF2B5EF4-FFF2-40B4-BE49-F238E27FC236}">
                    <a16:creationId xmlns:a16="http://schemas.microsoft.com/office/drawing/2014/main" id="{828EDB70-EF66-43C6-8A92-089344F6510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783877" y="4369684"/>
                <a:ext cx="42984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44" name="Cerneală 343">
                <a:extLst>
                  <a:ext uri="{FF2B5EF4-FFF2-40B4-BE49-F238E27FC236}">
                    <a16:creationId xmlns:a16="http://schemas.microsoft.com/office/drawing/2014/main" id="{2CE8D7B4-3F53-4BC3-86E2-ED663EEDB795}"/>
                  </a:ext>
                </a:extLst>
              </p14:cNvPr>
              <p14:cNvContentPartPr/>
              <p14:nvPr/>
            </p14:nvContentPartPr>
            <p14:xfrm>
              <a:off x="7895117" y="4824364"/>
              <a:ext cx="1206360" cy="258840"/>
            </p14:xfrm>
          </p:contentPart>
        </mc:Choice>
        <mc:Fallback xmlns="">
          <p:pic>
            <p:nvPicPr>
              <p:cNvPr id="344" name="Cerneală 343">
                <a:extLst>
                  <a:ext uri="{FF2B5EF4-FFF2-40B4-BE49-F238E27FC236}">
                    <a16:creationId xmlns:a16="http://schemas.microsoft.com/office/drawing/2014/main" id="{2CE8D7B4-3F53-4BC3-86E2-ED663EEDB79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877122" y="4806364"/>
                <a:ext cx="1241989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48" name="Cerneală 347">
                <a:extLst>
                  <a:ext uri="{FF2B5EF4-FFF2-40B4-BE49-F238E27FC236}">
                    <a16:creationId xmlns:a16="http://schemas.microsoft.com/office/drawing/2014/main" id="{4A099D4E-8613-4F7A-B46F-D3C570F51841}"/>
                  </a:ext>
                </a:extLst>
              </p14:cNvPr>
              <p14:cNvContentPartPr/>
              <p14:nvPr/>
            </p14:nvContentPartPr>
            <p14:xfrm>
              <a:off x="9351317" y="4133164"/>
              <a:ext cx="2375280" cy="1650600"/>
            </p14:xfrm>
          </p:contentPart>
        </mc:Choice>
        <mc:Fallback xmlns="">
          <p:pic>
            <p:nvPicPr>
              <p:cNvPr id="348" name="Cerneală 347">
                <a:extLst>
                  <a:ext uri="{FF2B5EF4-FFF2-40B4-BE49-F238E27FC236}">
                    <a16:creationId xmlns:a16="http://schemas.microsoft.com/office/drawing/2014/main" id="{4A099D4E-8613-4F7A-B46F-D3C570F5184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333677" y="4115164"/>
                <a:ext cx="2410920" cy="168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49" name="Cerneală 348">
                <a:extLst>
                  <a:ext uri="{FF2B5EF4-FFF2-40B4-BE49-F238E27FC236}">
                    <a16:creationId xmlns:a16="http://schemas.microsoft.com/office/drawing/2014/main" id="{500D2BBC-71C1-4362-AC82-6002ED6E3B0D}"/>
                  </a:ext>
                </a:extLst>
              </p14:cNvPr>
              <p14:cNvContentPartPr/>
              <p14:nvPr/>
            </p14:nvContentPartPr>
            <p14:xfrm>
              <a:off x="7919597" y="5353924"/>
              <a:ext cx="976680" cy="500400"/>
            </p14:xfrm>
          </p:contentPart>
        </mc:Choice>
        <mc:Fallback xmlns="">
          <p:pic>
            <p:nvPicPr>
              <p:cNvPr id="349" name="Cerneală 348">
                <a:extLst>
                  <a:ext uri="{FF2B5EF4-FFF2-40B4-BE49-F238E27FC236}">
                    <a16:creationId xmlns:a16="http://schemas.microsoft.com/office/drawing/2014/main" id="{500D2BBC-71C1-4362-AC82-6002ED6E3B0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901597" y="5335937"/>
                <a:ext cx="1012320" cy="53601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3417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F80E6F48-2C84-4E5D-BA6C-5DB802340FC6}"/>
              </a:ext>
            </a:extLst>
          </p:cNvPr>
          <p:cNvSpPr/>
          <p:nvPr/>
        </p:nvSpPr>
        <p:spPr>
          <a:xfrm>
            <a:off x="198286" y="137196"/>
            <a:ext cx="113840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err="1"/>
              <a:t>Registre</a:t>
            </a:r>
            <a:r>
              <a:rPr lang="en-US" sz="2400" b="1" i="1" dirty="0"/>
              <a:t> de </a:t>
            </a:r>
            <a:r>
              <a:rPr lang="en-US" sz="2400" b="1" i="1" dirty="0" err="1"/>
              <a:t>deplasare</a:t>
            </a:r>
            <a:r>
              <a:rPr lang="ro-RO" sz="2400" b="1" i="1" dirty="0"/>
              <a:t> – Aplicați</a:t>
            </a:r>
            <a:r>
              <a:rPr lang="en-US" sz="2400" b="1" i="1" dirty="0"/>
              <a:t>a 2</a:t>
            </a:r>
            <a:r>
              <a:rPr lang="ro-RO" sz="2400" b="1" i="1" dirty="0"/>
              <a:t>: </a:t>
            </a:r>
            <a:r>
              <a:rPr lang="en-US" sz="2400" b="1" i="1" dirty="0" err="1">
                <a:solidFill>
                  <a:srgbClr val="FF0000"/>
                </a:solidFill>
              </a:rPr>
              <a:t>Deplasare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punct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luminos</a:t>
            </a:r>
            <a:r>
              <a:rPr lang="en-US" sz="2400" b="1" i="1" dirty="0">
                <a:solidFill>
                  <a:srgbClr val="FF0000"/>
                </a:solidFill>
              </a:rPr>
              <a:t> de la un ca</a:t>
            </a:r>
            <a:r>
              <a:rPr lang="ro-RO" sz="2400" b="1" i="1" dirty="0" err="1">
                <a:solidFill>
                  <a:srgbClr val="FF0000"/>
                </a:solidFill>
              </a:rPr>
              <a:t>păt</a:t>
            </a:r>
            <a:r>
              <a:rPr lang="ro-RO" sz="2400" b="1" i="1" dirty="0">
                <a:solidFill>
                  <a:srgbClr val="FF0000"/>
                </a:solidFill>
              </a:rPr>
              <a:t> la altul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E5EB567E-F94E-45D8-BBA1-3D6C5DC7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777269"/>
            <a:ext cx="958215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50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7B1A5629-D9FC-43E7-A239-54A3FB77F20F}"/>
              </a:ext>
            </a:extLst>
          </p:cNvPr>
          <p:cNvSpPr/>
          <p:nvPr/>
        </p:nvSpPr>
        <p:spPr>
          <a:xfrm>
            <a:off x="953571" y="1051586"/>
            <a:ext cx="1017157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solidFill>
                  <a:srgbClr val="0000FF"/>
                </a:solidFill>
              </a:rPr>
              <a:t>Agendă  </a:t>
            </a:r>
            <a:endParaRPr lang="en-US" sz="2800" b="1" dirty="0">
              <a:solidFill>
                <a:srgbClr val="0000FF"/>
              </a:solidFill>
            </a:endParaRPr>
          </a:p>
          <a:p>
            <a:r>
              <a:rPr lang="en-US" sz="2800" b="1" dirty="0">
                <a:solidFill>
                  <a:srgbClr val="0000FF"/>
                </a:solidFill>
              </a:rPr>
              <a:t>              </a:t>
            </a:r>
            <a:endParaRPr lang="ro-RO" sz="2800" b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Registre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Clasificări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Moduri de încărcare a informației 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Scheme interne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Aplicații – lumini dinamice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Circuite basculante monostabile (CBM) 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Clasificări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Mod de lucru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Aplicații</a:t>
            </a:r>
            <a:r>
              <a:rPr lang="en-US" sz="2800" b="1" dirty="0">
                <a:solidFill>
                  <a:srgbClr val="0000FF"/>
                </a:solidFill>
              </a:rPr>
              <a:t>                         </a:t>
            </a:r>
            <a:r>
              <a:rPr lang="ro-RO" sz="2800" b="1" dirty="0">
                <a:solidFill>
                  <a:srgbClr val="0000FF"/>
                </a:solidFill>
              </a:rPr>
              <a:t>   </a:t>
            </a:r>
            <a:endParaRPr lang="en-US" sz="2800" b="1" dirty="0">
              <a:solidFill>
                <a:srgbClr val="0000FF"/>
              </a:solidFill>
            </a:endParaRPr>
          </a:p>
          <a:p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445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6" y="137196"/>
            <a:ext cx="64463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Circuite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Baculante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Monostabile</a:t>
            </a:r>
            <a:r>
              <a:rPr lang="en-US" sz="2800" b="1" dirty="0">
                <a:solidFill>
                  <a:srgbClr val="0000FF"/>
                </a:solidFill>
              </a:rPr>
              <a:t> (CBM)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BBB07067-1EB9-433C-B1F2-EC5BE0506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11687175" cy="56483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FA1B36EE-6104-4CD4-8338-56F6DDB43708}"/>
                  </a:ext>
                </a:extLst>
              </p14:cNvPr>
              <p14:cNvContentPartPr/>
              <p14:nvPr/>
            </p14:nvContentPartPr>
            <p14:xfrm>
              <a:off x="8412309" y="5342305"/>
              <a:ext cx="392400" cy="3844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FA1B36EE-6104-4CD4-8338-56F6DDB437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94669" y="5324305"/>
                <a:ext cx="42804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B88D2089-CD52-4BCF-AE5E-83E64D16D1CF}"/>
                  </a:ext>
                </a:extLst>
              </p14:cNvPr>
              <p14:cNvContentPartPr/>
              <p14:nvPr/>
            </p14:nvContentPartPr>
            <p14:xfrm>
              <a:off x="11088189" y="4160065"/>
              <a:ext cx="672840" cy="3254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B88D2089-CD52-4BCF-AE5E-83E64D16D1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70189" y="4142065"/>
                <a:ext cx="70848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F6205860-4930-4ACC-8279-7F5CCCFA3616}"/>
                  </a:ext>
                </a:extLst>
              </p14:cNvPr>
              <p14:cNvContentPartPr/>
              <p14:nvPr/>
            </p14:nvContentPartPr>
            <p14:xfrm>
              <a:off x="6528069" y="2689825"/>
              <a:ext cx="1008360" cy="5673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F6205860-4930-4ACC-8279-7F5CCCFA361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10069" y="2671825"/>
                <a:ext cx="10440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3D2B8F49-A08A-4292-BA70-4831F5F87B77}"/>
                  </a:ext>
                </a:extLst>
              </p14:cNvPr>
              <p14:cNvContentPartPr/>
              <p14:nvPr/>
            </p14:nvContentPartPr>
            <p14:xfrm>
              <a:off x="8274789" y="3060985"/>
              <a:ext cx="977400" cy="6865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3D2B8F49-A08A-4292-BA70-4831F5F87B7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57149" y="3042985"/>
                <a:ext cx="1013040" cy="72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B289C20C-5DED-4FB4-BFAD-CDC204EFAE37}"/>
                  </a:ext>
                </a:extLst>
              </p14:cNvPr>
              <p14:cNvContentPartPr/>
              <p14:nvPr/>
            </p14:nvContentPartPr>
            <p14:xfrm>
              <a:off x="7713189" y="2536105"/>
              <a:ext cx="1045440" cy="4140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B289C20C-5DED-4FB4-BFAD-CDC204EFAE3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95549" y="2518121"/>
                <a:ext cx="1081080" cy="4496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02F6104C-3E0F-4FF0-B980-D29376F669EA}"/>
                  </a:ext>
                </a:extLst>
              </p14:cNvPr>
              <p14:cNvContentPartPr/>
              <p14:nvPr/>
            </p14:nvContentPartPr>
            <p14:xfrm>
              <a:off x="10493829" y="2605945"/>
              <a:ext cx="1045440" cy="5389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02F6104C-3E0F-4FF0-B980-D29376F669E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475829" y="2588305"/>
                <a:ext cx="1081080" cy="5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C7EA949-75C5-4D5C-9937-5F1270CDF3C3}"/>
                  </a:ext>
                </a:extLst>
              </p14:cNvPr>
              <p14:cNvContentPartPr/>
              <p14:nvPr/>
            </p14:nvContentPartPr>
            <p14:xfrm>
              <a:off x="9523629" y="2880265"/>
              <a:ext cx="704160" cy="3675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C7EA949-75C5-4D5C-9937-5F1270CDF3C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505980" y="2862625"/>
                <a:ext cx="739818" cy="40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8157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6" y="137196"/>
            <a:ext cx="64463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Circuite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Baculante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Monostabile</a:t>
            </a:r>
            <a:r>
              <a:rPr lang="en-US" sz="2800" b="1" dirty="0">
                <a:solidFill>
                  <a:srgbClr val="0000FF"/>
                </a:solidFill>
              </a:rPr>
              <a:t> (CBM)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D483A64D-6317-4EC8-9F36-BAD9BC42D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1051586"/>
            <a:ext cx="11660508" cy="436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29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6" y="137196"/>
            <a:ext cx="64463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Circuite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Baculante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Monostabile</a:t>
            </a:r>
            <a:r>
              <a:rPr lang="en-US" sz="2800" b="1" dirty="0">
                <a:solidFill>
                  <a:srgbClr val="0000FF"/>
                </a:solidFill>
              </a:rPr>
              <a:t> (CBM)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7B9B9A75-86A7-433E-9893-8965FA4AB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051586"/>
            <a:ext cx="10687050" cy="4476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8C7D52D5-050F-44E1-AC8A-E249689CF710}"/>
                  </a:ext>
                </a:extLst>
              </p14:cNvPr>
              <p14:cNvContentPartPr/>
              <p14:nvPr/>
            </p14:nvContentPartPr>
            <p14:xfrm>
              <a:off x="2901429" y="1766065"/>
              <a:ext cx="261000" cy="10206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8C7D52D5-050F-44E1-AC8A-E249689CF7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3429" y="1748425"/>
                <a:ext cx="296640" cy="10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165EDA0E-2E90-4F96-BEDB-688198164C9A}"/>
                  </a:ext>
                </a:extLst>
              </p14:cNvPr>
              <p14:cNvContentPartPr/>
              <p14:nvPr/>
            </p14:nvContentPartPr>
            <p14:xfrm>
              <a:off x="3449709" y="3168265"/>
              <a:ext cx="429120" cy="1767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165EDA0E-2E90-4F96-BEDB-688198164C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31709" y="3150625"/>
                <a:ext cx="46476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E92A5CA6-5939-4996-891D-C0F2021B140E}"/>
                  </a:ext>
                </a:extLst>
              </p14:cNvPr>
              <p14:cNvContentPartPr/>
              <p14:nvPr/>
            </p14:nvContentPartPr>
            <p14:xfrm>
              <a:off x="3263229" y="2925985"/>
              <a:ext cx="673200" cy="1450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E92A5CA6-5939-4996-891D-C0F2021B140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45229" y="2908030"/>
                <a:ext cx="708840" cy="1806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189A20E4-08FF-41BD-A738-635591F21849}"/>
                  </a:ext>
                </a:extLst>
              </p14:cNvPr>
              <p14:cNvContentPartPr/>
              <p14:nvPr/>
            </p14:nvContentPartPr>
            <p14:xfrm>
              <a:off x="1534869" y="5717425"/>
              <a:ext cx="318960" cy="2710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189A20E4-08FF-41BD-A738-635591F2184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17229" y="5699425"/>
                <a:ext cx="35460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59CD66B5-1D41-45C4-8A1B-542EBEB8490A}"/>
                  </a:ext>
                </a:extLst>
              </p14:cNvPr>
              <p14:cNvContentPartPr/>
              <p14:nvPr/>
            </p14:nvContentPartPr>
            <p14:xfrm>
              <a:off x="2074149" y="5852065"/>
              <a:ext cx="204480" cy="14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59CD66B5-1D41-45C4-8A1B-542EBEB8490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56149" y="5834065"/>
                <a:ext cx="2401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C50FE811-7140-47A6-A025-36B70F725D1C}"/>
                  </a:ext>
                </a:extLst>
              </p14:cNvPr>
              <p14:cNvContentPartPr/>
              <p14:nvPr/>
            </p14:nvContentPartPr>
            <p14:xfrm>
              <a:off x="2150829" y="6303505"/>
              <a:ext cx="269640" cy="136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C50FE811-7140-47A6-A025-36B70F725D1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32829" y="6285505"/>
                <a:ext cx="3052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421D1C01-1660-46EE-8BE5-D4B64F486B7B}"/>
                  </a:ext>
                </a:extLst>
              </p14:cNvPr>
              <p14:cNvContentPartPr/>
              <p14:nvPr/>
            </p14:nvContentPartPr>
            <p14:xfrm>
              <a:off x="1592109" y="6169585"/>
              <a:ext cx="214560" cy="6152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421D1C01-1660-46EE-8BE5-D4B64F486B7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74109" y="6151585"/>
                <a:ext cx="25020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84D383F7-82DF-4162-A678-B47794685DC9}"/>
                  </a:ext>
                </a:extLst>
              </p14:cNvPr>
              <p14:cNvContentPartPr/>
              <p14:nvPr/>
            </p14:nvContentPartPr>
            <p14:xfrm>
              <a:off x="9536589" y="6145465"/>
              <a:ext cx="1272960" cy="3398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84D383F7-82DF-4162-A678-B47794685DC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518949" y="6127825"/>
                <a:ext cx="130860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C36FFB04-8252-416E-8492-3897574E704F}"/>
                  </a:ext>
                </a:extLst>
              </p14:cNvPr>
              <p14:cNvContentPartPr/>
              <p14:nvPr/>
            </p14:nvContentPartPr>
            <p14:xfrm>
              <a:off x="8202069" y="6063745"/>
              <a:ext cx="884160" cy="23904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C36FFB04-8252-416E-8492-3897574E704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184069" y="6045745"/>
                <a:ext cx="91980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B3C0080B-9200-4C4E-ABE1-47F32CB8ADE4}"/>
                  </a:ext>
                </a:extLst>
              </p14:cNvPr>
              <p14:cNvContentPartPr/>
              <p14:nvPr/>
            </p14:nvContentPartPr>
            <p14:xfrm>
              <a:off x="2582469" y="5558305"/>
              <a:ext cx="5366880" cy="105660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B3C0080B-9200-4C4E-ABE1-47F32CB8ADE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564469" y="5540665"/>
                <a:ext cx="5402520" cy="10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3B92ED60-2996-4D7C-A6C0-63D45D97ED85}"/>
                  </a:ext>
                </a:extLst>
              </p14:cNvPr>
              <p14:cNvContentPartPr/>
              <p14:nvPr/>
            </p14:nvContentPartPr>
            <p14:xfrm>
              <a:off x="3188709" y="779305"/>
              <a:ext cx="1545480" cy="50904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3B92ED60-2996-4D7C-A6C0-63D45D97ED8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170709" y="761665"/>
                <a:ext cx="1581120" cy="54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73ED6648-BB20-4382-A944-478061C3EB84}"/>
                  </a:ext>
                </a:extLst>
              </p14:cNvPr>
              <p14:cNvContentPartPr/>
              <p14:nvPr/>
            </p14:nvContentPartPr>
            <p14:xfrm>
              <a:off x="9460269" y="278905"/>
              <a:ext cx="288000" cy="1864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73ED6648-BB20-4382-A944-478061C3EB8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442269" y="261265"/>
                <a:ext cx="32364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C482A732-688C-4FEA-BB06-4012D83C7468}"/>
                  </a:ext>
                </a:extLst>
              </p14:cNvPr>
              <p14:cNvContentPartPr/>
              <p14:nvPr/>
            </p14:nvContentPartPr>
            <p14:xfrm>
              <a:off x="9933669" y="240385"/>
              <a:ext cx="286200" cy="6177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C482A732-688C-4FEA-BB06-4012D83C746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916029" y="222385"/>
                <a:ext cx="321840" cy="65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5D60CBFC-46DD-470E-B593-79ED6EAD4801}"/>
                  </a:ext>
                </a:extLst>
              </p14:cNvPr>
              <p14:cNvContentPartPr/>
              <p14:nvPr/>
            </p14:nvContentPartPr>
            <p14:xfrm>
              <a:off x="10670949" y="153625"/>
              <a:ext cx="1271520" cy="83052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5D60CBFC-46DD-470E-B593-79ED6EAD480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652949" y="135985"/>
                <a:ext cx="1307160" cy="86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F613E840-F3A4-4827-BF23-EDE88AD0A14B}"/>
                  </a:ext>
                </a:extLst>
              </p14:cNvPr>
              <p14:cNvContentPartPr/>
              <p14:nvPr/>
            </p14:nvContentPartPr>
            <p14:xfrm>
              <a:off x="8383149" y="5067985"/>
              <a:ext cx="271440" cy="33840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F613E840-F3A4-4827-BF23-EDE88AD0A14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365509" y="5049985"/>
                <a:ext cx="30708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C25861F9-EADC-46F4-B53B-8EF29384C6A4}"/>
                  </a:ext>
                </a:extLst>
              </p14:cNvPr>
              <p14:cNvContentPartPr/>
              <p14:nvPr/>
            </p14:nvContentPartPr>
            <p14:xfrm>
              <a:off x="8946549" y="4930825"/>
              <a:ext cx="2931120" cy="95292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C25861F9-EADC-46F4-B53B-8EF29384C6A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928549" y="4913178"/>
                <a:ext cx="2966760" cy="9885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162721D1-9249-4841-AB35-23C5F0AD5E94}"/>
                  </a:ext>
                </a:extLst>
              </p14:cNvPr>
              <p14:cNvContentPartPr/>
              <p14:nvPr/>
            </p14:nvContentPartPr>
            <p14:xfrm>
              <a:off x="783909" y="4258345"/>
              <a:ext cx="1337760" cy="3960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162721D1-9249-4841-AB35-23C5F0AD5E9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66269" y="4240345"/>
                <a:ext cx="137340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EE37FA09-59F3-47FE-92AC-5252377DE6B0}"/>
                  </a:ext>
                </a:extLst>
              </p14:cNvPr>
              <p14:cNvContentPartPr/>
              <p14:nvPr/>
            </p14:nvContentPartPr>
            <p14:xfrm>
              <a:off x="5482269" y="197185"/>
              <a:ext cx="3738240" cy="452376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EE37FA09-59F3-47FE-92AC-5252377DE6B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464271" y="179185"/>
                <a:ext cx="3773877" cy="45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0BCB3B5F-D52D-4427-A3A8-A784F1F215B4}"/>
                  </a:ext>
                </a:extLst>
              </p14:cNvPr>
              <p14:cNvContentPartPr/>
              <p14:nvPr/>
            </p14:nvContentPartPr>
            <p14:xfrm>
              <a:off x="456309" y="2300305"/>
              <a:ext cx="654480" cy="91044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0BCB3B5F-D52D-4427-A3A8-A784F1F215B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38309" y="2264305"/>
                <a:ext cx="690120" cy="9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BE461E3C-838E-48B2-9A4B-78C7E6D853FF}"/>
                  </a:ext>
                </a:extLst>
              </p14:cNvPr>
              <p14:cNvContentPartPr/>
              <p14:nvPr/>
            </p14:nvContentPartPr>
            <p14:xfrm>
              <a:off x="533349" y="2228305"/>
              <a:ext cx="629640" cy="3420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BE461E3C-838E-48B2-9A4B-78C7E6D853F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15349" y="2192305"/>
                <a:ext cx="66528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D4115252-24D8-4DC0-ADB0-5D1317B7BB21}"/>
                  </a:ext>
                </a:extLst>
              </p14:cNvPr>
              <p14:cNvContentPartPr/>
              <p14:nvPr/>
            </p14:nvContentPartPr>
            <p14:xfrm>
              <a:off x="5891229" y="1547545"/>
              <a:ext cx="9000" cy="35820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D4115252-24D8-4DC0-ADB0-5D1317B7BB2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873589" y="1511545"/>
                <a:ext cx="4464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1E449375-0D9A-47E6-957E-076D4F1B610C}"/>
                  </a:ext>
                </a:extLst>
              </p14:cNvPr>
              <p14:cNvContentPartPr/>
              <p14:nvPr/>
            </p14:nvContentPartPr>
            <p14:xfrm>
              <a:off x="5914629" y="2743825"/>
              <a:ext cx="805320" cy="1404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1E449375-0D9A-47E6-957E-076D4F1B610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896629" y="2708185"/>
                <a:ext cx="8409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01CDEE09-F393-47A5-8B8D-2AD60B14F220}"/>
                  </a:ext>
                </a:extLst>
              </p14:cNvPr>
              <p14:cNvContentPartPr/>
              <p14:nvPr/>
            </p14:nvContentPartPr>
            <p14:xfrm>
              <a:off x="6570189" y="2646625"/>
              <a:ext cx="138240" cy="18720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01CDEE09-F393-47A5-8B8D-2AD60B14F22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552189" y="2610625"/>
                <a:ext cx="1738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447418D6-B7A0-4FD1-9F56-740AA0426861}"/>
                  </a:ext>
                </a:extLst>
              </p14:cNvPr>
              <p14:cNvContentPartPr/>
              <p14:nvPr/>
            </p14:nvContentPartPr>
            <p14:xfrm>
              <a:off x="5891589" y="2687305"/>
              <a:ext cx="144360" cy="14904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447418D6-B7A0-4FD1-9F56-740AA042686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873949" y="2651305"/>
                <a:ext cx="1800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3C05A533-D6D8-4AEC-8185-CC4600FD60F8}"/>
                  </a:ext>
                </a:extLst>
              </p14:cNvPr>
              <p14:cNvContentPartPr/>
              <p14:nvPr/>
            </p14:nvContentPartPr>
            <p14:xfrm>
              <a:off x="6231789" y="1118065"/>
              <a:ext cx="395640" cy="39456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3C05A533-D6D8-4AEC-8185-CC4600FD60F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213789" y="1082425"/>
                <a:ext cx="43128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B45DE77E-EFD5-40D0-A0F3-FAA24535D033}"/>
                  </a:ext>
                </a:extLst>
              </p14:cNvPr>
              <p14:cNvContentPartPr/>
              <p14:nvPr/>
            </p14:nvContentPartPr>
            <p14:xfrm>
              <a:off x="7267869" y="1176385"/>
              <a:ext cx="323280" cy="33660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B45DE77E-EFD5-40D0-A0F3-FAA24535D03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249869" y="1140745"/>
                <a:ext cx="358920" cy="40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6999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6" y="137196"/>
            <a:ext cx="64463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Circuite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Baculante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Monostabile</a:t>
            </a:r>
            <a:r>
              <a:rPr lang="en-US" sz="2800" b="1" dirty="0">
                <a:solidFill>
                  <a:srgbClr val="0000FF"/>
                </a:solidFill>
              </a:rPr>
              <a:t> (CBM)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24A2CA8A-CBE5-437D-ACAA-2F9A1D50E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960147"/>
            <a:ext cx="11601450" cy="49815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73125F60-CBCF-4DCB-829C-30FCD83AC690}"/>
                  </a:ext>
                </a:extLst>
              </p14:cNvPr>
              <p14:cNvContentPartPr/>
              <p14:nvPr/>
            </p14:nvContentPartPr>
            <p14:xfrm>
              <a:off x="8659629" y="4148185"/>
              <a:ext cx="322200" cy="3949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73125F60-CBCF-4DCB-829C-30FCD83AC6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41629" y="4112545"/>
                <a:ext cx="35784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731E6C4D-80CF-46B0-BDBE-2B1186C0E426}"/>
                  </a:ext>
                </a:extLst>
              </p14:cNvPr>
              <p14:cNvContentPartPr/>
              <p14:nvPr/>
            </p14:nvContentPartPr>
            <p14:xfrm>
              <a:off x="9181989" y="4359865"/>
              <a:ext cx="176400" cy="356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731E6C4D-80CF-46B0-BDBE-2B1186C0E4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4349" y="4324225"/>
                <a:ext cx="2120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47A1160B-BF12-4690-9CF6-2710565E03DD}"/>
                  </a:ext>
                </a:extLst>
              </p14:cNvPr>
              <p14:cNvContentPartPr/>
              <p14:nvPr/>
            </p14:nvContentPartPr>
            <p14:xfrm>
              <a:off x="9158229" y="4494505"/>
              <a:ext cx="172080" cy="201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47A1160B-BF12-4690-9CF6-2710565E03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40229" y="4458865"/>
                <a:ext cx="2077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2EDC3762-1B36-4D00-9EB6-97FA013E9BCC}"/>
                  </a:ext>
                </a:extLst>
              </p14:cNvPr>
              <p14:cNvContentPartPr/>
              <p14:nvPr/>
            </p14:nvContentPartPr>
            <p14:xfrm>
              <a:off x="9581229" y="4225225"/>
              <a:ext cx="82440" cy="3344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2EDC3762-1B36-4D00-9EB6-97FA013E9BC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63589" y="4189585"/>
                <a:ext cx="11808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E79432DF-3DF9-4722-B143-6837FA0036C4}"/>
                  </a:ext>
                </a:extLst>
              </p14:cNvPr>
              <p14:cNvContentPartPr/>
              <p14:nvPr/>
            </p14:nvContentPartPr>
            <p14:xfrm>
              <a:off x="9614709" y="4263745"/>
              <a:ext cx="289800" cy="3117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E79432DF-3DF9-4722-B143-6837FA0036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96709" y="4227745"/>
                <a:ext cx="32544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6C38C73B-9891-42C4-AF37-695D1B63F59F}"/>
                  </a:ext>
                </a:extLst>
              </p14:cNvPr>
              <p14:cNvContentPartPr/>
              <p14:nvPr/>
            </p14:nvContentPartPr>
            <p14:xfrm>
              <a:off x="10003869" y="4419265"/>
              <a:ext cx="26280" cy="190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6C38C73B-9891-42C4-AF37-695D1B63F59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986229" y="4383625"/>
                <a:ext cx="619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A8C0A02-AB84-4BFE-85C1-13BC17CCE952}"/>
                  </a:ext>
                </a:extLst>
              </p14:cNvPr>
              <p14:cNvContentPartPr/>
              <p14:nvPr/>
            </p14:nvContentPartPr>
            <p14:xfrm>
              <a:off x="10207629" y="4254025"/>
              <a:ext cx="129960" cy="3463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A8C0A02-AB84-4BFE-85C1-13BC17CCE95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189629" y="4218385"/>
                <a:ext cx="16560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39C88771-460F-4FBE-997C-A900B900CAEB}"/>
                  </a:ext>
                </a:extLst>
              </p14:cNvPr>
              <p14:cNvContentPartPr/>
              <p14:nvPr/>
            </p14:nvContentPartPr>
            <p14:xfrm>
              <a:off x="10274589" y="4125145"/>
              <a:ext cx="298800" cy="5061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39C88771-460F-4FBE-997C-A900B900CAE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256949" y="4089505"/>
                <a:ext cx="334440" cy="57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AADC95B7-2BA9-4EB5-9D76-04940360882B}"/>
                  </a:ext>
                </a:extLst>
              </p14:cNvPr>
              <p14:cNvContentPartPr/>
              <p14:nvPr/>
            </p14:nvContentPartPr>
            <p14:xfrm>
              <a:off x="10713429" y="4405585"/>
              <a:ext cx="33480" cy="720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AADC95B7-2BA9-4EB5-9D76-04940360882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695789" y="4369585"/>
                <a:ext cx="6912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9D43E980-3214-4FA0-908E-98269F402FC3}"/>
                  </a:ext>
                </a:extLst>
              </p14:cNvPr>
              <p14:cNvContentPartPr/>
              <p14:nvPr/>
            </p14:nvContentPartPr>
            <p14:xfrm>
              <a:off x="10975149" y="4193185"/>
              <a:ext cx="380160" cy="4806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9D43E980-3214-4FA0-908E-98269F402FC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957149" y="4157545"/>
                <a:ext cx="415800" cy="55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797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6" y="137196"/>
            <a:ext cx="64463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Circuite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Baculante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Monostabile</a:t>
            </a:r>
            <a:r>
              <a:rPr lang="en-US" sz="2800" b="1" dirty="0">
                <a:solidFill>
                  <a:srgbClr val="0000FF"/>
                </a:solidFill>
              </a:rPr>
              <a:t> (CBM)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67CCD54F-94EE-45FB-BFF6-9EA200D38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685830"/>
            <a:ext cx="11630025" cy="56292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9F862303-D854-4ACE-A98D-748ADBE957B8}"/>
                  </a:ext>
                </a:extLst>
              </p14:cNvPr>
              <p14:cNvContentPartPr/>
              <p14:nvPr/>
            </p14:nvContentPartPr>
            <p14:xfrm>
              <a:off x="10322829" y="3238465"/>
              <a:ext cx="289800" cy="2473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9F862303-D854-4ACE-A98D-748ADBE957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04829" y="3220465"/>
                <a:ext cx="3254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F3FD0D9-AC37-4FAE-99E1-D9155A45B638}"/>
                  </a:ext>
                </a:extLst>
              </p14:cNvPr>
              <p14:cNvContentPartPr/>
              <p14:nvPr/>
            </p14:nvContentPartPr>
            <p14:xfrm>
              <a:off x="9276309" y="3132265"/>
              <a:ext cx="338760" cy="3636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F3FD0D9-AC37-4FAE-99E1-D9155A45B63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58309" y="3114625"/>
                <a:ext cx="37440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2C9310C4-9103-46EA-9428-99FF42E475EA}"/>
                  </a:ext>
                </a:extLst>
              </p14:cNvPr>
              <p14:cNvContentPartPr/>
              <p14:nvPr/>
            </p14:nvContentPartPr>
            <p14:xfrm>
              <a:off x="8551629" y="3561025"/>
              <a:ext cx="2113560" cy="5335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2C9310C4-9103-46EA-9428-99FF42E475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33986" y="3543373"/>
                <a:ext cx="2149206" cy="56918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44807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5" y="137196"/>
            <a:ext cx="9280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Circuite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Baculante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Monostabile</a:t>
            </a:r>
            <a:r>
              <a:rPr lang="en-US" sz="2800" b="1" dirty="0">
                <a:solidFill>
                  <a:srgbClr val="0000FF"/>
                </a:solidFill>
              </a:rPr>
              <a:t> (CBM) – </a:t>
            </a:r>
            <a:r>
              <a:rPr lang="en-US" sz="2800" b="1" dirty="0" err="1">
                <a:solidFill>
                  <a:srgbClr val="0000FF"/>
                </a:solidFill>
              </a:rPr>
              <a:t>Aplica</a:t>
            </a:r>
            <a:r>
              <a:rPr lang="ro-RO" sz="2800" b="1" dirty="0">
                <a:solidFill>
                  <a:srgbClr val="0000FF"/>
                </a:solidFill>
              </a:rPr>
              <a:t>ții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D54E279D-4119-407B-9D19-A9C201531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143025"/>
            <a:ext cx="8724900" cy="4095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ACDB6E8A-23D9-4008-9C40-7FCC2808AC42}"/>
                  </a:ext>
                </a:extLst>
              </p14:cNvPr>
              <p14:cNvContentPartPr/>
              <p14:nvPr/>
            </p14:nvContentPartPr>
            <p14:xfrm>
              <a:off x="9525789" y="5304505"/>
              <a:ext cx="1304640" cy="3794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ACDB6E8A-23D9-4008-9C40-7FCC2808AC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07794" y="5286865"/>
                <a:ext cx="134027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449CD008-4D44-42C1-88D2-2F0C46B05652}"/>
                  </a:ext>
                </a:extLst>
              </p14:cNvPr>
              <p14:cNvContentPartPr/>
              <p14:nvPr/>
            </p14:nvContentPartPr>
            <p14:xfrm>
              <a:off x="4533309" y="5471905"/>
              <a:ext cx="4673160" cy="12427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449CD008-4D44-42C1-88D2-2F0C46B056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15309" y="5453905"/>
                <a:ext cx="4708800" cy="12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DF84009B-E530-4D09-9915-4027EADD9B6D}"/>
                  </a:ext>
                </a:extLst>
              </p14:cNvPr>
              <p14:cNvContentPartPr/>
              <p14:nvPr/>
            </p14:nvContentPartPr>
            <p14:xfrm>
              <a:off x="4463109" y="5003185"/>
              <a:ext cx="1204200" cy="2988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DF84009B-E530-4D09-9915-4027EADD9B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45109" y="4985545"/>
                <a:ext cx="1239840" cy="33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88285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5" y="137196"/>
            <a:ext cx="9280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FF"/>
                </a:solidFill>
              </a:rPr>
              <a:t>Circuite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Baculante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b="1" dirty="0" err="1">
                <a:solidFill>
                  <a:srgbClr val="0000FF"/>
                </a:solidFill>
              </a:rPr>
              <a:t>Monostabile</a:t>
            </a:r>
            <a:r>
              <a:rPr lang="en-US" sz="2800" b="1" dirty="0">
                <a:solidFill>
                  <a:srgbClr val="0000FF"/>
                </a:solidFill>
              </a:rPr>
              <a:t> (CBM) – </a:t>
            </a:r>
            <a:r>
              <a:rPr lang="en-US" sz="2800" b="1" dirty="0" err="1">
                <a:solidFill>
                  <a:srgbClr val="0000FF"/>
                </a:solidFill>
              </a:rPr>
              <a:t>Aplica</a:t>
            </a:r>
            <a:r>
              <a:rPr lang="ro-RO" sz="2800" b="1" dirty="0">
                <a:solidFill>
                  <a:srgbClr val="0000FF"/>
                </a:solidFill>
              </a:rPr>
              <a:t>ții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3C934D5-15D3-495A-AF8C-580D6E739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325903"/>
            <a:ext cx="7134225" cy="37052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B6644D00-0335-46DE-949D-74703B048D40}"/>
                  </a:ext>
                </a:extLst>
              </p14:cNvPr>
              <p14:cNvContentPartPr/>
              <p14:nvPr/>
            </p14:nvContentPartPr>
            <p14:xfrm>
              <a:off x="8147709" y="2488945"/>
              <a:ext cx="2025000" cy="720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B6644D00-0335-46DE-949D-74703B048D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29709" y="2470945"/>
                <a:ext cx="20606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B3842D83-7236-4D3D-A37C-6AE310636449}"/>
                  </a:ext>
                </a:extLst>
              </p14:cNvPr>
              <p14:cNvContentPartPr/>
              <p14:nvPr/>
            </p14:nvContentPartPr>
            <p14:xfrm>
              <a:off x="8155269" y="1647625"/>
              <a:ext cx="1941840" cy="5234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B3842D83-7236-4D3D-A37C-6AE3106364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37269" y="1629973"/>
                <a:ext cx="1977480" cy="55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6F505165-0E52-42E2-B8EE-FDFC5BD13533}"/>
                  </a:ext>
                </a:extLst>
              </p14:cNvPr>
              <p14:cNvContentPartPr/>
              <p14:nvPr/>
            </p14:nvContentPartPr>
            <p14:xfrm>
              <a:off x="10638549" y="1722145"/>
              <a:ext cx="475560" cy="3387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6F505165-0E52-42E2-B8EE-FDFC5BD1353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620909" y="1704505"/>
                <a:ext cx="51120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E0B4C5CB-B940-41D0-B4C2-7A74E7D11710}"/>
                  </a:ext>
                </a:extLst>
              </p14:cNvPr>
              <p14:cNvContentPartPr/>
              <p14:nvPr/>
            </p14:nvContentPartPr>
            <p14:xfrm>
              <a:off x="11049669" y="2942905"/>
              <a:ext cx="919440" cy="3207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E0B4C5CB-B940-41D0-B4C2-7A74E7D1171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31676" y="2925265"/>
                <a:ext cx="955066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42916403-986E-4661-938D-678B38646CCC}"/>
                  </a:ext>
                </a:extLst>
              </p14:cNvPr>
              <p14:cNvContentPartPr/>
              <p14:nvPr/>
            </p14:nvContentPartPr>
            <p14:xfrm>
              <a:off x="8344629" y="2920225"/>
              <a:ext cx="2445480" cy="11271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42916403-986E-4661-938D-678B38646C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26989" y="2902585"/>
                <a:ext cx="2481120" cy="11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9DA3F52A-2737-4F9B-BDE0-D9C1432D8E46}"/>
                  </a:ext>
                </a:extLst>
              </p14:cNvPr>
              <p14:cNvContentPartPr/>
              <p14:nvPr/>
            </p14:nvContentPartPr>
            <p14:xfrm>
              <a:off x="799749" y="5269585"/>
              <a:ext cx="716760" cy="3384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9DA3F52A-2737-4F9B-BDE0-D9C1432D8E4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81749" y="5251585"/>
                <a:ext cx="75240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1851D52E-96F8-45B3-994C-3D481162A790}"/>
                  </a:ext>
                </a:extLst>
              </p14:cNvPr>
              <p14:cNvContentPartPr/>
              <p14:nvPr/>
            </p14:nvContentPartPr>
            <p14:xfrm>
              <a:off x="945909" y="6004705"/>
              <a:ext cx="182160" cy="3618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1851D52E-96F8-45B3-994C-3D481162A79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27909" y="5986705"/>
                <a:ext cx="21780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36DFCA92-AFA5-48C6-9903-265D676D8AA0}"/>
                  </a:ext>
                </a:extLst>
              </p14:cNvPr>
              <p14:cNvContentPartPr/>
              <p14:nvPr/>
            </p14:nvContentPartPr>
            <p14:xfrm>
              <a:off x="1857429" y="5064025"/>
              <a:ext cx="7984080" cy="136404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36DFCA92-AFA5-48C6-9903-265D676D8AA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39429" y="5046385"/>
                <a:ext cx="8019720" cy="139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A728B313-4C9B-4BD8-8BB5-6A5B7EB10370}"/>
                  </a:ext>
                </a:extLst>
              </p14:cNvPr>
              <p14:cNvContentPartPr/>
              <p14:nvPr/>
            </p14:nvContentPartPr>
            <p14:xfrm>
              <a:off x="10231389" y="4863505"/>
              <a:ext cx="1559880" cy="37296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A728B313-4C9B-4BD8-8BB5-6A5B7EB1037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213389" y="4845865"/>
                <a:ext cx="1595520" cy="40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2528743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4798</TotalTime>
  <Words>339</Words>
  <Application>Microsoft Office PowerPoint</Application>
  <PresentationFormat>Ecran lat</PresentationFormat>
  <Paragraphs>74</Paragraphs>
  <Slides>35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Symbol</vt:lpstr>
      <vt:lpstr>Tahoma</vt:lpstr>
      <vt:lpstr>Times New Roman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300</cp:revision>
  <dcterms:created xsi:type="dcterms:W3CDTF">2020-09-24T15:20:51Z</dcterms:created>
  <dcterms:modified xsi:type="dcterms:W3CDTF">2024-12-05T08:46:44Z</dcterms:modified>
</cp:coreProperties>
</file>