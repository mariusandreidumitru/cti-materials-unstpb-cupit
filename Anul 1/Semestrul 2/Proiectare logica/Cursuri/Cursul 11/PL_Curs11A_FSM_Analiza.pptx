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64" r:id="rId2"/>
    <p:sldId id="385" r:id="rId3"/>
    <p:sldId id="384" r:id="rId4"/>
    <p:sldId id="387" r:id="rId5"/>
    <p:sldId id="386" r:id="rId6"/>
    <p:sldId id="407" r:id="rId7"/>
    <p:sldId id="388" r:id="rId8"/>
    <p:sldId id="414" r:id="rId9"/>
    <p:sldId id="408" r:id="rId10"/>
    <p:sldId id="409" r:id="rId11"/>
    <p:sldId id="410" r:id="rId12"/>
    <p:sldId id="415" r:id="rId13"/>
    <p:sldId id="389" r:id="rId14"/>
    <p:sldId id="390" r:id="rId15"/>
    <p:sldId id="391" r:id="rId16"/>
    <p:sldId id="416" r:id="rId17"/>
    <p:sldId id="417" r:id="rId18"/>
    <p:sldId id="392" r:id="rId19"/>
    <p:sldId id="394" r:id="rId20"/>
    <p:sldId id="393" r:id="rId21"/>
    <p:sldId id="395" r:id="rId22"/>
    <p:sldId id="412" r:id="rId23"/>
    <p:sldId id="411" r:id="rId24"/>
    <p:sldId id="396" r:id="rId25"/>
    <p:sldId id="419" r:id="rId26"/>
    <p:sldId id="397" r:id="rId27"/>
    <p:sldId id="399" r:id="rId28"/>
    <p:sldId id="418" r:id="rId29"/>
    <p:sldId id="413" r:id="rId30"/>
    <p:sldId id="400" r:id="rId31"/>
    <p:sldId id="398" r:id="rId32"/>
    <p:sldId id="401" r:id="rId33"/>
    <p:sldId id="403" r:id="rId34"/>
    <p:sldId id="402" r:id="rId35"/>
    <p:sldId id="404" r:id="rId36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7:33.6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311 9,'1'-1,"-1"1,1-1,-1 0,1 1,0-1,-1 0,1 1,0-1,0 1,0 0,-1-1,1 1,0-1,0 1,0 0,0 0,-1 0,1-1,0 1,0 0,0 0,0 0,0 0,0 0,0 1,0-1,-1 0,1 0,0 1,0-1,0 0,0 1,-1-1,1 1,0-1,0 1,-1-1,1 1,0-1,-1 1,1 0,-1-1,1 1,-1 0,1 0,-1 0,1-1,-1 1,0 0,1 0,-1 0,0 0,0-1,0 1,1 0,-1 0,0 0,0 0,0 0,-1 0,-21 196,-54 335,66-456,7-70,1-7</inkml:trace>
  <inkml:trace contextRef="#ctx0" brushRef="#br0" timeOffset="292.368">31 570,'0'7,"2"9,4 11,4 10,4 7,1 6,0 1,0-1,-2-3,-2-4,-2-5,0-7,-3-13,-1-10</inkml:trace>
  <inkml:trace contextRef="#ctx0" brushRef="#br0" timeOffset="687.404">44 610,'-43'11,"58"-1,85-3,21 3,-115-9,-1 1,1-1,-1 1,0 1,0-1,0 1,0 0,0 0,0 0,-1 1,1-1,-1 1,0 0,0 1,-1-1,1 1,-1-1,0 1,0 1,0 1,0-1,-1 1,1 0,-2 0,1 0,-1 0,0 0,0 0,-1 0,0 0,0 0,-1 1,0-1,0 0,-1 0,1 0,-2-1,1 1,-1 0,0-1,0 1,-3 3,-10 15,-1-2,-1 0,-1-1,-20 19,29-31,-62 70,72-80,-1 0,1 1,0-1,-1 1,1-1,0 1,0-1,-1 1,1-1,0 1,0-1,0 1,0-1,0 1,0-1,-1 1,1-1,0 1,0 0,1-1,-1 1,0-1,0 1,0-1,0 1,0-1,1 1,-1-1,0 1,0-1,1 1,-1-1,0 0,1 1,-1-1,0 1,1-1,-1 0,1 1,-1-1,1 0,-1 1,1-1,11 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7:38.0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0 367,'7'-29,"0"1,2-1,1 2,2-1,0 2,3-3,10-24,25-64,-51 152,-4 59,4-1,4 1,5 3,3 119,-18-153,7-62,0 0,-1 0,1 1,0-1,-1 0,1 0,0 0,-1 0,0 0,1 0,-1 0,0 0,1 0,-1 0,0 0,0 0,0 0,0-1,0 1,0 0,0-1,0 1,0 0,0-1,0 0,0 1,0-1,-1 0,1 1,0-1,0 0,0 0,-1 0,1 0,0 0,0 0,0 0,-1-1,1 1,0 0,0-1,0 1,0-1,0 1,-1-1,1 1,0-1,0 0,0 1,0 0,0-1,1 1,-1 0,0 0,1 0,-1-1,0 1,1 0,-1-1,0 1,1 0,-1-1,1 1,-1-1,1 1,-1-1,1 1,-1-1,1 0,-1 1,1-1,0 0,-1 1,1-1,0 0,-1 1,1-1,0 0,0 1,0-1,0 0,0 0,0 1,0-1,0 0,0 0,0 1,0-1,0 0,1 1,-1-1,0 0,0 0,1 1,-1-1,1 1,-1-1,0 0,1 1,-1-1,1 1,-1-1,1 1,0-1,-1 1,1-1,134-9,89 2,-185 12,-37 1,-6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7:35.3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200 135,'-2'16,"-1"12,0 10,1 6,0 4,1 1,1-1,0-2,0-6,0-8,-2-10,-1-7</inkml:trace>
  <inkml:trace contextRef="#ctx0" brushRef="#br0" timeOffset="333.704">0 15,'22'-5,"-1"1,1 1,0 1,0 1,0 1,0 1,0 1,0 1,-1 1,1 1,-1 0,0 2,-1 1,1 0,4 4,-20-10,0 1,0-1,-1 1,1 0,-1 0,0 0,0 1,0-1,0 1,-1 0,0 0,1 0,-1 1,-1-1,1 1,-1 0,1-1,-2 1,1 0,0 0,-1 0,0 1,0-1,0 0,-1 0,0 1,0-1,0 0,-1 1,0-1,0 0,0 0,0 0,-1 0,0 0,-1 3,-3 0,-1 0,1-1,-1 1,-1-1,1-1,-1 1,0-2,-1 1,1-1,-1 0,0-1,-1 0,1 0,-9 2,-141 21,146-26</inkml:trace>
  <inkml:trace contextRef="#ctx0" brushRef="#br0" timeOffset="803.476">668 510,'-8'-6,"-1"2,0-1,0 1,0 0,-1 1,1 0,-1 1,0 0,0 0,1 1,-1 0,0 1,0 0,0 1,0 0,0 0,0 1,0 1,1-1,-1 1,1 1,0 0,-8 5,10-5,1 1,0 0,0 0,0 0,1 1,-1 0,1 0,1 1,-1-1,1 1,0 0,1 0,0 1,0-1,0 0,1 1,0 0,0 0,0 5,3-10,-1-1,0 1,1 0,-1-1,1 1,0-1,0 0,0 1,0-1,0 0,1 0,-1 1,1-1,-1 0,1 0,0 0,0-1,-1 1,1 0,1-1,-1 1,0-1,0 0,0 0,1 0,-1 0,1 0,-1 0,1-1,-1 1,1-1,-1 1,1-1,0 0,91-10,-83 7,0-1,0 0,-1-1,1 0,-1 0,0-1,0-1,-1 0,0 0,0-1,-1 0,0 0,0-1,-1 0,0-1,0 1,-1-1,-1-1,0 1,4-11,-11-4,2 24,0 1,0 0,0-1,0 1,-1 0,1-1,0 1,0 0,0-1,-1 1,1 0,0 0,0-1,-1 1,1 0,0 0,-1 0,1-1,0 1,0 0,-1 0,1 0,0 0,-1 0,1 0,-1-1,1 1,0 0,-1 0,1 0,0 0,-1 0,1 0,0 1,-1-1,1 0,0 0,-1 0,1 0,0 0,-1 0,1 1,0-1,-1 0,1 0,0 0,0 1,-1-1,1 0,0 0,0 1,-1-1,1 0,0 1,0-1,0 0,0 1,0-1,-1 0,1 1,0-1,0 0,0 1,-3 5,-1 1,1-1,1 1,-1 0,1 0,1 0,-1 0,1 1,0-1,1 0,0 1,0-1,0 0,1 0,0 1,0-1,1 0,0 0,2 4,0-5,0 0,1 0,0 0,-1-1,2 0,-1 0,1 0,0 0,0-1,0 0,0 0,1-1,-1 0,1 0,0 0,0-1,0 0,1-1,-1 1,0-1,0-1,1 1,-1-1,3-1,33 2</inkml:trace>
  <inkml:trace contextRef="#ctx0" brushRef="#br0" timeOffset="1829.018">1363 469,'-20'-6,"-2"0,1 2,0 0,-1 2,0 0,0 1,-14 2,33-1,0 0,0 0,0 0,0 1,0-1,0 1,0-1,0 1,0 0,0 0,0 1,1-1,-1 1,0-1,1 1,-1 0,1 0,0 0,-1 0,1 0,0 0,0 1,0-1,1 1,-1 0,1-1,-1 1,1 0,0 0,0 0,0 0,0 0,1 0,-1 0,1 0,0 0,0 0,0 0,0 0,0 0,1 0,0 0,-1 0,1 0,0 0,0 0,2 2,6 5,0 0,1-1,0 0,1 0,-1-2,2 1,-1-1,2 0,27 18,-34-23,-1 1,0 0,-1 0,1 0,0 1,-1 0,0 0,0 0,0 0,0 0,-1 1,1 0,-1 0,0 0,-1 0,1 0,-1 0,0 1,-1-1,1 1,-1 0,0-1,0 2,-4-3,0 0,-1 0,1 0,-1-1,0 1,0-1,0 0,0 0,-1 0,1-1,-1 1,1-1,-1 0,0-1,0 1,0-1,0 0,0 0,0 0,0-1,0 0,-1 0,1 0,-5-2,9 2,0 1,-6 0,-1-1,0 1,0-1,0 0,1-1,-1 0,0 0,1-1,-1 0,1 0,-1-1,1 0,-3-1,9 2,0 1,0-1,1 1,-1-1,0 1,1-1,-1 0,1 1,-1-1,1 0,0 1,0-1,-1 0,1 0,1 1,-1-1,0 0,0 1,1-1,-1 0,1 1,-1-1,1 0,0 1,-1-1,1 1,0-1,0 1,0-1,0 1,0 0,1 0,-1-1,0 1,1 0,-1 0,0 0,1 1,0-1,-1 0,1 0,-1 1,1-1,0 1,0-1,37-21,2 0,0 3,1 2,0 1,14-1,8-5,85-25,-147 46,-1 0,0 0,1 1,0-1,-1 0,1 1,-1-1,1 1,0 0,-1-1,1 1,0 0,-1 0,1 0,0 0,-1 0,1 1,0-1,-1 0,1 1,-1-1,1 1,0 0,-1-1,1 1,-1 0,0 0,1 0,-1 0,0 0,1 0,-1 1,0-1,0 0,0 1,0-1,0 0,-1 1,1-1,0 1,-1 0,1-1,-1 1,1-1,-1 1,0 0,1 1,-10 56,7-53,0 1,1 0,0 0,0 0,0-1,1 1,0 0,0 0,1 0,0 0,0 0,2 5,-2-10,0 0,0 1,1-1,-1 0,1 0,0 0,-1 0,1 0,0 0,0-1,0 1,0 0,1-1,-1 0,0 1,1-1,-1 0,0 0,1-1,-1 1,1 0,0-1,-1 1,1-1,0 0,-1 0,1 0,-1 0,1-1,0 1,-1-1,1 1,-1-1,1 0,0 0,83-45,-76 37,0-1,-1 0,-1 0,0-1,0 0,-1-1,0 0,-1 0,0 0,-1-1,-1 0,0 0,0 0,-1 0,0-9,-14 47,8-18,0 1,1 0,0 0,0 0,1 0,0 0,0 0,1 0,0 0,0 0,1 0,0 0,0 0,1 0,0 0,1 0,-1-1,2 1,-1-1,1 0,0 0,0 0,1 0,0-1,0 1,0-1,1-1,2 2,5 0,1-2,0 0,0 0,0-2,1 1,-1-2,1 0,-1-1,1 0,0-1,0-1,-1 0,1-1,-1-1,1 0,-1-1,0 0,0-1,-1-1,1 0,3-4,-8 6,0-1,-1-1,1 1,-1-2,-1 1,1-1,-1 0,0 0,-1-1,0 0,0 0,0-1,-1 1,-1-1,1-1,-1 1,-1 0,0-1,0 0,-1 0,0-5,1-14,-3 0,0 0,-2 0,-1 0,-1 1,-1-1,-2 1,-1 0,-1 1,-1 0,-9-16,-25-22,43 63,0 1,-1 0,1 0,0 0,-1 0,1 0,-1 0,1 1,-1-1,1 0,-1 1,0-1,1 1,-1-1,0 1,1 0,-1 0,0 0,1 0,-1 0,0 0,0 0,1 1,-1-1,0 1,1-1,-1 1,1-1,-1 1,1 0,-1 0,1 0,-1 0,1 0,0 0,-1 0,1 0,0 1,0-1,0 0,0 1,0-1,0 1,-10 16,0 0,2 1,0 0,1 1,0 0,2 0,0 0,2 1,-1 10,1-18,1 0,0 1,1-1,1 1,0-1,1 1,0-1,1 1,1 0,0-1,1 0,0 0,1 1,1-2,0 1,0-1,1 1,1-1,0-1,1 0,0 0,0 0,2-1,-1 0,4 2,-2-5,1-1,0 0,1-1,-1 0,1-1,0 0,12 1,33 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7:40.2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0,'883'1,"-245"12,-294-9,38 19,584 66,257 30,-797-72,88 34,-492-77,223 38,-1 11,-4 11,81 38,-290-90,-1 1,0 1,-1 2,-1 1,14 10,-33-19,1 0,-1 0,-1 0,1 1,-1 0,-1 1,0 0,0 0,-1 1,0-1,-1 1,-1 1,1-1,-2 1,1-1,-1 5,3 109,5-97,-6-28</inkml:trace>
  <inkml:trace contextRef="#ctx0" brushRef="#br0" timeOffset="646.264">6377 241,'-7'27,"10"-15,1 1,0-1,1 0,1 0,0-1,0 1,1-1,0-1,1 1,3 1,-9-8,44 55,-23-33,-2 1,-1 1,-1 1,-1 0,-2 2,-1 0,-1 0,-2 1,-1 1,-10-30,0 0,0 0,0 0,0 0,-1 0,0 0,1 1,-1-1,-1 0,1 0,0 0,-1 0,1 0,-1 0,0 0,0 0,0 0,0 0,-1 0,1 0,-1-1,0 1,0 0,0-1,0 0,0 1,0-1,-1 0,1 0,-1 0,1-1,-2 2,-19 7,-1-1,0 0,-1-2,1-1,-1-1,-1-1,1-1,-6-1,18-1,-142 13,-85-7,222-7,11-1,0 1,0-1,0 2,0-1,0 1,0 0,0 0,0 1,0 0,-3 2,10-4,-1 0,1 0,-1 1,1-1,-1 0,1 0,-1 1,1-1,0 0,-1 1,1-1,0 0,-1 1,1-1,0 1,-1-1,1 1,0-1,0 1,0-1,-1 0,1 1,0-1,0 1,0 0,0-1,0 1,0-1,0 1,0-1,0 1,0-1,0 1,0-1,0 1,0-1,1 1,-1-1,0 1,0-1,1 0,-1 1,0-1,0 1,1-1,-1 1,7 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7:44.7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55,'1'-2,"-1"-1,1 1,-1 0,1 0,0 0,0 0,0 0,0 0,1 0,-1 1,0-1,1 0,-1 1,1-1,0 1,0-1,-1 1,1 0,0-1,0 1,0 0,0 1,0-1,0 0,0 0,1 1,-1-1,0 1,0 0,0 0,1 0,-1 0,1 0,16-4,1 0,0 2,-1 0,1 1,0 1,0 1,-1 1,1 1,0 0,15 6,-31-9,-1 1,0 1,0-1,-1 0,1 1,0-1,0 1,-1 0,1 0,-1 0,1 0,-1 0,0 1,0-1,0 1,0-1,-1 1,1 0,-1 0,1-1,-1 1,0 0,0 0,0 1,-1-1,1 0,-1 0,1 0,-1 0,0 1,0-1,-1 0,1 0,-1 0,1 0,-1 0,0 0,0 0,-1 2,-6 9,0 0,-1-1,-1 0,0-1,0 0,-2-1,1 0,-1 0,-1-1,-4 2,-60 58,75-70,1 1,-1 0,1 0,0 0,0 0,-1 0,1 0,0 0,0 0,0 0,0 1,0-1,1 0,-1 1,0-1,0 0,1 1,-1-1,1 1,0-1,-1 1,1-1,0 1,0-1,0 1,0 0,0-1,0 1,0-1,0 1,1-1,-1 1,1-1,-1 1,1-1,0 0,-1 1,1-1,0 1,0-1,0 0,0 0,0 0,0 0,0 0,0 0,1 0,-1 0,0 0,1 0,-1 0,0-1,1 1,15 4,0 0,0-1,1-1,-1 0,1-2,6 0,-21 0,621 11,-529-11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7:43.2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113 325,'0'-4,"0"0,0 4,2 8,1 10,0 8,-1 9,0 6,-1 2,-3 1,-3-2,-1-7,-2-9,1-8</inkml:trace>
  <inkml:trace contextRef="#ctx0" brushRef="#br0" timeOffset="306.284">6 72,'-1'-2,"0"0,1 1,-1-1,0 0,1 0,-1 1,1-1,0 0,0 0,-1 0,1 0,0 1,1-1,-1 0,0 0,0 0,1 1,-1-1,1 0,0 0,-1 1,1-1,0 0,0 1,0-1,0 1,0-1,1 1,-1 0,0-1,1 1,-1 0,1 0,-1 0,1 0,-1 0,1 0,0 0,-1 1,2-1,11-2,-1 1,1 0,0 1,0 0,0 1,0 1,0 0,0 1,0 0,-1 1,1 1,-1 0,6 3,-7-4,0 1,-1 0,1 0,-1 1,0 0,-1 1,1 1,-1 0,0 0,-1 1,0 0,0 0,0 1,-1 0,-1 1,0 0,0 0,-1 0,3 6,-9-13,1 0,-1 0,0 1,1-1,-1 0,-1 0,1 1,0-1,-1 0,0 1,1-1,-1 0,-1 0,1 0,0 0,-1 0,0 0,1-1,-1 1,0 0,0-1,-1 1,1-1,0 0,-1 0,0 0,-2 2,-82 36,63-34,0-1,-1-1,1-1,-1-2,-4 0,14-1</inkml:trace>
  <inkml:trace contextRef="#ctx0" brushRef="#br0" timeOffset="807.702">661 526,'-4'-5,"1"-1,-1 1,0 0,-1 0,1 0,-1 0,0 1,0-1,0 1,-1 1,1-1,-1 1,0 0,0 0,0 1,-1 0,1 0,0 0,-1 1,1 0,-1 0,0 0,1 1,-1 0,1 1,-1-1,0 1,1 1,-1-1,1 1,0 0,-1 0,1 1,-1 1,0 0,0 1,0 0,1 0,-1 1,1 0,0 0,1 0,0 0,0 1,0 0,1 0,0 1,0-1,1 1,-2 5,3-9,1 1,-1-1,1 1,0-1,1 1,-1-1,1 1,0 0,0-1,0 1,1-1,-1 1,1-1,0 1,1-1,-1 1,1-1,0 0,0 1,0-1,0 0,1-1,0 1,0 0,0-1,0 1,0-1,1 0,-1 0,3 1,1 0,0-1,0 0,0 0,0-1,0 1,0-2,0 1,1-1,-1 0,1 0,-1-1,1 0,-1-1,1 1,-1-2,0 1,1-1,-1 0,0 0,0-1,0 0,0 0,-1 0,1-1,-1 0,0-1,0 1,0-1,-1 0,0-1,0 1,0-1,-1 0,1 0,-1-1,-1 1,1-1,-1 0,0-2,16-84,-22 77,-3 18,-6 28,10-23,1 0,-1 1,1-1,1 0,-1 1,1-1,1 1,-1-1,1 1,0-1,1 0,0 0,0 1,1-1,-1-1,2 1,-1 0,1-1,0 1,0-1,1 0,-1-1,1 1,1-1,-1 0,1 0,0 0,0-1,2 1,35 14,-2-5</inkml:trace>
  <inkml:trace contextRef="#ctx0" brushRef="#br0" timeOffset="1174.421">1356 473,'-29'-7,"-1"0,0 3,-1 0,1 2,0 1,-2 2,-39 18,69-18,1 0,-1 0,0 0,1 0,-1 0,1 0,0 1,-1-1,1 0,0 1,0-1,0 1,0-1,0 1,0 0,0-1,1 1,-1 0,0 0,1-1,-1 1,1 0,0 0,0 0,0 0,0-1,0 1,0 0,0 0,1 0,-1 0,1-1,-1 1,1 0,-1 0,1-1,1 2,3 5,1-1,1 0,0 0,0 0,0-1,0 0,1 0,0-1,1 0,-1-1,1 1,0-2,8 4,-7-3,38 16,-28-12,0 0,0 1,-1 1,-1 1,0 1,9 6,-26-17,0-1,0 1,0 0,0-1,0 1,0 0,0 0,0-1,0 1,0 0,0 0,-1 0,1 0,0 0,-1 0,1 0,-1 1,1-1,-1 0,1 0,-1 0,0 0,1 1,-1-1,0 0,0 0,0 1,0-1,0 0,0 0,-1 1,1-1,0 0,-1 0,1 0,0 1,-1-1,0 0,1 0,-1 0,0 0,1 0,-1 0,0 0,0 0,0 0,0-1,0 1,0 0,0 0,0-1,0 1,0-1,0 1,-1-1,-26 10,-1-2,1-2,-2 0,1-2,0-1,-21-1,37-1,-67 2,69-3,22-2,13-2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7:46.8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268 0,'-63'603,"60"-580,-27 248,4 274,26-527,1-17,0-15,-1-3</inkml:trace>
  <inkml:trace contextRef="#ctx0" brushRef="#br0" timeOffset="847.693">0 788,'50'184,"28"161,-77-337,32 82,-32-89,0 0,-1 0,1 0,0 0,0 0,0 0,-1 0,1 0,0-1,0 1,0 0,0-1,0 1,1 0,-1-1,0 1,0-1,0 0,0 1,1-1,-1 0,0 0,0 0,0 0,1 0,-1 0,0 0,0 0,1 0,-1-1,0 1,0 0,0-1,0 1,1-1,-1 1,0-1,0 0,0 1,0-1,0 0,0 0,-1 0,38-43,-37 43,35-60,-2-2,-4-1,-2-2,19-65,22-54,-34 116,-35 69,0-1,0 1,1-1,-1 1,0-1,0 1,0 0,1-1,-1 1,0-1,1 1,-1 0,0-1,1 1,-1 0,0-1,1 1,-1 0,1 0,-1 0,0-1,1 1,-1 0,1 0,-1 0,1 0,-1 0,1-1,-1 1,0 0,1 0,-1 0,1 0,-1 1,1-1,-1 0,1 0,-1 0,1 0,-1 0,1 1,-1-1,0 0,1 0,-1 1,0-1,1 0,-1 0,1 1,-1-1,0 1,1-1,4 12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7:51.1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0,'176'3,"-173"-3,-1 1,0 0,-1-1,1 1,0 0,0 0,0 0,0 0,-1 0,1 0,0 1,-1-1,1 1,-1-1,1 1,-1-1,0 1,0 0,0-1,0 1,0 0,0 0,0 0,-1 0,1 0,-1 0,1 0,-1 0,0 0,0 0,0 0,0 0,0 1,0-1,0 0,-1 0,1 0,-1 0,0 0,1 0,-1 0,0-1,0 1,0 0,-1 0,1-1,0 1,0-1,-1 1,1-1,-1 1,0-1,1 0,-2 1,-9 9,-2 0,1 0,-1-2,-1 1,0-2,0 0,-1-1,-2 1,64 5,-38-12,1 1,-1 0,1 1,-1 0,0 0,0 1,0 0,-1 0,1 1,-1 0,0 0,0 0,-1 1,0 0,0 1,0 0,-1-1,0 2,0-1,-1 0,0 1,0 0,1 4,-5-9,1 0,-1 0,0 0,0 0,0 0,0 0,-1 0,1 0,-1-1,1 1,-1 0,0 0,-1 0,1 0,0-1,-1 1,1-1,-1 1,0-1,0 1,0-1,0 0,0 0,0 0,-1 0,1-1,-1 1,1 0,-1-1,0 0,0 0,1 0,-3 1,-101 20,43-28,47 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7:49.3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54 129,'0'16,"0"14,0 13,0 11,-2 8,-1 5,0 1,-1 0,-1-6,1-14</inkml:trace>
  <inkml:trace contextRef="#ctx0" brushRef="#br0" timeOffset="330.119">0 48,'10'-6,"1"0,-1 0,1 1,0 0,0 1,0 0,0 1,1 0,0 1,-1 1,1-1,0 2,0 0,0 0,0 1,-1 0,1 1,0 1,-1 0,1 0,-1 1,5 3,-12-5,-1 0,1 0,-1 0,0 1,0-1,0 1,0 0,0 0,0 0,-1 0,1 0,-1 1,0-1,0 1,0-1,-1 1,1 0,-1 0,0 0,0 0,0 0,-1 0,1 0,-1 0,0 0,0 0,0 0,-1 0,0 0,1 0,-1 0,-1 0,1 0,0 0,-1-1,0 1,0 0,0-1,0 0,-2 2,-9 10,0 0,-1-1,-1-1,0-1,0 0,-2-1,1 0,-1-1,-17 6,-21 15,43-23,6-3</inkml:trace>
  <inkml:trace contextRef="#ctx0" brushRef="#br0" timeOffset="801.76">616 449,'-12'-8,"0"0,0 1,-1 0,0 1,0 1,0 0,-1 1,0 0,0 1,0 0,0 1,0 1,0 0,0 1,-1 1,1 0,-13 3,22-2,0 0,0 1,0-1,0 1,0 1,1-1,-1 0,1 1,0 0,0 0,0 0,1 1,0-1,-1 1,1 0,1 0,-1 0,1 0,0 1,0-1,1 0,-1 1,1-1,0 1,1 0,-1-1,1 1,0 0,1-1,-1 1,1-1,0 1,1-1,-1 1,1-1,1 2,-1-4,0 1,0-1,0 0,1 0,0 0,-1 0,1 0,0 0,0-1,1 0,-1 1,0-1,1 0,0-1,-1 1,1-1,0 1,0-1,0 0,-1-1,1 1,0-1,0 1,0-1,0 0,0-1,0 1,0-1,0 1,0-1,0-1,0 1,-1 0,1-1,0 0,-1 0,1 0,-1 0,0 0,0-1,0 0,0 1,0-1,0-1,9-8,-1-1,-1 0,0 0,0-1,-2-1,1 1,-2-1,0-1,-1 1,1-6,-27 69,17-42,1 0,-1 0,1 0,0 0,1 0,0 0,0 1,0-1,1 1,0-1,0 0,0 1,1-1,0 1,0-1,1 0,0 0,0 0,0 0,1 0,0 0,0 0,0-1,1 0,0 1,0-1,0-1,0 1,1 0,7 0,-1 1,1-1,0-1,1 0,-1-1,1 0,0-1,-1-1,14 1,25 1</inkml:trace>
  <inkml:trace contextRef="#ctx0" brushRef="#br0" timeOffset="1236.55">1057 262,'-5'-1,"0"-1,0 1,0 0,0 0,0 0,0 1,0-1,0 1,0 0,-1 1,1 0,0-1,0 2,1-1,-1 0,0 1,0 0,1 0,-1 1,1-1,-1 1,1 0,0 0,0 0,0 1,1-1,-1 1,1 0,0 0,-1 2,0 3,1-1,0 1,1 0,0 1,1-1,-1 0,2 0,-1 1,1-1,1 0,0 1,0-1,1 0,0 0,0 0,1 0,1 0,-1-1,1 1,1-1,-1 0,2 0,-1 0,1-1,0 0,0 0,1-1,1 1,81 75,-88-81,0-1,-1 1,1 0,-1 0,1-1,-1 1,1 0,-1 0,0 0,1 0,-1 0,0 0,1 0,-1 0,0-1,0 1,0 0,0 0,0 0,0 0,0 0,0 0,-1 0,1 0,0 0,-1 0,1 0,0 0,-1 0,1-1,-1 1,1 0,-1 0,0-1,1 1,-1 0,0-1,1 1,-1 0,0-1,0 1,1-1,-1 1,0-1,0 0,0 1,0-1,0 0,0 1,0-1,-50 12,-96-8,147-4,0 0,0 0,0 0,1 0,-1-1,0 1,0 0,0 0,0 0,0 0,1 0,-1-1,0 1,0 0,0 0,0 0,0 0,0-1,0 1,0 0,0 0,0 0,0-1,0 1,0 0,0 0,0 0,0 0,0-1,0 1,0 0,0 0,0 0,0-1,0 1,0 0,0 0,0 0,-1 0,1 0,0-1,0 1,0 0,0 0,0 0,0 0,-1 0,1 0,0-1,0 1,0 0,0 0,-1 0,1 0,0 0,0 0,0 0,-1 0,11-6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7:59.6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13 573,'-10'-75,"8"15,2 1,3-1,3 1,2-1,4-4,-9 51,0-1,0 1,1 0,1 0,0 1,1-1,0 1,5-6,-10 17,-1 0,1 0,-1 0,1 1,0-1,-1 0,1 0,0 0,0 1,0-1,-1 0,1 1,0-1,0 1,0-1,0 1,0-1,0 1,0 0,1-1,-1 1,0 0,0 0,0 0,0 0,0 0,0 0,0 0,0 0,0 0,1 1,-1-1,0 0,0 1,0-1,0 1,0-1,0 1,-1-1,1 1,0 0,0-1,0 1,0 0,0 0,30 47,-27-41,95 194,-99-199,16 57,-15-57,-1-1,0 1,1 0,-1-1,0 1,0-1,-1 1,1 0,0-1,0 1,-1 0,1-1,-1 1,1-1,-1 1,0-1,0 0,1 1,-1-1,0 0,0 1,0-1,-1 0,1 0,0 0,0 0,-1 0,1 0,0 0,-1 0,1-1,-1 1,1 0,-1-1,1 1,-85-3,86 2,1 0,-1 0,0 0,0-1,0 1,0 0,1 0,-1 0,0-1,0 1,0 0,0 0,0-1,0 1,0 0,0 0,0-1,0 1,0 0,0 0,0-1,0 1,0 0,0 0,0-1,0 1,0 0,0 0,0 0,0-1,-1 1,1 0,0 0,0-1,0 1,0 0,-1 0,1 0,0 0,0-1,0 1,0 0,-1 0,1 0,12-2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8:01.5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240 711,'-3'-4,"-1"0,0 0,0 0,-1 1,1-1,-1 1,0 0,0 0,0 1,0 0,0 0,-1 0,1 0,-1 1,1 0,-1 0,0 0,1 1,-1-1,0 1,1 1,-1-1,1 1,-1 0,0 1,1-1,0 1,-1 0,1 0,0 1,0-1,0 1,0 0,-3 4,2 0,0 0,0 0,1 1,0 0,1 0,-1 0,2 1,-1 0,1-1,0 1,1 0,0 0,1 1,0-1,0 0,1 0,0 1,0-1,1 0,1 0,0 0,0 0,0 0,1 0,0 0,1-1,0 1,2 1,-4-6,1-1,0 0,0 0,0 0,0 0,0 0,1-1,-1 1,1-1,0 0,0 0,0 0,-1-1,2 1,-1-1,0 0,0 0,0 0,0-1,1 0,-1 0,0 0,1 0,-1 0,0-1,0 0,0 0,4-1,5-3,0 0,0 0,-1-2,0 1,0-2,-1 1,0-2,5-4,37-37,-2-2,-2-3,37-56,-54 71,-2-1,-1-2,-3 0,-1-2,-2-1,-3-1,-1-1,3-20,-19 55,-1-1,0 1,0 0,-2-1,0 1,0-1,-1 1,-2-10,2 18,0 0,-1 0,1 0,-1 1,0-1,0 0,0 1,-1 0,1-1,-1 1,0 0,0 0,-1 1,1-1,-1 1,0-1,0 1,0 0,0 1,-1-1,1 1,-1 0,1 0,-2-1,0 2,1 0,-1 0,1 0,-1 0,0 1,1 0,-1 0,1 1,-1-1,1 1,-1 0,1 1,-1-1,1 1,0 0,0 1,0-1,0 1,0 0,1 0,-1 0,1 1,-4 3,1 0,0 1,0-1,1 1,0 1,1-1,-1 1,2 0,-1 0,1 0,0 1,1-1,-1 9,2 2,2 1,0-1,1 0,1 0,1 0,1 0,1-1,0 1,2-1,0 0,1-1,1 0,1 0,0-1,1 0,11 13,-1 3,-1 1,-2 0,-2 1,-1 1,-6-2,-2-1,-1 1,-1 0,-2 0,-2 0,-1 5,2-20,11-32,23-65,-23 47,1 1,2 0,1 1,1 1,1 1,5-5,-23 31,0-1,-1 1,1 0,0 0,0-1,0 1,0 0,0 0,0 0,0 0,0 0,0 0,0 0,0 0,1 1,-1-1,0 0,1 1,-1-1,1 1,-1-1,0 1,1 0,-1 0,1 0,-1 0,1 0,-1 0,1 0,-1 0,1 0,-1 0,1 1,-1-1,0 1,1-1,-1 1,0 0,1-1,-1 1,0 0,0 0,0 0,0 0,0 0,0 0,0 0,0 0,0 1,0-1,0 0,-1 0,1 1,0 0,26 88,-26-80,1-1,0 1,0-1,0 0,1 1,1-1,0 0,0-1,0 1,1-1,0 0,1 0,0 0,0-1,1 0,0 0,0-1,5 4,-2-6,-1-1,0 0,1-1,-1 0,1-1,0 0,-1 0,1-1,0 0,0 0,-1-1,1-1,0 0,-1 0,1-1,-1 0,0 0,0-1,0-1,-1 1,1-1,-1-1,0 0,-1 0,1 0,-1-1,0 0,-1 0,2-3,-4 4,0 0,0 0,-1-1,0 1,0-1,0 0,-1 0,0 0,0 0,-1 0,0 0,0 0,-1-1,0 1,0 0,0 3,0 0,-1 1,1-1,-1 1,0-1,0 1,0 0,-1-1,1 1,-1 0,1 0,-1 0,0 0,0 0,-1 0,1 0,0 1,-1-1,0 1,0 0,1 0,-1 0,-1 0,1 0,0 0,0 1,-1 0,1 0,0 0,-4-1,2 3,0 0,0 0,0 0,0 1,1-1,-1 1,0 0,1 1,-1-1,1 1,0 0,0 0,0 0,0 0,0 1,1 0,0 0,0 0,0 0,0 0,0 0,1 1,0-1,0 1,0 0,1 0,-1 0,1-1,0 5,-2-2,0 0,0 0,1 1,0-1,1 1,0-1,0 1,0 0,1 0,0-1,1 1,0 0,0-1,0 1,1-1,0 1,1-1,0 0,0 0,0 0,1 0,0-1,0 1,1-1,0 0,0 0,0-1,1 1,-1-1,1 0,5 2,1-2,0-1,0 0,1-1,-1 0,1-1,0-1,0 0,0 0,0-1,0-1,0 0,-1-1,1 0,0-1,-1-1,0 0,1 0,-2-1,1-1,-1 0,1-1,-2 0,1 0,8-9,-13 11,-1 0,-1 0,1-1,-1 0,0 1,0-1,-1-1,1 1,-2-1,1 1,0-1,-1 0,-1 0,1 0,-1 0,0 0,-1 0,1 0,-2 0,1 0,-1 0,0 0,0 0,-1 0,0-2,2 8,0 1,0-1,1 1,-1-1,0 1,0-1,0 1,0-1,0 1,0-1,0 1,0-1,0 1,0-1,0 1,0 0,-1-1,1 1,0-1,0 1,0-1,-1 1,1-1,0 1,0 0,-1-1,1 1,0 0,-1-1,1 1,-1 0,1-1,0 1,-1 0,1 0,-1-1,1 1,-1 0,1 0,-1 0,1 0,-1 0,1-1,-1 1,1 0,-1 0,1 0,-1 0,1 1,0-1,-1 0,1 0,-1 0,1 0,-1 0,1 1,-1-1,1 0,-1 0,1 1,0-1,-1 0,1 1,0-1,-1 0,1 1,0-1,-1 0,1 1,0 0,-2 11,1 0,0 1,1-1,0 1,1-1,1 0,0 1,0-1,1 0,1 0,0-1,1 2,-4-8,1-1,-1 1,1-1,0 0,1 1,-1-1,1 0,0 0,0-1,0 1,0 0,0-1,1 0,0 0,0 0,0 0,0-1,0 0,0 1,0-1,1-1,-1 1,1-1,0 0,-1 0,1 0,0 0,0-1,-1 0,1 0,0 0,0-1,-1 1,1-1,0 0,-1-1,1 1,3-2,1-2,1 0,-2-1,1 0,-1 0,0 0,0-1,0-1,-1 1,0-1,-1 0,0-1,0 1,-1-1,0 0,0-1,-1 1,-1-1,1 0,-1 0,-1 0,0 0,-1-1,1-8,-8-7,6 26,0-1,-1 1,1 0,0 0,-1-1,1 1,0 0,-1 0,1 0,0-1,-1 1,1 0,-1 0,1 0,0 0,-1 0,1 0,0 0,-1 0,1 0,-1 0,1 0,0 0,-1 0,1 0,-1 0,1 1,0-1,-1 0,1 0,0 0,-1 0,1 1,0-1,-1 0,1 0,0 1,0-1,-1 0,1 1,0-1,0 0,0 1,-1-1,1 0,0 1,0-1,0 0,0 1,0-1,0 1,-1-1,1 0,0 1,0-1,0 1,1-1,-1 0,0 1,0-1,0 1,-3 5,0 0,0 0,1 1,-1 0,2-1,-1 1,1 0,0 0,0 0,1 0,0 0,0 0,1-1,0 1,0 0,0 0,1 0,0-1,1 1,-1-1,1 1,0-1,1 0,-1 0,1-1,1 1,-1-1,1 0,0 0,0 0,0 0,0-1,1 0,4 2,-4-3,1 0,1-1,-1 1,0-1,0-1,1 1,-1-1,1 0,-1-1,1 0,-1 0,1-1,-1 0,1 0,-1-1,1 0,-1 0,0-1,0 1,0-2,-1 1,1-1,-1 0,1 0,-1-1,-1 1,1-2,-1 1,1 0,-2-1,1 0,-1 0,0-1,0 1,0-1,1-5,-1 1,0 1,-1-1,-1 0,0 0,0 0,-1 0,-1-1,1 1,-2 0,0 0,0 0,-1 0,-2-8,4 18,0 0,0 0,0 0,0 0,0 1,0-1,0 0,0 0,-1 0,1 0,0 1,0-1,-1 0,1 0,0 1,-1-1,1 0,-1 0,1 1,-1-1,1 1,-1-1,0 0,1 1,-1-1,0 1,1-1,-1 1,0 0,0-1,1 1,-1 0,0-1,0 1,0 0,0 0,1 0,-1 0,0 0,0 0,0 0,0 0,1 0,-1 0,0 0,0 0,0 1,0-1,1 0,-2 1,-2 8,1 1,0 0,0 0,0 0,1 0,1 0,0 0,0 1,1-1,1 0,-1 0,2 1,-2-3,2 0,-1 0,1 0,0 0,1 0,0 0,0-1,1 1,0-1,0 0,1 0,-1-1,1 1,1-1,0 0,-1 0,2-1,-1 0,1 0,-1 0,1-1,1 0,-1 0,1-1,-1 0,1 0,0-1,3 1,15 3,1 0,0-2,0-1,0-2,0 0,0-2,0 0,0-2,-1-1,1-2,-1 0,0-2,0 0,-1-2,0-1,14-9,-31 15,-1 0,0 0,0 0,0-1,0 0,-1 0,0-1,0 0,3-6,-7 10,-1 1,1 0,-1-1,0 1,0-1,0 1,-1-1,1 1,-1-1,1 1,-1-1,0 0,0 1,0-1,0 0,0 1,-1-1,1 0,-1 1,0-1,1 1,-1-1,0 1,-1-1,1 1,0 0,-1 0,1 0,-1 0,0 0,0 0,0 0,0 0,0 0,-2-1,1-1,-1 1,0 1,1-1,-1 0,-1 1,1 0,0 0,0 0,-1 1,1-1,-1 1,1 0,-1 0,0 1,1-1,-1 1,0 0,0 0,1 1,-1-1,0 1,1 0,-1 1,1-1,-1 1,1-1,0 2,0-1,-1 0,2 1,-1-1,0 1,0 0,-2 4,0 1,0 0,1 0,1 1,-1 0,1 0,1 0,-1 0,2 1,-1 0,1-1,1 1,0 0,0 0,1 5,0-13,0-1,0 0,0 1,0-1,0 1,0-1,0 0,0 1,1-1,-1 0,1 1,-1-1,1 0,-1 0,1 0,0 1,-1-1,1 0,0 0,0 0,0 0,0 0,0 0,0-1,0 1,0 0,1 0,-1-1,0 1,0-1,1 1,-1-1,0 1,1-1,-1 0,0 0,1 1,-1-1,0 0,1 0,-1-1,0 1,1 0,-1 0,0-1,1 1,-1 0,0-1,59-34,-51 27,1-1,-1 0,-1 0,0-1,0 0,-1 0,0-1,-1 0,0 0,-1-1,0 0,2-8,-7-11,0 31,0-1,0 1,0 0,-1-1,1 1,0-1,0 1,0-1,-1 1,1 0,0-1,0 1,-1 0,1-1,0 1,-1 0,1-1,0 1,-1 0,1 0,0-1,-1 1,1 0,-1 0,1 0,0-1,-1 1,1 0,-1 0,1 0,-1 0,1 0,-1 0,1 0,0 0,-1 0,1 0,-1 0,1 0,-1 1,1-1,-1 0,1 0,0 0,-1 0,1 1,0-1,-1 0,1 1,-1-1,1 0,0 0,0 1,-1-1,1 1,0-1,0 0,-1 1,1-1,0 1,0-1,-5 7,0 0,1 0,0 0,0 0,0 1,1 0,1 0,-1 0,1 0,0 0,1 0,0 0,0 1,1-1,0 0,1 1,0 4,2-7,-1-1,1 0,-1-1,2 1,-1-1,0 1,1-1,0 0,0 0,0 0,0-1,1 0,-1 1,1-1,0-1,0 1,0-1,0 0,0 0,1-1,-1 1,1-1,-1 0,1-1,-1 1,1-1,-1 0,1 0,-1-1,1 0,4-1,177-24,-89 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8:02.8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0 776,'4'1,"0"0,0 0,0 0,1 0,-1-1,0 0,0 0,0 0,1 0,-1-1,0 1,0-1,0 0,0 0,0-1,0 1,0-1,0 0,0 0,-1 0,1-1,-1 1,3-3,-6 5,18-11,-1-1,0 0,-1-1,-1-1,0-1,-1 0,0 0,-1-2,-1 1,0-2,-2 0,0 0,-1-1,1-4,-9 21,0 1,0-1,0 0,0 0,0 0,0 0,0-1,-1 1,1 0,-1 0,0 0,0 0,0 0,0-1,0 1,0 0,0 0,-1 0,1 0,-1-1,1 1,-1 0,0 0,0 0,0 0,0 0,0 1,-1-1,1 0,0 0,-1 1,1-1,-1 1,0 0,1-1,-1 1,0 0,0 0,0 0,0 0,0 0,0 0,0 1,-1-1,-2 1,1 0,-1 1,1-1,-1 1,1 0,-1 0,1 1,0-1,0 1,-1 0,1 0,0 0,1 1,-1 0,0-1,1 1,-1 0,1 1,0-1,0 1,0-1,1 1,-1 1,-3 4,1 0,0 1,0 0,1 0,1 0,0 1,0-1,1 1,-1 4,3-5,0 1,0-1,1 1,0-1,1 1,0-1,1 0,0 0,0 0,1 0,0-1,1 1,0-1,1 0,0 0,0-1,1 0,0 0,0 0,1-1,0 0,0-1,1 0,0 0,0-1,0 0,1 0,-1-1,1 0,0-1,0 0,1-1,-1 0,0-1,1 0,-1 0,1-1,-1 0,1-1,-1 0,1-1,-1 0,0-1,0 0,9-4,-6-1,-1 0,0 0,0-1,-1-1,0 0,-1-1,0 0,-1 0,0-1,0 0,-2-1,1 0,-2 0,0 0,0-1,-1 0,1-7,29-58,-35 77,0 1,0-1,1 1,-1-1,0 1,1-1,-1 1,1-1,-1 1,1 0,0-1,-1 1,1 0,0-1,0 1,0 0,0 0,0 0,0 0,0 0,1 0,-1 0,0 0,1 1,-1-1,0 0,1 1,-1-1,1 1,-1-1,1 1,-1 0,1 0,-1 0,1 0,-1 0,1 0,-1 0,1 0,-1 0,1 1,-1-1,1 1,-1-1,0 1,1-1,-1 1,1 0,8 13,-1 1,0 0,-1 1,-1 0,0 0,-1 1,4 15,1 2,28 98,-39-131,0 0,0 1,0-1,0 0,0 0,0 1,0-1,0 0,0 0,-1 0,1 1,0-1,-1 0,1 0,-1 0,1 0,-1 0,0 0,1 0,-1 0,0 0,0 0,1 0,-1 0,0 0,0-1,0 1,0 0,0-1,-1 1,1-1,0 1,0-1,0 1,0-1,-1 0,1 1,0-1,0 0,0 0,-1 0,1 0,0 0,0-1,-1 1,1 0,0 0,0-1,-1 1,-55-26,55 25,1 0,0 0,0 0,-1 0,1 0,0-1,0 1,0 0,1 0,-1-1,0 1,0-1,1 1,-1-1,0 1,1-1,0 1,-1-1,1 1,0-1,0 1,0-1,0 0,0 1,0-1,0 1,1-1,-1 1,0-1,1 1,0-1,-1 1,1-1,0 1,0-1,-1 1,1 0,0 0,0-1,0 1,1 0,-1 0,1 0,61-37,-17 19,0-3,-2-1,-1-2,6-6,-33 19,0 0,-1-2,0 1,-1-2,0 0,-1-1,-1 0,-1-1,0 0,-1-1,5-13,-3-3,-1-1,-2-1,-1 1,-2-1,-1-1,-2 1,-1-1,-2 0,-4-20,5 56,-1 0,1 0,-1 0,0 0,0 0,1-1,-1 1,0 0,0 0,0 0,0 0,0-1,0 1,0 0,-1 0,1 0,0 0,-1 0,1-1,-1 1,1 0,-1 0,1 0,-1 0,0 0,1 0,-1 1,0-1,0 0,0 0,0 0,0 1,0-1,0 1,0-1,0 0,0 1,0 0,0-1,0 1,0 0,0-1,-1 1,1 0,0 0,0 0,0 0,-1 0,1 0,0 1,0-1,0 0,0 0,0 1,0-1,-1 1,1-1,0 1,-10 10,1-1,1 2,-1-1,2 1,0 1,0-1,1 1,1 1,0-1,1 1,-1 8,-4 7,1 0,1 1,2 0,1 0,2 1,1-1,1 1,2 11,0-26,1 0,0 1,1-1,1 0,1-1,0 1,1-1,1 0,0 0,1 0,0-1,2-1,-1 1,2-2,-1 1,6 3,-2-3,1-1,0-1,1 0,0-1,1-1,0 0,0-1,0-1,1-1,1 0,-1-2,1 0,-1-1,7 0,-20-2,1-1,0 0,-1-1,1 1,0-1,-1 0,1-1,-1 1,1-1,-1 0,0-1,0 1,0-1,0 0,0 0,0 0,-1-1,0 0,0 0,0 0,0 0,0 0,-1-1,0 0,0 0,0 0,-1 0,1 0,-1 0,0-1,-1 1,1-5,3-13,-1 0,-1 0,-2-1,0 1,-1-1,-2 1,-1-8,3 31,-1 0,1 1,0-1,0 0,0 0,0 0,-1 1,1-1,0 0,0 0,0 0,-1 0,1 0,0 0,0 0,0 1,-1-1,1 0,0 0,0 0,-1 0,1 0,0 0,0 0,-1 0,1 0,0 0,0 0,-1 0,1 0,0-1,0 1,0 0,-1 0,1 0,0 0,-4 19,1 1,1 0,1 0,0 0,2 0,0 0,2 0,3 15,-5-31,0 1,0-1,1 1,-1-1,1 0,0 1,0-1,1 0,-1-1,1 1,0 0,0-1,0 1,1-1,-1 0,1 0,-1 0,1-1,0 1,0-1,0 0,1 0,-1 0,0-1,1 0,-1 1,1-1,-1-1,1 1,0-1,-1 0,1 0,-1 0,1-1,0 1,2-2,25-11,-6-4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8:03.0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 1,'-13'0,"-3"2,10 3,19 3,24 0,27-1,27-4,26-5,24-4,19-2,-19 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8:03.9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281 678,'-12'-9,"-1"0,0 1,-1 0,0 1,0 1,-1 1,-9-3,19 6,0 1,0 1,1-1,-1 0,0 1,0 0,0 1,0-1,1 1,-1-1,0 2,0-1,1 0,-1 1,1 0,-1 0,1 0,0 1,0-1,0 1,0 0,0 0,1 0,-1 1,1-1,-1 2,-1 2,0 1,0-1,1 1,0 0,1 0,0 0,0 0,0 1,1-1,1 1,-2 6,3-10,-1-1,1 1,0-1,0 0,0 1,1-1,-1 1,1-1,0 0,0 1,1-1,-1 0,1 0,0 0,0 0,0 0,1-1,-1 1,1-1,0 1,0-1,0 0,1 0,-1 0,2-1,0 0,1-1,-1 0,0 0,1 0,-1-1,1 1,-1-1,0-1,1 1,-1-1,1 0,-1 0,0 0,0-1,0 1,0-2,0 1,0 0,0-1,0 0,-1 0,0 0,1-1,-1 1,-1-1,1 0,1-3,12-9,-1-1,-1-1,0-1,-1 0,-2-1,0 0,-1-1,-1 0,-1-1,0 0,-2-1,-1 1,3-21,-2-3,-1-1,-3 1,-1-1,-3 1,-2-1,-5-23,-17-49,5 85,20 33,-1 1,0 0,0 0,0-1,1 1,-1 0,0 0,0 0,0 0,0 0,0 0,1 0,-1 0,0 1,0-1,0 0,1 0,-1 1,0-1,0 0,1 1,-1-1,0 1,1-1,-1 1,0-1,1 1,-1 0,1-1,-1 1,1 0,-1-1,1 1,-1 0,1-1,0 1,-1 0,1 0,0 0,0-1,-1 1,1 0,0 0,-9 22,0 0,2 1,0 0,2 0,0 1,1 12,0-14,-6 38,2 1,4 0,2 0,2 0,7 39,-6-87,1-1,1 1,0-1,1 1,0-1,1 0,1-1,0 1,1-1,0 0,0-1,2 1,-1-2,1 1,1-1,0-1,0 1,1-2,0 0,0 0,1-1,9 4,9-1,0-2,1-1,0-2,0-1,0-1,1-1,-1-2,1-2,-1-1,0-1,0-1,0-2,26-10,-54 17,16-3,0-1,0-1,0-1,-1-1,0 0,0-1,0-1,-1-1,-1 0,1-1,-2-1,15-14,-29 25,1-1,-1 0,1 0,-1 0,0 0,0-1,0 1,0 0,0 0,0-1,0 1,-1 0,0-1,1 1,-1-1,0 1,0-1,0 1,0 0,-1-1,1 1,-1-1,1 1,-1 0,0 0,0-1,0 1,0 0,0 0,-1 0,1 0,0 0,-1 0,0 0,1 1,-1-1,-1 0,-3-4,-1 2,0-1,-1 1,1-1,-1 2,0-1,0 1,0 1,0-1,-2 1,2 0,0 0,0 1,0 0,-1 0,1 1,0 0,-1 1,1 0,0 0,-1 0,1 1,0 0,0 1,1 0,-1 0,0 1,1 0,0 0,0 1,0-1,1 2,-1-1,1 1,0 0,1 0,0 0,0 1,0 0,0 0,1 0,-2 6,3-6,-1 0,2 0,-1 0,1 1,0-1,0 1,1 0,0-1,0 1,1 0,0-1,1 1,-1 0,1-1,1 1,0 0,0-1,0 0,1 1,0-1,0 0,4 5,-5-10,0-1,0 1,0 0,1-1,-1 0,0 0,1 1,-1-1,1-1,0 1,-1 0,1-1,-1 1,1-1,0 0,-1 0,1 0,0 0,-1 0,1 0,0-1,-1 1,1-1,0 0,-1 0,0 0,1 0,1-1,62-45,47-78,-111 122,-2 2,1 1,-1-1,0 0,0 0,0 0,0 1,1-1,-1 0,0 0,1 1,-1-1,0 0,1 0,-1 1,1-1,0 1,-1-1,1 0,-1 1,1-1,0 1,-1-1,1 1,0 0,-1-1,1 1,0 0,0-1,0 1,-1 0,1 0,0 0,0 0,0 0,-1 0,1 0,0 0,0 0,0 0,-1 0,1 0,0 1,0-1,0 0,-1 1,1-1,0 0,-1 1,1-1,0 1,-1-1,1 1,0 0,7 94,-7-87,0-1,0 1,0-1,1 0,0 1,0-1,0 0,1 0,1 0,-1 0,1-1,0 0,0 1,1-1,0-1,0 1,0-1,1 0,0 0,0 0,0-1,1 0,-1 0,1-1,7 3,4-3,1-2,0 0,0-1,-1-1,1-1,0 0,-1-2,1 0,-1-1,0-1,-1 0,1-1,12-9,10 1,3-2</inkml:trace>
  <inkml:trace contextRef="#ctx0" brushRef="#br0" timeOffset="3727.181">1618 10,'18'-9,"-15"36,-49 223,31-164,4 1,4 0,4 0,4 26,26 22,-24-128,-1 0,1 0,1 0,-1 0,1-1,1 1,-1-1,1 0,0 0,0-1,1 1,-1-1,1-1,0 1,1-1,4 3,-8-5,1-1,-1 0,0 0,0 0,1-1,-1 1,0-1,1 1,-1-1,0 0,1 0,-1-1,0 1,1-1,-1 0,0 0,0 0,1 0,23-12</inkml:trace>
  <inkml:trace contextRef="#ctx0" brushRef="#br0" timeOffset="4260.129">1284 397,'35'-12,"1"2,1 2,-1 1,1 2,14 0,-2 1,-1 1,1 2,28 5,-59-3,-1 1,1 1,0 1,-1 1,0 0,0 1,-1 1,0 0,0 1,0 1,5 5,-14-8,0 0,0 1,0 0,-1 0,0 1,-1 0,0 0,0 0,0 0,-1 1,0 0,-1-1,0 2,0-1,-1 0,0 0,-1 1,0-1,-1 1,0-1,0 1,-1-1,0 1,0-1,-1 1,-3 7,-14 43,-10 57,28-111,1-1,0 1,0-1,0 1,1-1,0 1,0-1,0 1,1-1,0 0,0 1,0-1,0 0,1-1,0 1,0 0,0-1,1 1,2 1,-3-3,1 1,-1-1,1 0,0 0,0-1,1 1,-1-1,0 0,1 0,0-1,-1 1,1-1,0 0,0 0,-1-1,1 1,0-1,0 0,0 0,0-1,0 1,-1-1,1 0,0-1,0 1,-1-1,1 0,-1 0,2-1,6-3,-1-1,-1 0,1-1,-1 0,0 0,-1-1,0 0,0-1,-1 0,5-7,-7 7,-1 1,0-1,0 0,0-1,-2 1,1-1,-1 0,-1 0,0 0,1-10,-3 17,0 0,0 0,0 0,0-1,-1 1,1 0,-1 0,0 0,0 0,-1 1,1-1,-1 0,0 0,0 1,0-1,0 1,-1 0,1-1,-1 1,0 0,0 1,0-1,0 0,0 1,-1 0,1 0,-1 0,0 0,1 0,-5 0,2 0,-1 1,1 0,-1 0,1 0,-1 1,1 0,-1 0,1 1,-1 0,1 0,-1 1,1 0,-1 0,1 0,0 0,0 1,0 0,1 1,-1-1,-2 3,-3 2,0 1,1 0,0 1,0 0,1 0,0 1,1 1,0-1,-1 5,-26 85,34-98,0 1,1-1,-1 1,1 0,0-1,0 1,0-1,1 1,-1-1,1 1,0-1,0 1,0-1,1 0,-1 1,1-1,-1 0,1 0,0 0,0 0,1 0,-1-1,1 1,-1-1,1 1,0-1,0 0,1 1,1-1,0-1,0 1,0-1,0 0,0 0,0 0,1-1,-1 0,0 0,1 0,-1-1,0 0,0 0,3-1,36-9</inkml:trace>
  <inkml:trace contextRef="#ctx0" brushRef="#br0" timeOffset="4552.35">2353 184,'-14'-7,"-13"-2,-9 0,-3 2,0 6,6 9,7 11,8 10,13 8,13 8,14 5,4-6</inkml:trace>
  <inkml:trace contextRef="#ctx0" brushRef="#br0" timeOffset="4836.654">2527 825,'9'23,"10"16,6 11,6 2,4-5,6-9,9-11,12-15,9-19,6-17,-10-4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8:11.1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4699 1730,'391'10,"283"24,298 3,-927-35,-63 7,7-4</inkml:trace>
  <inkml:trace contextRef="#ctx0" brushRef="#br0" timeOffset="317.892">6424 1529,'18'21,"0"-1,2 0,0-1,1-2,1 0,0-1,1-1,1-1,0-1,1-1,0-2,4 1,37 17,-29-13,-1 1,0 2,-1 2,18 14,-49-33,-1 1,0 0,0 0,1 1,-2-1,1 1,0-1,0 1,-1 0,1 0,-1 0,0 0,0 0,0 1,-1-1,1 1,-1-1,0 1,0 0,0-1,0 1,-1 0,1 0,-1-1,0 1,0 0,0 0,-1 0,1-1,-1 1,0 0,-4 4,1 0,-1-1,-1 0,1 0,-1 0,-1-1,1 1,-1-2,0 1,0-1,-9 5,-29 15,-1-1,-1-2,0-3,-2-1,-1-3,0-2,-34 4,-36 5</inkml:trace>
  <inkml:trace contextRef="#ctx0" brushRef="#br0" timeOffset="1215.389">1237 245,'1'-6,"0"3,1 1,-2-1,1 1,0-1,0 0,-1 1,1-1,-1 0,0 1,0-1,0 0,0 1,-1-1,1 0,-1 1,1-1,-1 1,0-1,0 1,0-1,0 1,-1-1,1 1,-1 0,1 0,-1 0,0 0,0 0,0 0,0 0,0 0,-1 0,-4 2,0 0,0 0,0 1,0 0,0 0,0 1,0 0,1 0,-1 1,1-1,0 1,-1 1,1-1,1 1,-1 0,-1 2,-2 0,-31 20,1 2,2 1,0 2,3 2,0 1,2 2,-25 37,46-58,1 1,1 0,1 1,0 0,1 0,1 0,0 1,0 6,4-15,1-1,0 1,0 0,1 0,0 0,1-1,0 1,0 0,1 0,0-1,0 1,1-1,0 1,1-1,-1 0,2-1,-1 1,3 2,8 6,2-1,0-1,0 0,1-1,1-1,0-1,1-1,0 0,0-1,1-2,0 0,1-1,-1-1,1-1,13 1,-16-2,1 0,0-1,0-1,0 0,0-2,-1 0,1-1,6-3,15-6</inkml:trace>
  <inkml:trace contextRef="#ctx0" brushRef="#br0" timeOffset="1516.586">943 687,'10'4,"0"-1,1 0,-1 0,1-1,-1-1,1 0,0 0,-1-1,1 0,0-1,-1 0,1-1,9-2,-18 4,243-48,-242 47,0 0,0 0,0 1,0-1,-1 1,1-1,0 1,0 0,0 0,0 0,0 1,0-1,0 1,0-1,0 1,0 0,0 0,-1 1,1-1,0 0,-1 1,1 0,-1-1,0 1,1 0,-1 0,0 1,0-1,0 0,-1 1,1-1,0 1,-1-1,0 1,1 0,-1-1,0 1,0 1,-1 10,0 0,0 0,-2 0,1-1,-2 1,0-1,0 1,-4 7,-13 78,20-97,-1 1,2 0,-1-1,0 1,0 0,1-1,0 1,-1 0,1-1,0 1,0-1,1 1,-1-1,0 0,1 0,-1 1,1-1,0 0,0 0,0-1,0 1,0 0,0 0,15 8</inkml:trace>
  <inkml:trace contextRef="#ctx0" brushRef="#br0" timeOffset="1927.11">1705 874,'21'-268,"-20"263,-2 2,1 0,0 0,0 0,0 0,0 0,0 0,1 0,-1 0,1 0,0 0,0 0,0 0,0 1,0-1,1 0,-1 0,1 1,0-1,0 1,0 0,0 0,0-1,0 1,0 0,1 1,-1-1,1 0,0 1,-1-1,1 1,0 0,0 0,101 40,-78-27,-8-6,0 2,-1 0,1 1,-2 1,14 11,-26-18,0 0,-1 0,0 0,1 1,-1 0,-1-1,1 1,-1 0,1 0,-1 1,0-1,0 0,-1 1,0-1,1 1,-1-1,-1 1,1 0,-1-1,0 1,0 0,0 0,0-1,-1 1,0 0,-1 1,-52 138,53-143,1 1,-1-1,1 0,0 0,0 1,-1-1,1 0,0 1,0-1,0 0,1 1,-1-1,0 0,0 1,1-1,-1 0,1 1,-1-1,1 0,0 0,-1 0,1 0,0 0,0 0,0 0,0 0,0 0,0 0,0 0,0 0,0 0,0-1,0 1,0-1,1 1,-1-1,0 1,0-1,2 1,54 0,-5-11,-1-2,-1-3,28-13,-56 20,50-18</inkml:trace>
  <inkml:trace contextRef="#ctx0" brushRef="#br0" timeOffset="2314.732">2842 661,'-15'-2,"-116"-5,124 7,-1 1,1 0,0 0,-1 0,1 1,0 0,0 1,0 0,1 0,-1 0,1 1,-1 0,1 0,0 0,1 1,-1 1,3-3,0 0,0 1,0 0,1-1,-1 1,1 0,0 0,1 0,-1 1,1-1,-1 0,1 1,0-1,1 1,-1-1,1 0,0 1,0 0,1-1,-1 0,1 1,0-1,0 1,0-1,1 0,-1 0,1 1,0-1,0 0,1-1,-1 1,1 0,0-1,0 1,0-1,0 0,1 0,-1 0,1-1,0 1,0-1,0 0,0 0,0 0,0-1,0 1,1-1,-1 0,1 0,6-2,-1 0,0 0,0-1,0-1,0 0,-1 0,1-1,-1 0,0 0,0-1,0-1,-1 1,1-1,-1-1,-1 1,1-2,-1 1,0-1,1-3,19-43,-35 80,6-21,1-1,0 0,1 0,-1 1,1-1,0 1,0-1,0 0,1 1,-1-1,1 0,0 1,0-1,1 0,-1 0,1 0,0 0,0 0,0 0,1-1,-1 1,1-1,0 1,0-1,0 0,0 0,1 0,-1-1,1 1,0-1,0 0,-1 0,1 0,1-1,-1 1,1-1,32 5,0-4</inkml:trace>
  <inkml:trace contextRef="#ctx0" brushRef="#br0" timeOffset="3512.751">3122 460,'34'0,"-1"0,1-2,-1-2,1-1,-1-1,0-2,-1-1,0-2,0-1,-2-1,1-2,0-2,-5 6,1-2,-2-1,0-1,0-1,-1-1,-2-2,1 0,-1-2,-20 20,0-1,0 0,0 0,0 0,-1 0,1 0,0 0,-1 0,0-1,1 1,-1 0,0-1,0 1,0-1,-1 1,1-1,-1 0,1 1,-1-1,0 0,0 1,0-1,0 1,-1-1,1 0,-1 1,1-1,-1 1,0-1,0 1,0-1,0 1,-2-2,-1 0,-1 1,0 0,0 0,-1 0,1 1,-1-1,1 1,-1 1,0-1,1 1,-1 0,0 0,0 1,0 0,0 0,0 0,0 1,0-1,0 2,1-1,-1 0,0 1,1 0,-1 1,1-1,0 1,0 0,0 0,0 1,-2 1,-1 3,0-1,1 1,0 0,1 1,0-1,0 1,0 1,2-1,-1 1,1-1,0 1,1 1,0-1,0 4,-16 152,22 275,4-314,-5 0,-6 0,-5 0,-27 125,34-234,-2 0,0-1,-2 1,1-1,-2 0,-1 0,0-1,0 0,-2 0,0-1,-3 2,12-15,-1-1,1 1,0-1,-1 0,1 1,-1-1,0 0,1 0,-1 0,0 0,0 0,0-1,0 1,0 0,0-1,1 1,-1-1,0 0,0 0,0 0,0 0,0 0,0 0,0 0,0-1,0 1,0-1,0 1,0-1,0 0,0 0,0 0,1 0,-1 0,0 0,1 0,-1-1,1 1,-1 0,1-1,0 1,0-1,0 0,-1 1,1-1,1 0,-1 0,0-1,-7-14,2 0,1 0,0-1,1 0,1 0,0 0,2 0,0-17,0 30,-1-77,3 1,3-1,4 1,4 0,9-28,-19 95,0 1,1-1,0 1,1 0,1 0,0 0,1 0,0 1,1 0,0 0,1 1,0 0,0 0,2 1,-1 0,7-4,19-7,2 1,1 2,0 2,1 1,22-4,-22 6,-5 0,2 2,-1 1,1 2,1 1,23 0,-57 6,-1 1,1 0,0 0,0-1,0 2,0-1,0 0,-1 1,1-1,0 1,0 0,0 0,-1 0,1 0,-1 0,1 1,-1-1,1 1,-1 0,0 0,0 0,0 0,0 0,0 0,0 0,0 1,-1-1,1 0,-1 1,0 0,1 0,-1 9,0 0,0 0,-1-1,-1 1,0 0,0 0,-1-1,-1 1,0-1,0 1,-4 6,-3 16,-2 33,12-66,0 0,0-1,1 1,-1 0,0-1,1 1,-1 0,1-1,-1 1,0 0,1-1,-1 1,1-1,0 1,-1-1,1 1,-1-1,1 1,0-1,0 0,-1 1,1-1,0 0,-1 0,1 1,0-1,0 0,-1 0,1 0,0 0,0 0,0 0,-1 0,1 0,0 0,0 0,-1-1,1 1,0 0,0 0,-1-1,1 1,0-1,0 1,32-20,-16 5,-1-1,0-1,-2 0,0-1,0-1,-2 0,0 0,-2-2,0 1,4-14,-10 87,-5-47,1-1,-1 1,1-1,0 0,0 1,1-1,0 1,0-1,0 0,0 1,1-1,0 0,0 0,1 0,-1 0,1-1,0 1,0-1,0 1,1-1,0 0,-1 0,1-1,1 1,-1-1,1 0,-1 0,1 0,0-1,0 0,0 0,4 2,3-5,1 1,-1-2,0 1,0-2,0 0,-1 0,1-1,-1 0,0-1,0 0,0-1,-1 0,1-1,-2 0,1-1,-1 0,4-4,9-9,0 0,-2-2,-1 0,-1-1,0-1,-2-1,-1 0,-1-1,-2 0,0-1,-2-1,0-5,8-33,-3-1,-3-1,-3 0,-1-50,-7 96,1 10,-1-2,0 1,-1 0,-1 0,0 0,-1 0,-1 0,0 1,-1-1,0 0,3 13,1 0,0 0,-1-1,1 1,-1 0,1 0,-1 0,0 0,1 0,-1 1,0-1,0 0,0 0,1 0,-1 1,0-1,0 0,0 1,0-1,0 1,0-1,-1 1,1-1,0 1,0 0,0-1,0 1,0 0,-1 0,1 0,0 0,0 0,0 0,0 1,-1-1,1 0,0 0,0 1,-36 30,18 1,1 0,2 0,1 2,1 0,2 0,1 1,2 1,2-1,1 4,-5 11,3 0,3 1,1 1,3-1,1 0,3 0,6 21,-8-60,1 0,1 0,0 0,0 0,1 0,1-1,0 0,1 0,0 0,0 0,1-1,1 0,-1-1,2 0,-1 0,1 0,1-1,-1-1,1 0,1 0,-1-1,10 4,-4-4,0-2,0 0,0 0,1-2,-1 0,1-1,9-1,41-2</inkml:trace>
  <inkml:trace contextRef="#ctx0" brushRef="#br0" timeOffset="4431.595">475 1275,'-4'71,"-3"0,-3-1,-9 26,10-48,3-17,-19 102,5 0,3 43,16-162,1 1,1-1,0 0,0 1,2-1,0 0,3 10,-4-19,0 0,0 0,0-1,1 1,0-1,0 1,0-1,0 0,0 0,1 0,0-1,0 1,0-1,0 0,1 0,-1 0,1-1,-1 0,1 0,0 0,0 0,3 0,4 0,0 0,0-1,0 0,0-1,0 0,0-1,0-1,0 0,-1 0,1-1,7-3,27-11</inkml:trace>
  <inkml:trace contextRef="#ctx0" brushRef="#br0" timeOffset="4660.976">74 1743,'-16'7,"-5"4,1 3,6-1,12-1,16-2,19-5,19-8,20-8,18-6,14-6,9 0,5 3,-19 5</inkml:trace>
  <inkml:trace contextRef="#ctx0" brushRef="#br0" timeOffset="5324.967">716 2344,'22'-33,"-1"-1,-2-1,-2 0,0-2,-3 0,-1 0,-2-2,-1 1,-3-1,4-37,-19 38,8 37,-1 1,1-1,-1 1,1-1,-1 1,0-1,1 1,-1-1,0 1,0 0,1-1,-1 1,0 0,0-1,1 1,-1 0,0 0,0 0,0 0,1 0,-1 0,0 0,0 0,0 0,1 0,-1 1,0-1,0 0,0 0,1 1,-1-1,0 0,1 1,-1-1,0 1,1-1,-1 1,0-1,1 1,-1 0,1-1,-1 1,1 0,-1 0,-1 0,0 0,0 0,0 1,0-1,0 1,1 0,-1-1,0 1,1 0,-1 0,1 0,0 0,0 0,-1 1,1-1,1 0,-1 0,0 1,1-1,-1 1,1-1,-1 0,1 1,0-1,0 1,1-1,-1 0,0 1,1-1,-1 1,1-1,0 0,0 1,0-1,0 0,0 0,0 0,0 0,1 0,-1 0,1 0,0 0,-1-1,1 1,0-1,0 1,0-1,0 1,0-1,1 0,114 18,-60-15,-46-4,0 1,0 0,1 1,-1 0,-1 1,1 0,0 0,-1 1,1 1,-1-1,0 2,-1-1,1 2,-1-1,-1 1,1 0,-1 1,0 0,-1 1,0-1,0 1,-1 0,1 2,41 175,-48-184,0 0,1 0,0 0,-1 0,1 0,0 0,0 0,0 0,0-1,0 1,0 0,1-1,-1 1,0-1,1 1,-1-1,1 0,0 0,-1 1,1-1,0 0,0-1,0 1,0 0,0 0,0-1,0 1,0-1,0 0,0 0,0 1,0-1,0 0,0-1,0 1,0 0,0-1,0 1,12-6,-1-1,0-1,-1 0,1-1,-2 0,1 0,-1-1,-1-1,5-6,-10 13,13-15,0-1,-1-1,-1 0,-1-1,-1-1,-1 0,-1-1,1-4,-12 26,1-1,-1 1,0-1,1 1,-1-1,0 0,-1 1,1-1,0 0,-1 0,0 1,1-1,-1 0,0 0,0 0,-1 0,1 1,-1-1,1 0,-1 0,0 1,0-1,0 0,0 1,-1-1,1 1,-1 0,1-1,-1 1,-1-2,0 5,0-1,0 1,0-1,1 1,-1 0,0 0,0 0,1 0,-1 1,1-1,-1 1,1-1,0 1,0 0,-1 0,1 0,0 0,1 0,-1 1,0-1,1 1,-1-1,1 1,0 0,-6 9,0 1,1 0,1 0,0 0,1 1,1-1,0 1,1 0,0 0,1 0,0 1,1-1,1 0,1 6,0-14,0 0,1 0,-1 0,1-1,0 1,1-1,-1 0,1 0,0 0,0 0,1-1,-1 1,1-1,0-1,0 1,0-1,1 1,-1-1,1-1,0 1,0-1,0 0,0-1,0 1,0-1,0 0,0-1,1 1,-1-1,0 0,0-1,1 0,39-1</inkml:trace>
  <inkml:trace contextRef="#ctx0" brushRef="#br0" timeOffset="6414.492">2026 1489,'-14'549,"14"-429,0-120,0 0,1 0,-1-1,0 1,0 0,0 0,0 0,1-1,-1 1,0 0,0 0,0 0,1 0,-1-1,0 1,0 0,1 0,-1 0,0 0,0 0,1 0,-1 0,0 0,0 0,1 0,-1 0,0 0,0 0,1 0,-1 0,0 0,0 0,1 0,-1 0,0 1,0-1,1 0,-1 0,0 0,0 0,0 0,1 1,-1-1,0 0,0 0,0 0,1 1,-1-1,0 0,0 0,0 1,0-1,0 0,0 0,0 1,0-1,0 0,0 0,0 1,0-1,0 0,0 0,0 1,0-1,0 0,0 0,0 1,18-25,-11 15,-3 3,1-1,0 1,1 1,-1-1,1 1,0 0,1 0,-1 1,1 0,0 0,0 0,0 1,0 0,1 1,-1 0,1 0,0 0,0 1,-1 0,1 0,0 1,0 0,0 1,0 0,-1 0,1 0,0 1,-1 0,1 1,-1 0,1 0,-1 0,3 3,1 2,0 0,0 0,-1 1,0 0,0 1,-1 0,0 1,0 1,-6-7,0 0,0-1,0 1,0 0,-1 0,0 0,0 1,0-1,-1 0,0 1,0-1,0 1,-1 0,1-1,-1 1,-1-1,1 1,-1 0,0-1,-1 5,-3-3,1-1,-1 0,0-1,0 1,0-1,-1 0,0 0,0-1,0 1,0-2,-1 1,0 0,0-1,0-1,0 1,0-1,0 0,-1-1,1 1,-1-2,1 1,-1-1,1 0,-1 0,1-1,-1 0,1-1,0 1,-1-1,1-1,-6-2,10 4,1 0,-1 0,1 0,-1 0,1-1,-1 1,1-1,0 1,-1-1,1 0,0 0,0 0,1 0,-1 0,0-1,1 1,-1 0,1-1,0 1,0-1,0 0,0 1,0-1,0 0,1 1,-1-1,1 0,0 0,0 0,0 1,0-1,0 0,1 0,-1 1,1-1,0 0,0 0,0 1,0-1,0 1,1-1,-1 1,1 0,-1-1,2 0,13-13,1 1,0 0,0 2,2 0,0 1,0 1,1 0,0 2,21-7,-20 6,0 1,0 1,1 1,0 0,1 2,-1 1,1 1,0 0,-1 2,1 1,0 1,21 3,-38-2,0 0,0 1,-1 0,1 0,0 1,-1-1,0 1,0 0,0 1,0-1,-1 1,0 0,0 0,0 0,0 1,-1-1,0 1,0 0,-1 0,1 0,-1 0,-1 0,1 1,-1-1,0 0,-1 1,1-1,-1 1,0-1,-1 1,0 4,-13 116,14-126,0 0,0 0,-1 0,1 1,0-1,0 0,0 0,0 0,1 0,-1 0,0 0,0 0,1 0,-1 0,0 0,1 0,-1 0,1 0,-1 0,1 0,0-1,-1 1,1 0,0 0,-1 0,1-1,0 1,0-1,0 1,0 0,0-1,0 1,0-1,0 0,0 1,0-1,0 0,0 0,0 0,0 1,0-1,0 0,0 0,0-1,0 1,0 0,0 0,1-1,50-19,123-99,-115 74,-57 42,34-19,-36 22,-1 0,1-1,0 1,-1 0,1 0,0 0,0 0,-1-1,1 1,0 0,0 0,-1 0,1 1,0-1,0 0,-1 0,1 0,0 1,0-1,-1 0,1 0,0 1,-1-1,1 1,-1-1,1 1,0-1,-1 1,1-1,-1 1,1-1,-1 1,0 0,1-1,-1 1,0 0,1-1,-1 1,0 0,0-1,1 1,-1 0,0 0,0-1,0 1,0 0,0 0,0-1,0 2,-5 76,2 28,4-102,-1 1,1-1,1 0,-1-1,0 1,1 0,0 0,0-1,0 1,0-1,0 1,1-1,0 0,-1 0,1 0,1 0,-1-1,0 1,0-1,1 0,0 0,-1 0,3 1,6 0,1-1,0 0,-1 0,1-1,0-1,0 0,0-1,0 0,0-1,0 0,-1-1,1-1,-1 0,0 0,0-2,0 1,-1-1,9-7,-6 4,-1 0,0-1,0-1,-1-1,-1 1,1-2,-2 1,0-2,-1 1,0-1,6-13,-15 27,0 0,0 0,0 0,0 1,0-1,0 0,0 0,0 0,0 0,0 1,0-1,0 0,1 0,-1 0,0 0,0 1,0-1,0 0,0 0,0 0,1 0,-1 0,0 0,0 0,0 1,0-1,1 0,-1 0,0 0,0 0,0 0,1 0,-1 0,0 0,0 0,0 0,1 0,-1 0,0 0,0 0,0 0,1 0,-1 0,0-1,0 1,0 0,0 0,1 0,-1 0,0 0,0 0,0 0,0-1,0 1,1 0,0 27,-1-20,2 22,-3-15,2-1,-1 1,2 0,0-1,1 0,0 1,1-1,3 7,3-7,0-7</inkml:trace>
  <inkml:trace contextRef="#ctx0" brushRef="#br0" timeOffset="6585.681">3497 1863,'0'16,"2"10,1 0</inkml:trace>
  <inkml:trace contextRef="#ctx0" brushRef="#br0" timeOffset="6912.149">3804 2372,'17'-13,"0"1,-1-2,-1 0,0-1,-1-1,0 0,-1-1,-1 0,-1-1,-1 0,0-1,6-16,-14 28,0 0,0 1,0-1,0 0,-1 0,-1 0,1 0,-1 0,0 0,-1 0,1 0,-2-5,2 11,-1 0,1 0,0 1,-1-1,1 0,0 0,-1 1,1-1,-1 0,1 1,-1-1,1 0,-1 1,0-1,1 1,-1-1,0 1,1-1,-1 1,0-1,0 1,0 0,1-1,-1 1,0 0,0 0,0 0,0-1,1 1,-1 0,0 0,0 0,0 1,0-1,1 0,-1 0,0 0,0 0,0 1,0-1,1 1,-1-1,0 0,0 1,1-1,-1 1,0-1,1 1,-1 0,1-1,-1 1,1 0,-30 37,26-29,0 0,0 0,1 0,0 0,1 1,0 0,0-1,1 1,1 0,-1 0,1 0,1-1,0 1,1 0,-1-1,2 1,-1-1,2 1,-1-1,1 0,0 0,1-1,0 1,0-1,1 0,0 0,1-1,0 0,0 0,0 0,1-1,5 3,3-2,0 0,0-2,1 0,-1-1,1-1,0 0,0-1,0-1,1-1,-1 0,0-1,0-1,0-1,0 0,0-1,-1-1,4-2,66-20</inkml:trace>
  <inkml:trace contextRef="#ctx0" brushRef="#br0" timeOffset="9128.474">1090 3040,'-7'-4,"0"0,0 1,0 0,0 1,-1-1,1 2,-1-1,1 1,-1 0,1 0,-1 1,0 0,1 0,-1 1,0 0,1 1,-1-1,1 1,0 1,-1 0,1 0,0 0,1 0,-1 1,1 1,-1-1,-4 5,4-3,0 0,0 1,1 0,-1 0,1 0,1 1,0 0,0 0,0 0,1 1,0 0,1 0,0 0,1 0,-1 0,2 0,-1 1,1-1,1 1,0-1,0 0,1 5,0-12,-1 1,1-1,0 1,0-1,0 0,0 1,1-1,-1 0,0 0,1 0,0 0,-1 0,1 0,0 0,0-1,0 1,0-1,1 1,-1-1,0 0,0 0,1 0,-1 0,1 0,-1-1,1 1,-1-1,1 1,-1-1,1 0,0 0,-1 0,3-1,2 0,1 0,0-1,-1 0,1 0,-1-1,1 0,-1-1,0 1,0-1,3-3,13-13,0 0,-1-1,-2-2,0 0,-1-1,-1-1,-2 0,0-2,-2 0,-1 0,-1-1,-1-1,-2 0,2-11,-5 20,0-1,-2 0,0 0,-1 0,-1 0,-1-1,-1 1,-1 0,-1-1,0 1,-2 0,-2-4,7 24,-1 0,0 0,-1 0,1 0,0-1,0 1,0 0,-1 0,1 0,-1 0,1 0,-1 0,1 0,-1 0,1 0,-1 0,0 0,0 0,1 0,-1 0,0 0,0 1,0-1,0 0,0 1,0-1,0 1,0-1,0 1,0-1,-1 1,1 0,0 0,0-1,0 1,0 0,-1 0,1 0,0 0,0 0,0 1,0-1,-1 0,1 1,0-1,0 0,0 1,0-1,0 1,0 0,0-1,0 1,0 0,0-1,0 1,1 0,-1 0,-1 1,-6 12,0 0,0 0,1 1,1 0,0 0,1 1,1 0,-1 6,3-11,-11 46,3 0,2 1,2 0,3 32,3-68,1 1,1-1,0 1,2-1,1 0,6 17,-9-31,1 0,0 0,1-1,0 1,0-1,0 0,1 0,0 0,1-1,0 0,-1 0,2 0,-1-1,1 0,0 0,0-1,0 0,0 0,6 2,-3-3,0 0,1-1,-1 0,0 0,1-1,-1-1,0 1,1-2,-1 0,0 0,1-1,-1 0,0 0,0-1,0-1,-1 0,1 0,-1-1,0 0,0 0,0-1,-1-1,4-3,-1 1,0-2,0 0,-1 0,-1 0,0-2,0 1,-1-1,-1 0,0 0,-1-1,-1 0,0 0,0-1,-2 1,0-1,0-1,-2 12,0 0,-1 0,1 1,-1-1,0 0,0 0,0 0,0 0,-1 1,1-1,-1 0,0 0,0 1,-1-1,1 1,-1-1,0 1,0-1,0 1,0 0,0 0,-1 0,-2-2,3 5,0 0,-1 0,1 0,0 0,0 0,0 1,0-1,0 1,-1 0,1-1,0 1,0 0,1 0,-1 1,0-1,0 0,0 0,1 1,-1-1,1 1,-1 0,1-1,0 1,-1 0,1 0,0 0,0 0,0 0,1 0,-1 0,0 0,1 0,-1 0,1 1,0 1,-5 10,1 0,1 1,0-1,1 1,0 0,1 0,1 0,0-1,1 1,1 0,1 0,0-1,0 1,1-1,1 0,1 0,0 0,1 0,0-6,0 0,1 0,0-1,0 0,0 0,1-1,0 0,0-1,1 0,0 0,0-1,0 0,0-1,0 0,1-1,-1 0,1-1,0 0,-1 0,1-1,0-1,-1 1,1-2,0 0,-1 0,0-1,1 0,-1 0,0-1,0-1,-1 0,0 0,0-1,0 0,2-2,3-4,-1-1,0 0,-1-1,0 0,-1 0,-1-1,0-1,-1 0,-1 0,0-1,-1 0,-1 0,4-18,1-16,-1 0,-3 0,-2-1,-2-16,-1 31,0-3,-1 0,-2 0,-5-37,-7 60,-3 37,0 19,2 0,1 1,2 0,2 1,2 0,2 0,1 1,3-1,1 4,-1-14,1 0,1-1,2 1,1 0,7 25,-9-46,1 0,1 0,0 0,0-1,1 1,0-1,0-1,1 1,0-1,1 0,0 0,0 0,1-1,0 0,0-1,0 0,1 0,0-1,1 1,2-1,0-1,0 0,1-1,-1 0,0 0,1-2,0 1,0-2,-1 0,1 0,0-1,-1 0,1-2,0 1,-1-1,4-2,-7 2,-1 0,1-1,-1 0,1 0,-1 0,0-1,-1-1,1 1,-1-1,0-1,-1 1,1-1,-1 0,-1 0,1-1,-1 0,-1 0,1 0,-1 0,-1-1,0 0,2-4,-4 8,0 0,0 1,0-1,0 0,-1 0,0 1,0-1,0 0,-1 0,1 1,-1-1,0 0,-1 1,1-1,-1 1,0-1,0 1,0 0,0 0,-1 0,0 0,0 0,0 0,0 1,-2-2,4 5,0-1,0 1,0-1,0 1,0 0,0-1,0 1,0 0,0 0,0 0,0 0,0 0,0 0,0 0,0 0,0 0,0 0,0 1,0-1,0 0,0 1,0-1,1 1,-1-1,0 1,0-1,0 1,0-1,1 1,-1 0,0 0,1-1,-1 1,0 0,1 0,-1 0,1 0,-1-1,1 1,0 0,-1 0,1 0,0 0,0 0,-1 0,1 0,0 1,-9 50,8-44,1 0,0 0,0 0,1 0,0-1,0 1,1 0,0 0,0-1,1 1,0-1,0 0,1 0,-1 0,2 0,-1-1,1 1,0-1,0 0,1-1,-1 1,1-1,1 0,-1-1,1 0,0 0,0 0,0 0,0-1,0-1,1 1,5 0,24 0,-4-5</inkml:trace>
  <inkml:trace contextRef="#ctx0" brushRef="#br0" timeOffset="9341.017">1799 2866,'18'0,"20"-3,21-2,19-1,15 1,9 1,6 2,-16 0</inkml:trace>
  <inkml:trace contextRef="#ctx0" brushRef="#br0" timeOffset="10602.884">2828 3374,'15'-44,"-1"0,-3-2,-1 1,-3-1,-1 0,-3-1,-1-15,-6 29,3 32,1 1,0-1,0 1,0-1,0 1,0-1,-1 1,1 0,0-1,0 1,-1-1,1 1,0-1,0 1,-1 0,1-1,-1 1,1 0,0-1,-1 1,1 0,-1 0,1-1,0 1,-1 0,1 0,-1 0,1 0,-1 0,1-1,-1 1,1 0,-1 0,1 0,-1 0,1 0,-1 1,1-1,-1 0,1 0,-1 0,1 0,-1 0,1 1,-1-1,1 0,0 0,-1 1,1-1,-1 0,1 1,0-1,-1 0,1 1,0-1,0 1,-1-1,1 1,-2 0,1 0,-1 0,1 0,-1 0,1 1,-1-1,1 0,0 1,0-1,0 1,0 0,0-1,0 1,0 0,0-1,1 1,-1 0,0 0,1 0,0 0,0 0,-1-1,1 1,0 0,0 0,1 0,-1 0,0 0,1 0,-1 0,1-1,-1 1,1 0,0 0,0-1,0 1,0 0,0-1,0 1,0-1,1 1,-1-1,0 0,1 0,-1 1,1-1,0 0,-1 0,1 0,1 0,97 8,-90-10,-1 0,0 0,1 1,-1 1,1 0,-1 0,0 1,0 0,0 0,0 1,0 0,0 1,-1 0,1 0,-1 1,0 0,-1 0,1 1,-1 0,1 2,-1 3,-1 0,0 0,0 1,-1 0,-1 0,0 1,-1-1,0 1,-1 0,0 0,-1 0,-1 0,0 2,4 31,-5-44,1-1,0 1,0 0,0 0,0-1,0 1,0 0,0 0,1-1,-1 1,0 0,1 0,0-1,-1 1,1-1,0 1,0 0,0-1,0 0,0 1,0-1,0 0,0 1,1-1,-1 0,1 0,-1 0,0 0,1 0,0 0,-1-1,1 1,0 0,-1-1,1 1,0-1,-1 0,1 0,0 1,0-1,0 0,11-5,-1-1,-1 1,1-2,-1 0,0 0,0-1,-1 0,0-1,-1 0,0-1,0 0,6-10,-5 7,0-1,-2 0,1 0,-2-1,0 0,4-15,2 90,19 29,-30-86,-1 0,1-1,0 1,0-1,0 0,0 1,1-1,-1 0,1 0,-1-1,1 1,0 0,-1-1,1 0,0 1,0-1,0 0,0-1,0 1,0 0,1-1,-1 0,0 0,0 0,0 0,0 0,0-1,1 1,-1-1,7-3,0-1,-1-1,1 0,-1 0,0-1,-1 0,0 0,0-1,0 0,-1 0,0-1,-1 0,0 0,0-1,-1 1,0-1,-1-1,0 1,-1 0,0-1,1-9,5-45,-11 82,0 0,1 0,1 0,1-1,0 1,1 0,1 0,1-1,0 1,-3-14,1 1,0-1,0 0,0 0,0 1,1-1,-1-1,1 1,-1 0,1-1,0 1,0-1,0 0,1 0,-1 0,0 0,1-1,-1 1,1-1,0 0,-1 0,1 0,0-1,0 1,0-1,-1 0,1 0,0 0,3-1,6-1,0 0,0 0,0-2,0 0,0 0,-1-1,12-6,-3 1,0-2,-1 0,0-1,-1-1,-1-1,0 0,-1-1,0-1,-2-1,0-1,10-15,-43 154,18-115,1 0,-1 0,1 0,0 0,0 0,0 0,1 0,0 0,0 0,0-1,0 1,1-1,0 1,0-1,0 0,0 0,1 0,-1-1,1 1,0-1,0 0,1 0,-1 0,1 0,-1-1,1 0,0 0,-1 0,1-1,0 1,0-1,1-1,-1 1,0 0,1-1,11 1,-1-1,1 0,-1-1,0-1,0-1,0 0,0-1,0 0,0-2,-1 0,0 0,0-1,-1-1,10-8,-18 13,-1 0,0-1,0 1,0-1,-1 0,1-1,-1 1,0-1,0 0,0 0,-1 0,0-1,0 1,0-1,-1 1,0-1,0 0,0 0,-1 0,0 0,0-1,0 1,-1 0,0 0,0 0,0-1,-1 1,0 0,-1-3,2 9,0 0,-1 0,1 1,0-1,0 0,0 1,0-1,0 0,0 1,0-1,-1 0,1 0,0 1,0-1,0 0,-1 0,1 1,0-1,0 0,-1 0,1 0,0 1,-1-1,1 0,0 0,0 0,-1 0,1 0,0 0,-1 0,1 0,0 0,-1 0,1 0,0 0,-1 0,1 0,0 0,-1 0,1 0,0 0,0 0,-1 0,1 0,0 0,-1-1,1 1,0 0,0 0,-1 0,1-1,0 1,0 0,-1 0,1-1,0 1,0 0,0 0,0-1,-1 1,1 0,0-1,0 1,0 0,0 0,0-1,-5 28,4-18,1 0,0 1,1-1,-1 0,2 0,0 0,0-1,0 1,1 0,0-1,1 0,0 1,0-1,1-1,0 1,1-1,-1 0,1 0,0 0,7 5,1-4</inkml:trace>
  <inkml:trace contextRef="#ctx0" brushRef="#br0" timeOffset="11698.222">4432 2599,'27'6,"-1"1,0 1,-1 2,0 0,0 2,-1 1,-1 0,0 2,-1 1,-1 1,0 0,-1 1,-1 2,-1 0,0 2,-6-2,-1 1,0 0,-2 0,0 1,-2 1,0-1,-1 1,-2 1,0-1,-1 9,24 103,-27-134,0 0,0 1,0-1,0 0,0 1,1-1,-1 0,0 0,1 1,-1-1,1 0,0 0,-1 0,1 1,0-1,0 0,0 0,0 0,-1 0,1-1,0 1,1 0,-1 0,0 0,0-1,0 1,0-1,1 1,-1-1,0 1,0-1,1 0,-1 1,0-1,1 0,-1 0,0 0,1 0,-1 0,0-1,1 1,-1 0,6-6,-1 1,-1-1,1 0,-1 0,0-1,0 0,-1 0,0 0,0 0,-1-1,0 1,2-7,25-97,-17 197,-11-77,1-1,-1 0,1 0,1 0,-1 0,2 0,-1-1,1 0,0 0,0 0,1 0,0-1,0 0,0 0,1-1,0 1,0-2,0 1,1-1,0 0,0 0,0-1,0 0,0-1,0 0,2 0,9 1,0-1,0-1,0 0,1-2,-1 0,0-1,0-1,0-1,-1-1,1 0,-1-1,0-1,0-1,-1-1,7-5,-21 14,-1-1,1 0,-1-1,1 1,-1 0,1-1,-1 0,0 1,0-1,0 0,0 0,0 0,0 0,-1-1,1 1,-1 0,1-1,-1 1,0-1,0 1,0-1,0 0,0 1,-1-1,1 0,-1 1,0-1,0 0,0 0,0 0,0 1,-1-1,1 0,-1 0,0 1,1-1,-1 0,-1 1,1-1,0 1,0 0,-1-1,0 1,1 0,-1 0,0-1,-4 0,-1 1,1-1,0 1,-1 0,1 1,-1-1,0 1,1 1,-1-1,0 1,0 0,1 1,-1-1,0 1,1 1,-1-1,1 1,-1 0,1 1,0 0,0 0,0 0,0 0,0 1,1 0,0 0,0 1,0 0,0-1,1 2,-1-1,1 0,1 1,-1 0,1 0,0 0,0 0,1 0,0 1,0-1,-1 5,3-9,0 0,0 0,0 0,0 0,0 0,0 0,0 0,1 0,-1 0,1 0,-1 0,1 0,0 0,0-1,0 1,0 0,0 0,0-1,0 1,1-1,-1 1,1-1,-1 1,1-1,-1 0,1 0,0 0,0 0,0 0,-1 0,1 0,0 0,0-1,0 1,0-1,0 0,0 1,1-1,78-8,-59-1,-1 0,-1-2,1 0,-2-2,11-8,-29 21,0 0,-1 0,1 0,0 0,0 0,-1 0,1 0,0 0,-1 0,1 0,0 0,-1 1,1-1,0 0,-1 0,1 1,-1-1,1 0,0 1,-1-1,1 1,-1-1,1 1,-1-1,1 1,-1-1,0 1,1 0,-1-1,0 1,1-1,-1 1,0 0,0-1,1 1,-1 0,0 0,0-1,0 1,0 0,0-1,0 1,0 0,0-1,0 1,-1 0,1-1,0 1,0 0,-1-1,1 1,0 0,-1-1,1 1,0-1,-1 1,1-1,-1 1,0 5,0-2,0-1,1 1,-1-1,0 1,1-1,0 1,0 0,0-1,1 1,-1-1,1 1,-1-1,1 1,0-1,1 1,-1-1,1 0,-1 0,1 1,0-1,0 0,0-1,1 1,-1 0,1-1,-1 1,1-1,0 0,0 0,0 0,0 0,0 0,1-1,0 1,8-2,0-1,0 0,-1-1,1 0,0 0,-1-1,1-1,-1 0,0-1,-1 0,1-1,-1 0,0 0,0-1,8-8,-3 2,0 0,-1-1,0 0,-1-2,-1 1,-1-1,0-1,-1 0,-1-1,0 0,-1 0,-1-1,-1 0,-1 0,-1 0,0-1,-1 1,-1-7,5-223,-6 76,1 160,1 17,4 22,-6-23,93 509,-91-496,-1 2,1 0,1 0,1-1,1 1,0-1,1-1,0 1,4 2,-11-17,1-1,0 1,0 0,0 0,1-1,-1 1,0-1,1 1,-1-1,1 0,-1 1,1-1,0 0,-1 0,1 0,0 0,0 0,0-1,-1 1,1 0,0-1,0 1,0-1,0 0,0 0,0 0,0 0,0 0,0 0,0-1,0 1,0 0,0-1,0 0,0 1,0-1,0 0,-1 0,1 0,0 0,-1 0,1-1,0 1,-1 0,0-1,1 1,-1-1,0 0,0 1,0-1,13-23,-4-1</inkml:trace>
  <inkml:trace contextRef="#ctx0" brushRef="#br0" timeOffset="11976.931">5755 2760,'21'-3,"18"-2,18-1,13 0,13 0,8 0,2 2,0 1,-8 1,-11 1,-19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09:39.0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108 224,'10'33,"8"201,-17-175,2 0,3 0,5 15,37 79,-46-150,1-1,-1 1,1 0,0-1,0 0,0 0,1 0,-1 0,0-1,1 1,-1-1,1 0,0 0,-1 0,1 0,0-1,-1 1,1-1,0 0,0 0,-1 0,1-1,0 1,0-1,-1 0,1 0,-1 0,1-1,2-1,10 0,152-25,0 9,7 6,-132 5,-30 3</inkml:trace>
  <inkml:trace contextRef="#ctx0" brushRef="#br0" timeOffset="601.954">1 184,'10'-10,"1"1,-1 0,2 1,-1 0,1 1,1 0,-1 1,1 0,0 1,0 0,1 1,-1 1,1 0,0 1,3 0,-4-1,82-18,-27 3,1 2,0 4,1 2,0 4,1 3,-1 3,60 7,-108-3,1 0,-1 1,0 1,-1 1,1 1,19 11,-38-15,0 0,0 0,-1 0,1 0,-1 0,0 0,0 1,0-1,0 1,-1 0,0-1,0 1,0 0,-1 0,0 0,0-1,0 1,0 0,-1 0,1 0,-1 0,-1-1,1 1,-1-1,1 1,-1-1,-1 2,-3 21,1 24,2-1,3 1,2 0,2 0,2-1,3 0,5 16,-11-52,15 78,-10-56</inkml:trace>
  <inkml:trace contextRef="#ctx0" brushRef="#br0" timeOffset="6901.909">442 465,'-10'-29,"11"8,1 1,1 0,2-1,-1 1,2 1,1-1,0 1,4-4,-10 18,7-15,30-53,-38 73,1 1,0-1,0 0,-1 1,1-1,0 1,0-1,-1 1,1-1,-1 1,1-1,0 1,-1 0,1-1,-1 1,0 0,1-1,-1 1,1 0,-1 0,0-1,0 1,1 0,-1 0,0 0,0-1,0 1,0 0,0 0,0 0,0 0,0-1,0 1,0 0,-1 0,1 0,0 0,1 19,9 125,-10 116,1-259,-1 0,0 0,0 0,0 0,-1-1,1 1,0 0,-1 0,1 0,-1 0,0 0,0-1,1 1,-1 0,0-1,0 1,-1-1,1 1,0-1,0 1,-1-1,1 0,-1 1,1-1,-1 0,0 0,1 0,-1-1,0 1,0 0,1-1,-1 1,0-1,0 1,0-1,0 0,0 0,-2 0,37-14,-6 4,2 1,-1 2,1 0,0 2,27-1,-54 6,-5 0</inkml:trace>
  <inkml:trace contextRef="#ctx0" brushRef="#br0" timeOffset="8715.67">1083 826,'-16'7,"-9"2,-4-1,2 0,0-3,3-2,3-2,6-2,4-4,5-2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09:49.2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55 378,'15'101,"-10"-46,-3 0,-3 0,-2 0,-8 44,11-95,-1-2,0 0,0 1,0-1,0 0,1 1,0-1,-1 1,1-1,0 1,0-1,0 1,1-1,-1 1,0-1,1 1,0-1,-1 0,1 1,0-1,0 0,1 0,-1 1,0-1,1 0,-1 0,1 0,0-1,-1 1,1 0,0-1,0 1,0-1,0 1,1-1,1 1,14 2,0-1,0-1,1 0,-1-1,0-1,14-2,8 1,353-1,-359 0,-25-1</inkml:trace>
  <inkml:trace contextRef="#ctx0" brushRef="#br0" timeOffset="617.224">1 97,'7'-15,"-6"11,1-1,-1 1,1 0,0-1,0 1,1 0,-1 0,1 0,-1 0,1 1,1-1,-1 1,0 0,1 0,-1 0,1 0,0 1,0-1,0 1,1 0,-1 0,0 1,1-1,-1 1,1 0,-1 0,4 0,109 21,-42-13,-1-4,1-4,17-3,52-2,63 31,-204-23,-1-1,0 1,1 0,-1 0,0 0,0 1,0-1,-1 0,1 1,0-1,-1 1,0 0,0-1,0 1,0 0,0 0,0 0,0-1,-1 1,0 0,0 0,1 0,-2 0,1 0,0 0,-1 0,1 0,-1 0,0 0,-1 2,1 6,-14 310,20-5,-2-289</inkml:trace>
  <inkml:trace contextRef="#ctx0" brushRef="#br0" timeOffset="1097.145">215 378,'-8'13,"0"-1,1 1,0 1,1-1,0 1,1 0,1 1,0-1,1 1,1 0,0 1,1-10,1 0,0 0,0 0,0 0,0 0,1 0,0 0,1 0,-1 0,1-1,0 1,1 0,-1-1,1 0,0 1,0-1,1 0,-1 0,1-1,0 1,1-1,-1 0,1 0,0 0,0-1,0 0,0 0,1 0,5 2,1-2,0 1,0-2,0 1,1-2,-1 1,0-2,1 0,-1 0,0-1,1-1,-1 0,0 0,0-1,0-1,-1 0,1-1,-1 0,10-6,-13 7,0 0,-1-1,1 0,-1 0,0-1,0 0,-1 0,0 0,0-1,0 0,-1 0,0-1,0 1,-1-1,0 0,0-1,-1 1,0 0,0-1,-1 0,0 0,-1 1,0-1,-1 0,1 0,-1 0,-2-5,1 7,0 1,-1 0,1-1,-2 1,1 0,-1 0,0 1,0-1,0 1,-1-1,0 1,0 0,0 0,-1 1,1-1,-1 1,0 0,-1 0,1 1,-1 0,1 0,-1 0,0 0,0 1,0 0,0 0,-1 1,1 0,0 0,-1 0,1 1,-1 0,1 0,-1 0,1 1,0 0,-1 1,1-1,-1 1,-10 7,1 0,1 1,0 0,0 2,1-1,0 2,1 0,1 0,0 1,-6 10,-32 39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0:22.0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11 300,'-3'17,"0"-1,1 1,0 0,2 0,0 0,1 0,1 0,0-1,1 3,2 14,21 308,-18-292,-7-49,-1 1,1-1,0 1,0-1,0 0,0 1,0-1,0 0,0 0,-1 0,1 0,0 1,0-1,0 0,0-1,0 1,0 0,0 0,0 0,0 0,0-1,0 1,0 0,-1-1,1 1,0-1,0 1,0-1,-1 0,1 1,0-1,0 0,-1 1,1-1,-1 0,1 0,-1 1,1-1,-1 0,1 0,-1 0,0 0,1 0,0 0,19-24,-15 17,0 1,0 0,0 0,1 1,0 0,0 0,0 0,1 0,0 1,0 0,1 1,-1 0,1 0,0 0,0 1,0 0,0 1,1 0,5-1,-10 4,-1-1,1 1,-1 0,1 0,-1 1,0-1,1 1,-1-1,0 1,0 0,0 1,0-1,-1 0,1 1,0-1,-1 1,0 0,0 0,0 0,0 0,0 0,1 4,26 76,-29-79,7 60,-6-63,-1 1,0-1,0 1,0-1,0 1,-1 0,1-1,0 1,-1-1,1 1,-1-1,1 1,-1-1,0 0,1 1,-1-1,0 0,0 1,0-1,0 0,0 0,0 0,-1 0,1 0,0 0,0 0,-1 0,1-1,-1 1,1 0,-1-1,1 1,-1-1,1 0,-1 1,0-1,-2-1,0 0,1-1,-1 1,1-1,-1 0,1 0,0 0,0 0,0 0,0-1,0 1,0-1,1 0,-1 0,1 0,0 0,0-1,0 1,0 0,0-1,1 0,0 1,-1-1,1 0,1 1,-1-1,0-2,1 3,-1 0,1-1,0 1,0 0,0-1,1 1,-1 0,1-1,-1 1,1 0,0 0,0-1,1 1,-1 0,1 0,-1 0,1 1,0-1,0 0,0 1,1-1,-1 1,1 0,-1-1,1 1,0 0,0 1,-1-1,1 0,1 1,-1 0,0 0,0 0,0 0,2 0,12-3,0 1,1 0,-1 1,1 1,-1 1,4 1,-16-2,1 1,0 0,0 1,0-1,0 1,-1 0,1 1,0-1,-1 1,1 0,-1 0,0 1,0 0,0 0,0 0,0 1,0-1,-1 1,0 0,0 0,0 1,0-1,-1 1,1 0,-1 0,-1 0,2 2,21 77,-19-74</inkml:trace>
  <inkml:trace contextRef="#ctx0" brushRef="#br0" timeOffset="261.717">493 567,'-4'5,"4"1,4 0</inkml:trace>
  <inkml:trace contextRef="#ctx0" brushRef="#br0" timeOffset="773.257">947 648,'-108'12,"106"-12,-1 1,0 0,1 0,-1 0,0 0,1 0,-1 1,1-1,0 1,-1 0,1-1,0 1,0 0,0 0,0 1,1-1,-1 0,0 0,1 1,0-1,0 1,-1 0,1-1,1 1,-1 0,0-1,1 1,-1 0,1 0,0 0,0-1,0 1,0 0,1 0,-1 0,1 1,4 9,0 1,1-1,1 0,0 0,1-1,0 0,1 0,0-1,1 0,0-1,6 5,9 11,-14-14,45 66,-55-77,-1 0,0 0,0 0,0 0,1 0,-1 1,0-1,-1 0,1 0,0 0,0 0,0 0,0 0,-1 0,1 0,-1 0,1 0,0 0,-1 0,0-1,1 1,-1 0,0 0,1 0,-1-1,0 1,0 0,1 0,-1-1,0 1,0-1,0 1,0-1,0 1,0-1,0 0,0 0,0 1,0-1,0 0,0 0,0 0,0 0,0 0,-1 0,-48-9,48 7,1 0,-1 0,1 0,0 1,-1-1,1-1,0 1,0 0,0 0,0 0,1 0,-1-1,1 1,-1 0,1-1,0 1,0-1,0 1,0 0,0-1,0 1,1 0,-1-1,1 1,0 0,-1 0,2-1,29-62,-30 64,243-360,-226 334,-2-1,-1-1,-1-1,-2 0,-1-1,-1 0,-1 0,-2-1,-2 0,-1 0,-1-1,-1 1,-2-5,0 32,0 1,0-1,-1 0,1 0,-1 1,0-1,0 0,0 1,-1-1,0 1,1 0,-2-1,1 1,0 0,-1 0,0 0,0 1,0-1,0 1,-1-1,1 1,-1 0,0 0,-3-1,4 4,0 0,1 1,0 0,-1-1,1 1,-1 0,1 0,0 0,0 1,-1-1,1 1,0-1,0 1,0 0,1-1,-1 1,0 0,1 0,-1 0,1 0,0 1,-1-1,1 0,0 1,0-1,1 0,-1 1,0 0,-5 24,0 1,2 0,1 0,1 0,1 0,2 0,1 0,1 0,1-1,1 1,2-1,1 0,5 12,97 350,-107-379,2 9,0-1,1 0,1 0,0-1,1 0,1 0,8 9,-5-14,-3-8</inkml:trace>
  <inkml:trace contextRef="#ctx0" brushRef="#br0" timeOffset="1035.076">1067 514,'7'-2,"16"-3,22-4,24-1,18-2,11-2,2 1,-9 1,-18 3,-22 6,-25 5,-27 7,-13 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0:20.9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0 227,'18'2,"13"2,13-1,7-1,7 0,3-1,-1 0,-3-1,-6 2,-9 1,-8 0,-5-1,-4-1,-5 0</inkml:trace>
  <inkml:trace contextRef="#ctx0" brushRef="#br0" timeOffset="359.025">749 81,'36'-16,"1"3,1 1,-1 2,2 1,-1 2,1 2,23 0,-59 4,-1 0,1 1,-1 0,1-1,-1 1,1 0,-1 0,1 0,-1 0,1 1,0-1,-1 1,0 0,1-1,-1 1,1 0,-1 0,0 1,0-1,0 0,0 1,0 0,0-1,0 1,0 0,0 0,-1 0,1 0,-1 0,0 0,1 0,-1 0,0 1,0-1,0 1,-1-1,1 1,-1-1,1 1,-1-1,0 1,0 0,-4 10,0 0,-1-1,-1 0,0 0,-1 0,0-1,-1 0,0 0,0-1,-5 3,-3 7,-83 117,98-136,0 1,-1-1,1 1,1 0,-1-1,0 1,0 0,1 0,-1 0,1-1,-1 1,1 0,0 0,0 0,0 0,0 0,0 0,0 0,0 0,1-1,-1 1,1 0,-1 0,1 0,0-1,0 1,-1 0,1-1,0 1,1 0,-1-1,0 0,0 1,1-1,-1 0,1 1,-1-1,1 0,-1 0,1 0,0 0,-1-1,1 1,2 0,16 3,1-1,0-1,0-1,0-1,0-1,0-1,0 0,0-2,0 0,9-5,16-2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0:25.8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1,'20'2,"16"1,14 0,9-1,8 0,7-1,1-1,3 0,-1-2,-14-1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0:26.2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0 331,'53'-314,"-50"297,-3 44,-1-14,27 436,-26-425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0:26.7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0,'0'14,"0"11,0 10,3 7,2 2,3-1,0-6,1-7,-1-9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0:27.0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0,'20'3,"19"2,13 3,-1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0:27.5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5 376,'-1'48,"-1"-31,1 1,1 0,0 0,1 0,1 0,1 0,1 0,0-1,1 0,1 1,8 15,-9-28,0 1,1-1,0 0,0-1,0 1,0-1,1 0,-1-1,1 0,0 0,0 0,0-1,1 0,-1 0,0-1,1 0,-1 0,1-1,-1 0,1 0,-1-1,1 1,-1-2,1 1,-1-1,0 0,0-1,0 0,0 0,0 0,-1-1,1 0,-1 0,0-1,0 0,-1 0,1 0,-1-1,0 1,0-2,2-4,-1 1,-1-1,0 0,0 0,-1 0,0-1,-1 0,-1 1,0-1,0 0,-1 0,0 0,-1 0,-1-5,0 17,1 0,0 0,-1 1,1-1,0 0,-1 0,1 0,0 0,-1 1,1-1,0 0,-1 0,1 0,0 0,-1 0,1 0,-1 0,1 0,0 0,-1 0,1 0,0 0,-1-1,1 1,0 0,-1 0,1 0,-1 0,-1 9,0 0,1 1,0-1,0 1,1 0,0-1,0 1,1-1,1 1,0-1,0 1,1-1,0 0,0 0,1 0,0 0,1-1,0 0,0 0,1 0,0 0,0-1,1 0,0-1,0 1,1-1,-1 0,1-1,1 0,-1 0,7 2,-7-5,0 0,0 0,1-1,-1 0,0 0,1-1,-1 0,0-1,1 0,-1 0,0-1,0 1,0-2,0 1,0-1,0-1,-1 1,0-1,1-1,-1 1,-1-1,1 0,-1-1,3-2,4-6,-1 1,-1-2,0 1,0-2,-2 1,0-1,-1-1,0 1,-2-1,4-15,2-15,-2 0,-3-1,-1-1,-3 1,-2-1,-5-41,4 81,0 2,0 1,0-1,-1 0,0 1,0-1,0 1,-1-1,0 1,0 0,-1-1,0 1,0 0,0 1,-4-6,5 10,0 1,1-1,-1 1,0-1,0 1,0 0,1 0,-1 0,0 0,0 0,0 0,0 0,1 1,-1-1,0 1,0-1,1 1,-1 0,0-1,1 1,-1 0,1 0,-1 0,1 0,-1 1,1-1,0 0,-1 1,1-1,0 0,0 1,0-1,0 1,0 0,1-1,-1 1,0 1,-10 18,0 0,2 0,0 1,1 1,2-1,0 1,1 0,2 1,0-1,2 0,0 20,1-22,0 1,2-1,0 1,2-1,0 0,1 0,1 0,1-1,1 0,1 0,0-1,2 0,0-1,1 0,1-1,0 0,1-1,1 0,1-1,0-1,1-1,11 7,0-6</inkml:trace>
  <inkml:trace contextRef="#ctx0" brushRef="#br0" timeOffset="202.154">460 255,'11'7,"20"4,23 1,22 0,17 1,6 0,-13-3</inkml:trace>
  <inkml:trace contextRef="#ctx0" brushRef="#br0" timeOffset="585.446">1114 723,'12'-25,"-1"-1,-1 0,-1 0,-2-1,-1-1,-1 1,-1-1,0-26,-4 53,0 0,-1-1,1 0,0 0,0 0,0 1,0-1,0 0,0 0,1 0,-1 0,0 1,1-1,0 0,-1 1,1-1,0 0,0 1,0-1,0 1,0-1,0 1,0-1,0 1,1 0,-1 0,1-1,-1 1,1 0,-1 0,1 1,0-1,-1 0,1 0,0 1,-1-1,1 1,0 0,0-1,0 1,-1 0,1 0,0 0,2 1,5-1,0 2,0-1,0 1,0 1,0-1,-1 1,1 1,-1 0,0 0,0 1,0 0,0 0,-1 1,0 0,0 0,-1 0,1 1,-1 0,-1 1,0-1,0 1,0 0,-1 0,0 1,0-1,-1 1,0 0,-1-1,1 5,-22 97,7-64,11-42,-1-1,2 0,-1 0,0 1,1-1,0 1,-1-1,1 0,1 1,-1-1,0 1,1-1,0 0,0 0,0 1,0-1,0 0,0 0,1 0,0 0,0 0,0 0,0 0,0-1,0 1,1-1,-1 0,2 2,9 2,-1-1,1 0,1-1,-1 0,1-1,-1 0,1-1,0-1,0 0,0-1,12-1,-24 1,162-13,-94 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0:34.3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148 362,'0'9,"0"10,0 10,0 8,0 7,0 2,3-2,0-4,2-4,0-9</inkml:trace>
  <inkml:trace contextRef="#ctx0" brushRef="#br0" timeOffset="164.8">1 1,'0'11,"9"9,10 7,2-1</inkml:trace>
  <inkml:trace contextRef="#ctx0" brushRef="#br0" timeOffset="491.366">309 602,'12'-2,"1"0,-1-1,0 0,0-1,0-1,-1 0,0 0,0-1,0 0,0-1,-1-1,0 1,-1-1,0-1,0 0,1-2,-3 3,0 1,0-1,-1-1,0 1,-1-1,0 0,0 0,-1-1,0 1,-1-1,0 0,0 0,-1 0,0-9,-2 17,0 0,0 0,-1 0,1 0,-1 0,1 0,-1 0,0 0,0 0,1 1,-2-1,1 0,0 0,0 1,0-1,-1 1,1-1,-1 1,1 0,-1-1,0 1,1 0,-1 0,0 0,0 0,0 0,0 1,0-1,0 1,0-1,0 1,0 0,0-1,0 1,0 0,0 0,0 1,0-1,0 0,0 1,0-1,0 1,0 0,0-1,0 1,0 0,1 0,-1 0,0 0,0 1,-9 5,1 0,-1 1,1 0,1 1,-1 0,1 1,1 0,0 0,0 1,1 0,1 0,0 0,0 1,1 0,0 0,1 1,1-1,-1 4,3-10,0-1,0 1,0 0,1 0,-1 0,1-1,1 1,-1 0,1 0,0-1,1 1,-1 0,1-1,0 1,0-1,1 0,-1 0,1 0,1 0,-1 0,1 0,-1-1,1 0,1 0,-1 0,0 0,1-1,0 1,0-1,0 0,3 1,114 27,-59-25</inkml:trace>
  <inkml:trace contextRef="#ctx0" brushRef="#br0" timeOffset="986.127">923 335,'-9'-1,"0"1,0 0,0 0,0 1,0 0,0 1,0 0,0 0,0 1,1 0,-1 0,1 1,0 0,0 1,0-1,1 2,0-1,0 1,0 0,0 1,1-1,0 2,4-6,0 1,0-1,1 1,-1 0,1-1,-1 1,1 0,0 0,0 0,0 0,1 0,-1 0,1 0,0 0,0 0,0 1,0-1,0 0,1 0,-1 0,1 0,0 0,0 0,0 0,0 0,0 0,1-1,0 1,-1 0,1-1,0 1,0-1,0 0,0 0,1 0,-1 0,1 0,1 1,15 10,-1-2,2 0,-1-1,1-1,1-1,0-1,16 4,-11-4,-1 1,0 2,-1 0,23 14,-45-23,0 0,0-1,0 1,-1 0,1 0,-1 0,1 0,-1 0,1 0,-1 0,1 1,-1-1,0 1,0-1,0 1,0-1,0 1,0-1,0 1,0 0,-1 0,1-1,0 1,-1 0,0 0,1 0,-1 0,0 0,0-1,0 1,0 0,-1 0,1 0,0 0,-1 0,1-1,-1 1,0 0,1 0,-1-1,0 1,0 0,0-1,0 1,-1-1,1 0,0 1,-1-1,0 1,-7 5,-2 1,1-1,-1-1,0 0,0-1,-1 0,0 0,0-1,0-1,0 0,0-1,-1 0,-6 0,18-2,1 0,-1 1,0-1,0 0,0 0,0 0,0 0,0 0,0 0,1 0,-1 0,0-1,0 1,0 0,0 0,0-1,1 1,-1 0,0-1,0 1,0-1,1 1,-1-1,0 0,1 1,-1-1,0 0,1 1,-1-1,1 0,-1 0,1 1,0-1,-1 0,1 0,0 0,-1 0,1 1,0-1,0 0,0 0,0 0,0 0,0 0,0 0,0 0,0 0,0 1,1-1,-1 0,0 0,0 0,1 0,28-44,2 16,0 1,2 2,1 1,3 1,-14 8,99-56,-120 72,-1-1,0 0,0 1,1-1,-1 1,0-1,1 1,-1 0,0-1,1 1,-1 0,0 0,1 0,-1 0,1 0,-1 1,0-1,1 0,-1 0,0 1,1-1,-1 1,0-1,0 1,1 0,-1 0,0-1,0 1,0 0,0 0,0 0,0 0,0 0,0 0,0 0,-1 1,1-1,0 0,-1 0,1 1,-1-1,1 0,-1 1,1 0,29 177,-28-171,0-1,1 1,0-1,0 0,0 0,1 0,0 0,1-1,0 0,0 0,0 0,0 0,1-1,0 0,0 0,1 0,-1-1,1 0,5 2,-11-5,1-1,-1 0,1 0,-1 1,1-1,-1 0,1 0,-1 0,1-1,-1 1,0 0,1 0,-1-1,1 1,-1-1,0 0,1 1,-1-1,0 0,0 0,1 1,-1-1,0 0,1-1,9-13</inkml:trace>
  <inkml:trace contextRef="#ctx0" brushRef="#br0" timeOffset="1244.725">1338 108,'-14'-5,"-6"-1,-5 1,0 2,4 8,6 8,7 10,12 7,12 8,4-2</inkml:trace>
  <inkml:trace contextRef="#ctx0" brushRef="#br0" timeOffset="1758.972">1578 723,'14'-69,"-3"-1,-4-1,-2-9,-4 61,3-37,46 126,-37-60,0 0,1-1,1 0,-1-1,2-1,-1 0,12 2,55 28,-78-34,1 1,-1-1,0 1,0 0,-1 0,1 0,-1 1,0-1,0 1,0 0,0 0,-1 0,0 0,0 0,0 0,-1 0,0 1,0-1,0 1,-1-1,0 1,0-1,0 1,0-1,-1 1,0-1,0 1,6 74,-4-78,-1 0,1 0,0 0,0 0,0 1,0-1,0 0,1-1,-1 1,0 0,1 0,0-1,-1 1,1-1,0 1,0-1,0 0,0 1,0-1,0 0,0 0,0-1,0 1,1 0,-1-1,0 1,0-1,1 0,-1 0,0 0,1 0,-1 0,0 0,2-1,76-29,-71 25,-1-1,1 0,-1 0,0-1,-1 0,1 0,-1-1,-1 0,0 0,0 0,0-1,-1 0,0 0,-1 0,0-1,-1 0,1 1,-2-1,0-1,1-3,-4 32,0-5,1 1,0 0,1-1,0 1,1 0,0-1,1 1,3 5,-4-13,-1 1,2-1,-1 0,1 0,0-1,0 1,0 0,1-1,0 0,0 0,0 0,1-1,0 1,-1-1,2 0,-1 0,0-1,1 1,0-1,-1 0,1-1,0 0,1 0,1 1,11-6</inkml:trace>
  <inkml:trace contextRef="#ctx0" brushRef="#br0" timeOffset="2009.128">2381 202,'-16'-14,"-8"-4,-1 5,2 10,5 7,-1 7,3 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0:33.7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3 228,'-2'5,"1"1,6-1,8 0,14-4,14-4,15-4,12-3,10-2,6 1,0 2,-5 3,-16 2</inkml:trace>
  <inkml:trace contextRef="#ctx0" brushRef="#br0" timeOffset="390.359">805 1,'271'3,"-268"-3,1 0,-1-1,1 2,-1-1,1 0,-1 1,1-1,-1 1,0 0,1 0,-1 1,0-1,0 1,0-1,0 1,0 0,0 0,-1 0,1 0,0 1,-1-1,0 1,0 0,0-1,0 1,0 0,0 0,-1 1,1-1,-1 0,0 0,0 1,0-1,0 0,-1 2,-4 10,0 0,-1-1,-1 0,0 0,-1-1,-1 0,0 0,-1 0,0-1,-1-1,0 1,-7 4,16-14,-205 213,204-212,1-2,-1 0,1 0,0 0,0 0,0 0,0 0,0 0,0 0,0 0,0 0,0 1,1-1,-1 0,0 1,1-1,-1 0,1 1,0-1,-1 1,1-1,0 1,0-1,0 1,0-1,0 1,0-1,0 1,0-1,1 0,-1 1,1-1,-1 1,1-1,-1 0,1 1,0-1,0 0,0 0,0 1,7 0,1 0,1 0,-1-1,0 0,0 0,0-1,1 0,-1-1,0 0,9-2,-6 2,335-65,-290 53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0:47.5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1179 0,'-419'1,"398"-1,0 2,1 0,-1 2,0 0,1 1,0 1,0 1,1 1,0 0,0 2,1 0,-17 12,-3 6,1 1,2 1,1 2,1 2,2 1,2 1,1 1,2 2,1 1,-16 36,27-38,1 0,2 0,1 1,2 0,2 1,2 0,1 0,2 0,2 0,2 0,1-1,2 1,10 31,-5-31,2-1,1-1,3 0,1-1,1-1,2-1,1-1,2-1,2-1,0-1,3-1,0-1,2-2,0-1,2-1,1-2,1-2,1-1,0-1,2-3,0 0,0-3,2-1,22 3,-34-8,1-1,-1-1,1-2,0 0,1-2,-1-2,0 0,0-2,0-1,0-1,-1-2,0-1,0-1,-1-1,0-2,19-11,-10-4,-3-2,0-1,-2-1,-1-2,-1-1,-2-2,-2 0,-1-2,-2 0,-2-2,9-23,-3 5,-3-1,-2 0,-2-2,-4 0,6-45,-16 70,-1-1,-2 0,-1 0,-2 0,-2 0,-1 0,-2 1,-2 0,-1 0,-7-14,6 23,-2 2,-2 0,0 0,-1 1,-1 1,-1 0,-2 1,0 1,-1 1,-1 1,-1 1,0 1,-1 0,-1 2,-1 1,0 1,-1 1,0 1,-1 1,0 1,-14-1,-6 0,0 3,0 1,-1 3,0 1,1 3,-1 2,1 2,0 2,0 2,0 2,2 2,-7 4,-21 11,1 3,1 2,2 4,2 3,1 3,-55 48,1 10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0:49.7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1472 85,'-108'-31,"72"18,-2 3,1 1,-1 1,0 3,-10 0,-28 2,1 3,-1 3,1 4,0 3,0 3,-29 11,69-10,0 3,1 0,1 2,1 2,0 1,2 1,1 2,1 0,1 2,-1 4,3-5,2 2,0 1,2 0,2 1,1 1,1 1,1 1,2 0,1 1,2 1,2-1,0 7,4-14,2-1,1 0,1 1,1-1,1 1,2-1,1 1,0-1,2 0,2-1,0 0,1 0,1 0,2-1,0-1,2 0,0-1,2 0,0-1,16 15,-4-7,0-2,2-1,1-1,1-2,1-1,1-1,1-2,0-2,1-1,1-2,1-1,0-2,1-1,-1-3,2-1,30 1,0-3,1-3,-1-3,0-3,0-2,0-4,-2-3,1-3,-2-3,26-13,-69 22,-1 0,-1-2,0-1,-1 0,0-2,-1 0,-1-1,0-1,-2-1,0 0,-1-2,-1 0,-1 0,0-1,-2-1,3-9,3-8,-1 0,-2-1,-2-1,-2 0,-1-1,1-25,-7 36,-1 0,-1 0,-2 0,-1 0,-2 1,-1-1,-2 1,0-1,-3 1,-4-11,6 21,-1 1,-1 0,0 1,-1 0,-1 1,-1 0,-1 0,-1 1,0 1,-1 0,0 1,-1 1,-1 1,0 0,-1 1,-1 1,1 0,-2 2,0 0,0 1,0 1,-1 1,0 1,0 0,0 2,0 1,-1 0,-11 2,-76 29,66-8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0:51.3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1958 186,'-253'-101,"201"83,0 1,-1 3,-1 2,0 3,-1 2,1 2,-1 3,-34 3,-84 18,2 8,-64 22,235-49,-65 13,1 3,0 2,1 3,-39 20,86-33,0 0,1 0,0 1,1 1,0 1,0 0,1 1,1 0,0 1,1 0,0 1,1 0,0 1,1 0,1 0,1 1,0 0,1 1,0-1,1 5,-3 34,2 1,2 0,3 0,3 0,1 0,12 52,-5-31,4-2,3 0,3-1,4-1,2-1,4-1,3-1,31 47,-35-78,2-1,1-1,2-2,1-1,2-2,1-1,2-2,0-2,2-2,1-1,1-3,1-1,0-2,2-3,0-1,0-2,1-3,1-2,27 1,12 2,-1-5,0-2,1-5,-1-4,1-3,-2-4,0-4,29-12,-82 20,-1-1,0-2,0-1,-2-2,0-1,0-1,-1-2,-2 0,0-2,-1-1,-1-2,-1 0,-1-1,-1-2,14-22,-9-6,-2 0,-3-1,-2-2,-3 0,-2-1,-3 0,1-32,-4 45,-3 0,-1 0,-3 0,-1 0,-2 0,-3-1,-1 1,-3 1,-1-1,-3 1,-1 1,-2 0,-7-10,-1 14,-1 0,-2 1,-2 1,-1 2,-2 0,-1 3,-2 0,-1 3,-2 0,0 3,-2 1,-1 1,-1 3,-1 1,-1 2,0 3,-2 1,0 1,0 3,-36-3,29 9,0 3,0 2,0 3,0 2,1 2,-14 5,-40 12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1:15.5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50,'20'0,"23"0,20-3,18-2,10-3,6-3,1 1,-4 3,-17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1:17.0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0,'13'5,"0"0,-1 0,1 1,-1 1,-1 0,1 1,-1 0,-1 1,1 0,-2 0,1 1,-1 1,-1 0,0 0,0 0,-1 1,-1 0,0 0,0 1,-1 0,-1 0,0 0,-1 0,0 1,9 42,-10-56,-1 0,1 0,-1 0,1-1,-1 1,1 0,-1-1,1 1,-1-1,0 1,1-1,-1 0,0 0,1 1,-1-1,0 0,0 0,0 0,0 0,0 0,0-1,0 1,0 0,0 0,-1-1,1 1,0 0,-1-1,2-1,105-167,-84 133,-13 50,-10-12,4 52,-4-36,1 1,1 0,1-1,0 0,1 1,2 3,-4-17,0 1,0-1,0 0,0 0,1-1,0 1,-1 0,1-1,1 1,-1-1,0 0,1 0,-1-1,1 1,0-1,0 1,0-1,0-1,1 1,-1 0,0-1,1 0,-1 0,1 0,-1-1,3 1,4-2,0 0,0 0,0-1,0 0,0-1,-1-1,0 1,1-1,-1-1,0 0,-1-1,1 0,-1 0,-1-1,1 0,-1 0,0-1,-1 0,1-1,-2 1,1-1,-1-1,-1 1,0-1,0 0,-1 0,0-1,-1 1,0-1,0-3,5-4,-7 22,0 6,1 0,-1-1,2 1,0 0,0-1,0 0,2 1,-1-2,1 1,0 0,0-1,1 0,1 0,-1-1,1 1,0-1,1-1,0 0,0 0,0 0,0-1,2 0,-2-1,0-1,0-1,0 0,1 0,-1 0,0-1,1 0,-1-1,0 0,1 0,-1-1,1 0,-1 0,0-1,0 0,1-1,-2 1,1-2,0 1,-1-1,1 0,-1-1,0 1,0-2,-1 1,0-1,0 0,0 0,0 0,-1-1,0 0,-1 0,0 0,0-1,0 1,-1-1,0 0,1-3,1-118,-7 118,1 28,-1-6,1 0,1 0,0 1,1-1,0 0,0 1,1-1,1 0,0 0,0 0,1-1,1 1,0-1,0 0,1 0,0-1,1 1,0-1,0-1,1 0,0 0,0 0,1-1,0 0,0 0,3 0,42 14,-2-7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1:24.3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0 241,'16'0,"24"0,25 2,26 1,24 2,14 3,8 2,-3-1,-25-2</inkml:trace>
  <inkml:trace contextRef="#ctx0" brushRef="#br0" timeOffset="247.329">241 401,'27'5,"28"1,24-1,20 0,15-2,7-1,-2-3,-11-4,-25-1</inkml:trace>
  <inkml:trace contextRef="#ctx0" brushRef="#br0" timeOffset="483.161">762 0,'61'33,"1"-4,1-1,17 1,60 26,-138-54,21 8,-1 0,-1 2,1 0,-1 2,-1 0,-1 1,0 1,9 10,-25-23,0 1,-1 0,1 0,-1 0,0 1,0-1,0 0,-1 1,1 0,-1-1,0 1,0 0,0-1,0 1,-1 0,1 0,-1 0,0 0,0 0,-1 0,1-1,-1 1,0 0,0 0,0-1,0 1,-1 0,1-1,-1 1,0-1,0 0,-1 0,1 1,-2 0,-109 108,92-95,1 1,0 1,2 0,0 2,-10 15,26-34,0 1,0 0,0-1,1 1,-1 0,1 0,0-1,0 1,0 0,0 0,1 0,-1 1,1-1,0 0,0 0,0 0,0 0,0 0,1 0,-1 0,1 0,0 0,0 0,1 3,17 19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1:21.7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199 628,'0'15,"0"16,0 10,3 5,2 3,3-6,3-8,-1-9</inkml:trace>
  <inkml:trace contextRef="#ctx0" brushRef="#br0" timeOffset="261.415">79 253,'-13'-5,"-8"4,1 6,3 9,10 9,14 7,16 8,3-2</inkml:trace>
  <inkml:trace contextRef="#ctx0" brushRef="#br0" timeOffset="519.38">467 855,'17'-11,"0"-1,-1 0,0-1,-2-1,1 0,-1-1,-1 0,-1-1,0-1,-2 0,9-16,-4-22,-15 54,0-1,0 1,0 0,-1-1,1 1,0-1,0 1,-1 0,1-1,-1 1,0 0,1-1,-1 1,0 0,0 0,1 0,-1-1,0 1,0 0,0 0,0 0,-1 1,1-1,0 0,0 0,-1 1,1-1,0 0,0 1,-1 0,1-1,-1 1,1 0,0-1,-1 1,0 0,-8 1,0 0,1 0,0 1,-1 0,1 1,0 0,0 1,0-1,1 2,-1-1,1 1,0 0,0 1,1 0,0 0,0 1,0 0,1 0,0 0,0 1,-2 4,4-7,0 0,1-1,0 1,-1 1,1-1,1 0,-1 1,1-1,0 1,1 0,-1 0,1 0,0 0,0 0,1 0,0 0,0 0,0 0,1 0,0 0,0 0,1 0,-1-1,1 1,0 0,1-1,0 1,-1-1,2 0,-1 0,1 0,-1 0,1-1,4 4,0-3,0 0,1-1,0 0,0 0,0 0,1-1,-1-1,1 0,8 1,38 4</inkml:trace>
  <inkml:trace contextRef="#ctx0" brushRef="#br0" timeOffset="932.14">1135 547,'-19'0,"2"-2,1 2,0 0,-1 1,1 0,0 1,0 1,0 1,0 0,1 1,-1 1,-13 7,27-12,-1 1,1-1,0 0,0 1,0 0,0-1,0 1,1 0,-1 0,0 0,1 0,0 1,-1-1,1 0,0 0,0 1,0-1,1 1,-1-1,0 1,1-1,0 1,-1-1,1 1,0 0,0-1,1 1,-1-1,0 1,1-1,0 1,0-1,-1 1,1-1,0 0,1 1,-1-1,0 0,1 0,-1 0,1 0,1 1,14 14,0 0,1-2,1 0,1-1,0 0,1-2,0-1,6 2,-26-12,179 88,-163-75,-17-14,0 0,0 0,-1-1,1 1,0 0,0 0,-1 0,1 0,0 0,0 0,-1 0,1 0,0 0,0 0,-1 0,1 0,0 0,0 0,-1 0,1 0,0 0,0 0,-1 0,1 0,0 1,0-1,-1 0,1 0,0 0,0 0,0 0,-1 1,1-1,0 0,0 0,0 0,0 1,-1-1,1 0,0 0,0 0,0 1,0-1,0 0,0 0,0 1,0-1,0 0,0 0,0 1,0-1,0 0,0 1,0-1,0 0,0 0,0 1,0-1,0 0,0 0,0 0,1 1,-1-1,0 0,0 0,0 1,0-1,-5-1,0 0,0 0,0 0,0-1,0 0,0 0,1 0,-1 0,0-1,1 0,0 0,0 0,0 0,0-1,0 0,1 1,-1-1,1-1,0 1,0 0,1-1,-1 1,1-1,0 0,0 0,1 0,-1 0,1 0,0 0,1 0,-1 0,1-1,0 1,0 0,1 0,0 0,-1 0,2-1,-1 1,1 0,-1 1,1-1,2-3,4-4,1 1,0 0,1 1,0 0,0 1,1 0,0 0,1 1,0 1,0 0,1 1,-1 0,1 1,1 0,-1 1,1 0,-1 1,14-1,-21 3,-1 0,1 0,-1 1,1-1,-1 1,1 0,-1 1,1-1,-1 1,1 0,-1 0,1 1,-1 0,0 0,0 0,0 1,0-1,0 1,0 0,-1 1,0-1,1 1,-1 0,0 0,-1 0,1 0,-1 1,2 3,0 3,-1 1,0 0,-1 0,0 1,-1-1,0 0,0 10,10 55,-11-75,0 1,0-1,-1 1,1-1,1 1,-1-1,0 0,1 0,-1 1,1-1,-1 0,1 0,0-1,0 1,0 0,0-1,0 1,1-1,-1 1,0-1,1 0,-1 0,0 0,1 0,-1-1,1 1,0-1,-1 1,1-1,0 0,-1 0,1 0,-1 0,1-1,0 1,-1-1,1 0,-1 1,1-1,-1 0,0 0,1-1,-1 1,1-1,20-13</inkml:trace>
  <inkml:trace contextRef="#ctx0" brushRef="#br0" timeOffset="1185.577">1510 186,'-16'0,"-12"2,-3 6,0 5,7 8,6 7,14 6,17 3,14 5,4-4</inkml:trace>
  <inkml:trace contextRef="#ctx0" brushRef="#br0" timeOffset="1612.697">1911 828,'-10'-65,"-4"1,-2 0,-14-33,17 57,14 40,-1 1,0-1,0 1,1-1,-1 0,0 1,1-1,-1 1,0-1,1 0,-1 1,0-1,1 0,-1 0,1 1,-1-1,1 0,-1 0,1 0,-1 0,1 1,-1-1,1 0,-1 0,1 0,-1 0,1 0,-1 0,1 0,-1 0,1 0,-1-1,0 1,1 0,-1 0,1 0,-1-1,1 1,-1 0,1 0,-1-1,0 1,1 0,-1-1,0 1,1 0,-1-1,0 1,1-1,-1 1,0 0,0-1,1 1,-1-1,0 1,0-1,0 1,0-1,0 1,0-1,0 1,0-1,0 1,0-1,0 1,0-1,0 1,0-1,6 4,278 84,-278-85,0 0,-1 1,1-1,-1 1,0 0,0 1,0-1,0 1,0 0,-1 0,0 0,1 1,-2 0,1 0,-1 0,1 0,-1 0,-1 1,1-1,-1 1,0-1,0 1,0 1,4 47,-7-48,0-1,1 1,0 0,0 0,0-1,1 1,0 0,0 0,0-1,1 1,-1-1,2 0,-1 1,0-1,1 0,0 0,0 0,1-1,-1 1,1-1,0 0,0 0,1 0,-1 0,1-1,0 0,3 2,1-3,1 0,0-1,-1 0,1 0,-1-1,1-1,0 1,-1-1,1-1,-1 0,0-1,1 1,-1-2,0 1,-1-1,1-1,-1 1,1-2,-2 1,1-1,0 0,-1 0,0-1,-1 0,0-1,0 1,0-1,-1 0,0-1,0 1,-1-1,-1 0,1 0,-1 0,-1 0,0-1,1-8,0-22,-5 131,3-79,0 1,1-1,1 0,0 0,1 0,0 0,1-1,0 0,3 4,-6-10,1-1,0 0,0 0,0 0,0 0,1-1,0 1,-1-1,1 0,0 0,1-1,-1 1,0-1,1 0,0 0,-1 0,1-1,0 1,0-1,0 0,0-1,0 1,0-1,1 0,23-3</inkml:trace>
  <inkml:trace contextRef="#ctx0" brushRef="#br0" timeOffset="1861.567">2633 266,'-18'-2,"-11"-1,-5 2,1 4,7 6,7 6,11 7,15 7,12 5,3-3</inkml:trace>
  <inkml:trace contextRef="#ctx0" brushRef="#br0" timeOffset="2281.05">2954 774,'22'-9,"-1"0,-1-2,0-1,0 0,-1-1,-1-1,0-1,-1-1,0 0,-2-1,0-1,-1 0,0-1,-2-1,0 0,-2 0,0-1,-1-1,-1 0,-1 0,1-5,-2 1,0 0,-2 0,-1-1,-1 1,-1-1,-2 1,0-1,-2 1,0 0,-6-18,-26-27,34 69,0 1,-1-1,1 1,0-1,-1 1,1-1,-1 1,0 0,1-1,-1 1,0 0,0 0,0 1,0-1,0 0,0 1,0-1,0 1,0-1,0 1,0 0,0 0,0 0,0 0,0 0,0 1,0-1,0 1,0-1,0 1,0 0,0-1,0 1,0 0,0 1,-5 3,1 0,0 1,0 0,0 0,1 0,0 1,0 0,1 0,0 0,0 1,-1 3,-16 35,2 0,3 2,1 0,3 1,1 0,3 1,2 0,2 0,3 28,0-61,1-1,1 1,1 0,1-1,0 1,0-1,2 0,0 0,1-1,1 1,0-1,1-1,0 1,2-1,-1-1,2 0,0 0,0-1,1 0,0-1,1-1,1 0,4 2,-12-7,1 0,0-1,0 0,1 0,-1-1,1 0,0 0,0-1,0 1,0-2,0 1,0-1,0-1,0 0,1 0,-1 0,0-1,0 0,0-1,1 0,-2 0,1 0,0-1,0-1,-1 1,0-1,0 0,0-1,0 0,0 0,-1 0,0-1,1-1,0-3,-1 1,0-2,-1 1,0 0,0-1,-1 0,0 0,-1-1,-1 1,0 0,0-1,-1 0,0 1,-1-1,-1 0,0 1,-1-6,2 15,0 0,0 0,0 1,0-1,0 0,0 0,-1 1,1-1,-1 0,1 0,-1 1,1-1,-1 1,0-1,0 0,0 1,0-1,0 1,0 0,0-1,-1 1,1 0,0 0,-1 0,1 0,-1 0,1 0,-1 0,0 0,1 1,-1-1,0 1,1-1,-1 1,0 0,0-1,0 1,1 0,-1 0,0 0,0 0,1 1,-1-1,0 1,0-1,1 1,-1-1,-1 2,-1 2,1 0,0 0,0 1,0-1,1 1,-1 0,1 0,0 0,1 0,-1 0,1 1,0-1,0 0,1 0,-1 1,1-1,0 1,1-1,-1 0,1 1,0-1,1 0,-1 0,1 0,0 0,0 0,1 0,-1 0,1-1,0 1,0-1,1 0,-1 0,1 0,0 0,0-1,0 0,1 1,0-1,13 9,0-1,1 0,0-1,0-1,1-1,0-1,1-1,4 0,58 13,1-3,46 0,25-1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1:21.1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321 670,'-22'-9,"0"1,0 0,-1 2,0 1,0 0,0 2,-1 1,1 0,-3 2,22 0,0 0,0 1,1-1,-1 1,0 0,0 0,1 0,-1 0,1 1,-1-1,1 1,0 0,-1 0,1 0,0 1,0-1,0 1,1-1,-1 1,1 0,-1 0,1 0,0 1,0-1,1 0,-1 1,1-1,-1 1,1-1,0 1,0 0,1 0,-1-1,1 1,0 1,0 2,1 1,0 0,0-1,1 1,0-1,0 0,1 1,0-1,0 0,0-1,1 1,0-1,1 1,-1-1,1 0,0-1,1 1,0-1,3 3,2 1,1-1,0 0,0 0,1-2,0 1,0-2,0 1,1-2,-1 0,4 0,-2-2,0 0,0-1,0-1,1 0,-1-2,0 1,0-2,0 0,0-1,-1 0,1-1,-1-1,0 0,-1-1,1 0,-1-1,5-5,2-1,-1-2,0 0,-1-2,0 0,-2-1,0 0,-1-1,-1-1,-1-1,2-6,2-10,-2 0,-2 0,-1-2,-2 1,-2-1,-2-1,-1 1,-2-1,-2 0,-2 0,-5-32,-20-34,26 106,-1 0,1 0,-1-1,1 1,-1 0,1 0,-1 0,0 0,1 0,-1 0,0 0,0 0,0 0,0 1,0-1,0 0,0 0,0 1,0-1,0 1,0-1,0 1,-1-1,1 1,0 0,0-1,0 1,-1 0,1 0,0 0,0 0,-1 0,1 0,0 1,0-1,-34 31,18 2,0 0,3 0,1 1,1 1,2 0,2 1,1 0,1 0,-1 3,2 1,1 0,2 0,2-1,1 1,4 16,-2-39,0-1,1 1,0-1,2 0,0 0,0 0,2-1,0 0,0 0,2-1,-1 0,2-1,0 0,1-1,0 0,4 3,-7-8,0 1,0-1,1-1,0 1,1-2,-1 1,1-2,0 1,0-1,1-1,-1 0,1-1,-1 0,1-1,0 0,0-1,8 0,17-9</inkml:trace>
  <inkml:trace contextRef="#ctx0" brushRef="#br0" timeOffset="256.982">294 376,'-22'0,"-15"0,-4 0,9 2,18 1,27 2,37 1,45-1,49-4,42-7,-10-1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1:19.9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263 590,'-12'-5,"0"1,-1 0,1 1,-1 1,0 0,1 0,-1 1,0 1,0 0,0 1,1 0,-1 1,0 1,1 0,-1 1,-3 1,13-4,1 1,-1-1,0 0,1 1,-1 0,1 0,-1-1,1 1,0 1,0-1,0 0,0 1,0-1,1 1,-1-1,1 1,-1 0,1-1,0 1,0 0,0 0,1 0,-1 0,1 0,-1 0,1 0,0 0,0 0,0 0,1 0,-1 0,1 0,0 0,0 0,0 0,0-1,0 1,0 0,1 0,-1-1,1 1,0-1,0 0,0 1,0-1,3 2,0-1,0 0,1 0,-1 0,1-1,-1 1,1-1,0-1,0 1,0-1,0 0,0 0,0-1,0 0,0 0,0 0,0-1,0 1,0-2,0 1,-1-1,2 0,5-2,0 0,0-1,0-1,-1 0,0 0,0-1,0-1,-1 1,9-11,-8 7,0-2,-1 0,0 0,-1 0,-1-1,0-1,-1 1,-1-1,0-1,-1 1,-1-1,0 0,-1 0,-1 0,0 0,-1 0,-1-1,-1-8,-2-14,-3 0,0 0,-3 1,-1 0,-2 0,-1 1,-4-3,-12-12,28 52,1 0,-1 0,0 1,0-1,1 0,-1 1,0-1,1 1,-1-1,0 1,1-1,-1 1,0-1,1 1,-1 0,1-1,0 1,-1 0,1 0,-1-1,1 1,0 0,0 0,-1-1,1 1,0 0,0 0,0 0,0 0,0-1,0 1,0 0,0 0,0 0,0-1,0 1,1 0,-2 53,3 0,1 0,4-1,2 3,-3-13,-3-24,-1 12,2 0,1 0,1-1,2 0,1 0,2 0,0-2,2 1,1-2,2 2,-11-23,0 1,1-1,-1-1,1 1,1-1,-1 0,1 0,0 0,0-1,0 0,0-1,1 0,0 0,-1 0,1-1,0 0,0-1,1 1,-1-2,0 1,0-1,0 0,0-1,1 0,-1 0,0-1,0 0,-1-1,2 1,2-3,1 1,-1-1,0-1,-1 0,1-1,-1 0,0 0,-1-1,0 0,0-1,0 0,-1 0,-1-1,0 0,0 0,-1-1,0 0,-1 0,0-1,-1 1,0-1,-1 0,0 0,0-6,-2-5,-1 23,0 0,0 1,-1-1,1 0,0 0,0 0,0 0,0 0,0 1,0-1,-1 0,1 0,0 0,0 0,0 0,0 0,0 0,-1 0,1 0,0 1,0-1,0 0,-1 0,1 0,0 0,0 0,0 0,0 0,-1 0,1 0,0 0,0 0,0-1,-1 1,1 0,0 0,0 0,0 0,0 0,0 0,-1 0,-5 22,3-6,0 0,1 0,1 0,0 1,1-1,1 0,1 4,-2-15,1-1,0 0,-1 1,1-1,1 0,-1 0,1 0,-1 0,1 0,0 0,1 0,-1 0,1-1,-1 1,1-1,0 0,1 0,-1 0,0 0,1 0,0-1,-1 0,1 0,0 0,0 0,0 0,0-1,4 1,15 1</inkml:trace>
  <inkml:trace contextRef="#ctx0" brushRef="#br0" timeOffset="246.666">797 162,'-16'0,"-5"5,4 3,12 5,18 5,6-1</inkml:trace>
  <inkml:trace contextRef="#ctx0" brushRef="#br0" timeOffset="732.187">1226 669,'-3'-24,"0"-1,-2 1,0 0,-2 0,0 1,-2-1,-1 2,0-1,-13-16,23 38,-1-1,0-1,-1 1,1-1,-1 1,0 0,0-1,0 1,0 0,0 0,0 1,-1-1,1 0,-1 1,1-1,-1 1,1 0,-1 0,0 0,0 0,11 20,1-13,0-1,1 0,-1-1,1 0,0 0,1-1,-1 0,0-1,1 0,0-1,-1 0,8-1,-16 0,194 9,-192-9,1 0,-1 1,1 0,-1 0,0 0,1 0,-1 1,0-1,0 1,0 0,0 0,0 1,0-1,0 1,-1 0,0 0,1 0,-1 1,0-1,-1 1,1-1,-1 1,1 0,-1 0,0 0,1 3,17 80,-20-79,0 1,1-1,0 1,1-1,0 0,0 1,0-1,1 0,0-1,1 1,0 0,0-1,1 0,0 0,0 0,0-1,1 1,0-1,0-1,1 1,-1-1,1 0,0-1,6 4,-6-6,0 1,0-1,0 0,0-1,0 0,0 0,0 0,0-1,0 0,0-1,0 1,1-1,-1-1,0 1,-1-1,1 0,0-1,-1 0,1 0,-1 0,0-1,0 0,0 0,0 0,-1-1,0 0,0 0,0 0,0-1,-1 1,0-1,0 0,-1-1,1 1,-1-1,0-1,0-3,0 0,0-1,-1 1,-1 0,0-1,0 1,-1-1,-1 1,0-1,0 1,-1-1,-1 1,0 0,-3-9,6 19,0 0,0 0,0-1,-1 1,1 0,0 0,0 0,-1 0,1 0,-1 0,1 0,-1 0,1 0,-1 0,0 0,1 0,-1 0,0 0,0 0,0 0,0 1,0-1,1 0,-1 1,0-1,-1 1,1-1,0 1,0-1,0 1,0 0,0-1,0 1,0 0,-1 0,1 0,0 0,0 0,0 0,0 0,-1 1,1-1,0 0,0 1,0-1,0 0,0 1,0 0,0-1,0 1,0-1,0 1,0 0,0 0,0 0,1-1,-1 2,-4 9,1-1,1 1,0 1,1-1,0 0,1 0,0 1,0-1,2 1,-1-1,2 3,-2-8,1 0,0 0,0 0,0-1,1 1,0 0,0-1,1 0,-1 1,1-1,0 0,0 0,1-1,0 1,0-1,0 1,0-1,0 0,1-1,0 1,0-1,0 0,0 0,0-1,1 1,-1-1,1 0,1 0,40 10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1:17.4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202 652,'0'18,"2"13,3 8,3 4,3 2,-1-5,-2-9</inkml:trace>
  <inkml:trace contextRef="#ctx0" brushRef="#br0" timeOffset="180.362">1 424,'7'0,"9"0,2 0</inkml:trace>
  <inkml:trace contextRef="#ctx0" brushRef="#br0" timeOffset="750.526">469 612,'14'25,"-1"1,-1 0,-1 1,-1 0,-1 1,-2 0,-1 0,-1 1,-1 2,8 20,-11-50,0-1,-1 1,1-1,-1 1,1-1,0 1,-1-1,1 0,0 1,0-1,-1 0,1 1,0-1,0 0,0 0,-1 0,1 0,0 0,0 0,0 0,-1 0,1 0,0 0,0 0,0 0,-1 0,1-1,0 1,0 0,-1-1,1 1,0-1,0 1,-1-1,1 1,-1-1,1 1,0-1,-1 1,1-1,-1 0,1 1,-1-1,0 0,1 0,-1 1,0-1,1 0,-1 0,0 0,0 1,0-1,0 0,0 0,0 0,101-220,-101 221,1 1,-1-1,0 0,0 1,0-1,1 0,-1 0,0 1,0-1,1 0,-1 1,0-1,0 0,1 0,-1 0,0 1,1-1,-1 0,0 0,1 0,-1 0,1 0,-1 1,0-1,1 0,-1 0,0 0,1 0,-1 0,1 0,-1 0,0-1,1 1,-1 0,0 0,1 0,-1 0,0 0,1 0,-1-1,0 1,1 0,-1 0,0-1,1 1,-1 0,0 0,0-1,1 1,-1 0,0-1,0 1,0 0,1-1,-1 1,0 0,0-1,0 1,0 0,0-1,0 1,0-1,0 1,0-1,4 36,-4-29,0 3,0 1,0-1,1 0,1 1,-1-1,2 1,-1-1,1 0,0 0,1-1,0 1,1-1,0 1,0-2,0 1,1 0,0-1,1 0,0 0,0-1,0 0,1 0,0-1,0 0,0 0,0-1,9 3,25 1,-4-7</inkml:trace>
  <inkml:trace contextRef="#ctx0" brushRef="#br0" timeOffset="1148.91">1084 638,'18'-2,"0"-1,0-1,0 0,-1-2,1 0,-1-1,-1-1,1 0,-1-1,2-3,4 1,-2 0,0-2,0 0,-1-1,-1-1,0-1,-1 0,-1-2,-1 0,0 0,-1-1,-1-1,-1-1,-1 1,-1-2,0 1,-2-2,-1 1,5-22,-11 35,-1 0,1-1,-2 1,1 0,-1 0,-1-1,0 1,0 0,0 0,-2 0,1 1,-1-1,0 1,-1-1,3 5,-1 0,0-1,0 2,0-1,-1 0,1 1,-1-1,0 1,0 0,0 0,0 1,-1-1,1 1,-1 0,1 0,-1 1,0-1,0 1,0 0,0 0,0 0,0 1,0 0,0 0,0 0,-3 1,2 0,-1 1,1 0,-1 0,1 0,0 1,0-1,0 2,0-1,0 1,1-1,-1 2,1-1,0 0,1 1,-1 0,1 0,0 1,0-1,0 1,1 0,0 0,0 0,1 0,-1 0,0 5,-3 10,1 0,1 1,0-1,2 1,1 0,0-1,2 9,11 84,4 0,5-2,13 27,-4-9,-27-116,41 180,-9 1,4 131,-35-260</inkml:trace>
  <inkml:trace contextRef="#ctx0" brushRef="#br0" timeOffset="1411.062">1084 1093,'23'-16,"23"-14,22-9,16-5,9 1,2 5,-6 7,-13 9,-19 8</inkml:trace>
  <inkml:trace contextRef="#ctx0" brushRef="#br0" timeOffset="1659.928">2033 825,'-9'5,"1"-1,3-2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1:14.9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41,'20'11,"14"11,10 8,5 9,2 8,2 6,2 4,-3 1,0-4,-1-6,-1-6,-10-11</inkml:trace>
  <inkml:trace contextRef="#ctx0" brushRef="#br0" timeOffset="284.578">455 0,'-14'19,"-11"18,-8 18,-3 13,0 11,1 5,3 2,4-2,7-6,7-17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1:25.4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40 224,'-6'54,"2"0,2 0,3 0,2 0,3 0,2-1,8 28,-8-58,-8-23,0 0,0-1,0 1,0 0,0 0,0-1,0 1,0 0,0-1,0 1,0 0,0 0,0-1,0 1,0 0,0 0,0-1,0 1,0 0,0-1,0 1,0 0,1 0,-1-1,0 1,0 0,0 0,0 0,1-1,-1 1,0 0,0 0,1 0,-1 0,0-1,0 1,1 0,-1 0,0 0,0 0,1 0,-1 0,0 0,1 0,-1 0,0 0,0 0,1 0,-1 0,0 0,1 0,-1 0,0 0,0 0,1 0,-1 0,0 0,0 1,1-1,1-273,-5 140,-15-92,4 165,14 59,0 1,-1-1,1 1,0 0,-1-1,1 1,0 0,-1-1,1 1,0 0,-1 0,1-1,-1 1,1 0,0 0,-1 0,1 0,-1 0,1-1,0 1,-1 0,1 0,-1 0,1 0,-1 0,1 0,-1 0,1 0,0 1,-1-1,1 0,-1 0,1 0,-1 0,1 1,0-1,-1 0,1 0,0 1,-1-1,1 0,0 0,-1 1,1-1,0 0,-1 1,1-1,0 1,0-1,0 0,-1 1,1-1,0 1,0-1,0 1,0-1,0 1,-11 26,7-19,2 0,-1 0,1 1,0-1,1 1,0 0,0-1,1 1,0 0,1 0,-1-1,2 1,-1-1,1 1,1-1,0 1,0-1,0 0,1-1,0 1,1 0,-1-1,1 0,1 0,0-1,0 1,0-1,0 0,1-1,1 1,5 1,0-1,0-1,0 0,1 0,-1-2,1 0,0 0,0-1,0-1,0 0,0-1,1 0,-1-2,0 1,0-2,0 0,-1 0,1-2,-1 1,0-2,0 0,0 0,-1-1,0-1,0 0,-1 0,0-1,0-1,-1 0,-1 0,1-1,-2 0,0-1,0 0,2-5,-6 8,0 0,-1 0,0 0,0 0,-1 0,0-1,-1 1,0-1,-1 1,0-7,0 15,1 1,-1-1,0 0,0 0,0 1,0-1,0 0,0 0,0 1,0-1,0 0,-1 0,1 1,0-1,0 0,-1 0,1 1,0-1,-1 0,1 1,-1-1,1 0,0 1,-1-1,0 1,1-1,-1 1,1-1,-1 1,0-1,1 1,-1 0,0-1,1 1,-1 0,0 0,0-1,1 1,-1 0,0 0,0 0,1 0,-1 0,0 0,0 0,0 0,1 0,-1 1,0-1,1 0,-1 0,0 1,0-1,1 0,-1 1,0-1,1 1,-1-1,1 1,-1-1,0 1,1-1,-1 1,1-1,0 1,-1 0,-6 10,0-1,1 1,1 1,0-1,0 1,2-1,-1 1,1 1,0 0,1-4,-5 12,1 1,1 0,1 0,1 0,1 0,1 0,1 0,1 0,1 1,0-1,2 0,1-1,0 1,2-1,0 0,2 2,-4-16,1 0,-1 0,1-1,1 1,-1-1,1 0,0-1,0 0,1 0,-1 0,1-1,0 0,0-1,1 0,-1 0,5 0,34 8</inkml:trace>
  <inkml:trace contextRef="#ctx0" brushRef="#br0" timeOffset="328.353">937 411,'-6'2,"1"0,0 1,0-1,1 1,-1 0,1 0,-1 0,1 1,0-1,0 1,0 0,1 0,-1 1,1-1,0 1,0 0,1-1,0 1,-1 0,1 1,1-1,-1 0,1 0,0 1,0-1,1 1,0-1,0 1,0-1,0 1,1-1,0 0,0 1,0-1,1 0,0 1,0-1,2 3,5 3,0-2,1 1,0-1,1-1,0 0,0 0,0-1,1-1,0 0,0 0,1-1,0-1,0 0,0-1,0 0,0-1,1-1,10 1,-16-1,0-1,0 1,1-1,-1-1,0 0,0 0,0 0,0-1,0 0,0 0,-1-1,1 0,-1-1,1 0,-1 0,0 0,-1-1,1 0,-1 0,0-1,0 0,-1 0,0 0,0 0,0-1,-1 0,1 0,-2 0,1-2,0-4,-1-1,-1 1,0-1,-1 0,0 1,-1-1,-1 0,0 0,-1 1,0-1,-1 1,-1-1,0 1,-1 0,0 1,-1-1,0 1,-1 0,0 0,-1 1,-1 0,0 1,0-1,-1 2,0-1,0 2,-1-1,-1 1,1 1,-1 0,0 1,-1 0,0 1,1 0,-2 1,1 0,0 1,-1 1,0 0,-6 0,11 2,0 0,0 0,1 1,-1 0,0 0,1 1,-1 0,1 1,-1 0,1 0,0 1,0 0,1 0,-1 0,1 1,0 1,0-1,0 1,1 0,0 1,0-1,1 1,-5 8,9-12,0 0,0 0,1 0,-1 0,1 0,-1 1,1-1,0 0,0 0,1 0,-1 1,1-1,-1 0,1 0,0 0,0 0,0 0,1 0,-1 0,1 0,0 0,0-1,-1 1,2-1,-1 1,0-1,0 0,1 0,-1 0,1 0,0 0,94 48,-18-26,-3-5</inkml:trace>
  <inkml:trace contextRef="#ctx0" brushRef="#br0" timeOffset="658.781">1457 465,'-3'3,"-1"1,1 0,1 0,-1 0,0 0,1 0,0 1,0-1,0 0,1 1,-1 0,1-1,0 1,1 0,-1 0,1 0,0-1,0 1,0 0,1 0,0 0,0-1,0 1,0 0,1-1,-1 1,1-1,1 1,-1-1,0 0,1 0,0 0,0 0,0-1,1 1,-1-1,1 0,0 0,-1 0,5 2,3 4,0-1,0 0,1-1,0 0,0-1,0 0,1-1,0 0,0-1,0-1,1 0,-1-1,11 1,-15-3,0 1,0-1,-1-1,1 0,0 0,-1 0,1-1,-1-1,1 1,-1-1,0-1,0 0,0 0,-1 0,0-1,1 0,-1 0,-1-1,1 0,-1 0,5-7,-3 0,-1 1,0-1,-1 0,0 0,-1-1,-1 0,0 1,0-2,-2 1,0 0,0 0,-2-1,1 1,-2-1,0 1,-1-1,0 1,-1 0,-1 0,0 0,-1 0,-3-5,4 12,1 0,-1 1,-1-1,1 1,-1 0,0 1,0-1,-1 1,1 0,-1 0,-1 1,1 0,0 0,-1 0,0 1,0 0,0 0,0 1,0 0,-1 0,1 1,-1-1,1 2,-1-1,1 1,-1 0,0 1,-5 0,-1 1,1 0,0 1,0 0,0 1,0 1,0 0,1 1,0 0,0 1,1 0,0 1,0 0,0 1,1 0,1 0,-4 5,10-10,1-1,-1 0,1 1,-1-1,1 1,0-1,0 1,1 0,-1 0,1 0,0 0,0 0,0 0,1 0,-1 1,1-1,0 0,0 0,1 0,-1 0,1 1,0-1,0 0,0 0,1 0,-1 0,1-1,0 1,0 0,0-1,1 1,-1-1,2 1,40 32,7-8</inkml:trace>
  <inkml:trace contextRef="#ctx0" brushRef="#br0" timeOffset="1480.765">2193 304,'14'45,"2"0,2-1,18 30,-15-31,-1 1,-2 1,3 19,-16-14,-6-49,1 0,-1-1,1 1,-1-1,0 1,1 0,-1-1,0 0,0 1,1-1,-1 1,0-1,0 0,0 0,1 0,-1 1,0-1,0 0,0 0,0 0,1 0,-1 0,0 0,0 0,0-1,0 1,0 0,1 0,-1-1,0 1,0 0,1-1,-1 1,0-1,1 1,-1-1,0 1,1-1,-1 0,0 1,1-1,-1 0,1 1,0-1,-1 0,1 0,-1 1,1-1,0 0,0 0,-1 0,1 0,0 0,-7-15,0 0,1 0,0-1,2 0,0 1,0-2,2 1,0 0,1-1,1 1,1-8,-1 5,-1-51,3-1,3 1,5-17,-9 84,-2 3,1-1,0 1,0-1,0 0,0 1,0-1,0 0,0 1,1-1,-1 1,1-1,-1 0,1 1,-1-1,1 1,0 0,0-1,-1 1,1-1,0 1,0 0,1 0,-1 0,0 0,0-1,1 2,-1-1,0 0,1 0,-1 0,1 1,-1-1,1 0,-1 1,1 0,-1-1,1 1,0 0,-1 0,84 57,46 58,-130-114,0-1,0 1,0 0,0-1,0 1,0 0,-1 0,1 0,0 0,0 0,0 0,-1 0,1 0,-1 0,1 0,-1 1,1-1,-1 0,0 0,1 0,-1 1,0-1,0 0,0 0,0 1,0-1,0 0,0 0,0 0,-1 1,1-1,0 0,-1 0,1 0,-1 0,1 1,-1-1,0 0,0 0,1 0,-1 0,0 0,0-1,0 1,0 0,0 0,0-1,0 1,-86 25,78-25,-1 1,0 0,0 0,1 1,-1 0,1 1,0 0,0 1,0 0,1 0,0 0,-4 5,9-8,1 0,0 1,0 0,0 0,0 0,0 0,1 0,-1 0,1 0,0 0,0 0,0 1,0-1,0 0,1 1,0-1,-1 1,1-1,0 0,1 1,-1-1,1 1,0-1,-1 0,1 1,1-1,-1 0,0 0,1 1,4 6,0 1,1-1,0 0,0-1,1 0,0 0,7 6,2-1,0 0,0-2,1 0,1 0,0-2,0 0,1-2,0 0,1-1,0-1,0-1,0-1,1 0,-1-2,1-1,0 0,11-2,-23-1,0 1,0-1,0-1,-1 0,1 0,0-1,-1 0,0 0,0-1,0-1,-1 1,0-1,0-1,0 0,-1 0,0 0,0-1,1-2,3-6,0 0,-2-1,1-1,-2 0,0 0,-2-1,0 1,4-20,-6 21,0 0,-1-1,0 0,-1 0,-2 1,1-1,-3-11,2 28,-1 0,1 0,0 0,-1 0,1 0,-1 0,1 0,-1 0,1 1,-1-1,0 0,0 0,1 1,-1-1,0 0,0 1,0-1,0 1,1-1,-1 1,0-1,0 1,0 0,0-1,0 1,0 0,0 0,0 0,0 0,0 0,0 0,-1 0,1 0,0 0,0 0,0 1,0-1,0 0,1 1,-1-1,0 1,0-1,0 1,0-1,0 1,0-1,1 1,-1 0,0 0,1-1,-1 1,0 0,1 0,-1 0,1 0,-1 0,1 0,0 0,-1 0,1 0,0 0,0 0,-1 0,-4 9,0 1,0 0,1 0,0 1,1-1,0 1,0-1,2 1,0 0,0 0,1 0,0 0,1 0,0 0,1-1,0 1,1 0,2 2,-1 1,1-1,1 0,0 0,1 0,0-1,1 0,1 0,0-1,0 0,1-1,1 0,0 0,0-2,1 1,1-1,-1-1,1 0,1-1,-1 0,1-1,1-1,-1 0,1-1,-1 0,1-1,0-1,0 0,8-1,4-5</inkml:trace>
  <inkml:trace contextRef="#ctx0" brushRef="#br0" timeOffset="1695.101">2928 532,'27'2,"26"3,20 1,15 1,9 0,0-1,-6-2,-15-4,-20-2</inkml:trace>
  <inkml:trace contextRef="#ctx0" brushRef="#br0" timeOffset="12251.15">2968 264,'4'0,"9"0,14 0,17-2,20-1,17 0,11-2,1 1,-6 0,-16 3,-22 2,-19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8:29.7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491 104,'-3'-7,"0"1,-1-1,1 1,-2 0,1 0,0 0,-1 1,0-1,-1 1,1 1,-1-1,0 1,0 0,0 0,-1 0,1 1,-1 0,0 1,0-1,0 1,0 1,0-1,0 1,-1 0,1 1,0 0,0 0,-1 0,1 1,0 0,0 1,-1 0,-2 1,-11 4,0 2,1 0,1 2,-1 0,2 1,0 0,0 2,1 0,1 1,0 1,1 0,1 1,-6 9,18-24,-1 1,0 0,1 0,0 0,0 0,0 1,0-1,0 1,0-1,1 1,0-1,0 1,0 0,0 0,0-1,1 1,0 0,0 0,0 0,0 0,0 0,1-1,0 1,0 0,0 0,0-1,0 1,1-1,0 1,6 1,1 0,0 0,1-1,-1 0,1-1,-1 0,1 0,0-1,0 0,0-1,1 0,-1-1,1 0,-3 0,54 2,-45-2,0 0,1 0,-1 2,0 0,-1 1,1 1,15 5,-28-7,1 1,-1-1,1 1,-1 0,0 0,0 0,0 1,0 0,0-1,-1 1,0 0,0 1,0-1,0 1,-1-1,1 1,-1 0,-1-1,1 1,-1 0,1 1,-1-1,-1 0,1 0,-1 0,0 0,0 1,0-1,-1 0,0 0,0 0,-2 5,0-6,0-1,0 0,0 0,-1 0,1 0,-1 0,0-1,0 0,0 0,0 0,0 0,-1 0,1-1,0 0,-1 0,1 0,-1 0,1-1,-1 0,0 0,1 0,-1 0,-2-1,-6 1,-39 2,-129 13,173-13,8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8:35.3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278 643,'-6'-4,"0"1,-1 0,1 0,-1 1,0-1,0 2,0-1,0 1,0 0,0 0,0 1,-1 0,1 0,0 1,0 0,0 0,0 0,-1 2,-2 2,-1 1,2 1,-1-1,1 2,0-1,0 1,1 1,0-1,1 2,0-1,0 1,1 0,0 0,1 0,0 1,1 0,0 0,1 0,0 1,0-1,1 5,2-13,0 1,0-1,0 0,0 0,1 0,-1 0,1 0,0 0,0 0,0 0,1 0,-1 0,0-1,1 1,0 0,0-1,0 0,0 1,0-1,0 0,1 0,-1 0,1 0,-1 0,1-1,0 1,0-1,-1 0,1 0,0 0,0 0,0 0,0 0,1-1,-1 0,0 1,0-1,0-1,0 1,0 0,0-1,0 1,0-1,0 0,0 0,3-1,9-5,0-1,-1-1,0 0,0 0,-1-2,0 0,-1 0,0-1,-1 0,-1-1,0 0,0-1,-1 0,-1-1,0 1,-1-2,-1 1,1-7,3-10,-1-1,-2-1,-1 1,-2-1,-1 0,-2 0,-2 0,0 0,-3 0,0 0,-3 0,6 30,1 0,0 0,-1 0,0 0,0 0,0 0,0 0,0 1,-1-1,0 0,0 1,0-1,0 1,0 0,-1 0,0 0,1 0,0 3,0 0,0 0,0 0,1 0,-1 1,0-1,0 1,1-1,-1 1,0 0,1 0,-1 0,1 0,-1 0,1 0,-1 0,1 0,0 0,0 1,-1-1,1 0,0 1,0-1,0 1,0 0,1-1,-1 1,0 0,1-1,-1 1,1 0,-12 26,1 0,1 1,2 0,1 1,1 0,0 12,1-8,1 0,2 0,1 0,2 0,1 0,2 5,-2-27,0 0,0 0,1-1,1 1,0-1,0 0,1 0,1 0,0-1,0 0,1 0,0 0,1-1,0 0,1-1,-1 1,1-2,1 1,1 0,3-2,0 1,0-2,1 0,-1 0,1-2,0 0,0 0,0-2,1 0,-1 0,0-1,0-1,1-1,-1 0,0-1,-1-1,1 0,0-1,-1 0,0-1,0-1,-1 0,0-1,0-1,-1 0,0 0,5-6,-11 9,0 0,0-1,0 0,-1 0,0 0,-1-1,1 1,-1-1,-1 0,0 0,0-1,0 0,-2 5,0 0,0 0,-1 0,0 0,1 0,-1 0,0 0,-1 0,1 0,-1 0,0 1,0-1,0 0,0 0,-1 0,1 1,-1-1,0 1,0-1,-1 1,1 0,-1 0,1 0,-1 0,0 0,0 1,-1-1,0 0,-1 0,1 1,-1-1,0 1,0 0,0 0,0 1,0-1,-1 1,1 0,0 1,-1-1,1 1,-1 0,1 0,0 1,-1 0,1 0,0 0,0 1,0-1,0 1,0 0,0 1,0-1,0 1,1 0,-1 0,1 0,0 1,0 0,0-1,1 1,-1 1,1-1,0 0,0 1,1 0,-1-1,1 1,-1 4,0-5,1 0,0 0,0 0,0 0,1 1,0-1,-1 0,1 1,1-1,-1 1,1 0,0-1,0 1,0-1,0 1,1-1,0 1,0-1,0 1,0-1,1 0,0 0,0 1,0-1,0-1,1 1,-1 0,1 0,0-1,0 0,0 1,1-1,-1 0,1-1,0 1,0-1,0 1,4 0,0-1,1-1,0-1,0 1,0-1,0-1,0 0,-1 0,1-1,0 0,-1-1,1 1,-1-2,0 1,0-1,0 0,0-1,-1 0,0 0,0-1,0 1,-1-2,0 1,0-1,0 0,-1 0,0 0,0-1,1-4,10-5,-18 37,-1 96,4-112,0 1,0-1,1 1,-1-1,1 0,0 1,0-1,0 0,1 0,-1 0,1 0,0-1,0 1,1-1,-1 0,1 0,-1 0,1 0,0-1,0 1,0-1,0 0,4 1,0-1,-1 1,0-2,0 1,1-1,-1 0,0-1,1 0,-1 0,1-1,-1 0,0 0,1 0,-1-1,0 0,0-1,0 1,0-1,-1-1,1 1,-1-1,5-3,1-2,-1 0,0-1,0 0,-1-1,0 0,0-1,-2 0,1 0,-2-1,4-7,2-14,-3 0,0 0,-2-1,-2 0,-1 0,-2-1,-2 0,0 1,-3-4,2 33,0-152,-13-86,8 215,-5 26,-18 81,6 11,3 1,5 1,4 0,3 7,6-72,1 1,2-1,0 0,2 0,1-1,1 1,1-1,2 3,-5-19,0 1,0-1,1 0,0 0,0 0,1-1,0 0,1 0,0 0,0-1,1 0,-1-1,2 1,-1-2,1 1,-1-1,1 0,1-1,-1 0,1 0,8 1,66-4,-51-10</inkml:trace>
  <inkml:trace contextRef="#ctx0" brushRef="#br0" timeOffset="252.323">907 389,'16'2,"19"1,21 0,22-1,19-2,7-2,-12 0</inkml:trace>
  <inkml:trace contextRef="#ctx0" brushRef="#br0" timeOffset="500.351">1669 750,'1'5,"1"1,-1-1,1 0,0 0,0 0,1 0,-1 0,1 0,0-1,1 1,-1-1,1 0,0 0,0 0,0-1,0 1,1-1,-1 0,1 0,0-1,0 1,0-1,0 0,0-1,1 1,-1-1,1 0,-1 0,1-1,-1 1,1-1,-1 0,6-1,-8-1,1 1,-1 0,1-1,-1 0,0 0,0 0,0 0,0 0,0-1,-1 1,1-1,-1 0,1 0,-1 0,0 0,0 0,0 0,-1-1,1 1,-1 0,0-1,0 0,0 1,0-1,0 1,-1-1,0 0,0 0,0 1,0-1,0-4,0 1,-1-1,0 1,0-1,0 1,-1-1,0 1,-1 0,0 0,0 0,0 0,-1 1,0-1,-2-2,3 6,1 0,-1 0,0 0,0 1,0-1,0 1,0 0,-1 0,1 0,-1 0,1 0,-1 1,0 0,1-1,-1 2,0-1,0 0,0 1,0-1,0 1,0 0,0 1,0-1,1 1,-1-1,0 1,0 0,0 1,1-1,-1 0,1 1,-4 2,-1 1,0 0,0 1,0 0,1 0,0 1,1 0,-1 0,1 1,1-1,-1 1,1 1,1-1,-1 2,2-5,0 0,0 0,1 0,-1 0,1 0,0 1,1-1,0 1,0-1,0 1,0 0,1-1,0 1,0 0,0-1,1 1,0 0,0-1,1 1,-1-1,1 1,0-1,1 0,-1 0,1 0,0 0,0 0,1-1,-1 0,1 1,3 2,69 16,-35-21</inkml:trace>
  <inkml:trace contextRef="#ctx0" brushRef="#br0" timeOffset="751.698">1923 282,'-19'-9,"-9"-3,-6 0,1 7,7 9,7 9,7 8,10 7,5 0</inkml:trace>
  <inkml:trace contextRef="#ctx0" brushRef="#br0" timeOffset="1039.927">1989 776,'19'9,"14"3,13-2,16-9,12-10,7-8,-9-2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8:32.9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243 631,'-4'-4,"0"0,0 0,0 0,-1 0,0 0,0 1,0 0,0 0,0 0,-1 1,1 0,-1 0,1 0,-1 1,0-1,0 2,0-1,0 0,1 1,-1 0,0 1,0-1,0 1,0 0,0 1,1-1,-1 1,0 0,1 1,0-1,-1 1,1 0,0 0,1 1,-1 0,0-1,1 1,-1 2,1-2,0 1,0-1,1 1,0 0,0 0,0 0,1 0,0 0,0 0,0 1,0-1,1 1,0-1,0 1,1 0,-1-1,1 1,1 0,-1-1,1 1,0 0,0-1,0 1,1-1,0 1,0-1,0 0,1 0,0 0,0 0,0 0,0-1,1 1,0-1,0 0,0 0,0 0,1-1,-1 1,1-1,4 2,8-2,0 0,0-1,0-1,0-1,0 0,1-1,-1-1,0-1,0 0,-1-1,1-1,-1 0,0-2,0 0,-1 0,0-1,0-1,-1-1,0 0,0-1,-1 0,1-3,10-11,-1-1,-1-1,-1-1,-2-1,0 0,-3-2,0 0,-2-1,-1 0,-2-1,-1 0,-1-1,-2 0,-2 0,-1-1,-1-22,-3 56,2-10,-1 0,0 0,-1 0,-1 0,0 0,0-1,-1 1,0 0,-1 1,0-1,-1 0,-3-6,6 16,0-1,0 0,0 1,0-1,0 1,0-1,0 1,-1-1,1 1,0 0,-1 0,1 0,-1-1,1 1,-1 1,0-1,1 0,-1 0,0 1,0-1,1 1,-1-1,0 1,0 0,0 0,0-1,0 2,1-1,-1 0,0 0,0 0,0 1,0-1,1 1,-1 0,0-1,0 1,1 0,-1 0,1 0,-1 0,1 0,-2 1,-50 66,45-50,1 0,1 0,1 1,1 0,0-1,1 2,1-1,1 0,1 0,1 1,0-1,1 0,1 0,1 0,1 0,3 7,16 40,2-1,4-2,32 54,-33-64,20 38,-49-91,1 0,0-1,0 1,0 0,0 0,0-1,-1 1,1-1,0 1,0-1,-1 1,1-1,0 1,-1-1,1 0,0 1,-1-1,1 0,-1 1,1-1,-1 0,0 0,1 0,-1 1,0-1,0 0,1 0,-1 0,0 0,0 0,0 0,0 0,0 1,0-1,0 0,0 0,0 0,-1 0,2-4,4-11,0 0,0 0,2 0,0 1,0 0,2 0,0 1,0 0,1 1,1 0,0 0,1 2,7-6,-18 15,0 1,0 0,0 0,1 0,-1 0,1 0,-1 0,1 0,-1 0,1 0,-1 1,1-1,0 1,-1-1,1 1,0 0,-1-1,1 1,0 0,0 0,-1 0,1 1,0-1,0 0,-1 0,1 1,0-1,-1 1,1 0,-1 0,1-1,-1 1,1 0,-1 0,1 0,-1 0,0 1,0-1,1 0,-1 0,0 1,0-1,0 1,-1-1,1 1,0-1,0 1,-1 0,1-1,-1 1,0 0,1 0,13 66,-15-61,1-1,1 1,-1 0,1 0,0 0,1 0,-1-1,1 1,1-1,-1 1,1-1,0 0,1 0,-1 0,1-1,0 1,1-1,-1 0,1 0,0 0,1-1,-1 1,1-1,-1-1,1 1,1-1,7 0,1-1,0-1,0 0,0-1,0-1,0 0,0-1,-1-1,1 0,0-1,-1 0,0-1,0-1,-1 0,1-1,-1-1,-1 0,1 0,-1-1,-1-1,10-10,-13 12,0-2,-1 1,0-1,0 0,-1-1,-1 0,1 0,-2 0,1 0,-2-1,1 0,-3 7,1 0,-1-1,0 1,-1 0,1-1,-1 1,0 0,-1-1,1 1,-1 0,0 0,0-1,0 1,-1 0,0 0,0 0,0 1,-1-1,0 0,0 1,0-1,0 1,0 0,-1 0,0 1,0-1,3 3,-1-1,1 1,-1 0,1 0,-1 0,0 0,1 0,-1 0,0 0,0 1,1-1,-1 1,0-1,0 1,0 0,0 0,0 0,0 0,0 0,0 0,0 0,1 0,-1 1,0-1,0 1,0 0,0-1,1 1,-1 0,0 0,1 0,-1 0,1 0,-1 1,1-1,-1 0,1 1,0-1,0 1,0-1,-1 1,2 0,-1-1,-1 2,-27 83,28-78,-1 1,1 0,1-1,0 1,0 0,0-1,1 1,1-1,-1 1,1-1,1 1,-1-1,2 0,-1 0,1 0,0-1,1 1,-1-1,1 0,1 0,0-1,0 1,0-1,0 0,1-1,0 0,0 0,2 0,6 2,1 0,0-2,0 1,1-2,-1 0,1-2,0 1,0-2,0 0,6-2,35-1</inkml:trace>
  <inkml:trace contextRef="#ctx0" brushRef="#br0" timeOffset="911.984">1780 578,'-5'10,"1"-1,0 2,0-1,1 0,1 1,-1-1,2 1,-1 0,2 0,-1-1,1 1,1 0,0 0,1 0,0 2,-1-7,1 0,-1 0,1-1,-1 1,2-1,-1 1,1-1,-1 0,2 0,-1 0,0 0,1-1,0 1,0-1,0 0,1 0,-1-1,1 1,0-1,0 0,0 0,0 0,1-1,-1 0,1 0,-1-1,1 1,3-1,1-1,0-1,-1 0,1 0,-1-2,1 1,-1-1,0 0,0-1,0 0,-1 0,1-1,-1 0,0-1,0 1,-1-2,0 1,0-1,0 0,-1 0,0-1,0 0,-1 0,0 0,0-1,-1 0,0 0,1-7,-2 10,-1 0,-1 0,1 1,-1-2,0 1,0 0,-1 0,1 0,-1 0,-1 0,1 0,-1 0,0 0,-1 0,1 0,-1 0,0 0,-2-3,3 8,-1 0,1 1,0-1,-1 0,1 0,-1 1,1-1,-1 1,1-1,-1 1,1-1,-1 1,1 0,-1 0,1 0,-1 0,1 0,-1 0,0 0,1 1,-1-1,1 1,-1-1,1 1,0-1,-1 1,1 0,-1-1,1 1,0 0,0 0,-1 0,1 0,0 0,0 1,0-1,0 0,0 0,1 1,-1-1,0 1,0-1,1 0,-1 1,1-1,0 1,-1 0,1 0,-4 4,1 1,0 0,0 0,1 0,0 1,0-1,1 0,0 1,0-1,1 1,-1-1,2 1,-1-1,1 1,0-1,1 1,0-1,0 0,0 0,1 0,0 0,1 0,-1 0,1-1,1 0,-1 0,1 0,0 0,0-1,1 0,-1 0,7 4,1-2,0-1,1 0,0-1,0 0,0-1,1-1,-1 0,1-1,0-1,-1 0,1-1,0 0,0-2,-1 1,1-2,-1 0,1-1,-1 0,0-1,0 0,-1-2,0 1,5-4,-12 5,1 0,-1 0,0 0,-1-1,1 0,-1 0,0 0,-1-1,1 0,-1 0,0 0,-1 0,0-1,0 1,-1-1,0 1,0-1,0 0,-1 0,-1 0,1 0,-1-4,-6 54,6-38,0 1,0-1,1 1,-1-1,1 1,0-1,0 1,1-1,-1 0,1 0,0 0,0 0,0 0,1 0,-1 0,1-1,0 1,0-1,0 0,1 0,-1 0,1 0,-1 0,1-1,0 0,0 0,0 0,0 0,1-1,-1 1,1-1,19 3,1 0,0-2,1-1,-1-1,0-1,0-1,0-1,0-1,-1-2,1 0,18-8,-38 12,-4 1,0 1,0-1,0 0,0 1,0-1,1 0,-1 1,0-1,0 1,1 0,-1 0,0-1,1 1,-1 0,0 0,1 0,-1 0,0 0,1 0,-1 1,0-1,1 0,-1 1,0-1,1 1,-1-1,0 1,0 0,0 0,0-1,0 1,0 0,0 0,0 0,0 0,0 0,0 0,0 0,-2 1,1-1,0 1,0-1,0 1,1 0,-1-1,0 1,0-1,1 1,-1-1,1 0,0 1,-1-1,1 1,0-1,0 0,-1 0,1 1,0-1,0 0,1 0,-1 0,0 0,0 0,0 0,1-1,-1 1,0 0,1 0,-1-1,1 1,-1-1,1 0,-1 1,1-1,-1 0,1 0,-1 0,1 0,7 0,0 0,1 0,-1-1,0-1,0 0,0 0,0 0,0-1,-1-1,1 0,-1 0,0 0,0-1,0 0,-1-1,0 1,5-6,-10 9,0 0,0-1,0 1,0-1,-1 1,1-1,-1 0,1 0,-1 0,0 0,0 0,0 0,-1 0,1 0,-1 0,0 0,1-1,-1 1,-1 0,1 0,0 0,-1 0,0 0,0 0,0 0,0 0,0 0,0 0,-1 0,1 0,-1 1,-2-3,-2-4,-1 1,0 0,-1 1,0 0,0 0,-1 0,0 1,0 0,-2 0,1 1,-1 0,1 0,-1 1,0 0,0 1,0 0,0 1,-1 0,0 1,8 1,1-1,-1 1,1 0,-1 1,1-1,-1 1,1-1,-1 1,1 0,0 0,-1 0,1 1,0-1,0 1,0 0,0 0,0 0,0 0,0 1,1-1,-1 1,1-1,0 1,0 0,0 0,0 0,0 0,1 0,-1 0,0 4,-1 1,0 0,1 0,0 0,1 1,0-1,0 0,1 1,0-1,0 1,1-1,0 1,1-1,-1 0,2 0,-1 0,1 0,0 0,1 0,0-1,0 1,1-1,0 0,0-1,0 1,1-1,0 0,0 0,1-1,-1 0,1 0,0 0,1-1,-1 0,1-1,0 1,0-1,23 3</inkml:trace>
  <inkml:trace contextRef="#ctx0" brushRef="#br0" timeOffset="1179.982">3117 284,'-9'-16,"-7"-8,-4 1,0 4,-2 5,1 10,2 12,3 9,6 9,6 6,6 3,2-5</inkml:trace>
  <inkml:trace contextRef="#ctx0" brushRef="#br0" timeOffset="1440.974">3130 685,'12'16,"10"7,13 0,16-4,20-7,24-11,19-12,-8-4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9:16.7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408 0,'-16'3,"-16"7,-15 13,-8 19,-4 23,2 22,3 23,11 16,13 13,15 5,23-2,25-6,26-11,18-15,14-17,6-18,-14-21</inkml:trace>
  <inkml:trace contextRef="#ctx0" brushRef="#br0" timeOffset="612.409">1250 589,'0'-5,"-1"0,0 1,-1-1,1 1,-1 0,0-1,0 1,0 0,-1 0,0 0,1 0,-1 1,0-1,-1 1,1 0,-1 0,1 0,-1 0,0 1,0-1,0 1,-1 0,1 0,0 0,-1 1,1 0,-1 0,0 0,-5-1,-1 1,1 0,-1 0,1 2,-1-1,1 1,-1 1,1-1,0 2,-1 0,1 0,-1 1,-10 5,1 1,0 1,0 1,1 1,0 1,1 0,1 1,1 1,0 0,1 2,0 0,2 0,0 1,1 1,1 0,1 0,1 1,0 1,-1 11,8-27,0 1,0 0,1-1,1 1,-1 0,1 0,0 0,0-1,1 1,0 0,0 0,1-1,-1 1,2 0,-1-1,1 0,0 0,0 0,0 0,1 0,0 0,0-1,1 0,-1 0,1 0,0 0,1-1,-1 0,1 0,0 0,-1-1,2 0,-1 0,7 2,0 0,0-2,1 1,-1-2,1 0,-1 0,1-1,0-1,0 0,-1-1,1-1,0 0,-1 0,0-2,1 1,-1-2,-1 0,1 0,-1-1,0-1,0 0,-1-1,1 0,-2 0,1-1,-1-1,-1 0,0 0,0-1,-1 0,-1 0,4-7,2-12,-2-2,-1 0,-1 0,-2 0,-1-1,-1 0,-2 0,-1-1,-2 1,-2-3,-10-87,11 117,-1 0,0 1,0-1,0 1,-1 0,0 0,0 0,0 0,0 0,-1 1,0-1,0 1,0 0,0 0,-1 0,1 1,-1-1,0 1,0 1,-1-1,-2 0,0 0,0 0,0 1,0 0,0 1,-1 0,1 0,0 1,-6 0,11 0,0 0,0 0,0 1,0-1,0 1,0 0,0 0,0 0,0 0,0 0,0 1,0-1,1 1,-1 0,1 0,-1 0,1 0,0 0,0 0,-1 1,2-1,-1 1,0 0,0-1,1 1,-1 2,-2 14,1 0,1 0,1 0,0 0,1 0,2 0,0 0,1 0,0 0,3 4,8 46,4 0,2 0,3-2,4-1,2-1,3-1,2-2,13 12,-32-52</inkml:trace>
  <inkml:trace contextRef="#ctx0" brushRef="#br0" timeOffset="1470.36">1624 1324,'22'-57,"8"-20,-3 0,14-74,-48 182,1 0,2 0,1 1,2 0,0 0,3-1,0 1,2 0,1-1,2 0,10 28,-3-25,-2-8</inkml:trace>
  <inkml:trace contextRef="#ctx0" brushRef="#br0" timeOffset="2115.347">2493 308,'-8'0,"-1"1,1 0,-1 0,1 1,0 0,0 1,0 0,0 0,0 0,0 1,1 1,0-1,0 1,0 0,0 1,1-1,0 1,0 1,0-1,-8 13,1-1,0 1,1 1,1 0,1 1,-3 12,0-5,2 1,1 0,1 1,2 0,1 0,1 1,2-1,1 1,1 0,2 0,1 0,4 19,-6-44,1 0,1 0,-1 0,1 0,0 0,0 0,0-1,1 1,0-1,0 1,1-1,-1 0,1 0,0-1,1 1,-1-1,1 0,0 0,0 0,0-1,0 0,0 0,1 0,0 0,-1-1,1 0,0 0,0-1,0 0,0 0,1 0,-1-1,0 0,0 0,0 0,5-1,-3-2,0 0,-1 0,1-1,-1 0,0 0,0-1,0 0,-1 0,1 0,-1-1,0 0,-1 0,0-1,0 1,0-1,2-5,4-8,0-1,-2 0,0-1,-2 1,3-12,5-35,-2-2,-3 1,-1-49,-6 96,-1 1,-1-1,-1 0,-1 0,-1 0,-1 1,-1-1,-1 1,-1 0,0 0,-5-9,9 27,0 0,0 0,0 0,0 0,-1 0,1 0,-1 1,1-1,-1 1,0 0,0-1,0 1,0 1,0-1,-1 0,1 1,-1 0,1 0,-1 0,1 0,-1 0,1 1,-1-1,0 1,1 0,-1 0,0 1,1-1,-1 1,1 0,-1-1,1 2,-1-1,1 0,-1 1,1-1,0 1,0 0,0 0,0 1,0-1,0 0,1 1,-1 0,1-1,-1 3,-4 4,1 0,0 1,0 0,1 0,0 0,1 1,0 0,1-1,0 1,1 1,0-1,1 0,0 10,0 11,2-1,1 1,1 0,4 11,16 56,4-2,32 73,-23-66,-27-75,-5-14,1 0,1 0,0-1,0 0,1 0,8 11,-13-24,-1 1,1 0,-1-1,1 1,0-1,-1 1,1-1,0 0,0 1,0-1,0 0,0-1,0 1,1 0,-1-1,0 1,0-1,0 1,1-1,-1 0,0 0,0 0,1 0,-1-1,2 1,16-6</inkml:trace>
  <inkml:trace contextRef="#ctx0" brushRef="#br0" timeOffset="2473.065">2815 1003,'-3'5,"0"1,1-1,0 1,0 0,1 0,-1 0,1 0,1 0,-1 0,1 0,0 0,0 0,1 0,-1 0,1 0,1 0,-1 0,1 0,0-1,1 1,-1-1,1 1,0-1,0 0,1 0,-1 0,1 0,0-1,1 0,-1 0,1 0,0 0,0-1,2 2,-2-2,1-1,-1 1,0-2,1 1,-1 0,1-1,-1 0,1 0,0-1,0 0,-1 0,1 0,0 0,-1-1,1 0,0 0,-1-1,1 0,-1 0,0 0,0 0,0-1,0 0,0 0,0 0,-1-1,1 1,-1-1,0 0,0 0,0-1,-1 1,2-3,-2 2,-1-1,1 1,-1-1,0 1,0-1,-1 0,1 0,-1 0,0 0,-1 0,0 0,0 0,0 0,-1 0,1 0,-2 1,1-1,0 0,-1 0,0 1,-1-1,1 1,-1-1,0 1,0 0,-1 0,0 0,0 1,0-1,0 1,0 0,-1 0,0 1,0-1,0 1,0 0,0 0,-1 1,1 0,-1 0,0 0,0 0,0 1,-2 1,1 1,0 0,-1 0,1 0,0 1,0 0,0 1,0-1,0 2,0-1,1 1,0-1,0 2,0-1,0 1,0 0,1 0,0 0,0 1,1 0,-1 0,1 0,1 0,-1 1,1 0,0 0,0-1,1 2,0-1,0 0,0 7,2-10,0 0,0 1,0-1,0 0,1 0,0 0,0 0,0 0,0 0,1 0,-1 0,1 0,0 0,0-1,1 1,0 0,19 21</inkml:trace>
  <inkml:trace contextRef="#ctx0" brushRef="#br0" timeOffset="2772.174">3283 161,'2'16,"3"19,6 19,4 19,5 17,6 14,1 10,-2 8,-6 4,-7 3,-16 0,-20-3,-27-8,-28-8,1-22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09:14.7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22688 1934,'-7'-3,"1"0,-1 0,0 1,0 0,0 1,0 0,-1 0,1 0,0 1,0 0,-1 0,1 1,0 0,0 0,-1 0,1 1,0 1,1-1,-1 1,0 0,1 0,0 1,-1 0,1 0,1 1,-2-1,1 1,0 0,1 1,-1-1,1 1,0 0,1 1,-1-1,1 1,1 0,-1 0,1 0,0 0,1 1,0-1,-1 5,3-10,1 1,0-1,0 0,0 0,0 0,0 0,0 0,0 0,0 0,1 0,-1 0,1-1,0 1,-1 0,1-1,0 0,0 1,0-1,0 0,0 0,0 0,0 0,0 0,1-1,-1 1,0-1,0 1,1-1,-1 0,0 0,1 0,-1 0,0 0,1 0,-1-1,0 1,0-1,1 0,-1 1,0-1,0 0,1-1,13-3,-1-1,0 0,0-1,-1-1,0 0,0-1,-1 0,0-1,-1-1,0 0,0 0,-1-1,-1-1,0 0,-1 0,0-1,-1 0,-1 0,0-1,-1 0,-1-1,0 1,1-8,0-4,-2-1,-1 0,-1 1,-1-1,-1-1,-2 1,-1 1,-1-1,-3-7,7 33,0 0,1 1,-1-1,0 1,0-1,-1 1,1-1,0 1,0-1,-1 1,1-1,-1 1,1-1,-1 1,0 0,1-1,-1 1,0 0,0-1,0 1,0 0,0 0,0 0,-1 0,1 0,0 0,0 0,-1 1,1-1,0 0,-1 1,1-1,-1 1,1-1,-1 1,1 0,-1-1,1 1,-1 0,1 0,-1 0,1 0,-1 1,-1-1,-3 8,-1 0,1 0,1 0,-1 1,2-1,-1 1,1 1,0-1,1 0,0 1,1 0,-1 4,1-5,-7 24,2 1,1-1,2 2,1-1,2 0,1 4,0-23,1-1,1 1,0-1,1 0,1 0,0 0,1 0,0-1,1 1,0-1,1-1,1 1,0-1,1-1,7 9,-10-14,0 0,0 0,0-1,0 0,1 0,0-1,0 0,0 0,1-1,-1 0,1 0,0 0,0-1,0-1,0 1,0-1,0 0,0-1,0 0,1 0,-1-1,0 0,0-1,0 1,0-2,0 1,-1-1,1 0,-1-1,0 1,1-1,-2-1,1 0,0 0,-1 0,6-6,-5 1,0 0,0 0,0-1,-2 0,1 0,-1 0,-1 0,0-1,-1 0,0 0,-1 0,0 0,-1-1,0-11,-1 25,-1 0,1 0,-1-1,0 1,0 0,1-1,-1 1,0-1,0 1,0-1,1 1,-1-1,0 1,0-1,0 0,0 0,0 1,0-1,0 0,0 0,0 0,0 0,0 0,0 0,0 0,0-1,0 1,1 0,-1 0,0-1,0 1,0-1,0 1,0-1,1 1,-1-1,0 1,0-1,1 0,-1 1,0-1,1 0,-1 1,1-1,-1 0,1 0,-1 0,1 0,-1 0,1 0,0 1,0-1,-1 0,1 0,0 0,0 0,0 0,0 0,0 0,0 0,0 0,1 0,-1 0,0 0,0 0,1 0,-1 0,0 1,1-2,-6 8,0 0,0 0,1 0,0 0,0 1,0 0,1 0,0 0,0 0,1 0,-1 1,2-1,-1 1,1-1,0 1,1 0,0-1,0 1,1 0,0-1,0 1,1 0,-1-1,2 0,-1 1,1-1,0 0,1 0,0-1,2 5,31 21,3-7</inkml:trace>
  <inkml:trace contextRef="#ctx0" brushRef="#br0" timeOffset="653.968">23825 2174,'0'-30,"-2"15,2-1,0 0,1 1,1-1,0 0,1 1,0 0,7-15,-10 28,1 1,-1 0,1-1,0 1,0 0,0 0,0 0,0-1,0 1,0 0,0 0,0 0,1 1,-1-1,0 0,0 0,1 1,-1-1,1 1,-1-1,0 1,1-1,-1 1,1 0,-1 0,1 0,-1 0,1 0,-1 0,1 0,-1 0,1 1,-1-1,1 1,-1-1,1 1,-1-1,0 1,1 0,-1 0,52 38,54 81,-106-119,0 0,0-1,0 1,0 0,0 0,0 0,0 0,0 0,0 0,0 0,-1 0,1 0,0 0,-1 1,1-1,0 0,-1 0,0 1,1-1,-1 0,0 0,0 1,1-1,-1 0,0 1,0-1,-1 1,1-1,0 0,0 0,-1 1,1-1,-1 0,1 1,-1-1,1 0,-1 0,0 0,1 0,-1 0,0 0,0 0,0 0,0 0,0 0,0 0,0 0,0-1,-1 1,1 0,-1 0,-1-1,0 0,0 0,0 0,-1 0,1 0,0-1,0 1,0-1,0 0,-1 0,1 0,1 0,-1-1,0 1,0-1,0 0,1 0,-1 0,1 0,-1 0,1 0,0-1,0 1,0-1,0 1,1-1,-1 0,1 0,-1 0,1 0,0 0,0 0,0 0,1 0,-1 0,1-1,0 1,-1 0,2 0,-1 0,0-3,4-8,0 0,1-1,0 2,1-1,1 1,0 0,1 0,0 0,7-6,7-13,5-11,-2-1,-1-2,-3 0,-2-2,-1 0,7-38,-3-24,-4-2,1-85,-20 122,1 74,0 0,-1 0,1 0,0 0,-1 0,1 1,-1-1,1 0,-1 0,1 1,-1-1,1 0,-1 1,0-1,1 0,-1 1,0-1,0 1,1-1,-1 1,0 0,0-1,0 1,0 0,1-1,-1 1,0 0,0 0,0 0,0 0,0 0,0 0,0 0,0 0,1 0,-1 0,0 1,0-1,0 0,0 1,0-1,1 0,-1 1,0-1,0 1,0-1,1 1,-1 0,0-1,1 1,-1 0,1-1,-1 1,1 0,-1 0,1-1,-1 1,1 0,0 0,0 0,-1 0,1 0,0 0,-15 22,1 1,1 0,2 1,0 1,2 0,0 0,2 0,1 1,1 0,2 1,-1 17,-1-7,1 0,2 1,2-1,2 0,1 1,1-1,3-1,1 1,2-1,1 0,2-1,1 0,2-1,2-1,1-1,10 12,-25-38,1 0,0-1,0 0,1 0,0 0,0-1,0 0,1 0,0 0,0-1,0 0,1 0,7-1</inkml:trace>
  <inkml:trace contextRef="#ctx0" brushRef="#br0" timeOffset="1604.907">24092 1721,'-175'-99,"173"92,22 8,-19-1,610 75,-355-40,-224-26,-31-8,-1-1,0 1,0-1,1 1,-1-1,0 1,0-1,0 1,0-1,0 1,0-1,0 1,0-1,0 1,0 0,0-1,0 1,0-1,0 1,0-1,-1 1,1-1,0 1,0-1,-1 1,1-1,0 1,-1-1,1 0,0 1,-1-1,1 0,-1 1,1-1,-1 0,1 1,-1-1,1 0,-1 0,1 1,-1-1,1 0,-1 0,1 0,-1 0,1 0,-1 0,1 0,-1 0,1 0,-1 0,0 0,1 0,-1 0,1 0,-1-1,-1 2,-59 18,47-16,0 0,-1 1,1 0,1 1,-1 1,1 0,0 1,0 0,1 1,0 0,0 1,1 1,0 0,1 0,0 1,-2 3,10-10,0-1,1 1,-1 0,1 0,0 0,0 0,0 0,0 0,1 0,-1 0,1 0,0 0,1 0,-1 0,1 0,-1 1,1-1,0-1,1 1,-1 0,1 0,0 0,0-1,0 1,0-1,0 1,1-1,0 0,-1 0,1 0,0-1,3 3,-1-1,0-1,-1 0,1 0,0 0,0 0,1-1,-1 0,0 0,1-1,-1 1,1-1,0 0,-1-1,1 1,0-1,-1 0,1-1,0 1,-1-1,1 0,-1-1,1 1,3-3,0-1,0-1,-1 0,1-1,-1 1,-1-2,1 1,-1-1,-1 0,1-1,-2 1,1-1,-1-1,0 1,-1-1,0 1,0-4,-3 11,-1 2,0 0,-1-1,1 1,0 0,0-1,0 1,0 0,0-1,-1 1,1 0,0-1,0 1,0-1,0 1,0 0,0-1,0 1,0-1,0 1,0 0,1-1,-1 1,0 0,0-1,0 1,0 0,0-1,1 1,-1 0,0-1,0 1,1 0,-1-1,0 1,1 0,-1 0,0-1,1 1,-1 0,0 0,1 0,-1 0,0-1,1 1,-1 0,0 0,1 0,-1 0,1 0,-1 0,0 0,1 0,-1 0,0 0,1 0,-1 0,1 0,-1 1,0-1,1 0,-1 0,0 0,1 0,-1 1,0-1,1 0,-1 0,0 1,2 8,-3-2,1 1,1 0,-1 0,1 0,1 0,-1 0,1 0,1-1,-1 1,1-1,1 0,-1 0,1 0,0 0,1 0,0-1,0 0,0 0,1 0,0-1,0 0,0 0,1 0,-1-1,1 0,2 0,-5-2,1-1,0 0,0 0,0 0,0-1,-1 0,1 0,0 0,0 0,0-1,0 0,0 0,-1 0,1-1,0 1,-1-1,1 0,-1-1,0 1,0-1,0 1,0-1,0-1,0 1,-1 0,0-1,1 0,-1 0,4-6,0 0,0-1,-1 0,0 0,-1-1,0 1,-1-1,-1 0,0-1,1-6,4-156,-8 173,-1 1,1 0,0-1,-1 1,1 0,0-1,0 1,-1-1,1 1,0 0,1-1,-1 1,0 0,0-1,0 1,1 0,-1-1,1 1,-1 0,1-1,-1 1,1 0,0 0,0 0,0 0,-1 0,1 0,0 0,0 0,0 0,1 0,-1 0,0 1,0-1,0 0,1 1,-1-1,0 1,1-1,9 4,-1 0,1 1,-1 0,0 1,0 0,0 1,-1 0,0 0,0 1,3 4,-3-5,-1 1,0 0,-1 0,0 1,0 0,-1 1,0-1,0 1,-1 0,0 1,-1-1,0 1,0 0,-1 0,0 0,-1 0,0 1,-1-1,0 1,-1 6,0-9,0-6,-1 1,1-1,0 0,-1 0,1 1,0-1,1 0,-1 0,0 1,0-1,1 0,0 0,-1 1,1-1,0 0,0 0,0 0,0 0,0 0,1 0,-1-1,1 1,-1 0,1-1,0 1,-1-1,1 1,0-1,0 0,0 0,0 0,0 1,8-1,0 1,0-1,0-1,0 0,0 0,0-1,0 0,0-1,-1 0,1 0,-1-1,1 0,-1-1,0 0,0-1,0 1,-1-2,0 1,0-1,0-1,0 1,-1-1,-1-1,1 1,-1-1,0 0,-1 0,0-1,0 0,0-1,-1 1,-1 0,0 0,0 0,-1 0,0-1,0 1,-1-1,-1 0,0 1,0-1,0 1,-2-1,2 8,0 1,-1 0,1 0,-1 0,0 0,1 0,-1 0,0 0,0 0,1 0,-1 0,0 0,0 0,0 1,0-1,0 0,0 1,-1-1,1 1,0-1,0 1,0-1,0 1,-1 0,1 0,0-1,0 1,-1 0,1 0,0 0,0 0,0 1,-1-1,1 0,0 0,0 1,0-1,-1 1,1-1,0 1,0 0,0-1,0 1,0 0,0-1,0 1,0 0,0 0,1 0,-1 0,0 0,1 0,-1 0,0 0,1 1,-1-1,1 0,0 0,-5 5,0-1,0 1,1 0,0 1,0-1,1 1,-1 0,1-1,1 1,0 1,0-1,0 0,1 0,0 1,0-1,1 1,0-1,0 1,1-1,-1 0,2 1,-1-1,1 0,0 0,1 1,0-2,0 1,0 0,1-1,0 1,0-1,1 0,0-1,0 1,0-1,5 5,5-2,0 0,0-1,1 0,-1-1,1-1,16 4,38 6</inkml:trace>
  <inkml:trace contextRef="#ctx0" brushRef="#br0" timeOffset="-28107.81">10844 824,'-5'-9,"-1"1,1-1,-1 1,-1 0,0 1,0 0,0 0,-1 0,0 1,0 0,0 0,-1 1,0 0,0 1,0 0,-1 0,1 1,-1 1,0-1,0 1,0 1,0 0,0 0,0 1,0 1,0-1,0 1,0 1,0 0,0 1,0 0,1 0,-1 1,1 0,0 0,0 1,1 1,-1-1,-3 5,8-8,0 0,1 0,-1 1,1 0,0-1,0 1,0 0,0 1,0-1,0 0,1 1,0-1,0 1,0 0,0 0,0 0,1 0,0 0,0 0,0 0,0 0,1 1,-1-1,1 0,0 0,0 1,1-1,-1 0,1 0,0 0,0 0,1 1,-1-2,1 1,0 0,0 0,0 0,0-1,1 1,-1-1,2 1,7 2,-1 0,2-1,-1 0,0-1,1 0,0-1,0 0,0-1,0 0,1-1,-1-1,0 0,1 0,-1-1,0-1,0 0,2-1,-8 2,-1 0,1 0,-1 0,1-1,-1 0,1 0,-1 0,0-1,0 0,0 0,-1 0,1 0,-1-1,1 0,-1 0,0 0,-1 0,1-1,-1 1,0-1,0 0,0 0,-1 0,1 0,-1-1,-1 1,1-1,-1 1,0-1,0 1,0-5,-7-31,6 41,0 0,0 1,0-1,0 0,0 0,0 0,0 0,-1 0,1 0,0 1,0-1,0 0,0 0,-1 0,1 0,0 0,0 0,0 0,0 0,-1 0,1 0,0 0,0 0,0 0,-1 0,1 0,0 0,0 0,0 0,0 0,-1 0,1 0,0 0,0 0,0 0,0 0,-1 0,1 0,0-1,0 1,0 0,0 0,0 0,-1 0,1 0,0 0,0-1,0 1,0 0,0 0,0 0,0 0,0-1,0 1,-4 19,3-14,0 1,0 0,1 0,-1 0,1-1,1 1,-1 0,1 0,0 0,1-1,-1 1,1-1,0 1,0-1,1 1,-1-1,1 0,1 0,-1 0,1-1,-1 1,1-1,1 0,-1 0,0 0,1-1,0 0,0 1,0-2,0 1,1 0,7-1,-1 0,1 0,0-1,0-1,0 0,0-1,0 0,0-1,-1 0,1-1,-1-1,1 0,-1 0,0-1,-1-1,1 0,-1-1,0 0,-1-1,0 0,0 0,-1-1,7-8,-11 12,0-1,0 1,-1-1,0 0,0 0,-1 0,0-1,0 1,0-1,-1 1,0-1,0 0,0 0,-1 0,0 0,-1-1,0 1,0-7,-1 14,1 0,0-1,0 1,-1 0,1-1,0 1,-1 0,1-1,0 1,-1 0,1 0,-1 0,1-1,-1 1,1 0,0 0,-1 0,1 0,-1 0,1 0,-1 0,1 0,0 0,-1 0,1 0,-1 0,1 0,-1 0,1 0,0 1,-1-1,1 0,-1 0,1 0,0 1,-1-1,1 0,0 0,-1 1,1-1,0 0,-1 1,1-1,0 0,0 1,-1-1,1 1,0-1,0 0,0 1,0-1,-1 1,1-1,0 1,0-1,0 0,0 1,0-1,0 1,0-1,0 1,0-1,1 1,-1-1,0 0,0 1,0-1,-2 6,0-1,0 0,0 1,1 0,-1-1,1 1,1 0,-1-1,1 1,0 0,0 0,1-1,0 1,0 0,0 0,1-1,-1 1,1-1,1 0,-1 1,1-1,0 0,0 0,0-1,1 1,0-1,-1 0,2 0,-1 0,0 0,1 0,0-1,0 0,1 1,5-1,-1-1,1 0,-1 0,1-1,0 0,-1-1,1 0,0 0,0-2,-1 1,1-1,-1-1,1 0,-1 0,0-1,0 0,-1-1,1 0,-1-1,0 0,0 0,-1-1,0 0,0 0,0-1,-1 0,0 0,-1-1,0 0,0 0,-1 0,0-1,1-4,10 77,-14-57,0 1,1 0,1-1,-1 0,1 0,0 0,0 0,0 0,1-1,0 0,0 0,1 0,-1 0,1-1,0 0,0 0,0-1,1 0,-1 0,1 0,0-1,0 0,0 0,0-1,0 0,0 0,0-1,4 0,3 0,-1-1,1 0,-1-1,0-1,1 0,-2-1,1-1,0 0,-1 0,0-1,0-1,0 0,-1 0,0-1,-1-1,0 0,0 0,0-1,-2 0,1-1,-1 0,-1 0,0 0,0-1,-1-1,3-8,1-20,-1-1,-2 0,-2-1,-2 1,-2-1,-3-38,1 42,-9-221,6 251,2 25,0 47,2 0,4 0,2 0,2 0,4-1,2-1,3 0,3 0,25 53,-37-94,2 0,0 0,0-1,2 0,0-1,4 2,1-5,-4-10</inkml:trace>
  <inkml:trace contextRef="#ctx0" brushRef="#br0" timeOffset="-26479.959">12047 543,'-54'-39,"-2"1,-1 3,-41-17,71 38,11 3,21 6,33 9,-35-4,488 57,-473-54,3-2,-1 2,0 0,0 1,0 1,0 1,-1 1,0 0,-1 2,15 8,-30-15,1 0,-1 1,0 0,0 0,0 0,0 0,0 0,-1 1,1-1,-1 1,0 0,0 0,0-1,-1 1,1 0,-1 1,0-1,0 0,-1 0,1 0,-1 1,0-1,0 0,0 0,-1 1,0 2,-41 107,30-90,11-22,-26 75,26-74,0 0,1 0,0 0,0 0,0 0,0 0,0 0,1 0,-1 0,1 0,0 0,-1 0,1 0,1-1,-1 1,0 0,1 0,0-1,-1 1,1-1,0 0,0 0,0 1,1-1,1 1,0 0,0 0,1 0,0 0,0-1,0 1,0-1,0 0,0-1,0 1,1-1,-1 0,1-1,-1 1,1-1,-1 0,1 0,-1-1,0 0,1 0,-1 0,0 0,1-1,-1 0,0 0,0 0,0-1,-1 0,1 0,-1 0,1 0,-1-1,0 1,0-1,-1 0,1-1,-1 1,0-1,0 1,0-1,0-1,-1-3,-1 0,0 0,0 0,-1-1,0 1,-1 0,0 0,-1 0,1-1,-2 2,1-1,-1 0,-1 0,1 1,-1 0,-1-1,0 2,0-1,0 0,-1 1,0 0,-1 1,0-1,1 1,-2 1,1-1,-1 1,0 0,0 1,0 0,-1 0,1 1,-1 0,0 0,0 1,-8-1,16 3,1-1,-1 1,1 0,-1-1,1 1,-1 0,1 0,-1-1,0 1,1 0,-1 0,0 0,1 0,-1 0,1 0,-1 0,0 0,1 0,-1 0,0 0,1 0,-1 0,1 0,-1 1,0-1,1 0,-1 0,1 1,-1-1,1 0,-1 1,1-1,-1 1,1-1,-1 1,1-1,0 1,-1-1,1 1,0-1,-1 1,1-1,0 2,123 8,-88-10,202 4,-233-4,1 0,-1 0,0 1,1-1,-1 1,1 0,-1 0,0 0,0 1,0-1,0 1,0 0,0 1,0-1,0 0,-1 1,1 0,-1 0,0 0,0 0,0 1,0-1,-1 1,1-1,-1 1,0 0,1 2,0 55,-4-57,0 0,0-1,1 1,-1 0,1 0,0-1,0 1,0 0,0 0,1-1,0 1,-1 0,1-1,1 1,-1 0,0-1,1 0,0 1,0-1,0 0,0 0,0 0,0 0,1 0,0 0,-1-1,1 1,0-1,0 0,1 0,-1 0,0 0,1-1,1 2,1-2,-1-1,1 1,-1-1,0 0,1 0,-1 0,1-1,-1 1,0-1,1-1,-1 1,0-1,0 0,0 0,0-1,0 1,0-1,-1 0,1 0,-1-1,0 1,0-1,1-1,2-3,0-1,0 0,-1 0,0 0,0-1,-1 1,0-1,-1-1,0 1,-1-1,0 0,8-66,-4 111,-6 0,-2-24,1 1,0-1,0 1,1-1,1 0,0 1,0-1,1 0,0 0,1 0,0-1,0 1,1-1,6 8,-9-14,1-1,0 0,-1 1,1-1,0 0,1 0,-1-1,0 1,0-1,1 1,-1-1,1 0,-1 0,1-1,-1 1,1-1,0 0,-1 0,1 0,0 0,-1 0,1-1,-1 0,1 0,-1 0,1 0,-1 0,0-1,1 1,0-2,5-2,0 0,0-1,0 0,-1-1,0 0,0 0,-1-1,0 1,6-10,-5 6,-1-1,-1 0,1-1,-2 0,0 0,-1 0,0 0,-1-1,0 1,-1-1,-1 0,0 0,-1-5,3 29,1-1,-1 0,2 0,-1 0,1-1,0 0,1 1,0-2,1 1,-1-1,1 0,0 0,1-1,0 0,0 0,0-1,1 0,0-1,7 4,20 7,1-2,0-1,1-1,1-3,-1-1,1-2,1-1,-1-2,0-2,15-3,-41 4,0-1,1 0,-1-1,0 0,0-1,0-1,0 0,0-1,-1 0,1-1,-1 0,0-1,-1 0,1-1,3-4,-13 9,0 0,0 0,0-1,-1 1,1-1,-1 1,1-1,-1 0,0 1,0-1,-1 0,1 0,0 1,-1-1,0 0,0 0,1 0,-2 0,1 0,0 0,-1 1,1-1,-1 0,0 0,0 0,0 1,0-1,0 0,-1 1,-1-3,-1-2,-1 1,0 0,-1-1,0 2,1-1,-2 1,1 0,-1 0,0 0,-3-1,3 2,1 0,-1 1,1-1,-1 1,0 1,0-1,0 1,0 0,-1 1,1 0,-1 0,1 0,0 1,-1 0,1 1,-1 0,1 0,0 0,-1 1,1 0,0 1,0-1,0 1,1 1,-1-1,1 1,0 0,0 1,0-1,0 1,1 0,0 1,0-1,0 1,1 0,-1 0,2 1,-1 0,2-2,0-1,0 0,1 1,0-1,0 1,0 0,0-1,1 1,0 0,0 0,0-1,1 1,-1 0,1-1,0 1,0-1,1 1,0-1,-1 1,1-1,1 0,-1 0,1 0,-1 0,1 0,0-1,1 1,-1-1,0 0,1 0,0 0,0 0,0-1,0 1,0-1,0 0,1-1,-1 1,1-1,-1 1,1-2,0 1,-1 0,1-1,0 0,0 0,7-1,1-1,0 0,-1-1,1 0,-1-1,0 0,0-1,0-1,-1 0,0 0,0-1,0-1,-1 0,0 0,-1-1,0 0,0 0,-1-1,0 0,0-2,-10 18,0 0,1 0,0 1,0-1,1 0,-1 0,1 1,1-1,-1 0,1 0,0 1,0-1,1 0,0 0,0 0,3 5,-2-6,1 0,0 0,0 0,0-1,0 1,1-1,0 0,0 0,0 0,0-1,0 0,1 0,-1 0,1-1,0 0,0 0,0 0,0-1,0 0,0 0,1 0,-1-1,7 1,0-1,0-1,0 1,0-2,0 0,-1-1,1 0,-1-1,1 0,1-2,-3 0,0 0,-1-2,0 1,0-1,-1 0,0-1,0 0,-1-1,-1 1,1-1,-1-1,-1 0,0 0,-1 0,0 0,0-1,-2 0,1 0,-1 0,-1 0,0-1,-1 1,0-11,6-97,-5 0,-5-3,0 25,2 5,1 93,-1-13,-4 23,-18 70,4 0,4 1,3 3,7-52,2-1,1 0,2 1,1 0,1-1,5 24,-4-44,-1 1,2-1,-1 1,1-1,1 0,0 0,1-1,0 0,1 0,-1 0,2-1,0 0,0 0,0 0,1-2,0 1,1-1,0 0,3 1,-6-4,0-1,1 1,0-1,0-1,0 1,0-1,0-1,0 0,0 0,0 0,2-1,-7 0,1 0,-1-1,0 1,1-1,-1 1,0-1,0 0,1 0,-1-1,0 1,0-1,0 1,0-1,-1 0,1 0,0 0,-1-1,0 1,1-1,-1 1,0-1,0 0,0 0,-1 1,1-1,-1-1,1 1,-1-1,1-4,-1 0,-1 0,1 0,-1 0,-1 0,1 1,-1-1,-1 0,1 0,-1 0,-1 1,1-1,-1 1,-1 0,1 0,-1 0,-3-3,-21-39</inkml:trace>
  <inkml:trace contextRef="#ctx0" brushRef="#br0" timeOffset="-26226.642">14387 169,'22'0,"31"3,34 2,30 3,26 3,14 1,2-1,-25-3</inkml:trace>
  <inkml:trace contextRef="#ctx0" brushRef="#br0" timeOffset="-30059.333">8130 143,'-6'56,"3"0,2 0,4 34,-1-14,-1 7,-1-19,2-1,3 1,9 40,-14-100,0 0,1 1,0-1,-1 0,1 0,1 0,-1 0,1 0,-1 0,1 0,0 0,1-1,-1 1,0-1,1 0,0 0,0 1,0-2,0 1,1 0,-1-1,1 1,-1-1,1 0,0 0,0-1,0 1,0-1,0 0,0 0,0 0,1 0,7-3,-1 0,1-1,0 0,-1-1,1 0,-1-1,0 0,-1-1,1 0,-1-1,0 0,-1 0,0-1,0-1,0 1,-1-1,2-4,45-72,-46 84,-9 20,0-17,0 15,-2-12,1 0,1 1,-1-1,1 0,0 1,0-1,0 0,1 1,0-1,0 0,0 1,1-1,-1 0,1 0,1 0,-1-1,1 1,-1 0,1-1,1 0,-1 1,1-1,-1 0,1-1,0 1,2 0,14 5</inkml:trace>
  <inkml:trace contextRef="#ctx0" brushRef="#br0" timeOffset="-29793.049">8665 571,'-18'-7,"-9"-5,-3-2,-3-1,-1 0,5 2</inkml:trace>
  <inkml:trace contextRef="#ctx0" brushRef="#br0" timeOffset="-29544.469">7983 276,'20'-2,"23"-1,23 0,22 1,19 1,16-1,11 2,-18 0</inkml:trace>
  <inkml:trace contextRef="#ctx0" brushRef="#br0" timeOffset="-29196.269">9199 918,'-18'363,"-5"95,15-411,-10-65,-27-152,36 122,-27-134,8-2,7-13,18 175,2 0,0 0,2-1,0 1,1 0,2 0,0 0,3-8,-5 26,0-1,-1 1,2 0,-1 0,0 0,1 0,0 0,0 1,0-1,0 1,1 0,-1 0,1 0,0 0,-1 0,2 1,-1 0,0 0,0 0,1 0,-1 1,0 0,1-1,0 2,-1-1,1 0,0 1,-1 0,1 0,0 1,-1-1,3 1,9 3,1 1,-1 0,0 1,-1 1,1 0,-1 1,-1 1,1 0,-2 1,1 0,-1 1,-1 1,0 0,-1 1,0 0,7 12,-16-22,0-1,0 0,0 1,0 0,-1-1,1 1,-1 0,1 0,-1 0,0-1,0 2,-1-1,1 0,-1 0,1 0,-1 0,0 0,0 0,0 0,-1 0,1 1,-1-1,1 0,-1 0,0 0,0-1,-1 1,1 0,-1 0,1 0,-1-1,0 1,0-1,0 0,0 1,0-1,-3 2,-7 2,-1-1,1 0,-1 0,-1-1,1-1,0 0,-1-1,0-1,1 0,-1 0,0-2,-9 0,21 1,-2 0,0 0,0 0,0 0,0 0,0-1,0 0,1 1,-1-1,0-1,1 1,-1 0,0-1,1 0,0 0,-1 0,1 0,-1-1,-4-9</inkml:trace>
  <inkml:trace contextRef="#ctx0" brushRef="#br0" timeOffset="-35183.212">55 223,'0'13,"0"17,0 16,-2 14,-3 13,-3 7,-3 2,1-1,2-9,3-9,1-13,2-15</inkml:trace>
  <inkml:trace contextRef="#ctx0" brushRef="#br0" timeOffset="-33606.311">617 691,'-10'-11,"-1"2,0-1,0 1,-1 1,-1 0,1 1,-1 0,-2 0,10 5,0 0,-1 0,1 1,0 0,0 0,-1 0,1 0,0 1,-1 0,1 0,0 0,-1 1,1 0,0 0,-1 0,1 1,0 0,0 0,0 0,1 0,-1 1,0 0,0 0,-1 2,0 1,0-1,0 1,1 0,0 0,0 1,0 0,1-1,0 2,1-1,0 0,0 1,0-1,1 1,0 0,0 0,1 0,0 0,0 0,1 0,0 0,1 0,1 7,-1-11,1 0,0-1,0 1,1-1,-1 1,1-1,-1 0,1 0,0 0,0 0,1-1,-1 1,1-1,-1 0,1 0,-1 0,1 0,0-1,0 1,0-1,0 0,0 0,0-1,0 1,1-1,-1 0,0 0,0 0,0 0,0-1,0 0,1 0,-1 0,-1 0,1-1,0 1,0-1,0 0,-1 0,1-1,-1 1,0-1,0 0,0 1,3-4,6-5,0 0,-1-1,0 0,-1-1,0 0,-1-1,-1 0,0 0,-1-1,0 0,-1 0,-1 0,2-12,1-3,-2-2,-2 1,0-1,-2 1,-2-1,-2-18,-5 14,7 36,0-1,0 1,0-1,-1 1,1-1,0 1,0-1,0 1,-1-1,1 1,0 0,0-1,-1 1,1-1,0 1,-1 0,1-1,-1 1,1 0,0-1,-1 1,1 0,-1 0,1-1,-1 1,1 0,-1 0,1 0,-1 0,1 0,-1 0,1 0,-1 0,1 0,-1 0,1 0,-1 0,1 0,-1 0,1 0,0 0,-1 0,1 1,-1-1,1 0,-1 0,1 1,-1-1,1 0,0 1,-1-1,1 0,0 1,-1-1,1 0,0 1,-1-1,1 1,0-1,0 1,0-1,-1 1,1-1,0 1,-6 12,0 0,1 0,0 0,1 1,1 0,0 0,1 0,0 0,1 0,1 10,-1 0,1 0,1 0,1 0,1-1,1 1,1-1,1 0,1 1,-4-16,0 0,0 0,0 0,1 0,0-1,1 0,0 0,0 0,0-1,1 1,0-1,0 0,0-1,1 0,0 0,0 0,0-1,1 0,-1 0,1-1,0 0,0 0,0-1,1 0,6-2,-1-1,1 0,-1-1,1 0,-1-1,0-1,0-1,0 0,-1 0,0-1,0-1,0 0,-1-1,0 0,0-1,-1-1,0 0,-1 0,0-1,-1 0,0 0,0-1,5-12,-7 15,-1-2,0 1,0 0,-1-1,0 0,-1-1,0 1,-1-1,0 1,-1-1,0 0,0-11,-2 22,0-1,0 1,0 0,0-1,0 1,-1 0,1-1,0 1,0 0,-1 0,1-1,-1 1,1 0,-1 0,0 0,1 0,-1 0,0 0,0 0,0 0,0 0,0 0,0 0,0 0,0 0,0 1,0-1,0 0,-1 1,1-1,0 1,0 0,-1-1,1 1,0 0,-1 0,1 0,0-1,-1 1,1 1,0-1,0 0,-1 0,1 0,0 1,-1-1,1 1,0-1,0 1,0-1,-1 1,1 0,0 0,0-1,0 1,0 0,0 1,-5 4,0 0,1 1,0 0,0 0,1 1,0-1,0 1,1 0,0 0,0 0,1 0,0 0,0 1,1-1,0 1,1-1,0 1,0-1,1 1,0-1,1 5,0-7,1 1,-1-1,2 0,-1-1,0 1,1-1,0 1,1-1,-1 0,1 0,0-1,0 0,0 0,1 0,-1 0,1-1,0 0,0 0,0 0,0-1,1 0,-1 0,1-1,-1 0,5 1,35 6</inkml:trace>
  <inkml:trace contextRef="#ctx0" brushRef="#br0" timeOffset="-33351.847">1432 557,'-2'14,"-1"11,0 8,1 5,3 4,1-2,0-2,2-6,3-6,2-8,3-6,2-6,7-7,6-10,6-8,-3-2</inkml:trace>
  <inkml:trace contextRef="#ctx0" brushRef="#br0" timeOffset="-32757.374">1740 624,'-3'9,"0"-1,1 1,0 0,0-1,1 1,0 0,1 0,0 0,0 0,1 0,0 0,1 0,0 0,0 0,1-1,0 1,1-1,0 0,0 0,0 0,1-1,0 1,1-1,0 0,4 4,2-4,-1 0,1 0,0-1,0-1,1 0,-1 0,1-1,0-1,0 0,1-1,-1-1,0 0,1-1,-1 0,1-1,-1 0,0-1,1-1,-1 0,0 0,-1-2,1 1,-1-2,0 0,0 0,0-1,-1 0,0-1,-1-1,0 1,0-2,-1 1,0-1,0-1,-1 0,4-7,2-13,-1 0,-1-2,-2 1,-1-1,-2-1,-1 1,-1-1,-2 0,-2 0,-1-1,-2-9,3-20,9-126,-7 174,0 31,-17 244,4-144,9-90,-4 5,3 1,0 0,2 0,2 0,0 0,2 0,2-1,0 1,10 23,-12-46,0 0,1 0,0-1,0 0,1 0,0 0,0-1,0 0,1 0,0-1,0 1,1-1,-1-1,1 0,0 0,0 0,0-1,1 0,-1-1,1 0,0 0,0-1,-1 0,1 0,0-1,0 0,0-1,0 0,-1-1,1 1,0-1,-1-1,1 0,-1 0,0-1,0 0,0 0,-1-1,6-4,-5 2,-1 0,0-1,-1 1,0-1,0-1,-1 1,0-1,0 0,-1 0,0 0,0-3,8-16,-7 54,-6 23,6 74,-5-120,1 0,0 0,1 1,-1-1,0 0,1 0,0 0,0 0,0-1,0 1,0 0,0-1,1 1,-1-1,1 0,0 0,-1 0,1 0,0 0,0-1,0 1,1-1,1 1,20 5</inkml:trace>
  <inkml:trace contextRef="#ctx0" brushRef="#br0" timeOffset="-32491.03">2903 637,'-18'-4,"-9"-5,-3-4,0-3,1-3,6 2</inkml:trace>
  <inkml:trace contextRef="#ctx0" brushRef="#br0" timeOffset="-32119.619">2141 276,'42'8,"1"-1,0-3,40-1,-59-3,851 6,-582-7,-252 1,92-9,-131 9,0 0,0-1,0 0,0 1,0-1,0 0,0 0,0 0,-1 0,1 0,0-1,-1 1,1 0,-1-1,1 1,-1-1,0 0,1 1,-1-1,0 0,0 0,0 0,-1 0,1 0,0 0,-1 0,1 0,-1 0,0 0,1 0,-1 0,0 0,0 0,-1 0,1 0,0-1,-1 1,1 0,-1 0,1 0,-1 0,-43-78,38 73,-1-1,0 1,0 1,-1-1,0 1,0 0,-1 1,0 0,1 1,-2-1,-7-1,14 4,-1 1,1 0,0 1,-1-1,1 0,-1 1,1 0,-1 0,1 0,-1 0,1 1,-1-1,1 1,-1 0,1 0,0 0,-1 0,1 1,0-1,0 1,0 0,0 0,0 0,1 0,-1 1,0-1,1 1,0-1,0 1,0 0,0 0,0 0,0 0,-1 3,-3 11,1 0,0 0,1 1,0-1,2 1,0 0,1 0,2 15,-2-12,-7 547,-8-33,2-417,5-84</inkml:trace>
  <inkml:trace contextRef="#ctx0" brushRef="#br0" timeOffset="-31799.23">3210 785,'38'-3,"0"-2,0-1,0-2,-1-1,33-14,-11 5,-32 10,-9 1,1 1,-1 1,1 1,1 1,-1 0,0 1,0 1,1 1,0 1,-15 1,1 1,-1-1,0 1,0 0,0 0,0 0,-1 1,1 0,-1 0,0 0,0 0,0 1,-1-1,0 1,0 0,0 0,0 0,-1 1,0-1,0 1,0-1,-1 1,1-1,-2 1,1 0,0 0,-1 0,0 1,12 44,-12-48,0 0,1 0,-1 0,1 0,0 0,0 0,0-1,0 1,1 0,-1-1,1 1,0-1,-1 1,1-1,0 0,0 0,1 1,-1-2,0 1,1 0,-1 0,1-1,-1 1,1-1,0 0,0 0,-1 0,1 0,0 0,0-1,0 1,3-1,8-6</inkml:trace>
  <inkml:trace contextRef="#ctx0" brushRef="#br0" timeOffset="-31550.828">3879 397,'-5'13,"4"10,10 3,4-4</inkml:trace>
  <inkml:trace contextRef="#ctx0" brushRef="#br0" timeOffset="-30508.209">4521 664,'-32'-9,"0"1,-1 1,0 1,-11 1,34 5,0 0,0 0,0 0,-1 1,1 1,0 0,0 0,0 1,1 1,-1-1,1 1,-1 1,1 0,1 0,-1 1,0 0,6-3,-1-1,1 1,0-1,0 1,0 0,1 0,-1 0,1 0,-1 1,1-1,0 1,0-1,1 1,-1 0,1 0,0 0,0-1,0 1,0 0,1 0,0 0,0 1,0-1,0 0,0 0,1 0,0 0,0 0,0-1,0 1,0 0,2 3,4 0,1 0,-1-1,1 1,0-1,1-1,-1 1,1-2,0 1,0-1,1 0,-1-1,1 0,0-1,0 0,0-1,7 1,64 8,2-4,-1-4,0-3,0-4,0-3,64-16,-108 18,125-31,-162 37,0 0,0 0,0 1,0-1,0 0,0 0,0-1,0 1,0 0,0 0,0 0,0-1,0 1,0 0,0-1,0 1,-1-1,1 1,0-1,0 0,0 1,-1-1,1 0,0 1,-1-1,1 0,-1 0,1 1,-1-1,1 0,-1 0,1 0,-1 0,0 0,0 0,1 0,-1 0,0 0,0 0,0 0,0 0,0 0,0 0,0 1,-1-1,1 0,0 0,0 0,-1 0,1 0,0 0,-1 0,1 0,-1 1,0-1,1 0,-1 0,1 1,-1-1,0 0,0 1,1-1,-1 0,0 1,0-1,-21-11,0 1,0 2,-1 0,0 1,-1 1,1 1,-12-1,29 6,3 0,0-1,1 1,-1 0,0 1,0-1,0 0,0 1,0 0,0 0,0 0,0 0,1 0,-1 0,0 1,0-1,0 1,0 0,0 0,1 0,-1 0,0 0,1 1,-1-1,1 1,-1 0,1 0,-2 1,2 5,0-1,1 1,0 0,0-1,0 1,1 0,0-1,1 1,0 0,0 0,0-1,1 1,0-1,1 0,0 1,0-1,0 0,4 4,-4-6,-1 0,2 0,-1-1,0 0,1 1,0-1,0 0,0-1,1 1,-1-1,1 0,0 0,0 0,0-1,0 1,0-1,0-1,1 1,-1-1,1 0,-1 0,1 0,0-1,-1 0,1 0,-1 0,1-1,-1 0,1 0,-1 0,1-1,-1 1,0-1,1-1,-1 1,0-1,4-3,96-92,-104 97,1 1,0-1,-1 1,1 0,0 0,-1 0,1 0,0 0,-1 0,1 0,0 1,-1-1,1 0,-1 1,1-1,-1 1,1 0,-1 0,1-1,-1 1,1 0,-1 0,0 0,0 1,1-1,-1 0,0 0,0 1,0-1,-1 0,1 1,0-1,0 1,-1-1,1 1,-1-1,1 1,-1 0,1 1,5 8,-1-4,1 0,0 0,0-1,1 1,0-1,0-1,0 1,0-1,1-1,0 1,0-2,0 1,1-1,2 1,-7-3,1 1,-1-1,1 0,0-1,-1 1,1-1,0 0,0 0,-1 0,1-1,0 0,-1 0,1 0,0 0,-1-1,1 0,-1 0,0 0,0 0,0-1,0 1,0-1,0 0,-1 0,1-1,-1 1,2-3,2-8,0 1,-1 0,0-1,-2 0,1-1,-2 1,0-1,0 1,-2-1,0 0,0 0,-2 0,1 0,-4-13,2-23,2 50,1 0,-1 0,0 0,0 0,1 0,-1 0,0 0,1 1,-1-1,1 0,-1 0,1 0,-1 0,1 1,0-1,-1 0,1 1,0-1,0 0,0 1,-1-1,1 1,0-1,0 1,0-1,0 1,0 0,0 0,0-1,0 1,0 0,0 0,0 0,0 0,0 0,0 0,0 0,0 0,0 1,0-1,0 0,-1 1,1-1,0 0,0 1,0-1,0 1,0-1,-1 1,1 0,0-1,0 1,-1 0,2 0,9 3,120 30,-91-27,-1 3,-1 1,0 2,16 9,-48-19,-1 0,1 0,-1 1,0-1,0 1,0 1,0-1,-1 1,0-1,0 1,0 1,0-1,-1 0,0 1,0 0,0-1,-1 1,0 0,0 1,-1-1,1 0,-1 0,-1 1,1-1,-1 0,0 2,-3 86,5-91,1-1,0 1,0-1,0 1,0-1,1 0,-1 0,0 0,1-1,-1 1,1-1,0 0,-1 0,1 0,0 0,0-1,0 1,0-1,-1 0,1 0,0-1,0 1,0-1,0 0,1 0,21-3,0 0,-1-2,1-1,-1 0,-1-2,0-1,0-2,-1 0,14-9,-31 18,-1 0,1 0,-1-1,0 0,0 1,0-2,0 1,-1-1,0 1,0-1,0 0,0-1,-1 1,0-1,0 1,0-1,-1 0,0 0,0 0,0 0,-1 0,0-1,0 1,-1 0,0-1,0 1,0 0,-1-1,0 1,0 0,0-1,-1 1,-1 1,1 0,-1 0,-1 0,1 0,-1 0,0 1,0 0,0 0,-1 0,1 0,-1 1,0-1,0 1,0 0,-1 1,1-1,-1 1,-3-1,6 3,0-1,0 0,0 1,-1-1,1 1,0 0,0 0,-1 0,1 0,0 1,0-1,0 1,-1 0,1 0,0 0,0 1,0-1,1 1,-1-1,0 1,0 0,1 0,-1 0,1 0,0 1,0-1,-1 1,2-1,-1 1,0 0,0 0,1-1,0 1,-1 1,0 1,0 0,1 0,-1 0,1 1,0-1,0 1,1-1,-1 1,1 0,0-1,1 1,0-1,-1 1,2-1,-1 0,1 1,0-1,0 0,0 0,0 0,1 0,0 0,0-1,1 1,-1-1,1 0,0 0,0 0,4 3,6 4,0 0,1-1,0-1,1 0,0-1,0-1,1 0,15 4,34 4,1-3,0-3,1-2,30-3,28 0</inkml:trace>
  <inkml:trace contextRef="#ctx0" brushRef="#br0" timeOffset="-23601.459">363 1426,'308'-11,"512"23,-353 14,-152-26,263 11,-149 31,371-42,-63 14,298-23,-259-4,730-49,-419-10,602 22,-484 18,85-29,-658 52,-484 20,-123-4,-22-3</inkml:trace>
  <inkml:trace contextRef="#ctx0" brushRef="#br0" timeOffset="-20068.609">924 2482,'-2'0,"1"0,6 0,8 3,12 0,10 0,11-1,6-1,4 0,-1 0,-3-1,-6 2,-6 1,-7 0,-8-1,-7 0</inkml:trace>
  <inkml:trace contextRef="#ctx0" brushRef="#br0" timeOffset="-19279.604">2342 2322,'-2'1,"-52"25,52-26,1 1,0-1,-1 1,1-1,-1 0,1 0,0 1,-1-1,1 0,-1 0,1 0,0-1,-1 1,1 0,-1 0,1-1,0 1,-1-1,1 1,0-1,-1 0,1 1,0-1,0 0,0 0,0 0,0 0,0 0,0 0,0 0,0 0,0 0,0-1,1 1,-1 0,1 0,-1-1,0 0,1-1,-1 0,1 0,0 0,-1-1,1 1,1 0,-1 0,0 0,1-1,0 1,0 0,0 0,0 0,0 0,0 0,1 1,-1-1,1 0,0 1,0-1,0 1,0-1,0 1,1 0,0-1,69-43,-67 44,-1 0,2 0,-1 0,0 0,0 1,0 0,1 0,-1 1,1-1,-1 1,0 0,1 1,-1-1,0 1,1 0,-1 0,0 1,0 0,0 0,0 0,0 0,0 1,0 0,-1 0,0 0,1 0,-1 1,0-1,-1 1,1 0,-1 1,0-1,0 0,0 1,0 0,-1 0,1 1,0 2,0 0,-1 1,0-1,-1 1,1 0,-2-1,1 1,-1 0,0-1,-1 1,0 0,-1-1,0 1,0-1,0 1,-1-1,-1 0,1 0,-1 0,-1-1,1 1,-1-1,-3 3,-3 4,0-1,-1-1,-1 1,0-2,0 0,-1-1,0 0,-1-1,0 0,-1-1,-7 2,-40 5,61-14,0-1,0 0,0 0,0 0,0 0,0 0,0-1,0 1,0 0,0-1,0 0,0 1,0-1,0 0,0 0,1 0,-1 0,0-1,1 1,-1 0,1-1,-1 1,1-1,0 1,-1-1,1 0,0 1,0-1,0-1,0 1,1 0,-1 1,1-1,-1 0,1 0,0 1,0-1,0 0,0 0,0 1,1-1,-1 0,0 0,1 1,-1-1,1 0,0 1,-1-1,1 1,0-1,0 1,0-1,0 1,0-1,1 1,-1 0,0 0,1 0,-1 0,1 0,-1 0,1 0,-1 0,1 0,-1 1,1-1,0 1,-1-1,2 1,70-9,-47 14,0 2,-1 1,0 0,0 2,-1 1,14 10,80 31,-105-47,0-1,0-1,0 0,1-1,0 0,-1-1,11-1,-20 0,0 0,0 0,0-1,0 1,0-1,0 0,-1-1,1 1,0-1,-1 1,1-1,-1 0,1 0,-1-1,0 1,0-1,0 0,0 1,0-1,-1-1,1 1,-1 0,0 0,0-1,0 1,-1-1,1 0,0-1,10-37,-8 30</inkml:trace>
  <inkml:trace contextRef="#ctx0" brushRef="#br0" timeOffset="-18479.299">3839 2054,'0'76,"2"4,-3 0,-4 0,-4 0,-9 35,86-201,-64 81,1 0,-1 1,1 0,0-1,1 2,-1-1,1 1,-1 0,1 0,0 0,0 1,0 0,1 0,-1 0,0 1,1 0,-1 1,1-1,-1 1,1 0,-1 1,1-1,-1 1,1 1,-1-1,0 1,0 0,0 1,0-1,0 1,0 0,-1 1,3 1,-2-1,0 0,0 1,-1 0,0 0,0 0,0 1,-1-1,1 1,-1 0,-1 0,1 1,-1-1,0 1,-1 0,1 0,-1 0,-1 0,1 0,-1 0,-1 0,1 0,-1 1,0-1,-1 0,0 0,0 0,-1 4,0-8,0 0,0 0,0-1,0 1,0-1,-1 0,1 1,-1-1,1 0,-1 0,0-1,0 1,0-1,0 1,0-1,0 0,0 0,0 0,0-1,-1 1,1-1,0 1,-1-1,1 0,0-1,-1 1,1 0,0-1,0 0,-3-1,-4 0,1-1,-1-1,1 0,0 0,-1-1,2 0,-1-1,1 0,-4-3,11 9,0-1,0 1,-1-1,1 1,0-1,0 0,0 0,0 1,0-1,0 0,0 0,0 0,0 0,1 0,-1 0,0-1,1 1,-1 0,0 0,1 0,0-1,-1 1,1 0,0-1,-1 1,1 0,0-1,0 1,0 0,0-1,1 1,-1 0,0 0,0-1,1 1,-1 0,1-1,-1 1,1 0,0 0,-1 0,1 0,0 0,0 0,-1 0,1 0,0 0,0 0,1-1,119-39,-83 31,202-46,-238 55,-1 1,1-1,0 1,-1-1,1 1,0 0,-1 0,1 0,0 0,-1 0,1 0,0 0,-1 1,1-1,0 0,-1 1,1 0,-1-1,1 1,-1 0,1 0,-1-1,0 1,1 0,-1 1,0-1,0 0,1 0,-1 0,0 1,0-1,-1 1,1-1,0 1,0-1,-1 1,1-1,-1 1,1-1,-1 1,0 0,1-1,-1 1,0 0,0 1,0 37,9 51,-8-87,0-1,0 1,1-1,-1 0,1 0,0 0,0 0,0 0,0 0,0 0,1 0,0-1,-1 1,1-1,0 0,0 0,0 0,0 0,0-1,1 1,-1-1,1 0,1 1,20 1,-2-5</inkml:trace>
  <inkml:trace contextRef="#ctx0" brushRef="#br0" timeOffset="-18227.444">4387 2174,'21'14,"6"4</inkml:trace>
  <inkml:trace contextRef="#ctx0" brushRef="#br0" timeOffset="-17669.358">5256 2402,'0'-1,"-119"-53,113 52,0 1,0 0,0 0,0 0,-1 1,1 0,0 0,0 1,-1-1,1 1,0 1,0-1,0 1,0 0,0 1,1-1,-1 1,1 0,-4 3,-60 64,67-68,1 1,-1-1,0 1,1-1,0 1,-1 0,1-1,0 1,1 0,-1 0,0 0,1 0,-1 0,1-1,0 1,0 0,0 0,1 0,-1 0,1 0,-1 0,1 0,0 0,0-1,0 1,1 0,-1-1,1 1,-1-1,1 1,1 0,8 5,0 0,1-1,0 0,0-1,0-1,1 0,0 0,0-2,0 1,0-2,7 1,-6 0,189 40,-202-43,-1-1,1 1,0 0,0 0,0 0,-1 0,1 0,0 0,0 0,-1 0,1 0,0 0,0 1,-1-1,1 0,0 0,0 1,-1-1,1 0,0 1,-1-1,1 1,0-1,-1 1,1-1,-1 1,1-1,-1 1,1 0,-1-1,0 1,1 0,-1-1,0 1,1 0,-1 0,0-1,0 1,0 0,1 0,-1-1,0 1,0 0,0 0,0-1,-1 1,1 0,0 0,0 0,0-1,-1 1,1 0,0-1,0 1,-1 0,1-1,-1 1,1 0,-1-1,1 1,-1-1,1 1,-1-1,0 1,1-1,-1 1,0-1,1 1,-1-1,0 0,-16 7,-1-2,0 0,0-1,0-1,0-1,0 0,-1-2,1 0,-8-1,-18-12,43 12,1 0,-1 1,0-1,0 0,1 0,-1 0,1 0,-1 0,0 0,1 1,0-1,-1 0,1 0,0-1,-1 1,1 0,0 0,0 0,0 0,0 0,0 0,0 0,0 0,0 0,0 0,1 0,-1 0,0 0,1 0,-1 0,1 0,-1 0,1 0,-1 0,1 0,0 0,-1 0,1 1,0-1,0 0,12-13,1-1,1 2,1 0,0 1,0 1,1 0,6-2,28-19,-26 17,-1-1,-1-1,-1-1,-1-1,0-1,-1-1,-2-1,0 0,-1-1,-1-1,-1-1,-2 0,0-1,-2 0,0-1,-2-1,0-12,-2 1,-2-1,-2 0,-1 0,-2 0,-2 0,-3-17,-3 24,8 34,0-1,0 1,0-1,0 1,0-1,0 0,0 1,0-1,0 1,-1-1,1 1,0-1,0 1,0-1,-1 0,1 1,0-1,-1 1,1-1,0 0,-1 1,1-1,0 0,-1 0,1 1,-1-1,1 0,-1 0,1 0,0 1,-1-1,1 0,-1 0,1 0,-1 0,1 0,-1 0,1 0,-1 0,1 0,-1 0,1 0,-1 0,1 0,-1-1,1 1,0 0,-1 0,1 0,-1-1,1 1,0 0,-1 0,1-1,-1 1,1 0,0-1,-1 1,1-1,0 1,0 0,-1-1,1 1,0-1,0 1,0-1,0 1,-1-1,1 1,0-1,-6 17,0 0,1 0,1 0,1 0,0 1,1-1,0 14,0-15,-6 78,5 0,3 1,8 50,-7-126,0 0,1 1,1-1,1 0,0-1,2 1,0-1,1 0,0 0,1-1,1 0,1 0,0-1,12 13,-19-25,0 0,0-1,1 0,-1 1,0-1,1 0,-1-1,1 1,0-1,-1 1,1-1,0 0,0 0,0-1,0 1,0-1,0 0,0 0,-1 0,1-1,3 0,13-6</inkml:trace>
  <inkml:trace contextRef="#ctx0" brushRef="#br0" timeOffset="-17407.057">5309 2081,'-16'0,"-7"0,0 3,11 4,18 4,25 3,27-2,29-3,27 0,19-2,9 0,-19-1</inkml:trace>
  <inkml:trace contextRef="#ctx0" brushRef="#br0" timeOffset="-16452.584">6298 2429,'-67'-36,"55"28,0 0,-1 1,0 1,0 0,-1 1,1 0,-1 1,0 1,10 2,0 1,-1 0,1 1,0-1,0 1,0 0,0 0,0 0,1 0,-1 1,0-1,0 1,1 0,-1 0,1 1,0-1,-1 1,1-1,0 1,1 0,-1 0,0 0,1 1,0-1,0 1,0-1,0 1,0 0,1-1,0 1,-1 0,1 0,1 0,-1 0,1 0,-1 0,1 0,0 1,1-1,-1 0,1 0,0 0,0 0,0 0,0-1,1 1,-1 0,1 0,0-1,0 1,1-1,-1 0,2 2,0-2,1 0,0 1,1-2,-1 1,0-1,1 0,-1 0,1 0,0-1,0 0,0 0,-1 0,1-1,0 0,0 0,0 0,0-1,0 0,0 0,-1-1,1 1,0-1,-1 0,5-3,1 0,0-1,0 0,-1-1,1 0,-2-1,1 0,-1-1,0 1,-1-2,0 1,2-5,20-55,-30 69,0 0,0 0,0 0,0 0,-1 0,1 0,0 0,0 0,0 0,0 0,-1 0,1 0,0 0,0 0,0 0,0 0,0 0,-1 0,1 0,0 0,0 0,0 0,0 0,0-1,0 1,-1 0,1 0,0 0,0 0,0 0,0 0,0 0,0-1,0 1,0 0,-8 18,3-3,1 1,1 0,0 0,1 0,1 0,0 15,1-28,0 1,0 0,1 0,-1-1,1 1,-1 0,1-1,0 1,1 0,-1-1,1 1,-1-1,1 0,0 0,0 1,1-1,-1 0,0-1,1 1,0 0,0-1,0 0,0 1,0-1,0 0,1-1,-1 1,0 0,1-1,0 0,-1 0,1 0,4-2,-1 1,0-2,0 1,0-1,0 0,0 0,0-1,0 0,-1 0,0-1,1 0,-1 0,0 0,-1-1,1 0,-1 0,0 0,0-1,-1 1,0-1,0 0,0-1,-1 1,3-5,7-20,-1 0,-1-1,-1 0,-2 0,-2-1,-1 0,-1 0,-2-1,-1 1,-2-8,1-160,-3 193,-2 27,4-14,-8 38,2 0,2 1,3 0,1 0,1 0,3 0,2 0,2-1,7 23,-13-60,-1-4,-1 0,1 0,0 0,0 0,0 0,1 0,-1 0,0 0,1 0,-1 0,1 0,0 0,0 0,0 0,0 0,0 0,0-1,0 1,0 0,1-1,-1 1,1-1,-1 1,1-1,0 0,-1 0,1 0,0 0,0 0,0 0,0 0,0 0,0-1,0 1,0-1,0 0,0 1,0-1,1 0,37-24,-37 20,1 1,-1 1,1-1,0 0,0 1,0 0,0 0,0 0,0 1,1-1,-1 1,1 0,-1 0,1 0,-1 1,1 0,0 0,-1 0,1 0,-1 1,1-1,2 2,0 2,1 0,-1 0,0 1,-1 0,1 0,-1 1,0 0,0 0,0 0,-1 1,0-1,-1 1,1 1,-1-1,-1 1,1-1,-1 1,-1 0,1 0,-1 0,-1 1,1-1,-2 0,1 7,-1-12,-1 0,1 0,-1 0,0 0,0 0,0 0,0-1,0 1,-1 0,1 0,-1-1,0 1,0-1,0 0,0 0,0 1,0-1,-1-1,1 1,-1 0,1 0,-1-1,0 0,0 1,0-1,1 0,-1 0,0-1,0 1,0-1,0 1,0-1,-2 0,0 1,0-1,0 1,0-1,0 0,0-1,0 1,1-1,-1 0,0 0,0-1,0 1,1-1,-1 0,1 0,0-1,-1 1,1-1,0 0,0 0,-2-3,5 4,-1 0,1 0,0 0,0-1,0 1,0 0,1-1,-1 1,1 0,-1-1,1 1,0-1,0 1,0-1,0 1,0-1,0 1,1-1,0 1,-1 0,1-1,0 1,0 0,0-1,0 1,0 0,1 0,-1 0,1 0,-1 0,1 0,0 0,63-53,-44 43,-1 1,1 0,1 2,0 0,0 2,1 0,0 2,0 0,16 0,-35 4,0 0,0 1,0-1,0 1,0 0,1 0,-1 1,0-1,0 1,0 0,0 0,0 0,0 1,-1-1,1 1,0 0,-1 0,1 0,-1 1,0-1,0 1,0 0,0 0,0 0,0 0,-1 0,1 1,-1-1,0 1,0-1,-1 1,1 0,0 1,3 100,-7-61,2-43,0 0,0 0,0 0,0 0,0-1,0 1,0 0,0 0,0 0,0 0,0 0,0 0,1-1,-1 1,0 0,1 0,-1 0,1-1,-1 1,1 0,-1 0,1-1,-1 1,1-1,0 1,-1 0,1-1,0 1,-1-1,1 1,0-1,0 0,0 1,-1-1,1 0,0 0,0 1,0-1,0 0,0 0,0 0,-1 0,1 0,0 0,0 0,0 0,0-1,0 1,-1 0,1 0,0-1,0 1,0-1,-1 1,1 0,0-1,0 0,-1 1,1-1,14-10</inkml:trace>
  <inkml:trace contextRef="#ctx0" brushRef="#br0" timeOffset="-15801.635">7060 2041,'1'5,"-1"-1,1 1,0 0,0-1,1 1,-1 0,1-1,0 0,0 1,1-1,-1 0,1 0,0 0,0-1,0 1,1-1,-1 0,1 1,0-1,0-1,0 1,0-1,0 1,0-1,2 0,117 36,-85-31,0-2,0-1,1-2,-1-2,3-2,-29 1,-1-1,0 0,0-1,0 0,0-1,0 0,0-1,-1 0,0-1,0 0,-1 0,1-1,6-6,-11 8,1 0,-1 0,0-1,-1 0,1 1,-1-1,-1-1,1 1,-1-1,0 1,0-1,-1 0,0 0,0 0,-1 0,1 0,-2-1,1 1,-1 0,0 0,-1-1,1 0,-1 3,0 1,-1 0,1-1,-1 1,0 0,0-1,0 1,0 0,-1 0,0 1,0-1,0 1,0-1,0 1,-1 0,1 0,-1 0,0 1,0-1,0 1,0 0,0 0,0 0,-1 1,1 0,-1 0,1 0,-1 0,0 0,1 1,-1 0,1 0,-1 0,0 1,1 0,-1-1,1 1,-1 1,1-1,0 1,-1 0,1 0,-9 7,1 0,1 0,0 1,0 1,1 0,0 1,1-1,0 2,1-1,1 1,0 1,0-1,1 1,1 0,1 1,0-1,-2 14,2-10,0 0,2 1,0-1,1 0,1 1,0-1,2 0,0 1,1-1,1 0,0 0,2-1,0 1,1-1,0 0,2-1,0 0,1 0,0-1,1-1,1 1,0-2,1 1,0-2,1 0,1-1,14 10,-24-18,-1 0,1 0,0-1,-1 1,1-1,1 0,-1 0,0-1,0 1,1-1,-1 0,1-1,-1 1,1-1,-1 0,0-1,1 1,-1-1,1 0,-1 0,0-1,1 0,-1 0,0 0,0 0,-1-1,2 0,9-11,0-1,-1 0,-1-1,0-1,-1 0,-1 0,-1-1,1-4,12-18,-22 40,-1 0,0 1,0-1,1 0,-1 0,0 0,0 1,1-1,-1 0,0 0,0 0,1 0,-1 0,0 0,1 1,-1-1,0 0,0 0,1 0,-1 0,0 0,1 0,-1 0,0 0,1 0,-1-1,0 1,1 0,-1 0,0 0,0 0,1 0,-1 0,0-1,0 1,1 0,-1 0,0 0,0-1,1 1,-1 0,0 0,0-1,0 1,0 0,1 0,-1-1,0 1,0 0,0-1,0 1,0 0,0 0,0-1,0 1,0 0,0-1,0 1,0 0,0-1,-1 29,1-28,-3 25,0-13,1 0,1 1,0-1,1 0,0 0,1 0,0 0,1 1,0-1,1-1,0 1,2 4,-3-13,0 0,0-1,-1 1,2-1,-1 1,0-1,1 1,-1-1,1 0,-1 0,1 0,0-1,0 1,0-1,0 0,0 1,0-1,1 0,-1-1,0 1,1-1,18 2</inkml:trace>
  <inkml:trace contextRef="#ctx0" brushRef="#br0" timeOffset="-15486.343">8036 2094,'-6'-6,"-3"-4</inkml:trace>
  <inkml:trace contextRef="#ctx0" brushRef="#br0" timeOffset="-9074.964">9199 2309,'16'0,"15"2,10 1,8 0,7-1,3 0,1-1,-6-1,-10 3,-12 0</inkml:trace>
  <inkml:trace contextRef="#ctx0" brushRef="#br0" timeOffset="-8796.677">9146 2522,'18'2,"15"1,12 1,8-2,6 0,3-1,-2-1,-4 1,-12-1</inkml:trace>
  <inkml:trace contextRef="#ctx0" brushRef="#br0" timeOffset="-8508.331">9734 2015,'-2'1,"-1"1,1-1,-1 1,1 0,0 0,0 0,0 0,0 0,1 1,-1-1,0 0,1 1,0-1,-1 1,1 0,0-1,0 1,1 0,-1 0,1 0,-1 0,1-1,0 1,0 0,0 0,0 0,1 0,-1 0,1 0,-1-1,1 1,0 0,0-1,1 1,-1 0,1-1,-1 1,1-1,-1 0,1 0,0 1,0-1,2 1,13 6,0 0,1-1,0-1,1 0,-1-1,1-2,11 2,24 8,-40-12,-1 1,0 1,0 0,0 1,0 0,-1 1,0 0,0 1,-1 0,0 1,0 0,0 1,-1 0,-1 1,1 1,-8-4,0-1,0 1,-1-1,0 1,0 0,-1-1,0 1,0 0,-1 0,0-1,0 1,0 0,-1-1,0 1,0-1,-1 0,1 0,-1 0,-1 0,1 0,-1 0,0-1,0 0,-1 0,0 0,0 0,0-1,-3 2,-33 33,-3-1,0-3,-13 6,43-31,-21 15</inkml:trace>
  <inkml:trace contextRef="#ctx0" brushRef="#br0" timeOffset="-7062.893">11152 2202,'-2'0,"1"1,0-1,-1 1,1-1,-1 1,1-1,-1 0,1 1,-1-1,1 0,-1 0,1 0,-1 0,1-1,-1 1,1 0,-1-1,1 1,-1-1,1 1,-1-1,1 0,0 1,-1-1,1 0,0 0,0 0,0 0,0 0,0 0,0 0,0-1,0 1,0 0,0-1,1 1,-1 0,0-1,1 1,-1-1,1 1,0-1,-1 1,1-1,0 1,0-2,-1-2,0 0,0 0,1 0,0 1,0-1,0 0,0 0,1 0,0 0,0 0,0 0,0 1,1-1,1-3,2 3,1 1,0 0,0 0,0 0,0 1,0 0,1 0,-1 1,1-1,0 1,-1 1,1-1,0 1,0 1,0-1,0 1,0 0,0 1,0-1,0 2,0-1,0 1,0 0,0 0,-1 0,1 1,3 3,-5-4,-1 0,0 0,0 0,-1 1,1-1,0 1,-1 0,0 0,0 1,0-1,0 1,0-1,0 1,-1 0,0 0,0 0,0 0,0 0,-1 0,1 1,-1-1,0 1,-1-1,1 1,-1-1,0 1,0-1,0 1,-1-1,1 1,-1-1,0 1,0-1,-1 0,-1 4,-9 11,0-1,-2 0,0-2,-1 1,0-1,-2-1,0-1,0-1,-1 0,-1-1,0-1,-1-1,0 0,0-2,-74 33,93-40,1-1,0 0,0 0,0 0,0 1,-1-1,1 0,0 0,0 0,-1 1,1-1,0 0,0 0,-1 0,1 0,0 0,0 0,-1 0,1 0,0 1,-1-1,1 0,0 0,-1 0,1 0,0 0,0-1,-1 1,1 0,0 0,-1 0,1 0,0 0,0 0,-1 0,1-1,0 1,0 0,-1 0,1 0,0 0,0-1,0 1,-1 0,1 0,0-1,0 1,0 0,0 0,0-1,0 1,-1 0,1 0,0-1,0 1,0 0,0-1,0 1,0 0,0-1,0 1,0 0,0 0,0-1,0 1,0 0,1-1,-1 1,0 0,0 0,16-14,-7 11,1 1,-1 0,1 1,-1 0,1 0,0 1,-1 0,1 1,-1 0,1 1,-1 0,1 0,-1 1,0 0,0 1,40 8,13-2,1-3,-1-3,57-4,-62-9,-43 3</inkml:trace>
  <inkml:trace contextRef="#ctx0" brushRef="#br0" timeOffset="-6259.24">12060 1721,'14'26,"-2"1,-1 1,-1 0,-1 1,-2 0,-1 0,-1 0,-1 1,-2 0,-1-1,-1 1,-2 0,-4 25,-5-16,-1 1,-2-2,-16 32,22-52,19-24,21-29,68-59,-97 92,0 0,0 1,0 0,0-1,0 1,0 0,0 0,1 1,-1-1,0 1,1 0,-1 0,1 0,-1 0,0 0,1 1,-1-1,0 1,0 0,1 0,-1 0,0 1,0-1,0 1,0 0,-1 0,1 0,0 0,-1 0,1 0,-1 1,0-1,2 3,6 4,0 2,0-1,-1 1,0 0,-1 1,-1 0,0 0,0 1,-1 1,-5-13,-1 0,1 0,-1 0,0 1,0-1,1 0,-1 0,0 1,0-1,0 0,0 0,-1 0,1 1,0-1,0 0,-1 0,1 0,-1 1,1-1,-1 0,1 0,-1 0,0 0,0 0,1 0,-1 0,0 0,0-1,0 1,0 0,0 0,0-1,0 1,0-1,0 1,0-1,0 1,-1-1,1 1,-50 8,50-9,-8 1,3 0,0 0,-1 0,1-1,-1 0,1 0,-1 0,1-1,0 0,-1 0,1-1,0 1,0-1,0-1,0 1,0-1,-1-1,6 3,1-1,-1 1,1-1,-1 0,1 1,0-1,0 1,0-1,-1 0,2 1,-1-1,0 1,0-1,0 0,1 1,-1-1,1 1,-1-1,1 1,0-1,-1 1,1-1,0 1,0 0,0-1,0 1,0 0,0 0,1 0,-1 0,0 0,0 0,1 0,-1 0,1 0,-1 1,1-1,-1 1,1-1,-1 1,1-1,0 1,35-20,1 2,1 1,1 3,0 0,1 3,0 2,9 0,42 1,-90 11,1-1,-1 1,0-1,0 1,0 0,0-1,-1 1,1 0,-1 0,1 1,-1-1,0 0,0 0,-1 0,1 1,-1-1,1 0,-1 1,0-1,-1 0,1 1,0-1,-1 0,0 1,1-1,-2 0,1 0,0 0,0 0,-1 1,0 5,1-8,-5 60,6-60,0 1,0-1,0 0,0 1,0-1,1 0,-1 0,0 1,1-1,-1 0,1 0,-1 0,1 1,0-1,-1 0,1 0,0 0,0 0,0 0,0 0,0 0,0-1,0 1,0 0,0-1,0 1,0 0,0-1,1 1,-1-1,0 0,0 1,1-1,-1 0,0 0,1 0,-1 0,0 0,1 0,-1 0,0 0,0 0,1-1,-1 1,13-4</inkml:trace>
  <inkml:trace contextRef="#ctx0" brushRef="#br0" timeOffset="-5968.868">12689 1907,'7'3,"2"0</inkml:trace>
  <inkml:trace contextRef="#ctx0" brushRef="#br0" timeOffset="-5618.427">13036 1640,'2'-15,"1"1,0-1,0 1,2 0,-1 0,2 1,0-1,3-3,-12 56,-11 25,-35 223,47-257,0-1,2 0,2 0,0 0,2 0,1 0,1 0,9 23,-10-39,0 1,0-1,1-1,1 1,0-1,1 0,0-1,1 1,0-2,1 1,0-1,0-1,-7-7,0 0,1-1,-1 1,0-1,0 0,1 0,-1 0,1 0,-1-1,1 1,-1-1,1 0,-1 0,1 0,-1-1,1 1,-1-1,0 0,1 0,-1 0,0 0,1-1,-1 1,0-1,0 0,1-1,74-62,-73 60,88-89,-93 94,0-1,0 1,0 0,0-1,0 1,0-1,1 1,-1 0,0-1,0 1,0-1,0 1,1 0,-1-1,0 1,0 0,1-1,-1 1,0 0,1-1,-1 1,0 0,1 0,-1 0,0-1,1 1,-1 0,1 0,-1 0,0 0,1 0,-1-1,1 1,-1 0,1 0,-1 0,0 0,1 0,-1 0,1 0,-1 1,0-1,1 0,-1 0,1 0,-1 0,0 0,1 1,-1-1,0 0,1 0,-1 1,0-1,1 0,-1 1,0-1,1 0,-1 1,0-1,0 0,0 1,1-1,-1 0,0 1,0-1,0 1,0-1,0 1,0-1,1 1,-6 35,3-25,1-5,0 1,0-1,1 0,0 1,0-1,0 1,1-1,0 1,0-1,0 0,1 1,0-1,0 0,1 0,0 0,0-1,0 1,0-1,1 1,0-1,0 0,1-1,-1 1,1-1,0 0,0 0,1 0,3 1,25 9,-2-6</inkml:trace>
  <inkml:trace contextRef="#ctx0" brushRef="#br0" timeOffset="-5356.127">13665 2028,'-14'-3,"-6"-2,-5-1,2 1</inkml:trace>
  <inkml:trace contextRef="#ctx0" brushRef="#br0" timeOffset="-5093.263">13157 1800,'0'-2,"4"-1,11 0,15 1,17 0,21-1,20 0,14 0,-12 0</inkml:trace>
  <inkml:trace contextRef="#ctx0" brushRef="#br0" timeOffset="-4828.411">14573 2108,'0'20,"-2"14,-3 10,-1 2,1 1,1-4,2-7,4-9,4-10</inkml:trace>
  <inkml:trace contextRef="#ctx0" brushRef="#br0" timeOffset="-4448.379">14494 1907,'24'-2,"1"1,-1 0,1 2,-1 1,1 1,-1 0,19 7,-30-8,0 1,0 0,0 1,0 1,-1 0,0 0,0 1,0 1,-1 0,0 1,0 0,-1 0,0 1,0 0,-1 1,-1 0,1 1,-2 0,1 0,-1 0,0 4,-1 5,0 0,-2 0,0 1,-1 0,-1-1,-2 4,5 31,-5-53,0 1,0-1,1 0,-1 0,1 0,-1 0,1 0,0 0,0 0,0 0,0 0,0 0,0 0,0 0,1 0,-1-1,1 1,-1-1,1 1,-1-1,1 0,0 1,0-1,0 0,0 0,0 0,0 0,0-1,0 1,0-1,0 1,0-1,1 0,-1 1,0-1,0 0,0-1,0 1,1 0,-1-1,0 1,0-1,0 1,2-2,4-1,1-1,-1 0,0 0,0-1,-1 1,0-2,1 1,-2-1,1 0,-1-1,0 0,0 0,-1 0,1 0,-2-1,1 0,-1 0,-1 0,1-1,-1 1,-1-1,1 0,-1-4,-1 13,-1 0,1-1,-1 1,0-1,1 1,-1-1,0 1,1-1,-1 1,0-1,1 1,-1-1,0 1,0-1,0 1,0-1,1 0,-1 1,0-1,0 1,0-1,0 0,0 1,-1-1,1 1,0-1,0 1,0-1,0 0,-1 1,1-1,0 1,0-1,-1 1,1-1,0 1,-1-1,1 1,-1 0,1-1,-1 1,1-1,-1 1,1 0,-1-1,1 1,-1 0,1 0,-1-1,1 1,-1 0,1 0,-1 0,0 0,1 0,-1 0,1 0,-1 0,0 0,1 0,-1 0,-2 5,0 0,1 0,-1 0,1 0,0 1,0-1,1 0,0 1,0 0,0-1,0 1,1 0,0-1,0 1,1 0,0-1,0 1,0-1,0 1,1-1,0 1,0-1,1 0,-1 0,2 2,6 3,0-2,0 1,0-2,1 1,0-1,1-1,0 0,0-1,0 0,0 0,1-2,0 1,-1-2,1 0,0 0,5-1,44 7</inkml:trace>
  <inkml:trace contextRef="#ctx0" brushRef="#br0" timeOffset="-2939.724">16552 2000,'59'127,"-55"-117,3 8,1-1,0 1,1-1,1-1,0 0,1 0,8 7,-18-22,-1-1,1 1,0 0,-1-1,1 1,0 0,0-1,-1 1,1-1,0 1,0-1,0 0,0 1,0-1,-1 0,1 1,0-1,0 0,0 0,0 0,0 0,0 0,0 0,0 0,0 0,0-1,0 1,0 0,0 0,-1-1,1 1,0-1,0 1,0-1,0 1,-1-1,1 1,0-1,0 0,-1 1,1-1,-1 0,1 0,-1 1,1-1,-1 0,1 0,19-45,-20 45,28-113,-23 85,1 0,2 1,1 0,1 1,2-3,14 1,-14 27</inkml:trace>
  <inkml:trace contextRef="#ctx0" brushRef="#br0" timeOffset="-2608.514">17007 2255,'67'-52,"-47"39,-1-2,0 0,-1-1,0 0,-2-2,0 0,-1-1,11-17,-7-23,-18 57,-1 0,1 0,-1 0,0 0,0 0,0 1,0-1,0 0,-1 0,1 0,0 0,-1 0,1 0,-1 1,0-1,0 0,0 0,0 1,0-1,0 0,0 1,0 0,-1-1,1 1,0-1,-1 1,1 0,-1 0,0 0,0-1,-3 3,0-1,0 0,0 1,0 0,1 0,-1 1,0-1,1 1,-1 0,1 0,0 1,0-1,0 1,0 0,0 0,0 0,1 1,-1-1,1 1,0 0,0 0,1 0,-1 0,1 0,0 1,0-1,-1 2,-3 5,1 1,0-1,0 1,1 0,0 0,1 0,-1 10,4-17,-1-1,1 1,0 0,0-1,0 1,1-1,-1 1,1-1,0 1,0-1,1 1,0-1,-1 0,2 0,-1 1,0-2,1 1,-1 0,1 0,0-1,1 0,2 3,2 0,2-1,-1 0,0-1,1 0,0-1,0 0,0 0,0-1,0 0,0-1,1 0,1-1,39 4</inkml:trace>
  <inkml:trace contextRef="#ctx0" brushRef="#br0" timeOffset="-2183.018">17649 2000,'-8'1,"1"-1,0 1,0 1,0-1,0 1,0 0,0 1,0-1,1 1,0 1,-1-1,1 1,0 1,3-4,1 1,-1 0,1 0,0 0,-1 1,1-1,0 0,1 1,-1 0,0-1,1 1,-1 0,1 0,0-1,0 1,0 0,0 0,1 0,-1 1,1-1,0 0,0 0,0 0,0 0,0 0,1 0,-1 0,1 0,0 0,0 0,0 0,2 2,0 0,-1-1,1 0,1 1,-1-1,1-1,-1 1,1 0,0-1,1 0,-1 0,0 0,1 0,0-1,-1 0,1 0,0 0,0-1,3 1,102 10,-88-15,0-1,0-1,0-1,0-1,-1 0,0-2,-1-1,0 0,0-2,-1 0,-1-1,0-1,-1 0,0-2,-1 0,-1-1,0 0,-2-1,0-1,-1 0,-1 0,0-1,-2-1,0 0,-2 0,5-18,6-28,-3 0,-3-1,-3-1,0-57,-13 42,3 84,1 0,-1-1,0 1,1 0,-1-1,0 1,0 0,0 0,1 0,-1 0,0 0,0-1,1 1,-1 1,0-1,0 0,0 0,1 0,-1 0,0 1,0-1,1 0,-1 0,0 1,1-1,-1 1,0-1,1 1,-1-1,0 1,1-1,-1 1,1-1,-1 1,1 0,0-1,-1 1,1 0,-1 0,1-1,0 1,0 0,-1 0,1-1,0 1,0 0,0 0,0-1,0 2,-13 28,1 1,2 0,1 1,2 0,0 1,3-1,-1 19,-1-15,1-1,2 1,2 0,1 0,1 0,2-1,2 1,1 0,2-1,1-1,2 1,6 10,-12-35,0-1,1 0,0 0,1-1,0 0,0 0,0-1,1 1,0-2,10 7,4-1</inkml:trace>
  <inkml:trace contextRef="#ctx0" brushRef="#br0" timeOffset="-1927.049">17728 1600,'16'14,"22"6,24 0,24-1,18-4,8 1,-16-4</inkml:trace>
  <inkml:trace contextRef="#ctx0" brushRef="#br0" timeOffset="-1648.501">18397 2148,'-2'4,"1"1,-1-1,1 1,0-1,0 1,0-1,1 1,-1 0,1-1,0 1,1 0,-1-1,1 1,0-1,0 1,0-1,1 1,-1-1,1 0,0 1,0-1,1 0,-1 0,1-1,0 1,0 0,0-1,1 0,-1 0,1 0,0 0,3 1,1-1,0-1,1 0,-1 0,1-1,-1 0,1-1,0 0,-1 0,1-1,0 0,-1-1,0 0,1 0,-1 0,0-1,0-1,4-1,-7 2,0 1,0-1,0 0,0 0,-1-1,1 1,-1-1,0 0,0 0,0-1,-1 1,1-1,-1 0,0 0,0 0,-1 0,0 0,0-1,0 1,0-1,-1 1,0-1,0 1,0-1,-1 0,0-4,-1 3,-1 0,0 1,0-1,0 1,-1-1,0 1,0 0,0 0,-1 0,0 0,0 1,-1-1,1 1,-1 0,0 1,-1-1,1 1,-1 0,0 0,0 1,0 0,0 0,-1 0,1 1,-1 0,1 0,-1 0,0 1,0 0,0 1,0-1,0 1,1 0,-1 1,4 0,0-1,0 1,1 0,-1 0,0 0,1 0,-1 1,1-1,0 1,-1-1,1 1,0 0,0 0,0 0,0 0,0 0,0 1,1-1,-1 0,1 1,0-1,0 1,0 0,0-1,0 1,0 0,1 0,-1-1,1 1,0 0,0 0,0 0,0 0,0-1,0 1,1 0,0 0,-1 0,1-1,0 1,1-1,-1 1,0 0,1-1,-1 0,1 1,0-1,-1 0,1 0,1 0,28 31,4-3</inkml:trace>
  <inkml:trace contextRef="#ctx0" brushRef="#br0" timeOffset="-708.159">18972 2268,'-47'-272,"46"270,1 1,-1-1,1 1,0 0,-1 0,1 0,0 0,0-1,-1 1,1 0,0 0,0-1,0 1,0 0,1 0,-1-1,0 1,1 0,-1 0,0 0,1 0,-1-1,1 1,0 0,-1 0,1 0,0 0,0 0,0 1,-1-1,1 0,0 0,0 0,0 1,0-1,0 0,1 1,-1-1,0 1,0-1,0 1,94 15,108 15,-199-30,1 0,-1 1,1-1,0 1,-1 0,1 0,-1 0,1 1,-1 0,0 0,0 0,0 0,0 0,0 1,0 0,-1 0,1 0,-1 0,0 0,0 1,0 0,0-1,-1 1,1 0,-1 0,0 1,0-1,0 0,-1 1,0-1,0 1,0-1,0 4,-17 54,13-54,0 0,0 0,1 0,0 1,0-1,1 1,1-1,-1 1,1-1,1 1,0-5,0 0,0-1,0 1,1-1,0 0,0 1,0-1,0 0,0 0,0 0,1-1,-1 1,1 0,0-1,0 0,0 0,0 0,0 0,1 0,-1 0,1-1,2 1,82 18,-74-19,1-1,-1 0,0-1,1-1,-1 0,0-1,0-1,0 0,0 0,-1-2,1 0,-1 0,-1-1,1 0,-1-2,-1 1,1-1,-2-1,1 0,-1 0,-1-1,0 0,0-1,-1 0,-1-1,6-10,10-33,-23 56,0 0,0 0,0 0,0 0,0 0,0 1,0-1,0 0,1 0,-1 0,0 0,0 0,0 0,0 0,0 0,0 0,1 0,-1 0,0 0,0 0,0 0,0 1,0-1,1 0,-1 0,0 0,0-1,0 1,0 0,0 0,0 0,1 0,-1 0,0 0,0 0,0 0,0 0,0 0,0 0,1 0,0 27,-1-3,1-18,1 0,0 0,0 0,0 0,0 0,1 0,0-1,0 1,0-1,1 0,0 0,0 0,0-1,1 1,0-1,-1 0,1 0,1-1,-1 1,0-1,1 0,0-1,0 0,0 1,0-2,0 1,0-1,0 0,0 0,1 0,-1-1,0 0,4-1,2 2,-1-1,0-1,1 0,-1 0,0-1,1-1,-1 1,0-2,-1 0,1 0,-1-1,0 0,0-1,0 0,-1 0,0-1,0 0,0-1,-1 0,0-1,-1 1,0-1,0-1,-1 1,-1-1,1 0,-1-1,-1 1,2-7,-4 0,-2 19,0 4,-1 0,1-1,0 1,1 0,-1 0,1 0,1 0,-1-1,1 1,0 0,0-1,0 0,1 1,0-1,0 0,0 0,0-1,1 1,0-1,0 1,0-1,1 0,-1-1,5 3,3 2,0-1,0-1,1 0,0-1,0-1,0 0,1 0,-1-1,1-1,3 0,-2 0,0 0,0-1,0 0,0-1,-1-1,1-1,0 0,0-1,-1 0,1-1,-1-1,0 0,0-1,-1 0,0-1,0-1,0 0,-1-1,-1 0,1-1,-1 0,-1-1,0 0,0 0,-1-1,1-7,-1 1,-1-1,-1 0,0-1,-1 0,-1 0,-1 0,-1 0,-1-1,0-15,-2-11,-2 0,-2 0,-2 0,-4-6,8 33,-2 1,0-1,-1 1,-1 1,-1-1,-1 1,0 0,-1 1,-7-10,15 25,-1 0,1 1,-1-1,1 0,-1 0,1 1,-1-1,0 1,0 0,0 0,0-1,0 1,0 0,0 1,0-1,0 0,-1 0,1 1,0 0,0-1,-1 1,1 0,0 0,-1 0,1 0,0 1,0-1,-1 1,1-1,0 1,0 0,0 0,0 0,0 0,0 0,0 0,0 0,0 1,0-1,1 1,-1-1,0 1,1 0,0 0,-1 0,1-1,-1 3,-9 11,1 2,1 0,0 0,1 1,1-1,0 2,2-1,0 1,1 0,1 0,1 0,0 0,1 1,2-1,0-1,0 1,2-1,0 0,1 0,1-1,1 1,0-1,1 0,1-1,1 1,0-2,1 1,0-1,2-1,0 0,0 0,1-1,9 6,8 5,2-1,0-2,1-1,0-1,2-2,0-2,1-1,12 2,57 15</inkml:trace>
  <inkml:trace contextRef="#ctx0" brushRef="#br0" timeOffset="6916.786">924 3565,'-2'2,"8"1,17-2,20-7,22-5,14-5,9 2,-5 4,-13 14,-19 6</inkml:trace>
  <inkml:trace contextRef="#ctx0" brushRef="#br0" timeOffset="8758.323">2475 3458,'-7'-3,"-1"1,0 0,0 1,0 0,0 0,-1 1,1 0,0 0,0 1,0 0,0 0,0 1,0 0,0 1,1 0,-1 0,1 0,0 1,-1 0,2 0,-1 1,0 0,1 0,0 1,0-1,-3 6,-35 68,43-77,0 0,1 0,-1 0,0 0,1 1,0-1,-1 0,1 0,0 1,0-1,0 0,0 0,1 1,-1-1,0 0,1 0,0 1,0-1,-1 0,1 0,0 0,1 0,-1 0,0 0,1-1,-1 1,1 0,-1 0,1-1,0 1,-1-1,1 0,0 0,0 1,0-1,0 0,2 0,2-1,0 0,0-1,0 1,0-1,0-1,0 1,0-1,0 0,0 0,0-1,-1 1,1-1,-1-1,0 1,0-1,0 0,-1 0,1 0,-1-1,0 1,0-1,0 0,-1 0,0 0,0-1,0 0,4-7,0 1,-1-1,-1-1,0 1,-1-1,0 0,-1 0,-1 0,0 0,-1-1,0 1,-1-3,-2 61,1-24,0 0,1 0,1 0,0-1,2 1,0 0,4 10,-6-27,1 0,-1 1,1-1,0 0,0 0,0 0,0 0,0 0,1 0,-1-1,1 1,0-1,0 0,0 0,0 0,0 0,0 0,0-1,1 1,-1-1,1 0,0 0,19 2</inkml:trace>
  <inkml:trace contextRef="#ctx0" brushRef="#br0" timeOffset="9343.601">2703 3445,'-1'34,"0"-20,0 0,2 1,-1-1,2 0,0 1,0-1,1 0,1 0,1 0,-4-11,0 0,1 0,-1 0,1 0,0 0,0-1,0 1,0-1,0 1,1-1,-1 0,1 0,-1 0,1 0,0-1,0 1,0-1,0 1,0-1,0 0,0 0,0 0,0-1,0 1,1-1,-1 0,0 0,0 0,0 0,1 0,-1-1,1 0,4-1,0 0,0-1,0 0,0 0,-1-1,0 0,1-1,-2 1,1-1,0-1,-1 1,1-2,0 0,0 0,-1-1,0 0,0 0,-1 0,0-1,0 1,-1-2,0 1,0 0,-1-1,-1 1,2-10,-12 61,6-37,1 0,0 0,1 0,-1 0,1 0,0 0,0 1,1-1,-1 0,1 0,0 0,1 0,-1 0,1 0,0-1,0 1,1 0,-1-1,1 0,0 1,0-1,0 0,1-1,-1 1,1 0,0-1,0 0,0 0,1 0,-1-1,1 1,0-1,2 1,-3-3,0 0,0 0,-1 0,1-1,0 1,-1-1,1 0,-1 0,1-1,-1 1,1-1,-1 1,0-1,1 0,-1 0,0 0,-1-1,1 1,0-1,-1 0,1 0,1-2,41-74,-42 71,0-1,0 1,-1 0,0-1,-1 1,0-1,0 0,-1 1,0-1,-1-7,1 16,0-1,0 1,0 0,0-1,0 1,0-1,0 1,0-1,0 1,0 0,0-1,0 1,0-1,0 1,0-1,0 1,-1 0,1-1,0 1,0 0,-1-1,1 1,0 0,0-1,-1 1,1 0,0-1,-1 1,1 0,0 0,-1-1,1 1,-1 0,1 0,0 0,-1 0,1 0,-1-1,1 1,0 0,-1 0,1 0,-1 0,1 0,-1 0,1 0,0 0,-1 1,1-1,-1 0,1 0,-1 0,1 0,0 1,-1-1,1 0,0 0,-1 0,1 1,0-1,-1 0,1 1,0-1,0 0,-1 1,1-1,0 0,0 1,-1-1,-15 28,13-22,1-1,-1 1,1 0,1 0,-1 0,1-1,0 1,0 1,1-1,0 0,0 0,0 0,1 0,0 0,0 0,0 0,1-1,0 1,0 0,1-1,-1 1,1-1,0 0,1 1,-1-2,1 1,0 0,0-1,1 0,-1 0,1 0,0 0,3 1,12 3,0-1,0 0,1-2,0 0,0-2,1 0,-1-1,0-1,12-2,21 0</inkml:trace>
  <inkml:trace contextRef="#ctx0" brushRef="#br0" timeOffset="10246.089">4521 3431,'3'-4,"0"0,0 1,1-1,-1 1,1-1,0 1,0 0,0 1,1-1,-1 1,1-1,-1 1,1 1,0-1,-1 1,1 0,0 0,0 0,0 0,0 1,0 0,0 0,0 1,0-1,0 1,0 0,0 0,0 1,0-1,-1 1,1 0,-1 1,1-1,2 3,-2 2,1 1,-1-1,-1 1,1 1,-1-1,-1 1,0-1,0 1,-1 0,0 0,0 1,-1-1,0 0,-1 0,0 1,0-1,-1 4,4 51,-3-63,0 0,0 0,0 1,0-1,0 0,0 0,0 0,1 0,-1 0,0 0,1 0,-1 0,1 0,-1 0,1 0,-1-1,1 1,0 0,-1 0,1 0,0-1,0 1,-1 0,1-1,0 1,0-1,0 1,0-1,0 1,0-1,0 1,0-1,0 0,0 0,0 0,0 1,0-1,0 0,0 0,0 0,0-1,0 1,1 0,41-23,-33 15,0 0,-1 0,-1-1,1 0,-1 0,-1-1,0 0,0 0,-1-1,0 1,-1-2,0 1,-1 0,0-1,0-4,-5-6,-7 38,7-6,0 1,1-1,0 1,0-1,1 1,1-1,0 1,0-1,1 0,1 3,-2-8,0 0,-1-1,2 1,-1-1,0 1,1-1,0 0,0 0,0 0,1 0,-1 0,1-1,0 0,0 0,0 0,0 0,0 0,1-1,-1 0,1 0,0 0,2 0,-2-2,0-1,0 0,0-1,0 1,0-1,0 0,-1 0,1 0,-1 0,0-1,0 0,0 0,0 0,0-1,0 1,-1-1,0 0,1 0,-2 0,1 0,0 0,-1-1,0 1,0-1,0 0,0 1,-1-1,1-3,2-2,0 1,0-1,-1 0,0 0,0 0,-2 0,1-1,-1 1,0-1,-1 1,-1-7,1 17,0 0,1 1,-1-1,0 1,0-1,0 0,0 1,0-1,0 1,0-1,0 0,0 1,0-1,0 1,0-1,0 1,0-1,0 0,0 1,-1-1,1 0,0 1,0-1,0 1,-1-1,1 0,0 1,0-1,-1 0,1 0,0 1,-1-1,1 0,0 0,-1 1,1-1,0 0,-1 0,1 0,-1 1,1-1,0 0,-1 0,1 0,-1 0,1 0,0 0,-1 0,1 0,-1 0,1 0,0 0,-1 0,1 0,-1-1,1 1,0 0,-1 0,1 0,-1-1,1 1,0 0,-1 0,1-1,0 1,0 0,-1 0,1-1,0 1,0-1,-3 9,1-1,0 1,0 0,1-1,0 1,0 0,1 0,0 0,0 0,1 0,0-1,0 1,1 0,0-1,1 1,0-1,0 1,0-1,1 0,0-1,0 1,1-1,3 5,2-4,0-1,0 0,1 0,-1-1,2-1,-1 1,0-2,1 0,-1 0,1-1,2 0,37 5</inkml:trace>
  <inkml:trace contextRef="#ctx0" brushRef="#br0" timeOffset="10626.118">5604 3498,'-7'-4,"0"0,-1 1,1 0,-1 0,0 1,0 0,0 0,0 1,0 0,0 0,0 1,0 0,0 0,0 1,0 0,0 0,0 1,0 0,0 1,0 0,1 0,-1 0,1 1,0 0,0 1,1-1,-1 1,-5 6,7-6,0 1,0 0,0 0,0 0,1 0,0 1,1-1,-1 1,1 0,0 3,2-8,1 0,-1 0,1 0,-1 0,1 0,0 0,0 0,0 0,0 0,0 1,1-1,-1 0,1 0,-1 0,1 0,0 0,-1 0,1 0,0 0,0-1,1 1,-1 0,0-1,1 1,-1 0,1-1,-1 1,1-1,-1 0,1 0,0 0,0 0,0 0,0 0,0 0,0 0,0-1,0 1,7 1,1 0,-1-1,0 0,0-1,0 0,0 0,1-1,-1 0,0-1,0 0,0 0,-1-1,1 0,0-1,-1 1,0-2,0 1,0-1,0 0,-1-1,0 0,1-1,-5 4,0 0,-1 0,1-1,0 1,-1-1,0 1,0-1,0 0,0 0,-1 0,1 0,-1 0,0 0,-1-1,1 1,-1 0,1 0,-1-1,0 1,-1 0,1 0,-1-3,0 6,0 1,1-1,-1 1,1 0,-1-1,1 1,-1 0,0-1,1 1,-1 0,0 0,1 0,-1 0,0 0,0-1,1 1,-1 0,0 1,1-1,-1 0,0 0,1 0,-1 0,0 0,1 1,-1-1,1 0,-1 1,0-1,1 0,-1 1,1-1,-1 1,1-1,-1 1,1-1,-1 1,1-1,-1 1,1-1,0 1,0 0,-1-1,1 1,0 0,0-1,-1 1,1 0,0-1,0 1,0 0,0-1,0 1,0 0,0-1,0 1,0 0,1-1,-1 1,0 0,0-1,1 1,-1 0,0-1,0 5,0 0,0-1,0 1,0-1,1 1,0-1,0 1,0-1,1 0,-1 1,1-1,0 0,0 0,0 0,1 0,0 0,-1-1,1 1,1-1,-1 0,0 0,1 0,-1 0,1 0,0-1,0 0,0 0,0 0,1 0,3 1,24 7</inkml:trace>
  <inkml:trace contextRef="#ctx0" brushRef="#br0" timeOffset="10887.418">5830 3378,'9'16,"10"12,9 6,6 3,6 1,4-4,3-6,-2-5,-4-6,-9-7</inkml:trace>
  <inkml:trace contextRef="#ctx0" brushRef="#br0" timeOffset="11048.99">6218 3391,'-18'7,"-11"9,-6 8,-6 8,-1 4,-1 4,2 1,7 1,8-2,11-7,8-7</inkml:trace>
  <inkml:trace contextRef="#ctx0" brushRef="#br0" timeOffset="11407.545">6459 3391,'0'14,"-2"11,-1 8,0 5,3 2,6-3,4-5,5-7,0-9</inkml:trace>
  <inkml:trace contextRef="#ctx0" brushRef="#br0" timeOffset="11963.006">6392 3178,'32'10,"0"2,-1 2,0 0,-1 2,1 3,-19-11,0 0,-1 1,0 0,-1 1,0 0,0 0,-1 1,-1 1,0-1,0 1,-1 1,-1-1,2 6,17 69,-24-75,1 1,1-1,0 0,1 0,0 0,1-1,0 1,1-1,0 0,1-1,0 0,0 0,1 0,1-1,1 2,-8-9,0-1,0 1,0 0,0-1,0 1,0-1,0 1,1-1,-1 0,0 0,1 0,-1 0,1-1,-1 1,1-1,-1 1,1-1,0 0,-1 0,1 0,-1 0,1-1,-1 1,1-1,0 1,-1-1,0 0,1 0,-1 0,0 0,1-1,-1 1,0 0,0-1,0 0,0 1,0-1,0 0,-1 0,1 0,-1 0,1 0,-1-1,1-1,54-201,-50 239,15 71,-20-102,0 0,0-1,1 1,0 0,0 0,-1-1,1 1,1-1,-1 1,0-1,1 0,-1 0,1 0,-1 0,1-1,0 1,0-1,0 1,0-1,0 0,0 0,0 0,0-1,1 1,-1-1,0 0,0 0,1 0,-1 0,0 0,3-1,2-2,0 0,0 0,-1-1,1 0,-1-1,0 1,0-1,0-1,0 1,-1-1,0 0,-1-1,1 0,-1 1,0-2,-1 1,0 0,0-1,0 0,-1 0,0 0,-1 0,0 0,0-1,-1 1,0-1,0 1,-1-1,0 0,-1-2,-5-12,6 23,0 0,0 0,0 0,-1-1,1 1,0 0,0 0,-1 0,1-1,0 1,0 0,-1 0,1 0,0 0,-1 0,1 0,0 0,-1 0,1 0,0 0,-1 0,1 0,0 0,-1 0,1 0,0 0,0 0,-1 0,1 0,0 0,-1 0,1 0,0 1,0-1,-1 0,1 0,0 0,0 1,-1-1,1 0,0 0,0 0,-1 1,1-1,0 0,0 1,0-1,0 0,0 0,0 1,-1-1,1 0,0 1,0-1,0 0,0 1,0-1,0 0,0 1,0-1,0 0,0 1,1-1,-1 0,0 0,0 1,0-1,-2 5,0 0,0 1,1-1,-1 0,1 1,0-1,1 1,0-1,0 1,0-1,0 1,1-1,0 0,0 1,0-1,1 0,-1 1,1-1,1 0,-1 0,1 0,0-1,0 1,0-1,1 1,-1-1,1 0,0-1,4 4,7 0,0-1,0 0,1-1,-1-1,1 0,0-1,0-1,1-1,-1 0,7-1,-16 1,84 1,-2-4</inkml:trace>
  <inkml:trace contextRef="#ctx0" brushRef="#br0" timeOffset="12486.454">8999 3124,'0'48,"-3"0,-1 0,-3-1,-2 0,-2 0,-1-1,-12 24,11-40,-10 42,24-70,0 0,0 0,0-1,0 1,0-1,0 1,0-1,0 1,1-1,-1 1,0-1,1 0,-1 0,1 0,0 0,-1 0,1 0,0-1,0 1,-1 0,1-1,0 1,0-1,0 0,0 0,0 1,0-1,0-1,-1 1,1 0,0 0,0-1,1 1,-3 0,39-3,1-1,-1-2,31-8,-25 4,-12 4,-17 4,1-1,-1 0,0-2,-1 1,1-2,-1 0,0-1,5-4,-6 1</inkml:trace>
  <inkml:trace contextRef="#ctx0" brushRef="#br0" timeOffset="12696.898">9280 3405,'-13'5,"-6"5,0 11,2 10,4 12,6 10,12 7,10 7,6 6,2 1,-1 1,-4-14</inkml:trace>
  <inkml:trace contextRef="#ctx0" brushRef="#br0" timeOffset="13536.917">10336 3779,'3'-41,"1"-1,2 1,10-34,-16 72,-1 1,1 0,0 0,0-1,0 1,0 0,1 0,-1 0,1-1,-1 1,1 0,0 0,0 0,0 0,0 0,0 0,0 0,0 0,1 1,-1-1,1 0,-1 1,1-1,0 1,-1-1,1 1,0 0,0 0,0 0,0 0,0 0,0 0,0 1,1-1,-1 1,0-1,0 1,0 0,1 0,-1 0,0 0,0 0,1 0,0 1,12 8,-1 1,0 1,-1 0,0 1,0 0,-1 1,-1 0,0 1,-1 0,-8-11,1 0,0 1,1 0,-1 0,-1 1,1-1,0 1,-1-1,0 1,0 0,-1-1,1 1,-1 0,0 0,0 0,-1 1,1 3,-3-7,1-1,0 1,-1-1,1 0,-1 0,1 1,-1-1,1 0,-1 0,0 0,0-1,1 1,-1 0,0-1,0 1,0-1,0 1,0-1,0 0,0 0,0 0,0 0,0 0,0-1,0 1,1-1,-1 1,0-1,0 1,0-1,0 0,1 0,-1 0,0 0,1 0,-1 0,1-1,-1 1,0-1,0-1,-1-1,1 1,0 0,0-1,0 1,0-1,1 0,-1 1,1-1,0 0,0 0,0 0,1 0,0 0,-1 0,1 0,1 0,-1 0,0 0,1 0,0 0,0 0,0 1,1-1,-1 0,1 0,1-2,63-91,-61 91,18-20,-1 0,-2-2,0 0,-2-1,-1-1,-2-1,3-10,-10 15,0 0,-2 0,-1-1,-2 0,0-1,-2 1,-1 0,-1 0,-1-1,-1 1,-3-6,-13-16,18 49,1-1,-1 1,0 0,1-1,-1 1,0 0,1-1,-1 1,0 0,1 0,-1 0,0 0,1-1,-1 1,0 0,0 0,1 0,-1 1,0-1,1 0,-1 0,0 0,0 0,1 1,-1-1,1 0,-1 1,0-1,1 1,-1-1,1 0,-1 1,1-1,-1 1,1-1,-1 1,1 0,-1-1,1 1,0 0,-1-1,1 1,0 0,0-1,-1 1,1 0,-6 13,0-1,0 1,2 0,0 1,0-1,1 1,1-1,0 10,1-13,-5 35,3 1,1 0,3 0,2-1,2 1,1-1,3 0,2 0,2-1,14 33,-22-65,1-1,0 0,1 0,1 0,0 0,0-1,1-1,9 9,-14-15,1 0,-1 0,1-1,0 0,0 0,0 0,0-1,0 0,1 0,-1 0,1 0,-1-1,1 0,0 0,-1-1,1 1,0-1,-1-1,1 1,0-1,-1 0,2 0,25-9</inkml:trace>
  <inkml:trace contextRef="#ctx0" brushRef="#br0" timeOffset="13799.282">10470 3204,'9'5,"19"1,25 0,24-2,20-3,8-2,-1-1,-19 0</inkml:trace>
  <inkml:trace contextRef="#ctx0" brushRef="#br0" timeOffset="14069.111">11178 3525,'-1'39,"10"83,-8-120,-1 0,1 0,-1 0,1 0,0 0,0 0,0 0,0 0,1 0,-1-1,0 1,1 0,-1-1,1 1,-1-1,1 1,0-1,0 0,0 0,0 0,-1 0,1 0,1 0,-1 0,0-1,0 1,0-1,0 1,0-1,1 0,-1 0,0 0,0 0,0 0,1-1,0 1,3-2,0 0,0 0,0 0,0-1,-1 0,1 0,-1 0,0 0,1-1,-2 0,1 0,1-2,0-1,0 0,-1 0,0-1,0 1,-1-1,0 0,0 0,-1 0,0-1,0 1,-1-1,0 0,-1 0,0 0,0 5,-1-1,0 1,0-1,0 1,0-1,-1 1,0-1,0 1,0-1,-1 1,1 0,-1 0,0 0,0 0,0 0,-1 0,1 1,-1-1,0 1,0-1,-1 1,1 0,0 0,-1 1,0-1,0 1,0 0,-1-1,-2 1,-1 0,1 0,-1 1,1 0,-1 0,1 1,-1 0,1 0,-1 1,1 0,-1 0,1 1,0 0,0 0,0 1,0 0,0 0,0 1,1-1,-1 1,1 1,0-1,0 1,1 0,0 1,-1-1,2 1,-1 0,1 0,0 1,0-1,1 1,-1 0,2 0,-1 0,1 0,0 0,0 1,1-1,0 6,1-9,1 0,0 1,0-1,0 0,1 0,0 0,0 0,0-1,0 1,0 0,1-1,-1 1,1-1,0 0,0 0,0 0,1 0,-1-1,1 1,-1-1,1 0,0 0,0 0,0-1,0 1,0-1,0 0,0 0,1 0,1-1,32 8</inkml:trace>
  <inkml:trace contextRef="#ctx0" brushRef="#br0" timeOffset="14283.93">11485 3178,'-9'-18,"-7"-11,-6-5,-4 3,-1 8,0 7,2 10,2 14,5 12,5 12,8 10,9 6,10 4,4-6</inkml:trace>
  <inkml:trace contextRef="#ctx0" brushRef="#br0" timeOffset="14857.019">11513 3578,'1'2,"2"8,0 0,1 0,1-1,-1 1,1-1,1 0,0-1,0 1,1-1,0-1,0 1,1-1,0 0,4 2,-10-8,0-1,1 1,-1-1,0 1,0-1,1 0,-1 0,0 0,1 0,-1 0,0-1,0 1,1-1,-1 1,0-1,0 0,0 0,0 0,0 0,0 0,0 0,0-1,0 1,0-1,-1 1,1-1,-1 0,1 0,0 0,36-59,-30 37,-1 0,0-1,-2 1,-1-1,-1 0,-1 0,-2 0,0 0,-1-1,-5-23,-4 10,10 49,9-3,-1 0,1-1,0 1,0-2,1 1,-1-1,1-1,1 0,-1 0,0-1,1-1,0 1,0-2,3 1,16 4,-20-3,-5-3,1 0,0 1,0 0,0 0,-1 0,1 1,0 0,-1 0,0 0,1 1,-1 0,0 0,0 0,-1 1,1-1,-1 1,1 0,-1 1,0-1,-1 1,1-1,-1 1,0 0,0 1,-1-1,2 2,2 36,-7-38,1 1,0 0,1 0,-1-1,1 1,0-1,0 1,1-1,0 1,0-1,0 0,1 0,0 0,-1 0,2 0,-1 0,1-1,-1 0,1 0,0 0,1 0,-1 0,1-1,-1 0,2 0,3 0,0 0,1-1,-1-1,1 0,0 0,-1-1,1 0,0 0,-1-1,1-1,-1 1,1-2,-1 1,0-1,0-1,0 1,0-2,0 1,-1-1,0 0,0-1,0 0,-1 0,0-1,0 0,-1 0,0-1,0 1,0-1,-1-1,0 1,-1-1,0 0,0 1,-1-2,0 1,-1 0,1-10,-4 37,0-1,0 1,2-1,0 1,1 0,1 2,-2-14,0-1,1 0,-1 0,1 1,0-1,0 0,1 0,-1-1,1 1,0 0,0-1,1 0,-1 0,1 0,0 0,0 0,1-1,-1 0,1 0,-1 0,1 0,0-1,0 0,2 1,22 2,-2-4</inkml:trace>
  <inkml:trace contextRef="#ctx0" brushRef="#br0" timeOffset="15140.793">12408 3124,'-2'9,"10"8,18 5,4-1</inkml:trace>
  <inkml:trace contextRef="#ctx0" brushRef="#br0" timeOffset="16020.277">13906 3418,'-7'-3,"0"0,0 0,-1 1,1 0,0 0,-1 0,1 1,-1 1,0-1,1 1,-1 0,0 1,1 0,-1 0,1 0,0 1,-1 0,1 1,0 0,0 0,0 0,0 1,1 0,0 0,0 1,0-1,0 1,0 1,-4 5,8-9,0 1,0 0,-1 0,1 0,1 0,-1 0,0 0,1 0,0 1,0-1,0 1,0-1,0 1,1-1,-1 1,1-1,0 1,0-1,1 1,-1 0,1-1,-1 1,1-1,0 0,0 1,1-1,-1 0,1 1,0-1,-1 0,1 0,1 0,-1-1,0 1,1-1,-1 1,1-1,0 0,0 1,0-2,0 1,0 0,1 0,3 0,-1 0,1 0,-1 0,1-1,0 0,0 0,0-1,0 0,0 0,0-1,-1 0,1 0,0 0,0-1,-1 0,1 0,-1-1,0 0,1 0,-1 0,-1-1,1 0,0 0,-1 0,1-2,4-3,-1 0,0-1,0 0,-1 0,-1-1,0 0,0 0,-1-1,-1 1,0-1,0-1,-1 1,0-2,2-24,-2 0,-2-1,-1 1,-2-1,-1 1,-2 0,-7-26,-7-8,17 73,1-1,0 0,0 1,0-1,0 0,0 1,-1-1,1 0,0 0,0 1,0-1,-1 0,1 1,0-1,-1 0,1 0,0 0,0 1,-1-1,1 0,0 0,-1 0,1 0,0 0,-1 0,1 1,0-1,-1 0,1 0,-1 0,1 0,0 0,-1 0,1 0,0-1,-1 1,1 0,0 0,-1 0,1 0,0 0,-1 0,1-1,0 1,0 0,-1 0,1-1,0 1,-1 0,1 0,0-1,0 1,0 0,-1 0,1-1,0 1,0 0,0-1,0 1,0 0,0-1,-1 1,1 0,0-1,0 1,0-1,0 1,0 0,0-1,1 1,-9 28,2 13,3 1,1 0,2 0,2-1,1 1,3 0,5 20,-6-40,0 0,1 0,2-1,0 0,9 17,-14-33,-1 1,1-1,1 0,-1 0,1 0,0-1,0 1,0-1,0 0,1 0,0 0,-1-1,2 0,-1 0,0 0,1 0,-1-1,1 0,-1 0,1-1,0 1,0-1,0 0,0-1,0 0,0-1,0 1,0-1,0-1,0 1,0-1,0 0,0-1,-1 1,1-1,-1 0,0 0,0-1,0 0,0 0,0 0,-1 0,0-1,0 1,0-1,1-3,3-4,-1 1,-1-1,0 0,0-1,-1 0,-1 0,0 0,-1 0,0-4,2-32,-6 65,6 123,-4-133,0 0,0 0,1 0,0 0,0 0,0 0,0-1,1 1,0-1,0 0,1 0,-1 0,1 0,0-1,0 1,1-1,0 0,-1 0,1-1,0 1,1-1,-1 0,1 0,17 3</inkml:trace>
  <inkml:trace contextRef="#ctx0" brushRef="#br0" timeOffset="16270.717">14346 3084,'-18'-2,"-8"1,0 5,4 8,11 4,17 6,17 1,7-4</inkml:trace>
  <inkml:trace contextRef="#ctx0" brushRef="#br0" timeOffset="16615.863">14908 3284,'-15'-5,"0"1,-1 1,0 1,1 0,-1 0,0 2,0 0,1 1,-1 1,0 0,1 1,-1 0,1 2,-12 4,24-8,1-1,-1 1,0 0,1 0,-1 0,0 0,1 0,-1 0,1 1,0-1,0 1,-1 0,1 0,0 0,0 0,1 0,-1 0,0 0,1 1,-1-1,1 1,0-1,0 1,0-1,0 1,0 0,0-1,1 1,-1 0,1 0,0-1,0 1,0 0,0 0,1 0,-1-1,1 1,-1 0,2 2,4 2,-1-1,1 0,1 0,-1 0,1-1,0 0,1-1,-1 1,1-1,0 0,-1-1,6 1,-1 1,173 81,-183-86,0 1,0-1,0 1,0-1,-1 1,1 0,0 0,0 0,-1 0,1 0,-1 0,1 0,-1 1,1-1,-1 0,0 1,1-1,-1 1,0-1,0 1,0 0,0 0,-1-1,1 1,0 0,-1 0,1 0,-1 0,0 0,1 0,-1 0,0-1,0 1,-1 0,1 0,0 0,0 0,-1 0,1 0,-1 0,0-1,0 1,1 0,-1 0,0-1,-1 2,-11 3,1-1,0 0,-1-1,0-1,0 0,0 0,-1-2,1 1,0-2,-1 0,1 0,-2-2,-36-6,51 8,-1 0,1 0,0-1,-1 1,1 0,0 0,-1 0,1-1,0 1,-1 0,1-1,0 1,0 0,-1-1,1 1,0 0,0-1,0 1,-1-1,1 1,0 0,0-1,0 1,0-1,0 1,0 0,0-1,0 1,0-1,0 1,0 0,0-1,0 1,0-1,0 1,0-1,1 1,-1 0,0-1,0 1,0 0,1-1,-1 1,0 0,1-1,-1 1,0 0,0 0,1-1,-1 1,1 0,-1 0,0-1,1 1,-1 0,0 0,1 0,24-14,-25 13,35-14,2 1</inkml:trace>
  <inkml:trace contextRef="#ctx0" brushRef="#br0" timeOffset="17061.994">15176 2870,'11'-221,"-12"189,1 32,-1 0,1 0,0 0,0 1,-1-1,1 0,0 0,-1 0,1 0,0 0,-1 0,1 1,0-1,-1 0,1 0,0 0,-1 0,1 0,0 0,-1 0,1 0,0-1,0 1,-1 0,1 0,0 0,-1 0,1 0,0 0,-1-1,1 1,0 0,0 0,-1 0,1-1,0 1,0 0,0 0,-1-1,1 1,0 0,0-1,0 1,0 0,-1 0,1-1,0 1,0 0,-7 23,0 0,2 1,0 0,2 0,0 1,2-1,1 19,6 94,5-1,20 81,-30-211,4 34,-3-18,1 0,1-1,1 1,1-1,1 0,2 4,-8-23,1 0,-1 1,0-1,1 0,-1 0,1 0,0 0,-1 0,1-1,0 1,0 0,0-1,1 1,-1-1,0 0,0 0,1 0,-1 0,1 0,-1 0,1-1,-1 1,1-1,-1 0,1 0,-1 0,1 0,0 0,-1 0,1-1,-1 1,1-1,-1 0,1 0,-1 0,1 0,80-52,-69 39,-1-1,-1-1,0 0,-1 0,0-1,-1-1,6-16,-28 108,10-68,0 1,0 0,1 0,0 0,0 0,1 1,0-1,0 0,1 0,0 0,0 0,0 0,1 0,0 0,1-1,-1 1,1 0,1-1,-1 0,1 0,0 0,0 0,1-1,0 0,0 1,0-2,0 1,1-1,21 10</inkml:trace>
  <inkml:trace contextRef="#ctx0" brushRef="#br0" timeOffset="17337.599">15710 3258,'-18'-12,"-8"-3,-5-1,-3-1,-4 0,6 4</inkml:trace>
  <inkml:trace contextRef="#ctx0" brushRef="#br0" timeOffset="17529.057">14975 2977,'25'0,"22"0,16 0,14 0,7 0,3 2,1 3,-4 4,-16-1</inkml:trace>
  <inkml:trace contextRef="#ctx0" brushRef="#br0" timeOffset="17797.857">15790 3258,'107'270,"-107"-269,0-1,1 1,-1 0,0 0,0 0,0-1,1 1,-1 0,0-1,1 1,-1 0,1-1,-1 1,1 0,-1-1,1 1,-1-1,1 1,0-1,-1 1,1-1,0 1,-1-1,1 0,0 1,-1-1,1 0,0 0,0 0,-1 1,1-1,0 0,0 0,0 0,-1 0,1 0,0 0,0 0,-1-1,1 1,0 0,0 0,-1-1,1 1,0 0,-1-1,1 1,34-26,-28 20,167-157,-148 146,-25 17,-1 0,1 0,0 0,-1 0,1 0,0 1,-1-1,1 0,0 0,-1 1,1-1,-1 0,1 1,0-1,-1 1,1-1,-1 1,1-1,-1 1,0-1,1 1,-1-1,1 1,-1 0,0-1,1 1,-1-1,0 1,0 0,0-1,0 1,1 0,-1-1,0 1,0 0,0 0,0-1,0 1,-1 0,1 0,2 10,-3-4,1 1,1-1,0 1,0-1,0 0,1 1,0-1,0 0,1 0,0 0,0-1,1 1,-1-1,2 1,-1-1,1-1,-1 1,2-1,-1 1,4 1,2-1,0 0,1-2,-1 1,1-1,1-1,-1 0,0-1,1 0,6 0,25 2</inkml:trace>
  <inkml:trace contextRef="#ctx0" brushRef="#br0" timeOffset="18450.177">16672 3271,'-8'-1,"0"1,-1 1,1-1,0 1,0 1,-1-1,1 1,0 1,0 0,1 0,-1 0,1 1,-1 0,1 1,0-1,1 1,-1 1,1-1,0 1,1 0,-1 1,1-1,0 1,1 0,-1 0,2 1,-1-1,0 3,2-8,1 1,0 0,-1 0,1-1,0 1,0 0,0 0,1 0,-1 0,1 0,0 0,0 0,0 0,0 1,0-1,1 0,-1 0,1 0,0 0,0-1,0 1,0 0,0 0,1 0,-1-1,1 1,0-1,0 1,0-1,0 0,0 0,0 0,1 0,-1 0,1 0,-1-1,1 1,0-1,0 1,-1-1,3 0,10 3,0-1,1-1,-1-1,0 0,0-1,1 0,-1-2,0 0,0 0,0-1,0-1,-1-1,1 0,-1 0,0-2,0 0,-1 0,0-1,-1-1,2-2,-1 1,-1-1,0 0,-1-1,0 0,-1-1,0 0,-1 0,-1-1,0-1,-1 1,-1-1,0 0,-1-1,0 0,-1 1,-1-1,1-14,5-48,-2-1,-5 1,-6-72,-7 60,11 90,0-1,0 0,0 1,0-1,0 1,0-1,-1 0,1 1,0-1,0 0,-1 1,1-1,0 1,-1-1,1 1,0-1,-1 1,1-1,-1 1,1-1,-1 1,1-1,-1 1,1 0,-1-1,1 1,-1 0,0 0,1-1,-1 1,1 0,-1 0,0 0,1 0,-1 0,0 0,1 0,-1 0,0 0,1 0,-1 0,1 0,-1 0,0 0,1 1,-1-1,0 0,-21 25,8 6,2 1,1 0,1 1,2 0,1 0,2 1,1 0,1 2,0-2,1 0,1-1,2 1,2 0,3 15,-4-36,1 0,0-1,1 1,0-1,1 0,1 0,0 0,0-1,1 0,1 0,-1-1,2 0,-1 0,2-1,6 6,-10-10,1-1,0 0,0 0,0-1,1 1,-1-2,1 1,-1-1,1 0,0-1,0 1,0-2,0 1,0-1,0 0,0-1,-1 0,1 0,0-1,0 0,-1 0,1-1,-1 0,1 0,-1 0,0-1,0-1,-1 1,1-1,-1 0,0 0,-1-1,4-3,2-2,-1-1,0 0,0 0,-2-1,1 0,-2-1,0 0,0 0,-1 0,0-6,-6 20,0 0,0 0,0 0,0 0,0 0,-1 0,1 0,0 0,0 0,0 0,0 0,-1 0,1 0,0 0,0 0,0 0,0 0,0-1,0 1,-1 0,1 0,0 0,0 0,0 0,0 0,0 0,0-1,-1 1,-9 19,6-9,0 1,1 0,0 0,1 0,0 1,1-1,0 0,1 1,0-1,2 12,-2-18,1 1,0-1,1 1,0-1,0 0,0 0,0 0,1 0,0 0,0 0,0-1,0 1,1-1,0 0,-1 0,2 0,-1-1,0 0,1 1,0-1,-1-1,1 1,3 0,-3-1,0 0,0 0,0 0,1-1,-1 0,0 0,1 0,-1-1,1 0,-1 0,1 0,-1-1,0 0,1 0,1-1,14-7</inkml:trace>
  <inkml:trace contextRef="#ctx0" brushRef="#br0" timeOffset="18636.716">16766 2897,'-16'-9,"-7"-3,2 0,12 3,18 2,29 3,32 4,37 2,29 1,21 0,-16-1</inkml:trace>
  <inkml:trace contextRef="#ctx0" brushRef="#br0" timeOffset="23049.482">19132 2710,'-3'-2,"0"1,0 0,-1 0,1 0,0 0,-1 1,1-1,0 1,-1 0,1 0,-1 0,1 0,0 1,-1-1,1 1,0 0,0 0,-1 0,1 0,0 1,0-1,-1 2,-12 4,0 2,1 0,-1 1,2 0,0 1,0 1,1 0,0 1,1 1,1 0,0 0,1 1,0 0,-2 6,-1 6,0 0,2 0,1 2,1-1,2 1,0 1,2-1,1 9,2-4,2 0,1 0,1 0,2 0,2 0,1-1,1 0,2 0,1-1,2 0,1-1,14 22,-5-14,2-1,1-1,2-1,2-1,1-2,1-1,2-1,1-2,11 5,12 5</inkml:trace>
  <inkml:trace contextRef="#ctx0" brushRef="#br0" timeOffset="23806.975">19841 3284,'-7'7,"0"0,-1-1,0 0,0 0,-1-1,0 0,0 0,0-1,0 0,-1-1,0 0,1-1,-3 1,11-3,0 1,0-1,0 0,0 1,0-1,0 0,0 0,0 1,0-1,0 0,0 0,0 0,0 0,0 0,0-1,0 1,0 0,0 0,0-1,0 1,0-1,0 1,0-1,1 1,-1-1,0 1,0-1,0 0,1 1,-1-1,0 0,1 0,-1 0,0 1,1-1,-1 0,1 0,0 0,-1 0,1 0,0 0,-1 0,1 0,0 0,0 0,0 0,0 0,0 0,0 0,0 0,0 0,1 0,-1 0,0 0,1 0,-1 0,0 0,1 0,-1 0,1 0,-1 0,1 0,10-10,1 1,0 1,0 0,1 1,0 0,0 0,0 2,1 0,0 0,1 1,7-1,-10 1,1 0,0 1,-1 1,1 0,0 1,0 0,1 1,-1 0,0 1,0 1,1 0,0 1,-11-1,0 0,-1 0,1 0,0 1,-1-1,1 1,-1 0,0 0,1 0,-1 0,0 0,0 0,-1 0,1 1,0-1,-1 1,1-1,-1 1,0 0,0 0,0-1,0 1,0 0,-1 0,1 0,-1 0,0 0,0 0,0 0,0 2,-24 89,-1-51,-1-2,-1 0,-3-2,-1-1,-2-1,-2-2,-1-1,-29 19,12-12,53-41,0 0,0-1,0 1,0 0,0 0,0-1,0 1,0 0,0-1,-1 1,1 0,0-1,0 1,0 0,0 0,-1-1,1 1,0 0,0 0,0-1,-1 1,1 0,0 0,0 0,-1 0,1-1,0 1,-1 0,1 0,0 0,0 0,-1 0,1 0,0 0,-1 0,1 0,0 0,-1 0,1 0,0 0,-1 0,1 0,0 0,0 0,-1 0,1 0,0 0,-1 1,1-1,0 0,0 0,-1 0,1 0,0 1,0-1,-1 0,1 0,0 1,0-1,16-23,-11 20,0 0,1 0,-1 0,1 1,-1 0,1 0,0 0,0 0,-1 1,1 0,0 1,0-1,0 1,0 0,0 0,0 1,0 0,0 0,1 0,110 41,-113-41,30 16,1-2,1-1,0-2,1-2,0-1,0-2,1-1,0-2,31-2,-64-1,-1-1,0 0,0 0,0 0,0-1,0 0,0 1,0-1,0-1,0 1,0-1,0 1,-1-1,1 0,0 0,-1-1,0 1,0-1,1 1,-2-1,1 0,0 0,0-1,-3 3,0 0,0-1,0 1,0 0,0 0,0 0,0-1,0 1,-1 0,1 0,0 0,-1-1,1 1,-1 0,0 0,1 0,-1 0,0 0,1 0,-1 0,0 0,0 1,0-1,0 0,0 0,0 1,0-1,0 0,0 1,0-1,0 1,0-1,-1 1,-14-7</inkml:trace>
  <inkml:trace contextRef="#ctx0" brushRef="#br0" timeOffset="24339.753">20430 2723,'0'20,"-3"19,-2 11,-4 7,-1 0,-2-1,-1-5,1-9,3-9,4-11</inkml:trace>
  <inkml:trace contextRef="#ctx0" brushRef="#br0" timeOffset="24610.293">20336 2803,'9'16,"12"12,12 8,11 5,10 2,4 1,3-3,-4-4,-8-6,-11-5,-12-8</inkml:trace>
  <inkml:trace contextRef="#ctx0" brushRef="#br0" timeOffset="24790.36">20817 2642,'0'12,"0"12,-3 14,-2 12,-1 8,-1 7,0 2,2 0,1-5,6-9,5-8,1-12</inkml:trace>
  <inkml:trace contextRef="#ctx0" brushRef="#br0" timeOffset="25264.285">20964 3204,'13'-19,"-1"-1,-1 0,-1-1,-1 0,0 0,-2-1,0 0,-2-1,0 1,-2-1,0 0,-1-12,-12 1,10 34,0-1,0 1,-1-1,1 1,0-1,-1 1,1 0,0-1,-1 1,1 0,-1-1,1 1,-1 0,1 0,-1 0,1-1,-1 1,1 0,-1 0,1 0,-1 0,1 0,-1 0,1 0,-1 0,1 0,-1 0,1 0,-1 0,1 0,-1 0,1 0,-1 1,1-1,-1 0,1 0,-1 1,1-1,0 0,-1 0,1 1,-1-1,1 1,0-1,-1 0,1 1,0-1,-1 1,1-1,0 1,0-1,0 1,-1-1,1 1,0-1,0 1,0-1,0 1,0-1,0 1,0-1,0 1,-1 1,0 0,0 1,0-1,0 0,1 1,-1-1,1 1,0-1,0 1,0-1,0 1,0-1,0 1,1-1,-1 1,1-1,-1 1,1-1,0 0,0 1,0-1,0 0,1 0,-1 0,1 0,-1 0,1 0,0 0,-1 0,1-1,0 1,0-1,0 1,1-1,-1 0,0 0,0 0,1 0,-1 0,0 0,1-1,-1 1,1-1,-1 0,1 0,131 23,-131-22,0 0,0 0,-1 0,1 0,0 1,-1-1,1 1,0-1,-1 1,0 0,0 0,1 0,-1 1,0-1,-1 0,1 1,0-1,-1 1,1 0,-1-1,0 1,0 0,0 0,0 0,0 0,-1 0,1 2,-6 87,0-52,5-37,0 0,-1 0,1 0,0 0,1 0,-1 0,0 0,1 0,0 0,0 0,0 0,0 0,0 0,0 0,1-1,-1 1,1-1,0 1,0-1,0 0,0 1,0-1,0 0,1 0,-1 0,1-1,-1 1,1-1,0 1,0-1,0 0,-1 0,4 1,72 5,-39-9</inkml:trace>
  <inkml:trace contextRef="#ctx0" brushRef="#br0" timeOffset="25435.818">21619 3191,'16'4,"14"2,14 0,10-1,8-2,4-1,-8-1</inkml:trace>
  <inkml:trace contextRef="#ctx0" brushRef="#br0" timeOffset="26163.269">22234 2616,'-35'165,"26"-110,0-1,0-11,2 0,2 0,2 1,2 5,1-48,-1 0,1 0,0 1,-1-1,1 0,0 0,0 1,0-1,0 0,0 0,0 1,0-1,1 0,-1 0,0 1,1-1,-1 0,1 0,-1 0,1 0,-1 1,1-1,0 0,0 0,0 0,-1 0,1-1,0 1,0 0,0 0,0 0,0-1,1 1,-1-1,0 1,0-1,0 1,0-1,1 0,-1 1,0-1,1 0,-1 0,0 0,0 0,1 0,-1 0,0 0,0-1,1 1,-1 0,0-1,0 1,0-1,1 1,-1-1,0 1,0-1,0 0,57-45,-47 37,-1-1,2 1,-1 1,1 0,0 0,1 2,0-1,0 2,13-5,-24 10,0-1,0 1,0-1,0 1,1-1,-1 1,0 0,0 0,0 0,1 1,-1-1,0 0,0 1,0-1,0 1,0 0,1 0,-1 0,-1 0,1 0,0 0,0 1,0-1,-1 0,1 1,0 0,-1-1,0 1,1 0,-1 0,0-1,0 1,0 0,0 0,0 0,0 1,-1-1,1 0,-1 0,1 0,-1 0,0 1,0-1,0 0,0 0,0 0,0 1,-1-1,1 0,-1 0,0 0,0 0,1 0,-2 2,-2 5,-1-1,0 0,0 0,-1 0,1-1,-2 1,1-2,-1 1,0-1,0 0,-1 0,0-1,0 0,0 0,-1-1,1 0,-1 0,0-1,0 0,-1-1,-1 0,9-1,1-1,-1 0,0 0,0 0,1-1,-1 1,0 0,0-1,1 1,-1-1,0 1,1-1,-1 0,1 0,-1 0,1 0,-1 0,1 0,0 0,-1 0,1 0,0-1,0 1,0 0,0-1,0 1,0-1,0 1,1-1,-1 0,0 1,1-1,0 0,-1 1,1-1,0 0,0 0,0 1,0-1,0 0,0 0,0 1,1-1,-1 0,0 0,1 1,0-1,-1 1,1-1,0 0,0 1,0-1,0 1,0 0,0-1,0 1,1 0,-1 0,10-11,1 1,0 1,1 0,0 1,1 0,-1 1,2 1,-1 0,1 1,0 0,0 2,1-1,-1 2,1 0,0 1,5 0,-21 2,1-1,1 1,-1-1,0 1,1-1,-1 1,1 0,-1-1,1 1,0 0,-1 0,1 0,-1 0,1 0,-1 1,1-1,-1 0,1 1,-1-1,1 1,-1-1,0 1,1 0,-1 0,0-1,1 1,-1 0,0 0,0 0,0 0,0 1,0-1,0 0,0 0,0 1,0-1,0 2,11 50,-12-46,0 0,1 0,0 0,0-1,1 1,0 0,0-1,0 1,1-1,0 0,0 0,0 0,1 0,0-1,0 1,1-1,0 0,-1 0,2-1,-1 0,0 1,3 0,8-1,-3-4</inkml:trace>
  <inkml:trace contextRef="#ctx0" brushRef="#br0" timeOffset="26424.611">22608 2803,'16'11,"5"4</inkml:trace>
  <inkml:trace contextRef="#ctx0" brushRef="#br0" timeOffset="26913.913">23036 2923,'-116'3,"113"-2,1 0,-1 0,1 1,0-1,0 0,-1 1,1-1,0 1,0 0,1 0,-1 0,0 0,1 0,-1 0,1 0,-1 1,1-1,0 0,0 1,0-1,1 1,-1-1,0 1,1 0,0-1,-1 1,1-1,0 1,1 0,-1-1,0 1,1-1,-1 1,1 0,0-1,0 1,0-1,0 0,0 1,1-1,-1 0,0 0,1 0,0 0,0 0,0 0,-1 0,1-1,1 1,-1 0,15 16,2 0,0-1,1-1,0-1,12 6,69 56,-102-77,1 0,-1 0,0 0,0-1,1 1,-1 0,0 0,0 0,0 0,1 0,-1 0,0 0,0 1,1-1,-1 0,0 0,0 1,1-1,-1 0,0 1,1-1,-1 1,0-1,1 0,-1 1,1 0,-1-1,1 1,-1-1,1 1,-1 0,1-1,0 1,-1 0,1-1,0 1,-1 0,1 0,0-1,0 1,0 0,0 0,0-1,0 1,0 0,0 0,0-1,0 1,0 0,0 0,1-1,-1 1,0 0,0 0,1-1,-1 1,1 0,-1-1,0 1,1-1,-1 1,1 0,0-1,-1 1,1-1,0 1,-6-1,1 0,0 0,0 0,0 0,0-1,0 0,0 1,0-1,0-1,1 1,-1-1,0 1,1-1,-1 0,1 0,-1-1,1 1,0-1,0 1,0-1,0 0,1 0,-1-1,1 1,0 0,0-1,0 1,0-1,0 0,1 0,0 1,0-1,0 0,0 0,0 0,1 0,0-4,3-5,2 0,-1 1,2-1,-1 1,2 0,-1 1,2-1,0 1,0 1,1-1,5-4,5-8,10-9,-2-2,-1 0,-1-2,-3-1,0-1,-3 0,-1-2,-2 0,-2-1,-1-1,-3 0,-1 0,2-27,-14 22,3 46,0 0,0 0,0 1,0-1,0 0,0 0,0 0,0 1,0-1,-1 0,1 0,0 1,-1-1,1 0,-1 0,1 1,0-1,-1 0,1 1,-1-1,0 1,1-1,-1 1,0-1,1 1,-1-1,0 1,1-1,-1 1,0 0,0 0,1-1,-1 1,0 0,0 0,0 0,1 0,-1 0,0 0,0 0,0 0,1 0,-1 0,0 0,0 1,0-1,1 0,-1 0,0 1,0-1,1 1,-8 5,1 1,1 1,-1-1,1 1,1 0,-1 1,1-1,1 1,0 0,0 0,1 1,0-1,0 1,1-1,-1 8,-2 12,1 1,1-1,1 1,2 0,1 0,2-1,0 1,2-1,2 0,0 0,2 0,1-1,1-1,1 1,6 6,-14-27,9 20,1-2,0 0,2-1,16 18,-16-27,-3-6</inkml:trace>
  <inkml:trace contextRef="#ctx0" brushRef="#br0" timeOffset="27173.251">23130 2710,'22'0,"24"2,23 3,14 3,10 5,-11 0</inkml:trace>
  <inkml:trace contextRef="#ctx0" brushRef="#br0" timeOffset="27453.498">23812 2884,'-9'-1,"-1"0,1 1,0 1,-1 0,1 0,0 1,0 0,0 0,0 1,0 0,1 0,-1 1,1 1,0-1,0 1,1 1,-1-1,1 1,0 1,1-1,0 1,0 0,0 1,1-1,0 1,0 0,1 0,0 1,0-1,1 1,-1 3,4-10,0 0,-1 0,1 0,0-1,0 1,0 0,0 0,0 0,1 0,-1 0,1 0,-1 0,1 0,-1-1,1 1,0 0,0 0,0-1,0 1,0-1,1 1,-1-1,0 1,1-1,-1 0,1 1,-1-1,1 0,-1 0,1 0,0-1,0 1,-1 0,1 0,0-1,0 1,0-1,0 0,0 0,0 0,0 1,0-2,0 1,11-1,-1 0,1-2,-1 1,0-2,0 1,0-2,0 1,-1-2,0 1,0-2,0 0,-1 0,1 0,-2-1,1-1,4-6,-9 10,-1 0,1 0,-1-1,0 1,-1-1,0 0,0 0,0 0,0-1,-1 1,0 0,0-4,-11 41,8-26,0 1,0-1,1 1,-1-1,1 1,0-1,1 0,-1 1,1-1,0 1,1-1,-1 0,1 0,0 0,0 0,1 0,-1 0,1 0,0-1,0 1,1-1,0 0,-1 0,1 0,0-1,1 1,-1-1,1 0,-1 0,1-1,0 1,0-1,0 0,0 0,1-1,3 1,20-4,-2-5</inkml:trace>
  <inkml:trace contextRef="#ctx0" brushRef="#br0" timeOffset="28082.556">24186 2603,'0'-7,"0"-10,0 0,0 0,-2 0,0 0,-1 0,-1 0,-1-2,-2 38,1 282,8-192,1 3,-3-111,0 0,0-1,0 1,0 0,0-1,0 1,0 0,1 0,-1-1,0 1,0 0,1-1,-1 1,0 0,1-1,-1 1,0-1,1 1,-1-1,1 1,-1-1,1 1,-1-1,1 1,0-1,-1 1,1-1,0 0,-1 0,1 1,0-1,-1 0,1 0,0 0,-1 1,1-1,0 0,-1 0,1 0,0 0,0 0,-1-1,1 1,0 0,-1 0,1 0,0-1,-1 1,1 0,0-1,33-24,-26 18,77-45,-83 51,1 0,-1 0,1 0,0 1,-1-1,1 1,0 0,-1 0,1 0,0 0,-1 0,1 0,0 1,-1-1,1 1,0 0,-1 0,1 0,-1 0,0 0,1 1,-1-1,0 1,0-1,0 1,0 0,0 0,0 0,0 0,-1 0,1 0,-1 0,1 1,0 1,2 5,-1-1,0 1,0-1,-1 1,0 0,0 0,-1 0,0 0,-1 0,0 0,0 0,-1 1,-1-1,2-7,-1 0,1 0,-1 0,0 0,0 0,0-1,0 1,0 0,0 0,0-1,-1 1,1-1,-1 1,1-1,-1 0,1 0,-1 1,0-1,0 0,1 0,-1-1,0 1,0 0,0-1,0 1,0-1,0 1,0-1,0 0,0 0,0 0,0 0,0 0,0-1,0 1,0 0,0-1,0 0,0 1,0-1,0 0,0 0,1 0,-1 0,0 0,1-1,-1 1,1 0,-1-1,1 1,-1-1,1 0,0 1,0-1,0 0,0 0,0 0,0 0,0-1,-1 0,1 0,0-1,-1 1,1 0,1-1,-1 1,1-1,-1 1,1-1,0 1,0-1,0 1,1-1,-1 1,1-1,0 1,0 0,0-1,0 1,1 0,-1 0,1 0,0 0,0 0,0 0,0 0,0 1,1-1,1 0,4-6,2 1,-1 0,1 1,1 0,-1 1,1 0,0 0,2 0,3-1,1 1,0 0,0 2,1 0,-1 0,11 1,-25 3,0 0,0 1,0 0,-1-1,1 1,0 0,-1 1,1-1,-1 0,1 1,-1-1,0 1,0 0,1 0,-1 0,0 0,-1 0,1 0,0 1,-1-1,1 1,-1-1,0 1,1-1,-1 1,-1 0,1-1,0 1,-1 0,1 0,-1 0,0-1,0 1,0 0,0 0,0 0,-1 1,6 26,-5-26,1 1,0-1,0 1,0-1,1 0,-1 1,1-1,0 0,0 0,1 0,-1 0,1 0,0-1,0 1,0-1,0 0,1 0,-1 0,1 0,0 0,0-1,0 0,0 0,0 0,3 1,7-3</inkml:trace>
  <inkml:trace contextRef="#ctx0" brushRef="#br0" timeOffset="28354.191">24681 2562,'-7'5,"2"3,3 1</inkml:trace>
  <inkml:trace contextRef="#ctx0" brushRef="#br0" timeOffset="28742.129">24921 2843,'17'-10,"0"-1,-2 0,1-2,-1 1,-1-2,-1 0,0-1,0 0,-2-1,0 0,0-1,-2 0,0-1,-1 0,-1 0,0 0,-2-1,0 0,-1-1,-1 1,-1-1,-1 1,0-1,-2 1,0-8,1 24,0 0,0 0,0 0,-1 0,1 0,-1 0,1 0,-1 0,0 1,0-1,0 0,0 0,-1 1,1-1,-1 1,0-1,0 1,0 0,0 0,0-1,0 2,0-1,-1 0,1 0,-1 1,1-1,-1 1,1 0,-1 0,0 0,0 0,0 0,0 0,0 1,0 0,1-1,-1 1,0 0,0 0,0 1,0-1,0 1,0-1,0 1,0 0,0 0,1 0,-3 2,-5 8,-1 1,2 1,0 0,0 0,1 1,1 0,0 0,1 1,1-1,0 1,1 1,0-1,1 1,1-1,1 1,0 5,-3 7,2-1,1 1,1 0,1 0,1 0,2 0,1 0,-3-18,0-1,0 1,1-1,1 1,0-1,0 0,0-1,1 1,1-1,-1 0,1 0,1 0,-1-1,1 0,1-1,-1 1,1-1,0-1,0 1,1-2,4 3,-5-4,1-1,0 0,0-1,0 0,-1 0,1 0,0-1,0-1,0 0,0 0,0-1,0 0,-1 0,1-1,-1 0,1 0,-1-1,0 0,-1-1,1 0,-1 0,0 0,0-1,0 0,-1-1,0 1,0-1,-1 0,0-1,0 1,0-1,-1 0,0 0,2-8,-11 26,1 0,1 0,0 1,0-1,1 1,1-1,0 1,0-1,1 1,0 0,1 0,0-1,0 1,3 7,29 4,-12-20</inkml:trace>
  <inkml:trace contextRef="#ctx0" brushRef="#br0" timeOffset="29006.038">25429 2575,'-9'7,"3"7,13 3,4-1</inkml:trace>
  <inkml:trace contextRef="#ctx0" brushRef="#br0" timeOffset="29427.233">25883 2309,'16'20,"15"23,10 25,8 20,3 19,-4 16,-7 10,-11 5,-17 1,-21 1,-23-2,-28-1,-24-5,-21-10,-11-14,-2-23,20-26</inkml:trace>
  <inkml:trace contextRef="#ctx0" brushRef="#br0" timeOffset="44834.445">911 4608,'0'2,"2"3,6 1,10 0,11-2,13-2,9 0,9-1,4-1,-1 0,-7 2,-8 1,-15-1,-16 0,-12 0,-9-1,-7 2,-1 0</inkml:trace>
  <inkml:trace contextRef="#ctx0" brushRef="#br0" timeOffset="46055.791">2396 4554,'-6'-5,"0"0,1 0,-2 1,1-1,0 1,-1 1,0-1,1 1,-2 0,1 1,0 0,0 0,-1 1,1-1,-1 1,1 1,-1 0,1 0,-1 0,1 1,-1 0,1 1,-1-1,1 1,0 1,0 0,0 0,0 0,1 0,-1 1,1 1,0-1,0 1,-1 1,1 1,0 1,1 0,-1 0,2 0,-1 0,1 1,1 0,0 0,0 0,0 0,1 0,1 1,-1 1,2-8,0 1,-1-1,1 1,0 0,1-1,-1 1,1 0,-1-1,1 1,0-1,1 1,-1-1,0 0,1 1,0-1,0 0,0 0,0 0,0 0,1-1,-1 1,1 0,0-1,0 0,0 0,0 0,0 0,0 0,0 0,1-1,-1 0,0 0,1 0,2 1,0-1,0 0,-1 0,1-1,0 0,0 0,-1 0,1-1,0 0,0 0,-1 0,1-1,-1 0,0 0,1 0,-1-1,0 1,0-1,0 0,-1-1,1 1,-1-1,0 0,0 0,0-1,0 1,-1-1,0 0,0 1,0-1,0-1,3-6,0 0,0-1,-1 0,-1 0,0-1,-1 1,-1-1,0 1,0-1,-2 0,1 0,-2 0,-3 114,15 19,-10-115,0-1,0 0,0 0,0 1,0-1,1 0,-1 0,1 0,0 0,0 0,0-1,0 1,0-1,1 1,-1-1,1 0,-1 0,1 0,0 0,0 0,0-1,0 1,0-1,0 0,1 0,-1 0,0 0,1 0,-1-1,0 0,1 0,-1 0,3 0,4-3,-1 0,1-1,-1 0,0-1,0 0,-1 0,1-1,-1 0,0-1,-1 0,1 0,-1 0,-1-1,0 0,0 0,0-1,-1 0,0 0,-1 0,0 0,0-1,-1 0,0 1,-1-1,0-2,5-63,-18 101,10-19,-2 86,4-89,-1-1,1 0,-1 0,1 0,0 1,0-1,1 0,-1 0,0 0,1-1,0 1,0 0,0 0,0-1,0 1,0-1,1 0,-1 0,1 0,0 0,-1 0,1-1,0 1,0-1,0 1,3 0,3-1,-1-1,0 1,1-2,-1 1,0-1,1 0,-1-1,0 0,0 0,0 0,0-1,-1-1,1 1,-1-1,0-1,0 1,0-1,0 0,-1-1,0 1,0-1,0-1,-1 1,0-1,0 0,-1 0,0 0,0-1,-1 1,0 2,-1 1,0 0,0-1,-1 1,1-1,-1 1,0-1,0 0,0 0,-1 1,0-1,0 0,0 0,0 0,-1 1,0-1,0 0,0 1,0-1,-1 1,0-1,0 1,0-1,-1 1,1 0,-1 0,0 0,-3-2,5 5,0 1,0-1,0 1,-1 0,1-1,0 1,0 0,-1 0,1 0,0 0,0 0,-1 0,1 0,0 1,0-1,-1 0,1 1,0-1,0 0,0 1,0 0,0-1,0 1,-1 0,1 0,1-1,-1 1,0 0,0 0,0 0,0 0,1 0,-1 0,0 0,1 0,-1 1,1-1,-1 0,1 0,0 0,-1 1,-12 53,13-48,0 0,0 0,0 0,1 0,0 0,0 0,1 0,0 0,0 0,1-1,0 1,0-1,0 0,1 0,0 0,0 0,0 0,1-1,0 0,0 0,0 0,1-1,-1 0,1 0,0 0,1-1,-1 1,0-2,1 1,6 1,56 15,1-6</inkml:trace>
  <inkml:trace contextRef="#ctx0" brushRef="#br0" timeOffset="46534.548">4173 4474,'6'-1,"18"-7,1 1,0 1,0 1,1 1,-1 2,18 0,-40 2,0-1,0 1,0 0,0 1,0-1,0 1,0-1,0 1,0 0,0 0,0 0,0 0,-1 1,1-1,0 1,-1 0,0-1,1 1,-1 0,0 1,0-1,0 0,0 0,0 1,0 0,-1-1,0 1,1 0,-1-1,0 1,0 0,0 0,-1 0,1 0,-1 0,1 3,-4 4,1 1,-2-1,1 1,-2-1,1 0,-1 0,-1-1,0 0,0 0,-1 0,0-1,0 1,-1-2,0 1,-3 1,-141 110,150-117,1-2,0 0,0 0,0 0,0 0,0 1,0-1,0 0,0 1,0-1,0 0,1 1,-1-1,0 1,0 0,0-1,1 1,-1 0,0-1,1 1,-1 0,1 0,-1 0,1-1,-1 1,1 0,-1 0,1 0,0 0,0 0,-1 0,1 0,0 0,0 0,0 0,0 0,0 0,0 0,0 0,1-1,-1 1,0 0,0 0,1 0,-1 0,1 1,9-1,1 1,0-1,0-1,-1 1,1-2,0 0,0 0,4-2,12 0,242-38,-176 23</inkml:trace>
  <inkml:trace contextRef="#ctx0" brushRef="#br0" timeOffset="46883.174">5564 4528,'0'16,"0"12,0 10,0 6,2 2,1-3,0-3,-1-7,-1-9</inkml:trace>
  <inkml:trace contextRef="#ctx0" brushRef="#br0" timeOffset="47148.013">5536 4247,'-13'-2,"-5"1,0 3,5 4,7 5,13 3,4 0</inkml:trace>
  <inkml:trace contextRef="#ctx0" brushRef="#br0" timeOffset="47415.126">5858 4755,'8'0,"0"0,0-1,0 0,-1 0,1-1,0 0,0-1,-1 0,1 0,-1 0,0-1,0 0,0 0,-1-1,1 0,-1 0,0 0,-1-1,1 0,-1 0,0 0,-1-1,1 0,-1 0,-1 0,1 0,-1-1,-1 1,1-1,-1 0,-1 1,1-1,-1 0,0 0,-1 0,0 0,-1 0,1 0,-1 0,-1 0,0 0,0-2,1 8,1 0,-1 0,0-1,0 1,0 0,0 0,0 0,-1 0,1 0,-1 1,1-1,-1 0,0 0,1 1,-1-1,0 1,0 0,0 0,0-1,0 1,0 0,-1 1,1-1,0 0,0 1,-1-1,1 1,0 0,-1 0,1-1,0 2,-1-1,1 0,0 0,-1 1,1-1,-2 2,-2 0,0 0,0 1,0 0,0 0,0 0,0 1,1 0,0 0,0 1,0-1,0 1,-3 5,1-1,0 1,1 1,1-1,-1 1,2 0,-1 0,2 0,-1 1,1-1,1 1,0 0,1 4,0-10,1 0,0 0,0-1,1 1,0 0,0 0,0-1,1 1,-1-1,1 1,1-1,-1 0,1 0,0 0,0 0,0 0,1 0,-1-1,1 0,1 0,-1 0,0 0,1-1,0 1,-1-1,3 0,38 15,-1-7</inkml:trace>
  <inkml:trace contextRef="#ctx0" brushRef="#br0" timeOffset="47895.076">6433 4501,'-9'-3,"1"1,-1 1,1 0,-1 0,0 1,1 0,-1 0,0 1,1 0,-1 1,1 0,-1 0,1 1,0 0,0 0,0 1,1 0,-1 0,1 1,0 0,0 0,0 0,1 1,0 1,0-1,0 1,1-1,-3 6,6-8,0 1,0-1,0 1,0 0,1 0,0 0,0 0,0 0,0 0,1 0,0 1,0-1,0 0,1 0,0 0,0 0,0 0,1 0,-1 0,1 0,0-1,0 1,1-1,0 1,0-1,0 0,0 0,0 0,1 0,0-1,0 1,10 6,-1 0,1-2,1 1,-1-2,1 0,12 3,68 38,-94-48,0 0,1 1,-1-1,0 1,0-1,0 1,0 0,0-1,0 1,0 0,0 0,-1-1,1 1,0 0,0 0,-1 0,1 0,0 0,-1 0,1 0,-1 0,1 1,-1-1,0 0,1 0,-1 0,0 0,0 1,0-1,0 0,0 0,0 0,0 1,0-1,-1 0,1 0,0 0,-1 0,1 0,-1 1,1-1,-1 0,1 0,-1 0,0 0,0 0,1-1,-1 1,0 0,0 0,0 0,0-1,0 1,0 0,0-1,0 1,0-1,0 0,-1 1,-12 4,0-1,1-1,-1 0,-1-1,1 0,0-1,0-1,0 0,-1-1,-1-1,15 3,0-1,0 0,0 0,0 0,0 0,-1 0,1 0,0 0,0 0,0 0,0-1,0 1,0 0,0-1,0 1,0-1,0 1,0-1,0 1,0-1,0 0,0 1,0-1,1 0,-1 0,0 0,1 1,-1-1,0 0,1 0,-1 0,1 0,-1 0,1 0,0 0,-1-1,1 1,0 0,0 0,0 0,0 0,0 0,0 0,0 0,0 0,0-1,1 1,-1 0,0 0,1 0,-1 0,1 0,-1 0,1 0,-1 0,1 0,0 1,-1-1,1 0,0 0,0 0,0 1,0-1,0 0,-1 1,2-1,20-18,2 1,0 1,1 1,0 1,1 1,1 1,6 0,-7 1,182-71,-206 82,0 0,0-1,0 1,0 1,0-1,0 0,0 0,0 1,0 0,0-1,1 1,-1 0,0 0,0 0,0 0,0 0,1 0,-1 1,0-1,0 1,0 0,0 0,0-1,0 1,0 0,0 1,0-1,0 0,-1 0,1 1,-1-1,1 1,-1 0,1-1,-1 1,0 0,0 0,1 0,0 98,-6-50,4-49,0 0,0 0,-1 0,1 0,0 0,0 0,0 0,0 0,0 0,0 0,0 0,0 0,1 0,-1 0,0 0,1-1,-1 1,0 0,1 0,-1 0,1 0,0 0,-1-1,1 1,0 0,-1 0,1-1,0 1,0-1,-1 1,1-1,0 1,0-1,0 1,0-1,0 1,0-1,0 0,0 0,0 0,0 0,0 1,0-1,0 0,0 0,0-1,0 1,0 0,0 0,0-1,12-3</inkml:trace>
  <inkml:trace contextRef="#ctx0" brushRef="#br0" timeOffset="48154.93">6820 4140,'-3'16,"5"14,6 9,1-2</inkml:trace>
  <inkml:trace contextRef="#ctx0" brushRef="#br0" timeOffset="48689.643">7114 4822,'5'-39,"-1"0,-2-1,-2 1,-1 0,-2-1,-2 1,-1 0,-9-27,11 58,8 18,4 0,1-1,-1-1,2 0,-1 0,1-1,0 0,1-1,-1 0,1 0,1-2,-1 1,1-1,-1-1,1 0,0 0,0-2,1 1,-1-1,2-1,-2 2,-8-3,-1 1,1 0,-1 0,1 0,0 1,-1 0,1-1,-1 1,1 0,-1 0,0 1,1-1,-1 1,0 0,0 0,0 0,0 0,0 0,-1 1,1-1,-1 1,1 0,-1-1,0 1,0 0,0 1,-1-1,2 3,-7 77,2-76,1 0,-1 0,1 0,1 1,-1-1,1 0,1 1,-1-1,1 0,1 0,-1 1,2 0,0-3,1-1,0 0,0 0,0 0,0-1,1 1,0-1,0 0,-1 0,2-1,-1 0,0 0,0 0,1 0,-1-1,1 0,0 0,-1 0,1-1,-1 1,1-2,0 1,-1-1,1 1,5-3,1 2,0-2,0 1,-1-2,1 1,-1-2,0 1,0-2,0 1,-1-1,0-1,0 0,0-1,-1 1,0-2,-1 1,0-1,0-1,-1 1,0-1,-1-1,0 1,0-1,-1 0,-1 0,0-1,0 1,-1-1,-1 0,2-11,-4 5,-7 29,3 14,2 0,0 0,1 0,1 0,2 0,4 22,-5-41,0 0,0 0,1 0,0 0,0-1,1 1,0-1,0 0,0 0,0 0,1 0,0 0,0-1,0 1,0-1,1 0,0 0,-1-1,2 0,-1 0,0 0,0 0,1-1,0 0,-1 0,1 0,0-1,0 0,0 0,0 0,0-1,3 0,30-7,-4-7</inkml:trace>
  <inkml:trace contextRef="#ctx0" brushRef="#br0" timeOffset="48960.005">7770 4193,'6'9,"14"4,20 0,3 0</inkml:trace>
  <inkml:trace contextRef="#ctx0" brushRef="#br0" timeOffset="49623.589">9026 4822,'-11'-9,"0"0,0 1,-1 0,0 1,0 1,0-1,-1 2,0 0,0 1,-1 0,8 2,-1 1,1 0,-1 0,0 1,1 0,-1 0,0 0,1 1,-1 0,1 0,-1 1,1 0,-1 0,1 0,0 1,0 0,0 0,1 1,-1-1,1 1,-3 3,-33 54,41-58,-1-1,0 0,1 0,-1 0,1 0,0 1,0-1,0 0,0 0,0 1,0-1,1 0,-1 0,1 1,-1-1,1 0,0 0,0 0,0 0,0 0,0 0,1 0,-1 0,1-1,-1 1,1 0,-1-1,1 1,0-1,0 0,0 1,3 0,0 0,-1 0,1-1,0 1,0-1,0 0,0 0,0-1,0 0,0 0,1 0,-1 0,0-1,0 0,0 0,0 0,0 0,-1-1,1 0,1-1,87-55,-81 45,0-1,-1 1,0-2,-2 0,1 0,-2 0,0-1,-1 0,-1-1,0 0,-1 0,-1 0,0-1,-2 1,0-1,-1 1,0-1,-2 0,0 0,-1 1,0-1,-2 1,0 0,-1-1,-1 2,0-1,-2 1,1 0,-11-14,18 29,0 0,0 0,0 0,0 0,-1 1,1-1,0 0,-1 0,1 0,-1 0,1 0,-1 0,1 1,-1-1,0 0,0 0,1 1,-1-1,0 0,0 1,1-1,-1 1,0-1,0 1,0 0,0-1,0 1,0 0,0-1,0 1,0 0,0 0,0 0,0 0,0 0,0 0,0 0,0 0,0 1,0-1,0 0,0 0,0 1,1-1,-1 1,0-1,0 1,0-1,0 1,1 0,-1-1,0 1,1 0,-1-1,0 1,1 0,-1 0,-4 13,1 0,0 0,1 0,1 0,0 0,1 0,0 15,1-18,-1 28,1 1,2-1,6 38,-5-62,0-1,0 1,2-1,0 1,0-1,1-1,1 1,0-1,1 0,0-1,1 0,1 0,-3-5,0-1,1 1,0-2,0 1,1-1,0 0,0-1,0 0,0 0,0-1,1 0,0-1,-1 0,1 0,0-1,0 0,0-1,0 0,0-1,1 0,3-1,-1 0,1-1,-1 0,0-1,0 0,0-1,0 0,-1-2,0 1,0-1,0-1,-1 0,0-1,2-2,-7 5,-1 0,0-1,1 0,-2 1,1-2,-1 1,0 0,-1-1,0 0,0 1,0-1,-1-1,-1 1,1 0,-1 0,-1-1,1 1,-1 0,-1-8,-5 45,5-21,1 0,-1-1,1 1,1 0,-1-1,1 1,1 0,-1-1,1 1,1-1,-1 0,1 1,1-1,-1-1,1 1,0 0,1-1,0 0,0 0,0 0,0-1,1 0,0 0,0 0,1 0,5 2,19 5</inkml:trace>
  <inkml:trace contextRef="#ctx0" brushRef="#br0" timeOffset="50062.97">9440 4380,'6'9,"0"0,1-1,0 0,0 0,1 0,0-1,0-1,0 1,1-1,0-1,1 1,-1-2,1 1,0-1,5 1,6 4,-3-2,-1 1,1 0,-1 1,-1 1,0 1,0 0,-1 1,-1 0,1 1,-2 1,0 1,-1-1,-1 2,0 0,0 1,12 37,24 40,-45-92,0 0,0 0,0-1,0 1,0-1,0 1,1-1,-1 0,0 0,1 1,-1-2,1 1,-1 0,1 0,0-1,-1 0,1 1,-1-1,1 0,0 0,-1-1,1 1,0 0,-1-1,1 0,-1 1,1-1,-1 0,1 0,-1-1,0 1,1 0,-1-1,0 0,1 0,67-69,-65 64,0 0,-1 0,0 0,0-1,0 0,-1 0,-1 0,1 0,-1 0,-1-1,1 1,-1-1,-1 1,0-9,0 17,-1 0,1-1,-1 1,1 0,-1 0,1 0,-1 0,1 0,-1 0,1-1,-1 1,1 0,-1 1,1-1,-1 0,1 0,0 0,-1 0,1 0,-1 0,1 1,-1-1,1 0,-1 0,1 1,0-1,-1 0,1 0,-1 1,1-1,0 1,-1-1,1 0,0 1,0-1,-1 1,1-1,0 0,0 1,0-1,0 1,-1-1,1 1,0-1,0 1,0-1,0 1,0-1,0 1,0-1,0 1,0-1,1 1,-1-1,0 1,0-1,0 1,-1 4,0-1,0 1,0 0,0 0,1 0,-1 0,1 0,1 0,-1 0,1 0,0 0,0 0,0-1,1 1,-1 0,1-1,0 1,1-1,-1 1,1-1,0 0,0 0,0 0,0-1,1 1,0-1,-1 0,1 0,1 0,-1 0,0-1,0 1,4 0,18 7,0-1,0-2,1 0,0-2,0 0,1-2,20-1,-43-2,87 6</inkml:trace>
  <inkml:trace contextRef="#ctx0" brushRef="#br0" timeOffset="51188.612">11419 4674,'-7'-4,"1"0,-1 1,0-1,0 1,0 1,-1-1,1 1,0 1,-1-1,0 1,1 0,-1 1,1 0,-1 0,0 1,1 0,-1 0,1 1,-1-1,1 2,0-1,0 1,0 0,0 1,0-1,1 2,-1-1,1 0,0 1,0 1,3-3,0 1,0-1,0 1,1 0,-1 0,1 0,0 0,0 0,0 1,1-1,0 0,-1 1,1-1,1 1,-1 0,1-1,0 1,0-1,0 1,1 0,-1-1,1 1,0-1,1 1,-1-1,1 1,0-1,0 0,0 0,0 0,1 0,0 0,2 2,1-2,1 1,0-1,0-1,0 1,0-1,1 0,-1-1,1 0,0 0,0-1,-1 0,1 0,0 0,0-1,0-1,0 1,7-3,1 1,1-2,-1 0,-1-1,1 0,-1-1,0-1,0-1,2-1,-9 4,0 1,-1-1,1 0,-1 0,0-1,-1 1,1-2,-1 1,0-1,-1 0,0 0,0-1,0 1,-1-1,0 0,-1 0,1-1,-2 1,1-1,-1 1,-1-1,1 0,-1 0,-1 0,0 0,0 1,-1-3,-22-29,22 39,1 1,-1-1,0 1,1-1,-1 0,0 1,0-1,1 1,-1-1,0 1,0 0,0-1,0 1,0 0,0 0,1-1,-1 1,0 0,0 0,0 0,0 0,0 0,0 0,0 1,0-1,0 0,0 0,1 1,-1-1,0 0,0 1,0-1,0 1,1-1,-1 1,0-1,1 1,-1 0,0-1,1 1,-1 0,1 0,-1-1,1 1,-1 0,0 1,-2 5,0 0,0 1,1-1,0 1,0 0,1 0,0-1,0 1,1 0,0 0,0 0,1 0,0 0,0 0,1 0,0-1,0 1,1-1,0 1,0-1,1 0,0 0,0-1,1 1,0-1,4 2,1 0,0-2,1 1,0-1,0-1,0 0,0 0,1-1,0 0,0-1,0-1,0 0,0-1,0 0,0 0,1-2,-1 1,0-2,0 1,0-2,0 1,11-5,-15 5,0-1,0 1,0-1,0-1,0 1,0-1,-1-1,0 1,0-1,0-1,-1 1,1-1,-1 0,-1-1,1 1,-1-1,0 0,-1-1,1 1,-2-1,1 0,-1 0,0 0,-1 0,1 0,-2-1,1 1,-1-1,-1 1,1-1,-1 1,-1-1,0-4,-8-18,5 42,6 4,0 0,1 0,0 0,2-1,0 1,0-1,1-1,1 1,0-1,1 0,1 0,4 5,-9-14,0 1,0-1,0 0,1-1,-1 1,1-1,0 0,0 0,0 0,1-1,-1 0,1 0,-1 0,1-1,0 1,-1-2,1 1,0 0,0-1,-1 0,1-1,0 1,0-1,0 0,-1 0,1-1,-1 0,1 0,-1 0,0 0,0-1,0 0,3-2,6-6,0 0,-1 0,-1-2,0 1,-1-2,0 1,-1-2,0 1,-1-1,-1-1,-1 1,0-1,0-3,-1 5,2 36,-8-14,2 1,-1-1,1 0,1 1,0-1,0 0,0 0,1 0,0-1,1 1,-1-1,1 0,1-1,0 1,-1-1,2 0,-1 0,1-1,0 0,0 0,0 0,1-1,0 0,1 0,4 0,0 0,0-1,0 0,0-1,0 0,0-1,1-1,-1 0,1-1,-1 0,0-1,0 0,0-1,0-1,0 0,-1-1,1 0,-1-1,0 0,-1-1,0-1,0 1,0-2,-1 1,0-2,-1 1,0-1,-1 0,0-1,0 0,-1-1,3-17,-2-1,-1 1,-1-1,-2 0,-1-1,-1 1,-2-1,-1 1,-1 0,-2-1,-6-24,6 26,-19-136,17 151,1 18,0 26,-3 57,3 1,8 82,-4-156,2 1,0-1,0 0,1 0,1 0,0 0,1 0,1 0,0-1,0 0,2 0,-1 0,2-1,0 0,0-1,1 0,0 0,1 0,0-1,10 6,-9-9,0-2,0 1,0-2,0 1,1-2,0 1,0-2,0 1,0-2,0 1,12-2,19-2</inkml:trace>
  <inkml:trace contextRef="#ctx0" brushRef="#br0" timeOffset="51453.902">12528 4273,'21'5,"22"1,29 0,27-1,22-2,-9-1</inkml:trace>
  <inkml:trace contextRef="#ctx0" brushRef="#br0" timeOffset="52745.816">13438 4635,'-3'3,"1"1,-1-1,1 1,0 0,0 0,1 0,-1 0,1 0,0 0,0 0,0 0,1 0,-1 1,1-1,0 0,0 0,0 1,1-1,0 0,0 0,0 0,0 0,0 0,1 0,0 0,0 0,0 0,0-1,1 1,-1-1,1 1,0-1,0 0,0 0,0-1,1 1,-1-1,4 3,-1-3,0 0,0 0,1 0,-1-1,0 0,1 0,-1-1,1 0,-1 0,1 0,-1-1,1 0,-1 0,0-1,1 1,-1-1,0-1,0 1,0-1,-1 0,1-1,-1 1,1-1,-1 0,0 0,-1-1,1 1,-1-1,0 0,0 0,0-1,-1 1,0-1,0 0,0 0,-1 0,0 0,0 0,0 0,-1-1,0-2,0 5,-1-1,0 1,-1 0,1 0,-1-1,1 1,-1 0,-1 0,1 0,-1 0,1 0,-1 0,0 1,0-1,-1 0,1 1,-1 0,0-1,0 1,0 0,0 1,0-1,-1 0,1 1,-1 0,0 0,1 0,-1 0,0 1,0-1,-2 1,-11-5,-1 1,0 2,0-1,0 2,0 0,-13 2,22-1,0 0,0 1,0 0,0 1,0 0,0 0,0 1,0 0,1 1,-1 0,1 0,-1 1,1 0,-2 1,10-4,-1-1,1 0,0 1,-1-1,1 1,0-1,0 1,-1-1,1 0,0 1,0-1,0 1,0-1,-1 1,1-1,0 1,0-1,0 1,0-1,0 1,0-1,0 1,1-1,-1 1,0-1,0 1,0-1,0 1,1-1,-1 0,0 1,0-1,1 1,-1-1,0 0,1 1,-1-1,0 0,1 1,-1-1,1 0,-1 1,0-1,1 0,-1 0,1 0,-1 0,1 1,-1-1,1 0,-1 0,1 0,-1 0,1 0,-1 0,1 0,-1 0,1 0,109 12,-82-12,248 5,-269-5,0 1,1-1,-1 1,0 1,0-1,0 1,0 0,0 1,0 0,-1 0,1 0,-1 1,0 0,0 0,0 1,-1-1,1 1,-1 0,0 1,-1-1,1 1,-1 0,0 0,-1 1,1-1,0 5,19 94,-22-103,0 0,0 0,0-1,0 1,0 0,1-1,-1 1,1-1,-1 0,1 1,0-1,-1 0,1 0,0 0,0 0,0 0,0 0,0-1,0 1,0-1,0 1,0-1,0 0,0 0,0 0,0 0,0 0,0 0,0-1,0 1,0 0,0-1,0 0,0 0,0 0,66-36,-60 29,1-1,-2 0,1 0,-1 0,0-1,-1-1,0 1,-1-1,0 0,0 0,-2 0,1-1,-1 1,-1-1,1-6,-4 28,1 1,0-1,1 1,0-1,0 0,1 1,1-1,0 0,0 0,5 9,-4-14,0 0,1 0,-1 0,1-1,0 1,1-1,-1-1,1 1,0-1,0 0,0 0,0 0,0-1,1 0,-1 0,1-1,-1 0,1 0,0-1,-1 1,1-1,0-1,0 1,-1-1,1 0,-1-1,1 0,-1 0,0 0,1-1,-1 0,0 0,-1 0,1-1,-1 0,1 0,-1 0,0-1,-1 1,1-1,-1-1,2-1,3-6,-1 0,-1 0,0 0,0-1,-1 0,-1-1,-1 1,0-1,0-5,-6 32,1 1,0-1,0 0,1 0,1 0,0 0,0 0,3 6,-2-11,2-1,-1 1,1 0,0-1,0 0,1 0,-1 0,1-1,1 1,-1-1,1 0,0-1,0 0,0 1,1-2,-1 1,1-1,0 0,0-1,0 1,0-1,2 0,21 4,1 0,0-2,1-2,19 0,-7-1,0-2,0-2,-1-2,1-2,40-11,-74 15,0-1,0 1,0-2,-1 1,0-1,0-1,0 1,2-4,-9 7,0 1,0-1,0 1,0-1,-1 0,1 0,-1 0,1 0,-1 0,0-1,1 1,-1 0,0-1,-1 1,1 0,0-1,-1 1,1-1,-1 1,0-1,0 1,0-1,0 1,0-1,-1 0,1 1,-1 0,0-1,1 1,-1-1,0 1,0 0,-1 0,1-1,0 1,-1-1,-4-3,0 0,-1 0,1 0,-1 1,0 0,-1 0,1 1,-1 0,0 0,0 1,0 0,0 0,0 1,-1 0,1 1,-1 0,0 0,1 0,-1 1,1 1,-1 0,0 0,1 0,-1 1,1 0,0 1,0 0,-3 1,4 0,1 0,-1 0,1 1,1 0,-1 0,1 0,-1 0,1 1,1 0,-1 0,1 1,0-1,1 1,0 0,-1 1,3-5,-1 0,1 0,1 0,-1 1,0-1,1 0,-1 0,1 0,0 0,0 1,1-1,-1 0,0 0,1 0,0 0,0 0,0 0,0 0,0 0,1 0,-1 0,1 0,0-1,0 1,0-1,0 1,0-1,0 0,1 0,-1 0,1 0,-1 0,1-1,0 1,0-1,2 1,4 2,1-1,0-1,0 0,0 0,0-1,0 0,0-1,1 0,-1 0,0-1,0-1,0 0,0 0,0-1,-1 0,1-1,-1 0,1 0,-1-1,-1 0,1-1,-1 0,0 0,0-1,-1 0,0 0,0 0,0-1,-1-1,0 1,3-8,-6 38,4 79,-6-99,-1 1,1 0,0 0,0-1,0 1,0 0,0-1,1 1,-1-1,1 0,0 1,0-1,0 0,0 0,0 0,0 0,0-1,1 1,-1 0,0-1,1 0,0 0,-1 1,1-1,0-1,-1 1,1 0,0-1,0 1,0-1,0 0,-1 0,3 0,8-3,-1-1,1-1,-1 1,0-2,0 0,0 0,-1-1,0-1,0 0,-1 0,0-1,0 0,-1-1,1-2,7-5,-2-1,0 0,0-2,-2 1,0-2,-2 0,0 0,-2-1,0 0,-1-1,-1 0,-2 0,0 0,1-18,-2 17,-2-1,0 0,-1 1,-2-1,-1 0,0 0,-2 1,-1-1,-2-4,-13-9,20 38,0-1,-1 0,1 0,-1 1,0-1,1 0,-1 1,0-1,1 0,-1 1,0-1,1 1,-1-1,0 1,0-1,0 1,0 0,1 0,-1-1,0 1,0 0,0 0,0 0,0 0,0 0,0 0,0 0,0 0,1 0,-1 0,0 0,0 1,0-1,0 0,0 1,1-1,-1 1,0-1,0 1,0-1,1 1,-1 0,-3 4,1 0,0 0,0 0,1 0,-1 0,1 1,0 0,1-1,-1 1,1 0,0 0,1 2,-5 25,2 0,1 0,1 0,2 0,2 0,0 0,3 0,0-1,3 0,0 0,2-1,1 0,2-1,15 26,-20-41,1-1,0 0,1 0,1-1,0 0,1-1,0 0,0-1,2-1,-1 0,1-1,1-1,-1 0,1-1,1 0,0-2,-1 0,8 1,11-6,-8-5</inkml:trace>
  <inkml:trace contextRef="#ctx0" brushRef="#br0" timeOffset="53002.786">15309 4408,'21'9,"22"5,24 1,22-3,-5-3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0:09.4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1783 180,'-69'-29,"0"3,-2 3,-28-4,73 22,0 0,0 2,-1 1,1 1,-1 1,0 1,1 2,0 1,0 0,0 2,0 1,1 1,0 2,-4 2,-22 17,1 1,1 3,2 2,2 2,1 2,2 2,2 1,2 3,2 1,1 1,-26 51,-6 26,6 3,6 3,5 1,6 3,0 24,-16 52,9 2,10 3,9 1,2 110,23-188,7 0,5 1,7-1,5-1,7-1,21 64,-12-92,5-1,4-2,5-2,4-2,5-2,6 1,-13-29,3-1,3-3,3-2,2-2,3-4,3-2,2-3,14 4,-42-31,2-1,0-3,1-1,1-3,1-1,1-2,0-3,1-1,0-2,1-3,0-1,0-3,1-2,-1-1,0-3,0-2,0-3,38-10,-27-3,-1-2,-2-3,0-2,-2-3,-1-2,-2-2,-1-2,-2-3,-1-2,-3-1,-1-3,-3-1,-2-2,-1-2,-3-1,-3-2,3-10,44-92,-8-2,-7-4,-6-2,-8-3,-3-21,-8-1,-8 0,-8-2,-8-1,-10-92,-15-8,-12 1,-41-171,46 342,-5 2,-5 1,-5 1,-5 1,-5 3,-5 1,-8-3,42 87,-1 1,-2 1,0 0,-2 2,-1 0,0 1,-2 1,0 1,-2 0,0 2,-1 1,0 1,-2 2,1 0,-2 2,-7-2,-3 4,-1 2,-1 1,1 3,-1 1,0 1,1 3,-1 1,0 2,1 2,0 1,0 2,1 2,-3 2,20-6,1 1,0 1,1 1,0 0,1 1,0 1,1 1,-8 7,-11 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0:10.1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96 3,'-5'-2,"0"8,-3 15,0 19,0 21,-2 21,-1 15,-1 8,2 3,0-3,1-20</inkml:trace>
  <inkml:trace contextRef="#ctx0" brushRef="#br0" timeOffset="389.064">230 671,'25'-4,"-1"-1,0-1,-1-1,1-1,-1-1,-1-1,0-1,0-1,-1 0,-1-2,0-1,1-2,-15 12,0 1,0-1,-1 0,0 0,0-1,-1 1,1-1,-1 0,0-1,-1 1,1-1,-1 1,-1-1,1 0,-1 0,0 0,-1 0,1-3,-4 8,1 0,-1-1,0 1,0 0,0 0,0 0,0 0,0 1,0-1,0 1,-1-1,1 1,-1 0,1 0,-1 0,1 0,-1 0,0 0,1 1,-1-1,0 1,1 0,-1 0,0 0,0 0,1 0,-1 1,0-1,0 1,1 0,-1 0,1 0,-1 0,1 0,-1 0,0 1,-5 1,0 0,1 1,-1-1,1 1,0 1,0-1,0 1,0 1,1-1,0 1,0 0,0 0,1 1,0 0,1 0,-1 0,1 0,0 1,1 0,0-1,0 1,1 0,0 1,0-1,1 0,0 1,1-1,-1 0,2 1,-1-1,1 0,0 1,1-1,0 0,0 0,1 0,0 0,0 0,1-1,0 1,3 2,3 1,1-1,0 0,1-1,0 0,1-1,0 0,0-1,1 0,-1-1,1-1,1 0,-1-1,1-1,0 0,10 0,37 6</inkml:trace>
  <inkml:trace contextRef="#ctx0" brushRef="#br0" timeOffset="893.214">1192 404,'-14'-6,"0"1,0 0,-1 1,0 0,0 1,0 1,0 1,0 0,0 0,0 2,-1 0,1 0,0 2,0 0,0 1,-3 1,15-4,0 0,0 0,0 0,0 0,0 1,0-1,0 1,1 0,-1 0,1 0,-1 0,1 0,0 0,0 1,0-1,0 1,0 0,1-1,-1 1,1 0,0 0,-1 0,1 0,0 0,1 0,-1 0,1 0,-1 0,1 1,0-1,0 0,0 0,1 0,-1 0,1 1,0-1,0 0,0 2,8 8,0 0,0 0,1-1,1-1,0 0,1 0,0-1,0 0,1-1,0 0,7 2,-4 0,24 15,86 67,-125-92,1 0,-1-1,0 1,1 0,-1 0,0 0,1 1,-1-1,0 0,0 0,0 1,0-1,0 0,-1 1,1-1,0 1,0-1,-1 1,1 0,-1-1,0 1,1-1,-1 1,0 0,0-1,0 1,0 0,0-1,-1 1,1 0,0-1,-1 1,1-1,-1 1,1 0,-1-1,0 1,0-1,0 0,0 1,0-1,0 0,0 0,0 1,0-1,-1 0,1 0,0 0,-1 0,-62 12,63-13,-1 1,1-1,-1 0,1 0,0 0,-1 0,1 0,-1-1,1 1,-1 0,1-1,0 1,-1-1,1 1,0-1,-1 0,1 1,0-1,0 0,0 0,0 0,-1 0,1 0,1 0,-1 0,0 0,0 0,0-1,0 1,1 0,-1-1,1 1,-1 0,1-1,0 1,-1-1,1 1,0 0,0-1,0 1,0-1,0 0,2-7,1 1,0 0,1-1,0 1,0 1,1-1,0 1,0-1,0 1,1 1,0-1,4-2,-6 4,37-38,2 2,1 1,2 3,2 2,1 1,14-4,-62 37,0 0,-1 1,1-1,0 0,-1 0,1 1,0-1,-1 0,1 1,0-1,0 1,0-1,-1 1,1-1,0 1,0 0,0-1,0 1,0 0,0 0,0-1,0 1,0 0,0 0,0 0,0 0,0 1,0-1,-1 0,1 0,0 0,0 1,0-1,0 1,0-1,0 0,0 1,-1 0,1-1,0 1,0-1,-1 1,1 0,0-1,-1 1,1 0,-1 0,1 0,-1 0,1-1,-1 2,-13 105,11-99,-4 26,2 1,1-1,1 1,2 8,0-38,1 1,-1-1,1 0,0 0,0 0,1-1,-1 1,1 0,0 0,0-1,1 1,-1-1,1 0,0 0,0 0,0 0,4 3,11 5</inkml:trace>
  <inkml:trace contextRef="#ctx0" brushRef="#br0" timeOffset="1167.495">1594 70,'0'18,"4"18,9 13,2-1</inkml:trace>
  <inkml:trace contextRef="#ctx0" brushRef="#br0" timeOffset="1605.408">1834 819,'13'-296,"-8"166,-4 129,-1 0,1 0,0-1,0 1,0 0,0 0,0 0,0 0,1 0,-1 0,0 0,0 1,1-1,-1 0,0 1,1-1,-1 1,1-1,-1 1,1 0,-1-1,1 1,-1 0,1 0,-1 0,1 0,-1 0,1 1,-1-1,0 0,1 1,-1-1,1 1,-1-1,0 1,1 0,-1 0,0 0,0-1,1 1,-1 0,0 0,0 1,0-1,0 0,0 0,0 1,9 3,174 88,-178-87,0 0,-1 0,0 0,0 1,-1 0,0 0,0 0,-1 0,1 1,-2 0,1-1,-1 1,0 0,-1 0,0 0,0 0,0 1,-1-1,-1 0,1 0,-1 0,-1 0,1 0,-1 0,-1 1,-2 48,4-54,1 1,0-1,0 1,1-1,-1 1,1-1,0 1,-1-1,2 0,-1 1,0-1,1 0,-1 0,1 0,0 0,0 0,0 0,0 0,1-1,-1 1,1-1,0 0,0 0,-1 1,1-2,0 1,1 0,-1-1,0 1,0-1,1 0,-1 0,1-1,-1 1,1-1,-1 1,1-1,-1 0,2 0,5-2,0 1,1-1,-1-1,0 0,0 0,-1-1,1 0,-1 0,1-1,-2-1,1 0,0 0,-1 0,0-1,-1-1,0 1,0-1,0 0,-1 0,0-1,-1 0,0 0,0-1,-1 1,0-1,-1 0,0 0,0 0,-1 0,-1 0,0-1,0-2,-12 76,10-55,0 0,1 0,0 0,0 1,1-1,0 0,1 0,-1 0,2 0,-1 0,1 0,0-1,1 1,-1-1,2 0,-1 0,1 0,0-1,0 1,1-1,0-1,0 1,0-1,0 0,1 0,0-1,0 0,1 0,4 2,33 5,-1-5</inkml:trace>
  <inkml:trace contextRef="#ctx0" brushRef="#br0" timeOffset="1863.003">2716 3,'0'0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0:14.3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11,'18'0,"17"-2,17-1,11 0,6 1,-3 7,-9 10,-14 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0:16.8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283 30,'-5'-4,"-1"1,0-1,0 1,0 0,0 1,-1 0,1 0,-1 0,1 1,-1-1,0 2,1-1,-1 1,0 0,0 0,0 1,1 0,-1 0,0 1,1-1,-1 2,1-1,0 1,0-1,0 2,0-1,0 1,1 0,-1 0,1 0,0 1,-1 1,-2 3,0 0,1 0,0 1,1 0,0 0,0 0,1 1,0 0,1 0,0 0,1 1,1-1,-1 1,2-1,0 1,0 0,1 7,0-15,1-1,-1 0,1 1,0-1,0 0,0 0,0 0,0 0,1 0,0 0,-1 0,1 0,0-1,0 1,1-1,-1 1,0-1,1 0,0 0,-1 0,1 0,0 0,0-1,0 1,0-1,0 0,0 0,0 0,3 0,1 1,0-2,1 1,-1-1,0 0,0 0,0-1,1 0,-1 0,0 0,0-1,0 0,-1-1,4-1,-2-1,1 0,-1-1,1 0,-2 0,1-1,-1 1,0-2,0 1,-1-1,0 0,-1-1,1 1,-1-1,-1 0,0 0,0-1,-1 1,0-1,-1 0,0 1,-1-1,1 0,-2 0,0 0,0 0,0 0,-2 0,1 0,-3-9,-13-12,17 30,0 1,0-1,-1 1,1-1,0 1,0-1,-1 1,1-1,0 1,-1-1,1 1,-1 0,1-1,-1 1,1-1,-1 1,1 0,-1-1,1 1,-1 0,1 0,-1 0,1-1,-1 1,1 0,-1 0,0 0,1 0,-1 0,1 0,-1 0,0 0,1 0,-1 0,1 0,-1 1,1-1,-1 0,0 0,1 0,-1 1,1-1,-1 0,1 1,-1-1,1 0,0 1,-1-1,1 1,-1-1,1 1,-3 7,0 0,1 0,0 1,1-1,0 0,0 1,1-1,0 1,0-1,1 0,0 1,2 6,-3-8,1 0,0 0,0 0,0 0,1 0,0 0,1-1,-1 1,1-1,1 1,-1-1,1 0,0 0,0-1,1 1,0-1,0 0,0 0,0-1,1 1,0-1,0 0,0-1,0 1,1-1,-1-1,1 1,0-1,0 0,-1-1,1 1,0-1,1-1,-1 0,0 0,4 0,-5-2,0 0,-1 0,1-1,0 0,-1 0,0 0,1 0,-1-1,-1 0,1 0,-1-1,1 1,-1-1,0 0,-1 0,1 0,-1 0,0-1,0 0,-1 1,0-1,0 0,0 0,-1 0,0 0,0 0,0-1,-1 1,0 0,0 0,0 0,-1-1,0 1,-1-4,-5-31,7 41,0 0,0 0,0 0,0 0,0 0,-1 0,1 1,0-1,0 0,0 0,0 0,0 0,0 0,0 0,-1 0,1 0,0 0,0 0,0 0,0 0,0 0,0 0,-1 1,1-1,0 0,0 0,0 0,0-1,0 1,-1 0,1 0,0 0,0 0,0 0,0 0,0 0,-2 20,1 5,-1-6,1 1,1 0,0 0,2 0,0 0,1-1,1 1,1-1,2 3,-6-19,0 0,1 0,-1 0,1 0,0 0,0 0,0-1,1 1,-1-1,1 1,-1-1,1 0,0 0,-1 0,1 0,0-1,0 1,1-1,-1 0,0 0,0 0,1 0,-1 0,0-1,1 1,-1-1,0 0,1 0,-1-1,1 1,-1-1,0 1,1-1,2-1,2-1,0 0,0-1,0 0,0 0,-1 0,1-1,-1-1,0 1,-1-1,0 0,1 0,-2-1,2-1,-2 0,0 1,-1-1,0 0,0 0,-1-1,0 1,-1-1,1 0,-2 0,1 1,-1-1,-1 0,1 0,-1 0,-1 0,0 0,0 0,-1 0,-1-5,-7-2,3 24,2 30,5-30,-1-1,1 1,1 0,-1-1,1 1,1-1,-1 1,1-1,0 1,1-1,0 0,0 0,0 0,1-1,0 1,1-1,-1 0,1 0,0 0,1-1,-1 0,1 0,0 0,1 0,-1-1,1 0,-1-1,1 0,0 0,1 0,3 1,-4-3,1 0,-1-1,1 1,-1-1,1-1,-1 1,1-1,-1-1,0 0,1 1,-1-2,0 1,0-1,0-1,-1 1,1-1,-1 0,0 0,0-1,0 0,-1 0,0 0,0-1,0 1,0-1,-1-1,0 1,0 0,-1-1,0 0,0 0,0 0,-1 0,0 0,0-6,0 5,0 1,0-1,-1 0,0 0,-1 1,0-1,0 0,-1 0,0 0,0 1,-1-1,-1-5,3 12,0 1,-1-1,1 0,0 1,0-1,0 0,-1 1,1-1,0 1,-1-1,1 1,-1-1,1 0,-1 1,1-1,-1 1,1 0,-1-1,1 1,-1-1,1 1,-1 0,0-1,1 1,-1 0,0 0,1 0,-1-1,0 1,1 0,-1 0,0 0,1 0,-1 0,0 0,1 0,-1 1,0-1,1 0,-1 0,0 0,1 1,-1-1,1 0,-1 1,0-1,1 1,-22 27,17-22,2-1,-1 1,1 1,0-1,0 0,1 1,-1 0,2-1,-1 1,1 0,0 0,0 0,1 0,0 0,0 0,0 0,1 0,0 0,1-1,-1 1,1 0,1-1,-1 1,1-1,0 0,1 1,0-2,0 1,0 0,0-1,1 0,3 4,8-1,1-1,-1-1,1 0,1-1,-1-1,1 0,-1-2,1 0,0 0,17-3,-30 2,81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0:17.3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 33,'-3'10,"1"1,0-1,1 1,0 0,0 0,1-1,1 1,0 0,0 0,1-1,0 1,1-1,0 0,1 1,0-1,1-1,0 1,0-1,1 0,0 0,1 0,4 4,-7-9,1 1,0-1,0 0,0-1,0 1,1-1,-1 0,1-1,0 1,0-1,0 0,0 0,0-1,0 0,0 0,0 0,1-1,-1 0,0 0,1-1,-1 0,0 0,0 0,0-1,0 1,0-2,0 1,0-1,-1 1,1-2,-1 1,0-1,5-3,-6 1,1 0,-1-1,0 0,-1 1,0-1,0 0,0-1,-1 1,0 0,0-1,-1 1,0-1,-1 1,1-1,-1 0,-1 1,1-1,-1 0,-1 1,0-1,0 1,0 0,-1 0,0 0,0 0,0 0,-1 0,0 1,-1 0,1 0,-1 0,-1 0,1 1,-1 0,0 0,0 0,0 1,0 0,-1 0,0 1,0-1,0 2,0-1,-8-1,10 4,0 0,-1 1,1 0,0 0,0 0,-1 0,1 1,0 0,1 0,-1 1,0-1,0 1,1 0,0 0,0 0,0 1,0 0,0 0,0 0,1 0,0 0,0 0,0 1,1 0,-1 0,1-1,0 1,0 0,1 1,0-1,0 0,0 0,0 1,1-1,0 0,0 1,0-1,1 0,0 1,0-1,0 0,0 0,11 32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0:25.1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249 253,'-6'1,"1"0,-1 0,1 0,-1 0,1 1,0 0,0 0,0 1,0-1,0 1,0 0,1 0,-1 1,1-1,0 1,0 0,0 0,1 0,-2 4,-57 93,60-96,-13 24,2 0,2 1,1 1,1 0,1 0,2 1,1 0,2 0,0 14,-1-5,2 0,2 0,2 0,1-1,2 1,2-1,2 0,1 0,2-1,2 0,1-1,5 3,-3-12,2-2,1 0,1-1,1-1,1-1,2-1,0-1,1-1,1-2,1-1,1 0,0-3,1 0,1-2,26 8,16-5,1-3,-1-4,2-3,-1-3,1-3,6-4,-69 4,0-1,1 0,-1-1,0 0,0-1,-1 0,1-1,-1 0,1-1,-1 0,0-1,-1 0,0-1,0 0,0-1,-1 0,6-6,109-149,-79 97,-44 65,22-26,-2-1,-1-1,-2-1,0 0,-2-2,-2 1,-1-2,-1 0,-2 0,-1-1,2-18,-8 21,0 0,-2 0,-1-1,-2 1,-1 0,-1 0,-2 1,-1-1,-1 1,-2 0,-1 1,-1 0,-2 1,0 1,-2 0,-18-23,-166-150,178 178,-2 1,0 1,-1 1,-1 1,0 1,-2 1,0 2,0 1,-27-8,21 12,-2 3,1 0,-1 3,0 0,1 3,-1 1,0 1,0 2,1 2,0 1,0 2,1 1,0 2,1 1,0 2,1 1,0 1,2 2,0 1,-2 4,-44 38,11-3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0:25.9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1 211,'0'14,"2"15,1 15,2 13,0 9,0 3,-2 3,-1-3,-1-8,0-14</inkml:trace>
  <inkml:trace contextRef="#ctx0" brushRef="#br0" timeOffset="688.17">201 465,'5'2,"0"-1,0 1,0 0,0 1,-1-1,1 1,-1 0,1 0,-1 0,0 1,0-1,0 1,-1 0,0 0,1 1,-1-1,-1 1,1-1,-1 1,1 0,-1 2,31 108,-30-92,-3-17,1 1,0-1,0 0,0 1,1-1,0 0,0 0,1 0,-1-1,1 1,1 0,-2-6,0 0,0 0,0 0,0 0,0 0,0 0,0-1,0 1,0-1,0 1,-1-1,1 0,0 1,0-1,0 0,-1-1,1 1,-1 0,1 0,-1-1,1 1,-1-1,1 1,-1-1,0 1,0-1,0 0,0 0,0 1,-1-1,1-1,1 1,12-19,-1 0,-2-1,0 0,-1-1,-1 0,3-13,-11 32,12-27,-13 31,1-1,-1 1,0-1,1 1,-1-1,1 1,0 0,-1-1,1 1,-1 0,1-1,-1 1,1 0,0 0,-1 0,1 0,-1-1,1 1,0 0,-1 0,1 0,0 0,-1 0,1 1,0-1,-1 0,1 0,-1 0,1 0,0 1,-1-1,1 0,-1 1,1-1,-1 0,1 1,-1-1,1 1,-1-1,1 1,-1-1,0 1,1-1,-1 1,0-1,1 1,-1 0,78 115,-71-108,1 0,-1 0,1-1,1 0,-1-1,1 1,0-1,0-1,1 0,2 0,-8-3,0 0,0-1,0 0,0 0,0 0,0 0,1-1,-1 1,0-1,1 0,-1-1,0 1,0-1,1 0,-1 0,0 0,0 0,0-1,0 0,0 1,-1-2,1 1,0 0,-1-1,0 1,3-4,3-7,0-1,-2 0,1-1,-2 1,0-1,-1-1,0 1,-2-1,0 0,0 0,-1 0,-1 0,-1 0,0 0,-1 0,-2-6,3 19,-25-258,10 142,11 87,2 24,1 21,0 63,3 0,4 0,3-1,3 0,9 24,-18-82,1-1,1 0,0-1,1 1,1-1,1 0,0-1,0 0,1 0,1-1,1 0,0-1,0 0,1 0,1-1,1 0,13 2</inkml:trace>
  <inkml:trace contextRef="#ctx0" brushRef="#br0" timeOffset="883.516">548 251,'12'-2,"21"-4,26-6,23-7,19 0,7 4,-14 4</inkml:trace>
  <inkml:trace contextRef="#ctx0" brushRef="#br0" timeOffset="2143.894">1204 692,'6'-40,"-2"-1,-2 0,-1 0,-3-1,-4-21,6 62,0-4,-1 1,1-1,-1 0,-1 1,1-1,0 0,-1 1,0-1,0 1,-1 0,1 0,-1 0,0 0,-1-1,4 5,-1 0,1 1,0-1,-1 0,1 0,0 0,-1 1,1-1,0 0,0 1,-1-1,1 0,0 1,0-1,-1 0,1 1,0-1,0 0,0 1,0-1,-1 1,1-1,0 0,0 1,0-1,0 1,0-1,0 0,0 1,0-1,0 1,0-1,1 0,-1 1,0-1,0 1,0-1,0 0,1 1,-1-1,0 0,0 1,1-1,-1 0,0 1,0-1,1 0,-1 0,0 1,1-1,-1 0,0 0,1 0,-1 1,1-1,-1 0,1 0,7 7,1-1,1 0,-1-1,1 0,0-1,0 1,0-2,1 0,0 0,-1-1,1 0,0 0,0-2,0 1,0-1,4-1,6 2,-18-1,0 0,-1 0,1 0,0 1,0-1,-1 1,1 0,-1 0,1 0,-1 0,1 0,-1 0,0 1,1-1,-1 1,0 0,0-1,0 1,0 0,0 0,-1 0,1 1,0-1,-1 0,0 1,0-1,0 0,0 1,0 0,0-1,0 1,-1 0,1-1,-1 1,0 0,0-1,0 1,0 0,2 119,-1-120,-1 0,0 1,1-1,0 0,-1 0,1 1,0-1,0 0,0 0,0 0,0 0,1 0,-1-1,1 1,-1 0,1-1,0 1,-1-1,1 1,0-1,0 0,0 1,0-1,0 0,0-1,1 1,-1 0,0-1,0 1,0-1,1 1,-1-1,0 0,1 0,5 0,-1-1,1 0,-1 0,0 0,1-1,-1 0,0-1,0 1,0-1,0-1,6-2,0-1,-1 0,0-1,0-1,-1 0,0 0,0-1,-1 0,-1-1,0 0,0-1,-1 0,0 0,-1 0,-1-1,0 0,-1-1,0 1,-1-1,0-2,-3 14,-1 0,1-1,-1 1,0 0,0 0,0 0,0 0,0-1,0 1,0 0,-1 0,1 0,-1 0,1 0,-1 0,0 0,0 0,0 0,0 0,0 0,-1 0,1 1,0-1,-1 1,0-1,1 1,-1-1,0 1,1 0,-1 0,0 0,0 0,0 0,0 0,0 0,0 1,0-1,-1 1,1-1,0 1,0 0,0 0,0 0,-1 0,1 0,0 1,-1-1,0 1,0 0,0 0,0 0,1 0,-1 0,0 1,1-1,-1 1,1 0,-1 0,1-1,0 2,0-1,0 0,0 0,0 1,0-1,1 1,-1-1,1 1,0 0,-1 0,1 0,1 0,-15 75,15-75,0-1,0 1,0 0,0-1,0 1,0-1,1 1,-1 0,1-1,0 1,0-1,0 1,0-1,0 1,1-1,-1 0,1 0,-1 0,1 0,0 0,0 0,-1 0,2 0,-1-1,0 1,0-1,0 1,1-1,-1 0,1 0,-1 0,1 0,-1-1,1 1,-1-1,1 1,0-1,-1 0,1 0,0 0,-1 0,1-1,0 1,-1-1,1 1,-1-1,1 0,5-4,0 1,-1-2,1 1,-1-1,0 0,0 0,-1-1,0 0,0 0,-1-1,0 1,2-6,-6 12,0 1,-1-1,1 0,0 1,-1-1,1 0,0 1,0-1,0 1,0-1,-1 1,1 0,0-1,0 1,0 0,0-1,0 1,0 0,0 0,0 0,0 0,0 0,0 0,0 0,0 0,0 1,0-1,0 0,0 0,-1 1,1-1,0 1,0-1,0 1,0-1,-1 1,1-1,0 1,0 0,-1-1,1 1,0 0,-1 0,1 0,-1-1,1 1,-1 0,0 0,1 0,-1 0,0 0,0 0,1 0,-1 0,0 0,0 0,9 11,-4-7,0-1,0 0,0 0,0 0,1-1,0 1,-1-1,1-1,0 1,1-1,-1 0,0-1,1 1,-1-1,0 0,1-1,0 0,-3 1,0-1,0 0,0-1,0 1,0-1,0 1,0-1,0-1,0 1,0 0,0-1,-1 0,1 0,-1 0,1 0,-1 0,0-1,0 1,0-1,0 0,0 0,-1 0,1-1,-1 1,0 0,0-1,1-2,1-11,0-1,-1 0,-1 1,0-1,-2 0,0 0,-1 0,-1 1,0-1,-3-5,-8-52,14 73,0 0,0 1,0-1,0 0,0 1,0-1,0 1,1 0,-1-1,1 1,-1 0,1 0,-1 0,1 0,0 0,0 0,-1 1,1-1,0 0,0 1,0 0,0-1,0 1,-1 0,1 0,0 0,0 0,0 0,0 0,0 1,0-1,0 1,1 0,-2-1,14 0,-1 0,1 2,0-1,-1 2,0 0,1 1,-1 0,0 1,-1 1,1 0,10 8,-20-10,-1 0,1 0,-1 0,0 1,0-1,-1 1,1 0,-1 0,0-1,0 2,-1-1,1 0,-1 0,0 0,-1 1,1-1,-1 0,0 1,-1-1,1 1,-1-1,0 0,-1 4,-1 37,3-44,0 0,0-1,0 1,0 0,1 0,-1 0,1-1,-1 1,1 0,-1-1,1 1,0 0,0-1,0 1,0-1,0 1,0-1,0 0,1 1,-1-1,0 0,1 0,-1 0,1 0,-1 0,1 0,-1 0,1-1,0 1,0 0,-1-1,1 1,0-1,0 0,-1 0,1 0,0 0,0 0,0 0,-1 0,1 0,1-1,74-27,-64 18,-1-1,0 1,-1-2,0 1,0-2,-1 0,-1 0,0 0,-1-1,-1 0,0-1,0 0,-2 0,0 0,-1-1,0 0,-1 1,-1-1,0 0,-2-1,1 1,-3-11,2 23,-1 0,1-1,-1 1,0 0,-1 0,1 0,-1 0,1 0,-1 0,0 0,-1 1,1-1,-1 1,1-1,-1 1,0 0,0 0,-1 0,2 3,1-1,-1 1,1 0,0 0,-1 0,1 1,-1-1,1 0,-1 0,1 1,0-1,-1 1,1-1,-1 1,1 0,0 0,0-1,0 1,-1 0,1 0,0 0,0 0,0 0,0 0,0 1,1-1,-1 0,0 0,1 1,-1-1,0 0,1 1,0-1,-1 0,1 1,0-1,-1 1,1-1,0 1,0 0,-1 7,-1 0,1 0,0 0,1 0,0 0,0 0,1 0,1 0,-1 0,1 0,1-1,-1 1,2-1,-1 1,1-1,0 0,1 0,0-1,0 1,1-1,0 0,0-1,0 1,1-1,0 0,0-1,1 0,-1 0,1-1,0 0,1 0,-1 0,0-1,5 0,69 20,-1-10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0:51.0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156 561,'-154'446,"152"-435,9-26,-4 8,22-54,-4-2,-2 0,-2-1,-4-1,-2 0,-4-1,-2-4,-3 47,0 13,-1 0,0-1,-1 1,-1 0,1-1,-1 1,-1 0,0 0,-1-4,3 14,0 0,0-1,0 1,0 0,0-1,-1 1,1 0,0-1,0 1,0 0,0-1,0 1,0 0,0-1,-1 1,1 0,0 0,0-1,0 1,-1 0,1 0,0-1,0 1,-1 0,1 0,0 0,-1-1,1 1,0 0,-1 0,1 0,0 0,-1 0,1 0,0 0,-1 0,1 0,0 0,-1 0,1 0,0 0,-1 0,1 0,0 0,-1 0,1 0,0 0,0 0,-1 1,1-1,0 0,-1 0,1 0,0 0,0 1,-1-1,1 0,0 0,0 1,0-1,-1 0,1 1,0-1,0 0,0 0,0 1,-1-1,1 1,-9 23,7-18,1 0,0 0,0 1,1-1,-1 1,1-1,1 0,-1 1,1-1,1 0,-1 1,1-1,0 0,0 0,0 0,1 0,0-1,0 1,1-1,0 0,0 0,0 0,0 0,1-1,-1 1,1-1,1 0,-1-1,1 1,6 2,1 0,0-1,1-1,-1 0,1-1,-1 0,1-1,0-1,0 0,0-1,0 0,0-1,0-1,0 0,0-1,-1 0,1-2,-1 1,0-1,0-1,-1 0,0-1,0-1,0 1,-1-2,0 0,-1 0,0-1,0 0,-1 0,0-1,-1-1,0 0,-1 0,0 0,-1-1,0-1,14-91,-21 105,1 0,0 1,0-1,-1 0,1 0,0 0,0 0,-1 0,1 0,0 0,0 0,-1 0,1 0,0 1,0-1,-1 0,1-1,0 1,0 0,-1 0,1 0,0 0,0 0,-1 0,1 0,0 0,0 0,-1 0,1-1,0 1,0 0,0 0,-1 0,1 0,0-1,0 1,0 0,0 0,-16 46,2 1,2 0,-2 29,13-73,-14 83,4 0,4 1,4 54,2-135,0 0,1 1,0-1,0 0,1 1,-1-1,2 0,-1 0,1 1,-1-1,2 0,-1-1,1 1,0 0,0-1,0 1,1-1,0 0,0 0,0-1,0 1,1-1,0 0,15 4</inkml:trace>
  <inkml:trace contextRef="#ctx0" brushRef="#br0" timeOffset="337.04">797 896,'37'-12,"-1"-2,0-2,-1-1,-1-1,1-3,3-14,-37 34,0 0,0 0,-1 0,1 1,-1-1,1 0,-1 0,1 0,-1 0,0 0,1 0,-1 0,0 0,0 0,0 0,0 0,0 0,0 0,0-1,0 1,0 0,0 0,-1 0,1 0,0 0,-1 0,1 0,-1 0,1 1,-1-1,1 0,-1 0,1 0,-1 0,0 1,0-1,1 0,-1 1,0-1,0 0,0 1,0-1,0 1,0-1,0 1,0 0,-10-4,-1 1,1 1,-1-1,1 2,-1 0,1 0,-1 1,0 1,0 0,1 0,-1 1,1 1,0 0,-1 0,-8 5,14-6,0 0,0 1,0-1,0 1,1 0,0 1,0-1,0 1,0 0,0 0,1 1,-1-1,1 1,0 0,1 0,-1 1,1-1,0 1,1-1,-1 1,1 0,0 0,0 0,1 0,0 0,0 1,0-1,1 0,0 0,0 1,1-1,0 0,0 0,1 3,2 2,0-1,1 0,1 0,0 0,0-1,1 0,0 0,0-1,1 1,0-2,1 1,-1-1,1-1,6 4,10 6,2-2,0 0,1-2,22 7,20 3</inkml:trace>
  <inkml:trace contextRef="#ctx0" brushRef="#br0" timeOffset="741.371">1546 1003,'-2'-7,"0"0,0 0,-1 0,0 0,0 1,-1-1,0 1,0 0,0 0,-1 0,0 0,0 1,0 0,-1 0,1 1,-1-1,-1 1,1 0,0 1,-1 0,0 0,0 0,0 1,0 0,0 0,0 1,-1 0,1 0,0 0,-1 1,1 0,0 1,-1 0,1 0,-1 1,1-2,1 0,-1 0,0 1,1 0,-1 1,1 0,0 0,0 0,-1 0,1 1,1 0,-1 1,0-1,1 1,0 0,0 0,0 1,0-1,1 1,-1 0,1 1,0-1,1 1,0-1,0 1,0 0,0 0,1 1,0-1,0 0,1 1,0-1,0 1,0 0,1-1,0 1,0-1,2 7,0-5,1-1,0 1,0-1,1 1,0-1,0-1,0 1,1 0,0-1,1 0,-1 0,1-1,0 1,1-1,-1-1,1 1,0-1,0 0,0-1,1 0,-1 0,1 0,5 0,-8-1,1 0,0-1,-1 0,1 0,0 0,0-1,0 1,0-2,0 1,0-1,-1 1,1-2,0 1,0-1,-1 1,1-2,-1 1,0-1,0 1,0-1,0-1,0 1,0-1,-1 0,0 0,1 0,-2 0,1-1,0 0,-1 0,0 0,1-3,2-6,-1-1,0 0,-1 0,-1 0,0 0,-1-1,-1 1,0-7,14 137,-13-107,1 0,0 0,0-1,1 1,0-1,0 0,1 0,0 0,0-1,1 1,0-1,0-1,0 1,1-1,-1 0,1 0,0-1,1 0,-1 0,1-1,0 0,0 0,1-1,25 4</inkml:trace>
  <inkml:trace contextRef="#ctx0" brushRef="#br0" timeOffset="1709.646">1853 642,'55'-25,"-30"18,1-4,0-1,0-1,-1-1,-1-1,-1-1,0-1,-1-1,-1-1,-1-1,11-14,-19 19,1-1,-2 0,0-1,-1-1,-1 0,-1 0,0 0,-1-1,-1 0,-1-1,-1 1,0-1,-2 0,0 0,-1-8,-1 23,0 0,0 1,0-1,0 0,-1 0,0 1,0-1,0 0,-1 1,1-1,-1 1,0 0,0-1,-1 1,1 0,-1 0,0 0,0 1,0-1,-1 1,1 0,-1 0,0 0,0 0,0 0,0 1,0 0,0 0,-1 0,1 0,-1 1,0 0,-2 0,-1 0,1 1,-1 0,1 1,0 0,-1 0,1 0,0 1,-1 0,1 1,0-1,0 1,1 1,-1-1,1 1,0 0,-1 1,-1 2,-8 6,2 1,-1 0,2 1,0 1,1 0,-3 7,-6 15,2 0,2 2,1 0,2 1,3 1,0 0,3 0,2 1,1 0,2 0,3 0,1 0,2 0,2 0,1 0,3-1,1 0,2-1,14 30,-20-54,0 1,1-1,1 0,1 0,0-1,1-1,1 1,0-2,1 1,1-2,0 1,3 0,-14-13,1 1,-1 0,1-1,-1 0,1 0,0 0,0 0,0 0,0 0,0-1,0 1,-1-1,1 0,0 0,0 0,0 0,0-1,0 1,0-1,0 0,0 0,0 0,-1 0,1 0,0 0,-1-1,1 1,-1-1,1 0,-1 0,0 0,0 0,0 0,1-2,55-88,6-99,-75 217,8-19,1 0,0 0,0 1,0-1,1 1,0-1,0 1,1-1,0 1,0-1,1 1,0-1,1 1,-1-1,1 1,1-1,-1 0,1 0,1 0,-1-1,1 1,0-1,0 0,1 0,0 0,5 4,-1-4,1-1,0-1,0 1,0-2,1 1,-1-1,1-1,0 0,0-1,-1 0,1 0,0-1,0 0,0-1,0-1,0 0,0 0,-1-1,1 0,-1-1,0 0,0 0,0-1,-1-1,1 0,-1 0,0-1,1-1,3-5,0 0,-2-1,1 0,-1-1,-1 0,-1 0,0-1,-1-1,-1 1,0-1,-2-1,2-4,-3 2,-18 34,-4 31,2 1,2 1,2 0,2 1,-1 24,-47 470,55-527,0 0,-1-1,0 0,-1 0,-1 0,0 0,-4 4,8-14,-1 0,1 0,-1 0,0 0,-1 0,1-1,-1 1,1-1,-1 0,0 0,0 0,-1-1,1 1,0-1,-1 0,1-1,-1 1,0-1,0 1,0-2,1 1,-1 0,-5-1,1-2,-1 0,1-1,0 0,-1-1,2 0,-1 0,0-1,1 0,0 0,0-1,0 0,1-1,0 1,0-2,1 1,0-1,0 1,1-2,0 1,0 0,1-1,0 0,-3-9,3 8,0-1,0 0,1 0,0 1,1-2,0 1,1 0,0 0,1 0,0-1,1 1,0 0,1 0,0 0,1 0,0 0,0 0,2 1,-1-1,1 1,0 0,1 1,1-1,-1 1,1 0,1 1,0 0,0 0,0 0,1 1,0 1,0-1,1 1,0 1,0 0,1 0,23-4,1 2,0 1,0 2,0 1,1 2,-1 2,1 1,-1 1,12 4,-15-4,105 11,-10 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0:46.6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0 879,'15'4,"-1"0,1-1,0-1,0 0,0-1,0 0,0-1,0-1,0-1,0 0,0-1,0 0,0-1,-1-1,0-1,0 0,0 0,-1-1,0-1,0 0,-1-1,5-5,-10 8,0 0,-1 0,0-1,0 0,-1 0,0 0,0-1,-1 0,4-7,-7 13,0-1,0 1,0 0,-1-1,1 1,-1-1,1 1,-1-1,0 0,0 1,0-1,0 1,0-1,-1 1,1-1,-1 1,0-1,0 1,0-1,0 1,0 0,0 0,-1-1,1 1,-1 0,1 0,-1 0,0 1,0-1,0 0,0 1,0-1,0 1,0-1,-2 0,-2-1,0 1,0 0,0 0,0 0,0 0,0 1,0 0,0 0,-1 1,1 0,0 0,-1 0,1 1,0 0,0 0,0 1,-1-1,1 1,1 1,-1-1,0 1,1 0,-1 0,1 1,0 0,0-1,0 2,1-1,-1 1,1-1,0 1,0 0,1 1,0-1,0 0,0 1,0 0,1 0,0 0,0 0,1 0,-1 0,1 0,1 1,-1 3,2-1,0 0,0-1,1 1,0-1,1 1,0-1,0 0,1 0,0 0,0 0,1-1,0 0,0 0,1 0,0 0,0-1,0 0,1 0,0-1,0 0,5 2,0 1,0-1,0-1,1 0,0 0,0-2,1 1,-1-2,1 0,0-1,-1 0,1-1,0 0,5-1,-9-1,1-1,-1 0,0 0,0-1,-1 0,1 0,-1-2,1 1,-1-1,-1 0,1-1,-1 0,0 0,0-1,3-3,91-123,-93 121,40-42,-48 53,1 0,0 0,-1 0,1 0,0 0,0 0,-1 1,1-1,0 1,0-1,0 1,0 0,0-1,0 1,0 0,0 1,0-1,0 0,0 0,0 1,0-1,-1 1,1 0,0-1,0 1,0 0,-1 0,1 0,-1 0,1 1,-1-1,1 0,-1 1,1-1,-1 1,7 9,0 1,0 0,-2 0,1 1,-2-1,0 2,0-1,-1 0,-1 1,0 0,-1 0,0-1,-1 2,-1-13,1 0,-1 0,1 0,-1 0,0 0,0 0,0 0,0 0,0 0,0 0,-1-1,1 1,-1 0,1 0,-1 0,0 0,0 0,0 0,0-1,0 1,0 0,0-1,0 1,-1-1,1 1,-1-1,1 0,-1 1,1-1,-2 1,2-3,-1-1,1 1,0 0,0 0,0 0,1-1,-1 1,0 0,0-1,1 1,-1-1,1 1,-1-1,1 1,0-1,-1 1,1-1,0 1,0-1,0 1,0-1,1 1,-1-1,0 1,0-1,1 1,-1-1,1 1,0-1,-1 1,1-1,0 1,0 0,0 0,0-1,0 1,0 0,0 0,84-89,-47 55,-8 3,-1-1,-1-1,-2-1,-2-2,-1-1,-2 0,-1-2,-3 0,-1-1,-2-1,7-33,-17 59,10-35,-2-1,-2-1,-3 0,-2 0,-4 52,-1 0,0 0,1 0,-1 0,0-1,0 1,0 0,0 0,0 0,0 0,0 0,-1 0,1 0,0 0,0 0,-1 0,1 0,-1 0,1 0,-1 0,1 1,-1-1,0 0,1 0,-1 0,0 1,0-1,1 0,-1 1,0-1,0 0,0 1,-29 21,10 10,1 0,1 2,2 1,1 0,2 0,1 1,-4 26,3-25,2 0,2 1,1 1,2-1,2 1,1 0,2 0,2 1,1-1,7 35,-7-63,0-1,1 1,0-1,0 0,1 0,1-1,-1 1,1-1,1 0,-1 0,1 0,1-1,-1 0,1 0,0-1,1 1,0-2,0 1,0-1,1 0,-1-1,1 0,0-1,0 1,1-2,-1 1,0-1,1-1,0 0,-1 0,1-1,0 0,-1-1,1 0,0 0,-1-3,0 0,0-1,-1 0,0 0,0-1,0 0,-1 0,0-1,0 1,0-2,-1 1,0-1,-1 0,0 0,0-1,-1 1,1-1,-2 0,0 0,0-1,0 1,-1-1,-1 1,0-1,0 0,0 1,-2-1,0-9,1 18,1 0,-1 1,1-1,-1 0,0 0,0 0,0 0,1 0,-1 1,0-1,0 0,0 0,0 0,-1 0,1 0,0 0,0 1,0-1,-1 0,1 0,0 0,-1 0,1 1,-1-1,1 0,-1 1,1-1,-1 0,1 1,-1-1,0 0,1 1,-1-1,0 1,0-1,1 1,-1 0,0-1,0 1,0 0,0-1,1 1,-1 0,0 0,0 0,0 0,0 0,0 0,0 0,1 0,-1 0,0 0,0 1,0-1,0 0,-5 8,2 0,-1 1,1-1,1 1,0 0,0 0,0 0,1 0,1 0,-1 0,2 1,-1-1,1 0,1 1,-1 0,2 1,-1-1,1 1,1 0,0-1,0 1,1-1,0 0,1 0,0 0,1-1,0 0,0 0,1 0,0-1,0 0,1-1,0 1,1-1,0-1,0 0,0 0,1-1,-1 0,1 0,0-1,1 0,7 1,31 7,-6-4</inkml:trace>
  <inkml:trace contextRef="#ctx0" brushRef="#br0" timeOffset="286.328">842 250,'25'-4,"33"0,34 4,32 3,25 4,-12 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0:20.7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5962 493,'-9'18,"-2"13,-1 8,3 4,3 0,2-4,1-6,5-8,1-13,0-9</inkml:trace>
  <inkml:trace contextRef="#ctx0" brushRef="#br0" timeOffset="375.284">5789 212,'52'4,"0"2,0 2,0 3,-1 2,-1 3,38 16,-74-25,-1 1,1 0,-1 1,-1 1,0 0,0 0,-1 2,0-1,-1 1,0 1,-1-1,-1 2,0-1,0 1,-2 0,1 1,-2 0,0 0,-1 0,1 9,-1 1,14 43,-17-66,0-1,0 1,0 0,0-1,0 1,1-1,-1 0,0 1,1-1,-1 0,1 0,0 0,-1 0,1 0,0 0,-1 0,1-1,0 1,0 0,0-1,0 0,0 1,0-1,0 0,-1 0,1 0,0 0,0 0,0-1,0 1,0-1,0 1,0-1,10-4,0-1,0 0,-1-1,0 0,0 0,0-1,-1-1,0 0,-1 0,0-1,-1 0,1-1,-2 0,0 0,0 0,-1-2,-3 8,-3 4,0 0,0 1,0-1,0 0,0 0,1 0,-1 0,0 1,0-1,1 0,-1 0,1 0,-1 1,0-1,1 0,-1 1,1-1,0 0,-1 1,1-1,-1 1,1-1,0 1,0-1,-1 1,1-1,0 1,0 0,0-1,-1 1,1 0,0 0,0 0,0 0,0 0,-1 0,1 0,0 0,0 0,0 0,0 0,-1 0,1 0,0 1,0-1,0 0,-1 1,1-1,0 1,47 80,-41-70,1 0,1-1,0 0,0 0,1-1,0-1,1 1,0-2,0 1,0-2,1 1,0-1,0-1,1-1,0 1,0-2,0 0,0 0,0-2,0 1,1-2,-1 1,0-2,1 0,-1-1,0 0,0-1,0 0,4-2,-11 2,1-1,-1 1,0-1,-1-1,1 1,-1-1,0 0,0 0,0 0,-1-1,1 1,-1-1,-1 0,1-1,-1 1,0-1,-1 1,1-1,-1 0,-1 0,1-2,2-16,-1-1,-1 1,-1-1,-1 1,-3-10,-40-390,42 425,1 1,0-1,-1 0,1 0,0 0,-1 0,1 0,0 0,0 0,-1 0,1-1,0 1,-1 0,-2 100,5-1,4 0,14 75,-16-152,1 0,1 0,1 0,0 0,2-1,5 8,-10-22,0 0,0 0,1 0,0-1,0 1,1-1,0 0,0-1,0 0,1 0,0 0,0 0,0-1,0-1,1 1,0-1,-1 0,1-1,1 0,33 3,-3-7</inkml:trace>
  <inkml:trace contextRef="#ctx0" brushRef="#br0" timeOffset="577.745">6846 185,'18'5,"26"1,27 0,25-2,23-1,13 4,-16 0</inkml:trace>
  <inkml:trace contextRef="#ctx0" brushRef="#br0" timeOffset="1841.86">7687 720,'15'-41,"-2"-1,-2 0,-2 0,-2-1,-1 0,-3-1,-1-32,-2 76,0-4,0 0,0 1,0-1,-1 0,1 0,-1 1,0-1,0 0,0 1,-1-1,1 1,-1-1,0 1,0 0,0 0,0 0,-1-1,1 4,1 0,0 1,-1-1,1 1,0-1,-1 1,1-1,0 1,0 0,0-1,-1 1,1 0,0 0,0 0,0 0,0 0,0 0,0 0,1 0,-1 0,0 0,1 1,-1-1,0 0,1 1,0-1,-1 0,1 1,0-1,-1 0,1 1,0-1,0 1,0-1,0 0,1 1,-1-1,0 2,0 0,0-1,0 1,1-1,-1 1,1-1,0 1,0-1,0 1,0-1,0 0,0 0,1 1,-1-1,1 0,-1 0,1 0,0-1,0 1,0 0,0-1,0 1,0-1,0 1,1-1,-1 0,0 0,1 0,0 0,77 16,-1-11,-54-6,1 2,-1 1,0 0,0 2,0 1,7 4,-27-8,-1 0,1 0,-1 1,1 0,-1 0,0 0,0 0,-1 1,1-1,-1 1,0 0,1 0,-2 0,1 1,0-1,-1 1,0-1,0 1,0 0,-1 0,0 0,0 0,0 0,0 0,-1 0,0 0,0 0,0 0,-1 0,1 0,-1 0,-10 76,12-79,-1-1,0 1,0-1,1 1,-1-1,1 1,-1-1,1 1,0-1,-1 1,1-1,0 0,0 0,0 1,0-1,0 0,0 0,0 0,1 0,-1 0,0 0,1-1,-1 1,0 0,1-1,-1 1,1-1,-1 1,1-1,-1 0,2 1,55 4,-50-5,57-2,-1-2,1-3,-1-3,-1-3,0-2,35-16,-81 26,0-1,-1 0,0-1,0-1,0-1,-1 0,-1-1,1-1,6-7,-19 17,0-1,0 0,0 0,0 0,0 0,-1 0,1 0,-1 0,1 0,-1-1,0 1,0-1,0 1,0-1,0 1,-1-1,1 1,-1-1,0 0,0 1,0-1,0 0,0 1,0-1,-1 0,1 1,-1-1,0 1,0-1,0 1,0-1,0 1,0 0,-1-1,1 1,-1 0,1 0,-1 0,0 0,0 0,0 0,0 1,0-1,-1 1,1-1,-2 0,-5-2,-1 0,0 0,0 1,0 1,0-1,0 2,-1-1,1 1,0 1,-1 0,1 0,-1 1,1 1,0 0,0 0,0 1,0 0,0 0,0 1,1 1,-1 0,1 0,1 0,-1 1,1 1,0-1,0 2,1-1,0 1,0 0,1 0,0 0,0 1,1 1,0-2,1-1,0 1,1 1,0-1,0 0,1 1,0-1,1 1,-1 0,2 0,-1-1,1 1,1 0,-1 0,2 2,-2-9,1 0,0 0,0-1,0 1,1 0,-1 0,0 0,1-1,-1 1,1-1,0 1,-1-1,1 1,0-1,0 0,0 0,0 0,0 0,0 0,0-1,0 1,0-1,0 1,0-1,0 0,1 1,-1-1,0 0,0-1,0 1,0 0,1-1,-1 1,71-24,139-105,-212 128,1 1,0-1,0 0,-1 1,1-1,0 1,0-1,0 1,0-1,0 1,0 0,-1-1,1 1,0 0,0 0,0 0,0 0,0 0,0 0,0 0,0 0,0 0,0 0,0 0,0 0,0 1,0-1,0 0,0 1,0-1,-1 1,1-1,0 1,0 0,0-1,-1 1,1 0,0-1,-1 1,1 0,-1 0,1-1,-1 1,1 0,-1 0,1 0,-1 0,0 0,0 0,1 0,-1 0,0 0,0 0,0 0,0 0,0 0,0 0,0 0,0 0,-1-1,1 1,0 0,0 0,-1 0,1 0,0 17,-1-11,1-1,-1 1,1-1,0 1,1-1,-1 1,1-1,1 1,-1-1,1 0,0 1,1-1,-1 0,1-1,0 1,1 0,-1-1,1 0,0 1,1-2,-1 1,1 0,0-1,2 2,-5-6,0 1,0-1,0 1,1-1,-1 0,0 1,0-1,1 0,-1-1,0 1,0 0,0-1,1 1,-1-1,0 0,0 1,0-1,0 0,0 0,0 0,0-1,-1 1,1 0,0-1,-1 1,1-1,-1 0,1 0,-1 1,0-1,1-1,33-64,-22 28,-1-1,-2 0,-2-1,0-11,3-15,-11 66,0 0,0 0,0-1,-1 1,1 0,0 0,0 0,0 0,0-1,0 1,0 0,1 0,-1 0,0 0,1-1,-1 1,0 0,1 0,0 0,-1 0,1 0,-1 0,1 0,0 0,0 0,0 1,0-1,-1 0,1 0,0 1,0-1,0 1,0-1,1 0,-1 1,0 0,0-1,0 1,0 0,0 0,1-1,-1 1,0 0,0 0,0 0,0 0,1 1,-1-1,95 71,-51-42,61 50,-101-74,0 0,-1 0,0 1,0-1,0 1,-1 0,0 0,0 1,0-1,-1 1,0-1,0 1,-1 0,0 0,0-1,0 1,-1 0,0 0,-9 113,10-118,0 1,-1 0,1 0,1-1,-1 1,0 0,0-1,1 0,0 1,-1-1,1 0,0 0,0 1,0-2,1 1,-1 0,0 0,1-1,-1 1,1-1,-1 0,1 0,0 0,-1 0,3 1,73 6,-63-9,0-1,-1 0,1-1,-1-1,1 0,-1-1,0-1,-1 0,1-1,-1 0,0-1,-1 0,0-1,0-1,-1 0,-1 0,1-1,-2 0,1-1,-2 0,1-1,-2 1,0-2,0 1,-1-1,-1 0,0 0,-1 0,0-5,-3 11,-1 1,0 0,0 0,-1-1,0 1,0 0,-1 0,0 0,0 0,-1-2,2 7,1 0,-1 1,0-1,0 0,0 0,0 1,0-1,0 1,0-1,0 1,-1-1,1 1,-1 0,1-1,-1 1,1 0,-1 0,0 0,1 0,-1 1,0-1,0 0,0 1,1-1,-1 1,0 0,0-1,0 1,0 0,0 0,0 0,0 1,0-1,0 0,1 1,-1-1,0 1,0 0,0-1,0 2,-3 2,-1 1,1-1,1 1,-1 1,1-1,-1 1,2 0,-1 0,1 0,-1 0,2 0,-1 1,1-1,0 1,0 0,1 0,0 0,0 0,1 0,-1 0,2 0,-1 0,2 6,-1-3,1-1,0 1,1-1,0 1,0-1,1 0,0-1,1 1,-1-1,2 1,-1-1,1-1,1 1,-1-1,1 0,0-1,1 0,0 0,0 0,0-1,0 0,2 0,13 6,0-1,1-1,1-1,-1-1,1-1,0-1,22 1,40 1</inkml:trace>
  <inkml:trace contextRef="#ctx0" brushRef="#br0" timeOffset="-2722.974">375 827,'-16'-24,"14"8,2-1,-1 1,2-1,0 1,1-1,4-15,-3 19,-3 9,2-11,0 0,1 0,1 1,0-1,1 1,1 0,0 0,7-11,-12 24,0-1,0 1,1-1,-1 1,0 0,1 0,-1-1,1 1,-1 0,1 0,0 1,-1-1,1 0,0 0,0 1,-1-1,1 1,0 0,0-1,0 1,0 0,-1 0,1 0,0 0,0 1,0-1,0 0,-1 1,1-1,0 1,0 0,-1 0,1-1,0 2,52 37,-38-25,0 1,-1 1,-1 0,0 0,-1 2,-1 0,8 15,-19-32,0 1,0-1,0 1,0 0,-1-1,1 1,0 0,-1 0,1 0,-1 0,0 0,1-1,-1 1,0 0,0 0,0 0,-1 0,1 0,0 0,-1 0,1-1,-1 1,0 0,1 0,-1 0,0-1,0 1,0-1,0 1,-1-1,1 1,0-1,-1 1,1-1,-1 0,1 0,-1 0,1 0,-1 0,0 0,0 0,1-1,-2 1,-3 1,0-1,0 0,0 0,0-1,0 0,0 0,0 0,0-1,1 1,-1-2,0 1,0-1,-5-2,8 4,1-1,0 0,-1 0,1 0,0 0,0 0,0-1,0 1,0-1,0 1,0-1,0 0,1 1,-1-1,0 0,1 0,0 0,0-1,-1 1,1 0,0 0,1-1,-1 1,0 0,1-1,-1 1,1-1,0 1,0-1,0 1,0-1,0 1,0 0,1-3,3-1,-1 0,1 0,0 0,0 1,1 0,0-1,0 1,0 1,1-1,-1 1,1 0,0 1,0-1,1 1,-1 0,1 0,-1 1,1 0,2 0,7-4,1 1,0 0,0 2,0 0,0 1,18-1,-29 3,0 0,0 1,0-1,0 1,0 0,0 1,-1-1,1 1,0 0,-1 1,1-1,-1 1,0 0,0 0,0 1,0 0,-1 0,0 0,1 0,-1 0,3 6,-1 1,0 1,0 0,-1 1,-1-1,0 1,0 0,0 10,10 32,-1-29,-7-21</inkml:trace>
  <inkml:trace contextRef="#ctx0" brushRef="#br0" timeOffset="-2244.259">642 279,'146'26,"-97"-19,0 2,-1 1,15 8,-48-13,-2 0,1 1,0 1,-1 0,0 1,-1 0,0 1,0 0,-1 1,0 0,-1 1,0 0,0 1,0 5,-1-1,-1 2,0-1,-2 1,0 0,0 0,-2 1,0-1,-2 1,0 0,0 16,3 14,-6-48,1 1,0 0,-1 0,1 0,0 0,0-1,0 1,0 0,1 0,-1 0,1 0,-1 0,1-1,-1 1,1 0,0-1,0 1,0 0,0-1,0 1,0-1,0 1,1-1,-1 0,0 0,1 1,-1-1,1 0,-1 0,1 0,0 0,-1-1,1 1,0 0,0-1,-1 1,1-1,0 0,0 0,1 1,6-6,0 0,0 0,0-1,-1 0,1-1,-2 0,1 0,-1 0,0-1,0 0,-1-1,2-4,-1 3,0 0,-1-1,-1 0,0 0,-1 0,0 0,0-1,-1 1,-1-1,0 0,0 0,-1 0,-1-6,-5 8,0 24,5-6,-1 0,1 0,1-1,0 1,0 0,0 0,1-1,0 1,0-1,1 0,0 1,1-1,-1 0,1-1,0 1,1-1,0 0,0 0,0 0,1-1,0 1,0-1,0-1,0 1,1-1,0 0,0-1,0 0,0 0,4 1,22 6,-1-1,1-2,0-2,1-1,-1-1,6-2,43 2</inkml:trace>
  <inkml:trace contextRef="#ctx0" brushRef="#br0" timeOffset="-816.963">2273 559,'-7'-7,"0"0,-1 1,1 0,-1 0,-1 0,1 1,-1 0,0 1,0 0,0 0,0 1,-1 0,0 1,1 0,-1 1,0-1,0 2,0 0,0 0,0 1,1 0,-1 0,0 1,0 0,1 1,-1 0,-2 2,4 0,0 1,1-1,0 1,0 1,0-1,1 1,0 0,0 1,1-1,0 1,0 0,0 1,2-1,-1 1,1 0,0-1,0 1,1 1,1-1,-1 5,2-12,0-1,-1 1,1 0,0 0,1-1,-1 1,0 0,0-1,1 1,-1 0,1-1,-1 1,1-1,0 1,0-1,0 1,-1-1,1 1,1-1,-1 0,0 1,0-1,0 0,1 0,-1 0,0 0,1 0,-1 0,1-1,0 1,-1 0,1-1,-1 1,1-1,0 1,-1-1,1 0,0 0,1 0,66-18,69-74,-69 41,-69 50,1 0,0 0,0 0,-1 0,1 1,0-1,0 0,0 1,0-1,0 1,0-1,0 1,0-1,0 1,0 0,0 0,0-1,0 1,0 0,0 0,0 0,0 0,1 0,-1 0,0 0,0 1,0-1,0 0,0 1,0-1,0 0,0 1,0-1,0 1,0 0,0-1,-1 1,1 0,0 0,0-1,0 1,-1 0,1 0,-1 0,1 1,35 111,-8-17,-5 1,-4 1,-4 0,0 64,-14-146,-1-1,0 1,-1 0,0-1,-2 1,0-1,0 0,-2 0,0 0,-3 6,8-19,-1 0,1-1,-1 1,1-1,-1 1,0 0,0-1,1 0,-1 1,0-1,0 1,-1-1,1 0,0 0,0 0,-1 0,1 0,0 0,-1 0,1 0,-1 0,1-1,-1 1,0 0,1-1,-1 0,1 1,-1-1,0 0,1 0,-1 0,0 0,0 0,1 0,-1 0,0-1,1 1,-1 0,1-1,-1 0,0 1,1-1,-1 0,1 0,0 0,-1 0,1 0,-1-1,-4-7,0 0,1-1,0 0,0 0,1-1,1 1,0-1,0 0,1 1,0-1,1 0,0-3,-3-29,2 0,2 0,1 0,3 0,1 0,3 1,1 0,2 0,1 1,3 1,1 0,2 1,2 0,1 2,2 1,2 0,5-4,-22 30,-1 0,1 1,1-1,0 2,0-1,1 1,-1 1,2 0,-1 0,1 1,0 0,7-1,-17 6,1 1,0-1,-1 1,1 0,0 0,0 0,-1 0,1 0,0 1,-1-1,1 0,0 1,-1-1,1 1,0-1,-1 1,1 0,-1 0,1 0,-1 0,0 0,1 0,-1 0,0 0,0 1,0-1,0 0,0 1,0-1,0 1,0-1,0 1,-1-1,1 1,0 0,-1-1,0 1,1 1,6 68,-31 171,24-240,-1 0,1 0,-1 0,1 0,0 0,0 0,0 0,0 0,0 0,0 0,0 0,1 0,-1 0,1 0,-1 0,1 0,0 0,0 0,0 0,0-1,0 1,0 0,1-1,-1 1,0-1,1 1,-1-1,1 1,0-1,-1 0,1 0,0 0,0 0,0 0,0-1,0 1,0 0,0-1,0 1,0-1,0 0,0 0,0 0,0 0,0 0,0 0,0 0,0-1,0 1,2-2,8-6,-1-1,0 0,0-1,-1 0,-1-1,0 0,0 0,-1-1,0 0,-1-1,0 1,-1-2,-1 1,0 0,-1-1,0 0,-1 0,0-3,22-63,-24 80,-1-1,1 1,-1 0,1 0,-1-1,1 1,0 0,-1 0,1 0,0 0,-1 0,1 0,0 0,-1 0,1 0,-1 0,1 0,0 0,-1 0,1 0,0 1,-1-1,1 0,-1 0,1 1,-1-1,1 0,-1 1,1-1,-1 1,1-1,-1 1,1-1,-1 1,0-1,1 1,-1-1,0 1,1-1,-1 1,0 0,0-1,0 1,1-1,-1 1,0 0,0-1,0 1,0 0,0-1,0 1,0 0,0-1,-1 1,1-1,0 1,11 39,38 89,-45-123,0 0,0 0,0 0,1-1,-1 1,1-1,1-1,-1 1,1-1,0 1,0-2,0 1,0-1,1 0,-1 0,1-1,0 1,3-1,-5-1,-1 0,1 0,0-1,1 1,-1-1,0 0,0-1,0 1,0-1,0 0,-1-1,1 1,0-1,0 0,-1 0,1 0,-1 0,0-1,1 0,-1 0,-1 0,1-1,0 1,-1-1,1 0,-1 0,0 0,-1 0,1 0,-1-1,1-1,5-10,-1 0,-1-1,-1 0,0 0,-1 0,-1 0,0-1,-1-6,1-91,-4 114,1-1,0 1,-1 0,1 0,0 0,0 0,0 0,0-1,0 1,0 0,0 0,0 0,1 0,-1 0,0-1,1 1,-1 0,1 0,-1 0,1 0,-1 0,1 0,0 0,-1 1,1-1,0 0,0 0,0 0,0 1,0-1,0 0,0 1,0-1,0 1,0-1,0 1,0-1,0 1,0 0,0 0,0 0,0-1,1 1,-1 0,0 0,0 0,0 1,0-1,1 0,-1 0,0 1,0-1,0 1,0-1,0 1,0-1,1 1,213 68,-209-68,-1 1,0 1,1-1,-1 1,0 0,-1 0,1 0,-1 1,1-1,-1 1,0 0,0 0,-1 1,1-1,-1 1,0 0,0 0,0 0,-1 0,0 1,0-1,0 0,-1 1,0-1,0 1,0 4,-6 54,4-55,-1 0,1-1,1 1,-1 0,1 0,1 0,0 0,0-1,3 10,-3-15,1 0,-1 0,1-1,0 1,0 0,0-1,1 0,-1 1,0-1,1 0,0 0,-1 0,1 0,0-1,0 1,0-1,0 0,0 1,0-2,1 1,-1 0,0 0,0-1,1 0,-1 0,84-6,-67 2,-1 0,1-2,-1 0,-1-2,1 0,-1-1,-1 0,1-2,-2 0,13-11,-26 20,0 0,0-1,-1 1,1-1,-1 0,0 1,0-1,0 0,0 0,0-1,0 1,-1 0,0-1,0 1,0 0,0-1,0 1,-1-1,1 1,-1-1,0 0,0 0,-7 13,6-5,1 0,-1 0,1 0,1 0,-1-1,0 1,1 0,0 0,0-1,0 1,0 0,1-1,-1 1,1-1,0 0,0 1,0-1,0 0,1 0,-1 0,1-1,0 1,0 0,0-1,0 0,3 2,4 2,0 0,1 0,-1-1,1-1,0 1,1-2,-1 0,4 0,-4 0,0-1,1 0,-1-1,1-1,-1 0,1 0,-1-1,1-1,-1 0,0 0,0-1,0 0,0-1,0-1,0 1,-1-2,0 1,0-2,-1 1,0-1,0 0,3-5,-9 9,0-1,-1 0,1-1,-1 1,0 0,0-1,-1 1,1-1,-1 1,0-1,-1 0,1 0,-1 1,1-1,-1 0,-1 0,1 0,-1 1,0-1,0 0,0 1,-1-1,1 1,-1-1,0 1,0 0,-1 0,0 0,1 0,-1 0,0 0,-3-2,2 1,-1 1,1-1,-1 1,0 0,0 0,0 0,-1 1,1 0,-1 0,0 0,0 1,0 0,0 0,0 0,0 1,-1 0,1 0,0 1,-1 0,1 0,-1 0,1 1,0 0,-5 1,3 2,-1 1,1 0,0 1,0-1,1 2,0-1,0 1,0 0,1 0,0 1,1 0,-1 0,2 0,-1 1,1 0,0 0,1 0,0 0,0 0,1 1,1-1,-1 1,1-1,1 1,0 0,0-6,0-1,0 0,1 1,-1-1,1 0,-1 0,1 1,0-1,1 0,-1 0,0 0,1 0,0 0,0-1,0 1,0 0,0-1,0 1,0-1,1 0,0 0,-1 0,1 0,0 0,0-1,0 1,0-1,0 1,0-1,0 0,0-1,1 1,-1 0,0-1,1 0,2 0,32-4,-1-6</inkml:trace>
  <inkml:trace contextRef="#ctx0" brushRef="#br0" timeOffset="-545.658">4331 226,'-18'-14,"-15"-9,-9-2,-6 2,0 6,5 9,3 14,10 15,10 10,12 9,9-2</inkml:trace>
  <inkml:trace contextRef="#ctx0" brushRef="#br0" timeOffset="-287.317">4252 627,'20'16,"16"10,14 2,11-1,9-5,9-6,9-8,-10-6</inkml:trace>
  <inkml:trace contextRef="#ctx0" brushRef="#br0" timeOffset="18654.897">0 2084,'2'-23,"1"-1,0 1,2 0,1 0,1 1,1-1,0 1,2 1,0 0,8-10,-12 22,-1 0,1 1,1-1,0 1,0 1,0 0,1 0,7-5,-13 10,1 0,-1 1,1-1,0 1,-1-1,1 1,0 0,0 0,0 1,0-1,0 0,0 1,0 0,0 0,0 0,1 0,-1 0,0 0,0 1,0 0,0 0,0-1,-1 2,1-1,0 0,0 0,-1 1,1 0,0-1,-1 1,1 1,4 3,-1 1,0 1,0-1,-1 1,0 0,0 0,-1 0,0 1,-1 0,0-1,0 1,0 0,-1 1,-1-1,0 0,0 1,0-1,-2 0,1 1,-1-1,-2 9,2-14,0 0,-1 0,0-1,1 1,-1-1,-1 1,1-1,0 0,-1 1,0-1,1-1,-1 1,0 0,-1-1,1 1,0-1,-1 0,1 0,-1-1,0 1,1-1,-1 1,0-1,0 0,0-1,0 1,0-1,-3 0,6 0,0 0,0 0,0 0,0-1,0 1,-1 0,1-1,0 1,0-1,1 1,-1-1,0 0,0 1,0-1,0 0,0 0,1 1,-1-1,0 0,1 0,-1 0,1 0,-1 0,1 0,-1 0,1 0,0 0,-1 0,1 0,0 0,0 0,0 0,0-1,0 1,0 0,0 0,0 0,0 0,0 0,1 0,-1-1,19-42,-15 38,1 0,0 0,0 1,1 0,0 0,0 0,0 0,0 1,0 0,1 1,0-1,0 1,0 1,0-1,1 1,-1 0,0 1,1 0,-1 0,1 1,0 0,1 0,8 0,-1 2,1 0,-1 1,1 0,-1 2,0 0,0 0,-1 2,10 5,98 59,-122-70,1 0,0-1,-1 1,1 0,0-1,0 1,0-1,-1 0,1 1,0-1,0 0,0 0,0 0,0 0,-1-1,1 1,0-1,0 1,0-1,-1 1,1-1,0 0,-1 0,1 0,-1 0,1 0,-1 0,1 0,-1 0,1-1,-1 1,0 0,0-1,0 1,0-1,0 0,0 1,0-1,-1 0,1-1,3-3,-2 0,1 0,-1 0,0-1,0 1,0-1,-1 1,0-1,-1 0,1 1,-1-1,0 0,-1 0,0 1,0-1,0 1,-1-1,0 1,0-1,-1 1,0 0,0 0,0 0,-1 1,1-1,-2 1,1 0,0 0,-1 0,0 0,0 1,0 0,-1 0,1 0,-1 1,0 0,0 0,0 0,-1 1,1 0,-1 0,-5 0,6 1,0 0,-1 1,1 0,0 1,0-1,0 1,0 0,0 1,0-1,0 1,0 0,0 1,1-1,-1 1,1 0,0 1,0-1,0 1,0 0,1 0,0 1,-1-1,2 1,-1 0,0 0,1 0,0 1,0-1,1 1,-1 0,1-1,1 1,-1 0,1 0,0 0,0 1,1-1,-1 0,1 0,1 0,-1 0,2 2,-1-4,1 1,0-1,0 0,1 0,-1 0,1 0,0 0,0-1,0 1,1-1,-1 0,1 0,-1 0,1 0,0-1,0 0,1 1,-1-1,0-1,1 1,-1-1,4 1,5 1,1 0,-1-1,1-1,-1 0,1 0,-1-2,5 0,31-6</inkml:trace>
  <inkml:trace contextRef="#ctx0" brushRef="#br0" timeOffset="18929.422">816 1349,'-14'-5,"-13"-1,-9 0,-8 6,-3 9,3 9,5 5,10 3,10 2,10 1,7-5</inkml:trace>
  <inkml:trace contextRef="#ctx0" brushRef="#br0" timeOffset="19220.331">816 1816,'4'14,"5"9,2 2,2 0,5-2,7-5,8-9,7-6,7-10,-6-3</inkml:trace>
  <inkml:trace contextRef="#ctx0" brushRef="#br0" timeOffset="20025.231">2621 1683,'-10'18,"-4"13,-3 8,2 2,4 0,2-1,7-6,5-9,4-8,1-7</inkml:trace>
  <inkml:trace contextRef="#ctx0" brushRef="#br0" timeOffset="20294.403">2541 1321,'6'16,"10"10,2 1</inkml:trace>
  <inkml:trace contextRef="#ctx0" brushRef="#br0" timeOffset="20983.271">3196 1857,'-4'-7,"0"0,0 0,-1 0,0 1,0-1,0 1,-1 0,1 1,-2 0,1-1,0 2,-1-1,0 1,0 0,0 1,-1-1,1 2,-1-1,0 1,0 0,0 0,0 1,0 0,0 1,0 0,0 0,0 0,0 1,0 1,0-1,0 1,1 1,-1-1,0 1,1 0,0 1,0 0,0 0,0 1,1-1,-1 2,1-1,0 1,1-1,0 2,-5 5,7-9,1 0,-1 0,1 0,0 0,0 1,0-1,0 1,0 0,1-1,0 1,0 0,0 0,0 0,0 0,1 0,0 0,0 0,0 0,0-1,0 1,1 0,0 0,0 0,0 0,0 0,1-1,-1 1,1 0,0-1,0 1,0-1,1 1,5 0,-1-1,1 0,0 0,0 0,0-1,0 0,1-1,-1 0,1 0,-1 0,0-1,1-1,-1 0,1 0,-1 0,0-1,0 0,0-1,0 1,5-4,3 0,-1-1,1 0,-1-2,0 0,-1 0,0-1,-1-1,0 0,-1-1,0 0,0-1,-2-1,1 1,-2-2,0 1,-1-1,0-1,-1 1,-1-1,0-1,-1 1,-1-1,-1 0,1-8,0-10,-1 0,-1 0,-2 0,-2 0,-1 1,-2-7,4 37,1 0,0 1,-1 0,1 0,-1 0,1 0,-1 0,0 0,0 0,-1 0,1 1,-1-1,1 0,-1 1,0-1,0 1,0-1,-1 1,2 2,-1 1,0-1,0 1,0 0,1 0,-1 0,0 0,1 0,-1 0,1 0,-1 0,1 1,0-1,-1 1,1-1,0 1,0-1,0 1,0 0,0-1,0 1,1 0,-1 0,1 0,-1 0,-1 2,-19 44,3 2,1 1,3 0,1 0,3 1,3 3,3-31,1 0,2 0,0 0,1 0,3 13,-2-30,0 1,0-1,1 0,0 0,0 0,1 0,0 0,0-1,1 1,-1-1,1 0,1 0,-1 0,1-1,0 1,0-1,1 0,0-1,0 1,1 0,9 1,0-1,0 0,0-1,0-1,1 0,0-1,-1-1,1 0,0-2,0 0,-1 0,1-2,-1 0,1-1,-1-1,0 0,-1-1,8-4,-12 7,0-1,0 0,0-1,-1 0,0-1,0 0,0 0,0-1,-1 0,-1-1,1 0,-1-1,0 1,-1-2,0 1,-1-1,1 0,-2 0,0 0,0-1,3-10,-8 17,0-1,0 1,-1-1,1 1,-1-1,0 1,-1-1,1 1,0 0,-1 0,0-1,0 1,-1 0,1 1,-1-1,0 0,1 1,-2 0,1-1,0 1,-1 0,1 1,-1-1,0 1,0-1,0 1,0 0,0 1,-1-1,1 1,0 0,-1 0,1 0,-1 0,1 1,-1 0,1 0,-1 0,0 0,1 1,-1 0,-3 1,4 0,0 1,1 0,-1 0,1 0,0 0,-1 1,2 0,-1-1,0 1,1 0,-1 0,1 0,0 0,1 1,-1-1,1 0,0 1,0-1,0 1,0 0,1-1,0 1,0-1,0 1,1 0,-1-1,1 1,0-1,0 1,1-1,-1 1,1-1,0 0,0 0,1 0,-1 0,2 2,63 64,-29-44</inkml:trace>
  <inkml:trace contextRef="#ctx0" brushRef="#br0" timeOffset="21781.441">3837 1737,'12'19,"0"1,-2 0,-1 1,0 0,-2 0,5 19,-7-24,2 8,-5-14,1 1,0-1,1 1,1-1,-1 0,2 0,-1-1,3 3,-7-11,1 1,-1-1,0 0,1 0,-1 0,1 0,-1 0,1 0,0 0,-1-1,1 1,0 0,0-1,0 0,-1 1,1-1,0 0,0 0,0 0,-1 0,1 0,0 0,0-1,0 1,-1-1,1 1,0-1,0 1,-1-1,1 0,0 0,48-35,56-89,-80 91,-25 32,-2 2,2-1,-1 0,0 0,0 1,0-1,0 0,0 0,1 1,-1-1,0 0,1 1,-1-1,0 0,1 1,-1-1,1 0,-1 1,1-1,-1 1,1-1,0 1,-1-1,1 1,-1 0,1-1,0 1,0 0,-1-1,1 1,0 0,-1 0,1 0,0-1,0 1,-1 0,1 0,0 0,0 0,0 0,-1 1,1-1,0 0,0 0,-1 0,1 1,0-1,-1 0,1 1,0-1,-2 57,-1-48,2 0,-1 0,1-1,0 1,1 0,0 0,1-1,0 1,0 0,3 6,-2-9,0 0,1 0,0-1,0 1,0-1,1 0,-1 0,1-1,0 1,1-1,-1 0,1 0,0-1,0 0,0 0,0 0,0-1,1 0,-1 0,1 0,0-1,-1 0,7 0,-1 0,1-1,0 0,-1-1,1 0,-1-1,1-1,-1 0,0 0,0-1,0-1,-1 0,6-3,-3-2,0-1,0 0,-1-1,-1 0,0-1,-1 0,0-1,-1 0,-1-1,0 0,-1 0,0-1,-2 0,0-1,0 1,-2-1,0 0,-1 0,0-1,-2 1,0 0,-1-5,6-126,-12-116,-2 192,4 77,-19 227,22-202,-8 138,11 91,14-158,-14-97,-1-1,0 1,1 0,0-1,-1 1,1-1,1 0,-1 1,0-1,1 0,0-1,0 1,0 0,0-1,0 1,0-1,0 0,1 0,-1 0,1-1,0 1,-1-1,1 0,1 0,5-1,0 0,0-1,0-1,-1 0,1 0,0 0,-1-1,0-1,0 0,0 0,0-1,-1 0,1 0,-1-1,0 0,-1 0,0-1,0 0,0-1,3-4,0 0,0 0,-1 0,-1-1,0 0,-1-1,0 1,-1-1,0-1,-2 1,4-14,-13 181,4-149,1 1,1 0,-1 0,1-1,0 1,0 0,0-1,0 1,1-1,0 1,0-1,0 0,0 0,1 0,0 0,0 0,0-1,0 1,0-1,1 1,-1-1,1-1,0 1,0 0,0-1,1 0,-1 0,0 0,2 0,16 3</inkml:trace>
  <inkml:trace contextRef="#ctx0" brushRef="#br0" timeOffset="22061.284">5174 1737,'-18'-9,"-11"-6,0 0</inkml:trace>
  <inkml:trace contextRef="#ctx0" brushRef="#br0" timeOffset="22378.569">4305 1308,'97'21,"0"-4,1-4,1-5,76-4,-145-3,285 3,120-22,-247-4,-109-4,-76 24,-1 1,0 0,0 0,0-1,0 0,0 1,0-1,0 0,0 0,-1 0,1 0,-1 0,0 0,1 0,-1 0,0-1,0 1,0 0,-1-1,1 1,0-1,-1 1,0-1,0 1,1-1,-1 0,-1 1,1-1,-1-1,-1-2,0 0,-1 0,1 0,-2 0,1 0,-1 1,1 0,-1-1,-1 1,1 1,-1-1,0 1,0-1,0 2,-1-1,1 0,-1 1,0 0,0 1,0-1,0 1,0 0,-1 0,1 1,-4 0,7 1,1 0,-1 0,0 0,0 1,0-1,0 1,0 0,1 0,-1 0,0 0,1 1,-1-1,0 1,1-1,0 1,-1 0,1 0,0 0,0 0,0 0,0 1,1-1,-1 0,1 1,-2 1,-23 74,1 165,18-133,-52 292,41-296,16-96,-7 40,2 0,2 1,2 30,5-58,1-10</inkml:trace>
  <inkml:trace contextRef="#ctx0" brushRef="#br0" timeOffset="22656.98">5374 1896,'25'-17,"1"1,0 1,1 2,1 0,0 2,29-8,-3 1,1 3,0 3,1 1,48-1,-9 21,-91-8,-1 1,0-1,1 1,-1 0,0 0,0 0,0 0,-1 0,1 1,0-1,-1 1,0 0,1-1,-1 1,0 0,0 1,-1-1,1 0,-1 0,0 1,1-1,-2 1,1-1,0 1,-1 0,3 143,-3-145,1 0,-1 0,1 0,0 0,0 0,0 0,0 0,1 0,-1-1,0 1,1 0,-1-1,1 1,0-1,-1 1,1-1,0 0,0 0,0 0,0 0,0 0,0 0,0-1,0 1,0 0,0-1,1 0,-1 1,0-1,0 0,0 0,1-1,-1 1,18-4</inkml:trace>
  <inkml:trace contextRef="#ctx0" brushRef="#br0" timeOffset="22837.718">6136 1469,'-2'16,"6"10,11 2,4-3</inkml:trace>
  <inkml:trace contextRef="#ctx0" brushRef="#br0" timeOffset="23070.476">6752 1750,'-51'-23,"35"14,0 0,-1 2,0 0,-1 1,1 1,-1 0,0 1,0 2,0-1,-13 2,26 1,1 1,-1 0,1 1,-1-1,1 1,-1 0,1 0,0 0,0 0,0 1,0 0,1 0,-1 0,1 0,-1 1,1-1,0 1,0 0,1-1,-1 1,1 1,0-1,0 0,0 1,1-1,-1 1,1-1,0 1,1-1,-1 1,0 1,0 1,0-1,1 0,0 1,0-1,0 0,1 0,0 1,0-1,1 0,-1 0,1 0,1 0,-1 0,1-1,0 1,0-1,1 0,0 0,0 0,0 0,2 2,10 1,0 0,0-1,1 0,0-2,0 0,0 0,1-2,-1 0,1-1,0-1,0-1,0 0,16-4,182-15,-109 4</inkml:trace>
  <inkml:trace contextRef="#ctx0" brushRef="#br0" timeOffset="23918.696">8516 1683,'-23'-7,"0"0,-1 2,1 0,-1 2,0 0,0 2,0 1,-7 1,21-1,0 1,0 1,0 0,1 0,-1 1,1 0,-1 1,1 0,0 0,0 1,1 0,-1 0,1 1,0 0,1 1,-1 0,1 0,1 1,-1-1,-4 9,10-14,-1 0,0 0,1 1,0-1,-1 0,1 1,0-1,0 1,0 0,1-1,-1 1,1 0,-1-1,1 1,0 0,0-1,0 1,0 0,0 0,1-1,0 1,-1 0,1-1,0 1,0-1,0 1,0-1,1 1,-1-1,1 0,-1 0,1 0,0 0,0 0,0 0,0 0,0 0,1-1,-1 1,0-1,1 0,-1 1,1-1,-1-1,3 2,9 0,0-1,0 0,0-1,1 0,-1-1,0-1,0 0,-1-1,1-1,0 0,-1 0,0-2,0 1,-1-2,1 0,-1 0,-1-1,1-1,4-4,-5 3,-1 0,0-1,0 0,-1 0,-1-1,0 0,0 0,-1-1,-1 0,0 0,-1-1,0 0,-1 0,-1 0,0 0,0-7,0-7,-2-1,-1 0,-1 0,-1 1,-2-1,0 1,-8-21,11 43,0 2,1 0,-1 0,0 0,-1-1,1 1,-1 0,0 1,0-1,0 0,0 0,0 1,-1-1,0 1,-1-1,3 4,-1 0,0 1,1-1,-1 1,1-1,-1 1,1 0,0-1,-1 1,1 0,-1 0,1 0,0 0,0 0,0 0,0 1,0-1,0 0,0 1,0-1,0 0,0 1,1-1,-1 1,1-1,-1 1,1-1,0 1,-1 0,1 1,0-3,-9 29,1 0,2 1,1 0,1 0,1 0,2 0,1 1,2 8,-2-27,1 1,0-1,1 0,0 1,1-1,0 0,1 0,0-1,1 1,0-1,1 0,0 0,1-1,0 0,1 0,0 0,1-1,-1-1,2 1,-1-1,11 6,0-5,0-1,1 0,0-1,0-2,1 0,-1-1,1-1,0-1,0-1,0-1,0-1,0-1,0-1,-1-1,2-1,68-34,-89 38,0-1,1 1,-1-1,0 0,0 0,0 0,0 0,0 0,-1 0,1 0,-1-1,1 1,-1-1,0 1,0-1,0 1,0-1,-1 0,1 1,-1-1,1 0,-1 0,0 1,0-1,0 0,-1 0,1 0,-1 1,1-1,-1 0,0 1,0-1,-1-2,-4-2,0 0,-1 0,0 0,0 1,0 0,-1 0,0 0,0 1,0 1,-1-1,1 2,-1-1,0 1,0 0,-1 1,1 0,0 0,-1 1,0 0,1 1,-8 0,11-1,0 1,0-1,0 1,0 0,-1 0,1 1,0 0,0 0,0 0,0 1,0 0,1 0,-1 0,0 1,1 0,-1 0,1 0,0 1,0 0,1 0,-1 0,1 0,0 1,0 0,0 0,1 0,-1 0,1 0,0 1,1-1,0 1,-1 0,2 0,-1 0,0 5,2-7,0 1,1-1,0 1,0-1,0 0,0 1,1-1,-1 0,1 0,0 0,1 0,-1 0,1 0,-1-1,1 1,0-1,0 0,1 1,-1-2,1 1,-1 0,1-1,0 1,0-1,0 0,0-1,0 1,1-1,-1 1,1-1,0-1,4 3,1-1,0-1,0 0,0-1,-1 0,1 0,0-1,0 0,0-1,0 0,-1 0,1-1,8-4,-11 4,0-1,0 0,0-1,0 1,-1-1,0 0,0-1,0 0,-1 0,0 0,0 0,0-1,-1 0,0 0,0 0,-1 0,0-1,0 0,-1 1,0-1,0 0,-1 0,0 0,0-3,-7-16,6 26,-1 1,1 0,-1 0,1 0,-1 0,1 0,0-1,-1 1,1 0,-1 0,1 0,-1 0,1 0,-1 1,1-1,0 0,-1 0,1 0,-1 0,1 0,-1 0,1 1,0-1,-1 0,1 0,0 1,-1-1,1 0,0 1,-1-1,1 0,0 1,-1-1,1 0,0 1,0-1,0 1,-1-1,1 0,0 1,0-1,0 1,0-1,0 1,0-1,0 1,0-1,0 0,0 1,0-1,0 1,0-1,0 1,0-1,1 0,-1 1,-1 6,0-1,1 0,0 1,0-1,0 1,1-1,0 1,0-1,1 0,0 0,0 1,0-1,1 0,0-1,0 1,0 0,1-1,0 0,0 0,0 0,1 0,-1-1,1 0,0 0,0 0,1 0,-1-1,1 0,0 0,0 0,0-1,0 0,5 1,36 13</inkml:trace>
  <inkml:trace contextRef="#ctx0" brushRef="#br0" timeOffset="24457.374">9572 1669,'-8'-1,"0"0,-1 1,1 0,0 0,0 1,-1 0,1 0,0 1,0 0,0 1,0 0,1 0,-1 0,1 1,0 0,0 1,0 0,0 0,1 0,0 0,0 1,1 0,-1 1,1-1,0 1,1 1,2-4,0 0,0 1,1-1,-1 1,1-1,0 1,1 0,-1-1,1 1,0 0,0-1,1 1,-1 0,1 0,0-1,0 1,0-1,1 1,0-1,0 0,0 1,0-1,1 0,-1 0,1-1,0 1,0 0,1-1,-1 0,1 0,-1 0,1 0,0 0,0-1,0 0,1 0,-1 0,0 0,5 0,12 5,1-1,-1-2,1 0,0-1,0-1,0-2,1 0,-1-1,0-1,0-1,0-1,-1-1,1 0,-1-2,14-7,-28 12,0 0,0-1,0 0,-1 0,1-1,-1 1,0-2,0 1,-1 0,1-1,-1 0,0 0,0-1,-1 0,1 1,-1-2,0 1,-1 0,0-1,2-3,-8 7,-3 16,5-9,0 0,0 0,0 0,0 1,1-1,-1 0,1 1,0-1,1 0,-1 1,1-1,0 0,0 0,0 0,0 1,1-1,-1-1,1 1,0 0,1 0,-1-1,1 1,-1-1,1 1,0-1,0 0,0 0,1-1,-1 1,1-1,3 2,0-1,0-1,0-1,0 1,0-1,1 0,-1-1,0 0,1 0,-1 0,0-1,0 0,1-1,-1 1,0-1,0-1,-1 0,1 1,0-2,-1 1,0-1,0 0,0 0,0-1,-1 0,1 0,-1 0,-1-1,1 1,-1-1,0 0,0-1,0 1,-1-1,0 1,1-6,-3 7,-1 0,0-1,-1 1,1 0,-1 0,0 0,0 0,-1 0,1 0,-1 0,0 1,-1-1,1 0,-1 1,0 0,0 0,0-1,0 2,-1-1,1 0,-1 1,-4-3,-2-2,-1 0,0 1,0 0,0 1,-1 0,0 1,-1 0,-5 0,9 2,-1 1,1 1,-1 0,0 0,1 1,-1 0,0 1,1 0,-1 0,1 1,-5 1,11-2,-1 0,0 0,1 1,-1-1,1 1,-1 0,1 0,0 0,0 0,0 0,0 1,0 0,1-1,-1 1,1 0,-1 0,1 1,0-1,0 0,1 1,-1-1,1 1,-1-1,1 1,0 0,1-1,-1 1,1 0,-1 2,2 0,0-1,1 0,-1 0,1 0,0 0,1 0,-1 0,1 0,0-1,0 1,0-1,1 0,0 0,-1 0,1-1,1 1,-1-1,0 0,1 0,0 0,0-1,-1 0,1 1,1-2,-1 1,0-1,0 0,1 0,37 11</inkml:trace>
  <inkml:trace contextRef="#ctx0" brushRef="#br0" timeOffset="24630.021">10134 1362,'-16'-12,"-10"-3,-2 1,3 7,6 11,6 13,6 9,3 2</inkml:trace>
  <inkml:trace contextRef="#ctx0" brushRef="#br0" timeOffset="24793.606">10093 1803,'10'16,"6"10,11 5,12-1,12-5,17-7,14-9,-7-6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0:33.2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16 561,'-7'-4,"0"-2,6-2,10 0,14 0,14 0,10 2,7 3,4 0,0 2,-4 1,-5 2,-9 2,-9-1,-11 0,-14-1,-8-1</inkml:trace>
  <inkml:trace contextRef="#ctx0" brushRef="#br0" timeOffset="2738.573">1460 241,'0'13,"0"14,-3 12,-2 8,-1 4,-2 4,1 1,0-4,0-7,1-10</inkml:trace>
  <inkml:trace contextRef="#ctx0" brushRef="#br0" timeOffset="3041.797">992 0,'-18'0,"-9"0,1 2,11 1,18 0,21 0,23-2,20-2,13-1,8-1,0 3,-7 6,-9 8,-17 3</inkml:trace>
  <inkml:trace contextRef="#ctx0" brushRef="#br0" timeOffset="3974.111">1580 762,'29'-64,"-9"2,-2-1,-4 0,6-58,-20 121,1-5,0-1,0 0,-1 0,0 1,0-1,0 0,-1 0,0 0,0 1,-1-1,1 1,-1-1,-2-2,4 7,0 0,-1 1,1-1,-1 1,1 0,-1-1,1 1,-1-1,1 1,-1 0,1-1,-1 1,1 0,-1-1,0 1,1 0,-1 0,1 0,-1 0,0 0,1 0,-1 0,0 0,1 0,-1 0,0 0,1 0,-1 0,0 0,1 0,-1 1,1-1,-1 0,0 0,1 1,-1-1,1 0,-1 1,1-1,-1 1,1-1,0 1,-1-1,1 1,-1-1,1 1,0-1,-1 1,-17 28,16-26,0-1,1 1,0 0,-1 0,1 0,0-1,0 1,1 0,-1 0,1 0,-1 0,1 0,0 0,0 1,0-1,1 0,-1 0,1 0,0 0,-1-1,1 1,0 0,1 0,-1 0,1-1,-1 1,1 0,0-1,0 0,0 1,0-1,0 0,0 0,1 0,-1 0,3 1,100 29,-94-31,1 1,-1 1,1 0,-1 0,0 1,0 1,0-1,-1 2,1 0,5 4,-12-5,0 0,0 1,0-1,0 1,-1 0,0 0,0 0,-1 1,0-1,0 1,0-1,-1 1,0 0,0-1,-1 1,0 0,0 0,0 0,-1-1,0 1,0 0,-1-1,0 1,0-1,-4 44,6-49,-1 0,1 0,0 1,0-1,0 0,0 0,0 0,0 1,1-1,-1 0,0 0,0 0,1 0,-1 0,1 0,-1 0,1 0,0 0,-1 0,1 0,0 0,0 0,-1 0,1 0,0 0,0-1,0 1,0 0,0-1,0 1,0-1,0 1,0-1,1 0,-1 1,0-1,0 0,0 0,0 0,1 1,-1-1,0-1,51-12,-36 7,-1-1,1 0,-2-2,1 0,-1 0,0-1,-1-1,-1 0,1-1,-2 0,0-1,0-1,-1 1,-1-1,0-1,3-9,-9 17,-1 0,-1 0,1 0,-1 0,-1 0,1 0,-1 0,-1 0,1-1,-1 1,0 0,-1 0,1 0,-1 0,-1 1,1-1,-1 1,-2-3,5 9,0-1,0 1,0-1,0 0,-1 1,1-1,0 1,-1-1,1 0,0 1,-1-1,1 1,-1-1,1 1,-1 0,1-1,-1 1,1-1,-1 1,1 0,-1 0,0-1,1 1,-1 0,1 0,-1 0,0-1,1 1,-1 0,0 0,1 0,-1 0,0 0,1 0,-1 0,1 1,-1-1,0 0,1 0,-1 0,1 1,-1-1,0 0,1 1,-1-1,1 0,-1 1,1-1,-1 1,1-1,-1 1,1-1,0 1,-1-1,1 1,-16 35,11-20,1-1,1 0,0 1,2 0,-1 0,2-1,0 1,1 0,1 0,0 0,1-1,1 1,1 3,-2-14,0 0,1 0,-1-1,1 1,0-1,0 0,0 0,1 0,-1-1,1 1,0-1,0 0,0-1,0 1,1-1,-1 0,1 0,-1-1,1 0,0 0,-1 0,1-1,0 1,0-1,0-1,-1 1,1-1,0 0,-1 0,1-1,-1 1,3-2,31-9</inkml:trace>
  <inkml:trace contextRef="#ctx0" brushRef="#br0" timeOffset="4924.616">2529 54,'-11'-26,"10"26,0 1,0 0,1-1,-1 1,0 0,0-1,0 1,0 0,0 0,1 0,-1-1,0 1,1 0,-1 0,1 0,-1 0,1 0,0 1,-1-1,1 0,0 0,0 0,-1 0,1 0,0 0,0 0,0 1,1-1,-1 0,0 0,0 0,0 0,1 1,-4 372,11-284,-7-89,0-1,0 1,0 0,0-1,0 1,0-1,1 1,-1-1,0 1,0-1,0 0,0 0,1 1,-1-1,0 0,0 0,0 0,0 0,1-1,-1 1,0 0,0 0,0-1,0 1,1-1,-1 1,0-1,0 1,0-1,0 0,0 1,0-1,0 0,-1 0,1 0,0 0,0 1,-1-1,1 0,0 0,-1-1,1 1,7-5,-3 2,0 0,0 1,1 0,-1 0,1 0,0 1,0 0,0 0,0 0,0 1,0-1,0 2,1-1,-1 1,0 0,0 0,1 1,-1-1,0 1,0 1,0-1,0 1,0 0,0 1,0-1,-1 1,1 0,-1 1,0-1,0 1,0 0,0 0,-1 1,1 0,-1-1,0 1,0 3,-2-6,0 0,0 0,0 1,-1-1,1 1,-1 0,1-1,-1 1,0 0,0 0,-1 0,1 0,0 0,-1 0,0-1,0 1,0 0,0 0,0 0,-1 0,1 0,-1 0,0 0,1 0,-2 0,1 0,0-1,0 1,-1-1,1 1,-1-1,0 1,0-1,0 0,0 0,0 0,-1 0,1 0,0 0,-1-1,0 1,-2 0,-5 2,0 0,-1-1,0 0,0-1,1 0,-1-1,0 0,0-1,0 0,0-1,0 0,0 0,-10-4,19 5,1 0,-1 0,0 0,0-1,1 1,-1-1,0 1,1-1,-1 1,1-1,-1 0,1 0,-1 0,1 0,-1 0,1 0,0 0,0-1,-1 1,1 0,0-1,0 1,0-1,0 1,1-1,-1 1,0-1,1 0,-1 1,1-1,0 0,-1 0,1 1,0-1,0 0,0 0,0 1,0-1,1 0,-1 1,0-1,1 0,-1 1,1-1,0 0,-1 1,1-1,0 1,0-1,1 0,11-11,0 1,0 0,1 1,1 1,0 0,0 1,1 0,0 2,1 0,15-5,-29 11,19-9,0 1,1 1,1 1,-1 1,1 1,0 1,0 1,0 1,1 1,14 2,-35-1,0 1,0 0,0 0,0 0,0 1,0-1,-1 1,1 0,0 0,-1 0,0 0,1 1,-1-1,0 1,0 0,-1 0,1 0,0 0,-1 1,0-1,0 1,0-1,0 1,0 0,-1-1,0 1,0 0,0 0,0 0,-1 0,1 0,-1 1,0 2,-5 88,5-94,0 0,0 0,0 0,0 0,0 0,0 0,0 0,0 0,0 0,0 0,0 0,1 0,-1 0,0 0,1 0,-1 0,1-1,-1 1,1 0,-1 0,1 0,0-1,-1 1,1 0,0-1,-1 1,1 0,0-1,0 1,0-1,0 1,0-1,0 0,-1 1,1-1,0 0,0 0,0 1,0-1,0 0,0 0,0 0,0 0,0 0,0-1,0 1,0 0,0 0,0-1,0 1,0 0,0-1,0 1,49-27,-36 15,1-1,-2-1,0 0,0-1,9-16,5-4,-27 36,0-1,0 0,0 0,0 1,0-1,0 0,0 0,0 1,0-1,0 0,0 1,0-1,0 0,0 0,0 0,0 1,1-1,-1 0,0 0,0 1,0-1,0 0,1 0,-1 0,0 1,0-1,0 0,1 0,-1 0,0 0,0 0,0 0,1 1,-1-1,0 0,0 0,1 0,-1 0,0 0,1 0,-1 0,0 0,0 0,1 0,-1 0,0 0,0 0,1 0,-1-1,0 1,0 0,1 0,-1 0,0 0,0 0,0 0,1-1,-1 1,0 0,0 0,0 0,1-1,-1 1,0 0,0 0,0 0,0-1,0 1,2 28,-2-22,0-6,15 112,-14-109,-1 1,1-1,1 1,-1-1,0 0,1 0,0 0,0 1,0-2,0 1,0 0,1 0,-1-1,1 1,-1-1,1 0,0 0,0 0,0 0,0 0,1-1,-1 1,0-1,1 0,-1 0,1 0,-1 0,1-1,3 1,2-3,1 0,0 0,-1-1,1-1,-1 1,0-1,0-1,0 0,-1 0,0 0,0-1,0-1,-1 1,0-1,0 0,0-1,-1 0,0 0,-1 0,0 0,0-1,-1 0,0 0,3-9,-4 8,0 0,0 0,-1 0,0 0,0-1,-2 1,1 0,-1-10,-13 45,9-11,1 0,1 0,1 1,0-1,0 0,1 0,1 1,0-11,-1 1,1-1,0 1,0-1,0 0,1 1,0-1,0 0,0 0,0 0,0 0,1-1,0 1,0 0,0-1,0 0,0 0,1 0,-1 0,1 0,0-1,0 0,3 2,17 5</inkml:trace>
  <inkml:trace contextRef="#ctx0" brushRef="#br0" timeOffset="5188.07">3531 120,'7'16,"2"5</inkml:trace>
  <inkml:trace contextRef="#ctx0" brushRef="#br0" timeOffset="5466.485">3772 722,'8'-2,"-1"1,1-2,-1 1,1-1,-1 0,0 0,0-1,0 0,0 0,-1-1,0 1,0-2,0 1,0-1,-1 1,0-2,0 1,-1 0,1-1,-2 0,1 0,-1 0,0 0,0-1,-1 1,0-1,0 0,-1 1,0-1,0 0,-1 0,0 0,0 0,-1 0,0 0,-2-5,3 11,0 1,0-1,0 0,0 1,-1-1,1 0,-1 1,1-1,-1 0,0 1,0-1,1 1,-1-1,0 1,0-1,-1 1,1 0,0 0,0-1,-1 1,1 0,0 0,-1 0,1 0,-1 1,0-1,1 0,-1 1,1-1,-1 1,0-1,0 1,1 0,-1 0,0 0,1 0,-1 0,0 0,0 0,1 0,-1 1,0-1,1 1,-1-1,-4 7,0-1,0 1,1 0,0 0,0 0,1 1,0-1,0 1,1 0,0 0,0 1,1-1,0 1,1-1,0 1,0-1,1 1,0 0,0 0,1-3,-1 0,1 1,1-1,-1 0,1 0,0 0,0 0,1-1,0 1,0 0,0-1,1 0,0 0,0 0,0 0,0-1,1 1,-1-1,1 0,1-1,-1 1,0-1,1 0,-1 0,1-1,0 0,0 0,6 1,15 4,1-2,0 0,0-3,19 1,39-2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1:44.6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7687 768,'-2'18,"-1"13,0 6,0 3,2-3,-1-5,2-9</inkml:trace>
  <inkml:trace contextRef="#ctx0" brushRef="#br0" timeOffset="486.443">7486 407,'57'12,"-2"3,0 2,12 8,-52-19,0 1,0 0,-1 1,0 1,-1 0,0 1,-1 0,0 1,0 1,-1 0,0 0,-1 1,6 11,-9-9,-1 1,-1-1,0 1,-1 0,-1 0,0 1,-1-1,-1 1,0-1,-2 1,0-1,-2 11,3-20,-1-5,1 1,0-1,0 0,0 0,0 0,0 0,0 1,0-1,1 0,-1 0,1 0,-1 0,1 0,0 0,0 0,0 0,0 0,0 0,0 0,1-1,-1 1,1 0,-1-1,1 1,-1-1,1 0,0 1,0-1,0 0,0 0,0 0,0 0,0-1,0 1,0 0,0-1,0 0,0 1,1-1,-1 0,0 0,0 0,1 0,4-2,0 0,1 0,-1-1,0 0,-1 0,1-1,0 1,-1-1,0-1,0 1,0-1,-1 0,1-1,-1 1,-1-1,1 0,-1 0,0-1,0 1,0-1,-1 0,0 0,-1 0,0 0,0 0,0-1,-1 1,0-1,0-5,-1-4,-12 24,9-2,0 1,1-1,-1 1,1-1,1 1,-1 0,1 0,0 0,0 0,1 0,0 0,0 0,0-1,0 1,1 0,0 0,1 0,-1 0,1 0,0-1,1 1,-1-1,1 0,0 1,0-1,1-1,-1 1,1 0,0-1,1 0,-1 0,1 0,-1 0,1-1,0 0,1 0,-1 0,5 1,31 9,-2-6</inkml:trace>
  <inkml:trace contextRef="#ctx0" brushRef="#br0" timeOffset="898.399">8369 581,'32'-11,"21"-1,-1-2,0-2,-2-2,1-3,-37 15,1-1,-1-1,-1 0,1-1,-1-1,-1 0,0 0,0-1,-1-1,-1 0,0 0,0-1,-1 0,-1-1,6-12,-11 21,-1 1,1-1,-1-1,0 1,0 0,-1-1,0 1,0-1,0 1,0-1,-1 1,0-1,0 1,-1-1,1 1,-1-1,0 1,-1-1,1 1,-1 0,0-1,-1 1,1 0,-1 0,0 1,0-1,0 1,-1-1,0 1,0 0,0 0,0 1,0-1,-1 1,1 0,-1 0,-1 0,-2 0,0 1,-1 0,1 0,0 1,-1 0,1 0,0 1,-1 0,1 1,0 0,-1 0,1 1,0 0,0 0,0 1,0 0,0 0,1 1,-1 0,1 0,0 1,1 0,-1 0,1 1,0-1,0 1,0 1,1-1,0 1,-1 3,-8 16,2 0,1 2,1-1,1 1,1 1,2-1,1 1,1 1,2-1,0 0,3 4,-1 121,7 0,12 47,8 142,-32-215,-3-86</inkml:trace>
  <inkml:trace contextRef="#ctx0" brushRef="#br0" timeOffset="1856.414">8342 1102,'171'-80,"-59"31,-65 24,-2-2,-1-3,-2-1,-1-2,-1-2,-2-2,-1-1,-3-2,-1-1,-1-1,-3-2,4-12,-22 39,0-1,-1 1,-2-2,1 1,-2-1,-1 0,0-1,-1 0,-1 1,-1-3,-3 19,-1 0,1-1,-1 1,1 0,-1 0,0 0,0 0,0 0,-1 0,1 0,-1 0,0 1,0-1,0 0,0 1,0-1,0 1,0 0,-1 0,1 0,-1 0,0 0,0 1,0-1,1 1,-1-1,0 1,-1 0,1 1,0-1,0 0,0 1,0 0,-1-1,1 1,0 1,0-1,-1 0,1 1,0-1,0 1,0 0,0 0,0 1,0-1,0 0,0 1,0 0,1 0,-3 1,-3 3,0 0,0 1,1 0,0 0,0 1,1 0,0 0,0 0,1 1,0 0,0 0,1 0,0 1,0 3,-31 141,28-103,2 1,3 0,1 0,3 0,2-1,3 1,10 42,-15-86,-1-1,2 1,-1 0,1 0,0-1,1 0,0 1,0-1,0-1,1 1,1 1,-5-7,0 0,0 0,1 0,-1-1,0 1,0 0,0-1,0 1,1-1,-1 1,0-1,0 0,1 1,-1-1,0 0,1 0,-1 0,0 0,1 0,-1 0,0 0,1-1,-1 1,0 0,0-1,1 1,-1-1,0 1,0-1,0 0,0 1,0-1,1 0,-1 0,-1 0,2 0,31-41,-30 39,84-144,-75 135,-9 18,-10 28,5-25,2-7,-2 2,0 1,1-1,-1 0,1 0,0 1,1-1,-1 0,1 1,-1-1,1 1,1-1,-1 0,1 1,0-1,-1 0,2 1,-1-1,1 0,-1 0,1 0,0 0,0 0,1 0,-1-1,1 1,0-1,0 0,0 0,0 0,1 0,1 1,0-2,0 0,0-1,0 0,0 0,1 0,-1 0,0-1,1 0,-1 0,0 0,0-1,1 0,-1 0,0 0,0-1,0 1,0-1,0 0,0-1,-1 1,1-1,-1 0,0 0,0-1,0 1,0-1,3-3,1-2,0-1,-1 0,0 0,-1 0,0-1,0 0,-1 0,-1 0,0-1,0 1,0-8,-5 9,-6 23,5-10,0 1,0 0,1 0,-1 0,1 0,0 1,0-1,1 0,-1 0,1 1,0-1,0 0,0 1,1-1,0 0,0 0,0 1,0-1,0 0,1 0,0 0,0 0,0-1,0 1,0-1,1 1,0-1,0 0,0 1,0-1,0-1,0 1,1 0,-1-1,1 0,0 0,2 1,-1-1,1-1,-1 0,0-1,0 1,0-1,0 0,0 0,1-1,-1 1,0-1,0 0,0-1,0 1,0-1,0 0,-1 0,1 0,-1-1,1 0,-1 0,0 0,0 0,2-3,2-2,0 0,-1-1,0 0,0-1,-1 1,0-1,-1 0,0-1,-1 0,1-1,4-9,-6 29,-5 9,1-12,-1 1,1 1,0-1,0 0,0 0,1 0,0 0,0 1,1-1,0 0,0 0,0 0,1 0,0 0,0 0,0 0,1-1,0 1,0-1,0 1,1-1,0 0,0-1,0 1,0-1,10 3</inkml:trace>
  <inkml:trace contextRef="#ctx0" brushRef="#br0" timeOffset="2815.129">9692 514,'-3'-16,"26"22,2 5,0 0,-2 2,1 0,-1 2,-1 0,2 4,-16-13,-1 0,0 1,-1 0,0 0,0 0,0 1,-1 0,0 0,-1 0,1 0,-2 1,1 0,-1 0,-1 0,1 0,-2 0,1 0,-1 1,0 3,-22 114,20-125,1 0,-1 0,1 0,0 1,0-1,0 0,1 0,-1 0,0 1,1-1,-1 0,1 0,0 0,0 0,0 0,0 0,0 0,0 0,1 0,-1-1,0 1,1 0,0-1,-1 1,1-1,0 1,0-1,-1 0,1 0,0 0,0 0,0 0,1 0,-1-1,0 1,0-1,0 1,0-1,1 0,-1 0,0 0,0 0,2-1,3 1,1-1,-1 0,0 0,0-1,0 0,0 0,-1-1,1 0,0 0,-1-1,0 1,0-1,0-1,0 1,-1-1,0 0,0 0,0-1,0 1,-1-1,0 0,0 0,-1-1,1 1,-2-1,3-6,-2-1,-9 15,-10 22,15-21,0 0,0 0,0 0,1 0,-1 0,0 1,1-1,0 0,-1 0,1 1,0-1,0 0,0 0,0 0,1 1,-1-1,0 0,1 0,0 0,-1 1,1-1,0 0,0 0,0 0,1-1,-1 1,0 0,1 0,-1-1,1 1,-1 0,1-1,0 0,0 1,0-1,0 0,0 0,0 0,0 0,0 0,0-1,2 1,90 15,-91-14,1-1,-1 0,1 0,-1-1,0 1,1-1,0 1,-1-1,1 0,-1 0,1-1,-1 1,1-1,-1 0,1 0,-1 0,0 0,1 0,-1-1,0 0,0 1,0-1,0-1,0 1,0 0,10-13,0-1,-1 0,-1-1,-1 0,0 0,-1-1,-1 0,-1-1,0 0,-1 0,-2-1,1-1,19-95,-4-1,-6 0,-2-98,-12 85,-1 131,1-1,0 1,0 0,-1-1,1 1,0-1,-1 1,1-1,0 0,-1 1,1-1,-1 1,1-1,-1 0,1 1,-1-1,1 0,-1 1,1-1,-1 0,1 0,-1 0,0 0,1 1,-1-1,1 0,-1 0,0 0,1 0,-1 0,1 0,-1 0,0-1,1 1,-1 0,1 0,-1 0,1-1,-1 1,1 0,-1 0,1-1,-1 1,1-1,-1 1,1 0,-1-1,1 1,0-1,-1 1,1-1,0 1,-1-1,1 1,0-1,0 1,0-1,-1 0,1 1,0-1,-13 28,0 0,2 1,1 0,2 1,-4 21,10-42,-10 36,2 0,2 0,2 1,2 0,2 0,2 0,2 0,5 23,-6-56,1 0,1 0,0 0,0-1,1 1,1-1,0 0,0 0,1 0,0-1,1 0,1 0,-1-1,1 1,1-2,0 1,0-1,1-1,-1 0,5 2,-8-8,0 0,0 0,0 0,0-1,0 0,0 0,0-1,0 0,0 0,0 0,0-1,0 1,-1-1,1-1,0 1,-1-1,0 0,0-1,0 1,0-1,0 0,-1 0,0 0,3-3,-20 69,13-60,-1 0,1 1,-1-1,1 0,0 0,0 1,0-1,0 0,1 0,-1 0,1 1,-1-1,1 0,0 0,-1 0,1 0,0 0,0 0,1 0,-1 0,0 0,1-1,-1 1,1 0,-1-1,1 1,0-1,0 0,0 0,0 1,-1-1,2 0,-1-1,0 1,0 0,0-1,0 1,0-1,1 1,-1-1,0 0,0 0,1 0,-1 0,0-1,0 1,2-1,12-4</inkml:trace>
  <inkml:trace contextRef="#ctx0" brushRef="#br0" timeOffset="3095.512">10321 273,'9'0,"19"3,20 4,19 7,13 4,9 7,3 3,-5 5,-12 2,-20-4</inkml:trace>
  <inkml:trace contextRef="#ctx0" brushRef="#br0" timeOffset="3921.147">10976 621,'-23'6,"13"-4,0-1,1 2,-1 0,0 0,1 0,0 1,0 1,0-1,0 2,1-1,0 1,0 0,0 1,1 0,0 0,-3 5,8-10,1 0,0 0,0 0,0 1,0-1,0 0,0 1,0-1,1 0,-1 1,1-1,0 1,0-1,0 1,0-1,0 1,1-1,-1 0,1 1,-1-1,1 1,0-1,0 0,0 0,0 1,0-1,1 0,-1 0,1 0,-1 0,1 0,0-1,0 1,-1-1,1 1,0-1,1 1,-1-1,4 3,1-1,-1 1,1-1,-1-1,1 1,0-1,0 0,0-1,0 0,0 0,1 0,4-1,-8 0,0 0,-1 0,1-1,-1 1,1-1,-1 0,0 0,1 0,-1 0,0 0,1-1,-1 0,0 1,0-1,0 0,-1-1,1 1,0 0,-1-1,1 0,-1 1,0-1,0 0,0 0,0 0,-1 0,1-1,-1 1,0 0,0-1,0 1,0 0,0-2,-2 4,1 1,-1-1,1 1,-1-1,1 1,-1 0,1-1,-1 1,1-1,-1 1,1 0,-1 0,0-1,1 1,-1 0,1 0,-1 0,0 0,1 0,-1 0,0 0,1 0,-1 0,0 0,1 0,-1 0,0 0,1 0,-1 0,1 1,-1-1,0 0,1 1,-1-1,1 0,-1 1,1-1,-1 0,1 1,-1-1,1 1,-1-1,1 1,0-1,-1 1,1 0,0-1,0 1,-1-1,1 1,0 0,0-1,0 1,0 0,0-1,-1 1,1 0,0-1,1 1,-3 1,1-1,0 1,0 0,0-1,0 1,0 0,0 0,0 0,1-1,-1 1,1 0,-1 0,1 0,0 0,0 0,0 0,0 0,0 0,0 0,0 0,1 0,-1 0,1 0,0 0,-1 0,1-1,0 1,0 0,0 0,0-1,0 1,1-1,-1 1,0-1,1 1,-1-1,1 0,-1 0,1 0,0 1,-1-2,1 1,0 0,0 0,0-1,0 1,0-1,0 1,0-1,0 0,1 1,5-4,1 1,-1-1,-1 0,1-1,0 0,-1 0,0-1,0 0,0 0,0 0,-1-1,0 0,0 0,-1-1,1 0,-2 0,1 0,-1 0,0-1,1-1,-2 3,41-50,-44 56,1 0,-1 0,0 0,1 0,-1 0,1 0,-1 0,1 0,-1 0,0 0,1 0,-1 0,1 0,-1 1,1-1,-1 0,0 0,1 0,-1 1,0-1,1 0,-1 1,0-1,1 0,-1 1,0-1,0 0,1 1,-1-1,0 0,0 1,0-1,1 1,-1-1,0 1,0-1,0 0,0 1,0-1,0 1,0-1,0 1,0-1,0 1,0-1,0 0,0 1,-1-1,1 1,0-1,0 0,0 1,-2 17,-1 1,-1-1,0 0,-1-1,-1 1,-7 14,1 2,-5 11,-9 27,3 0,-7 42,26-92,0 0,2 0,0 1,1-1,2 0,0 1,1-1,2 0,0 0,6 19,17 9,-26-49,0-1,0 0,-1 1,1-1,0 0,0 0,0 0,0 0,0 0,0 0,0 0,-1 0,1 0,0 0,0 0,0 0,0-1,0 1,0 0,-1-1,1 1,0-1,0 1,-1-1,1 1,0-1,0 1,-1-1,1 0,-1 1,1-1,-1 0,1 0,-1 0,1 1,-1-1,1 0,-1 0,0 0,0 0,1 1,-1-1,0 0,0 0,0 0,0 0,0 0,0 0,0 0,-1 0,1 0,0 1,0-1,-1 0,1 0,2-38,-1 1,-3-1,0 1,-3 0,-1 0,-2 0,-7-19,11 40,-74-233,77 249,0 0,1 1,-1-1,0 0,1 0,-1 0,0 0,1 0,-1 0,1 0,-1 0,1 0,0 0,-1 0,1 0,0 0,0-1,0 1,0 0,0 0,0 0,0 0,0 0,0 0,1-1,-1 1,0 0,1 0,-1 0,1 0,-1 0,1 0,-1 0,1 0,0 1,0-1,-1 0,1 0,0 0,0 1,0-1,0 0,0 1,0-1,0 1,0-1,0 1,0-1,0 1,0 0,0 0,0 0,0-1,1 1,16 2,0 0,0 2,-1-1,0 2,1 1,-2 0,1 1,-1 0,1 2,-15-9,0 1,0-1,0 1,0 0,0-1,-1 1,1 0,0 0,0 0,-1 1,1-1,0 0,-1 0,1 1,-1-1,0 1,1 0,-1-1,0 1,0 0,0 0,0-1,0 1,-1 0,1 0,0 0,-1 0,0 0,1 0,-1 0,0 0,0 0,0 0,0 0,0 0,-1 2,0-3,1 0,-1-1,1 1,0 0,-1 0,1-1,0 1,0 0,-1 0,1 0,0-1,0 1,0 0,0 0,0 0,0-1,0 1,0 0,0 0,0 0,1-1,-1 1,0 0,1 0,-1-1,0 1,1 0,-1 0,1-1,-1 1,1-1,-1 1,1 0,-1-1,1 1,0-1,-1 1,1-1,0 0,0 1,-1-1,1 0,0 1,0-1,-1 0,1 0,0 0,0 1,0-1,-1 0,1 0,0 0,0-1,0 1,0 0,-1 0,1 0,0 0,0-1,-1 1,1 0,0-1,0 1,-1-1,1 1,0-1,-1 1,1-1,2-1,0 1,-1-1,1 0,-1 0,1 0,-1 0,0-1,0 1,0-1,0 1,0-1,0 0,-1 0,1 0,-1 0,1-3,2-6</inkml:trace>
  <inkml:trace contextRef="#ctx0" brushRef="#br0" timeOffset="4274.24">11216 621,'-2'-2,"1"-1,4 0,2 1,6 0,4 1,2 1,2-3,0-2,-4-4,-2-1,-3-2,-3-1,-4-1,-1 2</inkml:trace>
  <inkml:trace contextRef="#ctx0" brushRef="#br0" timeOffset="-638.808">5655 808,'16'67,"-14"-50,2 1,0-2,0 1,2 0,0-1,1 0,0 0,2-1,-1 0,7 6,-13-18,1 0,0 1,1-1,-1-1,1 1,-1 0,1-1,0 0,0 0,0 0,0 0,0-1,0 0,0 1,0-1,1-1,-1 1,1-1,-1 0,0 0,1 0,-1 0,0-1,1 1,-1-1,0-1,0 1,1 0,-1-1,0 0,0 0,-1 0,1-1,0 1,-1-1,1 0,-1 0,1-1,5-5,0 0,0-1,-1 0,0 0,-1-1,0 0,-1 0,0 0,-1-1,0 0,-1-1,0 1,-1 0,0-1,-1 0,0-1,-10 34,6-13,0-1,1 0,0 1,0-1,1 1,0 0,0-1,0 1,1-1,0 1,0-1,1 0,0 1,0-1,0 0,1 0,0 0,0 0,0-1,1 1,0-1,0 0,0 0,1 0,0-1,-1 1,2-1,-1 0,1 0,4 1,1 0,0-1,0 0,0-1,1 0,-1-1,1 0,-1-1,1 0,-1-1,1 0,0-1,-1 0,1-1,-1 0,1-1,-1 0,0-1,0 0,0-1,-1 0,0 0,0-1,9-7,1-9</inkml:trace>
  <inkml:trace contextRef="#ctx0" brushRef="#br0" timeOffset="-308.692">6364 888,'-4'4,"1"0,-1 0,1 1,0-1,1 1,-1 0,1 0,0 0,0 0,1 0,-1 0,1 1,0-1,1 0,-1 1,1-1,0 1,0-1,1 0,0 1,0-1,0 0,0 0,1 1,0-1,0 0,0-1,1 1,0 0,0-1,0 1,0-1,1 0,-1 0,1 0,0 0,0-1,3 2,-2-2,0 0,1 0,-1-1,1 1,-1-1,1-1,0 1,0-1,0 0,0 0,0-1,0 1,0-1,0-1,0 1,0-1,-1 0,1 0,0-1,0 0,0 0,-1 0,1-1,-1 0,0 0,0 0,0 0,0-1,-1 0,1 0,-1 0,0-1,0 1,1-3,4-5,-1-1,0 0,0 0,-1-1,-1 0,-1-1,0 1,0-1,1-13,-8 1,2 27,0 0,0 0,0-1,-1 1,1 0,0-1,0 1,-1 0,1 0,0 0,-1-1,1 1,0 0,0 0,-1 0,1 0,0-1,-1 1,1 0,-1 0,1 0,0 0,-1 0,1 0,0 0,-1 0,1 0,0 0,-1 0,1 0,0 0,-1 1,1-1,0 0,-1 0,1 0,0 0,-1 1,1-1,0 0,0 0,-1 0,1 1,0-1,0 0,-1 1,1-1,0 0,0 0,0 1,-1-1,1 0,0 1,0-1,0 0,0 1,0-1,0 1,0-1,0 0,0 1,0-1,0 0,0 1,0-1,0 0,0 1,-2 3,0 0,0 1,1-1,-1 1,1 0,0-1,1 1,-1 0,1-1,-1 1,2 0,-1 0,0-1,1 1,0 0,0-1,0 1,1 0,-1-1,1 0,0 1,1-1,-1 0,1 0,-1 0,1 0,1-1,-1 1,0-1,1 0,-1 0,2 1,42 24,4-4</inkml:trace>
  <inkml:trace contextRef="#ctx0" brushRef="#br0" timeOffset="-9382.135">668 300,'-4'13,"-2"17,0 16,4 12,4 10,2 6,0 3,-1-1,0-4,-2-3,-2-6,-4-8,-2-8,-2-9,2-12</inkml:trace>
  <inkml:trace contextRef="#ctx0" brushRef="#br0" timeOffset="-8678.535">816 782,'4'-1,"1"1,-1 0,1 0,-1 0,1 1,-1-1,1 1,-1 0,1 1,-1-1,0 1,0-1,0 1,0 1,0-1,0 0,0 1,-1 0,0 0,1 0,-1 0,0 1,0-1,-1 1,1 0,-1 0,0-1,1 2,4 9,-1-1,-1 1,0 0,0 1,-1-1,-1 1,1 14,0 69,-4-97,0 0,0 0,0 0,0 0,-1 0,1-1,1 1,-1 0,0 0,0 0,0 0,0 0,0 0,1 0,-1 0,1 0,-1-1,0 1,1 0,-1 0,1 0,0-1,-1 1,1 0,0-1,-1 1,1 0,0-1,0 1,-1-1,1 1,0-1,0 0,0 1,0-1,0 0,-1 1,1-1,0 0,0 0,0 0,0 0,0 0,0 0,0 0,0 0,0 0,0-1,0 1,0 0,-1-1,1 1,0 0,0-1,0 1,0-1,-1 1,1-1,0 0,-1 1,1-1,0 0,-1 1,1-1,-1 0,1 0,-1 0,1 1,-1-1,17-17,-1 0,-1-2,0 1,-2-2,0 0,-1 0,-1-1,-1-2,5-1,-8 43,-7-18,-1 9,0-1,1 0,-1 1,2-1,-1 0,1 1,0-1,1 0,0 0,0 0,1 0,0 0,0 0,1-1,0 0,0 1,1-1,0-1,0 1,1-1,0 0,0 0,0-1,0 1,1-1,1 0,-2-2,1-1,-1 0,1 0,-1-1,1 0,0 0,-1 0,1-1,0 0,-1 0,1-1,0 0,-1 0,1 0,-1-1,1 0,-1 0,0-1,0 0,0 0,0 0,0-1,0 0,5-4,-1-1,0 0,0 0,-1-1,0-1,-1 1,0-1,-1-1,0 1,0-1,0-4,12-38,-3-1,-2-1,-2 0,-3-1,-2-1,-3 1,-2-39,0 55,0-27,-2-1,-6-42,-14 51,20 59,-1 1,1-1,-1 1,0 0,1-1,-1 1,0 0,1-1,-1 1,0 0,1 0,-1-1,0 1,0 0,1 0,-1 0,0 0,0 0,1 0,-1 0,0 1,1-1,-1 0,0 0,0 0,1 1,-1-1,0 0,1 1,-1-1,1 1,-1-1,0 1,1-1,-1 1,1-1,-1 1,1-1,0 1,-1 0,1-1,0 1,-1 0,1-1,0 1,-1 0,1-1,0 1,-5 11,0 1,1-1,0 1,1 0,1 0,0 0,0 0,1 0,1 11,0-10,0 83,4 1,4-1,5-1,22 81,-34-170,9 42,1-1,3 0,1-1,22 44,-35-86,0-1,0 1,1 0,-1 0,1-1,1 0,-1 1,0-1,1 0,0-1,0 1,0-1,0 0,1 0,-1 0,1 0,0-1,0 0,2 1,16-1</inkml:trace>
  <inkml:trace contextRef="#ctx0" brushRef="#br0" timeOffset="-8414.986">1217 407,'-18'-2,"-13"-1,8 0,21 0,34 2,34 0,36 0,27 1,18 2,-18 1</inkml:trace>
  <inkml:trace contextRef="#ctx0" brushRef="#br0" timeOffset="-2402.079">1752 1169,'14'-27,"0"0,-2-1,0-1,-2 0,-2 0,0-1,-2 0,-1 0,-2 0,-1-1,-1-21,-1 48,0-1,0 1,0-1,0 1,0-1,-1 0,0 1,0-1,0 1,0 0,-1-1,1 1,-1 0,0 0,-2-3,3 7,0 0,1 0,-1-1,0 1,1 0,-1 0,0 0,1 0,-1 0,0 0,1 0,-1 0,0 0,0 0,1 0,-1 0,0 0,1 1,-1-1,1 0,-1 1,0-1,1 0,-1 1,1-1,-1 0,0 1,1-1,-1 1,1-1,0 1,-1 0,1-1,-1 1,1-1,0 1,0 0,-1-1,1 1,0 0,0-1,0 1,-1 0,1-1,0 1,0 0,0-1,0 1,0 0,1 0,-1-1,0 1,0 0,0-1,1 1,-1 0,2 3,0 1,0-1,1 0,-1 0,1-1,0 1,0 0,1-1,-1 0,1 0,-1 0,1 0,0 0,0-1,0 0,0 0,1 0,-1 0,1 0,-1-1,1 0,-1 0,1 0,0-1,-1 0,6 0,0 2,2 1,-7-3,1 0,0 1,-1-1,1 1,-1 1,1-1,-1 1,0 0,1 0,-1 0,0 1,0 0,-1 0,1 0,-1 1,1-1,-1 1,0 0,0 0,-1 1,1-1,-1 1,0-1,0 1,1 4,-3 3,0 0,0 1,-2-1,1 0,-2 1,1-1,-2 0,-1 7,-4 21,7-35,0-3,0 1,1-1,-1 1,0-1,1 1,0 0,-1-1,1 1,0 0,1 0,-1-1,0 1,1 0,-1-1,1 1,0-1,0 1,0-1,0 1,0-1,1 0,-1 1,1-1,0 0,-1 0,1 0,0 0,0 0,0-1,10 3,-1 0,1-2,0 1,0-1,0-1,1 0,-1-1,0-1,0 1,0-2,0 0,0 0,7-3,22-6,-5 0</inkml:trace>
  <inkml:trace contextRef="#ctx0" brushRef="#br0" timeOffset="-1178.363">2554 941,'-7'-6,"-1"-1,0 1,0 0,0 0,0 1,-1 0,0 1,0 0,-1 0,-8-2,14 5,0 0,-1 0,1 1,0-1,0 1,-1 0,1 0,0 1,0-1,-1 1,1 0,0 0,0 0,0 0,0 1,0 0,0 0,1 0,-1 0,0 0,1 1,0 0,-1-1,1 1,0 0,-1 2,2-2,0-1,0 1,0 0,1 0,-1-1,0 1,1 0,0 1,0-1,0 0,0 0,0 0,1 1,0-1,-1 0,1 0,0 1,1-1,-1 0,0 1,1-1,0 0,0 0,0 0,0 0,0 0,1 0,-1 0,1 0,0 0,0-1,0 1,0 0,0-1,1 0,-1 0,1 0,-1 0,1 0,0 0,0 0,0-1,0 0,0 1,0-1,0 0,1-1,3 3,1-2,1 1,-1-1,0 0,0-1,0 0,1 0,-1-1,0 0,0 0,0-1,0 0,0 0,0-1,-1 0,1-1,-1 1,0-1,0-1,0 1,0-1,-1-1,0 1,0-1,0 0,-1 0,0-1,1-1,14-18,-5 54,-12-21,0 0,0 0,1 0,0 0,0 0,0-1,1 0,0 0,0 0,0-1,1 1,0-1,0-1,1 1,-1-1,1 0,0 0,0-1,0 0,0 0,0-1,1 0,-1 0,1-1,0 0,0 0,-1-1,1 0,0 0,-1-1,5 0,-8-1,0 0,0 0,0 0,-1-1,1 1,0-1,-1 0,0 0,0 0,0 0,0-1,-1 1,1-1,-1 0,0 1,0-1,0 0,0 0,-1 0,0-1,1 1,-1-4,10-98,-11 105,-1-18,0 16,0 0,1 0,-1 1,1-1,-1 0,1 0,0 0,0 1,1-1,-1 0,0 0,1 0,0 1,0-1,-1 0,2 1,-1-1,0 1,0-1,1 1,-1-1,1 1,0 0,0 0,0 0,0 0,0 0,1 0,9 0,-1 1,1 1,0-1,0 2,0 0,0 0,-1 1,1 1,-1 0,1 0,2 2,-7-4,1 0,-1 1,0 0,0 0,-1 0,1 1,0 0,-1 1,0-1,0 1,0 0,0 1,0-1,-1 1,0 0,0 0,0 1,-1 0,0 0,0 0,0 0,-1 0,0 1,0 0,0 0,-9 128,7-133,-1 0,1 0,0 0,-1 0,1 0,0 0,0 0,0-1,1 1,-1 0,0-1,1 1,-1-1,1 1,-1-1,1 1,0-1,0 0,0 0,-1 0,1 0,0 0,0-1,0 1,0 0,0-1,0 0,1 1,-1-1,0 0,0 0,0 0,1 0,73-9,-56 4,-1-1,0-1,0 0,-1-2,0 0,0-1,-1-1,0 0,-1-2,-1 0,0 0,0-2,-2 1,13-18,0-24,-26 55,1 0,-1-1,1 1,-1-1,0 1,0 0,0-1,0 1,0-1,0 1,0-1,0 1,0-1,-1 1,1-1,0 1,-1 0,1-1,-1 1,0 0,0-1,1 1,-1 0,0 0,0 0,0 0,0 0,0 0,0 0,0 0,-1 0,1 0,0 1,-1-1,1 0,0 1,-1-1,1 1,-1-1,-4 1,0 0,0 0,0 1,0 0,0 0,0 0,0 1,1 0,-1 0,0 0,1 1,-1-1,1 1,0 1,0-1,0 1,1 0,-1 0,1 0,0 1,0-1,0 1,1 0,0 0,0 1,0-1,0 0,0 3,2-4,0-1,0 1,0 0,0 0,0 0,1 0,0 0,0 0,0 0,0 0,0 0,1 0,0 0,0 0,0-1,0 1,1 0,-1 0,1-1,0 1,0-1,0 0,1 0,-1 1,1-1,0-1,0 1,0 0,0-1,0 1,0-1,1 0,1 0,16 8,0-2,1-1,0-1,0 0,1-2,-1-1,1 0,0-2,0-1,10-1,21 0,0-4,0-1,-1-3,0-2,0-2,3-4,-55 17,6-2,1 1,-1-1,0-1,0 1,0-1,0 0,0-1,0 0,-1 0,0 0,0-1,0 0,0 0,-1 0,0-1,0 0,0 0,-1 0,3-5,-7 9,0-1,0 1,0-1,0 0,0 1,0-1,-1 1,1-1,-1 1,0-1,0 1,0-1,0 1,0-1,-1 1,1 0,-1 0,1 0,-1 0,0 0,1 0,-1 0,0 1,-1-1,1 1,0-1,0 1,-3-1,-70-28,63 27,0 0,0 2,-1-1,1 2,-1-1,1 2,-1 0,-7 1,16-1,0-1,1 1,-1 0,1 0,0 0,-1 0,1 1,0 0,0-1,0 1,0 0,0 0,0 1,0-1,1 1,-1-1,1 1,0 0,-1 0,1 0,1 0,-1 0,0 0,1 0,0 1,-1-1,1 1,1-1,-1 1,0-1,1 4,0-2,0 0,1 1,0-1,0 0,0 0,0 0,1 0,0 0,0 0,0 0,1 0,-1-1,1 1,0-1,1 0,-1 0,1 0,0 0,0-1,0 0,0 1,0-1,1-1,-1 1,1-1,2 1,3 2,0-1,0 0,0-1,1 0,0 0,-1-1,1-1,0 0,0 0,0-1,0 0,5-2,-11 1,1 0,0 0,-1-1,1 0,-1 0,1-1,-1 1,0-1,0 0,0 0,0-1,-1 0,1 0,-1 0,0 0,0 0,-1-1,1 0,-1 0,0 0,0 0,-1 0,1-1,-1 1,0-1,-1 1,1-1,-1 0,-1 0,1 0,-1 1,0-1,0 0,0 0,-1 0,0 0,-1-3,2 9,0 1,0-1,0 0,0 1,-1-1,1 0,0 1,0-1,0 0,0 1,-1-1,1 0,0 1,0-1,-1 0,1 0,0 1,-1-1,1 0,0 0,-1 1,1-1,0 0,-1 0,1 0,0 0,-1 0,1 0,-1 1,1-1,0 0,-1 0,1 0,0 0,-1 0,1 0,-1-1,1 1,0 0,-1 0,1 0,0 0,-1 0,1 0,-1-1,1 1,0 0,0 0,-1-1,1 1,0 0,-1 0,1-1,0 1,0 3,1 0,0 1,0-1,0 0,0 0,1 0,-1 0,1 0,0 0,0 0,0-1,0 1,0 0,1-1,-1 0,3 2,104 68,-41-38</inkml:trace>
  <inkml:trace contextRef="#ctx0" brushRef="#br0" timeOffset="5849.996">307 2051,'-9'-11,"-1"1,0-1,-1 2,0 0,0 0,-1 1,0 0,-7-2,15 8,0 0,0 0,-1 1,1-1,0 1,-1 0,1 0,-1 1,1-1,-1 1,1 0,-1 0,1 1,0-1,-1 1,1 0,-1 0,1 0,0 1,0 0,0-1,0 2,0-1,0 0,0 1,1-1,-1 1,-1 2,-4 6,1-1,0 2,1-1,0 1,1 0,0 0,1 1,0-1,1 1,0 0,1 1,1-1,0 0,1 1,0 12,1-24,0 1,-1-1,1 1,0-1,0 1,1-1,-1 1,0-1,1 1,0-1,-1 1,1-1,0 0,0 1,0-1,1 0,-1 0,1 0,-1 0,1 0,-1 0,1 0,0 0,0-1,0 1,0-1,0 1,0-1,1 0,-1 0,0 0,1 0,-1 0,1-1,-1 1,1-1,-1 1,1-1,-1 0,1 0,-1 0,1 0,-1-1,7-3,0 0,0-1,-1 0,0-1,0 1,0-2,-1 1,0-1,0 0,0-1,-1 1,0-1,0-2,13-19,-1-1,-1-1,-1-1,-2 0,-2-1,-1-1,-1 0,-2 0,-1 0,-2-1,-1 0,-2-1,-2 1,-1 0,-2-8,-12-53,15 97,-1 0,1 0,0 0,0-1,-1 1,1 0,0 0,-1-1,1 1,-1 0,1 0,-1-1,1 1,-1-1,0 1,1 0,-1-1,0 1,1-1,-1 0,0 1,0-1,1 1,-1-1,0 0,0 0,0 1,1-1,-1 0,0 0,0 0,0 0,0 0,0 0,1 0,-1 0,0-1,0 1,0 0,0 0,1-1,-1 1,0 0,0-1,1 1,-1-1,0 1,1-1,-1 1,0-1,1 0,-1 1,1-1,-1 0,1 1,-1-1,1 0,0 0,-1 1,1-1,0 0,0 0,-1 0,1 0,0 0,-8 27,2-1,1 1,0 0,2 0,1 1,1-1,2 3,-2-2,-1 21,1 0,3-1,2 1,2-1,3 3,-9-44,1 0,0-1,0 1,0-1,1 1,0-1,0 1,0-1,1 0,0 0,0 0,0-1,0 1,1-1,0 0,0 0,0 0,0 0,1 0,-1-1,1 0,0 0,0-1,0 1,0-1,1 0,-1 0,1-1,-1 1,1-1,-1 0,1-1,0 0,-1 0,1 0,10-5,0-1,-1-1,0 0,0-1,0-1,-1 0,-1-1,0 0,0-1,-1-1,0 0,-1 0,0-1,-1-1,-1 0,7-13,14-30,-40 73,2 1,0 0,1 0,1 0,0 1,1 0,-1 10,6-26,-1 0,1 1,0-1,0 0,0 1,0-1,0 0,0 1,1-1,-1 0,1 1,-1-1,1 0,0 0,0 0,0 0,0 1,0-1,1-1,-1 1,1 0,-1 0,1 0,-1-1,1 1,0-1,0 1,0-1,0 0,0 0,0 0,0 0,0 0,1 0,-1-1,0 1,1-1,-1 1,0-1,1 0,-1 0,1 0,23-1</inkml:trace>
  <inkml:trace contextRef="#ctx0" brushRef="#br0" timeOffset="6123.355">709 1490,'-7'18,"2"13,9 10,4-2</inkml:trace>
  <inkml:trace contextRef="#ctx0" brushRef="#br0" timeOffset="6543.276">990 2145,'-23'-325,"22"318,0 6,1 0,-1 0,1 0,-1 0,1 0,-1 0,1-1,0 1,-1 0,1 0,0-1,0 1,0 0,0 0,0-1,0 1,0 0,0 0,1-1,-1 1,0 0,1 0,-1 0,1 0,-1-1,1 1,0 0,0 0,-1 0,1 0,1 0,80 45,-42-26,-29-15,-1 1,1 0,-1 0,1 1,-1 0,-1 1,1 0,-1 1,0 0,-1 0,1 1,-1 0,-1 0,0 1,0 0,0 0,-1 1,-1-1,0 1,0 1,1 3,-4 4,0-1,-2 1,0 0,-1 0,0-1,-3 9,-2 35,6-58,0 0,0 0,0-1,0 1,0 0,0-1,1 1,0 0,-1-1,1 1,0 0,0-1,0 1,1-1,-1 0,0 1,1-1,0 0,-1 0,1 0,0 0,0 0,0 0,0-1,1 1,-1-1,0 1,1-1,-1 0,1 0,-1 0,1 0,0 0,-1-1,1 1,0-1,-1 0,2 0,7-1,1 0,0-1,0 0,0-1,-1 0,0-1,0-1,0 0,0 0,0-1,-1 0,0-1,-1 0,1 0,-1-1,-1-1,0 1,0-1,0-1,-1 1,-1-1,2-4,-2 5,0 0,-1-1,-1 1,0-1,0 0,-1 0,0-1,0 1,-2 0,1-1,-1 0,-1 1,0-6,0 15,0 0,0-1,0 1,0 0,0 0,0 0,-1-1,1 1,0 0,-1 0,1 0,-1 0,1 0,-1 0,0 0,1 0,-1 0,0 0,0 0,0 0,0 0,0 0,0 1,0-1,0 0,0 1,0-1,0 1,0-1,0 1,0 0,-1-1,1 1,0 0,0 0,0 0,-1 0,1 0,0 0,0 0,0 0,-1 0,1 1,-1-1,-44 32,42-27,1 0,0 0,0 0,0 0,1 1,-1-1,1 1,1 0,-1-1,1 1,0 0,0 0,1 0,0 0,0 0,0 0,1-1,-1 1,1 0,1 0,-1 0,1-1,0 1,1-1,-1 1,1-1,0 0,0 0,1 0,-1-1,1 1,0-1,0 0,1 0,-1 0,1 0,0-1,0 0,4 2,103 29,-55-26</inkml:trace>
  <inkml:trace contextRef="#ctx0" brushRef="#br0" timeOffset="6993.647">2085 2038,'-1'-9,"-1"1,0 0,0-1,-1 1,0 0,-1 0,0 1,0-1,0 1,-2-2,4 6,0 1,0-1,0 1,0-1,0 1,-1 0,1-1,-1 1,0 1,1-1,-1 0,0 1,0-1,0 1,0 0,-1 0,1 0,0 0,0 1,0-1,-1 1,1 0,0 0,-1 0,1 0,0 1,-2 0,1 1,-1 1,1 0,0 0,0 1,0-1,0 1,1 0,-1 0,1 0,0 1,0-1,1 1,-1 0,1-1,0 1,0 0,1 0,-1 1,1-1,0 0,1 0,-1 0,1 1,0-1,0 0,1 1,0-1,0 0,0 0,0 0,1 0,0 2,2 1,0 1,0-1,1-1,-1 1,2-1,-1 1,1-1,0-1,1 1,-1-1,1-1,1 1,-1-1,1 0,0-1,0 1,0-2,0 1,1-1,4 1,3 0,-1 0,1-1,0 0,0-1,0-1,0-1,0 0,0-1,0-1,0-1,4-1,-5 0,-1 0,0-2,0 0,0 0,-1-1,1-1,-2 0,1-1,-1 0,-1-1,0-1,0 1,-1-2,0 1,-1-2,7-10,-2 0,0-1,-2-1,-1 0,0-1,-2 0,4-23,11-58,-5 0,-2-36,-10 17,-7 125,0 1,0-1,1 0,-1 1,0-1,0 0,0 1,1-1,-1 0,0 0,0 1,0-1,0 0,-1 0,1 1,0-1,0 0,0 1,0-1,-1 0,1 0,0 1,-1-1,1 1,-1-1,1 0,0 1,-1-1,1 1,-1-1,0 1,1-1,-1 1,1-1,-1 1,0 0,1-1,-1 1,0 0,1 0,-1-1,0 1,0 0,1 0,-1 0,0 0,-21 30,2 22,2 1,3 0,2 1,2 0,3 1,1 13,4-33,1 0,1-1,2 1,1 0,2-1,6 20,-7-39,1-1,0 1,1-1,1 0,1 0,0-1,0 1,1-2,1 1,0-1,1 0,0-1,1 0,0-1,0 0,4 0,-12-7,0 0,1 0,-1 0,1-1,0 1,0-1,0 0,0 0,0-1,0 1,1-1,-1 0,0 0,1 0,-1-1,1 0,-1 0,1 0,-1 0,1-1,-1 1,1-1,-1 0,0 0,1-1,-1 0,0 1,0-1,0-1,0 1,-1 0,2-1,12-21</inkml:trace>
  <inkml:trace contextRef="#ctx0" brushRef="#br0" timeOffset="7165.969">2233 1596,'-16'-2,"-10"-1,2 0,12 3,19 6,27 4,30 3,34 4,31 1,27-1,18 0,-20-3</inkml:trace>
  <inkml:trace contextRef="#ctx0" brushRef="#br0" timeOffset="7761.968">3756 1677,'7'14,"9"11,2 1</inkml:trace>
  <inkml:trace contextRef="#ctx0" brushRef="#br0" timeOffset="7589.906">3823 1997,'-2'19,"-3"12,-1 10,1 5,1 0,1-7,4-7,3-11,2-10</inkml:trace>
  <inkml:trace contextRef="#ctx0" brushRef="#br0" timeOffset="8028.255">4050 2265,'23'-21,"-2"-1,-1 0,0-2,-2 0,-1-2,-1 1,-1-2,-1 0,-2-1,6-18,-17 45,0 0,-1 0,1-1,0 1,0 0,-1-1,1 1,-1-1,1 1,-1-1,0 1,1-1,-1 1,0-1,0 1,0-1,0 1,0-1,0 1,-1-1,1 1,0-1,-1 1,0-1,1 1,-1 0,0-1,1 1,-1 0,0 0,0-1,0 1,0 0,0 0,0 0,0 0,-1 0,1 0,0 0,-1 1,1-1,0 0,-1 1,1-1,-1 1,1 0,-1-1,1 1,-1 0,1 0,-1 0,1 0,-1 0,0 0,-8 4,1 1,0 0,0 0,0 1,1 0,-1 1,2 0,-1 0,1 1,0-1,1 2,-1-1,2 1,-1 0,1 0,1 0,-1 1,2-1,-1 1,1 4,1-11,1 0,-1 0,1 1,0-1,1 1,-1-1,0 1,1 0,0-1,0 1,0-1,0 1,1 0,-1-1,1 1,0-1,0 1,0-1,1 0,-1 1,1-1,0 0,0 0,0 0,0 0,0 0,1-1,1 3,14 5</inkml:trace>
  <inkml:trace contextRef="#ctx0" brushRef="#br0" timeOffset="9142.768">4078 2199,'2'11,"3"6,6 3,4 0,6-2,4 0,7-5,5-3,4-7,4-5,2-5,-8-2</inkml:trace>
  <inkml:trace contextRef="#ctx0" brushRef="#br0" timeOffset="9681.07">4733 1958,'-10'-3,"0"0,0 0,-1 1,1 1,0 0,-1 0,1 1,-1 0,1 1,0 0,-1 1,1 0,0 0,0 1,0 1,0 0,1 0,-1 0,1 1,0 1,1 0,-1 0,1 1,0-1,1 2,-6 6,11-12,1 0,0 0,0 1,0-1,0 0,0 1,1-1,-1 0,1 1,-1-1,1 1,0-1,0 1,0-1,0 0,0 1,1-1,-1 1,1-1,0 0,-1 1,1-1,0 0,0 0,1 1,-1-1,0 0,1 0,-1 0,1-1,0 1,-1 0,1 0,0-1,1 1,78 44,-10-21,-55-21,0 1,-1 0,1 1,-1 1,0 1,-1 0,0 1,12 8,-25-16,-1-1,1 1,0-1,0 1,0 0,0-1,-1 1,1 0,0-1,0 1,-1 0,1 0,-1 0,1 0,-1-1,1 1,-1 0,1 0,-1 0,0 0,0 0,1 0,-1 0,0 0,0 0,0 0,0 0,0 0,0 0,-1 0,1 0,0 0,0 0,-1 0,1 0,0 0,-1 0,1 0,-1 0,0 0,1 0,-1-1,0 1,1 0,-1 0,0-1,0 1,1 0,-1-1,-1 1,-51 17,33-14,0-1,-1 0,1-2,0-1,-1 0,-3-2,25 2,0 0,-1-1,1 1,0 0,-1-1,1 1,0 0,-1-1,1 1,-1-1,1 1,-1-1,1 0,-1 1,1-1,-1 1,0-1,1 0,-1 1,0-1,0 0,1 1,-1-1,0 0,0 0,0 1,0-1,0 0,0 0,0 1,0-1,0 0,0 0,0 1,-1-1,1 0,0 1,0-1,-1 0,1 1,0-1,-1 0,1 1,-1-1,1 1,-1-1,1 1,-1-1,1 1,-1-1,0 1,1 0,-1-1,0 1,1 0,-1-1,0 1,1 0,-1 0,0 0,0-1,1 1,-1 0,0 0,29-16,2 0,0 2,1 1,0 1,6 1,6-4,202-71,-241 84,24-6,-28 8,1 0,-1-1,0 1,0 0,1 0,-1 0,0 0,0-1,1 1,-1 0,0 0,1 0,-1 0,0 0,1 0,-1 0,0 0,1 0,-1 0,0 0,0 0,1 0,-1 0,0 0,1 0,-1 0,0 1,1-1,-1 0,0 0,0 0,1 0,-1 0,0 1,0-1,1 0,-1 0,0 1,0-1,0 0,0 0,1 1,-1-1,0 0,0 1,0-1,0 0,0 0,0 1,0-1,0 0,0 1,0-1,0 0,0 1,0-1,0 0,0 1,0-1,0 0,0 0,0 1,0-1,0 0,0 1,-14 26,10-23,0 2,0-1,1 0,0 1,0-1,0 1,1 0,0 0,0 0,0 0,1 1,0-1,0 0,1 0,0 1,0-1,0 1,1-1,0 0,0 0,0 1,1-1,0 0,3 5,39 20,-20-24</inkml:trace>
  <inkml:trace contextRef="#ctx0" brushRef="#br0" timeOffset="9949.873">5187 1677,'-13'-11,"-3"0,6 10,14 8,15 13,5 3</inkml:trace>
  <inkml:trace contextRef="#ctx0" brushRef="#br0" timeOffset="10447.91">5454 2291,'17'-56,"-2"0,-2-2,-3 0,-3 0,-1-34,-12 42,6 51,0-1,0 0,0 1,0-1,1 0,-1 1,0-1,0 0,0 1,0-1,0 1,0-1,0 0,0 1,0-1,0 1,0-1,-1 0,1 1,0-1,0 0,0 1,0-1,0 1,-1-1,1 0,0 0,0 1,-1-1,1 0,0 1,-1-1,1 0,0 0,-1 1,1-1,0 0,-1 0,1 0,0 0,-1 0,1 1,0-1,-1 0,1 0,-1 0,1 0,0 0,-1 0,1 0,-1 0,1 0,0 0,-1-1,1 1,-1 0,1 0,0 0,-1 0,1-1,0 1,-1 0,1 0,0 0,0-1,-1 1,1 0,0-1,-1 1,3 4,-1 1,1-1,-1 1,1-1,0 0,1 0,-1 0,1 0,0-1,0 1,0-1,0 1,1-1,-1 0,1 0,0-1,0 1,0-1,0 0,0 0,1 0,-1 0,0-1,1 0,0 0,3 1,67 16,35 15,-106-30,-1-1,1 1,-1 0,1 1,-1-1,0 1,0-1,-1 1,1 0,-1 0,1 0,-1 0,-1 1,1-1,-1 1,1-1,-1 1,-1-1,1 1,0-1,-1 1,0 0,0-1,-1 1,1 0,-1-1,0 1,-1 2,7 76,-4-81,0 0,0 0,0 0,0-1,1 1,-1 0,1-1,-1 1,1 0,-1-1,1 0,0 1,-1-1,1 0,0 0,0 0,0 0,0 0,0-1,0 1,0-1,1 1,-1-1,0 0,0 1,0-1,0 0,1-1,-1 1,0 0,0 0,1-1,66-27,-49 13,-2 0,1-2,-2 0,0-1,-1 0,9-16,-30 42,1-1,0 1,0 0,1 0,-1 1,2-1,0 0,0 1,0 0,1-1,0 1,1 0,0 0,0 0,1-1,0 1,1 0,1 3,-1-9,0 0,0 0,0-1,1 1,-1-1,1 0,0 0,0 0,0 0,0 0,0-1,0 1,0-1,1 0,-1 0,0 0,1 0,-1-1,1 1,-1-1,1 0,2 0,22-2</inkml:trace>
  <inkml:trace contextRef="#ctx0" brushRef="#br0" timeOffset="10647.334">6177 1677,'-16'-7,"-8"-2,1 3,4 4,9 10,14 7,11 9,9 7,1-2</inkml:trace>
  <inkml:trace contextRef="#ctx0" brushRef="#br0" timeOffset="11117.275">6323 2038,'25'-12,"0"-1,-1 0,-1-2,0-1,-1-1,-1-1,-1 0,0-2,-2 0,0-2,-1 0,-1 0,-3 3,0 0,-1-1,-1 0,-1-1,-1 0,-1-1,-1 0,-1 0,-1 0,0-1,-2 0,-1-4,-13-29,10 55,0 0,0 0,0-1,0 1,0 0,0 0,0 0,0 0,0 0,-1 1,1-1,0 0,-1 1,1-1,0 0,-1 1,1 0,-1-1,1 1,-1 0,1 0,-1 0,1 0,-1 0,1 0,-1 0,1 0,-1 1,1-1,-1 0,1 1,0-1,-1 1,1 0,-2 0,-8 6,1 1,-1 0,1 0,1 1,-1 1,2-1,-1 1,1 1,1 0,0 0,0 0,1 1,1 0,0 0,-2 6,-1 4,2 1,0 1,1-1,1 1,1-1,1 1,1 0,2 0,0 0,1 0,2 0,5 20,-6-30,1 0,1 0,0 0,1-1,0 1,1-2,1 1,0-1,0 0,2 0,-1-1,1 0,1-1,0 0,0-1,1 0,0-1,1 0,0-1,0 0,7 1,-12-4,0-1,1 0,0-1,-1 0,1 0,0-1,0 0,0 0,0-1,0-1,0 1,-1-1,1-1,0 0,0 0,-1 0,1-1,-1-1,0 1,0-1,0-1,0 0,-1 0,0 0,0-1,0 0,-1 0,0 0,5-8,-4 5,-1 0,-1-1,1 0,-2-1,1 1,-1-1,-1 0,0 0,-1 0,0 0,0-1,-1 1,-1 0,0-1,0 1,-2-2,3 12,-1-1,0 0,-1 1,1-1,0 0,0 1,-1-1,1 1,-1-1,1 1,-1-1,0 1,0-1,0 1,0 0,1-1,-2 1,1 0,0 0,0 0,0-1,0 1,-1 1,1-1,-1 0,1 0,-1 0,1 1,-1-1,1 1,-1-1,1 1,-1 0,1-1,-1 1,0 0,1 0,-1 0,0 0,1 0,-1 1,1-1,-1 0,0 1,1 0,-1-1,1 1,-1 0,0 0,-2 2,1 1,0 0,-1 0,1 0,1 1,-1-1,1 0,-1 1,1 0,1 0,-1-1,1 1,-1 0,1 0,1 0,-1 1,1-1,0 0,0 0,0 0,1 0,0 0,0 0,0 0,1 0,-1 0,1 0,0-1,1 1,-1-1,1 1,0-1,0 0,1 1,7 7,0-1,0-1,1 0,0 0,1-2,0 1,0-2,1 1,0-2,13 5,150 40,-66-26</inkml:trace>
  <inkml:trace contextRef="#ctx0" brushRef="#br0" timeOffset="11922.296">8555 1931,'19'-3,"19"1,23-1,21 0,9 2,1 0,-12 2,-18 2</inkml:trace>
  <inkml:trace contextRef="#ctx0" brushRef="#br0" timeOffset="12185.593">8570 2171,'15'0,"18"0,18 0,17-2,12-3,7-3,2-5,-15 0</inkml:trace>
  <inkml:trace contextRef="#ctx0" brushRef="#br0" timeOffset="12471.151">9184 1596,'3'10,"0"-1,1 0,0 1,0-1,1-1,0 1,1-1,0 0,0 0,0-1,1 0,1 0,-1 0,6 3,122 72,-116-71,8 3,10 5,-1 1,-1 2,26 22,-57-41,0-1,-1 0,1 1,-1 0,0 0,0 0,0 0,0 1,0-1,-1 1,0-1,0 1,0 0,0 0,0 0,-1 0,1 0,-1 0,-1 1,1-1,0 0,-1 0,0 1,0-1,0 0,0 1,-1-1,0 0,0 1,0-1,0 0,-1 0,0 0,-6 8,-1 0,0 0,-1-1,0-1,0 1,-2-2,1 1,-1-2,-1 1,-104 68,-3-5,-8-2,102-57,-65 36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1:57.7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1 268,'18'4,"18"3,13-2,11 2,8 0,1 0,-3-1,-9 1,-14 0</inkml:trace>
  <inkml:trace contextRef="#ctx0" brushRef="#br0" timeOffset="191.515">28 482,'18'14,"22"4,20-1,18-3,12-7,4-6,-14-3</inkml:trace>
  <inkml:trace contextRef="#ctx0" brushRef="#br0" timeOffset="451.904">642 1,'68'13,"9"5,-1 2,-1 4,-1 4,0 2,-57-22,0 1,0 1,-1 0,0 1,-1 0,7 7,-18-14,1 1,-1-1,0 0,-1 1,1 0,-1 0,0 0,0 0,0 1,-1-1,1 1,-1-1,-1 1,1 0,-1 0,0 0,-1 0,1 0,-1 0,0 0,-1 0,0 3,-4 6,-2-1,0 1,-1-1,0-1,-1 1,-1-1,0-1,-1 0,0 0,0-1,-1-1,-1 0,0 0,0-1,-3 0,-200 140,193-129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0:50.3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4586 1431,'51'-329,"-48"308,-2 6,1 0,0 0,1 1,1-1,0 1,1 0,1 0,0 1,4-6,-9 17,0 1,1-1,-1 0,1 0,0 1,-1-1,1 1,0-1,0 1,0 0,0 0,0 0,0 0,1 0,-1 0,0 1,0-1,1 1,-1-1,0 1,1 0,-1 0,0 0,1 0,-1 0,0 1,0-1,1 1,-1 0,0-1,0 1,0 0,1 0,-1 0,0 0,0 1,-1-1,1 1,0-1,0 1,66 70,-59-59,0 0,-1 1,-1-1,0 1,0 1,-2-1,1 1,-2 0,0 1,-1-1,-1 0,0 1,-1 9,-1-21,0-1,-1 1,0-1,1 1,-1-1,-1 1,1-1,0 0,-1 1,0-1,1 0,-1 0,0 0,-1 0,1-1,-1 1,1 0,-1-1,0 0,0 0,0 0,0 0,0 0,0 0,0-1,-1 1,1-1,0 0,-1 0,0-1,1 1,-1-1,1 1,-1-1,1 0,-1 0,0-1,1 1,-1-1,1 0,-2 0,3 0,0 0,0 0,0 0,0 0,0 0,0 0,0-1,1 1,-1-1,1 1,-1-1,1 1,-1-1,1 0,0 0,0 0,0 0,0 0,0 0,0 0,1 0,-1 0,1 0,-1 0,1 0,0-1,0 1,0 0,0 0,0 0,0 0,1-1,-1 1,1 0,-1 0,1 0,0 0,0 0,0 0,0 0,0 0,0 1,1-1,-1 0,1 1,-1-1,1 1,0-1,-1 1,2-1,12-8,0 0,1 1,0 1,0 1,1 0,0 1,1 1,-1 0,1 1,0 1,235-47,-254 50,1-1,-1 1,0-1,0 1,1 0,-1-1,0 1,1-1,-1 0,1 1,-1-1,0 1,1-1,0 0,-1 0,1 1,-1-1,1 0,0 0,-1 1,1-1,0 0,0 0,0 0,0 1,0-1,0 0,0 0,0 0,0 0,0 1,0-1,0 0,1 0,-1 0,0 1,0-1,1 0,-1 0,1 1,-1-1,1 0,-1 1,1-1,-1 0,1 1,0-1,-1 1,1-1,0 1,-1-1,1 1,0 0,0-1,-1 1,1 0,0 0,0-1,0 1,-1 0,1 0,0 0,1 0,-13-4,1 1,-1 0,1 1,-1 0,0 1,0 0,0 0,1 1,-1 1,0 0,0 0,0 1,1 0,-1 1,1 0,-1 1,1 0,0 1,1 0,-1 1,1-1,0 2,1-1,-1 1,1 1,0-1,1 2,0-1,0 1,1 0,-4 6,9-9,-1-1,1 0,0 1,0-1,1 0,-1 1,1-1,1 1,-1-1,1 1,0-1,0 0,0 1,1-1,-1 0,1 0,1 0,-1 0,1 0,0 0,0-1,0 0,1 1,-1-1,1 0,0-1,0 1,1-1,-1 0,1 0,-1 0,1 0,0-1,0 0,0 0,0 0,1-1,3 2,-2-1,-1 1,0-1,1 0,-1-1,1 1,-1-1,1-1,0 1,0-1,-1 0,1-1,0 1,-1-1,1-1,0 1,-1-1,0 0,1-1,-1 0,0 0,0 0,0 0,-1-1,1 0,-1 0,0-1,0 1,-1-1,1 0,3-6,-3 1,0-2,-1 1,0 0,0-1,-2 0,1 0,-1 0,-1 0,0-10,-1 21,1 1,-1-1,1 0,-1 1,0-1,0 1,1-1,-1 0,0 1,0-1,0 0,0 1,0-1,0 0,0 1,0-1,0 0,0 1,0-1,0 0,0 1,0-1,-1 0,1 1,0-1,-1 1,1-1,0 0,-1 1,1-1,0 1,-1-1,1 1,-1-1,1 1,-1 0,1-1,-1 1,0-1,1 1,-1 0,1 0,-1-1,0 1,1 0,-1 0,0 0,1 0,-1 0,0 0,1 0,-1 0,0 0,1 0,-2 0,-4 9,1-1,0 1,0 0,1 1,0-1,0 1,1 0,0 0,1 0,-1 7,2-12,-1 0,1 0,0 0,0 0,0 0,1 0,0 0,0 0,0 0,1 0,-1 1,1-1,0 0,1-1,-1 1,1 0,0 0,0-1,1 1,0-1,-1 1,1-1,0 0,1 0,-1-1,1 1,0-1,0 1,0-1,3 2,2-2,1-1,-1 1,0-1,1-1,-1 0,1 0,-1-1,1-1,0 1,-1-1,0-1,1 0,-1 0,0-1,0 0,0 0,0-1,-1-1,1 1,-1-1,0-1,0 1,-1-1,0-1,0 1,0-1,-1 0,0-1,-1 0,1 0,-1 0,-1 0,0-1,0 1,0-1,-1 0,-1-1,0 1,2-9,-11-18,6 35,1 1,-1-1,1 1,0-1,-1 1,1-1,-1 1,0-1,1 1,-1 0,1-1,-1 1,0 0,1-1,-1 1,0 0,1 0,-1 0,0 0,1 0,-1 0,0 0,1 0,-1 0,0 0,1 0,-1 0,0 0,1 0,-1 0,0 1,1-1,-1 0,0 1,1-1,-1 0,1 1,-1-1,1 1,-1-1,1 1,-1-1,1 1,-1-1,1 1,0-1,-1 1,1 0,-1 0,-4 6,0 1,0 0,1 0,0 0,0 0,1 1,0 0,0-1,1 1,0 0,1 0,0 1,0-1,1 0,0 0,0 0,2 2,0-4,1 0,0 0,0 0,0-1,1 1,0-1,1 0,-1 0,1 0,0-1,1 0,-1 0,1 0,0 0,1-1,-1 0,0 0,1-1,0 0,0 0,0-1,0 1,1-2,-1 1,0-1,1 0,-1 0,1-1,-1 0,1-1,0 1,-1-1,0-1,1 1,-1-2,0 1,0-1,0 1,0-2,-1 1,1-1,-1 0,0-1,0 1,0-1,0 0,-1-1,0 1,3-6,-1-5,-1-1,-1 1,-1-1,0-1,-1 1,-1 0,-1-1,0 0,-1 1,-1-1,-3-16,-3 7,7 27,0 0,0-1,-1 1,1 0,0 0,-1-1,1 1,0 0,-1 0,1 0,0 0,-1-1,1 1,0 0,-1 0,1 0,-1 0,1 0,0 0,-1 0,1 0,0 0,-1 0,1 0,-1 0,1 0,0 0,-1 1,1-1,0 0,-1 0,1 0,0 0,-1 1,1-1,0 0,-1 0,1 1,0-1,0 0,-1 1,1-1,0 0,0 1,0-1,0 0,-1 1,1-1,0 0,0 1,0-1,0 0,0 1,0-1,0 1,0-1,0 0,0 1,0-1,0 0,0 1,0-1,0 1,0-1,-3 9,1 0,-1 0,1 0,1 1,0-1,0 1,1-1,0 1,0-1,1 0,0 1,1-1,0 0,1 1,0-2,0 1,1 0,0 0,1-1,-1 0,2 0,-1 0,1-1,0 0,1 0,-1 0,1-1,1 0,-1 0,1-1,8 5,8 3,1 0,0-2,0-1,23 6,28 6</inkml:trace>
  <inkml:trace contextRef="#ctx0" brushRef="#br0" timeOffset="-2293.561">749 910,'-24'198,"-31"106,30-217,25-88,0 1,0 0,0-1,0 1,0 0,0-1,-1 1,1 0,0 0,0-1,0 1,-1 0,1 0,0-1,0 1,-1 0,1 0,0 0,0-1,-1 1,1 0,0 0,-1 0,1 0,0 0,0 0,-1-1,1 1,0 0,-1 0,1 0,0 0,-1 0,1 0,0 0,-1 1,1-1,0 0,-1 0,1 0,0 0,-1 0,1 0,20-177,-9 111,98-545,-104 581,-8 41,-2 11,1 1,1 0,1 0,1 0,1 0,1 0,1 1,-1-15,1 0,-1-1,1 1,1-1,0 0,0 1,1-1,0-1,0 1,0 0,1-1,1 0,-1 0,1-1,0 1,0-1,1-1,0 1,0-1,2 1,2-1,1 0,0 0,0-1,0 0,1-1,-1-1,1 0,0 0,-1-2,1 1,0-2,0 0,-1 0,1-1,-1 0,1-1,-1-1,0 0,0-1,0 0,-1-1,1 0,-2 0,1-2,-1 1,0-1,0-1,-1 1,0-2,-1 1,0-1,2-3,1-6,0-1,-1 1,-1-2,-1 1,0-1,-2-1,-1 1,0-1,-2 0,0 0,-2-2,0-5,-4 20,-3 21,-60 240,-8 132,73-378,-2 5,0 0,1 0,1 0,0 0,0 0,1 0,0 0,1 0,0 0,1 0,1 0,-1 0,2 0,-1-1,1 1,1-1,0 0,0 0,2 0,-3-7,0 0,1 0,-1 0,1-1,0 1,0-1,0-1,0 1,0 0,0-1,0 0,0 0,1-1,-1 0,0 0,1 0,-1 0,0-1,0 0,1 0,-1 0,0-1,1 0,8-3,1 0,-1-1,-1-1,1 0,-1-1,0 0,5-6,46-58,-64 72,0 1,0-1,0 0,0 0,0 0,0 1,0-1,0 0,0 0,1 0,-1 0,0 1,0-1,0 0,0 0,0 0,0 0,1 0,-1 0,0 1,0-1,0 0,0 0,1 0,-1 0,0 0,0 0,0 0,0 0,1 0,-1 0,0 0,0 0,0 0,1 0,-1 0,0 0,0 0,0 0,0 0,1 0,-1 0,0 0,0 0,0 0,0 0,1 0,-1-1,0 1,0 0,0 0,0 0,0 0,1 0,-1-1,0 1,0 0,0 0,0 0,0 0,0-1,2 29,-1-4,1-18,-1 0,1-1,0 1,0-1,1 0,-1 1,1-1,0 0,1-1,-1 1,1-1,0 1,0-1,1 0,-1 0,1-1,-1 0,1 1,0-2,1 1,-1 0,0-1,1 0,-1 0,1-1,0 0,0 0,-1 0,1 0,0-1,0 0,0 0,-1-1,1 0,0 0,0 0,-1-1,1 1,3-3,0 0,-1-1,0 1,0-2,-1 1,0-1,0 0,0-1,0 1,-1-1,0-1,-1 1,0-1,0 0,0 0,-1 0,-1-1,1 0,-1 1,-1-1,1 0,-2-1,1 1,-1 0,0 0,-1-1,-1 0,2 2,-1-1,-1 1,0 0,0-1,0 1,-1 0,0 0,-1 0,0 0,0 0,-1 1,0 0,0-1,0 1,-1 0,0 1,-1 0,1-1,-1 2,-1-1,1 1,-1 0,0 0,0 0,0 1,0 0,-1 1,0 0,0 0,0 1,-1 0,1 1,0 0,0 1,-1 0,1 0,0 1,0 0,-1 0,1 1,0 0,0 1,1-1,-1 1,0 1,1 0,0 0,0 0,0 1,0 0,1 0,0 1,0 0,0 0,1 0,0 0,0 1,0 0,1 0,0 1,1-1,-1 1,0 3,4-6,0 0,0 0,1 0,0 0,-1 0,2 0,-1 0,0 0,1 0,0-1,0 1,1 0,-1-1,1 0,0 0,0 0,0 0,1 0,0 0,-1-1,1 0,0 1,1-2,-1 1,0 0,1-1,-1 0,1 0,0 0,0-1,0 1,0-1,0 0,45 15</inkml:trace>
  <inkml:trace contextRef="#ctx0" brushRef="#br0" timeOffset="-1954.947">2020 1324,'-1'19,"2"-1,0 1,1-1,1 1,4 16,-6-31,1 0,-1 0,1 0,-1 0,1-1,0 1,1 0,-1-1,0 1,1-1,0 0,0 0,0 0,0 0,1-1,-1 1,1-1,-1 0,1 0,0 0,0 0,0-1,0 1,0-1,0 0,0 0,0-1,4 1,-2-1,0-1,0 1,1-1,-1 0,0-1,0 1,0-1,0 0,0-1,0 1,-1-1,1-1,-1 1,0-1,0 1,0-1,0-1,-1 1,0-1,0 0,0 0,0 0,0-2,4-6,0 0,-1-1,0 0,-1 0,-1 0,0-1,-1 0,-1 0,0-1,-1 10,0-1,-1 0,0 0,0 0,-1 0,0 1,0-1,0 0,-1 0,0 0,-1 0,1 1,-1-1,-1 0,1 1,-1 0,0-1,0 1,-1 0,0 1,0-1,0 1,-1 0,0 0,0 0,0 0,0 1,-1 0,0 0,0 1,-2-2,-2 2,1 0,-1 1,1 0,-1 0,0 1,0 0,0 1,0 0,0 1,0 0,1 1,-1-1,-8 4,13-3,-1-1,0 1,1 1,0-1,-1 1,1 0,0 0,0 1,1-1,-1 1,1 0,-1 0,1 1,1-1,-1 1,1 0,-1 0,2 0,-1 0,0 1,1-1,0 1,-1 3,3-2,-1 0,1 0,0-1,1 1,-1 0,1 0,1 0,-1-1,1 1,1-1,-1 1,1-1,0 0,0 0,1 0,0 0,0 0,0-1,1 0,-1 0,1 0,3 1,36 33</inkml:trace>
  <inkml:trace contextRef="#ctx0" brushRef="#br0" timeOffset="-1430.282">2567 1431,'0'-2,"-4"-24,0 0,2 0,1-1,1 1,1 0,2-1,0 1,5-13,-7 35,0 0,1 1,0-1,0 0,0 1,1-1,-1 1,1-1,0 1,0 0,0 0,0 1,0-1,1 1,-1-1,1 1,0 0,0 0,-1 1,1-1,0 1,0 0,1 0,-1 0,0 0,0 1,0 0,0 0,1 0,-1 0,1 1,7 0,1 1,-1 0,0 1,-1 0,1 1,-1 0,1 1,-1 0,0 1,3 2,-9-5,0-1,0 2,-1-1,1 0,-1 1,0 0,0 0,0 0,0 0,-1 1,0-1,1 1,-2 0,1 0,-1 0,1 1,-2-1,1 0,0 1,-1-1,0 1,0-1,-1 1,0 0,0-1,0 1,0 0,-1-1,0 1,0 0,-1 0,-22 47,19-44,0 1,1 0,0 0,0 0,1 1,0-1,1 1,0 0,1 1,1-9,0 1,1-1,-1 0,1 1,0-1,0 0,0 0,1 0,-1 0,1 0,0 0,0 0,0 0,0-1,0 1,0-1,1 1,-1-1,1 0,0 0,-1 0,1 0,0 0,0-1,0 0,1 1,-1-1,0 0,0-1,2 1,103 12,-98-13,0 0,-1 0,1-1,0 0,0-1,-1 0,1 0,-1-1,0-1,0 1,0-1,0-1,-1 0,1 0,-1-1,0 0,-1 0,0 0,0-1,0-1,-1 1,0-1,0 0,-1 0,0-1,0 0,-1-1,0 0,0-1,-2 1,1-1,-1 0,-1 0,0 0,0 0,-1 0,-1 0,1 1,-2-1,0 0,0 0,-1 1,-2-5,5 13,-1 1,1 0,-1-1,0 1,1 0,-1 0,0-1,0 1,0 0,0 0,0 0,-1 0,1 0,0 0,0 0,-1 1,1-1,0 0,-1 1,1-1,0 1,-1-1,1 1,-1 0,1 0,-1-1,1 1,-1 0,1 0,-1 1,1-1,-1 0,1 0,-1 1,1-1,-1 1,1-1,0 1,-1 0,1-1,0 1,-1 0,1 0,0 0,0 0,0 0,0 0,0 0,0 0,0 1,0-1,1 0,-1 0,0 1,-3 5,0 0,0 0,1 1,0-1,1 1,0-1,0 1,0 0,1 0,0 0,1 0,-1 0,2 0,-1 0,1 0,0 0,1 0,0-1,0 1,1 0,0-1,0 0,0 1,1-1,0-1,1 1,0-1,0 1,0-1,0-1,4 4,10 5,1-1,0-1,1-1,0-1,1-1,0 0,0-2,1 0,0-2,0 0,1-2,14 0,45 6</inkml:trace>
  <inkml:trace contextRef="#ctx0" brushRef="#br1" timeOffset="76945.839">95 268,'-13'466,"-51"444,59-855,-1-7,2 1,2-1,2 1,3 0,-3-44,0 0,1 1,0-1,-1 0,2 0,-1 0,1 0,0 0,0 0,0-1,0 1,1 0,0-1,0 0,0 0,1 0,-1 0,1 0,0-1,0 1,0-1,0 0,1-1,-1 1,1-1,0 0,0 0,0 0,0 0,0-1,0 0,23 2,0-1,0-2,0 0,0-2,6-2,33-2,137 0,0 10,1 8,595 33,342-40,-731-7,-291-3,-148-7,-36-2,31 6</inkml:trace>
  <inkml:trace contextRef="#ctx0" brushRef="#br1" timeOffset="78309.861">228 0,'61'14,"0"-2,1-4,0-2,2-2,-38-3,1028 24,-697-24,1249 39,-919 18,-631-44,-56-13,1 0,0 0,-1 0,1 0,-1 0,0 0,1 0,-1 0,0 1,0-1,1 0,-1 0,0 0,0 0,-1 1,1-1,0 0,0 0,0 0,-1 0,1 1,0-1,-1 0,1 0,-1 0,0 0,1 0,-1 0,0 0,0 0,1 0,-1-1,0 1,0 0,0 0,0-1,0 1,0-1,0 1,0 0,-4 3,-15 25,1 0,2 1,1 1,1 1,1 0,2 1,-5 24,9-33,-48 136,6 3,8 1,7 3,7 0,-4 154,32-100,0-218,1-1,-1 0,1-1,-1 1,0 0,0 0,0 0,0 0,0 0,0-1,0 1,0 0,-1 0,1 0,-1 0,0-1,1 1,-1 0,0-1,0 1,0 0,0-1,0 1,0-1,-1 0,1 1,0-1,-1 0,1 0,-1 0,1 0,-1 0,0 0,1 0,-1 0,0-1,1 1,-1-1,0 1,0-1,-247-20,37 39,27 6,-12 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2:01.3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334 731,'-15'-2,"0"0,1 0,-1 1,0 1,0 1,0 0,0 1,0 0,1 1,-1 1,1 1,-5 1,10-2,1-1,0 2,-1-1,2 1,-1 0,0 0,1 1,0 0,0 0,1 1,0 0,0 0,0 1,1-1,0 1,1 0,0 1,0-1,0 1,1 1,2-6,-1-1,1 1,1 0,-1 0,0 0,1-1,0 1,0 0,0 0,0 0,1 0,-1 0,1 0,0-1,0 1,1 0,-1-1,1 1,-1-1,1 1,0-1,1 0,-1 0,0 0,1 0,0 0,0 0,0-1,0 1,0-1,0 0,1 0,-1 0,1-1,-1 1,1-1,7 2,1-1,-1 0,1 0,0-2,-1 1,1-2,0 1,-1-2,1 1,-1-2,1 1,-1-2,0 1,0-2,0 1,-1-1,1-1,-1 0,-1 0,1-1,-1-1,0 1,-1-1,0-1,0 0,-1 0,0 0,0-1,-1 0,0 0,-1-1,1-2,-3 5,0 0,-1 0,0 0,0-1,-1 1,0 0,-1-1,0 1,0-1,0 1,-1 0,-1-1,1 1,-3-5,4 12,0 0,-1 0,1 0,-1 0,1 0,-1 0,1 0,-1 0,0 1,1-1,-1 0,0 0,0 1,0-1,1 0,-1 1,0-1,0 1,0-1,0 1,0 0,0-1,0 1,0 0,0 0,0-1,0 1,0 0,0 0,0 0,0 0,0 1,0-1,-1 0,1 0,0 1,0-1,1 0,-1 1,0-1,0 1,0-1,0 1,0 0,0-1,1 1,-1 0,0 0,0-1,1 1,-1 0,1 0,-1 0,1 0,-1 0,1 0,-1 0,1 0,0 0,0 0,-1 0,1 0,0 0,0 1,-4 10,1 0,-1 0,2 0,0 0,1 1,0-1,0 1,1-1,1 1,0-1,1 1,1-1,0 0,0 0,1 0,0 0,1-1,1 0,4 7,-6-11,0-1,1 0,0-1,0 1,0-1,1 0,-1-1,1 1,0-1,1 0,-1 0,1-1,-1 0,1 0,0-1,0 1,0-2,1 1,-1-1,0 0,1 0,-1-1,0 0,1-1,-1 1,1-1,-1-1,0 1,0-1,0-1,0 1,0-1,0 0,-1-1,1 1,-1-2,0 1,4-4,-1-2,-1 1,0-2,0 1,-1-1,0 0,-1 0,-1-1,0 0,0 0,-1 0,0-1,-1 1,-1-1,0 0,-1 0,0 0,-1 0,0 0,-1 1,-1-5,1 17,1 1,0-1,-1 0,1 1,-1-1,1 0,-1 0,1 0,-1 1,1-1,0 0,-1 0,1 0,-1 0,1 0,-1 0,1 0,-1 0,1 0,-1 0,1 0,-1 0,1 0,-1 0,1 0,-1-1,1 1,-1 0,1 0,-1 0,1-1,0 1,-1 0,1-1,0 1,-1 0,1-1,0 1,-1-1,1 1,0 0,-1-1,1 1,0-1,0 1,0-1,0 1,-1-1,1 1,0-1,0 1,0-1,0 1,0-1,0 1,0-1,0 1,0-1,1 1,-1 0,0-1,0 1,0-1,0 1,1-1,-6 11,1 1,1 0,0 0,0 0,1 0,0 0,1 1,0-1,1 0,0 1,1-1,1 0,2 11,-3-16,1 0,0-1,0 1,1-1,0 0,0 0,0 0,0 0,1 0,0-1,0 0,0 0,1 0,-1 0,1 0,0-1,0 0,0 0,0 0,1-1,-1 0,1 0,-1 0,1-1,0 1,0-1,-1-1,1 1,0-1,0 0,0-1,0 1,0-1,-1 0,1 0,0-1,-1 0,1 0,-1 0,1-1,4-2,-2-1,1 0,-1-1,0 0,0 0,-1-1,0 0,0 0,-1-1,0 1,0-1,-1-1,0 1,-1-1,0 0,-1 0,0 0,0 0,-1-1,0 1,-1-1,0 1,-1-6,14 129,-13-107,0 0,1-1,0 1,0 0,1-1,-1 1,1-1,1 1,-1-1,1 0,-1-1,1 1,1-1,-1 0,1 1,-1-2,1 1,0-1,0 0,1 0,-1 0,1 0,0-1,-1 0,1-1,0 1,0-1,0 0,0 0,0-1,0 0,0 0,0 0,1-1,-1 0,0 0,-1 0,6-3,6-8,-1-1,-1 0,0-1,-1-1,0-1,-2 0,1 0,-2-1,0-1,-1 0,-1 0,-1-1,-1 0,0-1,-1 1,-2-1,2-8,7-29,-2 0,-3-1,-3 0,-2 0,-2-9,-1 59,0 2,1-1,-2 1,1 0,0-1,-1 1,0 0,-1-1,1 1,-1 0,0 0,-1 0,0 1,0-1,0 0,-1 0,2 5,0 1,1-1,-1 1,0 0,0 0,1 0,-1 0,0 0,0 0,0 0,1 0,-1 1,0-1,1 1,-1-1,0 1,1 0,-1 0,0 0,1 0,-1 0,1 0,0 0,-1 0,1 0,0 1,0-1,0 0,0 1,0-1,0 1,0 0,0-1,1 1,-1-1,0 1,1 0,0 0,-1 1,-11 29,1 1,2 0,2 1,0-1,3 1,0 1,3-1,1 31,-1-25,1 0,3 0,1 0,1-1,3 1,1-2,1 1,10 18,-18-51,0 0,1 0,-1 0,1 0,1-1,-1 1,1-1,0 1,1-1,-1-1,1 1,0-1,0 1,0-1,0-1,1 1,0-1,0 0,0 0,0-1,0 0,1 1,13-5</inkml:trace>
  <inkml:trace contextRef="#ctx0" brushRef="#br0" timeOffset="182.51">922 371,'-14'0,"3"2,14 6,23 1,27 1,27-1,26-1,14-4,-12-1</inkml:trace>
  <inkml:trace contextRef="#ctx0" brushRef="#br0" timeOffset="1636.982">1603 879,'0'11,"-1"-6,1 0,-1 0,1 0,0 0,0-1,1 1,-1 0,1 0,0 0,0-1,1 1,-1 0,1-1,0 1,1-1,-1 0,1 0,0 0,-1 0,2 0,-1 0,1-3,1-1,-1 0,0 0,0 0,0-1,0 1,0-1,0 0,0 0,0-1,-1 1,1-1,0 1,-1-1,1-1,-1 1,1 0,-1-1,0 1,0-1,0 0,-1 0,1 0,-1-1,1 1,-1-1,0 0,2 0,0-1,-1 0,1 0,-1 0,0-1,-1 1,1-1,-1 1,0-1,-1 0,1 0,-1 0,0 0,-1 0,1 0,-1 0,-1 0,1 0,-1 0,0 0,0 0,0 0,-1 1,0-1,0 0,-1 1,0-1,0 1,0 0,0 0,-1 0,0 0,0 1,0-1,-5 0,-1 0,1 1,-1 0,1 0,-1 1,-1 0,1 1,0 0,0 1,-1 0,1 1,-1 0,1 0,0 1,-1 0,-22 11,32-12,0 1,1-1,-1 0,1 0,-1 0,1 1,-1-1,1 0,0 1,-1-1,1 0,-1 1,1-1,0 0,-1 1,1-1,0 1,-1-1,1 1,0-1,-1 1,1-1,0 1,0-1,0 1,0-1,0 1,-1-1,1 1,0 0,0-1,0 1,0-1,1 1,-1-1,0 1,0-1,0 1,0-1,1 1,-1-1,0 1,0-1,1 1,-1-1,0 1,1-1,-1 1,0-1,1 0,-1 1,1-1,-1 0,1 1,-1-1,1 0,-1 0,1 1,6 2,0 0,1 0,-1-1,1 0,0 0,0-1,-1 0,1 0,0-1,5 0,5 0,51 3,125 14,-191-17,0 0,0 0,0 0,-1 1,1-1,0 1,0-1,-1 1,1 0,0 0,-1 0,1 1,-1-1,1 0,-1 1,0 0,0-1,0 1,0 0,0 0,0 0,0 1,0-1,-1 0,1 1,-1-1,0 1,0-1,0 1,0-1,0 1,0 0,-1 0,1-1,-1 1,0 0,0 0,0 0,0 0,0 0,-6 15,5-16,0-1,-1 1,1 0,0-1,0 1,1 0,-1 0,0-1,0 1,1 0,-1 0,1 0,0 0,0 0,-1 0,1 0,0 0,1 0,-1 0,0 0,1 0,-1 0,1-1,-1 1,1 0,0 0,0 0,0-1,0 1,0 0,0-1,0 1,0-1,1 1,-1-1,1 0,-1 1,1-1,0 0,-1 0,1 0,0 0,0-1,-1 1,1 0,1-1,7 0,0 0,0-1,0 0,-1-1,1 0,0 0,-1-1,0-1,1 1,-1-2,-1 1,1-1,-1 0,1-1,-2 0,1 0,-1-1,0 0,0 0,2-4,-4 5,-1 0,1 0,-1 0,-1 0,1-1,-1 0,0 1,0-1,-1 0,0-1,0 1,-1 0,0-2,-1 10,0-1,0 1,-1-1,1 1,0-1,0 1,-1-1,1 1,0-1,-1 0,1 1,0-1,-1 1,1-1,-1 0,1 1,-1-1,1 0,0 0,-1 0,1 1,-1-1,1 0,-1 0,1 0,-1 0,0 0,1 0,-1 0,1 0,-1 0,1 0,-1 0,1 0,-1 0,1 0,-1 0,1-1,-1 1,1 0,-1 0,1-1,-1 1,1 0,0-1,-1 1,1 0,-1-1,1 1,0 0,-1-1,1 1,0-1,0 1,-1-1,1 1,0-1,-3 6,1 0,0 1,0-1,0 0,1 1,0-1,0 1,0-1,0 1,1 0,0-1,0 1,1 0,0-1,0 1,0-1,0 1,1-1,0 1,0-1,1 0,-1 0,1 0,0 0,0-1,1 1,0-1,-1 0,1 0,1 0,-1 0,0-1,1 0,0 0,0 0,1 0,4 3,2-2,-1 1,0-1,1-1,0 0,0 0,0-2,0 1,0-1,0-1,9-1,-15 1,-1 0,0-1,0 0,1 0,-1 0,0-1,0 0,0 0,0 0,-1 0,1-1,0 0,-1 0,0 0,0 0,0-1,0 1,0-1,-1 0,0-1,0 1,0 0,0-1,0 0,-1 1,0-1,1-3,-1 0,0 0,0-1,0 1,-1 0,-1-1,1 1,-2 0,1-1,-1 1,-1-6,2 15,0-1,0 0,0 1,0-1,0 0,0 1,0-1,0 0,0 1,0-1,0 0,0 1,0-1,0 0,0 1,0-1,-1 0,1 0,0 1,0-1,0 0,-1 0,1 1,0-1,0 0,0 0,-1 1,1-1,0 0,-1 0,1 0,0 0,0 0,-1 1,1-1,0 0,-1 0,1 0,0 0,-1 0,1 0,0 0,-1 0,1 0,0 0,-1 0,1 0,0 0,-1-1,1 1,0 0,0 0,-1 0,1 0,-1 4,1 1,-1 0,1 0,0-1,0 1,1 0,0 0,-1-1,1 1,1 0,-1-1,1 0,0 1,0-1,0 0,1 0,-1 0,1 0,0 0,0 0,0-1,1 1,-1-1,1 0,0 0,0-1,0 1,0-1,3 2,8 3,1-1,0 0,0-1,0-1,1 0,-1-2,17 2,-7-2,0 0,0-2,0-1,0-1,0-1,-1-2,1 0,-1-1,17-8,-38 13,-1 0,1 0,-1 0,1 0,-1 0,1-1,-1 0,0 1,0-1,0-1,0 1,0 0,0-1,-1 1,1-1,-1 0,0 0,0 0,0 0,0 0,0 0,-1-1,1 1,-1-1,0 1,0-1,0 1,0-1,-1 0,0 1,1-1,-1 0,-1 1,1-1,0 0,-1 1,0-1,-1-3,-4 1,0 1,0-1,0 1,-1 0,1 1,-1-1,-1 1,1 1,0-1,-1 1,0 1,0-1,0 1,0 1,0 0,0 0,0 0,0 1,-1 0,1 0,0 1,0 1,-2 0,8-2,-1 0,0 0,1 1,-1-1,0 1,1 0,-1-1,1 1,-1 1,1-1,0 0,-1 1,1-1,0 1,0-1,0 1,0 0,0 0,0 0,0 0,1 1,-1-1,1 0,0 1,0-1,0 0,0 1,0 0,0-1,0 1,1-1,0 1,-1 0,1 0,0-1,0 1,0 0,1-1,-1 1,1 0,-1-1,2 3,4 1,1 0,0 0,0 0,0-1,1-1,0 1,-1-1,2 0,-1-1,0 0,1 0,-1-1,1 0,0 0,0-1,0-1,0 1,5-1,-6 1,0-1,-1 1,1-1,0-1,0 1,-1-1,1 0,0-1,-1 0,0 0,1-1,-1 0,0 0,0-1,0 1,-1-2,5-2,-13 9,1 0,-1 0,1 0,0 0,0 1,0-1,0 0,0 1,0-1,1 0,-1 1,1-1,0 1,-1-1,1 1,0-1,1 1,-1-1,0 1,1-1,-1 1,1-1,0 1,0-1,0 0,0 1,0-1,0 0,1 0,-1 0,1 0,0 0,-1 0,1-1,0 1,0 0,0-1,0 1,0-1,1 0,-1 0,0 0,0 0,1 0,0 0,5 1,1-1,-1 0,1-1,-1 0,1 0,-1 0,1-1,-1-1,0 1,1-1,-1-1,0 1,0-2,0 1,-1-1,1 0,-1 0,0-1,0 0,-1 0,1-1,-1 0,0 0,-1 0,1-1,-1 0,-1 0,1 0,-1-1,0 1,-1-1,3-8,5-20,-1 0,-2-1,-1 0,-3-1,0 0,-3 1,-1-23,1-9,5-121,-8 157,-5 25,-1 23,-12 44,3 0,2 1,1 9,6-34,2 1,2 1,1-1,2 0,2 1,2 14,-2-38,1 0,0 0,1 0,1 0,0 0,1-1,0 0,1 0,0 0,1-1,0 1,1-2,0 1,1-1,0 0,0-1,1 0,0-1,2 1,46 15,-57-24,1 0,-1 0,0 1,0-1,0 0,0-1,1 1,-1 0,0 0,0 0,0-1,0 1,0 0,0-1,0 1,0-1,0 1,0-1,0 0,0 1,0-1,0 0,0 0,0 0,-1 0,1 0,0 1,-1-1,1 0,0-1,-1 1,1 0,-1 0,0 0,1 0,-1 0,0 0,0 0,0-1,0 1,0 0,0 0,0 0,0 0,0-1,0 1,-1 0,1 0,-1 0,1-1,-9-28,-4 0</inkml:trace>
  <inkml:trace contextRef="#ctx0" brushRef="#br0" timeOffset="1901.325">3221 558,'-14'-12,"-6"-5,2 0,11 2,18 5,23 5,29 7,28 4,26 4,-6 1</inkml:trace>
  <inkml:trace contextRef="#ctx0" brushRef="#br0" timeOffset="3096.989">4665 478,'28'436,"-24"-395,4-54,-2-27,-1-1,-1 0,-3-1,-2-17,0 5,2 0,-11-232,6 275,3 31,0-2,2-1,0 1,1-1,1 1,0-1,1 0,1 0,6 13,-7-22,-1 0,1-1,0 1,1-1,0 0,0 0,0-1,1 1,0-1,1 0,-1-1,1 0,0 0,0 0,1-1,-1 0,1 0,0-1,2 1,-5-2,0-1,0 0,0 0,0 0,0-1,0 1,0-1,1-1,-1 1,0-1,0 1,0-1,0-1,0 1,0-1,-1 0,1 0,0 0,-1-1,0 0,1 1,-1-2,0 1,0 0,-1-1,1 0,-1 0,0 0,1-1,4-7,-1 0,0 0,-1-1,0 0,-1 0,-1-1,0 1,0-1,-2 0,1-2,4-117,-13 106,-14 40,6 14,1 0,1 1,1 1,2 0,1 0,-3 20,6-27,0 1,2 0,0 1,2-1,0 0,2 1,2 12,-2-27,1 1,0-1,0 0,1 0,1 0,-1 0,1-1,1 1,0-1,0 0,0 0,1-1,0 0,1 0,-1 0,1-1,1 1,-1-2,7 5,-3-4,0 0,0-1,1 0,-1 0,1-1,0-1,0 0,0-1,0 0,1-1,-1 0,0-1,1 0,-1-1,1-1,-1 0,0 0,0-1,0-1,-1 0,1 0,-1-1,0-1,7-4,-14 6,1 0,-1 0,0-1,0 0,0 0,0 0,-1 0,0 0,0 0,-1-1,1 0,-1 1,0-1,-1 0,1 0,-1 0,-1 0,1-1,-1 1,0 0,0 0,-1-5,1 10,0 1,0 0,0-1,0 1,0-1,0 1,0-1,0 1,0-1,0 1,-1 0,1-1,0 1,0-1,0 1,-1-1,1 1,0 0,0-1,-1 1,1 0,0-1,-1 1,1 0,0-1,-1 1,1 0,0 0,-1 0,1-1,-1 1,1 0,0 0,-1 0,1 0,-1 0,1 0,-1 0,1-1,-1 1,1 0,-1 1,1-1,0 0,-1 0,1 0,-1 0,1 0,-1 0,1 1,0-1,-1 0,1 0,-1 0,1 1,0-1,-1 0,1 1,0-1,0 0,-1 1,1-1,0 1,-16 27,14-23,0 0,0 0,0 1,1-1,0 1,0 0,0-1,1 1,0-1,0 1,0 0,1-1,0 1,0 0,0-1,1 0,-1 1,1-1,1 0,-1 0,1 0,0 0,0 0,0 0,1-1,-1 0,1 0,3 3,-3-5,1 1,-1-1,1 0,-1-1,1 1,0-1,0 1,0-1,0-1,0 1,0-1,0 0,0 0,0 0,0-1,0 0,0 0,0 0,-1 0,1-1,0 0,-1 0,1 0,-1-1,1 1,-1-1,0 0,0 0,-1-1,1 1,-1-1,1 0,-1 1,0-2,0 1,-1 0,1 0,-1-1,0 0,-1 1,1-2,1 0,-1 0,1 0,-2-1,1 1,-1 0,0-1,0 1,-1-1,1 0,-2 1,1-1,-1 1,0-1,0 1,0-1,-1 1,0 0,-1 0,1 0,-1 0,0 0,-1 0,1 1,-1-1,0 1,-1 0,1 1,-1-1,0 1,0 0,0 0,-1 0,0 1,1-1,-1 1,0 1,0-1,-1 1,1 1,-1 0,1 1,0-1,-1 1,1 1,0-1,0 1,-1 0,1 0,0 1,0 0,0 0,1 1,-1-1,0 1,1 0,0 1,-1-1,1 1,1 0,-1 0,1 1,-1 0,1-1,0 1,1 0,-1 1,1-1,0 1,1 0,-1-1,1 1,-1 4,3-6,0-1,0 1,0-1,1 1,-1-1,1 0,0 1,0-1,0 0,0 1,0-1,1 0,0 0,-1 0,1 0,0 0,0 0,1-1,-1 1,1-1,-1 0,1 1,0-1,0 0,0-1,0 1,0 0,0-1,2 1,99 28,-49-24,0-3,0-2,0-2,40-7,-94 7,0 1,0-1,1 1,-1 0,0-1,0 1,1 0,-1 0,0 0,1 0,-1 0,0 0,1 0,-1 1,0-1,1 0,-1 1,0-1,0 1,1-1,-1 1,0 0,0-1,0 1,0 0,0 0,0 0,0 0,0 0,0 0,0 0,-1 0,1 0,0 0,-1 0,1 1,-1-1,4 3,-1 0,1 0,0-1,0 0,0 0,0 0,1 0,-1 0,1-1,-1 0,1 0,0 0,0-1,0 0,0 1,0-2,0 1,0-1,0 1,0-1,1-1,-1 1,0-1,4-1,-5 1,1 0,-1 0,0 0,0-1,0 1,0-1,0 0,0-1,-1 1,1-1,-1 1,1-1,-1 0,0 0,0-1,0 1,-1-1,1 1,-1-1,0 0,0 0,0 0,0 0,-1 0,0 0,0 0,0-1,0 1,-1 0,1-1,-1 1,0 0,0-1,-1 1,1 0,-1-1,0 1,0 0,-1-1,1-1,-1 0,1 0,-1 1,0-1,-1 0,0 1,1 0,-2 0,1 0,0 0,-1 0,0 0,0 1,-1 0,1 0,-1 0,0 0,0 1,0 0,0 0,-1 0,1 1,-1 0,0 0,1 0,-1 0,0 1,0 0,0 1,0-1,0 1,0 0,0 1,0-1,0 1,0 0,0 1,0-1,0 1,1 0,-1 1,1-1,-2 2,4 0,0-1,0 1,0 0,1-1,0 1,-1 0,1 0,1 1,-1-1,1 0,0 1,0-1,0 1,0-1,1 1,0-1,0 1,0-1,0 1,1-1,-1 1,1-1,1 1,-1-1,0 0,1 0,0 1,0-1,0-1,1 1,-1 0,1 0,0-1,0 1,0-1,1 0,-1 0,1 0,3 1,35 28,0-7</inkml:trace>
  <inkml:trace contextRef="#ctx0" brushRef="#br0" timeOffset="3640.584">6229 933,'-33'-234,"32"233,0 0,1-1,-1 1,1 0,-1-1,1 1,0-1,0 1,0 0,-1-1,1 1,1-1,-1 1,0-1,0 1,0 0,1-1,-1 1,1 0,-1-1,1 1,-1 0,1-1,0 1,0 0,0 0,0 0,-1 0,1 0,1 0,-1 0,0 0,0 0,0 1,0-1,1 0,-1 1,0-1,1 0,-1 1,0 0,1-1,-1 1,0 0,1 0,-1 0,1 0,-1 0,1 0,0 0,188 35,-111-3,-77-31,0 1,1 0,-1 1,0-1,0 0,0 1,0-1,-1 1,1-1,-1 1,1 0,-1-1,0 1,0 0,0 0,-1 0,1 0,-1 0,1 0,-1 0,0 0,0 0,0 0,-1 0,1 0,-1 2,-21 62,17-57,1-1,1 2,-1-1,2 0,-1 1,1-1,1 1,0 0,1 10,0-17,1-1,0 1,0-1,1 1,-1-1,1 1,0-1,-1 0,1 0,1 1,-1-2,0 1,1 0,0 0,-1-1,1 1,0-1,0 0,1 0,-1 0,0-1,1 1,-1-1,1 1,-1-1,2 0,98 9,-92-11,0 0,0-1,0-1,0 1,-1-2,1 0,-1 0,0-1,0 0,-1-1,1 0,-1 0,-1-1,1 0,-1-1,0 1,-1-2,0 1,0-1,-1 0,0-1,0 1,-1-1,0 0,-1-1,0 1,-1-1,0 1,-1-1,0 0,-1 0,0 0,0 0,-2-2,2 10,-1 0,0 0,0 0,0 0,0 0,0 0,-1 0,1 1,-1-1,0 0,0 0,0 0,0 1,0-1,-1 0,1 1,-1 0,0-1,1 1,-1 0,0 0,-1 0,1 0,0 0,-1 0,1 0,0 1,-1 0,0-1,1 1,-1 0,0 0,0 0,0 1,1-1,-1 1,0-1,0 1,0 0,0 0,0 0,0 1,0-1,0 1,0-1,1 1,-1 0,-1 1,-2 1,1 1,-1 0,1 0,0 1,0-1,0 1,0 0,1 1,0-1,0 1,1 0,-1 0,1 0,0 0,1 0,0 1,0-1,0 1,1 0,0-1,0 1,0 0,1 0,0-1,1 1,-1 0,1 0,1 0,-1-1,1 1,0-1,1 1,-1-1,1 0,1 0,0 1,7 7,0-1,1 0,1 0,0-2,0 1,1-2,1 0,0 0,0-1,1-1,0-1,0 0,12 2,33 12</inkml:trace>
  <inkml:trace contextRef="#ctx0" brushRef="#br0" timeOffset="4569.991">7486 317,'-1'107,"1"122,27 214,34 73,-58-504,-2 0,1 1,-2-1,0 1,0-1,-1 1,-1-1,0 0,0 1,-1-1,-1 0,0-1,-1 1,0-1,-1 1,0-2,0 1,-1-1,-7 8,-1-9,-1-1,0 0,-1 0,0-2,0 0,0-1,-1-1,0-1,1 0,-1-1,0-1,0 0,0-2,0 0,-16-4,-114-12,1-6,-79-26,126 27,-558-116,-120 13,393 87,0 16,-31 18,181 15,219-13,37-7,-6 2,-10 5,0 0,-1-1,1 0,-1 0,0 0,0 0,0-1,0 1,0-1,-1 0,0 0,0-1,0 1,0-1,-1 1,0-1,0 0,0 0,0 0,-1 0,0 0,0 0,0 0,0 0,-1 0,0-1,0 1,-1 0,1 0,-2-4,-46-194,35 101,4-1,5 0,4 0,5 0,9-38,4-125,-15 106,-4 159,1-1,0 1,-1-1,1 1,0 0,-1-1,1 1,0-1,0 1,0-1,0 1,1-1,-1 1,0-1,1 1,-1 0,1-1,-1 1,1 0,0-1,-1 1,1 0,0 0,0-1,0 1,0 0,0 0,0 0,0 0,0 0,0 1,1-1,-1 0,0 0,1 1,-1-1,0 1,1-1,-1 1,1 0,-1-1,1 1,-1 0,0 0,1 0,-1 0,1 0,0 1,207 32,62-17,58-13,-97-2,602 21,144 50,-764-47,0 9,37 19,-92-1,-123-34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2:46.9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89 411,'-17'318,"-8"-69,-21 66,45-308,5-14,7-27,-6 18,-2 3,0 0,1 0,1 0,0 0,1 1,0-1,1 2,0-1,1 1,0 0,1 0,0 1,1 0,0 1,0 0,1 1,10-6,-17 12,1 1,0 0,-1 1,1-1,0 1,0-1,0 2,0-1,0 0,-1 1,1 0,0 0,0 0,-1 1,1 0,-1-1,1 2,-1-1,0 0,0 1,0 0,0 0,0 0,0 2,5 3,0 2,0-1,-2 1,1 0,-1 0,-1 1,0 0,5 12,-8-18,0-1,-1 1,0 0,0 0,0 0,-1 1,1-1,-1 0,0 1,-1-1,1 1,-1-1,0 0,-1 1,1-1,-1 1,0-1,0 0,-1 1,0-1,0 0,0 0,0 0,-1 0,0-1,0 1,0-1,0 0,-1 1,0-1,0-1,-3 4,-1-3,0 1,-1-1,0-1,1 1,-1-2,0 1,-1-1,1 0,0-1,0 0,-1-1,1 0,-1 0,1-1,0 0,0-1,-1 0,-1-1,9 3,0-1,-1 0,1 0,0 0,0 0,0-1,0 1,0-1,0 1,0-1,1 1,-1-1,1 0,-1 0,1 0,-1 0,1 0,0 0,0 0,0-1,0 1,1 0,-1-1,0 1,1 0,0-1,0 1,-1 0,1-1,1 1,-1-1,0 1,0 0,1-1,0 1,-1 0,1-1,0 1,2-5,0 0,1 0,0 1,0 0,0-1,1 1,0 1,0-1,0 1,1 0,4-4,9-3,1 1,0 1,0 1,1 1,0 0,1 2,-1 0,1 2,1 0,17 0,-36 3,1 0,-1 0,0 0,1 1,-1-1,1 1,-1 1,1-1,-1 0,1 1,-1 0,0 0,1 1,-1-1,0 1,0 0,0 0,0 0,0 0,0 1,-1-1,1 1,-1 0,0 0,0 1,0-1,0 1,-1-1,1 1,-1 0,0 0,0 0,1 3,6 62,-10-59,2 0,0-1,0 1,0-1,1 1,1-1,0 1,0-1,0 0,4 5,-6-13,0 1,0 0,1 0,-1-1,1 1,-1-1,1 1,-1-1,1 0,0 0,-1 0,1 0,0 0,0 0,0 0,0 0,0-1,0 1,0-1,0 1,0-1,0 0,0 0,1 0,-1 0,0 0,14-4</inkml:trace>
  <inkml:trace contextRef="#ctx0" brushRef="#br0" timeOffset="181.087">490 706,'11'18,"18"10,4 2</inkml:trace>
  <inkml:trace contextRef="#ctx0" brushRef="#br0" timeOffset="724.305">1132 946,'-19'-4,"0"1,1 0,-1 1,0 1,0 1,0 1,0 1,0 0,0 1,0 1,-12 5,29-8,0-1,0 1,0 0,0 0,0 1,0-1,1 0,-1 1,0-1,1 1,-1-1,1 1,-1 0,1-1,0 1,0 0,0 0,0 0,0 0,0 0,1 0,-1 0,0 0,1 1,0-1,0 0,-1 0,1 0,0 0,1 1,-1-1,0 0,1 0,-1 0,1 0,0 0,-1 0,1 0,0 0,0 0,1 0,-1 0,0 0,0-1,2 3,17 16,0-1,1-1,0 0,2-2,0-1,2 1,26 18,-39-26,-2-2,0 0,-1 0,0 1,0 1,-1-1,0 1,0 1,-1 0,0 0,0 0,2 6,-8-14,-1 0,0 0,0 0,1 0,-1 0,0 0,0 0,0-1,0 1,0 0,0 0,0 0,-1 0,1 0,0 0,-1 0,1 0,0 0,-1 0,1 0,-1-1,1 1,-1 0,1 0,-1-1,0 1,1 0,-1-1,0 1,0 0,0-1,1 1,-1-1,0 1,0-1,0 0,0 1,0-1,0 0,0 0,0 0,-41 6,37-5,1-1,0 0,-1 0,1 0,0-1,0 1,0-1,-1 0,1 0,0-1,0 1,0-1,0 0,1 0,-1 0,0 0,1-1,0 1,-1-1,1 0,0 0,0 0,1-1,-1 1,1-1,-1 1,1-1,0 0,1 0,-1 0,1 0,0 0,-1 0,2 0,-1 0,0-1,1 1,0 0,0-1,0 1,1 0,-1 0,1-1,1-1,7-17,2 2,0-1,1 1,2 1,0 0,1 1,1 1,3-3,19-24,14-21,-2-2,-3-3,-4-1,16-39,-40 70,-1-2,-3 0,-1-1,-2 0,-2-1,-2 0,-2-1,-2 0,-2-2,-11-16,8 64,1-1,0 1,-1-1,1 1,-1-1,1 0,-1 1,1 0,-1-1,0 1,1-1,-1 1,0 0,1-1,-1 1,0 0,1 0,-1-1,0 1,1 0,-1 0,0 0,0 0,1 0,-1 0,0 0,0 0,1 0,-1 0,0 1,1-1,-1 0,0 0,1 1,-1-1,0 0,1 1,-1-1,0 1,1-1,-1 1,1-1,-1 1,1-1,-1 1,1 0,0-1,-1 1,-7 9,1 0,1 1,-1-1,2 1,-1 0,1 1,1-1,0 1,1 0,0 0,1 0,0 1,-10 69,4 0,3 1,4 0,4 0,3 0,4-1,3 0,19 61,-29-130,3 17,1 1,2-1,0-1,2 1,2-2,6 11,-2-18,-4-11</inkml:trace>
  <inkml:trace contextRef="#ctx0" brushRef="#br0" timeOffset="986.6">1171 571,'-16'-4,"-9"-4,3-1,15 6,25 6,29 6,30 7,26 8,22 6,9 4,-18-2</inkml:trace>
  <inkml:trace contextRef="#ctx0" brushRef="#br0" timeOffset="1918.531">1960 1000,'-26'0,"14"-2,-1 0,0 2,0-1,1 2,-1 0,0 0,1 1,-1 1,1 0,-1 0,1 1,1 1,-1 0,0 1,1 0,0 1,1 0,0 1,0 0,-2 2,9-7,0 0,0-1,0 1,1 0,-1 1,1-1,0 0,0 1,0-1,0 1,1-1,-1 1,1 0,0 0,0 0,0 0,1 0,0 0,-1 0,1 0,1-1,-1 1,0 0,1 0,0 0,0 0,0 0,1 0,-1-1,1 1,0-1,0 1,0-1,0 1,0-1,1 0,0 0,-1-1,1 1,3 2,5-2,0 0,0-1,0 0,0 0,0-1,0-1,1 0,-1 0,0-1,0-1,0 0,0 0,0-1,0-1,-1 0,1 0,-1-1,0 0,-1-1,1 0,-1 0,0-1,7-7,-8 8,-1-1,0 0,0 0,0 0,-1-1,0 1,-1-1,0-1,0 1,-1-1,0 0,0 0,-1 0,0-1,-1 1,0-1,0 1,-1-2,0 11,-1-1,0 0,1 0,-1 0,0 1,1-1,-1 0,0 0,0 0,1 0,-1 0,0 1,0-1,0 0,0 0,-1 0,1 0,0 0,0 0,0 1,-1-1,1 0,0 0,-1 0,1 1,-1-1,1 0,-1 0,1 1,-1-1,1 0,-1 1,0-1,1 1,-1-1,0 1,0-1,1 1,-1-1,0 1,0 0,0-1,0 1,1 0,-1 0,0 0,0 0,0-1,0 1,0 0,0 1,1-1,-1 0,0 0,0 0,0 0,0 1,0-1,1 0,-1 1,0-1,0 1,1-1,-1 1,0-1,0 1,1 0,-1-1,0 1,-3 6,-1 0,1 0,1 0,-1 0,1 0,0 1,1-1,0 1,0 0,1 0,0 0,0 0,1 0,0 0,0 0,1-1,0 1,1 7,-1-11,1-1,-1 1,1-1,-1 1,1-1,0 1,0-1,1 0,-1 0,1 0,-1 0,1-1,0 1,0-1,0 1,0-1,1 0,-1 0,1 0,-1-1,1 1,-1-1,1 0,0 0,0 0,2 0,3 0,-1-1,0 0,0 0,0 0,0-1,0 0,0-1,0 1,0-2,0 1,0-1,2-2,1 0,0-2,-1 0,0 0,0-1,0 0,-1 0,-1-1,1-1,-2 1,1-1,-1-1,-1 1,1-1,-2 0,5-12,2-12,-1 0,-2 0,-1-1,2-31,4-75,-6-1,-8-62,-1 172,-2 23,0 25,-10 88,5 0,6 101,15 53,-13-254,0-1,0 0,-1-1,1 1,0 0,0 0,0-1,0 1,1 0,-1-1,0 1,1 0,-1-1,1 1,0-1,-1 1,1 0,0-1,0 0,0 1,0-1,0 0,0 1,1-1,-1 0,0 0,1 0,-1 0,0 0,1 0,-1 0,1-1,0 1,-1-1,1 1,0 0,64-56,-61 50,-1 1,1 0,0 0,1 0,-1 0,1 1,0 0,-1 0,1 0,1 1,-1 0,0 0,0 1,1-1,-1 2,1-1,-1 0,1 1,-1 1,1-1,-1 1,1 0,-1 0,1 1,-1 0,0 0,0 0,0 1,0 0,0 0,4 4,-2 2,0 1,-1 1,0-1,-1 1,0 0,-1 1,0-1,0 1,-1 0,-1 0,0 1,-1-1,0 0,-1 1,-1 0,0-1,-1 13,0-21,0 1,0 0,-1-1,0 1,0-1,0 0,0 1,0-1,-1 0,0 0,0-1,0 1,0-1,-1 1,1-1,-1 0,0 0,0 0,0-1,0 0,0 0,-1 0,1 0,-1 0,1-1,-1 0,0 0,1 0,-1 0,0-1,0 0,0 0,1 0,-1-1,0 0,0 0,1 0,-1 0,1 0,-1-1,1 0,-1 0,1 0,0-1,0 0,0 1,0-1,1-1,-1 1,1 0,0-1,0 0,0 1,0-1,0-3,1 4,1-1,-1 1,1-1,0 1,1-1,-1 0,1 1,-1-1,1 0,0 0,0 1,1-1,-1 0,1 0,0 1,0-1,0 1,0-1,1 1,-1-1,1 1,0 0,0-1,0 1,1 0,-1 1,1-1,1-1,5-5,1 1,0 0,0 1,0 0,1 0,0 1,1 1,0 0,24-9,0 2,1 2,1 1,-1 2,6 1,-39 4,0 1,1 0,-1 0,0 0,1 1,-1 0,1 0,-1 0,1 0,-1 0,0 1,1 0,-1 0,0 0,1 0,-1 1,0 0,0 0,0 0,0 0,-1 1,1-1,-1 1,1 0,-1 0,0 0,0 0,0 1,1 1,-1 4,-1 0,1 0,-2 1,1-1,-1 1,-1-1,1 1,-2-1,0 2,1-2,-1-1,1 0,0 1,1-1,0 0,0 1,1-1,0 0,1 0,-1 0,4 6,-5-13,0 1,0-1,-1 0,1 1,0-1,0 0,0 0,1 0,-1 0,0 0,0 0,0 0,1 0,-1 0,1 0,-1-1,0 1,1-1,-1 1,1-1,-1 1,1-1,0 0,-1 0,1 0,-1 0,1 0,-1 0,1 0,0 0,-1-1,1 1,15-7</inkml:trace>
  <inkml:trace contextRef="#ctx0" brushRef="#br0" timeOffset="2615.655">3016 505,'-48'-8,"48"9,-1-1,1 1,-1-1,1 1,-1 0,1-1,0 1,-1 0,1-1,0 1,-1 0,1 0,0-1,0 1,0 0,0 0,0-1,0 1,0 0,0 0,0-1,0 1,0 0,0 0,0-1,1 1,-1 0,0 0,1-1,-1 1,0 0,1-1,-1 1,1 0,-1-1,1 1,-1-1,1 1,0-1,-1 1,1-1,-1 0,1 1,0-1,0 0,-1 1,1-1,0 0,-1 0,1 1,0-1,0 0,0 0,-1 0,1 0,22 10,0-1,0 0,1-2,-1-1,2-1,-1-1,1-1,-1-1,1-1,11-1,-2 0,-1-1,0-1,0-2,0-1,0-2,-1-1,15-7,-33 11,-2-2,1 1,0-2,-1 1,0-2,-1 1,0-2,0 1,-1-2,0 1,0-1,-1-1,-1 0,1 0,-2-1,0 0,0 0,-1 0,0-4,0 3,-1-1,-1 0,0 0,-1-1,-1 1,0-1,-1 1,0-1,-1 0,-1 1,0-1,-1 0,-1 1,0 0,-1 0,-1 0,0 0,-1 0,-5-9,6 17,-1 0,1 1,-1 0,0 1,0-1,-1 1,1 0,-1 1,0-1,0 1,0 1,-1-1,1 1,0 0,-1 1,1 0,-1 0,0 1,1 0,-1 0,1 1,-1 0,0 0,1 0,0 1,-1 1,1-1,0 1,0 0,0 1,1-1,-1 1,1 1,0-1,-3 3,-8 7,1 0,0 1,1 1,0 0,2 1,0 1,0 0,2 1,1 0,0 0,1 1,1 0,0 5,-2 6,2 1,1 0,1 0,2 1,1 0,2-1,1 1,3 16,0-19,1 0,2-1,1 1,1-2,1 1,2-1,1-1,1 0,1 0,1-1,2-1,0-1,2 0,0-2,2 0,19 16,-33-32,0-1,1 1,-1-1,1-1,0 0,0 0,1 0,-1-1,1 0,-1-1,1 0,0 0,0-1,0 0,0-1,0 0,0 0,0-1,0 0,0 0,0-1,0-1,0 1,-1-1,0-1,1 0,7-4,3-6,-1 0,0-2,-1 0,0-1,-2 0,0-1,-1-1,0-1,-2 0,0 0,5-15,-2 11,-15 24,1 0,-1 0,0-1,0 1,1 0,-1 0,0 0,1 0,-1-1,0 1,1 0,-1 0,1 0,-1 0,0 0,1 0,-1 0,0 0,1 0,-1 0,0 0,1 0,-1 0,0 1,1-1,-1 0,0 0,1 0,-1 0,0 1,1-1,-1 0,0 0,0 0,1 1,-1-1,0 0,0 1,1-1,-1 0,0 0,0 1,0-1,0 0,0 1,1-1,-1 0,0 1,0-1,0 1,0-1,0 0,0 1,0-1,0 0,0 1,0-1,0 0,-1 1,1-1,0 0,0 1,0-1,0 0,0 1,-1-1,1 0,0 1,3 35,19 100,-20-130,0-1,0 0,1 0,-1 0,1 0,0 0,0 0,1-1,0 1,0-1,0 0,0 0,0-1,1 1,-1-1,1 0,0 0,0-1,0 1,1-1,-1 0,4 1,58-4,-35-6</inkml:trace>
  <inkml:trace contextRef="#ctx0" brushRef="#br0" timeOffset="2879.003">4126 438,'-14'-7,"-6"-2,-1 3,7 6,11 9,14 2,5-1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3:15.3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348 1271,'-7'-5,"0"0,0 1,-1 0,0 0,0 1,0-1,-1 2,1-1,0 1,-1 1,0 0,1 0,-1 0,0 1,1 0,-1 1,0 0,1 1,-1-1,1 2,-1-1,1 1,0 0,0 1,0 0,1 0,-1 1,1 0,-5 4,3-1,0 0,0 0,1 1,0 0,1 0,0 1,0 0,1 0,0 1,1 0,0 0,1 0,0 0,1 2,2-10,0-1,1 1,0-1,-1 1,1-1,0 1,0-1,1 0,-1 1,0-1,1 1,0-1,-1 1,1-1,0 0,0 0,0 1,0-1,1 0,-1 0,1 0,-1 0,1 0,0-1,-1 1,1 0,0-1,0 1,0-1,1 0,-1 0,0 0,0 0,1 0,-1 0,0 0,1-1,-1 1,1-1,-1 0,1 0,-1 0,1 0,12-1,0 0,0-1,0-1,-1-1,1 0,-1 0,0-2,0 0,-1 0,0-1,0-1,-1 0,1-1,-2 0,7-7,-10 11,-1 0,-1-1,1 0,-1 0,0 0,0-1,-1 0,0 0,0 0,0-1,-1 1,0-1,-1 0,0 0,0-1,-1 1,0-1,0 1,-1-1,0 0,0 1,-1-1,0 0,-2-5,2 13,0-1,0 1,0 0,0-1,0 1,-1 0,1 0,-1 0,1-1,-1 1,1 0,-1 0,0 0,1 0,-1 0,0 0,0 0,0 0,0 0,0 0,0 1,0-1,0 0,0 0,0 1,0-1,-1 1,1-1,0 1,0 0,0-1,-1 1,1 0,0 0,-1 0,1 0,0 0,0 0,-1 0,1 0,0 1,0-1,-1 0,1 1,0-1,0 1,0 0,0-1,-2 2,0 5,0 0,0 0,0 0,1 0,0 1,0-1,1 1,0 0,0-1,1 1,0 0,0-1,1 1,0 0,0-1,1 1,0-1,0 2,0-2,1 0,0-1,0 1,0 0,1-1,0 0,0 0,0 0,1-1,0 1,0-1,0 0,1 0,-1-1,1 0,1 0,-1 0,0-1,1 0,0 0,-1 0,1-1,0 0,3 0,1 0,0-1,-1 0,1 0,0-1,-1 0,1-1,0 0,-1-1,1 0,-1-1,0 0,0-1,0 0,0 0,-1-1,5-3,-6 3,0 0,0-1,0 0,-1 0,0-1,0 0,-1-1,1 1,-2-1,1 0,-1 0,0-1,-1 0,0 0,0 0,-1 0,-1 0,1-1,-1 1,-1-1,0 0,0 0,-1 1,0-1,-1-6,-10-6,-1 39,11-8,-1 1,1 0,1 0,0 0,0 0,1 0,0 0,1 0,0 0,0 0,1-1,1 1,-1-1,1 0,1 0,0 0,0 0,1-1,0 0,0 0,1-1,0 0,1 0,-1-1,1 1,3 0,-7-5,1-1,-1 1,1-1,-1 0,1-1,0 1,-1-1,1 0,0 0,-1-1,1 1,-1-1,1 0,-1 0,1 0,-1-1,1 0,-1 1,0-2,0 1,0 0,0-1,0 0,75-77,-73 72,0 0,-1-1,0 1,0-1,-1-1,0 1,-1 0,0-1,-1 0,0 0,0 1,-1-1,0 0,-1-1,0-4,0 14,0 0,0 0,0 1,0-1,0 0,0 0,0 0,0 1,0-1,0 0,0 0,0 0,-1 1,1-1,0 0,-1 0,1 1,0-1,-1 0,1 1,-1-1,1 0,-1 1,1-1,-1 1,0-1,1 1,-1-1,0 1,1-1,-1 1,0 0,1-1,-1 1,0 0,0 0,0 0,1-1,-1 1,0 0,0 0,0 0,1 0,-1 0,0 0,0 1,0-1,1 0,-1 0,0 1,0-1,1 0,-1 1,0-1,1 0,-1 1,0-1,1 1,-1-1,1 1,-1 0,-2 6,1 0,0 0,0 0,1 1,0-1,0 0,0 1,1-1,1 1,-1-1,1 0,0 1,1-1,-1 0,2 0,-1 0,3 5,-2-7,-1 1,2-1,-1 1,1-1,-1 0,2 0,-1-1,0 1,1-1,0 0,0 0,0-1,0 1,1-1,-1 0,1-1,0 1,0-1,0 0,0-1,0 0,0 1,0-2,1 1,-1-1,0 0,1 0,-1-1,0 0,0 0,0 0,0-1,0 0,0 0,0 0,0-1,-1 0,1 0,-1-1,0 1,0-1,0 0,4-5,-2 1,-1 0,0-1,0 0,0 0,-1-1,-1 0,0 0,0 0,-1 0,0 0,-1-1,0 1,0-1,-1 0,-1 1,0-1,0 0,-2-6,3 16,-1 0,0 0,0 0,0 0,0 0,0 0,0 0,0 0,0 0,0 0,0 0,0 0,-1 0,1 0,0 0,-1 0,1 0,-1 1,1-1,-1 0,1 0,-1 0,0 0,1 1,-1-1,0 0,0 1,1-1,-1 0,0 1,0-1,0 1,0-1,0 1,0 0,0-1,0 1,0 0,0 0,0 0,0 0,0 0,0 0,0 0,0 0,0 0,0 0,0 0,0 1,0-1,0 0,0 1,0-1,0 1,-2 5,0 1,0 0,1 0,-1 1,2-1,-1 0,1 1,0-1,0 1,1 0,0-1,1 1,-1-1,2 1,-1 0,2 0,0-1,0 1,1-1,0 0,0 0,0-1,1 1,0-1,1 0,-1 0,1-1,0 1,0-1,1 0,0-1,0 0,0 0,0-1,0 1,1-1,0-1,-1 0,1 0,0 0,49 12</inkml:trace>
  <inkml:trace contextRef="#ctx0" brushRef="#br0" timeOffset="796.906">2554 977,'-9'-3,"-1"0,1 1,-1 0,0 0,0 1,0 1,0-1,0 2,0-1,0 1,0 1,0 0,1 0,-1 1,1 0,-1 1,1 0,0 0,0 1,1 0,0 1,-1 0,2 0,-1 1,1 0,0 0,0 1,0 2,5-8,1 0,-1 0,1 0,0 0,0 1,0-1,0 1,0-1,1 1,-1-1,1 1,-1-1,1 1,0-1,0 1,0-1,1 1,-1 0,0-1,1 1,0-1,-1 1,1-1,0 0,1 1,-1-1,0 0,0 0,1 0,0 0,-1 0,1 0,0 0,0 0,0-1,0 1,0-1,0 1,0-1,1 0,-1 0,1 0,9 2,-1 0,1-1,0 0,-1-1,1-1,0 0,-1 0,1-1,0-1,-1 0,1-1,-1 0,0 0,0-1,0-1,0 0,-1 0,1-1,-1 0,-1-1,0 0,0-1,0 0,-1 0,1-1,-6 6,-1 0,1 0,-1 0,1 0,-1 0,0-1,0 1,-1-1,1 0,-1 1,0-1,0 0,0 0,0 1,0-5,-1 9,0-1,0 0,0 0,-1 1,1-1,0 0,0 1,0-1,0 0,0 0,-1 0,1 1,0-1,0 0,0 0,-1 0,1 1,0-1,0 0,0 0,-1 0,1 0,0 0,0 0,-1 1,1-1,0 0,-1 0,1 0,0 0,0 0,-1 0,1 0,0 0,0 0,-1 0,1 0,0-1,-1 1,1 0,0 0,0 0,-1 0,1 0,0 0,0-1,-2 6,0-1,1 1,0-1,0 1,0 0,1-1,-1 1,1 0,0-1,1 1,-1 0,1 0,0-1,0 1,0-1,0 1,1-1,0 1,0-1,0 0,1 0,-1 0,1 0,0-1,0 1,0-1,1 1,-1-1,1 0,0 0,0-1,0 1,0-1,0 0,0 0,1 0,-1-1,1 1,-1-1,1 0,0 0,5-4,0 0,0-1,0 0,0 0,0-1,-1 0,0-1,0 0,0 0,-1-1,0 0,0-1,-1 0,0 0,-1 0,1-1,-1 0,2-5,8-14,0 0,-2-1,-2 0,0-1,-2 0,-1-1,-2 0,-1-1,0-2,3-50,-3-1,-5-69,-10 45,0 83,8 26,1-1,-1 1,0 0,1 0,-1 0,0 0,1 0,-1 0,0 0,1 0,-1 1,0-1,1 0,-1 0,0 0,1 1,-1-1,1 0,-1 1,1-1,-1 0,1 1,-1-1,1 1,-1-1,1 1,-1-1,1 1,-1-1,1 1,0-1,-1 1,1 0,0-1,0 1,0 0,-1-1,1 1,0 0,0-1,0 1,0 0,0-1,0 1,0 0,0-1,1 1,-1 0,0-1,0 1,-8 47,2-1,2 1,2 0,2 0,2 2,-1-7,2 0,1 0,3-1,1 1,2-1,2-1,2 0,14 27,-26-62,1 0,0 0,1 0,0 0,0 0,0-1,0 0,1 0,0 0,0 0,0-1,0 0,1 0,0 0,6 2,6-2</inkml:trace>
  <inkml:trace contextRef="#ctx0" brushRef="#br0" timeOffset="1052.228">2607 535,'25'0,"29"0,28 0,24 0,16 0,7 0,-19 0</inkml:trace>
  <inkml:trace contextRef="#ctx0" brushRef="#br0" timeOffset="1650.649">3330 1137,'35'-202,"-33"180,1 7,-2 0,0 0,0 0,-2 0,0 1,0-1,-2 0,1 0,-3-1,-5 8,10 28,5-14,0 0,0 0,1 0,0 0,0-1,0 0,1 0,0-1,-1 0,2 0,-1-1,0 1,1-2,-1 1,1-1,0 0,0-1,0 1,0-2,3 1,144 13,-153-14,0 1,0-1,0 0,0 1,-1 0,1-1,0 1,0 0,-1 0,1 0,0 0,-1 0,1 0,-1 0,0 1,1-1,-1 0,0 1,0-1,0 1,0-1,0 1,0 0,0 0,0-1,-1 1,1 0,-1 0,1 0,-1 0,0-1,0 1,1 2,-15 67,6-36,7-33,1-1,0 0,-1 1,1-1,0 1,0-1,0 1,0-1,1 1,-1-1,0 0,1 1,-1-1,1 0,-1 1,1-1,-1 0,1 1,0-1,0 0,0 0,-1 0,1 0,0 0,0 0,1 0,-1 0,0 0,0 0,0-1,1 1,-1 0,0-1,1 1,-1-1,0 0,1 1,-1-1,1 0,-1 0,0 0,1 0,-1 0,1 0,0 0,11-2,1 0,-1-1,0-1,0 0,-1-1,1 0,-1-1,0 0,-1-1,1 0,-1-1,-1-1,2 0,-1-1,0 0,-1 0,0-1,-1 0,0 0,-1-1,0-1,-1 1,5-11,-19 76,5-39,0-8,1 0,-1 0,1 0,0 0,0 0,1 0,0 0,0 0,0 0,1 0,0 0,0 0,0 0,1 0,0 0,0-1,1 1,-1-1,1 1,0-1,1 0,-1 0,3 2,10 0</inkml:trace>
  <inkml:trace contextRef="#ctx0" brushRef="#br0" timeOffset="1818.264">4038 535,'0'0</inkml:trace>
  <inkml:trace contextRef="#ctx0" brushRef="#br0" timeOffset="2791.638">4372 241,'-8'45,"1"-1,2 1,3 0,1 7,0-17,-16 359,11-308,9-66,-3-20,1 1,-1-1,1 0,-1 0,1 0,-1 0,1 0,-1 1,0-1,1 0,-1 0,1 0,-1 0,1 0,-1-1,1 1,-1 0,1 0,-1 0,0 0,1 0,-1-1,1 1,-1 0,1 0,-1-1,0 1,1 0,-1 0,0-1,1 1,-1-1,0 1,0 0,1-1,-1 1,0-1,0 1,0 0,1-1,-1 1,0-1,0 1,0-1,0 1,0-1,0 1,0-1,1 0,31-64,-25 49,0 1,0 0,1 1,1 0,1 0,0 1,0 0,2 0,-11 11,1 0,0 0,-1 0,1 1,0-1,0 1,-1-1,1 1,0 0,0 0,1 0,-1 0,0 0,0 0,0 1,1-1,-1 1,0-1,1 1,-1 0,0 0,1 0,-1 0,1 0,-1 1,0-1,0 1,1-1,-1 1,0 0,0 0,0 0,0 0,0 1,0-1,0 0,0 1,0-1,0 1,-1 0,1 0,7 11,-2 1,0 0,0 0,-2 0,1 1,-2 0,0 0,-1 0,0 1,-1-1,-1 1,-1 5,1-19,0 1,-1-1,0 0,1 0,-1 1,0-1,0 0,0 1,-1-1,1 0,0 0,-1 1,1-1,-1 0,0 0,0 0,0 0,0 0,0 0,0 0,-1 0,1 0,-1-1,1 1,-1 0,0-1,1 0,-1 1,0-1,0 0,0 0,0 0,0 0,0 0,0 0,-1 0,1-1,0 1,0-1,-1 0,1 0,0 0,0 0,-1 0,1 0,0 0,0-1,-1 1,0-1,-1-2,0 0,1 0,-1 0,0 0,1-1,0 1,0-1,0 0,0 0,1 0,-1-1,1 1,0 0,0-1,1 0,-1 1,1-1,0 0,0 0,1 1,0-1,-1 0,1 0,1 0,-1 0,1 0,0 1,0-1,0 0,1 1,0-1,0 1,0-1,0 1,1 0,-1 0,1 0,2-2,8-8,1 1,0 0,1 2,1-1,-1 2,2 0,-1 1,2 0,-1 2,1 0,0 1,5-1,-21 6,1 0,-1 0,1 0,-1 0,1 0,0 0,-1 1,1-1,0 1,-1 0,1 0,0 0,0 0,-1 1,1-1,0 0,-1 1,1 0,0 0,-1 0,1 0,-1 0,0 1,1-1,-1 0,0 1,0 0,0 0,0 0,0 0,0 0,0 0,0 2,16 55,8 19,-24-75,0-1,0 1,0-1,0 1,0-1,0 0,1 0,-1 0,1 0,0 0,-1 0,1-1,0 0,0 1,0-1,0 0,0 0,0-1,1 1,-1-1,0 1,0-1,0 0,2-1,7-1,0-1,0-1,0 0,-1 0,0-1,0-1,0 0,-1-1,0 0,0 0,0-1,-1 0,0 0,-1-1,0-1,-1 1,1-1,-2-1,1 1,-2-1,1 0,-2-1,3-7,-5 15,5-13,-2 18,-5 43,-2-40,1 0,0 1,1-1,-1 1,1-1,0 1,0-1,0 0,0 1,1-1,0 1,0-1,0 0,0 1,1-1,0 0,0 0,0 0,0 0,0-1,1 1,0 0,0-1,0 0,0 0,0 0,1 0,-1 0,1-1,0 1,3 1,0-3,0 1,0-1,1 0,-1 0,1-1,-1 0,0 0,1-1,-1 0,0 0,1-1,-1 1,0-2,0 1,0-1,-1 0,1-1,-1 1,1-1,-1-1,0 1,-1-1,1 0,-1 0,0-1,0 1,-1-1,1 0,-1 0,-1-1,1 1,-1-1,0-2,0 2,-1 0,0 0,0 0,-1 0,0 0,0 0,0-1,-1 1,0 0,-1 0,0-1,0 1,0 0,-1 0,0 0,-1 0,2 6,1 1,-1 0,0-1,0 1,0 0,1 0,-1-1,0 1,0 0,0 0,0 0,0 0,0 0,0 0,1 0,-1 0,0 1,0-1,0 0,0 1,0-1,1 0,-1 1,0-1,0 1,1-1,-1 1,0-1,1 1,-1-1,0 1,1 0,-1 0,1-1,-1 1,1 0,0 0,-1-1,1 1,0 0,-1 0,1 0,0 0,0 0,0-1,0 1,0 0,0 0,0 0,0 0,0 0,0 0,0-1,0 1,1 1,-3 5,1 0,0 1,0 0,1-1,0 1,0 0,1-1,0 1,0-1,1 1,0-1,0 0,1 0,0 0,0 0,1 0,0 0,0-1,0 0,1 0,0 0,0 0,0-1,1 0,3 2,18 11</inkml:trace>
  <inkml:trace contextRef="#ctx0" brushRef="#br0" timeOffset="3063.985">5455 295,'0'0</inkml:trace>
  <inkml:trace contextRef="#ctx0" brushRef="#br0" timeOffset="3313.65">6003 1,'-2'20,"-1"21,0 21,0 19,2 13,-1 9,2 6,2-3,3-5,4-12,1-13,3-15,0-16,-1-20,-3-14</inkml:trace>
  <inkml:trace contextRef="#ctx0" brushRef="#br0" timeOffset="3497.88">5830 563,'-16'-12,"-6"-5,9 1,15 7,23 7,28 3,29 2,27 1,19-1,9-6,-20-1</inkml:trace>
  <inkml:trace contextRef="#ctx0" brushRef="#br0" timeOffset="4267.736">963 1952,'-2'14,"-4"16,-2 13,-2 12,-2 5,-1 4,1 0,1-1,0-6,0-7,1-12</inkml:trace>
  <inkml:trace contextRef="#ctx0" brushRef="#br0" timeOffset="5206.801">735 2126,'-12'-30,"0"-1,2 0,1-1,1 0,1-5,6 34,1 0,-1 0,0 0,1-1,0 1,0 0,0-1,0 1,0 0,1-1,0 1,-1 0,1 0,0 0,0 0,1-1,-1 2,1-1,0 0,-1 0,1 0,0 1,1-1,-1 1,0-1,1 1,-1 0,1 0,0 0,0 1,-1-1,1 1,0-1,1 1,-1 0,0 0,0 0,0 1,2-1,9 0,-1 0,1 1,0 0,-1 1,1 1,-1 0,0 1,1 1,-1 0,-1 0,1 2,-1-1,1 2,-2-1,1 2,-1-1,0 2,-1-1,1 1,-2 1,0 0,1 2,-7-9,1 0,-2 0,1 1,0-1,-1 1,0 0,1 0,-2 0,1 0,0 0,-1 0,0 1,0-1,0 0,0 1,-1-1,0 0,1 1,-2-1,1 1,0-1,-1 0,0 1,0-1,0 0,-1 0,0 1,1-1,-1 0,-1-1,1 1,0 0,-6 2,1 0,-1 0,0-1,0 0,0 0,-1-1,0 0,1 0,-1-1,-1 0,1-1,0 0,-1 0,1-1,-1-1,0 1,1-2,-1 1,-3-2,11 2,1 0,-1 0,1 0,0 0,-1 0,1-1,-1 1,1-1,-1 1,1-1,0 1,-1-1,1 0,0 0,0 0,0 0,-1 0,1 0,0 0,0 0,0 0,1 0,-1 0,0-1,0 1,1 0,-1-1,0 1,1 0,0-1,-1 1,1-1,0 1,0-1,-1 1,1-1,0 1,1-1,-1 1,0-1,0 1,1-1,-1 1,1 0,-1-1,1 1,6-8,1 1,0 0,1 0,0 1,0 0,0 1,1 0,0 1,0-1,0 2,1 0,0 0,0 1,0 0,1 0,9-3,0 1,0 1,0 1,0 1,1 1,-1 0,1 2,-1 0,0 2,1 0,2 2,-17-2,-1-1,0 1,1 0,-1 0,0 1,0-1,-1 1,1 1,-1-1,0 1,0 0,-1 0,1 1,-1-1,0 1,-1 0,1 0,-1 0,0 1,-1-1,1 1,-1-1,-1 1,1 3,-1-7,-1 0,1 0,0 0,0 0,0 0,0 0,1 0,-1 0,1-1,0 1,-1 0,1-1,0 1,1-1,-1 0,0 0,1 0,-1 0,1 0,-1-1,1 1,0-1,0 1,0-1,0 0,0 0,0-1,0 1,0 0,0-1,0 0,0 0,0 0,1 0,-1 0,2-1,-1 0,0 0,0 1,-1-2,1 1,0 0,0-1,-1 0,1 0,-1 0,0 0,1 0,-1-1,0 0,0 1,-1-1,1 0,-1-1,1 1,-1 0,0-1,0 1,0-1,-1 1,1-1,-1 0,0 0,0 0,0 1,-1-1,1 0,-1 0,0 0,0 0,0 0,-1 0,1 0,-1 0,0 0,0 0,-1 0,1 1,-1-2,-2-2,1 1,-1-1,1 1,-2 0,1 1,-1-1,0 1,0 0,0 0,-1 0,1 1,-1 0,0 0,-1 0,1 1,0 0,-1 0,0 1,0 0,0 0,0 0,0 1,0 0,0 0,-1 1,1 0,-14 11,35 1,4-11,0-1,0 0,0-2,0 0,0-1,7-2,16-3,-33 7,37-7,-1 1,2 3,-1 1,0 2,1 3,6 2,-46-4,0 1,0 0,0 1,0-1,0 1,0 0,0 1,0-1,-1 1,0 0,1 1,-1-1,0 1,0 0,-1 0,1 1,-1 0,0-1,0 1,-1 0,1 1,-1-1,0 1,-1-1,1 3,0 2,-1 1,0 0,-1-1,0 1,-1 0,0 0,-1 0,0 0,-1 0,0 1,6-5,9-21,-11 11,145-204,-116 171,-30 36,0 1,0-1,1 1,-1-1,0 1,0 0,-1-1,1 1,0 0,0 0,0 0,0 0,-1 0,1-1,0 1,-1 0,1 1,-1-1,1 0,-1 0,1 0,-1 0,0 0,0 0,0 1,1-1,-1 0,0 0,0 0,0 0,-1 1,1-1,0 0,0 0,-1 1,1 1,0 8,1-1,0 0,0 1,1-1,0 0,1 0,0 0,0 0,1-1,1 1,0-1,0 0,0 0,1-1,1 0,-1 0,1 0,7 5,-3-6,1-1,0 0,1 0,-1-1,1-1,0 0,0-1,1 0,-1-1,1-1,7 0,36 2</inkml:trace>
  <inkml:trace contextRef="#ctx0" brushRef="#br0" timeOffset="6602.503">2795 1966,'-14'-3,"0"1,-1 0,1 1,-1 0,1 1,-1 1,1 1,0 0,-1 0,1 1,0 1,0 1,1 0,0 0,-1 1,2 1,-1 1,11-8,1 1,-1 0,0 0,1 1,-1-1,0 0,1 0,0 1,-1-1,1 1,0-1,0 1,0 0,0 0,0-1,0 1,0 0,0 0,1 0,-1 0,1 0,0 0,-1 0,1 0,0 0,0 0,0 0,0 0,1-1,-1 1,1 0,-1 0,1 0,-1 0,1 0,0 0,0-1,0 1,0 0,0-1,0 1,1 0,-1-1,0 0,1 1,0-1,7 2,0 0,0-1,1-1,-1 1,0-1,1-1,-1 0,1 0,-1-1,1 0,-1-1,0 0,0 0,1-1,-2 0,1-1,0 0,-1 0,0-1,7-5,-4 3,0-1,0-1,-1 0,0-1,0 0,-1 0,-1-1,0 0,0 0,-1-1,-1 0,0-1,0 1,-1-1,-1 0,0 0,-1-1,0 1,-1-1,-1 1,0-1,-1-1,2-19,-2 0,-1 1,-1-1,-3 1,0-1,-2 1,-4-7,-4 10,15 29,0 1,-1-1,1 1,-1 0,1-1,-1 1,1 0,-1-1,1 1,-1 0,1 0,-1 0,1-1,-1 1,1 0,-1 0,1 0,-1 0,0 0,1 0,-1 0,1 0,-1 0,1 0,-1 0,1 0,-1 1,0-1,1 0,-1 0,1 1,-1-1,1 0,0 0,-1 1,1-1,-1 1,1-1,-1 0,1 1,0-1,-1 1,1-1,0 1,0-1,-1 1,1-1,0 1,0-1,0 1,0-1,-1 1,1-1,0 1,-5 12,1 0,0 0,1 0,0 0,1 1,0-1,1 1,1 9,-1-3,-3 25,3 1,2-1,1 0,3 0,6 23,-10-59,1 0,0 0,1 0,0 0,0-1,1 0,0 1,0-1,1-1,0 1,1-1,-1 0,1 0,1 0,-1-1,1 0,0 0,1-1,-1 0,1 0,0-1,0 0,1 0,-1-1,1 0,0 0,8 1,-8-4,1-1,0 1,-1-1,1-1,-1 0,1 0,-1-1,0 0,0-1,0 0,0 0,-1-1,1 0,-1-1,-1 1,1-1,-1-1,0 0,0 0,-1 0,0-1,0 0,-1 0,0 0,-1-1,1 1,-2-1,1 0,-1 0,0-1,-1 1,0-1,-1 1,0-1,0 0,-1 1,-1-1,1 0,-2 1,1-1,-1 1,0-1,-3-3,5 12,1-1,-1 1,0 0,0 0,0 0,-1 0,1 0,0 0,0 0,0 0,-1-1,1 1,-1 0,1 0,-1 0,1 0,-1 1,0-1,1 0,-1 0,0 0,0 0,1 1,-1-1,0 0,0 1,0-1,0 1,0-1,0 1,0-1,0 1,0 0,0-1,0 1,-1 0,1 0,0 0,0 0,0 0,0 0,0 0,0 0,0 0,0 1,-1-1,1 0,0 1,0-1,0 1,0-1,0 1,0-1,1 1,-1 0,0-1,0 1,0 0,1 0,-1 0,0 0,-2 10,0 0,1 1,0-1,1 0,0 1,1-1,0 1,1-1,0 1,1-1,1 0,-1 0,2 0,-1 0,3 4,-3-9,-1 0,0 0,1 0,0-1,1 1,-1-1,1 0,0 0,0 0,0-1,1 1,0-1,0 0,0-1,0 1,0-1,1 0,0 0,-1 0,1-1,0 0,0 0,1-1,-1 0,0 0,0 0,1-1,-1 0,0 0,1 0,-1-1,0 0,0 0,0-1,1 1,-2-1,1-1,2 0,-1-2,-1 1,0-1,0-1,-1 1,1-1,-1 0,0 0,-1-1,0 1,0-1,0 0,-1 0,0-1,0 1,0 0,-1-1,0-3,9-135,-18 51,7 94,1 0,-1 1,1-1,-1 0,1 0,-1 0,1 1,0-1,-1 0,1 1,0-1,0 1,0-1,-1 1,1-1,0 1,0-1,0 1,0 0,0-1,0 1,0 0,0 0,0 0,0 0,-1 0,1 0,0 0,0 0,0 0,0 0,0 0,0 1,0-1,0 0,0 1,0-1,0 1,-1-1,1 1,0-1,0 1,-1 0,1 0,3 0,198 60,-196-59,0-1,0 1,0 0,0 1,-1 0,1 0,0 0,-1 0,0 1,0 0,0 0,0 0,-1 1,0-1,0 1,0 0,0 0,-1 1,0-1,0 1,0 0,-1-1,0 1,2 6,-7 39,2-47,0 0,0 0,0 0,0 0,1 0,-1 0,1 0,0 1,1-1,-1 0,1 0,-1 0,1 0,0 0,1 0,-1 0,1 0,0 0,0-1,0 1,0-1,1 1,-1-1,1 0,1 1,6 0,0-1,0 0,0-1,1 0,-1-1,1 0,-1-1,1 0,0 0,-1-1,1 0,-1-1,0-1,1 1,-1-2,0 1,-1-1,3-2,12-3,0-2,-1 0,-1-1,0-2,5-4,-19 12,0 0,-1 0,0 0,0-1,-1 0,1 0,-2-1,1 0,-1 0,0 0,-1-1,0 0,0 1,-1-1,1-6,-3 13,-1 0,1 0,-1 0,0 0,0 0,0-1,0 1,0 0,0 0,-1 0,1 0,-1 0,1 0,-1 0,0 0,0 0,0 0,0 0,0 0,0 0,-1 0,1 1,0-1,-1 1,1-1,-1 1,0 0,0-1,1 1,-1 0,0 0,0 0,0 0,0 1,0-1,0 0,0 1,-1-1,1 1,0 0,0 0,0 0,0 0,-1 0,1 0,0 1,0-1,0 1,0-1,0 1,0 0,-2 1,0-1,0 1,-1-1,1 1,0 0,0 0,1 0,-1 1,0-1,1 1,-1 0,1 0,0 0,0 1,0-1,1 1,-1-1,1 1,0 0,0 0,0 0,0 0,1 1,0-1,0 0,0 1,0-1,0 0,1 1,0-1,0 1,0-1,1 1,0-1,-1 0,1 1,1-1,-1 0,1 0,-1 0,2 2,7 3,1-1,-1 0,1 0,1-1,0 0,0-1,0-1,0 0,1 0,0-2,0 1,0-2,0 1,1-2,-1 0,5 0,55 6,1-2,0-4,0-3,-1-4,8-3,31-25,-109 33,0-1,0 0,0 1,0-1,0-1,0 1,0 0,0-1,-1 1,0-1,1 0,-1 0,0 0,0 0,-1 0,1 0,-1-1,1 1,-1 0,0-1,0 1,-1-1,1 1,-1-1,1 0,-1 1,0-1,-1 0,1 1,-1-2,-1-5,-2 1,1 0,-1-1,0 1,-1 1,0-1,0 1,-1 0,0 0,0 0,-1 1,0 0,0 0,-1 1,0 0,0 0,-1 1,1 0,-1 0,-3 0,9 4,1 1,0-1,-1 1,1 0,-1 0,1 0,0 0,-1 0,1 0,-1 1,1-1,0 1,-1-1,1 1,0 0,0 0,0 0,-1 1,1-1,0 0,0 1,1-1,-1 1,0 0,1-1,-1 1,0 0,1 0,0 0,0 0,-1 0,1 1,0-1,-24 79,24-76,-1 0,1-1,0 1,1 0,-1 0,1 0,0-1,0 1,1 0,-1 0,1 0,0-1,0 1,1 0,-1-1,1 1,0-1,0 0,1 1,-1-1,1 0,0 0,0-1,0 1,1-1,-1 1,1-1,0 0,0 0,0-1,0 1,0-1,1 0,-1 0,1 0,-1-1,1 0,0 0,0 0,-1 0,2-1,1-1,0-1,0-1,-1 1,1-1,-1-1,0 1,1-1,-1 0,-1 0,1-1,-1 1,0-1,0-1,0 1,-1-1,1 0,-1 0,-1 0,1 0,-1-1,0 1,-1-1,0 0,0 0,0 0,-1 0,0 0,0 0,0 0,-1-5,0 6,-1 5,1 1,0 0,0 0,-1-1,1 1,0 0,0-1,0 1,0 0,-1-1,1 1,0 0,0-1,0 1,0 0,0-1,0 1,0-1,0 1,0 0,0-1,0 1,0 0,0-1,0 1,0-1,1 1,-1 0,0-1,0 1,0 0,0-1,1 1,-1 0,0 0,0-1,1 1,-1 0,0 0,0-1,1 1,-1 0,0 0,1 0,-1-1,0 1,1 0,-1 0,1 0,-1 0,0 0,1 0,-1 0,0 0,1 0,-1 0,1 0,-1 0,0 0,1 0,-1 0,0 0,1 0,-1 1,0-1,1 0,-1 0,0 0,1 1,21 13,1-1,0-1,1 0,1-2,0-1,0-1,0-1,1-2,0 0,5-1,75 12,-5-4</inkml:trace>
  <inkml:trace contextRef="#ctx0" brushRef="#br0" timeOffset="6979.562">6177 1565,'-8'13,"0"-1,1 1,1 1,0-1,1 1,0 0,1 1,0 0,3-10,0 0,0 0,1 1,-1-1,1 1,0-1,1 0,-1 1,1-1,0 0,1 1,-1-1,1 0,0 0,0 0,1 0,-1-1,1 1,0-1,0 1,1-1,-1 0,3 1,1 1,0-1,0-1,1 1,-1-1,1 0,0-1,0 0,1 0,-1-1,1 0,-1-1,1 1,0-2,-1 1,1-1,0-1,-1 1,1-1,0-1,-1 0,0 0,1 0,-1-1,0-1,0 1,0-1,-1-1,1 1,-1-1,0 0,-1-1,1 0,-1 0,0 0,0-1,-1 0,0 0,0 0,-1-1,0 0,0 1,-1-2,0 1,0 0,-1 0,0-1,0 1,-1-5,-1 4,0 1,-1-1,0 0,-1 1,0-1,0 1,-1-1,0 1,0 0,-1 0,0 0,0 1,-1-1,-1 0,4 4,-1 1,0-1,0 1,0 0,0 0,0 0,-1 0,0 1,1-1,-1 1,0 0,0 0,0 0,0 1,0-1,-1 1,1 0,0 0,-1 1,1-1,-1 1,1 0,-1 0,1 0,0 1,-1 0,1-1,-2 2,-3 2,1 0,0 0,0 0,0 1,1 1,0-1,0 1,0 0,1 1,-1 0,0 2,-32 39</inkml:trace>
  <inkml:trace contextRef="#ctx0" brushRef="#br0" timeOffset="8964.824">6551 1271,'9'-7,"1"5,-8 16,-16 26,-24 34,-25 36,-30 35,-31 30,-26 24,-19 16,19-28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3:02.4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250 1445,'-9'-3,"0"1,0 0,0 1,0 0,0 1,0-1,0 2,0-1,0 1,0 1,0-1,0 2,1-1,-1 1,1 0,-1 1,1 0,0 1,0-1,1 1,0 1,-1 0,3-1,0 1,0-1,0 1,1 1,0-1,0 0,1 1,0 0,0 0,0 0,1 0,0 0,0 1,1-1,0 1,0-1,1 1,0-1,0 1,1-1,0 1,1 4,-1-10,0 1,1-1,-1 0,0 1,1-1,-1 0,1 0,0 0,-1 0,1 0,0 0,0 0,0-1,1 1,-1-1,0 0,1 1,-1-1,1 0,-1 0,1-1,-1 1,1 0,0-1,-1 0,1 0,0 1,-1-1,1-1,0 1,3 0,0-1,1-1,-1 1,0-1,0 0,0 0,0 0,0-1,0 0,-1 0,0-1,2 0,4-7,0 0,-1 0,0-1,-1-1,0 0,-1 0,0 0,-1-1,0 0,-2-1,1 1,-2-1,0 0,-1-1,1-12,-1 136,-3-102,1-1,0 1,0-1,0 1,1-1,0 0,0 0,0 0,0 0,1 0,0-1,0 1,1-1,-1 0,1 1,0-2,0 1,0 0,0-1,1 0,-1 0,1 0,0 0,0-1,0 0,0 0,0 0,1-1,-1 0,0 0,1 0,3 0,24-3,-4-3</inkml:trace>
  <inkml:trace contextRef="#ctx0" brushRef="#br0" timeOffset="1815.259">557 1258,'108'296,"-108"-294,0-1,0 1,1 0,-1-1,1 1,-1-1,1 1,-1-1,1 1,0-1,0 1,0-1,0 0,0 0,0 1,0-1,0 0,0 0,1 0,-1 0,0 0,1 0,-1-1,1 1,-1 0,1-1,-1 1,1-1,0 1,-1-1,1 0,-1 0,1 0,0 0,-1 0,1 0,0 0,-1 0,1-1,-1 1,1-1,-1 1,1-1,-1 1,1-1,-1 0,1 0,-1 0,0 0,1 0,-1 0,0 0,0 0,1-1,7-15,0 0,-1 0,-1-1,0 0,-2-1,0 1,-1-1,0 0,-2 0,0 0,-1-6,4-25,5 74,-8-14,1 0,0 0,1-1,0 1,1-1,0 0,0 0,1-1,0 0,1 0,-1 0,2 0,-1-1,1-1,0 1,0-1,1 0,4 1,-10-6,0 0,0-1,0 1,0-1,-1 0,1 0,0 0,0 0,0 0,0-1,0 0,0 1,0-1,0 0,-1 0,1-1,0 1,-1 0,1-1,-1 0,1 1,-1-1,0 0,0 0,0-1,1 0,42-67,-38 54,-1-1,0 0,-2 0,0-1,-1 0,0 1,-1-1,-2-4,1 22,-1 0,0-1,1 0,-1 1,0-1,0 1,1-1,-1 1,0-1,0 1,0-1,0 0,0 1,0-1,0 1,0-1,0 1,0-1,0 0,0 1,-1-1,1 1,0-1,0 1,-1-1,1 1,0-1,0 1,-1-1,1 1,-1-1,1 1,0-1,-1 1,1 0,-1-1,1 1,-1 0,1 0,-1-1,1 1,-1 0,1 0,-1 0,0-1,1 1,-1 0,1 0,-1 0,0 0,1 0,-1 0,1 0,-1 0,-2 5,0 0,0 0,1 0,0 1,0-1,0 0,1 1,0-1,0 1,0 0,1-1,-1 1,1 0,1-1,-1 1,1 0,0-1,0 1,1-1,0 1,0-1,0 0,2 3,0-4,0 1,0-2,1 1,-1 0,1-1,0 0,0 0,0 0,1-1,-1 0,1 0,-1 0,1 0,0-1,-1 0,1 0,0-1,2 0,107-5,-40-7</inkml:trace>
  <inkml:trace contextRef="#ctx0" brushRef="#br0" timeOffset="2685.429">2656 923,'-14'-1,"0"1,1 0,-1 1,1 0,-1 1,1 0,-1 1,1 1,0 0,0 1,-5 3,11-5,0 1,0-1,1 1,0 1,0-1,0 1,0 0,0 1,1-1,0 1,1 0,-1 0,1 1,0-1,0 1,1 0,0 0,0 0,1 0,-2 8,4-13,-1 0,1 0,0-1,0 1,0 0,0 0,0 0,0 0,0 0,1 0,-1 0,1-1,-1 1,1 0,0 0,-1-1,1 1,0 0,0-1,0 1,0-1,1 1,-1-1,0 1,1-1,-1 0,1 0,-1 0,1 0,0 0,-1 0,1 0,0 0,0-1,1 1,69 0,-60-5,0 0,0 0,0-1,-1-1,0 0,0-1,0 0,0 0,-1-1,-1-1,1 1,-2-2,1 1,-1-1,0 0,-1-1,0 0,-1 0,-1-1,1 1,-2-1,3-7,-10-19,3 37,0 1,0-1,0 0,0 0,0 1,-1-1,1 0,0 1,0-1,-1 0,1 1,-1-1,1 0,0 1,-1-1,1 1,-1-1,0 1,1-1,-1 1,1-1,-1 1,0 0,1-1,-1 1,0 0,1-1,-1 1,0 0,0 0,1 0,-1 0,0 0,0 0,1 0,-1 0,0 0,0 0,1 0,-1 0,0 0,1 1,-1-1,0 0,0 0,1 1,-1-1,-2 4,-1 0,1 0,0 0,0 0,0 1,1-1,0 1,-1 0,2-1,-1 1,0 0,1 0,0 0,0 0,1 1,-1-1,1 0,0 0,1 2,-1-2,1 0,0 0,0 0,0 0,1 0,0 0,0-1,0 1,0-1,1 1,0-1,0 0,0 0,0 0,1 0,-1 0,1-1,0 0,0 0,0 0,1 0,-1 0,0-1,1 0,0 0,0 0,0-1,0 0,-1 1,2-2,-1 1,0-1,0 1,0-1,0-1,0 1,0-1,2 0,2 0,0-1,1 0,-1 0,0-1,0 0,0-1,-1 0,1 0,-1-1,0 0,0 0,0-1,-1 0,0 0,0-1,-1 0,0 0,0-1,0 1,-1-1,0 0,-1-1,1-3,5-10,-1-1,-1 0,-1-1,-2 0,0 0,-1 0,-2-1,0-13,-1 1,-2-1,-2 0,-1 1,-2 0,-2 0,-10-31,-8 18,26 50,-1 0,0 1,0-1,0 0,0 1,1-1,-1 1,0-1,1 1,-1-1,0 1,1-1,-1 1,0 0,1-1,-1 1,1 0,-1 0,1-1,0 1,-1 0,1 0,0 0,-1 0,1-1,0 1,0 0,0 0,0 0,0 0,0 0,0 0,0-1,0 1,0 0,1 0,-2 0,-2 54,1-1,3 0,2 1,3-1,6 26,-8-52,0 1,2-1,1 0,2-1,0 0,2 0,1-1,1 0,8 9,-19-30,2 0,-1-1,0 1,1-1,0 0,0 0,0 0,1-1,-1 0,1 1,0-1,0-1,0 1,0-1,0 0,1 0,-1-1,6 2,9-5</inkml:trace>
  <inkml:trace contextRef="#ctx0" brushRef="#br0" timeOffset="2871.304">2589 535,'23'0,"25"-2,25-3,24-3,14 0,6 1,-18 2</inkml:trace>
  <inkml:trace contextRef="#ctx0" brushRef="#br0" timeOffset="3435.747">3257 1138,'13'-18,"-1"0,-1 0,-1-1,0 0,-2-1,0 0,-1-1,-1 1,-1-1,-1 0,0-1,-2 1,-1-1,0 1,-2-1,0 1,-4-15,5 34,0-1,-1 0,1 1,-1-1,0 1,0-1,0 1,0 0,0-1,-1 1,1 0,-1 0,1 0,-1 0,0 0,0 0,0 0,0 0,0 1,0-1,0 1,-1 0,1 0,0 0,-1 0,1 0,-1 0,-2 0,4 2,0-1,0 1,0 0,0 0,0 0,0 0,0 0,0 0,0 0,0 0,1 0,-1 0,0 1,1-1,-1 0,1 0,0 1,-1-1,1 0,0 1,0-1,-1 1,1-1,0 0,0 1,1-1,-1 0,0 1,0-1,1 0,-1 1,1-1,-1 0,1 0,-1 1,1-1,0 0,0 0,0 0,-1 0,1 0,0 0,0 0,0 0,1 0,-1 0,0-1,0 1,0 0,1-1,-1 1,0-1,1 1,15 4,0-1,0-1,0 0,0-2,1 1,-1-2,1 0,10-3,-25 3,134-6,-134 6,-1 0,1 0,-1 0,1 1,-1-1,1 1,-1-1,1 1,-1 0,1 0,-1 0,0 0,0 1,1-1,-1 1,0-1,0 1,0 0,-1 0,1 0,0 0,-1 0,1 0,-1 0,1 0,-1 0,0 1,0-1,0 1,-1-1,1 1,0-1,-1 1,0-1,0 1,1 0,-3 49,6 29,-3-80,0 1,0 0,0-1,0 1,0-1,0 1,0-1,1 1,-1-1,0 0,1 0,-1 0,1 1,0-1,-1-1,1 1,0 0,-1 0,1-1,0 1,0-1,0 1,-1-1,1 0,0 0,0 0,0 0,0 0,0 0,-1 0,1-1,0 1,1-1,60-24,-50 17,-1-1,0-1,0 0,-1-1,0 0,-1-1,-1 0,0 0,0-1,-1-1,-1 1,0-1,-1 0,0-1,-1 1,-1-1,1-9,-5 91,0-58,-2 0,1 0,1 1,0 0,0-1,1 1,0-1,0 1,1-1,1 0,-1 0,2 0,-1 0,1 0,0-1,1 1,2 2,8 2</inkml:trace>
  <inkml:trace contextRef="#ctx0" brushRef="#br0" timeOffset="3661.221">3952 402,'-2'2,"6"4,2 0</inkml:trace>
  <inkml:trace contextRef="#ctx0" brushRef="#br0" timeOffset="4619.755">4220 309,'13'54,"18"99,6 114,-20-132,-4-62,-13-73,0-1,0 1,0 0,0 0,0-1,0 1,0 0,0 0,0 0,0-1,0 1,1 0,-1 0,0-1,0 1,0 0,0 0,0 0,0-1,0 1,1 0,-1 0,0 0,0 0,0 0,0-1,1 1,-1 0,0 0,0 0,1 0,-1 0,0 0,0 0,0 0,1 0,-1 0,0 0,0 0,1 0,-1 0,0 0,0 0,0 0,1 0,-1 0,0 0,3-27,-2 10,-2 1,1 0,1 1,0-1,2 1,-1 0,2 0,0 0,0 0,2 0,0 1,0 0,1 0,1 0,0 1,7-7,-12 17,0 1,1-1,-1 1,0 0,1 0,0 0,-1 0,1 1,0-1,0 1,0 0,0 0,0 1,0-1,0 1,0 0,0 0,0 0,0 1,0-1,0 1,0 0,0 0,0 0,0 1,-1-1,1 1,0 0,-1 0,0 0,1 1,-1-1,0 1,0 0,0 0,0 0,-1 0,1 0,-1 1,5 8,-1-1,-1 1,0 0,-1 0,0 0,-1 1,-1-1,0 1,0 0,-1 0,-1-1,0 1,-1 0,-1 8,1-15,0 0,-1 1,0-1,0 0,0 0,-1-1,0 1,0 0,0-1,-1 0,-1 2,4-5,-1-1,1 1,0-1,-1 1,1-1,-1 1,0-1,1 0,-1 0,0 0,0 0,0 0,0 0,0-1,0 1,0-1,0 1,0-1,0 0,0 1,0-1,0 0,0-1,0 1,0 0,0 0,0-1,0 0,0 1,0-1,0 0,0 0,0 0,0 0,0-1,-2-2,0 0,1-1,-1 0,1 1,0-1,1-1,-1 1,1 0,0-1,0 1,1-1,-1 1,1-1,1 0,-1 1,1-1,0 0,0 0,0 0,1 1,0-1,0 0,1 1,0-1,0 1,1-3,2-3,0 0,1 0,1 1,-1 0,2 0,-1 1,1 0,1 0,0 1,0 0,0 1,1 0,0 0,0 1,1 0,0 1,0 0,0 1,1 0,-1 1,1 0,0 1,0 0,0 1,0 0,0 1,1 0,-10 1,0 0,1-1,-1 1,0 1,0-1,0 0,0 1,0 0,0-1,0 1,0 0,0 1,-1-1,1 0,-1 1,0-1,0 1,0 0,0 0,0 0,-1 0,1 0,-1 0,0 0,1 0,-2 1,1-1,0 0,-1 1,1-1,-1 1,0-1,0 0,-1 4,1-1,1 0,0 0,0 0,0 0,1-1,0 1,0-1,1 1,-1-1,1 0,0 0,4 5,-5-8,0-1,0 1,0-1,0 1,1-1,-1 0,0 0,1 0,-1 0,1 0,0-1,-1 1,1-1,-1 1,1-1,0 0,-1 0,1 0,0-1,-1 1,1-1,-1 1,1-1,-1 0,1 0,-1 0,1 0,-1 0,0-1,0 1,1-1,0-1,62-61,-57 54,-2-1,1 0,-1 0,-1-1,0 1,-1-1,0 0,-1-1,0 1,-1-1,0 1,0-12,-3 32,0 1,0 1,1 0,0 0,1 0,0 0,1-1,0 1,0-1,1 1,3 8,-3-14,0 1,0-1,0 0,0 0,1 0,0 0,0 0,0-1,0 0,0 0,1 0,-1 0,1-1,0 0,-1 0,1 0,0 0,1-1,-1 0,0 0,0 0,0-1,1 0,-1 0,0 0,0 0,1-1,-1 0,2-1,1 0,0 0,-1-1,1 0,-1 0,0-1,0 0,0 0,0 0,-1-1,0 0,0 0,0-1,-1 0,1 0,-1 0,-1-1,1 1,-1-1,0-2,0 0,0-1,-1 0,0 0,-1 0,0 0,-1 0,0 0,0-1,-1 1,-1 0,0-3,-4 11,0 17,4-10,-1 0,2 0,-1 1,0-1,1 0,0 1,1-1,-1 1,1-1,0 0,0 0,0 1,1-1,0 0,0 0,0 0,1-1,-1 1,1-1,0 1,1-1,-1 0,1 0,0 0,0 0,0-1,0 0,0 0,1 0,0 0,-1-1,1 1,0-1,0-1,0 1,3 0,24 1,-3-5</inkml:trace>
  <inkml:trace contextRef="#ctx0" brushRef="#br0" timeOffset="4891.205">5196 215,'0'4,"7"5,9 0,1-2</inkml:trace>
  <inkml:trace contextRef="#ctx0" brushRef="#br0" timeOffset="5088.686">5637 1,'-9'27,"2"1,1 0,1 1,2-1,1 1,1 0,1-1,2 1,1 5,0-2,1-1,1 0,2 0,1 0,2-1,1 0,1-1,7 11,-13-28,1 0,1 0,0-1,0 0,1 0,0-1,1 0,1-1,-1 0,1 0,1-1,0-1,0 0,0 0,1-2,0 1,0-2,0 1,1-2,1 1,-5-3,0 0,0 0,0 0,0-1,-1-1,1 0,0 0,0-1,0 0,-1-1,1 0,-1 0,0-1,0 0,0-1,-1 0,1 0,-1-1,0 0,-1 0,0-1,0 0,1-2,13-21</inkml:trace>
  <inkml:trace contextRef="#ctx0" brushRef="#br0" timeOffset="5384.893">5637 376,'14'-3,"20"-2,22-3,23-3,20-3,12-3,0 1,-18 2</inkml:trace>
  <inkml:trace contextRef="#ctx0" brushRef="#br0" timeOffset="6015.406">396 2220,'-2'16,"1"19,1 14,3 14,1 9,0 5,-1 5,-1-2,-1-4,0-9,-3-11,-2-15</inkml:trace>
  <inkml:trace contextRef="#ctx0" brushRef="#br0" timeOffset="6278.721">290 2568,'-21'-49,"2"0,3 0,1-2,3 0,11 48,0 0,0 0,0 1,0-1,1 0,-1 0,1 0,0 0,0 0,0 0,0 0,0 0,1 1,-1-1,1 0,0 0,0 0,0 1,0-1,0 0,0 1,1-1,0 1,-1-1,1 1,0 0,0 0,1-1,9-1,0 1,1 0,-1 1,1 0,0 1,-1 1,1 0,0 0,-1 1,1 1,-1 0,9 3,0-2,0 1,0 0,-1 2,1 0,-1 2,0 0,-1 1,17 11,-34-19,0 0,1 0,-1 0,-1 0,1 0,0 1,0-1,0 1,-1-1,1 1,-1 0,1 0,-1 0,1-1,-1 1,0 0,0 1,0-1,-1 0,1 0,0 0,-1 1,1-1,-1 0,0 0,0 1,0-1,0 0,0 1,0-1,-1 0,1 0,-1 1,1-1,-1 0,0 1,-8 6,-1 0,0 0,0-1,-1 0,0-1,0-1,-1 1,0-2,0 0,0 0,0-1,-11 2,23-6,-4 1,-5 3,0-1,0 0,0-1,-1 0,1 0,-1-1,1 0,-1-1,1 0,-5-1,14 2,-1-1,1 0,-1 0,1-1,-1 1,0 0,1 0,-1 0,1 0,-1 0,1-1,-1 1,1 0,-1 0,1-1,-1 1,1-1,-1 1,1 0,-1-1,1 1,0-1,-1 1,1-1,0 1,-1-1,1 1,0-1,0 1,0-1,-1 1,1-1,0 1,0-1,0 0,0 1,0-1,0 1,0-1,0 1,0-1,0 0,0 1,0-1,1 1,-1-1,0 1,0-1,1 0,8-12</inkml:trace>
  <inkml:trace contextRef="#ctx0" brushRef="#br0" timeOffset="6916.596">797 2327,'-1'11,"-1"-7,0 0,1 1,-1-1,1 0,1 1,-1-1,1 1,-1-1,1 1,0-1,1 1,-1-1,1 1,0-1,0 0,0 1,1-1,-1 0,1 0,0 0,1 0,-1 0,0 0,1 0,0-1,0 0,0 1,0-1,4 2,-2-3,1 0,-1-1,0 1,1-1,0-1,-1 1,1-1,-1 0,1 0,0 0,-1-1,1 0,-1 0,1 0,-1-1,0 0,1 0,-1 0,0-1,0 0,-1 0,1 0,0 0,-1-1,2-1,-2 2,-1 0,0 0,1-1,-1 1,-1-1,1 0,0 1,-1-1,0 0,0 0,0-1,0 1,-1 0,0-1,0 1,0-1,0 1,-1-1,1 1,-1-1,0 1,-1-1,1 0,-1 1,0-1,0 1,0 0,-1-1,1 1,-1 0,-1-2,-2-1,-1 0,0 1,0-1,0 1,-1 0,0 1,0 0,0 0,-1 0,0 1,0 0,0 0,0 1,0 0,-1 1,0 0,1 0,-1 1,0 0,0 0,0 1,1 0,-1 1,0 0,-6 2,25 4,164-24,-150 14,3-2,1 2,-1 1,1 1,-1 2,0 1,17 3,-39-4,0 0,1 0,-1 1,0 0,-1 0,1 0,0 1,-1 0,1 0,-1 0,0 0,0 1,0-1,0 1,-1 0,1 0,-1 0,0 1,0-1,-1 1,1 0,-1 0,0-1,-1 2,1-1,-1 0,0 0,0 0,0 0,-1 1,2 37,-2-42,0-1,0 1,0-1,0 0,0 1,0-1,0 1,0-1,0 1,0-1,0 0,1 1,-1-1,0 1,0-1,1 0,-1 1,0-1,0 0,1 1,-1-1,0 0,1 0,-1 1,1-1,-1 0,0 0,1 0,-1 1,1-1,-1 0,0 0,1 0,-1 0,1 0,-1 0,1 0,-1 0,0 0,1 0,-1 0,1 0,-1 0,1 0,-1 0,0 0,1-1,-1 1,1 0,-1 0,0 0,1-1,-1 1,0 0,1-1,-1 1,0 0,1-1,-1 1,0 0,0-1,1 1,-1 0,0-1,0 1,0-1,1 1,22-29,-22 28,22-35,-2 0,-1-2,-2 0,2-9,22-48,-30 83,-7 34,-5-11,0 0,0-1,2 1,-1 0,1-1,1 1,0-1,0 0,1 0,0 0,1 0,0-1,0 0,1 0,0 0,1-1,0 0,0 0,1 0,0-1,0-1,9 6,-8-8,0 0,0-1,1 0,0 0,-1-1,1 0,0-1,10 0,28-1</inkml:trace>
  <inkml:trace contextRef="#ctx0" brushRef="#br0" timeOffset="8333.211">2001 2087,'-6'-4,"1"0,-1 1,0 0,0 1,0-1,-1 1,1 0,0 0,-1 1,0 0,1 0,-1 1,1 0,-1 0,0 0,1 1,-1 0,1 0,-1 1,1 0,-1 0,1 0,0 1,0 0,0 0,1 0,-1 1,1 0,-3 2,5-3,0 0,-1 1,1-1,0 1,0 0,1 0,-1 0,1 0,0 0,0 1,1-1,-1 1,1-1,0 1,0-1,0 1,1 0,-1-1,1 1,0 0,1 0,-1-1,1 1,0 0,0-1,0 1,1-1,0 1,0-1,0 0,0 0,1 0,-1 0,1 0,0 0,0-1,0 1,1-1,-1 0,1 0,0 0,0-1,0 1,0-1,0 0,3 1,0-2,0 1,1-1,-1-1,0 0,1 0,-1 0,0-1,0 0,1 0,-1-1,0 1,0-2,0 1,-1-1,1 0,0-1,-1 1,0-1,0 0,0-1,3-3,2-2,-1 0,0-1,-1 0,0-1,-1 1,0-2,0 1,-2-1,0 0,3-8,0-12,-2-1,0 1,-3-1,-1 0,-1 0,-2 0,-1 0,-2 0,-1 0,-2 1,-5-16,-10-20,21 68,0 1,0-1,0 1,0-1,0 1,0 0,-1-1,1 1,0-1,0 1,0-1,-1 1,1-1,0 1,0 0,-1-1,1 1,0 0,-1-1,1 1,-1 0,1-1,0 1,-1 0,1 0,-1-1,1 1,-1 0,1 0,-1 0,1 0,0 0,-1 0,1 0,-1 0,1 0,-1 0,1 0,-1 0,1 0,-1 0,1 0,-1 0,1 0,-1 0,1 1,-1-1,1 0,0 0,-1 1,-11 23,5 8,1 2,2-1,1 1,2-1,3 34,-1-35,1 0,2 0,1 0,2 0,10 28,-14-49,1 1,0-2,1 1,1 0,0-1,0 0,1-1,0 1,0-1,1 0,1-1,-1 0,1-1,1 1,-1-2,1 1,9 3,-13-7,1-1,0 0,-1 0,1 0,0-1,0 0,0-1,0 1,0-1,0-1,0 1,0-1,0 0,-1-1,1 0,0 0,-1 0,1-1,-1 0,0 0,0-1,0 1,0-1,-1-1,1 1,-1-1,0 0,-1 0,1 0,-1-1,0 0,7-9,0-1,-2-1,0 1,-1-2,0 1,-2-1,0 0,-1 0,0-1,-2 1,0-1,-2 0,1-10,-2 29,0-1,1 0,-1 0,0 0,1 0,-1 0,0 0,0 0,0 0,0 0,0 0,0 0,0 0,0 1,0-1,0 0,-1 0,1 0,0 0,-1 0,1 0,0 0,-1 0,1 1,-1-1,0 0,1 0,-1 1,1-1,-1 0,0 1,0-1,1 1,-1-1,0 1,0-1,0 1,0-1,0 1,0 0,1-1,-1 1,0 0,-1 0,-2 7,0 0,0 0,0 0,1 1,0 0,0-1,1 1,0 0,0 0,1 1,0-1,1 0,-1 0,2 5,-1-3,1 0,0 0,1 0,0-1,0 1,1 0,0-1,1 0,0 0,0 0,6 8,-8-13,1-1,0 1,0 0,0-1,0 1,0-1,1 0,-1 0,1-1,0 1,0-1,0 1,0-1,1 0,-1-1,0 1,1-1,-1 0,1 0,-1 0,1-1,0 0,-1 1,1-2,0 1,1-1,2-2,1-1,-1-1,-1 1,1-1,0-1,-1 1,0-1,-1-1,1 1,-1-1,0 0,-1-1,0 1,0-1,0 0,-1 0,-1-1,1 1,-1-1,-1 1,1-1,-2 0,1-3,16-136,-19 146,1 0,0 0,0 0,0 0,0 0,1 0,-1 0,0 1,1-1,-1 0,1 0,0 0,0 0,0 1,0-1,0 0,0 1,0-1,0 1,0-1,1 1,-1 0,1-1,-1 1,1 0,0 0,-1 0,1 0,0 0,-1 1,1-1,0 0,0 1,0 0,0-1,0 1,0 0,0 0,0 0,1 0,13-2,-1 1,1 1,0 1,0 0,0 1,-1 0,1 2,-1-1,1 2,5 3,-16-5,0 1,0 0,-1 1,0-1,1 1,-2 0,1 0,0 0,-1 0,0 1,0-1,-1 1,0 0,0 0,0 0,0 0,-1 0,0 0,0 0,-1 1,0-1,0 0,0 0,-1 0,0 1,0-1,-1 0,3 59,-1-63,0 0,1 0,-1 0,1 0,-1 0,1 0,0 0,-1 0,1 0,0 0,0-1,1 1,-1 0,0-1,0 1,1-1,-1 1,1-1,-1 0,1 1,0-1,-1 0,1 0,0 0,0 0,0-1,0 1,0 0,0-1,0 0,0 1,0-1,0 0,1 0,67-19,-58 12,-1 0,0 0,0-1,-1-1,0 1,-1-2,0 1,0-2,-1 1,0-1,-1 0,0 0,-1-1,0 0,-1 0,0-1,-1 1,0-1,-1 0,-1 0,0-1,-1 11,-1 1,1 0,-1 0,0-1,0 1,0 0,-1 0,1-1,0 1,-1 0,1 0,-1 0,0-1,0 1,0 0,0 0,0 0,0 0,0 1,-1-1,1 0,-1 0,1 1,-1-1,0 1,0-1,1 1,-1 0,0 0,0 0,0 0,-1 0,1 0,0 1,0-1,0 0,-1 1,1 0,0 0,0 0,-1 0,1 0,0 0,0 0,-2 1,0 1,0 0,1 0,-1 1,1-1,0 1,0 0,0 0,0 0,0 0,1 0,-1 1,1-1,0 1,0 0,0 0,0 0,1 0,0 0,0 0,0 0,0 0,0 0,1 0,0 1,0-1,0 0,0 0,1 0,0 1,0-1,0 0,0 0,0 0,1 0,0 0,0-1,0 1,0-1,1 2,8 4,0-1,1 0,0-1,1 0,-1-1,1 0,0-1,1 0,-1-2,1 1,0-1,0-1,0-1,0 0,0 0,14-3,-9 3,0-2,1 0,-1-1,0-1,0-1,-1-1,1-1,-1 0,0-1,0-1,-1-1,10-6,-23 13,-1 0,1-1,-1 1,1-1,-1 0,0 0,0 0,0 0,-1 0,1-1,-1 1,0-1,1 0,-2 1,1-1,0 0,-1 0,0 0,0 0,0-1,0 1,-1 0,1 0,-1-1,0 1,-1 0,1 0,-1-1,0 1,0 0,0 0,0 0,-1 0,1 0,-1 0,0 1,-1-1,1 0,0 1,-1 0,0-1,0 1,0 0,0 0,-3-1,3 1,-1 0,0 1,0-1,-1 1,1 0,0 0,-1 0,1 1,-1 0,1 0,-1 0,0 0,1 1,-1-1,0 1,0 0,1 1,-1-1,0 1,0 0,1 0,-1 1,1-1,-1 1,1 0,0 0,0 0,0 1,0 0,0-1,0 1,1 1,-1-1,1 0,0 1,0 0,0 0,1-1,-1 2,1-1,0 0,0 0,0 1,1-1,0 1,-1 1,2-2,0-1,0 0,0 0,1 0,-1 0,1 0,0 0,0 0,0 0,0 0,0 0,0-1,1 1,0 0,-1-1,1 1,0-1,0 0,1 1,-1-1,0 0,1 0,-1-1,1 1,-1 0,1-1,0 0,0 1,0-1,1 0,4 2,0-1,0 1,1-2,-1 1,1-1,-1 0,1-1,-1 0,1 0,4-2,-8 2,0-1,0 0,0 0,0 0,0-1,0 0,-1 0,1 0,-1 0,1-1,-1 0,0 0,0 0,0 0,0-1,-1 1,1-1,-1 0,0 0,0 0,-1 0,1-1,-1 1,0-1,0 0,0 0,-1 0,1 1,-1-4,-1 8,0 0,-1-1,1 1,-1 0,1 0,0 0,-1 0,1 0,-1 0,1-1,0 1,-1 0,1 0,-1 0,1 1,0-1,-1 0,1 0,-1 0,1 0,0 0,-1 0,1 0,0 1,-1-1,1 0,0 0,-1 1,1-1,0 0,-1 0,1 1,0-1,0 0,-1 1,1-1,0 0,0 1,0-1,-1 1,1-1,0 0,0 1,0-1,0 1,0-1,0 0,0 1,0-1,0 1,0-1,0 0,0 1,0-1,-1 3,0-1,0 0,0 1,1-1,-1 1,1-1,-1 1,1-1,0 1,0-1,0 1,0-1,0 1,1-1,-1 1,1-1,-1 1,1-1,0 1,0-1,0 0,1 0,-1 1,0-1,1 0,-1 0,1 0,0 0,0-1,0 1,0 0,0-1,0 0,0 1,0-1,3 1,92 27,-24-22,0-2</inkml:trace>
  <inkml:trace contextRef="#ctx0" brushRef="#br0" timeOffset="8842.277">4367 1726,'11'-11,"0"0,-1 0,0-1,-1-1,0 0,-1 0,0 0,-1-1,0 0,-2-1,1 1,-2-1,0 0,1-8,-3 13,2-10,-1 31,0 45,3 0,3 0,2-1,2 0,3-1,11 25,-26-76,3 8,2 4,-1 0,-1 1,0-1,-1 1,-1 0,-1 0,0 5,0-19,-2 0,1 0,0 0,0 0,-1 0,1 0,-1 0,1 0,-1 0,0 0,0 0,0 0,0 0,0-1,0 1,-1 0,1-1,0 1,-1-1,0 0,1 1,-1-1,0 0,1 0,-1 0,0 0,0 0,0 0,0-1,0 1,0-1,0 1,0-1,0 0,0 0,-1 0,4 0,-1 0,0 0,0 0,0 0,0 0,1 0,-1 0,0-1,0 1,0 0,0 0,0 0,1 0,-1 0,0-1,0 1,0 0,0 0,0 0,0-1,0 1,0 0,0 0,0 0,0-1,0 1,0 0,0 0,0 0,0-1,0 1,0 0,0 0,0 0,0-1,0 1,0 0,0 0,0 0,0-1,-1 1,1 0,0 0,0 0,0 0,0 0,0-1,-1 1,1 0,0 0,0 0,0 0,0 0,-1 0,1 0,0 0,0 0,-1 0,20-12,42-14,1 2,1 3,2 3,31-4,-35 10</inkml:trace>
  <inkml:trace contextRef="#ctx0" brushRef="#br0" timeOffset="10028.4">4113 6338,'251'-944,"-25"277,28 11,40-12,-200 467,10 4,13-5,-73 133,3 3,3 1,3 3,2 2,3 3,2 2,20-11,-12 19,2 3,1 3,3 3,1 3,1 4,2 3,1 3,0 4,2 3,31 0,-47 10,-18 4</inkml:trace>
  <inkml:trace contextRef="#ctx0" brushRef="#br0" timeOffset="11242.09">4313 5188,'0'453,"21"-649,-21 195,2-150,-3 143,0 0,0 0,-1 0,0 0,0 0,-1 0,0 1,0-1,-1 1,0 0,0 0,-1 0,0 1,0-1,-1 1,1 1,-3-3,6 7,1-1,-1 1,0-1,0 1,1 0,-1 0,0 0,0 0,0 0,0 0,0 0,0 1,0-1,-1 1,1-1,0 1,0 0,0 0,0 0,-1 0,1 0,0 1,0-1,0 1,0-1,0 1,-1 0,3 0,0 0,0 0,1 0,-1 0,0 0,0 0,1 0,-1 0,0 0,1 0,-1 0,1 0,0 0,-1-1,1 1,0 0,-1 0,1-1,0 1,0 0,-1-1,1 1,0-1,0 1,0-1,0 1,0-1,0 0,0 1,0-1,0 0,0 0,0 0,1 0,23 6,-1-2,1 0,1-2,-1-1,25-1,3 0,-39 0,2 0,-1 0,1 0,-1 2,1 0,-1 1,1 0,-1 2,0-1,7 5,-19-8,-1 1,1-1,-1 1,0 0,0 0,1 0,-1 0,-1 0,1 0,0 1,-1-1,1 0,-1 1,1-1,-1 1,0 0,0-1,0 1,-1 0,1 0,-1 0,1-1,-1 1,0 0,0 0,0 0,-1 0,1-1,-1 1,1 0,-1 0,0-1,0 1,0 0,-1-1,0 3,-62 87,-181 150,232-228</inkml:trace>
  <inkml:trace contextRef="#ctx0" brushRef="#br0" timeOffset="67607.725">3619 5469,'-1'5,"0"1,1 0,0-1,0 1,1 0,0-1,0 1,0 0,0-1,1 0,0 1,0-1,0 0,1 0,2 3,-4-6,0 0,0 0,1 1,-1-1,1-1,0 1,0 0,0 0,-1-1,1 1,1-1,-1 1,0-1,0 0,0 0,1 0,-1 0,1 0,-1-1,1 1,-1-1,1 0,-1 1,1-1,-1 0,1 0,-1-1,1 1,-1 0,1-1,-1 0,0 0,1 1,-1-1,2-1,0-2,0 0,1 0,-1 0,0 0,-1-1,1 1,-1-1,0 0,0 0,-1 0,1-1,-1 1,-1-1,1 1,-1-1,1 0,-2 1,1-1,-1 0,1 0,-2 0,1 1,-1-1,1 0,-2 0,1 1,-1-1,0-2,0 5,-1-1,1 1,0 0,-1 0,0 0,1 1,-1-1,0 1,-1-1,1 1,0 0,-1 0,1 1,-1-1,1 1,-1-1,0 1,0 0,1 0,-1 1,0-1,0 1,0 0,0 0,0 0,0 1,0-1,1 1,-1 0,0 0,0 0,1 1,-3 0,-20 8</inkml:trace>
  <inkml:trace contextRef="#ctx0" brushRef="#br0" timeOffset="68312.989">3445 5228,'-5'19,"1"0,1 1,1-1,0 0,1 1,2 10,-2 35,-10 162,12-224,-1 0,0 1,1-1,0 0,-1 1,1-1,1 0,-1 0,0 0,1 0,-1 0,1 0,0 0,0 0,0-1,1 1,-1-1,0 0,1 1,0-1,-1 0,1 0,0-1,0 1,0-1,0 1,1-1,-1 0,1 0,102 10,-91-11,215 9,-183-11,-51-8,-3 5</inkml:trace>
  <inkml:trace contextRef="#ctx0" brushRef="#br0" timeOffset="68920.187">3498 5175,'33'-5,"329"10,-356-4,-3-2,0 0,0 0,0 1,0-1,0 1,0 0,0 0,0 0,0 0,0 1,0-1,0 1,-1-1,1 1,0 0,0 0,0 1,-1-1,1 1,0-1,-1 1,0 0,1 0,-1 0,0 0,0 0,0 0,0 1,0-1,-1 1,1-1,-1 1,1 0,-1 0,0-1,0 1,0 2,-11 121,10-33,4 0,8 30,-7-66,-5-37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5:00.3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40 620,'-5'14,"-3"15,-1 12,1 9,3 2,1-1,4-4,4-9,4-10,3-12,-1-9</inkml:trace>
  <inkml:trace contextRef="#ctx0" brushRef="#br0" timeOffset="271.879">12 352,'-4'-2,"5"4,9 5,3 3</inkml:trace>
  <inkml:trace contextRef="#ctx0" brushRef="#br0" timeOffset="509.234">360 874,'11'-10,"0"0,-1-1,0 0,-1 0,0-1,-1 0,-1-1,0 0,0 0,-1-1,-1 1,0-1,-1 0,0-4,-3 16,0-1,0 1,-1 0,1-1,-1 1,0-1,1 1,-1-1,0 1,-1 0,1-1,0 1,-1-1,1 1,-1 0,0-1,0 1,0 0,0 0,0 0,0-1,-1 1,1 0,0 1,-1-1,0 0,0 0,1 1,-1-1,0 1,0-1,0 1,-1 0,1 0,0 0,0 0,-1 0,1 1,0-1,-1 0,1 1,0 0,-1 0,-7 2,1 0,0 0,-1 2,1-1,0 1,1 0,-1 1,1 0,0 0,0 1,0 0,1 0,0 1,0 0,0 0,1 1,1-1,-1 1,1 1,0-1,-3 9,6-13,0 0,0 1,0-1,0 1,0-1,1 1,0 0,0 0,0 0,1 0,0-1,0 1,0 0,0 0,1 0,0 0,0 0,0-1,0 1,1 0,0-1,0 1,0-1,0 1,1-1,0 0,0 0,0-1,0 1,1 0,-1-1,1 0,0 0,3 2,10 3,0 0,1-1,0-1,0-1,0 0,0-2,1 0,0-1,13 0,39 2</inkml:trace>
  <inkml:trace contextRef="#ctx0" brushRef="#br0" timeOffset="810.374">1015 620,'-15'-6,"-1"0,0 1,1 1,-1 0,-1 1,1 1,0 0,-1 1,1 1,-1 1,-15 2,30-3,0 1,0-1,0 0,-1 1,1-1,0 1,0-1,0 1,0 0,0 0,1 0,-1 0,0 1,0-1,1 0,-1 1,1-1,-1 1,1-1,-1 1,1 0,0 0,0-1,0 1,0 0,0 0,0 0,1 0,-1 0,1 0,-1 0,1 1,0-1,0 0,0 0,0 0,0 0,0 0,1 0,-1 1,1-1,-1 0,1 0,0 0,0 0,0 0,0-1,0 1,0 0,1 0,13 16,0-1,2-1,0-1,1 0,0-1,1-1,14 7,-4-1,12 7,-22-16,-1 1,-1 1,0 1,-1 1,0 0,-1 1,6 7,-20-21,0 0,0 0,0 0,0 0,0 0,0 1,-1-1,1 0,0 0,-1 1,1-1,-1 0,1 1,-1-1,1 1,-1-1,0 0,0 1,0-1,0 1,0-1,0 1,0-1,0 1,-1-1,1 0,0 1,-1-1,0 1,1-1,-1 0,0 0,1 1,-1-1,0 0,0 0,0 0,0 0,0 0,0 0,0 0,0 0,-1 0,1-1,0 1,-1 0,1-1,0 1,-2 0,-9 2,0 0,0 0,0-1,0-1,-1 0,1-1,-1 0,1-1,0 0,-5-2,15 4,0-2,1 1,-1 0,0 0,0 0,1-1,-1 1,0-1,1 0,-1 1,0-1,1 0,-1 0,1 0,-1 0,1 0,0 0,-1 0,1-1,0 1,0 0,0-1,0 1,0-1,0 1,0-1,1 0,-1 1,0-1,1 0,-1 1,1-1,0 0,0 0,0 1,-1-1,2 0,-1 0,0 1,0-2,5-7,-1 1,2 0,-1 0,1 0,0 0,1 1,0 0,0 1,1 0,0 0,5-3,-5 3,43-35,3 2,1 2,51-25,-50 39,-55 25,1 0,-1 0,0 0,0 0,0 0,0 0,0 0,0 0,0 1,0-1,-1 0,1 1,0-1,-1 1,1-1,-1 1,1-1,-1 1,0-1,0 1,0-1,1 1,-2 0,1-1,0 1,0-1,0 1,-1-1,1 1,-1-1,1 1,-1-1,0 1,0-1,0 6,-1 9,-8 132,11-140,-1 1,1-1,1 0,0 1,0-1,0 0,1 0,0 0,1 0,0 0,0-1,0 0,1 0,0 0,1 0,0 0,-4-5,1 0,-1 0,0 0,1-1,-1 1,1 0,-1-1,1 0,0 0,0 0,-1 0,1 0,0 0,0-1,0 1,0-1,0 0,0 0,21-3</inkml:trace>
  <inkml:trace contextRef="#ctx0" brushRef="#br0" timeOffset="1065.655">1430 232,'-2'18,"1"16,6 12,6 13,3 7,0-7</inkml:trace>
  <inkml:trace contextRef="#ctx0" brushRef="#br0" timeOffset="1577.448">1684 1074,'11'-101,"-3"-1,-5 0,-6-24,3 52,0 73,1 0,0 0,0 0,0 0,0 0,0 1,0-1,0 0,1 0,-1 1,0-1,0 1,0-1,1 1,-1-1,0 1,1 0,-1 0,0-1,1 1,-1 0,0 0,1 0,-1 1,0-1,1 0,-1 0,0 1,1-1,-1 1,0-1,0 1,0 0,1-1,-1 1,0 0,0 0,0 0,0 0,0 0,0 0,-1 0,1 0,0 1,3 0,268 153,-268-154,-1 1,0-1,1 1,-1 0,0 0,0 0,0 0,0 0,-1 1,1-1,0 1,-1 0,0 0,0 0,0 0,0 0,0 0,-1 1,1-1,-1 0,0 1,0-1,0 1,0 0,-1-1,0 1,1-1,-1 1,0 0,-1-1,1 1,-1 1,-10 24,9-26,-1 1,1-1,0 1,0 0,0 0,1 0,-1 0,1 0,0 0,0 0,0 0,1 0,-1 0,1 1,0-1,0 0,1 0,-1 0,1 1,0-1,0 0,0 0,1 0,0 0,-1-1,1 1,0 0,1-1,-1 1,1-1,-1 0,1 0,0 0,1 1,7 0,-1 0,0-1,1-1,0 1,-1-2,1 0,0 0,0-1,0 0,0 0,-1-2,1 1,0-1,-1-1,1 0,-1 0,0-1,0-1,0 1,7-6,-8 5,-1 0,1-1,-1 0,0 0,-1-1,0 0,0 0,0 0,-1-1,0 0,0-1,-1 1,0-1,-1 0,0 0,0-1,1-6,-15 27,5-2,1 1,0-1,0 1,1 0,0 0,1 0,0 0,1 1,0 0,2-7,1 0,0 0,0 0,0 0,0 0,1-1,-1 1,1-1,0 0,0 0,0 0,1 0,-1 0,1-1,-1 1,1-1,0 0,0 0,0 0,0-1,0 0,8 6,0 0,-2 0</inkml:trace>
  <inkml:trace contextRef="#ctx0" brushRef="#br0" timeOffset="1836.81">2446 365,'0'-2,"2"1,1 2</inkml:trace>
  <inkml:trace contextRef="#ctx0" brushRef="#br0" timeOffset="2784.613">2620 833,'29'-11,"1"-2,-2-1,0-1,-1-1,0-2,-1 0,-1-2,-1-1,-1-1,-1-1,-1-1,-1 0,-1-2,-1 0,-1-2,-2 1,-1-2,-1 0,4-13,-7 15,-2-1,0 1,-2-1,-1-1,-1 1,-2-1,0 1,-2-1,-2-1,3 26,-1 0,0 0,0 0,0 0,-1 0,1 0,-1 0,0 0,0 0,-1 1,1-1,-1 0,1 1,-1-1,0 1,-1-1,1 1,0 0,-1 0,0 0,0 0,0 1,0-1,0 1,0 0,-1 0,1 0,-1 0,0 0,1 1,-1 0,0 0,0 0,0 0,0 0,0 1,0 0,0 0,-2 0,-5 5,0 1,0 0,1 1,0 1,1-1,-1 1,1 1,1 0,0 0,0 1,1 0,0 0,0 0,2 1,-1 0,1 0,1 1,0 0,-2 8,-6 19,2 2,2-1,2 1,1 0,2 0,2 1,2-1,1 0,3 0,1 0,2 0,2-1,1 0,2-1,2 0,2-1,14 24,-30-61,3 8,0-1,0 1,1-1,0 0,1 0,0-1,0 0,1 0,0 0,0-1,0 0,1 0,0-1,2 2,-5-7,0 0,0 0,0-1,-1 0,1 1,0-2,-1 1,1 0,0-1,-1 0,0 0,1-1,-1 1,0-1,0 1,0-2,-1 1,1 0,1-3,8-4,8-6,0-2,1 1,1 1,0 2,1 0,0 1,2 1,15-4,-30 13,0 1,-1-2,1 1,-1-1,1-1,-1 0,0-1,-1 0,1 0,-1-1,-1 0,1 0,-1-1,-7 7,0 0,0 0,0 0,-1 0,1 0,0 0,0-1,-1 1,1 0,-1 0,1 0,-1-1,0 1,0 0,1 0,-1-1,0 1,0 0,0 0,0-1,0 1,0 0,-1-1,1 1,0 0,-1 0,1-1,-1 1,1 0,-1 0,0 0,1 0,-1 0,0 0,0 0,0 0,0 0,1 0,-2 0,-49-15,44 15,0 0,-1 1,1 1,-1-1,1 1,0 0,0 1,-1 0,1 0,0 0,0 1,1 0,-1 0,1 1,-1 0,1 0,0 0,1 1,-1 0,1 0,0 1,0-1,0 1,1 0,0 0,0 1,1-1,-1 1,2 0,-1-1,1 2,0-1,0 0,1 0,-1 0,2 1,-1-1,1 1,0-1,1 0,0 1,0-1,1 0,0 2,3 3,2 1,-1-2,1 1,1-1,0 0,1 0,0-1,0 0,1-1,0 0,1 0,0-1,0-1,7 4,10 4,1 0,1-2,0-1,1-2,17 3,30 5</inkml:trace>
  <inkml:trace contextRef="#ctx0" brushRef="#br0" timeOffset="3465.431">1136 1235,'-5'20,"-1"23,-2 23,-4 15,-7 8,0-11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2:43.9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17313 494,'1'174,"7"1,20 84,6-69,-12-72,6 92,-28-205,2 8,-1 0,0 0,-1 0,0 0,-1 0,0 0,-1 0,-1-1,0 1,-1 0,0-1,-1 1,5-12,-1 0,0 1,1-1,-1 0,0 1,1-1,-1 0,0 0,0 0,0 0,0 0,0 0,-1 0,1 0,0 0,0 0,-1 0,1-1,0 1,-1-1,1 1,0-1,-1 1,1-1,-1 0,1 0,-1 0,1 1,-1-1,1-1,-1 1,1 0,0 0,-1-1,1 1,-1 0,1-1,0 0,-1 1,1-1,0 0,-1 1,1-2,-44-52,21 4,3 0,2-2,3 0,2-2,1-3,-4-12,2 0,4-2,3 0,3 0,3-31,2 95,0 1,0-1,0 1,1-1,0 0,0 1,1-1,0 1,0 0,0-1,1 1,0 0,0 1,1-1,-1 0,1 1,1 0,-1 0,1 0,-1 0,1 1,1 0,-1 0,1 0,-1 1,1 0,0 0,0 0,0 1,2-1,12 0,-1 1,1 1,0 1,-1 1,1 0,0 2,-1 0,1 1,-1 1,0 0,-1 2,1 0,-1 1,-1 1,1 1,9 8,20 24,-45-41,-1 1,0-1,0 0,0 1,0-1,0 0,-1 1,1-1,0 1,-1-1,1 1,-1 0,1-1,-1 1,0 0,0-1,0 1,0 0,0-1,0 1,0 0,0-1,-1 1,1-1,-1 1,1 0,-1-1,1 1,-1-1,0 1,0-1,0 0,0 1,0-1,0 0,-6 4,-1-1,1 0,-1-1,1 1,-1-1,0-1,-1 0,1 0,0 0,-1-1,1-1,0 1,-1-1,1-1,-8 0,10 0,0 1,0-1,1 0,-1 0,0 0,1-1,-1 0,1 0,0 0,0-1,0 0,0 0,0 0,-4-4,8 6,1 0,-1 1,0-1,1 0,-1 0,1 0,-1 0,1 0,0 0,-1 0,1 0,0 0,-1 0,1 0,0 0,0 0,0 0,0 0,0 0,0 0,0 0,1 0,-1 0,0 0,0 0,1 0,-1 0,1 1,-1-1,1 0,-1 0,1 0,-1 0,1 0,0 1,0-1,-1 0,1 1,0-1,0 1,0-1,0 0,0 1,-1 0,1-1,0 1,0 0,1-1,50-18,110-3,-131 20,1-1,-1-1,0-1,-1-2,1-2,-1 0,-1-2,5-3,-28 10,-1 1,1-1,0 0,-1-1,0 1,0-1,0 0,-1 0,0 0,0-1,0 0,2-5,-4 9,-1-1,0 0,0 1,0-1,-1 1,1-1,-1 0,1 0,-1 1,0-1,0 0,0 0,0 1,-1-1,1 0,-1 1,1-1,-1 0,0 1,0-1,0 1,-1-1,1 1,-1 0,1-1,-1 1,0 0,1 0,-1 0,0 0,-1 0,0 0,0 0,0-1,-1 1,1 0,-1 0,1 0,-1 1,0-1,1 1,-1 0,0 0,0 0,0 0,0 1,0 0,0-1,0 2,0-1,-1 0,1 1,1 0,-1 0,0 0,0 0,0 1,0-1,1 1,-1 0,1 0,-1 0,1 1,0-1,0 1,0 0,0 0,1 0,-1 0,1 0,-1 0,1 1,0-1,1 1,-1 0,0 0,1-1,0 1,0 0,0 0,1 0,-1 0,1 4,0-1,1 0,-1 0,2-1,-1 1,1 0,0 0,0-1,1 1,0-1,0 0,0 0,1 0,0 0,0-1,0 1,1-1,0 0,0-1,0 1,1-1,3 3,6 2,-1 0,1-1,0-1,1-1,-1 0,1 0,1-2,7 2,-5-3,0 0,0-2,0 0,0-1,0-1,0 0,0-2,0 0,0-1,-1-1,6-2,-16 4,1 0,-1-1,0 0,0 0,0-1,0 0,-1 0,0-1,0 0,-1 0,1-1,-1 1,-1-1,1-1,-1 1,0-1,-1 0,0 0,0 0,-1-1,0 1,0-1,-1 0,0-4,-2 1,-6 26,4-7,-1 0,1 0,0 1,0-1,1 1,0 0,1-1,0 1,0 0,0 0,1-1,0 1,0-1,1 1,0-1,1 1,0-1,0 0,0 0,1 0,0-1,0 1,0-1,1 0,0 0,0-1,1 1,1 0,9 0,0-1,0 0,1-1,-1-1,1-1,0 0,0-1,-1-1,1 0,0-1,0-1,-1-1,1-1,10-3,87-30,-68 16</inkml:trace>
  <inkml:trace contextRef="#ctx0" brushRef="#br0" timeOffset="385.108">18983 788,'-2'8,"1"0,-1 0,1 0,1 0,0 1,0-1,0 0,1 0,1 0,-1 0,1 0,0 0,1 0,0 0,0-1,1 1,0-1,0 0,1 0,0-1,0 1,0-1,1 0,0 0,0-1,3 2,-4-3,0-1,1 0,-1 0,1 0,-1 0,1-1,0 0,0 0,0-1,0 0,0 0,0 0,1-1,-1 0,0 0,0 0,0-1,1 0,-1 0,0 0,0-1,0 0,-1-1,1 1,0-1,-1 0,0 0,1 0,-1-1,-1 0,1 0,3-4,2-9,-2 0,0-1,-1 1,0-2,-2 1,0-1,-1 1,-1-1,1-18,-2 25,73-580,-64 458,-14 103,2 31,1-1,-1 1,0 0,1-1,-1 1,0 0,1-1,-1 1,0 0,0 0,1 0,-1 0,0 0,1 0,-1 0,0 0,0 0,1 0,-1 0,0 0,1 0,-1 1,0-1,1 0,-1 0,0 1,1-1,-1 1,0-1,1 0,-1 1,1-1,-1 1,1-1,-1 1,1 0,-1-1,1 1,0-1,-1 1,1 0,0-1,0 1,-1 0,1-1,0 1,0 0,0 0,0-1,0 1,0 0,-14 28,1 1,1 1,2 0,1 0,2 1,1 0,-1 15,0 0,2 1,2-1,2 1,2 0,4 21,-3-50,1 0,1 0,0-1,2 0,0 0,1 0,0-1,2 0,0 0,0-1,2-1,0 1,1-2,0 1,3 0,17 11</inkml:trace>
  <inkml:trace contextRef="#ctx0" brushRef="#br0" timeOffset="647.404">19116 414,'-15'-14,"-11"-9,-2-2,3 0,15 4,18 6,24 8,25 7,20 7,16 8,-8 1</inkml:trace>
  <inkml:trace contextRef="#ctx0" brushRef="#br0" timeOffset="1336.466">19571 975,'7'-4,"0"0,0 0,0 0,0 0,-1-1,0 0,0-1,-1 0,1 1,-1-2,0 1,-1 0,0-1,0 0,0 0,-1 0,0-1,1-3,2-9,-1 0,0-1,-2 0,0 1,-2-1,0-9,0 23,-1-1,1 1,-1-1,-1 1,0-1,0 1,0 0,-1-1,0 1,0 0,-1 0,0 0,0 0,-4-6,7 14,0-1,0 0,0 0,0 0,0 0,0 1,0-1,0 0,-1 0,1 0,0 1,0-1,0 0,0 0,0 0,0 0,0 1,0-1,0 0,-1 0,1 0,0 0,0 0,0 0,0 1,0-1,-1 0,1 0,0 0,0 0,0 0,-1 0,1 0,0 0,0 0,0 0,0 0,-1 0,1 0,0 0,0 0,0 0,-1 0,1 0,0 0,0 0,0 0,0 0,-1 0,1 0,0 0,0 0,0-1,0 1,-1 0,1 0,3 4,0-1,0 1,0-1,0 1,1-1,-1 0,1-1,0 1,0-1,0 1,0-1,1 0,-1-1,0 1,1-1,0 1,293 67,-295-68,1 0,0 1,0 0,-1 0,1 0,-1 1,0-1,1 1,-1-1,-1 1,1 0,0 0,-1 1,1-1,-1 0,0 1,0 0,0-1,-1 1,1 0,-1 0,0 0,0 0,0 0,-1 0,1 0,-1 0,0 0,0 0,-1 4,0 18,-1-23,1 1,0 0,1-1,-1 1,1 0,0-1,0 1,0 0,0-1,0 1,1 0,0-1,-1 1,2 0,-1-1,0 1,1-1,-1 0,1 1,0-1,0 0,0 0,1 0,-1 0,1-1,-1 1,1-1,0 1,0-1,3 2,6-2,0 0,0-1,0 0,0-1,0 0,0-1,0 0,0-1,0 0,0-1,-1 0,1-1,-1 0,0-1,0-1,-1 1,1-2,2-2,0 0,-1 0,0-1,-1-1,0 0,0 0,-2-1,1 0,-1-1,-1 0,5-12,-12 24,0 1,-1 0,0 1,0-1,1 0,-1 1,0-1,1 0,-1 0,0 1,1-1,-1 0,0 0,1 0,-1 0,0 1,1-1,-1 0,1 0,-1 0,0 0,1 0,-1 0,1 0,-1 0,0 0,1 0,-1 0,1 0,-1 0,0 0,1-1,-1 1,0 0,1 0,-1 0,0-1,1 1,-1 0,0 0,1-1,-1 1,0 0,1 0,-1-1,0 1,0 0,0-1,1 1,-1-1,0 1,0 0,0-1,0 1,0 0,0-1,0 1,1-1,-1 1,0 0,-1-1,1 1,0-1,0 1,0 0,0-1,0 1,0-1,0 1,1 52,8 37,-8-85,0-1,1 0,-1 0,1 0,-1 0,1 0,0 0,0 0,1 0,-1-1,1 1,-1-1,1 1,0-1,0 0,-1 0,2-1,-1 1,0-1,0 1,0-1,1 0,-1 0,1 0,6 0,-1 0,0-1,1 0,-1-1,0 0,0 0,1-1,-1 0,0 0,-1-1,1-1,0 1,-1-1,0-1,0 0,0 0,0 0,-1-1,0 0,0 0,0-1,-1 0,0 0,-1-1,0 1,0-1,0 0,-1-1,2-4,-2 4,-1-1,0 1,0-1,-1 0,0 0,-1 0,0 0,0 0,-1 0,-1-6,-5 8,1 23,4-7,0-1,1 1,0 0,0 0,0 0,1-1,0 1,1 0,0 0,0-1,0 1,1-1,0 0,1 0,0 0,0 0,0-1,1 0,0 1,0-1,0-1,1 1,5 3,4 2,1-2,0 1,0-2,1 0,0-1,4 1,42 12</inkml:trace>
  <inkml:trace contextRef="#ctx0" brushRef="#br0" timeOffset="-11728.145">40 921,'11'0,"16"0,18-2,18-3,15-3,6-1,2 5,-10 6,-18 4</inkml:trace>
  <inkml:trace contextRef="#ctx0" brushRef="#br0" timeOffset="-3327.96">12165 708,'0'20,"-2"26,-1 22,0 21,1 15,0 13,1 7,1 2,-1-1,1-6,-2-15,-1-25</inkml:trace>
  <inkml:trace contextRef="#ctx0" brushRef="#br0" timeOffset="-3039.538">11925 1055,'1'-21,"2"0,0-1,2 1,0 0,1 1,2-1,0 1,1 1,11-19,-15 31,1 0,0 0,1 0,0 1,0 0,0 1,0-1,1 2,0-1,0 1,0 0,1 0,-1 1,1 0,0 1,0 0,0 0,0 1,0 0,0 1,0 0,4 1,-5-1,0 0,-1 1,1 0,-1 1,1 0,-1 0,0 0,1 1,-1 0,-1 0,1 1,0 0,-1 0,0 1,0 0,0 0,-1 0,1 1,-1-1,0 1,-1 1,0-1,0 0,0 1,-1 0,3 6,-5-9,0 0,0-1,0 1,0 0,-1 0,1 0,-1 0,0 0,-1 0,1 0,0 0,-1 0,0-1,0 1,0 0,-1 0,1-1,-1 1,0-1,0 1,0-1,0 0,-1 0,1 0,-1 0,0 0,0 0,0-1,0 1,0-1,0 0,-2 0,-4 3,0 0,0-1,0 0,-1-1,0 0,1 0,-1-1,0-1,-1 1,1-2,0 1,-2-1,11 0,-1 1,1-1,-1 0,1 1,-1-1,0 0,1 0,-1 0,0 0,1 0,-1 0,1-1,-1 1,0 0,1-1,-1 1,1-1,-1 0,1 0,0 1,-1-1,1 0,0 0,-1 0,1 0,0-1,0 1,0 0,0 0,0-1,0 1,0 0,0-1,1 1,-1-1,1 1,-1-1,1 1,-1-1,1 0,0 1,0-1,0 0,0 1,0-1,0 1,0-1,0 0,1 1,-1-1,1 1,-1-1,1 1,0-1,0 0,59-42,-22 26</inkml:trace>
  <inkml:trace contextRef="#ctx0" brushRef="#br0" timeOffset="-2421.624">12486 868,'29'0,"-18"-1,0 0,0 1,0 1,0 0,0 0,0 1,-1 0,1 1,-1 0,5 2,-13-3,1 0,-1 1,0-1,0 0,0 1,0-1,0 1,-1-1,1 1,-1 0,0 0,1 0,-1 0,-1 0,1 0,0 0,-1 0,1 0,-1 0,0 1,0-2,-1 0,1 0,0 0,0 1,1-1,-1 0,0 0,1 0,-1 0,1 0,0 0,0 0,0 0,0 0,0 0,0 0,0-1,1 1,-1 0,0-1,1 1,0-1,-1 1,1-1,0 0,-1 0,1 0,0 0,0 0,0 0,0 0,0-1,0 1,0-1,1 1,-1-2,0 1,0 0,0-1,1 1,-1-1,0 1,0-1,0 0,0 0,0 0,0 0,0 0,0-1,-1 1,1 0,0-1,-1 0,1 1,-1-1,0 0,1 0,-1 1,0-1,0 0,0 0,0 0,-1-1,1 1,11-65,-12 60,0 0,-1 1,0-1,0 0,-1 0,0 1,0-1,-1 1,0-1,0 1,0 0,-1 0,0 0,0 1,0-1,-1 1,0 0,0 1,0-1,0 1,-1 0,0 0,0 0,0 1,0 0,-1 0,1 1,-1 0,1 0,-1 0,0 1,0 0,0 0,1 1,-1-1,0 2,0-1,0 1,0 0,0 0,1 1,-5 2,12-4,0 0,0 0,0 0,0 0,-1 0,1 1,0-1,0 0,0 1,0-1,0 1,0-1,0 1,-1 0,1-1,0 1,-1 0,1-1,0 1,-1 0,1 0,-1-1,1 1,-1 0,1 0,-1 0,1 0,-1 0,0 0,0 0,0 0,1 0,-1 0,0 0,0 0,0 0,0 0,-1 0,1 0,0 0,0 0,-1 0,1-1,0 1,-1 0,1 0,-1 0,1 0,-1 0,1-1,-1 1,0 0,1 0,-1-1,0 1,0-1,1 1,-1 0,0-1,0 1,0-1,0 0,0 1,0-1,0 0,0 0,0 1,34 4,0-1,1-2,0-1,-1-1,1-2,4-2,-33 3,316-24,-315 24,0 0,1 0,-1 1,0 0,0 0,0 0,0 1,1 0,-1 0,0 1,0 0,-1 0,1 0,0 0,-1 1,1 0,-1 1,0-1,0 1,0 0,-1 0,1 0,-1 1,0-1,0 1,0 0,-1 0,0 1,0-1,0 1,-1 89,-2-94,0 1,0-1,1 1,-1-1,1 0,-1 1,1-1,-1 1,1-1,0 0,0 1,-1-1,1 0,0 0,0 0,0 1,0-1,1 0,-1-1,0 1,0 0,1 0,-1 0,0-1,1 1,-1-1,1 1,-1-1,1 1,-1-1,1 0,-1 0,1 0,-1 0,1 0,-1 0,1 0,-1 0,1 0,-1-1,1 0,63-19,-42 7,-1-1,0-1,-1-1,-1-1,0 0,-1-2,-1 0,-1-1,6-10,8-2,-23 50,-8-17,-2 24,0-15,1-1,0 1,1-1,0 1,0-1,1 1,1-1,-1 0,1 1,1-1,0 0,0 0,1 0,0-1,0 1,4 5,2-5,0 0,0-1,0 0,1 0,0-1,1-1,0 0,0 0,0-1,0-1,1 0,0-1,7 1,49 11</inkml:trace>
  <inkml:trace contextRef="#ctx0" brushRef="#br0" timeOffset="-1140.96">14572 801,'-20'-6,"0"2,-1 0,1 1,-1 1,0 1,1 1,-1 1,0 1,1 0,-1 2,1 0,0 1,0 2,0 0,1 0,0 2,-13 8,-20 38,50-53,1 0,0 0,0 0,0 0,0 0,1 0,-1 1,1-1,-1 0,1 0,-1 0,1 1,0-1,0 0,0 1,1-1,-1 0,1 0,-1 1,1-1,-1 0,1 0,0 0,0 0,0 0,0 0,1 0,-1 0,0 0,1-1,0 1,5 4,1-1,-1-1,1 0,0 0,0 0,1-1,-1 0,1 0,-1-1,1-1,0 1,0-1,0-1,0 0,0 0,4-1,3 2,1-1,-1-1,0-1,1 0,-1-1,0-1,-1 0,1-2,-1 1,0-2,0 0,0-1,-1 0,-1-1,1 0,-1-2,-1 1,0-1,-1-1,0 0,0-1,-1 0,-1-1,-1 0,1 0,-2 0,4-11,-3-17,-1-1,-2 1,-2-1,-1 0,-3 0,-5-32,-5-13,-2 71,0 41,1 21,1 1,3 1,2-1,2 1,1 43,4-69,0 1,1-1,1 0,1 0,1-1,0 1,2-1,1 0,2 4,-5-14,0-1,1 1,-1-1,2-1,0 1,0-1,0 0,1-1,0 0,0 0,1-1,0 0,0 0,1-1,-1 0,1-1,0 0,0 0,1-1,-3 0,1-1,-1 0,1 0,-1-1,1 0,-1-1,1 1,0-2,-1 1,1-1,0-1,-1 1,0-2,1 1,-1-1,0 0,0-1,0 1,-1-2,1 1,-1-1,0 0,-1-1,1 1,-1-1,0-1,0 1,-1-1,2-2,-2 1,0-1,-1 1,1-1,-2-1,1 1,-1 0,-1-1,1 0,-2 1,1-1,-1 0,-1 0,0 0,0 0,-1 0,-1-4,2 13,-1 0,1 0,0 0,-1 0,1 0,0 1,-1-1,1 0,-1 0,0 0,1 1,-1-1,0 0,1 0,-1 1,0-1,0 1,1-1,-1 1,0-1,0 1,0-1,0 1,0 0,0-1,0 1,1 0,-1 0,0 0,0 0,0 0,0 0,0 0,0 0,0 0,0 0,0 0,0 1,0-1,0 0,0 1,0-1,0 1,1-1,-1 1,0-1,0 1,1 0,-1-1,0 1,1 0,-1 0,0-1,1 1,-1 0,1 0,-1 0,1 0,0 0,-1-1,1 1,0 0,0 0,0 0,0 0,-1 0,-1 5,-1 1,1-1,0 0,1 1,0-1,-1 1,2 0,-1-1,1 1,0 0,1-1,0 1,0 0,0-1,1 1,-1-1,2 0,-1 1,1-1,0 0,0-1,0 1,1 0,2 1,2 4,0-2,0 1,2-1,-1-1,1 0,0 0,0-1,1 0,0 0,1-2,-1 1,7 1,-11-4,0 1,1-1,0-1,0 0,-1 0,1 0,1-1,-1 0,0 0,0-1,0 0,0-1,0 0,0 0,0-1,0 0,0 0,0-1,-1 0,1 0,-1 0,0-1,0-1,0 1,-1-1,1 0,-1 0,0-1,3-4,-1-6,-1 0,-1-1,0 0,-1 0,-1-1,0 1,-2-1,0 0,-1 0,0 0,-2 0,0 0,-2-8,3 21,0 0,-1 0,1 0,-1 0,0 1,0-1,0 0,-1 0,0 1,0-1,0 1,0 0,-1 0,0 0,1 0,-2 0,1 0,0 1,-3-3,6 6,0 0,-1-1,1 1,0 0,0 0,-1-1,1 1,0 0,0 0,-1-1,1 1,0 0,-1 0,1 0,0 0,-1-1,1 1,0 0,-1 0,1 0,0 0,-1 0,1 0,0 0,-1 0,1 0,0 0,-1 0,1 0,-1 0,1 0,0 0,-1 1,1-1,0 0,0 0,-1 0,1 0,0 1,-1-1,1 0,0 0,0 1,-1-1,1 0,0 0,0 1,0-1,-1 0,1 1,0-1,0 0,0 1,0-1,0 0,0 1,0-1,-1 0,1 1,0-1,0 0,0 1,1-1,-1 1,13 22,0-14,2-1,-1 0,1-1,0-1,1 0,-1-1,1-1,0 0,0-1,1-1,-12-1,224 46,-225-47,-1 1,1 0,-1 0,1 0,-1 0,1 0,-1 1,0-1,1 1,-1 0,0 0,0 0,-1 1,1-1,0 1,-1-1,1 1,-1 0,0 0,0 0,0 0,0 0,-1 0,1 1,-1-1,0 1,0-1,0 2,-6 52,4-52,-1 0,1 0,0 0,1 0,-1 0,1 1,0-1,0 0,1 0,-1 0,1 0,1 0,-1 0,0 0,1 0,0 0,0-1,3 4,-1-3,0 0,0-1,1 0,-1 1,1-2,0 1,1 0,-1-1,0 0,1 0,0-1,0 0,0 0,0 0,0 0,0-1,0 0,0-1,1 1,-1-1,0 0,0-1,1 1,3-2,0 0,-1 0,1 0,-1-1,1 0,-1-1,0 0,0 0,-1-1,1 0,-1 0,0-1,0 0,-1-1,0 0,3-4,0-3,-1 0,-1-1,-1 0,0-1,0 1,-2-1,0-1,1-10,-4 86,-3-50,0-1,1 1,1 0,-1-1,1 1,1 0,0-1,0 1,0-1,1 0,0 0,1 0,0 0,0 0,1-1,0 0,0 0,1 0,-1-1,1 0,2 1,11 3</inkml:trace>
  <inkml:trace contextRef="#ctx0" brushRef="#br0" timeOffset="-863.701">16296 534,'-2'0,"10"4,4 2</inkml:trace>
  <inkml:trace contextRef="#ctx0" brushRef="#br0" timeOffset="-6690.252">6698 935,'-21'-6,"-1"1,0 1,0 1,0 1,-1 1,1 1,0 0,0 2,-3 1,19-1,0-1,1 1,-1 0,0 1,1 0,0-1,-1 2,1-1,0 0,1 1,-1 0,0 0,1 1,0-1,0 1,1 0,-1 0,1 0,0 0,0 1,1-1,0 1,0 0,0 0,1 0,-1 0,1 0,1 0,-1 0,1 0,0 0,1 0,-1 0,1 0,0 0,1 0,-1 0,1 0,0-1,1 1,2 3,-3-5,2-1,-1 0,0 0,0 0,1-1,0 1,-1-1,1 0,0 0,0 0,0 0,0-1,0 0,1 1,-1-2,0 1,1 0,-1-1,1 0,-1 0,0 0,1-1,-1 1,0-1,1 0,-1 0,0-1,1 1,5-3,1 0,-1-1,0 0,0 0,0-1,-1-1,0 1,0-1,-1-1,4-4,-4 2,0 1,-1-2,-1 1,0 0,0-1,-1 0,0-1,-1 1,-1-1,1 0,-2 0,2-10,-4 10,-3 17,-3 22,5-20,0 0,1 1,0-1,0 0,1 0,0 1,0-1,0 0,1 0,0 0,1 0,-1 0,1-1,1 1,-1-1,1 0,0 0,1 0,-1 0,1-1,0 0,1 0,-1 0,1-1,0 1,0-2,0 1,1 0,-1-1,1 0,0-1,0 0,0 0,0 0,0-1,0 0,0 0,3-1,3-3,0-1,-1 0,1-1,-1-1,0 0,-1-1,0 0,0 0,0-1,-1-1,0 0,0 0,-1-1,-1 0,0 0,0-1,-1 0,6-12,6-16,-2-2,-2 0,-2-1,-1 0,-2-1,-2 0,-2-1,-2 1,-2-1,-2 0,-4-39,3 73,2-16,-2 0,-1 0,-1 0,-1 1,-1-1,-2-1,-10-6,16 32,1 1,0-1,-1 1,1-1,0 1,-1-1,1 1,-1-1,1 1,-1 0,1-1,-1 1,1 0,-1-1,1 1,-1 0,1 0,-1-1,1 1,-1 0,0 0,1 0,-1 0,1 0,-1 0,0 0,1 0,-1 0,1 0,-1 0,0 0,1 0,-1 1,1-1,-1 0,1 0,-1 1,0-1,1 0,-1 1,1-1,0 1,-1-1,1 0,-1 1,1-1,0 1,-1-1,1 1,0-1,-1 1,1 0,0-1,0 1,-1 0,-16 80,15-18,3-1,3 0,2 1,3-2,2 1,4-2,2 0,21 48,-33-89,1 0,1-1,1 0,0-1,1 0,1 0,1-1,0 0,2-1,-1 0,2-1,8 7,-2-9</inkml:trace>
  <inkml:trace contextRef="#ctx0" brushRef="#br0" timeOffset="-6373.988">6724 453,'25'5,"29"3,28 6,25 2,16 0,-11-1</inkml:trace>
  <inkml:trace contextRef="#ctx0" brushRef="#br0" timeOffset="-5851.211">7433 1215,'17'-25,"0"-1,-1 0,-2-1,-1-1,-1 0,-1-1,-2 0,-1-1,-1 0,-1 0,-1-13,-4 41,0-1,-1 1,1-1,-1 1,1-1,-1 0,0 1,0-1,0 0,0 1,-1-1,1 1,-1-1,1 1,-1-1,0 1,0-1,0 1,-1-1,1 1,0 0,-1 0,1 0,-1 0,0 0,0 0,0 0,0 0,0 1,0-1,0 1,-1 0,1-1,0 1,-1 0,1 0,-1 1,1-1,-1 0,1 1,-1 0,0-1,1 2,0-1,1 1,-1-1,1 1,-1 0,0-1,1 1,-1 0,1 0,0 0,-1 0,1 1,0-1,0 0,0 1,-1-1,1 0,1 1,-1-1,0 1,0-1,0 1,1 0,-1-1,1 1,0 0,-1-1,1 1,0 0,0 0,0-1,0 1,0 0,0 0,1-1,-1 1,0 0,1-1,0 1,-1 0,1-1,0 1,0-1,0 1,0-1,0 0,0 1,0-1,0 0,0 1,1-1,-1 0,1 0,-1 0,1-1,-1 1,13 6,0-1,0 0,1-1,-1-1,1-1,0 0,0-1,0 0,1-1,-1-1,1 0,-5 0,208 4,-216-4,-1-1,1 1,0 0,-1 0,1 0,0 0,0 1,-1-1,1 1,0 0,-1-1,1 1,-1 0,1 1,-1-1,0 0,1 1,-1-1,0 1,0 0,0 0,0 0,0 0,0 0,-1 0,1 0,-1 1,0-1,1 0,-1 1,0-1,0 1,0 0,-1-1,1 1,-23 137,22-137,0-1,0 1,0-1,1 1,0-1,-1 0,1 1,0-1,0 0,0 0,0 1,1-1,-1 0,0 0,1 0,0 0,-1-1,1 1,0 0,0-1,0 1,0-1,0 0,0 1,0-1,1 0,-1 0,0-1,1 1,-1 0,1-1,-1 0,1 1,0-1,86-9,-74 3,0-1,-1 0,0-1,-1 0,0-1,0 0,-1-2,0 1,-1-1,0-1,0 0,-1 0,-1-1,0 0,1-6,-9 18,9-14,-4 21,-8 50,0-48,1 0,0 0,1 0,0 0,0 0,1 0,0 0,0 0,0 0,1 0,1-1,-1 1,1-1,1 1,2 4,13 9,1-6</inkml:trace>
  <inkml:trace contextRef="#ctx0" brushRef="#br0" timeOffset="-5573.887">8368 641,'0'0</inkml:trace>
  <inkml:trace contextRef="#ctx0" brushRef="#br0" timeOffset="-4612.809">8756 200,'-6'27,"1"1,1 0,1 0,2 20,-1-19,-4 586,14-544,-7-70,-1-1,0 1,1-1,-1 1,0-1,1 1,-1-1,1 1,-1-1,1 0,-1 1,1-1,0 0,-1 0,1 1,-1-1,1 0,-1 0,1 0,0 0,-1 1,1-1,0 0,-1 0,1 0,-1 0,1-1,0 1,-1 0,1 0,-1 0,1 0,0-1,-1 1,1 0,-1-1,1 1,-1 0,1-1,-1 1,1 0,-1-1,1 1,-1-1,0 1,1-1,-1 1,0-1,1 1,-1-1,0 0,0 1,0-1,1 1,-1-1,0 0,0 1,0-1,0 0,0 1,0-1,0 1,0-1,0 0,0 1,-1-1,1 1,0-1,16-47,26-51,-40 96,0 0,1 0,-1 1,1-1,-1 1,1 0,0 0,0 0,0 0,0 0,0 0,1 1,-1 0,0-1,1 1,-1 0,1 1,-1-1,1 1,-1-1,1 1,-1 0,1 1,-1-1,1 0,0 1,-1 0,2 0,11 6,1 0,-1 1,0 1,-1 0,0 1,0 1,-1 0,-1 1,0 1,0 0,-1 0,-1 1,-1 1,1 0,-5-8,0 1,0 0,-1 0,0 1,0-1,-1 1,0 0,0 0,-1 1,-1-1,1 1,-1-1,-1 1,0 0,0 0,-1 7,-1-14,0 0,0-1,0 0,0 1,0-1,0 1,-1-1,1 0,-1 0,0 0,1 0,-1 0,0 0,0 0,0-1,-1 1,1-1,0 1,0-1,-1 0,1 0,-1 0,1 0,-1-1,0 1,1 0,-1-1,1 0,-1 0,0 0,1 0,-1 0,-2-1,-3 1,-1-2,1 1,0-1,0 0,0-1,0 0,0 0,0 0,1-1,-2-1,6 3,0 1,-1-1,1 0,0 0,0 0,0 0,0 0,0-1,1 1,-1-1,1 0,-1 0,1 0,0 0,0 0,1 0,-1 0,1-1,-1 1,1-1,0 1,0-1,1 0,-1 1,1-1,0 0,0 1,0-1,0 0,0 1,1-1,0 0,0 1,0-1,0 1,0-1,1 1,-1 0,3-3,9-7,1 2,1-1,-1 2,2 0,-1 1,1 0,1 2,0-1,0 2,0 1,7-2,6-2,0 1,0 1,0 2,20-1,-47 6,0-1,0 1,0-1,0 1,1 0,-1 0,0 0,0 1,0-1,0 1,0-1,0 1,0 0,0 0,0 1,0-1,0 1,-1-1,1 1,-1 0,1 0,-1 0,1 0,-1 0,0 1,0-1,0 1,-1-1,1 1,0 0,-1-1,0 1,0 0,0 0,1 2,-3 105,0-108,1 0,0 0,0 0,0 0,1 0,-1 0,0 0,1 0,-1 0,1 0,0 0,-1-1,1 1,0 0,0 0,0-1,1 1,-1 0,0-1,0 0,1 1,-1-1,1 0,0 1,-1-1,1 0,0 0,-1 0,1 0,0-1,0 1,0 0,0-1,0 0,0 1,0-1,0 0,0 0,0 0,8 0,-1-1,1-1,-1 1,0-2,0 1,0-1,0-1,0 1,0-1,-1-1,0 0,0 0,0 0,-1-1,0 0,0-1,0 0,-1 0,0 0,0-1,-1 0,0 0,0 0,-1 0,0-1,0 0,17-72,-23 89,1 0,0 0,1-1,0 1,0 0,1 0,-1 0,2 0,-1-1,1 1,1 0,-1-1,1 0,0 1,1-1,0 0,0-1,1 1,-1-1,1 0,1 0,-1 0,1-1,0 0,1 1,5-1,1-2,-1 1,1-1,0-1,0 0,0-1,0-1,0 0,0 0,0-1,0-1,-1 0,1-1,0 0,-1-1,0-1,0 0,0 0,0-1,7-6,-8 6,0-1,-1 0,0-1,0 0,0-1,-1 0,-1 0,0-1,0 0,-1 0,0-1,0 0,-2 0,1-1,-1 0,-1 0,2-7,10 81,-15-54,0 0,1 0,0-1,0 1,0-1,1 1,0-1,1 0,0 0,0 0,0 0,1-1,0 0,0 0,0 0,1 0,0-1,0 0,0 0,1-1,0 0,0 0,0 0,0-1,0 0,3 0,1-2,0-1,1-1,-1 0,0 0,0-1,0-1,-1 0,1 0,0-1,-1-1,5-2,4-3</inkml:trace>
  <inkml:trace contextRef="#ctx0" brushRef="#br0" timeOffset="-4350.474">10173 440,'2'2,"6"4,6 0,0-1</inkml:trace>
  <inkml:trace contextRef="#ctx0" brushRef="#br0" timeOffset="-3882.476">10574 53,'-19'161,"7"1,7 4,5-166,-2 49,-2 50,5 1,10 71,-9-149,2 0,1 0,1 0,0-1,2 0,2 4,-8-19,1-1,0 1,0-1,0 0,1 0,0 0,0 0,0 0,0-1,1 0,0 0,0 0,0 0,0-1,1 0,-1 0,1 0,-1-1,1 0,0 0,0 0,0-1,1 0,-1 0,2-1,-1 0,1-1,0 0,-1 0,1-1,-1 0,1-1,-1 1,0-1,0-1,0 1,0-1,-1 0,1-1,-1 1,0-1,-1-1,1 1,-1-1,2-2,2-3,-1 0,0-1,0 1,-1-2,-1 1,0-1,-1 0,0 0,-1-1,2-10,-5 20,0 1,0-1,-1 1,1-1,-1 1,0-1,0 1,0-1,0 1,0-1,-1 1,0-1,0 1,0-1,0 1,0 0,-1 0,1-1,-2 0,2 4,-1 0,0 0,1 1,-1-1,0 0,1 1,-1-1,1 1,-1-1,1 1,-1 0,1-1,0 1,-1 0,1 0,0 0,-1 0,1 1,0-1,0 0,0 0,0 1,0-1,0 0,1 1,-1-1,0 1,1-1,-1 1,1 0,-1-1,1 1,-4 5,1 0,0 0,0 0,1 0,0 1,0-1,1 1,0 0,0-1,0 1,1 0,0 0,1-1,0 1,0 0,1-1,0 1,0-1,1 0,-1 1,2-1,-1 0,1-1,0 1,0-1,1 0,0 0,0 0,1 0,-1-1,1 0,0 0,0-1,1 1,2 0,67 16,-42-20</inkml:trace>
  <inkml:trace contextRef="#ctx0" brushRef="#br0" timeOffset="-3613.195">10534 560,'18'-4,"27"-2,33 2,32 3,32 0,-8 2</inkml:trace>
  <inkml:trace contextRef="#ctx0" brushRef="#br0" timeOffset="-10752.725">1591 253,'0'18,"-2"18,-6 13,-3 13,-5 9,-1 6,-1 4,1-1,3-4,8-9,13-9,11-12,15-11,10-12,9-10,3-7,-1-9,-10-4</inkml:trace>
  <inkml:trace contextRef="#ctx0" brushRef="#br0" timeOffset="-10527.363">1003 588,'20'-3,"23"0,25-2,23-1,17 2,10 0,1 2,-19 1</inkml:trace>
  <inkml:trace contextRef="#ctx0" brushRef="#br0" timeOffset="-9708.77">1844 1109,'4'-46,"4"-13,-2 0,-2 0,-3 0,-3-3,2 61,1 1,-1-1,1 1,-1-1,1 1,-1 0,1-1,-1 1,1-1,-1 1,1 0,-1 0,1-1,0 1,-1 0,1 0,-1 0,1 0,0 0,-1-1,1 1,0 0,-1 1,1-1,0 0,-1 0,1 0,-1 0,1 0,0 1,-1-1,1 0,-1 0,1 1,-1-1,1 0,-1 1,1-1,-1 1,1-1,-1 1,1-1,-1 1,0-1,1 1,-1-1,0 1,1-1,-1 1,0 0,0-1,0 1,10 6,76 24,-74-29,0 1,-1 1,0-1,0 2,0 0,0 0,-1 1,0 0,0 1,0 0,4 5,-8-4,-1 0,-1 1,0-1,0 1,0 0,-1-1,0 2,-1-1,0 0,-1 0,0 1,0-1,-1 1,0-1,-1 1,0 3,2 48,-1-59,0 0,0 0,0-1,0 1,0 0,0 0,0-1,1 1,-1 0,1-1,-1 1,1-1,0 1,0 0,-1-1,1 1,0-1,0 0,0 1,1-1,-1 0,0 0,0 0,1 0,-1 0,1 0,-1 0,1 0,-1 0,1-1,0 1,-1 0,1-1,0 0,-1 1,1-1,0 0,-1 0,1 0,1 0,11-4,0-1,0 0,0-1,-1 0,0-1,0-1,-1 0,1-1,-2 0,0-1,0 0,7-9,-9 11,0-1,-1 0,0 0,0-1,-1 0,-1-1,0 0,0 0,-1 0,0 0,-1-1,0 0,-1 0,1-8,-4 19,1 1,-1-1,1 1,-1-1,0 0,0 1,1-1,-1 1,0-1,0 0,0 1,0-1,0 1,0-1,0 0,0 1,0-1,0 0,0 1,0-1,0 0,0 1,0-1,-1 1,1-1,0 1,0-1,-1 0,1 1,-1-1,1 1,0-1,-1 1,1 0,-1-1,1 1,-1-1,1 1,-1 0,1-1,-1 1,0 0,1 0,-1-1,1 1,-1 0,0 0,1 0,-1 0,1 0,-1 0,0 0,1 0,-1 0,0 0,1 0,-1 0,0 0,1 1,-6 4,1 1,1 0,-1 0,1 1,0 0,0-1,1 1,0 0,0 1,1-1,0 0,0 1,0-1,1 1,1 0,-1-1,1 1,1 5,-1-9,0 1,1-1,0 1,0-1,0 1,1-1,0 1,-1-1,1 0,1 0,-1 0,1 0,-1 0,1-1,0 1,0-1,1 0,-1 0,1 0,-1 0,1 0,0-1,0 0,0 0,1 0,-1 0,0-1,2 1,8 2,1-1,-1 0,1-1,-1-1,1 0,0-1,0 0,3-2,38-5</inkml:trace>
  <inkml:trace contextRef="#ctx0" brushRef="#br0" timeOffset="-8549.652">3008 333,'30'273,"-18"34,-6-301,3-20,-7 9,2-3,1 0,0 0,0 0,0 1,1-1,0 1,0 1,1-1,0 1,0 1,1-1,-1 1,1 0,0 1,7-3,-9 7,-1 0,1 1,-1-1,0 1,0 1,1-1,-1 1,0 0,0 0,0 0,-1 1,1 0,-1 0,1 0,-1 0,0 1,0-1,0 1,-1 0,1 0,-1 1,0-1,0 1,-1-1,1 1,-1 0,0 0,0 1,4 5,-1 0,-1 0,1 0,-2 1,0-1,0 1,-1 0,0 0,-1 0,-1 0,0 0,0 0,-1 0,-2 7,2-16,0 0,1 0,-2 0,1 0,0 0,0 0,-1 0,0-1,1 1,-1-1,0 1,0-1,0 0,-1 0,1 0,0 0,-1 0,0 0,1-1,-1 1,0-1,0 0,0 0,0 0,0 0,0 0,0-1,0 1,0-1,0 0,0 0,0 0,0 0,0 0,-2-1,-3-1,0 0,0 0,0 0,0-1,0-1,0 1,1-1,0 0,0-1,0 0,0 0,-4-5,11 10,-35-41,34 40,0 0,1 0,-1 0,0 0,1 0,-1 0,1 0,-1 0,1 0,0 0,-1-1,1 1,0 0,0 0,0 0,0-1,0 1,0 0,0 0,0 0,0 0,1-1,-1 1,0 0,1 0,-1 0,1 0,-1 0,1 0,0 0,-1 0,1 0,0 0,0 0,-1 0,1 1,0-1,0 0,0 0,0 1,0-1,0 1,16-7,1 1,-1 1,1 1,0 1,0 0,15 0,-5 0,256-24,-278 26,-1 0,0 0,1 1,-1 0,0 0,1 1,-1-1,1 1,-1 0,0 1,0-1,0 1,0 0,0 1,0-1,0 1,-1 0,1 0,-1 0,0 0,0 1,0 0,0 0,-1 0,1 0,1 4,-3 94,-2-101,0 0,-1 0,1 0,1 0,-1 1,0-1,0 0,0 0,1 0,-1 0,0 0,1 0,-1 0,1 0,-1 0,1 0,0 0,-1 0,1 0,0 0,0-1,0 1,0 0,-1 0,1-1,0 1,0-1,0 1,0-1,0 1,1-1,-1 0,0 1,0-1,0 0,0 0,0 0,0 0,1 0,-1 0,0 0,0 0,0 0,0 0,0-1,0 1,1-1,53-19,-33 7,-1-2,0 0,-1-1,0-2,-2 1,0-2,-1-1,12-17,-25 35,-5 13,-7 14,6-22,0 0,1 1,-1-1,0 0,1 1,0-1,0 1,0-1,0 1,1 0,-1-1,1 1,0 0,0 0,0-1,1 1,-1 0,1-1,0 1,0-1,0 1,0-1,1 1,-1-1,1 0,0 0,0 1,0-1,1-1,-1 1,1 0,-1 0,1-1,1 2,7-1,0 0,0 0,1-1,-1 0,0-1,1 0,-1-1,1 0,-1-1,0 0,1-1,-1-1,0 1,0-2,0 1,0-1,-1-1,0 0,1-1,-1 0,0-1,0 0,-1-1,0 0,0 0,-1-1,0 0,-1 0,0-1,0 0,-1 0,4-10,4 8,-11 37,-3-18,0 1,-1 1,2-1,-1 1,1-1,0 0,1 1,0-1,0 0,1 0,0 0,0 0,1-1,0 1,1-1,-1 0,1 0,1-1,-1 1,1-1,0 0,0-1,1 0,0 0,0 0,0 0,5 1,22 3,-1-4</inkml:trace>
  <inkml:trace contextRef="#ctx0" brushRef="#br0" timeOffset="-8279.315">4345 494,'18'16,"6"5</inkml:trace>
  <inkml:trace contextRef="#ctx0" brushRef="#br0" timeOffset="-7972.089">4679 1069,'18'-8,"-1"0,0 0,-1-2,0 0,0-1,-1 0,0-1,-1-1,-1 0,0-1,-1-1,8-10,-19 23,1-1,-1 1,0 0,1 0,-1 0,0-1,0 1,-1-1,1 1,0-1,-1 1,0-1,1 1,-1-1,0 1,0-1,-1 1,1-1,0 1,-1-1,0 1,1-1,-1 1,0 0,0-1,0 1,-1 0,1 0,0 0,-1-1,0 2,1-1,-1 0,0 0,0 0,0 1,0-1,0 1,0 0,-1 0,1 0,0 0,-1 0,1 0,-1 0,-1 0,-1 1,0 0,0 0,0 1,0-1,0 1,0 0,0 0,0 1,0 0,0 0,1 0,-1 0,1 1,0-1,-1 1,1 0,0 1,1-1,-1 1,0-1,1 1,0 0,-1 2,-1 0,0 1,1 0,0 0,0 0,1 0,0 1,0-1,0 1,1 0,0 0,1 0,0 0,0 0,0 4,2-8,0 0,-1 0,1 0,1 1,-1-1,1 0,-1 0,1-1,0 1,0 0,1-1,-1 1,1-1,0 0,0 0,0 0,0 0,1 0,-1-1,1 1,-1-1,1 0,0 0,0 0,0-1,2 1,111 22,33-25,-84-4</inkml:trace>
  <inkml:trace contextRef="#ctx0" brushRef="#br0" timeOffset="8904.718">1524 1670,'-11'18,"-9"18,-5 16,2 15,4 14,6 12,9 6,8 2,10-3,7-6,5-12,5-16,-4-17</inkml:trace>
  <inkml:trace contextRef="#ctx0" brushRef="#br0" timeOffset="9586.119">1898 2232,'-3'-12,"0"-1,1 1,1 0,0-1,1 1,0-1,1 1,0-1,1 1,0 0,1 0,1 0,-1 0,2 0,0 1,0-1,1 1,-4 9,0-1,0 1,-1 0,1-1,0 1,1 0,-1 0,0 1,1-1,-1 0,1 1,-1-1,1 1,0 0,0 0,-1 0,1 0,0 1,0-1,0 1,0-1,0 1,0 0,0 0,0 1,0-1,0 0,0 1,-1 0,1 0,0 0,0 0,0 0,0 1,6 3,1 1,-1 0,0 1,-1-1,0 2,0-1,0 1,4 7,-4-6,0 1,-1 0,-1 0,1 0,-2 1,1-1,-2 1,1 1,-1-1,-1 1,0-1,-1 1,0 7,-1-16,-2 0,1 0,0-1,0 1,-1 0,0 0,0 0,1 0,-2-1,1 1,0-1,0 1,-1 0,0-1,1 0,-1 1,0-1,0 0,0 0,0 0,-1 0,1-1,0 1,-1-1,1 1,-1-1,0 0,1 0,-1 0,0 0,0 0,0-1,1 1,-1-1,0 0,0 0,0 0,0 0,0 0,0-1,0 1,1-1,-1 0,0 0,0 0,1 0,-1 0,-1-1,3 1,-1 0,0 0,1-1,-1 1,1 0,-1-1,1 1,0-1,0 1,-1-1,1 0,0 1,0-1,1 0,-1 0,0 0,1 0,-1 0,1 0,-1 0,1 0,0 0,0 0,0 0,0 0,0 0,0 0,1 0,-1 0,1 1,-1-1,1 0,0 0,0 0,0 0,0 1,0-1,0 0,0 1,1-1,-1 1,0-1,1 1,-1 0,1 0,0-1,-1 1,2 0,17-3,0 1,0 2,0-1,0 2,19 2,3 0,-40-2,162-8,-154 7,0-1,1-1,-1 1,-1-1,1-1,0 0,-1-1,0 1,0-2,0 1,-1-1,0-1,0 1,5-6,-12 11,1 0,-1 0,1 0,-1 0,0-1,0 1,1 0,-1-1,0 1,0 0,0-1,-1 1,1-1,0 0,0 1,-1-1,1 1,-1-1,0 0,1 0,-1 1,0-1,0 0,0 1,0-1,0 0,0 0,-1 1,1-1,-1 0,1 1,-1-1,1 0,-1 1,0-1,0 1,0-1,0 1,0 0,0-1,0 1,-1 0,1 0,0-1,-1 1,1 0,-2 0,-3 0,-1 0,1 1,0 0,-1 0,1 1,0 0,-1 0,1 0,0 1,0 0,0 0,0 0,0 1,0 0,1 0,-1 0,1 1,0 0,0 0,1 0,-1 1,1 0,0-1,0 1,0 1,1-1,-1 1,1-1,1 1,-1 0,1 0,-1 5,2-8,0 1,1-1,0 0,0 0,0 0,0 0,0 0,0 0,1 0,0 0,-1 0,1 0,0 0,1 0,-1 0,0 0,1-1,0 1,-1 0,1-1,0 0,0 1,1-1,-1 0,0 0,1 0,-1 0,1-1,0 1,-1-1,1 1,0-1,0 0,0 0,0 0,0-1,118 18,85-31,-101-1</inkml:trace>
  <inkml:trace contextRef="#ctx0" brushRef="#br0" timeOffset="10112.164">3663 1910,'19'5,"0"-1,0 0,0-2,0 0,0-1,0-2,0 1,1-2,-1-1,0 0,-1-1,1-1,-1-1,0-1,0 0,-1-1,0-1,0-1,-1 0,0-1,-1-1,0-1,1-1,-11 10,0 1,-1-1,1 0,-1 0,0-1,0 1,0-1,0 0,-1 0,0 0,0 0,-1-1,1 1,-1-1,0 0,0 1,-1-1,0 0,0 0,0 0,-1 0,0 0,0-2,-1 6,0 1,0-1,0 0,0 0,0 0,-1 1,1-1,0 1,-1-1,1 1,-1-1,0 1,1 0,-1 0,0 0,0 0,0 0,0 0,0 1,0-1,0 1,0-1,0 1,0 0,0-1,0 1,0 0,0 1,0-1,-1 0,1 0,0 1,0-1,0 1,0 0,-65 38,59-26,0 0,0 1,2-1,0 2,0-1,1 0,1 1,1 0,0 0,0 0,2 1,0-1,1 0,0 1,1-1,1 0,0 0,1 0,4 11,72 247,-7-33,-62-195,-1 2,-3-1,-2 1,-1 0,-3 0,-2 0,-5 25,-6-1</inkml:trace>
  <inkml:trace contextRef="#ctx0" brushRef="#br0" timeOffset="10407.504">3663 2352,'7'-2,"13"-3,20-4,21-1,15-5,14-1,10 2,3 0,-2 4,-6 0,-21 3</inkml:trace>
  <inkml:trace contextRef="#ctx0" brushRef="#br0" timeOffset="10736.732">4639 2204,'-2'-3,"0"0,-1 0,1 0,0 1,-1-1,0 0,1 1,-1 0,0 0,0-1,-1 2,1-1,0 0,0 1,-1-1,1 1,-1 0,0 0,1 1,-1-1,0 1,1-1,-1 1,0 0,1 1,-1-1,-3 1,-98 29,96-27,0 1,0 0,0 1,1 0,-1 0,1 1,0 0,1 0,0 1,0 0,0 0,0 1,7-7,-1 0,0 0,1 0,-1 0,0 0,1 0,0 1,-1-1,1 0,0 0,-1 0,1 0,0 1,0-1,0 0,0 0,0 0,0 1,1-1,-1 0,0 0,0 0,1 0,-1 0,1 1,-1-1,1 0,-1 0,1 0,0 0,0 0,-1-1,1 1,0 0,0 0,0 0,0-1,0 1,0 0,0-1,0 1,0-1,0 1,1-1,-1 0,0 1,58 9,-43-11,0 0,0 0,0-2,0 0,0-1,-1 0,0-1,6-3,-15 5,0 0,0 1,0-2,-1 1,1-1,-1 0,0 0,0 0,0-1,0 0,-1 0,0 0,0 0,0-1,-1 1,0-1,0 0,0 0,-1-1,1 1,-1-4,-1 9,-1 0,1 0,-1 0,1 0,-1 0,0 0,0 0,0 0,1 0,-1-1,0 1,0 0,-1 0,1 0,0 0,0 0,0-1,-1 1,1 0,-1 0,1 0,-1 0,1 0,-1 0,1 0,-1 0,0 0,0 0,1 1,-1-1,0 0,0 0,0 1,0-1,0 1,0-1,-1 0,-12 43,14-36,-1-3,0 1,1 0,0 0,0 0,0 0,1 0,0 0,-1 0,1 0,0 0,1-1,-1 1,1 0,-1-1,1 1,0-1,1 0,-1 1,0-1,1 0,0 0,0-1,0 1,0-1,0 1,0-1,1 0,2 1,89 22,-42-21</inkml:trace>
  <inkml:trace contextRef="#ctx0" brushRef="#br0" timeOffset="11152.907">5293 2098,'-8'-1,"-1"0,0 1,0 0,0 0,0 1,1 0,-1 0,0 1,1 0,-1 1,1 0,0 0,0 1,0 0,0 0,1 1,-1 0,1 0,0 1,1 0,-1 0,1 0,1 1,-1 0,1 0,0 1,1-1,-3 6,6-9,0 0,0-1,0 1,1 0,0 0,-1-1,1 1,1 0,-1 0,0 0,1-1,0 1,0 0,0-1,0 1,1-1,-1 1,1-1,0 1,0-1,0 0,1 0,-1 0,1 0,-1-1,1 1,0-1,0 1,0-1,0 0,1 0,-1 0,3 0,9 5,0 0,0-1,1-1,0-1,0 0,1-1,2 0,15 1,0-1,-1-2,1-1,0-2,0-1,0-2,-1-1,0-2,0-1,-1-1,24-12,24-29,-77 49,0-1,0 1,0-1,-1 1,1-1,-1 0,0 0,0 0,0 0,0-1,-1 1,1 0,-1-1,0 1,0-1,0 0,-1 1,1-1,-1 0,0 1,0-1,0 0,0-3,-1 5,0 0,0-1,0 1,0 0,0 0,0 0,0 0,-1 0,1 0,-1 1,1-1,-1 0,0 1,0-1,1 1,-1-1,0 1,-1 0,1 0,0 0,0 0,0 0,0 1,-1-1,1 1,0-1,-1 1,1 0,-2 0,-67 13,66-11,1 0,0 0,0 0,0 0,0 0,0 1,0 0,0 0,1 0,0 0,-1 1,1-1,0 1,1 0,-1 0,1 0,0 0,0 0,0 1,0-1,1 1,-1-1,1 1,1-1,-1 1,0 0,1-1,0 1,0 0,1-1,-1 1,1 0,0-1,0 1,1-1,-1 1,1-1,0 0,0 1,0-1,1 0,0-1,0 2,9 3,0 0,1-1,0 0,0-1,0-1,0 0,1-1,0 0,0-1,0 0,1-2,10 1,-21-1,220 15,-112-13</inkml:trace>
  <inkml:trace contextRef="#ctx0" brushRef="#br0" timeOffset="12076.508">7514 2298,'-16'-7,"0"1,-1 0,0 1,1 1,-1 0,-1 1,1 1,0 1,-1 0,1 1,0 1,-1 1,1 0,0 1,0 1,0 1,1 0,-1 2,1-1,-12 8,25-12,0-1,-1 1,1 0,0 0,0 0,0 0,0 1,0-1,0 1,1-1,-1 1,1 0,0 0,0 1,0-1,0 0,0 0,1 1,0-1,0 1,0 0,0-1,0 1,0 0,1 0,0-1,0 1,0 0,0 0,1-1,-1 1,1 0,0-1,1 4,3-3,1 0,-1 0,1-1,0 1,0-1,0 0,0-1,0 1,1-1,-1 0,1-1,0 0,-1 0,1 0,0-1,-1 0,7-1,5 1,-1-1,1-1,-1 0,1-1,-1-1,0-1,0 0,-1-2,0 0,0 0,0-1,-1-1,0-1,-1 0,0-1,-1 0,0-1,-1-1,-9 10,0 0,0 0,-1 0,0 0,1 0,-1-1,0 1,-1-1,1 1,-1-1,1 0,-1 1,0-1,0 0,-1 0,1 0,-1 0,0 0,0 0,0 0,-1 0,1 0,-2-1,2 5,-1 0,0 0,1-1,-1 1,0 0,0 0,1 0,-1 0,0 1,1-1,-1 0,0 0,0 0,1 1,-1-1,1 0,-1 1,0-1,1 0,-1 1,1-1,-1 1,0-1,1 1,-1-1,1 1,0-1,-1 1,1 0,-1-1,1 1,0-1,0 1,-1 0,1-1,0 1,0 0,0 0,0-1,0 1,0 0,0-1,0 1,0 0,0 0,0 0,-2 5,1-1,0 1,0 0,0 0,1 0,-1 0,1 0,1-1,-1 1,1 0,0 0,1 0,-1 0,1-1,0 1,1-1,-1 0,1 1,0-1,0 0,1 0,-1-1,1 1,0-1,0 0,1 0,-1 0,1-1,0 1,0-1,0 0,1-1,-1 1,0-1,1 0,0 0,1-1,10 0,0-2,0 0,0-1,0-1,0-1,0 0,-1-1,1-1,-1 0,-1-2,1 1,-1-2,-1 0,0-1,11-9,-7 7,1-2,-2 0,0 0,-1-2,0 0,-1-1,-1-1,-1 0,-1 0,0-2,-1 1,-1-2,-1 1,-1-1,-1 0,0-1,-2 0,-1 0,0 0,-2 0,0-1,-2 1,-1-18,-29-43,29 81,-1-1,0 1,0-1,0 1,0 0,0 0,0 0,-1 0,1 0,-1 0,1 1,-1-1,0 1,1 0,-1 0,0 0,0 0,0 0,0 0,0 1,0 0,0-1,0 1,0 0,0 1,0-1,-1 0,-7 5,0 0,1 0,-1 1,1 1,0 0,1 0,0 0,0 2,0-1,1 1,1 0,-1 0,1 1,1 0,0 0,0 1,1 0,1 0,-2 5,-5 9,1 1,1 0,2 1,0 0,2 0,1 0,1 1,1 16,2-32,0 0,1 0,0 0,1 0,0 0,1-1,0 1,1-1,1 0,-1 0,2 0,-1-1,2 1,-1-1,1-1,1 1,0-1,0-1,1 1,-1-1,2-1,2 1,0 0,1-2,0 1,0-2,0 1,1-2,0 0,0-1,0 0,0-1,1 0,-1-1,0-1,1-1,-1 0,0 0,0-2,0 1,0-2,0 0,0-1,-1 0,0-1,0 0,0-1,-1-1,8-6,-12 6,0 0,-1 0,0 0,-1-1,0 0,0 0,-1-1,0 1,-1-1,0 0,-1-1,0 1,0 0,-1-1,-1 0,1 1,-2-1,1 0,-2 0,1 0,-2-4,2 15,0-1,0 0,0 0,0 0,0 0,0 0,-1 0,1 0,0 1,0-1,-1 0,1 0,-1 0,1 1,0-1,-1 0,0 0,1 1,-1-1,1 0,-1 1,0-1,1 1,-1-1,0 1,0-1,1 1,-1-1,0 1,0 0,0-1,0 1,0 0,1 0,-1 0,0 0,0 0,0 0,0 0,0 0,0 0,0 0,-32 25,27-20,1 2,0-1,0 1,0-1,1 1,0 0,0 1,1-1,0 1,1 0,-1 0,1-1,1 1,-1 1,1-1,1 0,0 0,0 0,0 0,1 1,0-1,1 0,0 0,0-1,1 1,0 0,0-1,0 1,1-1,1 0,1 3,10 0,1 0,-1-1,2-1,-1-1,1 0,0-1,0-1,1-1,-1-1,1 0,0-1,0-1,0-1,5-1,-9 1,89 3,-7-2</inkml:trace>
  <inkml:trace contextRef="#ctx0" brushRef="#br0" timeOffset="12730.954">9265 2326,'0'0,"-15"-9,0 1,-1 0,0 2,0-1,0 2,-1 0,1 2,-1-1,0 2,0 0,-6 1,17 3,0 0,0 1,0-1,0 2,0-1,0 0,1 1,0 0,-1 0,1 1,1-1,-1 1,1 0,0 0,0 1,0-1,1 1,0 0,0 0,1 0,-1 0,1 1,0-1,1 0,0 1,0-1,0 1,1 0,0-1,0 1,1 0,-1-1,1 1,1-1,-1 1,3 4,-3-7,1 0,0 0,0 0,0 0,0 0,0 0,1-1,0 1,0-1,0 0,0 1,0-1,1-1,-1 1,1 0,0-1,-1 0,1 0,0 0,1 0,-1-1,0 0,0 1,1-1,-1-1,0 1,1-1,-1 0,1 0,0 0,7-1,1 0,0-1,-1 0,0-1,1 0,-1-1,0 0,0-1,-1-1,1 0,7-4,-1-2,0 0,-1-1,0 0,-1-2,0 0,-1 0,-1-2,2-4,-13 17,11-13,-8 32,-8 10,1-21,0 0,0 0,0 1,0-1,1 0,0 0,0 0,0 1,0-1,1 0,0 0,0 0,0 1,0-1,1 0,-1 0,1-1,0 1,0 0,0-1,1 1,-1-1,1 1,0-1,0 0,0-1,0 1,2 0,8 1,1-1,0 0,0-1,0-1,1 0,-1-1,0 0,0-1,0-1,0 0,0-1,0-1,0 0,-1-1,7-3,-4 3,0 0,0-2,0 0,-1 0,0-2,0 1,-1-2,0 0,-1-1,0 0,0-1,-2-1,1 0,-2 0,0-1,0 0,-1-1,-1 0,-1 0,1-3,4-26,-3 1,-1-2,-3 1,-1-1,-3 1,-1-1,-2 0,2 24,-8-160,9 181,-1-1,0 0,0 1,0-1,1 1,-1-1,0 1,0-1,0 1,0-1,0 0,0 1,0-1,0 1,0-1,-1 1,1-1,0 0,0 1,0-1,-1 1,1-1,0 1,0-1,-1 1,1-1,0 1,-1 0,1-1,-1 1,1-1,-1 1,1 0,0-1,-1 1,0 0,1 0,-1-1,1 1,-1 0,1 0,-1 0,1 0,-1 0,1 0,-1 0,0 0,1 0,-1 0,1 0,-1 0,1 0,-1 0,0 0,1 1,-1-1,1 0,-1 0,1 1,-1-1,1 0,-1 1,1-1,0 0,-1 1,1-1,-1 1,1-1,-37 83,16-12,2 2,4 0,3 1,0 41,10-102,0 1,1 0,1 0,0-1,1 1,0 0,1-1,0 1,2-1,-1 1,2-1,-1 0,2-1,0 1,0-1,1 0,1-1,0 0,0 0,1 0,1-1,0-1,0 1,1-2,0 1,0-2,1 1,-4-3,1-1,-1 0,1-1,0 0,0 0,0-1,0 0,1-1,-1 1,0-2,1 0,-1 0,1 0,-1-1,0-1,1 1,-1-2,0 1,4-3,15-14</inkml:trace>
  <inkml:trace contextRef="#ctx0" brushRef="#br0" timeOffset="13134.159">9772 1978,'-146'-36,"121"36,24 0,1 0,-1 1,1-1,0 0,0 1,-1-1,1 0,0 1,-1-1,1 1,0-1,0 1,0-1,0 0,-1 1,1-1,0 1,0-1,0 1,0-1,0 1,0-1,0 1,0-1,0 1,0-1,1 1,-1-1,0 0,0 1,0-1,1 1,-1-1,0 0,0 1,1-1,-1 1,0-1,1 0,-1 1,0-1,1 0,-1 0,0 1,1-1,-1 0,1 0,-1 1,1-1,-1 0,0 0,1 0,-1 0,1 0,-1 0,1 0,-1 0,1 0,-1 0,1 0,-1 0,1 0,-1 0,1 0,27 11,1 0,0-2,0-1,1-2,0-1,13 1,8 1,-2 1,2-1,-1 2,0 3,-1 1,40 18,-82-29,-1 0,1 1,-1 0,0 0,0 1,0 0,0 0,-1 0,0 0,0 1,0 0,0 0,-1 1,1-1,-1 1,-1 0,1 0,-1 0,0 1,-1-1,1 1,-1-1,-1 1,1 0,-1 1,-16 184,15-188,0 0,1 0,0 0,0 0,0-1,0 1,1 0,-1-1,1 1,0-1,0 0,0 1,0-1,1 0,-1 0,1 0,0-1,0 1,0-1,0 1,0-1,0 0,1 0,-1-1,1 1,-1-1,1 0,0 1,0-2,3 2,0-1,0 0,-1 0,1-1,0 0,0 0,-1-1,1 1,0-2,0 1,-1-1,1 0,-1 0,0 0,1-1,-1 0,-1-1,5-2,-4-1,1 0,-1-1,-1 1,0-1,0-1,0 1,-1-1,0 0,-1 0,0 0,0 0,-1-1,0 1,-1-1,0 0,0 1,-1-1,0 0,-1 1,0-1,-1 1,0-1,0 1,-1 0,0-1,-1 1,0 1,-2-5,5 11,1-1,-1 1,0-1,0 1,0-1,0 1,0 0,-1-1,1 1,-1 0,1 0,-1 0,0 0,0 0,0 1,0-1,0 1,0-1,0 1,0-1,-1 1,1 0,-1 0,1 0,-1 1,1-1,-1 1,1-1,-1 1,1 0,-1 0,0 0,1 0,-1 0,1 0,-1 1,0 0,0 0,-1 4,0 0,0 0,1 1,0-1,0 1,1 0,0 0,0 0,0 0,1 1,-1-1,1 0,1 1,-1-1,1 0,1 1,-1-1,1 1,0-1,0 0,1 2,7 30</inkml:trace>
  <inkml:trace contextRef="#ctx0" brushRef="#br0" timeOffset="13539.042">10735 2472,'3'-86,"4"0,4 0,4-3,-15 87,0 0,0 1,0-1,0 0,0 1,0-1,1 0,-1 1,1-1,-1 0,1 1,-1-1,1 1,0-1,0 1,0-1,0 1,0 0,0-1,0 1,0 0,1 0,-1 0,0 0,1 0,-1 0,1 0,-1 0,1 1,-1-1,1 1,-1-1,1 1,0-1,-1 1,1 0,1 0,101 39,-89-32,78 42,-89-46,0 0,-1 0,1 0,-1 0,1 1,-1-1,0 1,0 0,-1 0,1 0,-1 0,0 0,0 1,0-1,-1 1,1-1,-1 1,0 0,0-1,-1 3,-23 117,23-122,1 1,-1-1,1 0,-1 1,1-1,0 1,0-1,0 0,0 0,0 0,0 1,0-1,1 0,-1 0,1-1,0 1,0 0,-1-1,1 1,0-1,0 1,1-1,-1 0,0 0,0 0,0 0,1 0,-1 0,1-1,-1 1,0-1,1 0,-1 1,1-1,-1 0,1-1,-1 1,1 0,-1-1,0 1,1-1,0 0,-1 1,41 0,-1-1,0-3,0-1,0-2,15-6,-7-1</inkml:trace>
  <inkml:trace contextRef="#ctx0" brushRef="#br0" timeOffset="13779.394">11457 1550,'4'20,"7"21,5 19,8 15,7 14,7 6,3 7,-1 3,-7 2,-14 2,-26 2,-37 2,-11-17</inkml:trace>
  <inkml:trace contextRef="#ctx0" brushRef="#br0" timeOffset="124210.785">0 3876,'16'7,"14"2,14 0,10-2,10-2,5-2,1-2,-4 5,-5 2,-13 0</inkml:trace>
  <inkml:trace contextRef="#ctx0" brushRef="#br0" timeOffset="125224.383">1738 3221,'-4'77,"-4"0,-3 0,-17 59,-15 100,42-110,1-121,1 0,1 0,-1 0,1 0,0-1,0 1,0-1,0 1,1-1,0 0,0 0,0 0,0 0,1-1,-1 1,1-1,0 0,0 0,1 0,-1 0,0-1,1 0,3 2,5-1,0 0,0 0,1-1,-1-1,0 0,1 0,-1-2,1 0,10-2,20-4</inkml:trace>
  <inkml:trace contextRef="#ctx0" brushRef="#br0" timeOffset="125430.905">1363 3488,'10'2,"15"1,21 0,20 0,19-1,14-1,6-1,-16 1</inkml:trace>
  <inkml:trace contextRef="#ctx0" brushRef="#br0" timeOffset="126170.151">2046 4103,'33'-86,"-12"34,-2 0,-3-1,7-39,-20 78,-1 7,0-1,-1 1,0 0,0-1,0 1,-1 0,0-1,-1 1,0 0,0-1,0 1,-3-5,4 11,-1 1,0-1,0 1,1 0,-1-1,0 1,0 0,1 0,-1 0,0 0,0 0,0 0,0 0,1 0,-1 0,0 0,0 0,0 0,1 1,-1-1,0 0,0 1,1-1,-1 0,0 1,1-1,-1 1,0-1,1 1,-1-1,1 1,-1 0,1-1,-1 1,1 0,-1-1,1 1,0 0,-1-1,1 1,0 0,-1 0,1 0,0-1,0 1,0 0,0 0,0 0,0-1,0 1,0 0,0 0,0 0,0 1,-1 0,1 0,0 1,0-1,-1 0,2 0,-1 1,0-1,0 0,1 0,-1 1,1-1,-1 0,1 0,0 0,0 0,0 0,0 0,1 0,-1 0,0 0,1-1,-1 1,1 0,0-1,-1 1,1-1,0 0,0 0,0 0,0 0,0 0,2 1,76 15,112-20,-188 3,0 0,0 0,-1 1,1-1,0 1,-1 0,1 0,0 0,-1 1,1-1,-1 1,0-1,0 1,1 0,-1 1,0-1,-1 0,1 1,0 0,-1-1,1 1,-1 0,0 1,0-1,0 0,-1 0,1 1,-1-1,0 1,1-1,-1 4,4 100,-7-51,2-54,0 0,0 0,0 1,1-1,-1 0,0 0,1 0,-1 0,1 0,0 0,0 0,0-1,0 1,0 0,0 0,0-1,1 1,-1 0,0-1,1 0,0 1,-1-1,1 0,0 0,-1 0,1 0,0 0,0 0,0 0,0 0,0-1,0 1,0-1,0 0,0 0,2 1,76-14,-67 9,0-1,0 0,0 0,-1-1,0-1,0 0,0-1,-1 0,0-1,-1 0,0-1,-1 0,1 0,-2-1,0 0,0-1,-1 0,0 0,-1 0,0-1,-1 0,-1 0,0 0,1-11,-5 20,0 1,0-1,-1 1,1 0,-1-1,0 1,0 0,0-1,0 1,-1 0,1 0,-1 0,0 0,0 0,-1-1,2 3,0 1,0-1,1 0,-1 0,0 0,0 1,0-1,-1 1,1-1,0 1,0-1,0 1,0 0,0-1,-1 1,1 0,0 0,0 0,0 0,-1 0,1 0,0 0,0 0,0 0,-1 1,1-1,0 1,0-1,0 0,0 1,0 0,0-1,0 1,0 0,0-1,0 1,0 0,0 0,1 0,-1 0,0 0,0 0,1 0,-1 1,-4 4,1 1,0 0,0 1,0-1,1 1,0-1,1 1,0 0,0 0,0 0,1 0,1 0,-1 0,1 1,0-1,1 0,0 0,1 0,-1 0,1 0,1 0,0 0,0-1,0 1,4 4,-2-5,1-1,-1 0,1-1,1 1,-1-1,1 0,0-1,0 0,0 0,0 0,1-1,-1 0,1-1,0 1,0-2,0 1,0-1,7 0,23 2</inkml:trace>
  <inkml:trace contextRef="#ctx0" brushRef="#br0" timeOffset="127166.75">3248 3301,'-32'226,"3"122,27-327,6 87,-4-107,0 0,0 0,0 0,0 0,0 0,0 0,1 0,-1 0,0 0,1 0,-1-1,0 1,1 0,0 0,-1 0,1 0,-1-1,1 1,0 0,-1-1,1 1,0 0,0-1,0 1,-1-1,1 1,0-1,0 0,0 1,0-1,0 0,0 0,0 1,0-1,0 0,0 0,0 0,0 0,0 0,0-1,0 1,0 0,-1 0,1-1,0 1,0 0,0-1,0 1,0-1,0 1,-1-1,39-35,-12-3,-20 27,0 2,1-1,0 1,0 0,1 1,1 0,7-6,-16 14,0 1,1-1,-1 0,0 0,1 1,-1-1,1 1,-1-1,1 1,-1 0,1-1,-1 1,1 0,-1 0,1 0,-1 0,1 0,-1 1,1-1,-1 0,1 1,-1-1,1 1,-1-1,0 1,1 0,-1 0,0 0,1-1,-1 1,0 0,0 0,0 1,0-1,0 0,0 0,0 0,0 1,-1-1,1 0,0 1,-1-1,1 1,-1 0,21 68,-18-60,-1 0,0 0,-1 0,0 0,0 1,-1-1,-1 0,0 0,0 1,-1-1,0 0,-1 0,0-1,0 1,-1-1,-1 1,1-1,-1 0,-1-1,0 1,0-1,-7 7,11-14,1 0,0 0,-1 0,1 0,-1-1,1 1,-1 0,1-1,-1 1,0-1,1 1,-1-1,1 0,-1 0,0 0,0 0,1 0,-1 0,0 0,1-1,-1 1,1 0,-1-1,0 1,1-1,-1 0,1 0,-1 1,1-1,0 0,-1 0,1-1,0 1,0 0,0 0,-1 0,1-1,1 1,-1-1,0 1,0-1,0 1,1-1,-1 1,1-1,-1 1,1-1,0 0,-1 1,1-2,-2-5,1-1,-1 0,1 0,1 0,0 0,0 0,1 0,0 1,0-1,1 0,0 0,1 1,0-1,0 1,1 0,0 0,0 0,1 0,0 1,0 0,1 0,0 0,0 1,0 0,1 0,0 0,0 1,1 0,-1 1,1-1,0 1,1 1,-1 0,0 0,3 0,-1 1,0 0,0 1,1 0,-1 0,0 1,1 1,-1 0,0 0,0 1,0 0,0 1,0 0,0 0,-1 1,1 1,-1-1,0 1,-1 1,1 0,-1 0,0 1,0 0,-1 0,0 1,-1 0,1 0,1 4,-1 5,-7-14,0-1,1 1,-1-1,1 1,0-1,-1 0,1 1,0-1,0 0,1 0,-1 0,0 0,1 0,-1 0,1 0,0 0,-1 0,1-1,0 1,0-1,0 0,0 1,0-1,1 0,-1 0,0 0,1 0,-1-1,0 1,1-1,-1 1,1-1,-1 0,8-3,0-1,0 0,-1-1,0 0,0 0,0-1,-1 0,0-1,0 0,1-2,-1 3,114-112,-121 117,-1 0,0 0,1 1,-1-1,0 0,1 0,-1 0,1 1,0-1,-1 0,1 0,0 1,-1-1,1 1,0-1,0 0,-1 1,1-1,0 1,0 0,0-1,0 1,0 0,0 0,-1-1,1 1,0 0,0 0,0 0,0 0,0 0,0 0,0 0,0 1,0-1,0 0,0 0,0 1,-1-1,1 0,0 1,0-1,0 1,-1 0,1-1,0 1,0-1,-1 1,6 64,-6-60,-1 0,1-1,0 1,0 0,0 0,0-1,1 1,0 0,0 0,0-1,1 1,-1-1,1 1,0-1,1 0,-1 0,1 0,-1 0,1 0,0 0,1-1,2 3,0-2,1 0,-1 0,1-1,-1 0,1-1,0 1,0-1,0-1,0 1,0-1,1 0,-1-1,0 0,0 0,1 0,-1-1,0 0,0-1,0 1,0-1,0-1,0 1,2-3,1 1,0-1,0 0,-1 0,0-1,0-1,0 0,-1 0,0 0,0-1,-1 0,0-1,-1 1,1-1,-2-1,3-3,23-86,-28 144,-4-35,0 0,0 0,1-1,0 1,1 0,0 0,1 0,0-1,0 1,1 0,0-1,1 0,0 0,1 0,-1 0,2-1,-1 0,1 0,0 0,4 2,20 8,0-6</inkml:trace>
  <inkml:trace contextRef="#ctx0" brushRef="#br0" timeOffset="127444.006">4585 3354,'-16'-2,"-9"1,-2 6,5 6,6 11,12 8,8-1</inkml:trace>
  <inkml:trace contextRef="#ctx0" brushRef="#br0" timeOffset="127650.454">4840 4037,'11'-10,"0"1,-1-1,0-1,-1 0,0 0,0-1,-1 0,-1 0,0-1,-1 0,0 0,-1 0,0-1,-2 0,1 0,-2 0,1 0,-2-1,0-5,-1 17,-1 1,0-1,0 1,1-1,-1 1,-1-1,1 1,0 0,-1-1,1 1,-1 0,1 0,-1 0,0 0,0 0,0 1,0-1,0 1,-1-1,1 1,0 0,-1 0,1-1,-1 2,1-1,-1 0,1 1,-1-1,0 1,1 0,-1-1,0 1,1 1,-1-1,1 0,-1 1,0-1,1 1,-1 0,1 0,-1 0,1 0,0 0,-1 0,1 1,0-1,0 1,0 0,-2 1,-4 4,0 0,1 0,0 0,0 1,1 1,0-1,0 1,1 0,0 0,1 0,-1 1,2 0,0-1,0 2,1-1,0 0,0 0,1 1,1-1,0 0,0 1,1-1,1 6,0-11,0 1,0-1,0-1,1 1,-1 0,1-1,0 1,1-1,-1 0,1 0,0 0,0 0,0-1,0 0,1 0,0 0,-1 0,1-1,0 1,0-1,0 0,0-1,1 0,0 1,13 2,0-1,1 0,0-1,-1-2,1 0,1-1,69-8,-5-5</inkml:trace>
  <inkml:trace contextRef="#ctx0" brushRef="#br0" timeOffset="128163.435">6684 4210,'-2'-33,"2"-1,2 1,1-1,1 1,2 0,1 0,1 1,2 0,4-5,-14 35,1 0,-1 0,1 0,0 0,0 0,0 1,0-1,0 0,0 0,0 1,1-1,-1 1,1-1,-1 1,1 0,-1-1,1 1,0 0,0 0,0 0,-1 0,1 1,0-1,0 0,0 1,0-1,0 1,0 0,0-1,0 1,1 0,-1 1,0-1,0 0,0 0,0 1,0-1,0 1,0 0,-1 0,2 0,12 9,-1 1,0 1,-1 0,-1 0,0 1,0 1,-1 0,-1 1,-1 0,0 0,5 12,7 41,-20-66,-1-1,0 1,0 0,0 0,0-1,0 1,0 0,0 0,-1-1,1 1,-1 0,1-1,-1 1,1 0,-1-1,0 1,0-1,0 1,0-1,0 0,0 1,0-1,-1 0,1 0,0 0,-1 0,1 0,-1 0,1 0,-1 0,1 0,-1-1,0 1,1-1,-1 1,0-1,1 0,-3 1,1-1,1 0,-1-1,1 1,-1 0,1-1,-1 0,0 1,1-1,0 0,-1 0,1-1,0 1,-1 0,1-1,0 1,0-1,0 0,0 0,1 1,-1-1,0 0,1-1,-1 1,1 0,0 0,0-1,0 1,0-1,0 1,0-1,1 1,-1-1,1 1,-1-1,1 1,0-1,0 0,1 1,-1-1,0 1,1-2,6-19</inkml:trace>
  <inkml:trace contextRef="#ctx0" brushRef="#br0" timeOffset="128478.281">7205 3943,'28'108,"-27"-107,0 1,-1-1,1 1,0-1,0 0,0 0,0 1,1-1,-1 0,0 0,0 0,1 0,-1-1,1 1,-1 0,0 0,1-1,0 1,-1-1,1 1,-1-1,1 0,-1 0,1 0,0 0,-1 0,1 0,0 0,-1 0,1 0,-1-1,1 1,-1-1,1 1,-1-1,1 0,53-28,-50 26,0 0,-1 0,1-1,-1 1,1-1,-1 0,-1 0,1 0,0-1,-1 0,0 1,0-1,0 0,-1 0,0 0,0-1,0 1,0-1,-1 1,0-1,0 1,-1-1,1 0,-1 1,0-1,-1 0,1 1,-1-1,0 1,-1-1,1 1,-1-1,0 1,-1 0,1 0,-1 0,-3-4,1 3,0 0,0 0,-1 0,0 1,0 0,0 0,-1 1,0-1,0 1,0 1,0-1,0 1,-1 1,0-1,1 1,-1 1,0-1,0 1,0 1,0 0,0 0,0 0,0 1,1 0,-1 0,0 1,0 0,1 1,-1-1,1 2,0-1,0 1,0 0,0 0,1 1,-1 0,1 0,0 0,1 1,-1 0,1 0,1 0,-2 3,3-5,0 1,0 0,1 0,-1 0,1 0,0 0,1 1,-1-1,1 1,0-1,1 1,-1-1,1 1,0-1,1 1,-1-1,1 1,0-1,0 1,1-1,0 0,0 0,0 1,0-1,1-1,0 1,0 0,0-1,0 1,1-1,0 0,0 0,0 0,0-1,1 0,-1 1,84 25,-45-24</inkml:trace>
  <inkml:trace contextRef="#ctx0" brushRef="#br0" timeOffset="128665.861">7353 3354,'-14'-6,"-11"-4,-8 2,-3 5,-3 9,2 10,4 8,8 11,8 4,9 4,6-6</inkml:trace>
  <inkml:trace contextRef="#ctx0" brushRef="#br0" timeOffset="128838.399">7514 3996,'13'11,"14"5,14-2,13-2,11-9,-5-3</inkml:trace>
  <inkml:trace contextRef="#ctx0" brushRef="#br0" timeOffset="129826.741">9117 3796,'14'17,"-1"1,-1 0,-1 1,0 0,-2 1,0 0,-1 1,-1 0,-1 0,-1 0,-1 1,1 10,13 71,-17-103,-1 1,1-1,0 1,-1-1,1 0,0 1,-1-1,1 1,0-1,-1 0,1 0,0 0,0 1,-1-1,1 0,0 0,0 0,-1 0,1 0,0 0,0 0,-1 0,1-1,0 1,-1 0,1 0,0-1,0 1,-1 0,1-1,-1 1,1-1,0 1,-1 0,1-1,-1 0,1 1,-1-1,1 1,-1-1,1 0,-1 1,0-1,1 0,-1 1,0-1,0 0,1 1,-1-1,0 0,0 0,0 1,0-1,0 0,0 0,0 1,0-1,0 0,-1 0,2 0,37-95,-29 69,1 0,2 1,0 1,1 0,10-11,-23 35,0 0,0 0,1 0,-1 1,0-1,0 0,1 0,-1 1,0-1,1 0,-1 0,1 1,-1-1,1 0,0 1,-1-1,1 1,-1-1,1 1,0-1,0 1,-1-1,1 1,0 0,0-1,-1 1,1 0,0 0,0-1,0 1,-1 0,1 0,0 0,0 0,0 0,0 0,0 0,-1 1,1-1,0 0,0 0,0 1,-1-1,1 0,0 1,0-1,-1 1,1-1,0 1,-1-1,1 1,-1-1,1 1,-1 0,1-1,-1 1,1 0,2 12,0 0,-1 1,0-1,-1 0,0 1,-1-1,-2 9,2 5,-1-9,0-12,0 0,0 1,1-1,0 0,0 1,0-1,1 1,0-1,0 0,0 0,1 1,0-1,0 0,1 0,0-1,0 1,0-1,0 1,1-1,0 0,0 0,1-1,-1 1,2 0,5-2,-1 0,1-1,1 0,-1 0,0-2,0 1,1-1,-1-1,0 0,0 0,0-1,0-1,0 0,0 0,0-1,-1-1,0 0,9-5,2-1,0 0,0-2,-2 0,1-1,-2-1,12-12,-30 28,1-1,-1 0,1 0,-1 0,1 1,-1-1,1 0,-1 1,1-1,-1 0,1 1,-1-1,0 1,1-1,-1 0,0 1,1-1,-1 1,0-1,1 1,-1-1,0 1,0 0,0-1,0 1,1-1,-1 1,0-1,0 1,0 0,0-1,0 1,0-1,-1 1,1-1,0 1,0-1,0 1,0 0,-1-1,1 1,0-1,0 1,-1-1,1 0,-1 1,1-1,0 1,-1-1,1 1,-1-1,0 21,3-16,1-1,0 1,0-1,0 1,0-1,0 0,1 0,0-1,0 1,0-1,0 0,1 0,-1 0,1-1,-1 1,1-1,0 0,0 0,0-1,0 0,0 0,1 0,-1 0,0-1,0 0,1 0,-1 0,0-1,0 1,1-1,-1-1,4 0,-6 1,0-1,-1 1,1 0,0-1,-1 1,0-1,1 1,-1-1,0 0,0 0,0 0,0-1,0 1,-1 0,1-1,-1 1,1-1,-1 1,0-1,0 0,0 0,0 1,-1-1,1 0,-1 0,1 0,-1 0,0 0,-1-2,1-1,-1 0,0 0,0 0,0 0,-1 0,0 0,0 1,-1-1,1 1,-1-1,0 1,-1 0,-3-4,0 2,0 1,0-1,-1 2,0-1,0 1,0 0,0 1,-1 0,0 0,0 1,0 0,0 1,-1 0,1 0,0 1,-1 0,-6 0,11 1,0 0,0 0,0 1,0-1,1 1,-1 0,0 0,0 1,1-1,-1 1,1 0,-1 1,1-1,0 1,0-1,0 1,0 0,0 1,1-1,-1 1,1 0,0-1,0 1,1 1,-1-1,1 0,0 1,0-1,0 1,1-1,-1 1,1 0,0 0,1 1,-3 30</inkml:trace>
  <inkml:trace contextRef="#ctx0" brushRef="#br0" timeOffset="130181.218">10321 4037,'-8'-95,"4"1,5-1,4 1,3 0,5 0,4 1,25-78,-32 140,-3 25,-7 22,-45 365,36-297,5 0,4 41,1-95,2-1,1 1,1-1,2 0,1-1,1 1,1-2,12 24,24 15,-28-48</inkml:trace>
  <inkml:trace contextRef="#ctx0" brushRef="#br0" timeOffset="130439.528">9946 3715,'18'5,"22"1,27 2,23 0,16-2,8-2,-15-1</inkml:trace>
  <inkml:trace contextRef="#ctx0" brushRef="#br0" timeOffset="130722.294">10828 4077,'-2'87,"3"-85,-1 0,0 1,1-1,-1 0,1 1,0-1,0 0,0 0,0 0,0 1,0-1,0 0,1-1,-1 1,1 0,0 0,-1-1,1 1,0-1,0 1,0-1,0 0,0 0,0 1,0-2,1 1,-1 0,0 0,1-1,-1 1,0-1,1 0,-1 0,1 0,5-1,0-2,-1 1,0-1,1 0,-1-1,0 1,0-1,-1-1,1 1,-1-1,0-1,0 1,-1-1,0 0,0 0,0 0,-1-1,1 0,-2 1,1-2,-1 1,0 0,0-3,1 2,0 0,-1 0,0-1,0 0,-1 1,-1-1,1 0,-1 0,-1 0,1 0,-2 0,1 0,-1 0,-1 0,1 0,-2 1,1-1,-1 0,0 1,-1 0,0 0,0 0,-1 0,0 1,0-1,-1 1,0 1,-4-5,7 9,-1 0,0 1,1-1,-1 1,0 0,0-1,0 2,0-1,0 0,0 1,0 0,0 0,0 0,0 0,-1 1,1-1,1 1,-1 0,0 1,0-1,0 1,0-1,1 1,-1 0,1 0,-1 1,1-1,0 1,-2 2,-4 2,1 2,0-1,0 1,0 0,2 1,-1 0,1 0,0 0,-3 10,7-16,-1 2,1-1,0 0,0 0,1 1,0-1,-1 0,2 1,-1 0,1-1,0 1,0-1,0 1,1-1,0 1,0-1,0 1,1-1,0 0,0 1,0-1,1 0,-1 0,1-1,1 1,-1-1,0 1,1-1,0 0,0 0,0-1,1 1,-1-1,1 0,0 0,4 2,33 6,-3-6</inkml:trace>
  <inkml:trace contextRef="#ctx0" brushRef="#br0" timeOffset="131508.593">11002 3354,'-122'-1,"117"2,-1 0,0 0,0 0,0 1,0 0,1 0,-1 1,1 0,0 0,0 0,0 0,0 1,0 0,1 0,0 0,-1 0,2 1,-4 4,5-6,0 1,0 0,1 0,-1-1,1 1,0 0,0 0,0 1,1-1,0 0,-1 0,1 0,1 0,-1 0,1 0,-1 0,1 0,0 0,1 0,-1 0,1 0,-1 0,1-1,1 2,62 78,11-9,-42-44,-1 3,-2 0,-2 2,0 1,8 18,65 164,-100-215,-1 1,1-1,0 0,1 0,-1 0,0 0,1 0,0 0,0-1,0 1,0-1,0 0,0 0,0 0,1 0,-1-1,1 1,-1-1,1 0,0 0,0 0,-1-1,1 1,0-1,0 0,0 0,-1 0,1-1,0 1,0-1,-1 0,1 0,0 0,-1 0,1-1,1 0,6-6,-1 0,1-1,-2 0,1 0,-1-1,-1 0,0-1,0 0,-1 0,0 0,-1-1,0 0,-1 0,-1-1,0 0,0 0,-1 1,-1-2,0 1,-1 0,-1-13,-1 38,-1-2,1 1,0 0,0-1,1 1,0 0,1-1,0 1,1-1,0 1,1-1,0 0,0 1,1-2,1 1,-1 0,2-1,-1 0,1 0,6 7,-6-12,1-1,-1 1,1-1,-1 0,1 0,0-1,0 0,0 0,0-1,0 1,1-2,-1 1,0-1,1 0,-1-1,0 1,0-2,0 1,1-1,-1 0,-1 0,1-1,0 0,0 0,-1 0,0-1,0 0,0-1,0 1,-1-1,1 0,-1 0,-1-1,1 1,-1-1,0 0,0-1,0 1,-1-1,0 1,0-1,-1 0,1-6,1-4,0 0,-2 0,0 0,-1-1,0 1,-2-9,-12 94,12-63,2 81,-1-83,1 0,0 0,0 0,0 0,0 0,0 0,1-1,0 1,-1 0,1-1,0 1,0-1,0 1,1-1,-1 0,1 0,-1 0,1 0,-1-1,1 1,0-1,0 1,0-1,0 0,2 0,6 1,0-2,0 0,0 0,-1 0,1-2,0 1,0-1,-1-1,1 0,-1 0,0-1,0-1,0 0,-1 0,1 0,-1-1,-1-1,1 0,-1 0,0 0,0-1,1-3,-3 4,0 1,0-1,-1 0,0 0,-1-1,0 0,0 1,0-1,-1-1,0 1,-1 0,0-1,0 1,0-1,-1 0,-1 1,0-1,0 0,0 0,-2-7,1 14,0 0,1 1,-1-1,0 1,0-1,0 1,0-1,0 1,0 0,0-1,0 1,-1 0,1 0,0 0,-1 0,1 0,-1 0,1 0,-1 1,1-1,-1 1,0-1,1 1,-1-1,0 1,1 0,-1 0,0 0,0 0,1 0,-1 0,0 0,1 0,-1 1,0-1,1 1,-1-1,0 1,1 0,-1 0,-56 43,55-40,0 0,1 0,0 1,0-1,0 1,0 0,1-1,-1 1,1 0,1 0,-1 0,1 0,-1-1,1 1,1 0,-1 0,1 0,0 0,0 0,0-1,1 1,-1 0,1-1,0 1,1-1,-1 0,1 1,0-1,0-1,0 1,0 0,1-1,-1 1,1-1,0 0,3 1,14 12,1-2,1-1,0-1,0 0,20 5,46 16</inkml:trace>
  <inkml:trace contextRef="#ctx0" brushRef="#br0" timeOffset="131749.927">13649 3835,'-2'14,"-1"14,4 10,5 9,6 5,3 0,-1-1,-1-5,-2-11</inkml:trace>
  <inkml:trace contextRef="#ctx0" brushRef="#br0" timeOffset="132445">13542 3569,'65'10,"0"2,-1 4,-1 2,-1 3,0 3,-2 3,-46-21,-1 1,0 1,-1 0,0 1,0 0,0 1,-1 0,-1 1,0 0,0 1,-1 0,-1 0,0 1,-1 0,0 1,-1-1,0 1,-1 0,-1 1,0-1,1 12,9 60,-12-84,0 0,0-1,0 1,0 0,0-1,0 0,1 1,-1-1,0 0,1 0,-1 0,1-1,-1 1,1 0,-1-1,1 0,-1 0,1 0,0 0,-1 0,1 0,-1 0,1-1,0 0,-1 1,0-1,1 0,-1 0,1 0,-1 0,0-1,0 1,0-1,2 0,13-9,0-1,-1 0,0-1,-1-1,-1 0,0-1,-1 0,0-1,-1-1,-1 0,2-6,-11 20,-2 2,0 0,0 1,0-1,0 0,0 0,0 1,0-1,0 0,0 0,1 1,-1-1,0 0,0 0,1 1,-1-1,0 0,1 1,-1-1,1 1,-1-1,1 0,-1 1,1-1,-1 1,1-1,-1 1,1 0,0-1,-1 1,1-1,0 1,-1 0,1 0,0-1,0 1,-1 0,1 0,0 0,0 0,-1 0,1 0,0 0,0 0,-1 0,1 0,0 1,0-1,-1 0,1 0,0 1,-1-1,1 0,0 1,-1-1,1 1,30 142,-29-135,2 0,-1-1,1 1,0-1,0 1,1-1,0-1,1 1,-1-1,1 1,0-2,1 1,-1-1,1 0,0 0,1-1,-1 0,1 0,0-1,0 0,0 0,0-1,0 0,0 0,1-1,-1 0,1 0,-1-1,1 0,-1-1,6-1,-6 0,1 0,-1-1,0 0,0 0,0-1,0 0,0 0,-1-1,0 0,0 0,0-1,0 0,-1 0,0-1,-1 0,1 0,-1 0,2-4,5-11,-1 0,-1 0,-1-1,-1 0,-1-1,0-3,15-83,-5 0,1-77,-10 94,11-146,-24 178,-5 62,-26 68,18-14,2 0,3 2,2-1,2 2,3-1,3 1,2 0,6 43,-3-65,2 0,1-1,2 0,2 0,1-1,1 0,2 0,1-1,2-1,1-1,5 5,-18-30,-1 0,1 0,1 0,-1 0,1-1,0 0,0 0,1 0,-1-1,1 0,0 0,0 0,1-1,-1 1,1-2,3 2,11-4</inkml:trace>
  <inkml:trace contextRef="#ctx0" brushRef="#br0" timeOffset="132635.5">14504 3475,'25'2,"27"3,25 4,21 1,16 2,3 1,-18-1</inkml:trace>
  <inkml:trace contextRef="#ctx0" brushRef="#br0" timeOffset="133399.875">15160 4277,'16'-22,"-2"-1,-1-1,0 0,-2 0,-1-1,-1-1,-1 0,-1 0,-2 0,0-1,-2 0,0-8,-1 22,-1 0,0 0,-1 0,0-1,-1 1,0 0,-1 0,-1 0,0 0,-1 1,0-1,-1-2,4 14,0 0,1 0,-1 0,0 0,1-1,-1 1,0 0,0 0,0 0,0 1,0-1,0 0,0 0,0 0,0 1,-1-1,1 1,0-1,0 1,0-1,-1 1,1 0,0-1,-1 1,1 0,0 0,-1 0,1 0,0 0,-1 0,1 1,0-1,-1 0,1 1,0-1,0 1,-1-1,1 1,0-1,0 1,0 0,0 0,0 0,0-1,0 1,0 0,0 0,0 0,0 1,1-1,-1 0,0 0,1 0,-1 1,1-1,0 0,-1 0,1 1,0-1,-1 0,1 2,1 1,0-1,0 1,1 0,-1 0,1-1,0 1,0-1,0 0,1 0,-1 1,1-1,-1 0,1-1,0 1,0-1,0 1,0-1,1 0,-1 0,1 0,-1-1,1 1,0-1,0 0,-1 0,1 0,0 0,0-1,2 1,28 6,0-1,0-2,1-2,9 0,100 10,-141-11,1-1,0 1,0-1,-1 1,1 0,-1 1,1-1,-1 1,1-1,-1 1,0 0,0 0,0 0,0 1,0-1,0 1,-1 0,1-1,-1 1,0 0,0 0,0 1,0-1,-1 0,1 1,-1-1,0 1,1 3,2 31,-4-33,-1 0,1 0,0 0,1 0,-1 0,1 0,0-1,0 1,1 0,-1 0,1-1,0 1,0-1,1 0,-1 0,1 1,0-2,0 1,0 0,0 0,1-1,0 0,-1 0,3 1,5-1,0 0,0 0,1-2,-1 1,0-1,1-1,-1 0,1-1,-1 0,1-1,-1 0,0-1,0 0,0 0,0-1,-1-1,1 0,-1 0,8-7,50-35,-68 47,1 0,0 1,-1-1,1 0,0 0,0 0,-1 1,1-1,-1 0,1 1,0-1,-1 1,1-1,-1 0,1 1,0-1,-1 1,1 0,-1-1,0 1,1-1,-1 1,0 0,1-1,-1 1,0 0,1-1,-1 1,0 0,0 0,0-1,0 1,0 0,0-1,0 1,0 0,0 0,0-1,0 1,-1 0,1 0,1 5,1 2,1 0,0 0,0-1,1 1,0-1,0 0,1 0,0 0,0 0,0-1,1 0,0 0,0-1,1 1,0-1,-1-1,2 1,-1-1,0-1,1 1,0-1,0 0,0-1,0 0,0 0,0-1,1 0,-1-1,0 1,1-2,-1 1,0-1,0 0,1-1,-1 0,0 0,0-1,2 0,-6 0,1 0,-1 0,0 0,0 0,0 0,0-1,-1 0,1 0,-1 0,0 0,0 0,0-1,-1 1,0-1,0 0,0 0,0 0,-1 0,1 0,-1 0,-1 0,1 0,-1 0,0 0,0-1,0 1,-1-5,-1 0,0 0,0 0,-1 0,0 1,0-1,-1 1,-1 0,1 0,-2 0,1 1,-1-1,0 1,-7-6,7 8,1 1,-1-1,0 1,0 1,0-1,-1 1,0 1,0-1,0 1,0 0,0 0,-1 1,1 0,-1 1,1-1,-1 1,0 1,1 0,-1 0,0 0,0 1,1 0,-1 0,1 1,-1 0,1 1,-1-1,1 1,0 1,0-1,1 1,-1 0,1 1,0 0,0 0,0 0,1 0,1 0,-1 1,1-1,0 1,0 0,1 0,0 0,0 0,0 1,1-1,0 1,0 0,1-1,-1 1,2 0,-1 0,1 0,0 0,0 0,1 0,0 0,0 0,0 0,1-1,0 1,1-1,0 1,-1-1,2 0,-1 0,1 0,0 0,0-1,1 1,0-1,-1 0,2-1,-1 1,1-1,-1 0,1 0,0-1,0 0,5 2,32 5,-1-6</inkml:trace>
  <inkml:trace contextRef="#ctx0" brushRef="#br0" timeOffset="134119.48">16457 3462,'-4'-5,"1"1,-1-1,0 1,0 0,-1 1,1-1,-1 1,0 0,0 0,0 0,0 1,0 0,-1 0,1 0,-1 0,1 1,-1 0,1 0,-1 1,0-1,0 1,1 1,-1-1,0 1,1 0,-1 0,0 0,1 1,0 0,-1 0,1 1,0-1,0 1,0 0,0 0,1 1,0-1,-1 1,0 2,1-1,1 0,-1 1,2-1,-1 1,1-1,-1 1,2 0,-1 0,1 0,-1 0,2 0,-1 1,1-1,0 0,0 0,0 0,1 0,0 0,1 1,-1-2,1 1,0 0,0 0,1 0,6 13,1-1,0-1,2 0,0 0,0-1,12 11,23 24,-11-15,-2 2,-2 1,-1 2,-2 1,-2 2,0 3,21 59,-48-105,1-1,-1 1,1-1,-1 1,1-1,-1 1,1-1,-1 1,1-1,0 1,-1-1,1 0,0 0,-1 1,1-1,0 0,0 0,-1 0,1 0,0 0,-1 1,1-1,0-1,0 1,-1 0,1 0,0 0,-1 0,1 0,0-1,0 1,-1 0,1-1,-1 1,1 0,0-1,-1 1,1-1,-1 1,1-1,-1 1,1-1,-1 1,1-1,-1 0,0 1,1-1,19-32,-7-3,-1 0,-2-1,-1 0,-2 0,-2-1,-1 0,-2 0,-1-4,-1-9,33 72,-14-12,0 0,1-2,0 0,0-1,0-2,3 1,29 7,-49-11,6-1,-1 2,0-1,0 1,0 0,0 0,-1 1,1 1,-1-1,1 1,-1 0,0 1,-1-1,1 1,-1 1,0-1,0 1,0 0,-1 1,0-1,0 1,-1 0,2 5,0 48,-6-54,-1 1,1-1,1 0,-1 0,1 1,0-1,0 0,1 0,0 0,0 0,0 0,4 4,-3-6,1-1,0 0,0-1,0 1,1-1,-1 1,1-1,-1-1,1 1,0-1,-1 1,1-1,0-1,0 1,0-1,0 0,0 0,0 0,0 0,-1-1,1 0,0 0,0-1,0 1,-1-1,1 0,1-1,7-5,-1 0,0-1,-1-1,1 0,-2 0,0-1,0-1,-1 0,0 0,-1 0,0-1,-1 0,-1-1,0 0,-1 0,0 0,-1 0,-1-1,0 0,0-2,-1-8,-2 25,0 0,0 1,0-1,0 0,0 1,0-1,0 0,0 1,-1-1,1 0,0 1,0-1,0 0,0 1,-1-1,1 0,0 0,0 1,-1-1,1 0,0 0,0 1,-1-1,1 0,0 0,-1 0,1 0,0 1,-1-1,1 0,0 0,-1 0,1 0,0 0,-1 0,1 0,0 0,-1 0,1 0,0 0,-1 0,1 0,0 0,-1-1,1 1,0 0,-1 0,1 0,0 0,-1-1,1 1,0 0,0 0,-1 0,1-1,0 1,0 0,-1 0,1-1,0 1,0 0,0-1,0 1,-8 14,1 1,0 0,1 0,1 0,0 1,2 0,-1 0,2 0,0 0,1 0,1 0,0 1,1-1,0-9,0-1,0 0,0 0,1 1,0-1,0 0,1-1,0 1,0 0,0-1,0 1,1-1,0 0,0 0,0-1,1 1,0-1,0 0,0 0,0 0,0-1,1 0,0 0,-1 0,1-1,6 2,27 4</inkml:trace>
  <inkml:trace contextRef="#ctx0" brushRef="#br0" timeOffset="134405.911">17500 3301,'-14'14,"-2"13,6 11,5 0</inkml:trace>
  <inkml:trace contextRef="#ctx0" brushRef="#br0" timeOffset="134769.832">17687 3903,'28'-18,"-1"-1,0-2,-2 0,0-2,-2 0,0-2,-2-1,0 0,-2-2,-1 0,-2-1,0-1,-2 0,-1-1,-2 0,-1-1,-2-1,2-12,1-2,-2-1,-2 1,-2-1,-3 0,-3-48,1 89,0 0,-1 1,0-1,0 0,-1 0,0 1,0-1,-1 1,1-1,-1 1,-2-3,4 8,0 0,1 1,-1-1,0 0,0 1,0-1,1 1,-1-1,0 1,0-1,0 1,0-1,0 1,0 0,0-1,0 1,0 0,0 0,0 0,0 0,0 0,0 0,0 0,0 0,0 0,0 1,0-1,0 0,0 1,0-1,0 0,0 1,1-1,-1 1,0 0,0-1,0 1,1 0,-1-1,0 1,1 0,-1 0,0 0,1-1,-1 1,1 1,-8 11,1 0,0 1,1 0,1 0,0 0,1 1,1 0,0-1,0 1,1 8,1-12,-8 42,2 1,3 0,2 0,2 0,3 0,2 0,2 0,3-1,2 0,2-1,3 0,7 13,-18-54,0 1,0-2,1 1,1-1,-1 0,2 0,-1-1,3 2,-9-9,0 0,0-1,1 1,-1 0,0-1,1 1,-1-1,1 0,0 0,-1 0,1 0,0 0,0-1,0 1,-1-1,1 0,0 1,0-1,0-1,0 1,0 0,0-1,-1 1,1-1,0 0,0 0,-1 0,1 0,-1-1,1 1,-1-1,1 1,-1-1,0 0,0 0,0 0,2-2,7-12,-1 0,-1-1,0 0,-1-1,-1 0,0 0,-1 0,-2-1,0 0,0 0,-2 0,0 0,-2-1,0 1,-1-1,-8-51,8 70,1 1,0-1,-1 0,1 0,0 0,-1 1,1-1,-1 0,1 0,-1 1,0-1,1 0,-1 1,0-1,1 1,-1-1,0 1,0-1,0 1,1 0,-1-1,0 1,0 0,0 0,0-1,0 1,1 0,-1 0,0 0,0 0,0 0,0 0,0 0,0 1,0-1,1 0,-1 0,0 1,0-1,0 0,1 1,-1-1,0 1,0-1,1 1,-1-1,0 1,1 0,-1-1,1 1,-1 0,0 0,-29 41,27-37,1 1,0 0,0 0,0-1,0 1,1 0,0 0,0 1,1-1,0 0,0 0,0 0,1 0,0 0,0 0,0 0,1 0,0 0,0 0,0-1,1 1,0-1,0 1,1-1,-1 0,1 0,0-1,0 1,1-1,-1 0,3 2,8 4,0-1,1 0,0-1,1-1,-1 0,1-1,0-1,3 0,67 15</inkml:trace>
  <inkml:trace contextRef="#ctx0" brushRef="#br0" timeOffset="135830.18">20627 3221,'-13'11,"-5"11,0 9,5-2</inkml:trace>
  <inkml:trace contextRef="#ctx0" brushRef="#br0" timeOffset="135549.35">20374 4090,'-4'-31,"1"-1,2 0,1 1,1-1,2 0,1 1,2 0,1 0,4-10,15-15,-26 55,1 0,0-1,0 1,0 0,0 0,0 0,0 0,1 0,-1 0,0 0,0 0,1 1,-1-1,1 0,-1 1,0-1,1 1,-1-1,1 1,-1 0,1 0,-1 0,1 0,0 0,-1 0,1 0,-1 0,1 0,-1 1,1-1,-1 1,0-1,1 1,-1 0,1-1,-1 1,1 1,82 82,-73-71,28 49,-39-61,0 0,0 0,0 0,0 0,-1 0,1-1,0 1,-1 0,1 0,-1 0,1-1,-1 1,1 0,-1 0,1-1,-1 1,0-1,1 1,-1 0,0-1,0 1,1-1,-1 0,0 1,0-1,0 0,0 1,1-1,-1 0,0 0,0 0,0 0,0 0,0 0,0 0,0 0,1 0,-1 0,0 0,0 0,0-1,0 1,0 0,1-1,-1 1,0-1,0 1,1-1,-1 1,0-1,1 1,-1-1,0 0,1 1,-1-1,-1-1,-1 1,1-1,0 0,0 0,0 0,0 0,0 0,1 0,-1 0,1 0,-1-1,1 1,0-1,0 1,0-1,0 0,0 1,1-1,-1 0,1 1,-1-1,1 0,0 0,0 1,1-1,-1 0,1 0,-1 1,1-1,0 0,0-1,2-2,0-1,0 1,1 0,0 0,0 0,0 0,1 1,0 0,0 0,0 0,6-4,1 1,0 0,1 0,0 2,0-1,1 2,-1-1,1 2,0 0,1 1,-1 0,1 1,1 0,-14 2,1 1,-1-1,0 0,0 0,0 1,0-1,0 1,0 0,0 0,0-1,0 1,0 1,0-1,0 0,-1 0,1 1,0-1,-1 1,1-1,-1 1,0 0,1-1,-1 1,0 0,0 0,0 0,0 0,-1 0,1 0,0 0,-1 2,5 73,-5-60,0-7,0-1,1 0,0 0,1 0,0 0,0 0,1 0,0-1,2 5,-4-10,1-1,-1 1,1-1,-1 1,1-1,0 0,0 0,0 0,0 0,1 0,-1 0,1 0,-1-1,1 1,-1-1,1 0,0 0,-1 0,1 0,0 0,0 0,0-1,0 0,0 1,0-1,0 0,0 0,0-1,-1 1,3-1,18-5</inkml:trace>
  <inkml:trace contextRef="#ctx0" brushRef="#br0" timeOffset="136035.632">20547 4103,'-4'25,"-4"20,-4 13,2 9,1 3,3-2,3-4,5-9,4-13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5:25.8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2099 455,'-191'-8,"-129"2,263 7,-1 2,1 2,0 3,1 3,0 2,-4 3,2 3,1 2,1 2,1 3,1 2,2 3,1 2,1 2,2 2,2 2,1 2,3 2,-9 13,9-2,3 1,2 2,3 2,3 1,2 1,3 1,2 2,3 1,-26 127,7 3,9 1,3 83,7-94,12-103,-24 197,12 2,12 132,17-325,3 0,5 0,3-2,3 0,5-2,3-1,4-1,3-2,4-1,48 69,-64-106,1-2,3-1,1-2,1-1,2-1,2-2,1-1,1-1,2-3,0-1,2-2,40 18,-31-24,1-3,0-1,1-3,0-2,1-2,0-2,1-3,-1-3,0-1,1-3,-1-2,2-3,18-6,-1-2,-1-4,-1-3,-1-3,-2-2,0-4,-2-3,25-20,-36 18,-2-2,-2-3,-2-2,-2-1,-2-3,-2-2,-2-1,-2-2,-3-2,-1-5,60-127,-8-3,-9-4,-8-3,4-50,-25 76,-7-1,-8-3,-7 0,-8-2,-8 0,-8 0,-8-14,-11 4,-8 2,-7 1,-10 1,-7 3,-28-57,55 173,-2 0,-3 2,-3 1,-3 2,-2 0,-3 3,-20-22,43 63,0 1,-1 1,0 0,-1 1,-1 0,0 2,0 0,-1 1,-1 1,0 1,0 0,0 2,-1 0,0 1,0 2,0 0,-1 1,1 1,-1 1,-5 1,-12 4,0 1,0 3,0 0,1 3,-6 4,-60 25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5:33.0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5:31.0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70 312,'-2'14,"-1"13,-2 9,-3 6,1 2,-2 0,1-5,3-6,1-10</inkml:trace>
  <inkml:trace contextRef="#ctx0" brushRef="#br0" timeOffset="187.008">17 5,'-9'-5,"1"6,12 9,11 12,4 3</inkml:trace>
  <inkml:trace contextRef="#ctx0" brushRef="#br0" timeOffset="449.369">257 580,'49'-60,"-29"38,-1-1,-1 0,-1-2,-1 0,-1-1,-1 0,7-22,-20 46,0 1,0-1,0 0,-1 0,1 1,0-1,-1 0,1 0,-1 0,0 0,1 0,-1 1,0-1,0 0,-1 0,1 0,0 0,0 0,-1 0,1 0,-1 1,0-1,0 0,1 0,-1 1,0-1,0 0,-1 1,1-1,0 1,0 0,-1-1,1 1,-1 0,1 0,-1 0,0 0,1 0,-1 0,0 0,0 0,1 1,-1-1,0 1,0 0,0-1,0 1,0 0,0 0,0 0,1 0,-2 0,-7 3,1 1,-1 0,1 0,0 1,0 0,1 0,-1 1,1 0,1 0,-1 1,1 0,0 1,0-1,1 1,0 1,1-1,0 1,0 0,1 0,0 0,0 1,1-1,0 1,1 3,1-7,0 1,1 0,0 0,0 0,1-1,0 1,0 0,0-1,1 1,0-1,0 1,1-1,0 0,0 0,0 0,1 0,0-1,0 1,1-1,-1 0,1 0,0-1,0 1,0-1,1 0,0-1,0 1,0-1,0 0,0-1,0 1,6 0,108 24,-62-23</inkml:trace>
  <inkml:trace contextRef="#ctx0" brushRef="#br0" timeOffset="965.787">1019 259,'-15'-7,"0"2,-1 0,0 1,0 1,0 0,-13 0,24 2,-1 1,1 0,-1 0,1 0,0 1,-1 0,1 0,0 0,-1 1,1 0,0 0,0 0,0 0,1 1,-1 0,0 0,1 0,0 0,0 1,0 0,-3 3,5-5,1 0,0 1,-1-1,1 0,0 1,0-1,0 1,1-1,-1 1,0 0,1-1,0 1,0-1,0 1,0 0,0-1,0 1,1 0,-1-1,1 1,0-1,-1 1,1-1,0 1,1-1,-1 0,0 1,1-1,1 2,58 53,97 47,-156-103,-1 0,1 0,0 0,0 0,0 1,-1-1,1 1,-1-1,1 1,-1 0,1-1,-1 1,0 0,0 0,0 0,0 0,0 0,0 0,-1 0,1 0,-1 0,1 0,-1 0,0 1,0-1,0 0,0 0,0 0,0 1,-1-1,1 0,-1 0,0 0,1 0,-1 0,0 0,0 0,0 0,0 0,-1-1,1 1,-1 0,1-1,-1 1,1-1,-1 1,-1 0,-7 4,0-1,-1 0,0 0,0-2,0 1,-1-1,1-1,-1 0,1 0,-1-1,0-1,-10 0,22-1,0 0,-1 1,1-1,0 1,0-1,0 1,0-1,-1 0,1 1,0-1,0 1,0-1,0 0,0 1,1-1,-1 1,0-1,0 0,0 1,0-1,1 1,-1-1,0 1,0-1,1 1,-1-1,0 1,1-1,-1 1,1-1,-1 1,1-1,-1 1,1 0,-1-1,1 1,-1 0,1 0,-1-1,1 1,-1 0,1 0,0 0,-1 0,1 0,0-1,228-138,-101 55,-126 82,-1 1,-1 0,1 0,0 1,-1-1,1 0,0 0,0 0,0 1,-1-1,1 0,0 1,0-1,0 1,0-1,0 1,0-1,0 1,0 0,0 0,0-1,1 1,-1 0,0 0,0 0,0 0,0 0,0 0,0 0,0 1,0-1,0 0,0 1,0-1,0 0,0 1,0 0,0-1,0 1,0-1,0 1,0 0,-1 0,1-1,0 1,0 0,0 1,-15 117,14-112,0 0,0 0,1 0,0 0,0 1,1-1,-1-1,2 1,-1 0,1 0,3 5,6 6</inkml:trace>
  <inkml:trace contextRef="#ctx0" brushRef="#br0" timeOffset="1239.078">1341 18,'-3'2,"2"10,6 15,6 13,1 1</inkml:trace>
  <inkml:trace contextRef="#ctx0" brushRef="#br0" timeOffset="1732.841">1514 620,'11'-27,"-2"-1,-1-1,-1 0,-1 0,-2 0,-1 0,-1-23,-2 50,8-143,-8 144,1 0,0 0,-1 0,1 1,0-1,0 0,0 0,0 0,0 1,0-1,0 0,0 1,0-1,0 1,0-1,0 1,0 0,1 0,-1-1,0 1,0 0,0 0,1 0,-1 0,0 0,0 0,0 0,1 1,-1-1,0 0,0 1,0-1,0 1,0-1,0 1,0 0,0-1,0 1,0 0,0-1,0 1,0 0,-1 0,1 0,0 0,6 3,150 70,-152-72,-1 0,0 0,0 1,0-1,0 1,0 0,-1 0,1 0,-1 1,0-1,0 1,0 0,0-1,-1 1,1 1,-1-1,0 0,0 0,-1 1,1-1,-1 1,0 0,0-1,-1 1,1 0,-1 3,-7 52,5-49,0 0,1 0,0 0,1 0,0 1,0-1,1 0,1 0,0 0,1 2,-2-10,1 0,-1 0,1 0,0 0,0 0,0 0,0-1,0 1,0-1,1 0,-1 1,1-1,0 0,0-1,-1 1,1 0,0-1,0 1,1-1,-1 0,0 0,0-1,1 1,-1-1,0 1,1-1,-1 0,0 0,1 0,0-1,6 0,0-1,1 0,-1 0,-1-1,1 0,0-1,-1 0,0-1,4-2,3-5,0 0,-1-1,0-1,-1 0,-1-1,0 0,-1-1,-1-1,0 0,-1 0,-1-1,-1 0,3-12,-16 52,0 0,1 1,2-1,0 1,1 0,2 3,-1-21,0-1,1 0,0 1,-1-1,2 0,-1 0,0 0,1 0,0 0,0 0,0 0,0 0,1-1,-1 1,1-1,0 0,0 1,3 1,13 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5:29.8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171 792,'-3'18,"-4"17,-5 19,-3 14,-5 11,-1 8,-1 1,-2-4,-1-6,4-17</inkml:trace>
  <inkml:trace contextRef="#ctx0" brushRef="#br0" timeOffset="507.762">23 1165,'31'-319,"-32"316,1 0,0 1,0-1,0 0,1 0,-1 0,1 1,0-1,-1 0,1 1,0-1,0 0,1 1,-1-1,1 1,-1 0,1 0,0-1,-1 1,1 0,0 0,1 0,-1 1,0-1,0 1,1-1,-1 1,1 0,-1 0,1 0,0 0,-1 0,1 0,0 1,0-1,0 1,1 0,6 3,0 1,0 0,0 1,-1 0,1 0,-1 1,0 0,-1 0,0 1,0 1,0-1,-1 1,0 0,-1 1,0 0,0 0,0 2,-3-8,-1 0,0-1,0 1,0 0,0 1,0-1,-1 0,1 0,-1 1,0-1,0 1,-1-1,1 1,-1 0,1-1,-1 1,0-1,0 1,-1 0,1-1,-1 1,0-1,0 1,0-1,0 1,0-1,-1 0,0 0,0 0,0 0,0 0,0 0,0 0,-1 0,1-1,-1 1,0-1,0 0,1 0,-1 0,1-1,0 1,-1-1,1 0,-1 0,1 0,-1 0,0 0,1 0,-1-1,0 0,1 1,-1-1,0 0,0 0,1 0,-1-1,0 1,0-1,1 1,-1-1,1 0,-1 0,0 0,1 0,0-1,-1 1,1-1,0 1,0-1,0 0,0 0,0 0,0 0,0 0,1 0,-1-1,1 1,-1 0,1-1,0 1,-1-3,3-8,1 0,0 0,1 0,0 1,1-1,0 1,1 0,1 1,0-1,0 1,1 0,0 0,1 1,1 0,-4 3,88-126,82-128,-150 220,-2-2,-2 0,-2-1,-2-1,-2 0,-2-2,0-5,-16 3,1 49,1-1,0 1,0 0,0 0,0 0,0 0,0-1,-1 2,1-1,0 0,0 0,0 0,0 0,0 1,0-1,0 0,0 1,-1-1,1 1,1 0,-1-1,0 1,0 0,0-1,0 1,0 0,1 0,-1 0,0 0,0 0,1 0,-15 18,2 0,0 0,1 1,2 1,0 0,1 0,1 1,0 0,2 1,0 3,-10 33,2 0,3 1,3 0,2 1,3 0,2 0,3 0,3-1,2 1,7 18,-5-44</inkml:trace>
  <inkml:trace contextRef="#ctx0" brushRef="#br0" timeOffset="900.385">345 551,'135'56,"-86"-34,-2 2,0 2,-2 2,-1 2,-1 1,-2 3,2 4,26 60,-67-94,0 1,0-1,0 0,0 1,-1 0,0-1,0 1,0 0,-1-1,0 1,1 0,-2 0,1-1,0 1,-1 0,0-1,0 1,0 0,-1-1,0 0,0 1,0-1,-1 3,1-5,1-1,0 1,0 0,-1 0,1-1,0 1,-1-1,0 1,1-1,-1 1,0-1,0 0,0 0,0 0,0 0,0 0,0-1,0 1,0-1,0 1,0-1,0 0,-1 0,1 0,0 0,0 0,0 0,0 0,-1-1,1 1,0-1,0 0,0 1,0-1,0 0,0 0,0 0,1-1,-1 1,0 0,1-1,-1 1,1-1,-1 1,1-1,-1 0,1 0,0 1,-1-3,-2-7,1 1,0-1,0 0,1 0,0 0,1 0,0-1,1 1,1 0,-1 0,2 0,-1 0,2 0,-1 0,2 0,-1 0,1 1,1 0,0 0,1 0,1-3,-1 5,1 1,-1-1,1 1,0 0,1 1,-1-1,1 2,1-1,-1 1,1 0,0 1,0 0,0 0,1 1,-1 1,1-1,-1 1,1 1,6-1,13 1,1 0,-1 2,1 2,-1 0,27 7,15 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5:26.5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168 363,'-2'14,"-3"15,-6 18,-2 15,-5 14,-2 10,-4 3,-1-1,-2-7,4-18</inkml:trace>
  <inkml:trace contextRef="#ctx0" brushRef="#br0" timeOffset="389.294">35 470,'2'30,"2"-2,1 1,1 0,2-1,0 0,2-1,2 0,0 0,2 0,-4-4,0 0,2-1,1 0,0 0,2-1,0-1,2-1,0 0,1-1,1-1,12 9,-28-24,1 0,-1 0,0 0,1 0,-1-1,1 1,0-1,-1 0,1 0,0 0,0-1,-1 1,1-1,0 0,0 0,0 0,0-1,0 1,-1-1,1 0,0 0,-1 0,1-1,0 1,-1-1,0 0,1 0,-1 0,0 0,0-1,0 1,0-1,-1 0,1 0,-1 0,2-2,7-14,-1-2,-2 1,0-1,-1 0,0-1,-2 1,-1-1,-1-1,0 1,-2-3,-1 23,22-459,-19 450,0 25,-3-12,5 29</inkml:trace>
  <inkml:trace contextRef="#ctx0" brushRef="#br0" timeOffset="681.293">610 951,'-1'2,"0"0,0-1,0 1,0-1,1 1,-1 0,1 0,-1-1,1 1,0 0,0 0,0 0,0-1,0 1,0 0,0 0,0 0,1-1,-1 1,1 0,-1-1,1 1,0 0,0-1,0 1,0-1,0 1,0-1,0 1,0-1,0 0,1 1,-1-1,1 0,-1 0,1 0,-1 0,1 0,-1-1,1 1,0 0,-1-1,1 1,0-1,0 0,1 1,4-3,1 0,0 0,-1-1,1 0,-1 0,0-1,0 1,0-2,-1 1,1-1,-1 0,0 0,0-1,-1 0,0 0,0 0,0 0,-1-1,0 0,0 0,0 0,-1 0,0-1,-1 1,1-4,-1 5,-1 0,0 0,0-1,0 1,-1 0,0 0,0-1,0 1,-1 0,0 0,0-1,-1 1,0 0,0 0,1 3,0 1,0-1,-1 1,1-1,-1 1,1 0,-1 0,0 0,0 0,0 0,0 0,0 0,-1 1,1-1,0 1,-1 0,1-1,-1 1,1 0,-1 0,0 1,1-1,-1 1,0-1,0 1,1 0,-1 0,0 0,0 0,1 0,-1 1,-2 0,-2 2,0 0,0 0,0 0,0 1,1 0,0 0,0 1,0 0,0 0,1 0,0 1,0 0,0 0,1 0,0 0,0 1,0-1,1 1,0 0,1 0,-1 1,1-1,1 0,-1 1,1 6,-3 24</inkml:trace>
  <inkml:trace contextRef="#ctx0" brushRef="#br0" timeOffset="972.858">1292 82,'0'14,"-3"18,-2 19,-1 20,-2 13,-1 9,-2 4,-1-1,-1-5,0-9,1-14,2-12,-1-15,-1-15,3-11</inkml:trace>
  <inkml:trace contextRef="#ctx0" brushRef="#br0" timeOffset="1139.412">957 604,'-4'0,"4"4,15 5,22 2,24 0,19-1,-4-1</inkml:trace>
  <inkml:trace contextRef="#ctx0" brushRef="#br0" timeOffset="1911.033">1666 751,'-7'1,"-26"3,-1 1,1 1,1 2,-21 8,45-14,1 1,-1 1,0 0,1 0,0 0,0 1,0 0,0 0,1 1,0-1,0 2,0-1,1 1,0-1,0 1,1 1,0-1,0 1,1-1,-3 8,5-12,0 0,1 0,-1-1,1 1,-1 0,1 0,0 0,0-1,0 1,0 0,0 0,1 0,0-1,-1 1,1 0,0 0,0-1,0 1,1-1,-1 1,1-1,-1 1,1-1,0 0,0 0,0 0,0 0,0 0,0 0,1-1,-1 1,0-1,1 1,0-1,-1 0,1 0,0 0,-1-1,1 1,0 0,0-1,-1 0,2 0,8-1,0-1,0 0,0-1,-1 0,1-1,-1 0,0-1,0 0,0 0,-1-2,0 1,0-1,0-1,-1 0,0 0,-1 0,0-1,0-1,-1 1,0-1,-1-1,0 1,2-7,8-16,-14 56,-3-16,8 96,-6-99,0 0,0-1,1 1,-1 0,1-1,0 1,0-1,0 0,1 0,-1 0,1 0,0 0,-1 0,1-1,1 1,-1-1,0 0,0 0,1 0,0 0,-1-1,1 1,0-1,-1 0,2 0,3 0,0 0,-1 0,1-1,0 0,0-1,-1 1,1-1,0-1,-1 0,1 0,-1 0,1-1,-1 0,0 0,0-1,-1 0,1 0,0-1,6-4,-1-1,0 0,0-1,-1-1,-1 0,0 0,0-1,3-6,7-21,-2 0,-2-2,-1 0,-2 0,-2-1,-2-1,-2 0,1-30,3-46,-5 1,-6-65,-4 149,4 35,0 0,0 1,0-1,-1 0,1 0,0 1,0-1,-1 0,1 1,0-1,0 0,-1 0,1 0,0 1,-1-1,1 0,0 0,-1 0,1 0,-1 0,1 1,0-1,-1 0,1 0,0 0,-1 0,1 0,-1 0,1 0,0-1,-1 1,1 0,0 0,-1 0,1 0,0 0,-1 0,1-1,0 1,-1 0,1 0,0-1,-1 1,1 0,0 0,0-1,-1 1,1 0,0-1,-7 25,1 0,0 0,2 0,1 0,1 5,-1 2,-11 107,7 1,6 1,8 37,-7-176,0 18,1 0,1 0,0 0,2-1,0 1,1-1,1 0,0 0,2 0,0-1,7 11,-13-25,0-1,0 1,0-1,0 0,1 0,-1 0,1 0,-1 0,1 0,0-1,-1 1,1-1,0 0,0 0,0 0,0 0,0 0,0-1,1 0,-1 1,0-1,0 0,0 0,0-1,0 1,1-1,-1 1,0-1,0 0,0 0,0 0,-1-1,1 1,2-2,5-3,0-1,-1-1,1 0,-1 0,-1 0,0-1,0 0,3-6,73-134,-94 198,7-43,1 0,-1 0,1 0,0 1,1-1,0 0,0 1,0-1,0 1,1 0,0-1,1 1,0-1,0 1,0-1,0 1,1-1,0 0,1 0,-1 0,1 0,1 0,-1 0,1-1,0 0,0 0,0 0,29 12,2-6</inkml:trace>
  <inkml:trace contextRef="#ctx0" brushRef="#br0" timeOffset="2209.189">2494 657,'-18'-2,"-8"-3,-3-3,3-3,4 1</inkml:trace>
  <inkml:trace contextRef="#ctx0" brushRef="#br0" timeOffset="2452.538">1906 376,'14'0,"17"0,21 0,21 0,21 0,15 0,4 3,-16 0</inkml:trace>
  <inkml:trace contextRef="#ctx0" brushRef="#br0" timeOffset="2453.538">2749 818,'0'18,"0"13,0 6,0 1,0-2,0-4,0-5,0-8</inkml:trace>
  <inkml:trace contextRef="#ctx0" brushRef="#br0" timeOffset="2668.932">2909 337,'-10'-14,"-4"-4,-3 5,-2 10,1 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2:59.9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8130 1936,'-461'457,"420"-412,3 0,1 3,3 1,2 1,-11 27,-173 364,-62 118,202-425,6 3,6 2,6 4,-33 126,80-209,3 0,2 1,3 0,2 0,3 1,-1 4,-14 120,21-72,-3 45,-5-164</inkml:trace>
  <inkml:trace contextRef="#ctx0" brushRef="#br0" timeOffset="695.314">6351 4985,'26'83,"3"-1,35 65,15 42,-16-17,-239-527,112 193,64 161,0 1,0 0,0 0,0-1,0 1,0 0,0-1,0 1,0 0,0-1,0 1,0 0,0-1,0 1,0 0,0 0,0-1,0 1,1 0,-1-1,0 1,0 0,0 0,0-1,1 1,-1 0,0 0,0-1,0 1,1 0,-1 0,0 0,1-1,-1 1,0 0,0 0,1 0,-1 0,0 0,1 0,-1 0,0 0,1-1,-1 1,0 0,0 0,1 0,-1 1,0-1,1 0,-1 0,0 0,1 0,-1 0,0 0,1 0,-1 0,0 1,0-1,1 0,-1 0,0 0,0 1,28 13,-16-8,14 3,1 0,0-2,0-1,1-1,0-1,0-1,25-2,37 5,-87-6,0-1,0 1,1 0,-1 0,0 0,0 1,0-1,0 1,0 0,0 0,0 0,0 0,0 0,0 1,-1-1,1 1,0 0,-1 0,1 0,-1 0,0 0,0 0,0 1,0-1,0 1,0 0,-1-1,1 1,-1 0,0 0,0 0,0 0,1 1,-3 13,0-1,-1 0,0 1,-1-1,-1 0,-1 0,0-1,-1 0,-4 8,1-1,-159 423,162-427,3-11</inkml:trace>
  <inkml:trace contextRef="#ctx0" brushRef="#br0" timeOffset="67752.814">5870 5586,'88'-184,"-87"182,11-24,-12 25,0 1,0 0,0-1,0 1,0 0,1-1,-1 1,0 0,0-1,0 1,0 0,0 0,1-1,-1 1,0 0,0-1,0 1,1 0,-1 0,0 0,1-1,-1 1,0 0,0 0,1 0,-1-1,0 1,1 0,-1 0,0 0,1 0,-1 0,0 0,1 0,-1 0,0 0,1 0,-1 0,0 0,1 0,-1 0,0 0,1 0,-1 0,0 1,1-1,-1 0,0 0,1 0,-1 0,0 1,0-1,1 0,-1 0,0 1,0-1,1 0,-1 1,0-1,0 0,0 0,0 1,1-1,-1 0,0 1,25 126,-18-23,-7-86</inkml:trace>
  <inkml:trace contextRef="#ctx0" brushRef="#br0" timeOffset="68894.409">5737 5372,'-15'85,"7"-24,3 0,3 0,4 44,-1-103,-1 0,1 0,0 0,0 0,0 0,0 0,1 0,-1 0,0 0,1-1,-1 1,1-1,-1 1,1-1,0 1,0-1,0 0,0 0,0 0,0 0,0 0,0-1,0 1,0 0,0-1,0 0,1 1,-1-1,0 0,0 0,0 0,1-1,-1 1,0 0,0-1,0 0,0 1,0-1,2-1,26 1,283 36,-306-35,-1-1,0 0,0 0,-1 0,1 0,0-1,0 0,-1-1,1 1,-1-1,1 0,-1 0,0-1,-1 0,1 1,0-2,-1 1,0 0,0-1,0 0,-1 0,3-4,-1-2,0 1,-1-1,-1 0,1 0,-2 0,1 0,-1 0,-1-9,2 3,4-42,-3 0,-3-1,-5-59,3 110,1 0,0 1,-1-1,0 1,-1 0,1 0,-2-1,1 1,-1 0,0 1,-1-2,1 7,-1 0,1 0,0 0,-1 1,0-1,1 1,-1-1,0 1,1 1,-1-1,0 0,0 1,0 0,0 0,0 0,0 0,0 1,1-1,-1 1,-1 1,-8-1,-383 31,381-30,6 1</inkml:trace>
  <inkml:trace contextRef="#ctx0" brushRef="#br0" timeOffset="154559.048">590 2524,'-18'0,"0"1,0 0,1 1,-1 2,1-1,-1 2,1 0,0 1,1 1,0 1,0 0,0 1,1 1,1 0,-1 1,2 0,-1 1,2 1,0 0,-6 9,-11 23,2 2,3 1,1 0,3 2,2 1,2 0,2 1,2 0,0 22,-4 20,4 0,3 0,5 1,5 33,2-81,2 0,1 0,3 0,2-1,1 0,3-1,2-1,1 0,17 27,-14-39,0-2,2 0,1-2,2 0,0-2,2-1,1-1,1-2,0 0,2-2,1-2,0-1,1-1,0-2,2-1,-1-2,1-2,1-1,0-2,0-1,10-1,-11-4,0-1,0-2,0-1,-1-2,0-1,0-2,-1-1,0-2,0-2,8-5,61-35,-3-4,47-37,-110 70,-31 22,19-12,0 0,-1-2,0 0,-1-2,-2 0,0-2,-1 0,0-1,-2-1,-1-1,8-16,-11 5,-2 0,-2 0,-1-1,-2 0,-1-1,-2 1,-2-1,-1 0,-2-14,-2-1,-3-1,-1 2,-3-1,-2 1,-3 1,-1 0,-3 1,-2 1,-23-40,2 17,-3 1,-3 2,-3 3,-2 1,-56-49,75 81,-1 1,-1 2,-1 1,-2 2,0 2,-15-5,30 18,0 0,-1 2,0 1,0 1,-1 1,0 1,-1 1,1 1,0 2,-1 1,-21 2,12 4,0 1,1 2,0 2,0 0,1 3,1 1,0 1,2 2,0 1,0 1,-4 7,-40 33,3 3,3 4,-37 46,-16 28</inkml:trace>
  <inkml:trace contextRef="#ctx0" brushRef="#br0" timeOffset="155372.508">536 626,'0'25,"0"22,0 16,0 12,0 6,0 1,0-2,0-6,0-15</inkml:trace>
  <inkml:trace contextRef="#ctx0" brushRef="#br0" timeOffset="155773.578">363 666,'146'135,"112"133,-156-153,-100-113,-2-1,0-1,0 1,0 0,0-1,0 1,0 0,1-1,-1 1,0 0,1-1,-1 1,0 0,1-1,-1 1,1-1,-1 1,1-1,-1 1,1-1,-1 1,1-1,-1 1,1-1,0 0,-1 1,1-1,0 0,-1 0,1 0,0 1,-1-1,1 0,0 0,-1 0,1 0,0 0,0 0,-1 0,1 0,0 0,-1-1,1 1,0 0,-1 0,1-1,0 1,-1 0,1-1,-1 1,1 0,0-1,-1 1,1-1,-1 1,1-1,-1 1,0-1,1 0,-1 1,0-1,1 0,-1 1,0-1,0-135,-40-475,30 534,6 65</inkml:trace>
  <inkml:trace contextRef="#ctx0" brushRef="#br0" timeOffset="156081.8">1084 1040,'5'4,"0"-1,1 0,-1-1,1 1,-1-1,1 0,0-1,0 1,0-1,0 0,0-1,0 1,0-1,0 0,0-1,0 0,0 0,-1 0,1 0,0-1,0 0,-1 0,1-1,-1 1,1-1,-1 0,0-1,-1 1,1-1,0 0,-1 0,0-1,0 1,0-1,-1 0,4-5,-4 4,-1-1,1 1,-1-1,0 0,0 0,-1 0,0 0,0 0,-1 0,0 0,0-2,0 7,0 0,0 0,-1-1,1 1,-1 0,1 0,-1-1,0 1,0 0,0 0,0 0,0 0,0 0,0 0,-1 0,1 1,-1-1,1 0,-1 1,0-1,0 1,0 0,0-1,0 1,0 0,0 0,0 0,0 1,0-1,0 0,-1 1,1-1,0 1,0 0,-2 0,-1 0,0 0,1 1,-1 0,0 0,1 0,-1 1,1-1,-1 1,1 0,0 1,0-1,0 1,0-1,0 1,1 0,-1 1,1-1,-1 0,1 1,1 0,-3 3,-1 2,0 0,1 0,1 0,-1 1,1 0,1-1,0 1,0 1,0 4,1 16</inkml:trace>
  <inkml:trace contextRef="#ctx0" brushRef="#br0" timeOffset="156343.152">1459 184,'-2'-13,"-2"-1,1 12,1 17,0 20,6 18,4 15,5 13,5 8,2 2,-1 0,0-4,-5-11,-3-17</inkml:trace>
  <inkml:trace contextRef="#ctx0" brushRef="#br0" timeOffset="156533.157">1285 652,'16'-4,"19"-2,17 0,18-1,12-3,9-1,-11 1</inkml:trace>
  <inkml:trace contextRef="#ctx0" brushRef="#br0" timeOffset="157252.349">1994 572,'-82'65,"-41"40,105-69,18-35,0 0,0 0,0 0,0-1,0 1,0 0,0 0,1 0,-1-1,0 1,1 0,-1 0,0-1,1 1,-1 0,1 0,-1-1,1 1,0-1,-1 1,1-1,0 1,-1-1,1 1,0-1,-1 1,1-1,0 0,0 1,-1-1,1 0,0 0,0 0,0 1,0-1,-1 0,1 0,0 0,0 0,0-1,0 1,-1 0,1 0,0 0,0-1,0 1,10-3,0-1,0 0,0 0,0-1,-1-1,0 0,0 0,0-1,-1 0,0-1,0 0,-1 0,0-1,-1 0,6-8,27-53,-31 93,-7-18,1 1,-1-1,1 0,0 1,0-1,1-1,-1 1,1 0,0-1,0 0,1 0,-1 0,1-1,0 1,0-1,0 0,0-1,1 1,-1-1,1 0,-1 0,1-1,0 1,0-1,-1-1,1 1,0-1,0 0,0 0,0-1,0 0,-1 0,1 0,0-1,0 1,-1-1,1-1,-1 1,0-1,2-1,-1-1,-1 0,1 0,-1 0,0-1,0 1,0-1,-1 0,0-1,0 1,0-1,-1 0,0 0,-1 0,1 0,0-4,14-122,-16 87,-3 0,-2 0,-1 0,-3 1,-1 0,-3 0,-1 1,-12-23,1 24,18 50,5 3,0 0,1 1,0-1,1 0,0 1,1-1,0 0,2 7,1 4,82 339,-83-345,0 4,1-1,1 0,0 0,1 0,1-1,1 0,0 0,11 14,-18-29,0 1,0-1,0 0,0 0,1 0,-1 0,0 0,1-1,0 1,-1-1,1 0,0 1,0-1,-1 0,1-1,0 1,0-1,0 1,0-1,0 0,0 0,0 0,0 0,0 0,0-1,0 0,0 1,0-1,0 0,0 0,-1-1,1 1,0-1,-1 1,1-1,0-1,11-10,-1-1,0-1,-1 0,0-1,-2-1,0 1,-1-2,0 1,-1-1,-1 0,3-17,-1 13,-3 7,0 25,-4 20,14 72,-15-98,1 0,0 0,0 0,0 0,0 0,0-1,1 1,0-1,0 1,0-1,0 0,0 0,1-1,-1 1,1-1,0 1,0-1,0 0,0-1,0 1,0-1,2 1,23 3,-2-5</inkml:trace>
  <inkml:trace contextRef="#ctx0" brushRef="#br0" timeOffset="157509.696">2569 251,'-14'0,"-14"0,-8 3,-7 0,3 0</inkml:trace>
  <inkml:trace contextRef="#ctx0" brushRef="#br0" timeOffset="157777.979">1953 238,'25'-11,"24"-11,20-6,16-5,10-2,2 6,-15 7</inkml:trace>
  <inkml:trace contextRef="#ctx0" brushRef="#br0" timeOffset="157963.482">2889 506,'13'-5,"-1"-1,0 0,0-1,0 0,-1-1,0-1,0 1,-1-2,0 1,-1-1,0-1,0 0,-1 0,-1 0,0-1,4-10,-9 19,-1 1,0 0,1-1,-1 1,-1 0,1-1,0 0,0 1,-1-1,0 1,1-1,-1 0,0 1,0-1,-1 1,1-1,0 0,-1 1,0-1,1 1,-1-1,0 1,0-1,0 1,-1 0,1 0,-1-1,1 1,-1 0,0 0,0 0,1 1,-1-1,-1 0,1 1,0-1,0 1,0 0,-1 0,1 0,-1 0,1 0,-1 0,1 1,-1-1,0 1,1 0,-1 0,1-1,-1 2,-1-1,-3 2,0 0,1 1,0 0,-1 0,1 0,0 1,1 0,-1 0,1 0,0 1,0 0,0 0,0 0,1 0,0 1,0 0,1 0,-2 2,3-4,0 0,0 0,0 0,0 0,1 0,-1 0,1 0,0 0,0 0,1 1,-1-1,1 0,0 1,0-1,1 0,-1 0,1 1,0-1,0 0,0 0,1 0,-1 0,1 0,0 0,0 0,1-1,-1 1,1-1,2 4,4-2,0 1,0-1,0-1,0 0,1 0,0-1,-1 0,1-1,0 0,0 0,1-1,-1-1,0 0,0 0,0-1,8-1,55-4</inkml:trace>
  <inkml:trace contextRef="#ctx0" brushRef="#br0" timeOffset="158796.943">1151 1628,'2'16,"4"17,0 16,3 13,1 11,1 7,1 5,-2-1,-3-6,-2-6,-2-12,-1-16</inkml:trace>
  <inkml:trace contextRef="#ctx0" brushRef="#br0" timeOffset="159276.012">1125 1976,'-44'-210,"42"207,1-1,0 0,0 1,1-1,-1 0,1 1,0-1,0 0,0 1,1-1,-1 0,1 1,0-1,-1 0,2 1,-1-1,0 1,1 0,0-1,0 1,0 0,0 0,0 0,0 0,1 0,0 1,-1-1,1 1,0 0,0 0,4-2,1 2,-1 1,1 0,0 0,1 1,-1 0,0 0,0 1,0 0,0 1,-1 0,1 0,0 0,-1 1,1 0,-1 1,0-1,0 2,0-1,0 1,-1 0,0 0,0 0,0 1,-1 0,0 0,0 1,0-1,-1 1,0 0,0 2,-2-4,0-1,0 0,-1 1,0-1,0 1,0 0,-1-1,1 1,-1 0,0-1,-1 1,1-1,-1 1,0 0,0-1,0 1,0-1,-1 0,0 1,0-1,0 0,0 0,-1 0,0 0,0-1,0 1,0-1,0 1,-1-1,1 0,-1-1,0 1,0 0,0-1,0 0,0 0,-1 0,1-1,3 0,0-1,0 0,0 0,1 1,-1-1,0 0,0 0,0 0,0 0,0 0,1 0,-1 0,0 0,0 0,0 0,0-1,0 1,1 0,-1 0,0-1,0 1,0-1,1 1,-1-1,0 1,1-1,-1 1,0-1,1 0,-1 1,1-1,-1 0,1 1,-1-1,1 0,-1 0,1 1,0-1,-1 0,1 0,0 0,0 0,0 0,0 1,0-1,0 0,0 0,0 0,0 0,0 0,0 0,0 1,1-2,14-47,57-79,-51 95,-1-2,-2 0,-1-1,0-5,-10 21,-1-1,-1 1,0-1,-2-1,0 1,-2 0,0-1,-1 1,-1-1,-4-17,5 37,0 0,-1 0,1 0,0 0,-1 0,1 0,-1 0,0 0,0 1,0-1,0 0,0 1,0-1,0 0,0 1,-1-1,1 1,0 0,-1-1,1 1,-1 0,0 1,1 1,0 0,0-1,-1 1,1 0,0 0,0 0,0 0,0 0,0 0,0 0,1 0,-1 0,0 0,0 1,1-1,-1 0,1 0,-1 1,1-1,0 0,-1 1,1-1,0 0,0 1,0-1,0 1,0-1,-3 26,2 0,1 0,2 0,0 0,2 0,1-1,1 1,1-1,1-1,2 1,11 23,-12-26,0 0,2 0,0-1,2 0,0-1,12 13,-8-16</inkml:trace>
  <inkml:trace contextRef="#ctx0" brushRef="#br0" timeOffset="159559.348">1271 1442,'16'0,"19"0,19 0,17-3,12 0,5 1,0 1,-16 3</inkml:trace>
  <inkml:trace contextRef="#ctx0" brushRef="#br0" timeOffset="159949.736">1940 1575,'-8'125,"8"-125,0-1,-1 1,1 0,0-1,0 1,0-1,0 1,-1 0,1-1,0 1,0 0,-1 0,1-1,0 1,0 0,-1 0,1-1,0 1,-1 0,1 0,0 0,-1-1,1 1,-1 0,1 0,0 0,-1 0,1 0,-1 0,1 0,0 0,-1 0,1 0,0 0,-1 0,1 0,-1 0,1 0,0 0,-1 0,1 1,0-1,-1 0,1 0,0 0,-1 1,1-1,0 0,-1 0,1 1,0-1,0 0,-1 1,1-1,0 0,0 1,0-1,-1 0,1 1,0-1,0 1,0-1,0 0,0 1,0-1,0 1,0-1,0 0,-12-29,11 22,-1 0,1-1,1 1,0-1,0 1,0-1,1 1,0-1,0 1,1-1,0 1,0 0,3-6,-5 13,0 1,0-1,0 0,0 0,0 1,0-1,0 0,0 1,0-1,0 0,0 0,0 1,1-1,-1 0,0 0,0 1,0-1,0 0,0 0,1 1,-1-1,0 0,0 0,0 0,1 1,-1-1,0 0,0 0,1 0,-1 0,0 0,0 0,1 1,-1-1,0 0,1 0,-1 0,0 0,0 0,1 0,-1 0,0 0,1 0,-1 0,0 0,0 0,1-1,-1 1,0 0,0 0,1 0,-1 0,0 0,0 0,1-1,-1 1,0 0,0 0,1 0,-3 6</inkml:trace>
  <inkml:trace contextRef="#ctx0" brushRef="#br0" timeOffset="160287.943">1606 1521,'49'26,"-27"-14,117 76,-133-83,1 1,-1 1,1-1,-2 1,1 0,-1 0,0 1,-1-1,1 1,-2 0,1 1,-1-1,0 1,-1-1,0 1,1 8,-3-17,-1 0,1 0,-1 0,1 0,0 0,-1 0,1-1,0 1,-1 0,1 0,-1 0,1 0,0 0,-1 0,1 0,-1 1,1-1,0 0,-1 0,1 0,0 0,-1 0,1 1,0-1,-1 0,1 0,0 0,-1 1,1-1,0 0,0 1,-1-1,1 0,0 1,0-1,-1 0,1 1,0-1,0 0,0 1,0-1,0 0,0 1,0-1,-1 1,1-1,0 0,0 1,1-1,-1 1,0-1,0 1,-7-11</inkml:trace>
  <inkml:trace contextRef="#ctx0" brushRef="#br0" timeOffset="160507.822">1859 1736,'8'-51,"3"2,2-1,1 2,12-22,21-53,-46 121,0-1,0 1,0 0,0-1,0 1,1 0,-1 0,1 0,0 0,-1 0,1 0,0 0,0 1,0-1,1 1,-1-1,0 1,0 0,1 0,-1 0,1 0,-1 0,1 1,-1-1,1 1,-1 0,1-1,0 1,69-7,-32-1</inkml:trace>
  <inkml:trace contextRef="#ctx0" brushRef="#br0" timeOffset="160993.644">3063 1187,'-2'20,"-1"15,2 7,4 3,1-1,3-6,-1-7,0-9</inkml:trace>
  <inkml:trace contextRef="#ctx0" brushRef="#br0" timeOffset="161699.741">2849 1027,'39'-18,"2"2,0 2,1 2,0 1,1 3,0 1,41-1,-75 7,-1 1,1 1,0-1,-1 2,1-1,-1 1,1 0,-1 1,0 0,1 0,-2 1,1 0,0 0,-1 1,0 0,0 0,0 0,-1 1,1 0,-1 1,-1-1,1 1,-1 0,-1 1,1-1,0 4,2 9,-1 0,0 0,-2 0,0 1,-2-1,0 1,-1 0,8 68,-9-87,0 1,0 0,0-1,1 1,-1-1,1 1,-1-1,1 1,0-1,0 1,0-1,0 0,0 1,1-1,-1 0,1 0,-1 0,1 0,0 0,0 0,0 0,0-1,0 1,0-1,0 0,0 1,1-1,-1 0,0 0,1 0,-1-1,1 1,-1-1,1 1,0-1,-1 0,3 0,5-4,0-1,0 0,0-1,-1 0,0-1,0 0,-1 0,0-1,0 0,0 0,-1-1,-1 0,1 0,-2 0,1-1,-1 0,-1 0,3-9,2 0,-2-1,0 0,-2 0,0-1,-1 0,-1 0,-1 0,-1-2,2 38,1-1,0 0,1 1,1-1,0-1,1 1,0-1,5 6,-9-16,0 1,1 0,-1-1,1 0,0 0,-1 0,1 0,1-1,-1 1,0-1,1 0,-1 0,1-1,-1 1,1-1,0 0,0 0,-1-1,1 1,0-1,0 0,0-1,0 1,-1-1,1 0,0 0,0 0,-1-1,1 1,-1-1,1-1,-1 1,0 0,0-1,0 0,0 0,0 0,-1 0,0-1,1 0,7-11,0-1,0-1,-2 0,0 0,-1-1,-1 0,-1-1,0 1,-1-1,-1 0,-1-1,-1 1,-1 0,0-1,-2 1,0-1,-2-8,0-28,-2 1,-3-1,-2 2,-3-1,-2 2,-20-48,18 72,17 28,0 1,-1 0,1-1,0 1,-1 0,1-1,0 1,-1 0,1 0,0-1,-1 1,1 0,-1 0,1-1,-1 1,1 0,0 0,-1 0,1 0,-1 0,1 0,-1 0,1 0,-1 0,1 0,-1 0,1 0,-1 0,1 0,-1 0,1 1,0-1,-1 0,1 0,-1 0,1 1,0-1,-1 0,1 1,0-1,-1 0,1 1,0-1,-1 0,1 1,0-1,0 1,-1-1,1 0,0 1,0-1,0 1,0-1,-1 1,1-1,0 1,0-1,0 1,0-1,0 0,0 1,0 0,-4 20,1 0,0 0,1 1,2-1,0 1,1-1,1 0,1 1,-1-2,1 29,3 0,1 0,3-1,2 0,2-1,2 0,2-1,19 35,-31-71,0 0,0 0,1 0,1-1,-1 0,2 0,-1-1,1 0,0 0,8 4,7 0</inkml:trace>
  <inkml:trace contextRef="#ctx0" brushRef="#br0" timeOffset="161901.206">3732 639,'11'-2,"20"-3,23-6,20-2,13-2,6 2,-12 3</inkml:trace>
  <inkml:trace contextRef="#ctx0" brushRef="#br0" timeOffset="163059.849">4266 1094,'10'-14,"-1"-1,0 0,-1-1,-1 1,0-1,-2-1,1 1,-2-1,0 0,-2 0,1 0,-2-1,0 1,-1 0,-1-1,-1 1,-3-15,3 26,2 5,0 1,-1-1,1 1,0 0,-1-1,1 1,0-1,0 1,-1-1,1 1,0-1,0 1,0-1,0 1,0-1,0 1,-1-1,1 1,0-1,1 1,-1-1,0 1,0-1,0 1,0-1,0 1,0-1,1 1,-1-1,0 1,0-1,1 1,-1-1,0 1,1 0,-1-1,0 1,1 0,-1-1,1 1,-1 0,1-1,-1 1,1 0,-1 0,0-1,1 1,-1 0,1 0,0 0,-1 0,1 0,-1 0,1 0,174 4,-145-7,56 2,-83 1,0 1,0 0,0 0,0 0,0 0,0 0,0 1,0-1,0 1,-1 0,1 0,-1 0,1 0,-1 0,0 1,0-1,0 1,0-1,0 1,-1 0,1-1,-1 1,1 0,0 3,14 54,-15-51,0 0,1 0,0 0,1 0,0 0,0-1,1 0,0 1,1-1,-1-1,2 1,-1-1,1 0,0 0,0 0,6 3,-1-4,1 0,0-1,0-1,1 0,-1 0,1-1,0-1,-1 0,1-1,0 0,0-1,0-1,0 0,0 0,0-2,0 1,-1-2,1 1,-1-2,0 0,0 0,1-2,-5 3,0 1,-1-1,0-1,0 0,0 0,-1 0,1-1,-1 1,0-2,-1 1,0-1,0 1,0-2,-1 1,0 0,0-1,-1 0,1 1,-2-1,1-1,-2 1,1 0,-1-1,0 1,0 0,-1-1,0 1,-1-1,0 1,0 0,-1-1,0 1,0 0,-1 0,0 0,-1 0,0 1,0-1,-2-1,5 6,-1 0,1 1,-1-1,0 1,0-1,0 1,-1 0,1 0,0 0,-1 0,1 0,-1 0,0 1,0 0,1-1,-1 1,0 0,0 0,0 0,0 1,0-1,0 1,-1-1,1 1,0 0,0 1,0-1,0 0,0 1,0 0,0-1,0 1,0 0,0 1,0-1,0 0,1 1,-1 0,0 0,0 0,-4 6,0 1,0-1,1 1,0 1,0-1,1 1,1 0,-1 0,2 0,-1 1,1-1,1 1,0 0,0 7,2-15,-1-1,1 1,0 0,0-1,0 1,1-1,-1 1,1-1,-1 1,1-1,0 0,0 1,0-1,0 0,0 0,1 1,-1-1,1 0,-1 0,1 0,0-1,0 1,0 0,0-1,0 1,0-1,0 0,0 1,0-1,1 0,-1 0,1-1,-1 1,0 0,1-1,-1 0,1 1,0-1,9-1,0 0,0 0,0-2,0 1,0-1,-1-1,0 0,1-1,-2 0,1-1,0 0,-1 0,0-1,-1-1,0 1,0-2,5-5,11-17,-25 56,-5 50,5-73,1 0,-1 1,1-1,-1 0,1 0,0 0,0 0,0 1,0-1,0 0,1-1,-1 1,0 0,1 0,0-1,-1 1,1-1,0 1,0-1,0 0,0 1,0-1,0 0,0 0,0-1,0 1,1 0,-1-1,0 1,0-1,2 0,0 0,0 1,-1-2,1 1,0 0,0-1,0 0,-1 0,1 0,0 0,-1-1,1 1,-1-1,1 0,-1 0,0 0,0 0,0-1,0 1,0-1,-1 0,1 0,-1 0,0 0,0 0,0 0,0-1,1-1,32-101,-33 84,0 0,-2 1,0-1,-1 0,-1 0,-2 1,0-1,-1 1,-1 0,-1 0,-7-15,14 36,-1 0,1-1,-1 1,1 0,0 0,-1 0,1-1,0 1,-1 0,1-1,0 1,0 0,-1-1,1 1,0-1,0 1,-1 0,1-1,0 1,0-1,0 1,0 0,0-1,0 1,0-1,0 1,0-1,0 1,0-1,0 1,0 0,0-1,0 1,0-1,0 1,0-1,1 1,-1 0,0-1,0 1,1 0,-1-1,0 1,0 0,1-1,-1 1,0 0,1-1,-1 1,0 0,1 0,-1-1,1 1,-1 0,0 0,1 0,-1 0,1 0,-1 0,1-1,-1 1,0 0,1 0,-1 0,1 0,-1 1,1-1,-1 0,31 16,-26-13,11 6,-1 0,0 2,-1 0,0 0,-1 2,0 0,-1 0,0 1,-1 0,-1 1,0 0,-1 1,2 7,-3-3,33 58,-39-75,-1-1,1-1,0 1,0 0,0 0,0 0,0-1,0 1,0-1,0 0,1 0,-1 0,0 0,1 0,-1 0,1 0,-1-1,1 1,-1-1,1 0,-1 0,1 0,0 0,-1 0,1-1,-1 1,1-1,-1 1,1-1,-1 0,1 0,10-8,0 0,0 0,-1-1,0 0,-1-1,-1-1,1 0,-2 0,0-1,0 0,1-3,-1 2,1 1,-2-1,0 0,0 0,-1-1,-1 0,-1-1,0 1,-1-1,-1 0,1-8,-4 23,0-1,0 1,0-1,0 1,0-1,0 1,0-1,0 1,-1-1,1 1,-1-1,1 1,-1-1,0 1,0 0,1-1,-1 1,0 0,0 0,0-1,0 1,0 0,-1 0,1 0,0 0,0 1,-1-1,1 0,-1 0,1 1,0-1,-1 1,1-1,-1 1,1 0,-1 0,1 0,-1-1,0 1,1 0,-1 1,1-1,-1 0,1 0,-1 1,1-1,-1 1,1-1,0 1,-1 0,1-1,-1 1,1 0,0 0,0 0,-3 2,-1 0,1 0,1 1,-1-1,0 1,1 0,0 0,0 0,0 0,0 0,1 1,0-1,0 1,0 0,0 0,1 0,-1-1,1 1,1 1,-1-1,1 0,0 0,0 0,0 0,1 0,-1 0,1 0,1 0,-1 0,1 0,0 0,0-1,0 1,0-1,1 1,0-1,0 0,1 1,4 1,0 1,1-2,0 1,1-1,-1 0,1-1,0 0,0-1,0 0,0 0,1-1,-1 0,1-1,6 0,118 2,7-11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26.8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54 271,'0'395,"-8"-359,2-40,-12-85,17 72,-12-412,6 266,7 176,1-1,1 1,0-1,1 0,0 0,1 0,0 0,1 0,0-1,1 1,0-2,1 1,0-1,1 0,0 0,1-1,0 0,0 0,0-1,1 0,1-1,-1 0,1-1,0 0,12 4,-14-7,0-1,0 0,0 0,1-1,-1 0,0 0,1-1,-1-1,0 1,0-2,1 1,-1-1,0 0,0-1,-1 0,1-1,0 0,-1 0,0 0,0-1,0-1,-1 1,0-1,0 0,0-1,-1 0,0 0,0 0,3-7,-5 9,0 0,-1-1,1 0,-1 1,0-1,-1-1,1 1,-1 0,-1-1,1 1,-1-1,-5 7,-37 87,37-74,-6 17,1 0,2 1,1 0,1 1,2-1,1 1,2-1,2 17,-2-42,0 0,1 1,0-1,0 0,1 0,-1 0,1 0,1 0,-1 0,1 0,0-1,0 1,1-1,-1 0,1 0,1 0,-1-1,0 1,1-1,0 0,0 0,0-1,1 0,2 2,1-2,1-1,-1 0,1 0,0-1,-1 0,1 0,0-1,0-1,0 0,-1 0,1-1,0 0,-1 0,0-1,1 0,-1-1,0 0,-1-1,1 0,-1 0,0-1,0 0,-1 0,1-1,-1 1,0-2,-7 8,1 0,-1 0,1 0,-1 1,0-1,1 0,-1 0,1 1,-1-1,1 0,-1 0,0 1,1-1,-1 0,0 1,1-1,-1 1,0-1,1 1,-1-1,0 0,0 1,0-1,1 1,-1-1,0 1,0-1,0 1,0-1,0 1,0-1,0 1,0-1,0 1,0-1,0 1,0-1,-1 1,1-1,0 1,0-1,0 1,-1-1,1 0,0 1,0-1,-1 1,1-1,0 0,-1 1,1-1,0 0,-1 1,0 7,2-5,-1 0,1 0,-1 0,1 0,0 0,0 1,0-2,1 1,-1 0,1 0,-1 0,1-1,0 1,0-1,0 1,1-1,-1 0,1 0,-1 0,1 0,-1 0,1-1,0 1,0-1,0 0,0 1,0-1,0-1,1 1,4 2,1-1,0-1,0 1,0-1,-1-1,1 0,0 0,0-1,0 0,1 0,-4 0,-1-1,1 0,-1 0,0 0,0 0,0-1,0 0,0 0,-1 0,1-1,-1 0,0 1,0-2,0 1,0 0,-1-1,0 1,0-1,0 0,0 0,-1 0,0-1,0 1,0 0,-1-1,0 1,0-1,0 0,-1 1,0-1,0 1,0-1,-1 0,1 1,-1-1,-1 1,1-1,-1 1,0-1,0 1,-1 0,1 0,-2-1,0 1,0 0,0 0,0 0,-1 1,0 0,1 0,-2 0,1 0,0 1,-1 0,1 0,-1 1,0-1,0 1,0 0,0 1,0 0,-1 0,1 0,0 0,0 1,-1 0,-3 1,1 0,-1 0,0 0,1 1,0 0,-1 1,1 0,0 1,0 0,0 0,1 1,0 0,-1 0,2 1,-1 0,0 1,6-6,0 1,0 0,0-1,1 1,-1 0,0 0,1 0,-1 0,1 0,0 0,0 1,0-1,0 0,0 1,0-1,1 0,-1 1,1-1,-1 1,1-1,0 1,0-1,0 1,0-1,1 1,-1-1,1 1,-1-1,1 1,0-1,0 0,0 0,0 1,1-1,-1 0,0 0,1 0,0 0,-1 0,1 0,0-1,0 1,0-1,0 1,0-1,0 0,1 1,20 7,0 0,0-1,0-2,1 0,0-2,0 0,0-2,23 0,-36-1,221 7,-231-9,1 1,-1 0,1 0,-1 0,1 0,-1 0,1 0,-1 1,1-1,-1 0,1 1,-1-1,1 1,-1 0,0-1,1 1,-1 0,0 0,0 0,1 0,-1 0,0 0,0 0,0 0,0 1,0-1,-1 0,1 0,0 1,0-1,-1 1,1-1,-1 1,0-1,1 1,-1-1,0 1,0 0,1 0,-1 0,1 0,-1 0,1 0,0 0,0 0,0 0,0-1,0 1,0 0,0 0,1-1,-1 1,1-1,-1 1,1-1,-1 0,1 1,0-1,0 0,0 0,0 0,0-1,-1 1,1 0,1-1,-1 1,0-1,1 0,63 1,-61-2,0 0,0 0,0-1,0 1,-1-1,1 0,-1 0,1-1,-1 0,0 1,0-1,0-1,-1 1,1 0,-1-1,1 0,-1 0,0 0,-1 0,1 0,-1-1,0 1,0-1,0 1,0-1,-1 0,0 0,0 0,0 0,-1 0,1 0,-1 0,-1 0,1 0,-1 0,1 0,-1 1,-1-2,1-1,0-1,0 0,-1 1,0-1,0 1,-1-1,0 1,0 0,-1 0,0 1,0-1,0 1,-1 0,0 0,0 0,-1 0,0 1,0 0,0 0,0 1,-1 0,0 0,0 0,4 4,1-1,0 1,0 0,-1 0,1 0,0 0,0 1,0-1,-1 0,1 1,0 0,0-1,0 1,0 0,0 0,0 0,0 0,0 1,0-1,0 0,1 1,-1 0,1-1,-1 1,1 0,-1-1,1 1,0 0,0 0,0 1,-19 65,18-34</inkml:trace>
  <inkml:trace contextRef="#ctx0" brushRef="#br0" timeOffset="586.995">1618 685,'0'-291,"0"289,0 1,0 0,0 0,0-1,0 1,1 0,-1 0,0-1,1 1,-1 0,1 0,-1 0,1 0,0-1,-1 1,1 0,0 0,0 0,-1 0,1 1,0-1,0 0,0 0,0 1,1-1,-1 0,0 1,0-1,0 1,0-1,1 1,-1 0,0-1,0 1,1 0,0 0,48 9,-43-7,24 7,-2 0,1 2,-1 1,-1 2,25 15,-50-27,0 1,1 0,-1 0,-1 0,1 0,0 0,-1 1,1-1,-1 1,0-1,0 1,-1 0,1 0,-1 0,0 0,0 0,0 0,0 0,-1 0,1 0,-1 0,0 1,-1-1,1 0,-1 0,1 0,-1 0,-2 4,1-3,1 0,-1-1,1 1,0 0,0 0,1 1,-1-1,1 0,0 0,1 0,-1 0,1 0,0 0,0 0,1 0,-1 0,1 0,0-1,1 1,-1-1,1 1,0-1,0 0,0 0,0 0,1-1,-1 1,1-1,3 3,7 0,1 0,0-1,0 0,0-1,1-1,-1 0,1-1,0-1,0 0,-1-1,1-1,10-2,-12 2,0-1,0-1,0 0,-1-1,1 0,-1-1,0 0,0-1,-1-1,0 0,0 0,0-1,-1-1,0 0,-1-1,0 0,-1 0,0-1,0 0,-1-1,-1 1,0-2,0 1,-1-1,-1 0,0 0,-1-1,1-3,3-75,-7 90,-1-1,-1 0,1 0,0 0,-1 1,0-1,1 0,-1 0,0 1,0-1,-1 1,1-1,0 1,-1-1,0 1,1 0,-1 0,0 0,0 0,0 0,0 0,-1 0,1 1,0-1,-1 1,1-1,-1 1,0 0,1 0,-2 0,-1 1,1 0,0 0,0 0,0 0,0 1,0-1,-1 1,1 0,0 1,1-1,-1 1,0-1,0 1,1 0,-1 1,1-1,-1 1,1-1,0 1,0 0,0 0,1 0,-2 3,-3 2,1 1,0-1,1 1,0 1,0-1,1 1,0-1,-2 11,4-12,1 0,0 1,1-1,0 0,0 1,1-1,0 0,0 1,1-1,0 0,0 0,1 0,0 0,1-1,0 1,0-1,0 0,1 0,0 0,0-1,1 1,0-1,0-1,0 1,1-1,1 0,17 14,2-1,0-2,1 0,0-2,1-1,7 0,57 20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25.1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1 223,'13'3,"19"0,21 0,19-3,14-1,7-3,-2-1,-7 0,-10 2,-14 3,-15 1,-13 2,-11-1</inkml:trace>
  <inkml:trace contextRef="#ctx0" brushRef="#br0" timeOffset="375.359">682 10,'-8'-10,"14"12,19 14,-23-15,218 160,-217-159,1 0,-1 0,0 1,0 0,0-1,0 1,0 0,-1 1,1-1,-1 0,0 1,0-1,0 1,-1 0,1-1,-1 1,0 0,0 0,0 0,0 0,-1 0,1 0,-1 0,0 0,-1 0,1 0,-1 0,0 0,0 0,0 0,0 0,0 0,-2 1,-9 9,-2-1,0 0,0 0,-1-2,-1 0,0 0,0-2,-1 0,-1-1,1 0,-9 1,-2 3,-2 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29.5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2,'0'8,"0"0,1 0,1 1,-1-1,1 0,1 0,-1-1,1 1,1 0,0-1,0 0,0 0,0 0,1 0,1-1,-1 1,1-1,0-1,0 1,1-1,-1 0,1-1,0 1,1-2,-1 1,1-1,-1 0,1 0,0-1,0 0,0 0,1-1,-1 0,0-1,0 0,1 0,-1 0,0-1,0-1,3 0,68-33,-76 33,-1 1,0-1,0 1,0-1,0 0,0 0,0 0,-1 0,1 0,0-1,-1 1,0 0,0-1,1 1,-1-1,-1 1,1-1,0 1,-1-1,1 0,-1 1,0-1,0 0,0 1,0-1,0 0,-1 1,1-1,-1 0,0-1,-4-3,0 1,-1 0,1 1,-1-1,-1 1,1 1,0-1,-1 1,0 0,0 0,-1 1,1 0,0 0,-1 1,0 0,0 0,1 1,-1 0,0 0,0 1,-6 0,5-1,0 1,0-1,0 1,0 1,1-1,-1 2,0-1,0 1,0 0,1 1,-1 0,1 1,0-1,0 2,0-1,0 1,0 1,7-5,-1 1,0-1,1 1,-1 0,1 0,-1 0,1 0,0 0,0 0,0 0,0 0,0 0,0 1,1-1,-1 0,1 1,-1-1,1 0,0 1,0-1,0 0,0 1,1-1,-1 0,1 1,-1-1,1 0,0 0,0 0,0 1,0-1,0 0,0 0,1 0,-1 0,2 1,18 21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29.8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108 589,'2'16,"3"12,1 8,-1 3,-1 1,-1-2,-4-4,-1-9</inkml:trace>
  <inkml:trace contextRef="#ctx0" brushRef="#br0" timeOffset="723.41">1 375,'30'5,"0"1,0 2,0 1,-1 2,0 0,-1 2,-1 1,0 2,20 14,-36-22,0-1,-1 1,0 1,0 0,-1 0,0 1,-1 0,0 1,0 0,-2 0,1 0,-1 1,-1 0,0 0,0 1,-2-1,1 1,-2 0,1 0,-1 4,-2 55,1-70,-1-1,1 0,0 0,0-1,0 1,0 0,0 0,0 0,0-1,0 1,0 0,0-1,0 1,0-1,0 1,0-1,1 0,-1 1,0-1,0 0,1 0,-1 0,0 0,0 0,1 0,-1 0,0 0,0-1,1 1,-1 0,0-1,0 1,0-1,0 1,0-1,0 0,0 1,0-1,0 0,0 0,0 0,0 0,0 1,0-1,-1-1,1 1,0 0,1-1,28-20,-1-1,-1-2,-1-1,9-12,-24 25,-12 12,1 0,-1 1,1-1,-1 0,1 1,0-1,-1 0,1 1,0-1,-1 1,1-1,0 1,-1-1,1 1,0-1,0 1,0 0,0 0,-1-1,1 1,0 0,0 0,0 0,0 0,0 0,0 0,-1 0,1 0,0 0,0 0,0 1,0-1,0 0,-1 0,1 1,0-1,0 1,-1-1,1 1,0-1,0 1,-1-1,1 1,-1 0,1-1,0 1,-1 0,1-1,-1 1,0 0,1 0,-1 0,0-1,1 1,-1 0,0 0,0 0,0 0,0 0,0-1,0 1,0 0,0 0,0 0,0 0,0 0,0 0,-1-1,1 1,1 7,1 0,-1 0,1 0,1 0,0-1,0 1,0-1,1 0,0 0,0 0,1-1,0 1,0-1,1 0,-1-1,1 1,0-1,1 0,-1 0,1-1,0 0,0 0,1-1,-1 0,1 0,-1-1,1 0,0 0,4 0,-6-2,-1 0,1 0,-1-1,1 0,-1 0,1 0,-1 0,0-1,0 0,0 0,0-1,0 1,0-1,0 0,-1 0,0-1,1 1,-1-1,-1 0,1 0,0 0,-1-1,0 1,0-2,6-7,-2-2,0 1,0-1,-2 0,1 0,-2-1,2-12,9-75,-5-2,-4 1,-6-63,0 129,-7-81,2 138,0 44,2 0,4 0,2 0,3 0,3 0,3-1,18 57,-25-102,1-2,1 1,0-1,1 0,1 0,0-1,1 0,0-1,1 0,1 0,6 2</inkml:trace>
  <inkml:trace contextRef="#ctx0" brushRef="#br0" timeOffset="978.724">803 282,'20'0,"28"2,30 3,25 3,15 7,-12 1</inkml:trace>
  <inkml:trace contextRef="#ctx0" brushRef="#br0" timeOffset="2214.836">1498 857,'13'-55,"-3"0,-2-1,-2 0,-3-31,-4 23,1 64,1-1,0 0,0 0,0 0,-1 0,1 1,0-1,0 0,0 1,0-1,0 1,0-1,0 1,0 0,0-1,0 1,1 0,-1 0,0 0,0-1,0 1,0 0,0 1,0-1,1 0,-1 0,0 0,0 1,0-1,0 0,1 1,2 0,14 1,51 6,-1 3,58 17,-120-27,1 0,-1 1,1 0,-1 0,0 0,0 0,0 1,0 0,0 1,-1-1,1 1,-1 0,0 0,0 1,-1 0,1-1,-1 2,0-1,0 0,-1 1,1 0,-1-1,-1 1,1 1,-1-1,0 0,0 4,-17 105,15-113,0-1,0 0,0 0,0 1,0-1,0 0,0 0,1 1,-1-1,1 0,-1 0,1 0,-1 0,1 0,-1 1,1-1,0 0,0 0,-1-1,1 1,0 0,0 0,0 0,0 0,0-1,0 1,0-1,1 1,-1-1,0 1,0-1,0 1,1-1,-1 0,0 0,0 0,2 1,50-3,-51 2,25-4,-1 0,0-2,0-1,0-1,-1-2,-1 0,1-1,-2-2,0 0,0-2,-1 0,-1-2,21-35,-41 51,0-1,0 0,0 1,0-1,-1 0,1 0,-1 0,1 0,-1 0,0 0,0 0,0 1,0-1,0 0,0 0,0 0,-1 0,1 0,-1 0,1 0,-1 0,0 1,0-1,0 0,0 1,0-1,0 0,0 1,0-1,-1 1,1 0,-1-1,-6-3,-1 1,1 1,-1-1,0 1,0 1,0-1,0 2,0-1,0 1,-1 1,1-1,0 2,-1-1,1 1,0 1,0 0,-1 0,4-1,0 1,0 0,0 0,1 1,-1-1,0 1,1 0,0 1,0-1,0 1,0 0,1 1,-1-1,1 1,-3 4,5-6,0-1,1 1,-1 0,1 0,0 0,0 0,0 0,0 0,0 0,1 0,-1 0,1 0,0 1,0-1,0 0,0 0,1 0,-1 0,1 1,0-1,0 0,0 0,0-1,1 1,-1 0,1 0,0 0,-1-1,1 1,0-1,2 2,3 2,1 1,0-2,0 1,0-1,0 0,1-1,0 0,0 0,0-1,0 0,1-1,-1 0,1 0,-1-1,1-1,0 1,-1-1,1-1,-1 0,1 0,0-1,0-1,-4 1,-1-1,0 0,0 0,0 0,-1-1,1 0,-1 1,0-2,0 1,0 0,0-1,-1 0,0 0,0 0,0 0,-1 0,0-1,0 1,0-1,0 1,-1-1,0 0,0 1,-1-1,1 0,-1 0,-1-1,2 15,1 0,0 0,0 0,1-1,0 1,0-1,0 0,1 0,0 0,1-1,-1 1,1-1,1 0,-1 0,1-1,0 1,0-1,1-1,-1 1,1-1,0 0,0-1,0 1,7 1,-12-5,1 0,0 0,0 0,0 0,0 0,0 0,0-1,0 1,0-1,0 0,-1 0,1 0,0 0,-1 0,1-1,0 1,-1-1,0 0,1 0,-1 0,0 0,0 0,0 0,0 0,-1-1,1 1,0-1,-1 1,0-1,0 0,0 0,1-1,20-96,-4-43,-18 141,1 0,0 0,-1 0,1 0,0 1,0-1,1 0,-1 1,0-1,0 1,1-1,-1 1,1-1,-1 1,1 0,0 0,-1 0,1 0,0 0,0 0,0 1,0-1,0 0,0 1,0 0,0-1,0 1,0 0,0 0,0 0,0 0,0 1,0-1,0 0,-1 1,2-1,68 28,-66-26,-1 1,1-1,-1 1,0 0,0 0,0 0,0 1,0-1,-1 1,0 0,0 0,0 0,0 1,0-1,-1 1,0-1,0 1,0 0,-1 0,1 0,-1 0,0 0,-1 0,1 0,-1 0,0 4,-6 42,4-47,1 1,-1 0,1 0,0 0,0 0,0 0,1 0,-1 0,1 0,1 0,-1 0,1 0,-1 0,2 0,-1-1,0 1,1 0,0 0,0-1,0 1,1-1,-1 0,1 0,0 0,1 0,-1 0,0-1,1 1,0-1,0 0,3 2,8 0,0-2,1 0,-1-1,0 0,1-1,-1-1,1 0,-1-2,1 1,-1-2,0 0,0-1,0 0,0-1,12-6,-15 6,-1 1,1-1,-1-1,0 0,0-1,0 0,-1 0,0-1,-1 0,0-1,0 0,-1-1,0 0,-1 0,0 0,0-1,-1 0,0-1,-1 1,-1-1,0 0,0 0,1-12,-4 21,-1 0,0 0,0 0,0 0,0 0,0 0,0-1,-1 1,0 0,1 0,-1 1,0-1,0 0,-1 0,1 0,-1 1,1-1,-1 1,0-1,0 1,0-1,0 1,0 0,-1 0,1 0,-1 1,1-1,-1 0,0 1,1 0,-1-1,0 1,0 1,0-1,0 0,0 0,0 1,0 0,0 0,0 0,0 0,0 0,0 0,0 1,0 0,0-1,0 1,0 0,0 0,-1 2,-1 0,1 0,0 0,0 1,0-1,1 1,-1 0,1 0,0 0,0 1,1-1,-1 1,1 0,0 0,0-1,0 1,1 1,0-1,0 0,0 0,0 0,1 0,0 1,0-1,1 0,-1 0,1 1,0-1,1 0,-1 0,1 0,0 0,0-1,0 1,3 3,3 4,1 0,1-1,0 0,0-1,1 0,0 0,1-1,0 0,0-1,1-1,2 1,149 63,-62-35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28.1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1 135,'13'4,"14"4,16 3,19 0,21-3,22-1,18-4,11-1,-1-1,-24-1</inkml:trace>
  <inkml:trace contextRef="#ctx0" brushRef="#br0" timeOffset="990.616">762 0,'27'22,"-10"-13,-1-2,-1 1,0 0,-1 0,1 2,-2 0,1 0,-2 1,1 1,-1 0,-1 1,0 0,-1 1,3 6,-11-17,-1 0,0 1,0-1,-1 0,1 1,-1-1,0 1,1-1,-1 0,-1 1,1-1,0 1,-1-1,0 0,0 1,0-1,0 0,0 0,-1 0,1 0,-1 0,0 0,0 0,0 0,-2 1,-68 55,-76 10,108-54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33.6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10,'34'-5,"-1"2,1 2,0 1,0 1,-1 2,23 6,23 16,-77-24,1 1,-1-1,1 1,-1-1,0 1,0 0,0 0,0 0,0 0,0 0,0 0,-1 1,1-1,-1 1,0-1,1 1,-1-1,0 1,-1 0,1-1,0 1,-1 0,1 0,-1 0,0-1,0 1,0 1,-3 5,0-1,-1 1,0-1,0 0,0 0,-1-1,0 1,-1-1,1 0,-2-1,1 1,-1-1,1 0,-2-1,1 0,-1 0,-173 116,162-106,18-14,1 0,0-1,0 1,0-1,0 1,0-1,0 1,0 0,0-1,0 1,0-1,1 1,-1-1,0 1,0-1,0 1,1-1,-1 1,0-1,1 1,-1-1,0 1,1-1,-1 1,1-1,-1 0,0 1,1-1,-1 0,1 1,-1-1,1 0,-1 0,1 1,-1-1,1 0,0 0,-1 0,1 0,-1 0,1 0,-1 0,1 0,0 0,-1 0,1 0,-1 0,1 0,-1 0,1-1,-1 1,1 0,0-1,0 2,63 1,0-2,-1-3,1-2,4-4,-50 7,56-8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38.4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153 105,'-8'-5,"-1"0,0-1,1 0,-1-1,1 1,0-2,1 1,0-1,-5-7,11 15,1-1,0 0,-1 0,1 1,0-1,0 0,-1 0,1 1,0-1,0 0,0 0,0 0,0 1,0-1,0 0,1 0,-1 0,0 1,0-1,0 0,1 0,-1 1,0-1,1 0,-1 1,1-1,-1 0,1 1,-1-1,1 1,-1-1,1 1,0-1,-1 1,1-1,0 1,-1 0,1-1,0 1,0 0,-1-1,1 1,0 0,0 0,-1 0,1 0,0 0,0 0,0 0,42-4,-31 3,0 2,0-1,-1 2,1-1,0 2,-1-1,0 2,0-1,0 2,0-1,0 1,-1 1,0 0,0 1,-1 0,1 0,-2 1,1 0,3 4,-10-8,0 0,0 0,0 0,-1 0,1 1,-1-1,0 0,0 1,-1-1,1 1,-1-1,0 0,0 1,0-1,-1 1,0-1,0 1,0-1,0 0,-1 1,1-1,-1 0,-2 3,-3 5,0 0,-1-1,-1 0,1 0,-2-1,1 0,-3 1,-145 100,76-58,46-21,35-31,1 0,-1 0,0 0,1 0,-1 0,1 0,0 0,-1 0,1 0,0 0,0-1,-1 1,1 0,0 0,0-1,0 1,0-1,0 1,0-1,0 1,0-1,0 1,0-1,0 0,0 0,0 0,0 1,0-1,0 0,1 0,-1 0,0-1,0 1,36 4,0-2,0-1,0-3,0 0,12-4,-15 2,162-19,-108 11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37.3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0 268,'18'2,"20"1,19 0,18 0,15-2,7 0,7-2,-2-2,-7-3,-19 1</inkml:trace>
  <inkml:trace contextRef="#ctx0" brushRef="#br0" timeOffset="601.401">628 1,'120'71,"-72"-44,-1 2,-2 2,20 17,-61-45,0-1,0 1,0 0,0 0,0 0,-1 0,1 1,-1-1,0 1,0 0,0 0,-1 0,0 1,1-1,-1 1,-1-1,1 1,-1-1,0 1,0 0,0 0,0 0,-1 0,0-1,0 1,0 0,-1 0,0 0,0 0,0-1,0 1,-1 0,0 1,-9 5,0-1,-1 0,0-1,0-1,-1 0,0 0,0-1,-1-1,0 0,0-1,-1 0,-1-1,-9 5,-11 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34.6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41 522,'2'16,"1"10,0 7,-1 2,0 3,-1-1,-1-2,0-5,3-12,-1-10</inkml:trace>
  <inkml:trace contextRef="#ctx0" brushRef="#br0" timeOffset="234.373">0 201,'7'7,"11"9,12 6,0 0</inkml:trace>
  <inkml:trace contextRef="#ctx0" brushRef="#br0" timeOffset="494.834">361 696,'25'-14,"0"0,-2-2,0-1,0 0,-2-2,0 0,-1-2,-1 0,-1-1,12-20,-14 0,-16 41,1 1,-1-1,0 0,0 0,0 0,1 1,-1-1,0 0,0 0,0 0,-1 0,1 1,0-1,0 0,0 0,0 0,-1 1,1-1,0 0,-1 0,1 1,-1-1,1 0,-1 1,1-1,-1 0,1 1,-1-1,0 1,1-1,-1 1,0-1,0 1,1 0,-1-1,0 1,0 0,1-1,-1 1,0 0,0 0,0 0,1 0,-1 0,0 0,0 0,0 0,0 0,0 0,-6 3,0-1,0 1,0 0,0 0,1 1,-1 0,1 0,0 1,0-1,1 1,-1 1,1-1,0 1,1 0,-1 0,0 1,-40 77,44-81,0 1,0 0,0-1,0 1,1 0,0 0,0 0,0-1,0 1,0 0,1 0,-1 0,1-1,0 1,0 0,1-1,-1 1,1-1,0 1,0-1,0 0,0 0,2 2,3 1,1 0,0-1,1 1,-1-2,1 1,0-1,0-1,0 0,0 0,1 0,-1-1,1-1,0 0,2 0,45 5</inkml:trace>
  <inkml:trace contextRef="#ctx0" brushRef="#br0" timeOffset="1050.591">1217 348,'-25'0,"-89"8,110-7,0 0,1 1,-1-1,0 0,0 1,1 0,-1 0,1 0,-1 1,1-1,0 1,0-1,0 1,1 0,-1 0,0 0,1 1,0-1,0 1,0-1,0 1,1 0,-1-1,1 1,-1 4,1-1,1 0,-1 0,1 0,0 0,1 0,0-1,0 1,0 0,1 0,0-1,0 1,1-1,0 1,0-1,0 0,1 0,0 0,0-1,1 1,-1-1,1 0,0-1,6 5,6 5,0-1,1-1,1-1,0 0,0-2,1 0,2 0,29 13,-50-22,-1 1,1-1,-1 1,0-1,1 1,-1-1,0 1,0 0,1-1,-1 1,0 0,0-1,0 1,0 0,0-1,0 1,0 0,0-1,0 1,0 0,0-1,0 1,-1 0,1-1,0 1,0-1,-1 1,1 0,0-1,-1 1,1-1,0 1,-1-1,1 1,-1-1,1 1,-1-1,0 0,1 1,-1-1,1 0,-1 1,1-1,-1 0,0 0,1 1,-1-1,0 0,1 0,-1 0,0 0,1 0,-1 0,0 0,1 0,-1 0,0 0,1-1,-1 1,0 0,-1 1,-128 31,111-30,28-13,206-105,24-32,-235 145,-3 2,-1 0,1 0,-1 0,1 1,0-1,0 0,-1 0,1 0,0 1,0-1,0 0,0 1,0-1,0 1,0-1,0 1,0 0,0-1,0 1,0 0,0 0,1-1,-1 1,0 0,0 0,0 0,0 1,0-1,0 0,0 0,1 0,-1 1,0-1,0 1,0-1,0 1,0-1,0 1,0 0,-1-1,1 1,0 0,-7 91,4 10,3-98,-1 1,1 0,0-1,0 1,0-1,1 1,-1-1,1 0,0 1,1-1,-1 0,1 0,0 0,0-1,0 1,0-1,0 0,1 1,0-1,0 0,14 5</inkml:trace>
  <inkml:trace contextRef="#ctx0" brushRef="#br0" timeOffset="1308.916">1618 27,'5'20,"10"17,9 12,2-1</inkml:trace>
  <inkml:trace contextRef="#ctx0" brushRef="#br0" timeOffset="1838.494">1925 722,'36'-231,"-35"65,0 166,0-1,-1 0,1 0,0 1,0-1,0 0,0 1,0-1,0 1,0-1,0 1,0 0,0-1,0 1,0 0,0 0,0 0,0 0,0 0,0 0,0 0,0 0,0 0,0 0,0 0,0 1,0-1,0 0,0 1,0-1,0 1,0-1,0 1,0 0,0-1,0 1,0 0,-1-1,1 1,0 0,-1 0,1 0,-1 0,1 0,10 5,242 72,-250-77,0 0,0 0,0 0,0 1,-1-1,1 1,-1 0,1-1,-1 1,0 0,0 0,1 1,-1-1,-1 0,1 1,0-1,-1 1,1 0,-1 0,0-1,0 1,0 0,0 0,0 0,-1 0,1 0,-1 0,0 0,0 0,0 2,-14 62,11-57,0 0,1 1,0-1,0 0,1 1,1 0,0-1,0 1,2 7,-2-15,1 0,0 0,0 0,1 0,-1 0,1 0,-1-1,1 1,0 0,0-1,0 1,0-1,1 0,-1 0,1 0,-1 0,1 0,0 0,-1-1,1 1,0-1,0 0,0 0,0 0,0 0,1 0,-1-1,0 0,0 1,0-1,1 0,-1-1,1 1,6-1,0 0,0 0,1-1,-1-1,-1 0,1 0,0-1,-1 0,9-5,-1-3,0-1,-1-1,-1 0,-1-1,0 0,-1-2,0 1,-1-2,-1 1,-1-2,-1 1,5-14,-19 115,4-76,1 1,0-1,0 0,1 1,0-1,0 0,1 1,0-1,0 0,1 0,0 0,0-1,0 1,1-1,0 1,0-1,1 0,0-1,0 1,0-1,1 0,-1 0,1-1,0 0,1 0,-1 0,6 1,15 6</inkml:trace>
  <inkml:trace contextRef="#ctx0" brushRef="#br0" timeOffset="2025.993">2807 1,'-9'9,"-3"3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32.8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1 227,'25'5,"22"1,21 2,17 0,13-2,7-1,-2-3,-19 0</inkml:trace>
  <inkml:trace contextRef="#ctx0" brushRef="#br0" timeOffset="1327.485">629 0,'22'16,"99"67,-76-54,-1 2,-1 1,-2 2,9 13,-47-46,-1 1,1 0,-1 0,0 0,0 0,0 0,0 1,0-1,0 0,-1 1,1 0,-1-1,0 1,1 0,-1 0,0 0,-1-1,1 1,-1 0,1 0,-1 0,0 0,0 0,0 0,0 0,-1 0,1 0,-1 0,0 0,0 0,0 0,0-1,0 1,-1 1,-8 5,0 0,-1 0,0-1,-1 0,1-1,-1 0,-1-1,1-1,-1 0,0 0,-4-1,2 2,-255 81,233-74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47.0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1035,'18'-72,"-3"10,-9 35,1 1,1-1,1 1,1 1,3-3,-12 25,0 0,1 0,-1 0,1 0,0 1,0-1,0 0,0 1,1-1,-1 1,1 0,-1 0,1 0,0 0,-1 0,1 1,0-1,0 1,1 0,-1 0,0 0,0 0,1 0,-1 1,0-1,0 1,1 0,-1 0,0 0,1 1,1 0,5 4,0 0,-1 1,0 0,0 1,0 0,-1 0,0 1,0 0,-1 1,0-1,-1 1,0 1,0-1,-1 1,0 0,-1 0,0 1,0-1,-1 1,0 5,-1-11,0-1,0 1,-1 0,0 0,0 0,0 0,-1 0,1 0,-1 1,0-1,-1 0,1 0,-1 0,0 0,0 0,-1 0,0 0,1-1,-2 1,1 0,0-1,-1 0,0 1,0-1,-3 3,5-6,0 0,0-1,0 1,0-1,0 1,0-1,0 0,0 1,0-1,0 0,0 0,0 0,0 0,0 0,0 0,0 0,0 0,0 0,0 0,-1-1,1 1,0 0,1-1,-1 1,0-1,0 1,0-1,0 1,0-1,0 0,0 1,1-1,-1 0,0 0,1 0,-1 1,1-1,-1 0,0 0,1 0,0 0,-1 0,1 0,-1-1,-6-48,12 29,0 0,2 0,0 0,1 1,1 0,10-15,-9 14,-1 3,35-65,-5-3,-3-1,23-84,-50 138,-2-1,-1 1,-1-1,-2 0,-1-35,-1 66,-1 1,0-1,1 0,-1 0,0 1,0-1,-1 0,1 0,-1 1,1-1,-1 0,0 1,0-1,0 1,0-1,0 1,-1-1,1 1,-1 0,0 0,1 0,-1 0,0 0,0 0,0 0,-1 1,1-1,0 1,-1-1,1 1,-1 0,1 0,-1 0,1 0,-1 0,0 1,0-1,1 1,-1 0,-2 0,0 3,0 1,0 0,1 1,0-1,0 1,0 0,0 0,0 0,1 0,0 1,0-1,1 1,0 0,0 0,0 0,0 0,1 0,0 0,1 0,-1 1,1-1,0 0,0-3,-6 62,4-1,2 1,4 0,2-1,3 0,2 0,4-1,2-1,9 19,-18-57,46 109,-48-125</inkml:trace>
  <inkml:trace contextRef="#ctx0" brushRef="#br0" timeOffset="179.517">160 421,'-13'-7,"-10"-4,2-1,16 2,22 3,29 4,29 6,25 4,15 3,3 5,-20-1</inkml:trace>
  <inkml:trace contextRef="#ctx0" brushRef="#br0" timeOffset="530.488">816 848,'0'4,"0"-1,0 0,1 0,-1 0,1 0,0 0,0 1,0-1,0-1,0 1,1 0,-1 0,1 0,0-1,0 1,0-1,0 1,0-1,1 0,-1 0,0 0,1 0,0 0,-1-1,1 1,0-1,0 0,0 0,0 0,0 0,0 0,0 0,1-1,-1 0,0 0,0 0,0 0,0 0,1 0,-1-1,0 0,0 1,0-1,0 0,0-1,0 1,0 0,-1-1,1 0,0 1,-1-1,3-2,0-1,-1 1,1-1,-1 1,-1-1,1 0,-1-1,1 1,-1-1,-1 1,1-1,-1 0,0 0,-1 0,1 0,-1 0,0 0,-1-1,1 1,-1 0,-1 0,1-1,-1 1,0 0,0 0,-2-3,2 6,-1 1,1-1,-1 0,0 1,0-1,0 1,-1 0,1 0,0 0,-1 0,1 0,-1 1,0-1,0 1,0-1,1 1,-1 0,0 0,0 0,-1 1,1-1,0 1,0-1,0 1,0 0,0 1,-1-1,0 0,-4 1,-1 1,1 0,0 0,0 0,0 1,0 0,0 0,0 1,-6 5,6-4,1 0,0 1,1 0,-1 1,1-1,0 1,1 1,0-1,0 1,-1 1,5-7,0 0,0 1,0-1,0 0,0 1,0-1,0 1,1-1,-1 1,1 0,0-1,0 1,0-1,0 1,0 0,1-1,-1 1,1-1,-1 1,1-1,0 1,0-1,0 0,0 1,1-1,-1 0,1 0,-1 0,1 0,0 0,0 0,-1 0,1-1,1 1,-1-1,2 2,72 21,-34-19</inkml:trace>
  <inkml:trace contextRef="#ctx0" brushRef="#br0" timeOffset="1304.769">1136 301,'-11'-4,"0"0,-1 2,0-1,1 1,-1 1,0 0,0 1,-7 0,16 0,0 1,0-1,0 1,0-1,0 1,0 0,0 0,0 0,0 1,1-1,-1 0,0 1,1 0,-1 0,1 0,0 0,0 0,-1 0,2 1,-1-1,0 1,0-1,1 1,-1 0,1-1,0 1,0 0,0 0,0 0,0 0,1 0,-1 0,1 0,0 3,1 8,1-1,1 1,0-1,1 0,1 0,0 0,0-1,1 0,1 0,0 0,0-1,6 6,-1 3,31 48,-4 3,-2 1,25 75,-61-144,-1 1,1-1,0 1,0-1,0 1,1-1,-1 0,1 0,0 1,0-1,0-1,0 1,0 0,1 0,-1-1,1 1,-1-1,1 0,0 0,0 0,0 0,1 0,-1-1,0 0,0 1,1-1,-1 0,1-1,2 1,1 0,0-2,0 1,1-1,-1 0,0 0,0-1,0 0,-1 0,1-1,0 0,-1 0,0-1,0 1,0-1,0-1,0 1,-1-1,0 0,0 0,0 0,0-1,-1 0,0 0,-1 0,1 0,0-3,3-5,0-1,-2 0,0 0,0 0,-1 0,-1-1,-1 1,0-1,-1 0,-1 0,-1-8,1 20,0 1,0-1,0 1,-1-1,1 1,-1-1,0 1,0-1,-1 1,1 0,-1-1,1 1,-1 0,0 0,0 0,0 1,-2-2,4 4,1 0,-1 0,0 0,1 0,-1 0,0 0,1 0,-1 1,0-1,0 0,1 0,-1 0,0 1,0-1,1 0,-1 0,0 1,0-1,0 0,1 1,-1-1,0 0,0 0,0 1,0-1,0 0,0 1,0-1,0 0,0 1,0-1,0 0,0 1,0-1,0 0,0 1,0-1,0 0,0 1,0-1,0 0,0 1,-1-1,1 0,0 0,0 1,0-1,-1 0,1 1,0-1,0 0,-1 0,1 0,0 1,0-1,-1 0,1 0,-1 0,16 10,0 0,1-1,0-1,0-1,1 0,0-1,5 0,7 5,-10-5,-14-5,1 0,0 0,-1 1,1-1,0 1,-1 1,0-1,0 1,0 0,0 0,0 0,0 1,-1 0,0 0,0 0,0 0,0 0,0 1,-1 0,0 0,0 0,0 0,-1 0,0 1,1 1,-20 170,18-175,-1 1,0-1,1 1,0-1,-1 1,1-1,0 1,0-1,1 0,-1 0,0 1,1-1,-1 0,1 0,0 0,0-1,-1 1,1 0,0-1,1 1,-1-1,0 1,0-1,1 0,-1 0,0 0,1-1,-1 1,1 0,0-1,0 1,4-1,0 0,1 0,-1 0,0 0,0-1,-1-1,1 1,0-1,0 0,-1 0,2-2,11-5,-1-2,-1 0,0-1,-1-1,0 0,0-1,-2-1,0-1,0 0,-2 0,0-1,-1-1,7-14,-12 17,-9 18,-1 2,1 0,-1 1,1 0,0 0,0 0,1 0,0 0,0 0,0 1,1-1,0 1,0-1,0 1,1 0,0-1,0 1,1-1,0 1,0-1,1 1,0-1,0 1,0-1,1 0,-1 0,1 0,1-1,-1 1,1-1,0 0,1 0,-1 0,1 0,0-1,0 1,47 13,-28-14</inkml:trace>
  <inkml:trace contextRef="#ctx0" brushRef="#br0" timeOffset="1551.148">2206 166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46.0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 0,'6'57,"-3"1,-2-1,-3 1,-2-1,-3 1,-12 47,16-94,1-9,1 0,0 0,0 0,0 0,0 0,0 0,1 1,-1-1,1 0,-1 0,1 0,0 1,0-1,0 0,0 0,0 0,0 1,1-1,-1 0,1 0,0 0,-1 0,1 1,0-1,0 0,0-1,1 1,-1 0,0 0,1 0,-1-1,1 1,-1-1,1 1,0-1,0 1,7-2,1 1,-1-1,0-1,0 0,0 0,0-1,0 0,0 0,0-1,3-1,4-1,173-60,-160 54</inkml:trace>
  <inkml:trace contextRef="#ctx0" brushRef="#br0" timeOffset="255.28">316 267,'-5'7,"-1"13,1 15,2 15,5 13,7 9,3 4,1-2,-3-5,-3-13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45.2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107 362,'-9'18,"-3"13,3 10,5 5,5 2,5-3,4-7,1-10</inkml:trace>
  <inkml:trace contextRef="#ctx0" brushRef="#br0" timeOffset="394.51">0 1,'83'87,"-4"4,-4 3,18 35,-66-87,-14-20,1-2,1 1,1-2,0 0,4 2,-18-19,1 0,-1 0,0-1,0 1,1-1,-1 1,1-1,0 0,-1 0,1 0,0-1,-1 1,1 0,0-1,0 0,-1 0,1 0,0 0,0 0,0 0,-1-1,1 1,0-1,0 0,-1 0,1 0,-1 0,1 0,-1-1,1 1,-1-1,0 0,0 1,1-1,-1 0,-1 0,1 0,1-2,6-8,-1 0,-1 0,0-1,0 0,-1 0,-1 0,0-1,2-12,8-21,-4 76,-10-19,0 0,1 0,0 0,0-1,1 1,0 0,1-1,0 0,0 0,1 0,0 0,1-1,-1 1,2-2,-1 1,1-1,1 0,-1 0,1-1,8 6,-13-11,1 0,-1 0,1-1,0 1,-1-1,1 1,0-1,-1 0,1-1,-1 1,1-1,0 1,-1-1,1 0,-1 0,0-1,1 1,-1-1,0 1,0-1,0 0,0-1,0 1,0 0,-1-1,1 1,-1-1,1 0,-1 0,0 0,1-3,4-5,0-1,-1 0,0 0,-1-1,0 1,-1-1,0-1,-1 1,2-71,-4 83,-1 1,0 0,0-1,0 1,0-1,0 1,0 0,0-1,0 1,0-1,0 1,0-1,0 1,0 0,0-1,0 1,0-1,-1 1,1 0,0-1,0 1,0-1,-1 1,1 0,0-1,0 1,-1 0,1 0,0-1,-1 1,1 0,0 0,-1-1,1 1,-1 0,1 0,0 0,-1-1,1 1,-1 0,1 0,0 0,-1 0,1 0,-1 0,1 0,-1 0,1 0,0 0,-1 0,1 0,-1 1,1-1,0 0,-1 0,1 0,-1 0,1 1,0-1,-1 0,1 1,0-1,-15 25,13-17,0-1,0 1,1 0,0 0,1 0,0 0,0 0,0-1,1 1,0 0,1 0,0 0,0-1,1 1,-1-1,2 0,-1 1,1-1,0-1,0 1,1-1,0 1,0-2,1 1,0 0,-1-1,2 0,1 1,9 4,1 0,0-1,1-1,-1 0,2-2,-1 0,1-1,0-1,1-1,46 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43.9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27,'11'20,"-1"0,0 1,-2 0,0 1,-2-1,4 18,14 44,-24-80,0-1,0 0,0 0,0 0,1 1,-1-1,1 0,0 0,-1 0,1 0,0 0,0 0,0 0,1 0,-1 0,0 0,1-1,-1 1,1-1,0 1,-1-1,1 1,0-1,0 0,0 0,0 0,0 0,0 0,0 0,0-1,0 1,1-1,-1 0,0 1,0-1,1 0,-1 0,0 0,0 0,0-1,1 1,-1-1,0 1,2-2,6-7,-1-1,-1 0,1 0,-2-1,1 0,-2 0,1-1,-2 1,1-2,-2 1,1 0,-2-1,0 0,0 0,-1 0,-1-1,2-20,-2 46,0 0,1 0,0 0,1 0,0-1,1 1,0-1,1 0,0 0,1-1,0 1,1-1,0 0,0-1,4 3,-8-9,1 0,0-1,0 1,0-1,0 0,0 0,0-1,1 1,-1-1,0 0,1 0,-1-1,1 1,0-1,-1 0,1 0,-1 0,1-1,-1 1,1-1,-1 0,1-1,-1 1,0-1,0 0,1 0,1-1,5-3,0-1,0 0,-1-1,0 0,0-1,0 1,-1-2,-1 0,3-2,-7 6,0 0,0 1,-1-1,1 0,-1-1,0 1,-1-1,0 1,0-1,0 0,-1 0,0 0,0 1,0-8,-2 13,1 0,0 0,0 0,0 0,-1 0,1 0,0 0,-1 0,1 0,-1 0,1 0,-1 0,0 0,1 0,-1 1,0-1,0 0,0 0,1 1,-1-1,0 0,0 1,0-1,0 1,0 0,0-1,0 1,0-1,0 1,0 0,0 0,0 0,-1 0,1 0,0 0,0 0,0 0,0 0,0 0,0 1,0-1,0 0,0 1,0-1,0 1,0-1,0 1,0-1,0 1,0 0,1-1,-1 1,0 0,0 0,1 0,-1 0,0 0,1-1,-1 1,1 0,-1 0,1 0,-1 1,0 1,-1 0,1 0,0 0,-1 0,1 0,0 1,1-1,-1 0,1 0,-1 0,1 1,0-1,0 0,1 1,-1-1,0 0,1 0,0 0,0 1,0-1,0 0,1 0,-1 0,1-1,-1 1,1 0,0 0,0-1,1 0,-1 1,2 1,5 4,-1-1,1 1,1-2,-1 1,1-1,0-1,1 0,6 2,113 25,-68-24</inkml:trace>
  <inkml:trace contextRef="#ctx0" brushRef="#br0" timeOffset="389.294">1164 147,'-12'-9,"0"1,0-1,-1 2,0 0,0 1,0 0,-1 0,0 2,-14-4,23 7,0 0,0 0,-1 0,1 1,0 0,0 0,0 0,0 0,-1 1,1 0,0 0,0 0,0 1,0 0,1 0,-1 0,0 0,1 1,-1 0,1 0,0 0,0 0,0 1,0-1,1 1,0 0,-1 0,1 0,0 2,1-3,1 1,-1-1,1 0,0 1,0-1,0 1,1-1,-1 1,1-1,0 1,0-1,0 1,0 0,1-1,0 1,-1-1,1 0,0 1,1-1,-1 0,1 1,-1-1,1 0,0 0,0 0,0 0,0-1,1 1,-1-1,1 1,0-1,0 0,0 0,0 0,0 0,0 0,0-1,0 0,1 1,-1-1,1 0,-1-1,1 1,-1-1,1 1,-1-1,2 0,4 1,0-1,0 0,1 0,-1-1,0 0,0 0,0-1,-1-1,1 1,0-1,-1-1,0 1,0-2,0 1,0-1,0 0,-1 0,0-1,0 0,-1-1,0 1,0-1,0 0,-1-1,0 1,0-1,3-8,-9-7,-15 31,14-4,0 1,0-1,0 1,0 0,1 0,0-1,0 1,0 0,1 0,-1 0,1 0,0 0,1 0,-1 0,1 0,0 0,0 0,0-1,1 1,0 0,0-1,0 1,0-1,1 1,0-1,0 0,0 0,0-1,1 1,-1-1,1 1,0-1,0 0,2 0,30 16,2-6</inkml:trace>
  <inkml:trace contextRef="#ctx0" brushRef="#br0" timeOffset="686.074">1431 27,'5'16,"8"10,11 9,10 6,11 3,7 0,6 0,5-1,-5-7,-11-11</inkml:trace>
  <inkml:trace contextRef="#ctx0" brushRef="#br0" timeOffset="1011.786">1778 1,'-16'7,"-9"11,-8 9,-3 12,1 8,3 8,8 0,8-1,6-10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42.8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0 282,'23'6,"19"4,17-2,16-1,11-2,6 1,-1-2,-5 2,-9 2,-19-1</inkml:trace>
  <inkml:trace contextRef="#ctx0" brushRef="#br0" timeOffset="418.519">535 1,'3'5,"0"0,0 0,1 0,0 0,-1 0,2-1,-1 0,1 0,-1 0,1 0,5 2,-6-3,38 24,2-2,0-1,39 13,30 16,-31 2,-79-53,-1 0,1 1,-1-1,0 1,0-1,0 1,0 0,-1 0,1 0,-1 0,0 0,0 0,0 0,0 0,0 0,-1 1,1-1,-1 0,0 1,0-1,0 0,-1 1,1-1,-1 0,0 0,1 0,-2 3,-7 8,-1 0,0-1,-1 0,-1 0,0-1,0-1,-1 0,0-1,-1 0,-1-1,1-1,-1 0,-11 3,-76 37,65-34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39.3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1 393,'18'60,"-3"0,-2 1,-3 0,-3 1,-3 0,-2 1,-6 54,3-95,21-43,-13 13,-1 0,1 1,0 0,1 0,0 1,0-1,0 2,1-1,0 2,0-1,0 1,1 0,-1 1,1 0,1 0,-6 2,0 0,0 0,1 0,-1 1,0 0,1 0,-1 0,0 0,0 1,1 0,-1 0,0 1,0-1,0 1,0 0,0 1,0-1,-1 1,1 0,-1 0,0 0,0 1,0-1,0 1,0 0,-1 0,0 0,0 1,1 1,-2-4,0 1,1 0,-1 0,-1 0,1 0,0 0,-1 0,0 0,1 0,-1 1,-1-1,1 0,0 1,-1-1,0 1,1-1,-1 1,-1-1,1 1,0-1,-1 0,0 1,0-1,0 0,0 1,0-1,-1 0,0 0,1 0,-1 0,0 0,0 0,-1-1,1 1,0-1,-1 0,0 1,0-1,-1 0,-1 0,0-1,0 1,1-1,-1 0,0-1,0 1,0-1,0 0,0 0,0 0,0-1,0 0,0 0,0 0,0 0,1-1,-1 0,1 0,-1 0,1-1,-1 1,1-1,0 0,0 0,1-1,-1 1,0-2,3 2,0 0,1-1,0 1,0 0,0-1,0 1,0 0,0-1,1 1,0 0,0-1,0 1,0 0,0 0,0 0,1 0,0 0,-1 0,1 0,0 1,0-1,1 1,-1-1,1 1,-1 0,1 0,-1 0,1 0,0 0,0 1,1-1,18-13,0 2,1 0,1 2,0 0,0 1,1 2,0 1,1 0,24-2,-47 8,0 0,0 0,0 1,0-1,0 0,0 1,0 0,0 0,0 0,0 0,0 0,0 0,0 1,0 0,0-1,-1 1,1 0,0 1,0-1,0 0,-1 1,1 0,-1-1,1 1,-1 0,0 0,0 0,0 1,0-1,0 0,0 1,-1-1,2 3,15 61,-16-53,1 0,0-1,1 1,1-1,0 1,0-1,1-1,1 1,7 9,-13-19,1 0,-1 0,1-1,0 1,-1 0,1-1,0 0,0 1,0-1,0 0,0 0,0 0,0 0,1 0,-1 0,0-1,0 1,1-1,-1 0,0 1,1-1,1-1,10-3</inkml:trace>
  <inkml:trace contextRef="#ctx0" brushRef="#br0" timeOffset="266.355">589 567,'16'14,"17"6,2 0</inkml:trace>
  <inkml:trace contextRef="#ctx0" brushRef="#br0" timeOffset="718.853">1218 741,'-9'-1,"-22"-4,0 2,0 0,0 3,0 0,0 3,0 0,-20 5,50-8,-1 0,1 0,-1 0,1 0,-1 0,1 1,-1-1,1 0,-1 1,1-1,-1 1,1 0,0-1,-1 1,1 0,0 0,0 0,-1-1,1 2,0-1,0 0,0 0,0 0,0 0,0 1,1-1,-1 0,0 1,1-1,-1 0,1 1,-1-1,1 1,0-1,-1 1,1-1,0 1,0-1,0 1,0 0,0-1,1 1,-1-1,0 1,1-1,-1 0,1 1,-1-1,1 1,0-1,0 0,0 1,-1-1,1 0,0 0,1 0,13 12,0-1,1 0,1-2,0 0,0-1,5 2,18 9,-27-12,1-1,1 0,-1 1,-1 1,0 1,0 0,-1 0,0 1,5 7,-16-17,0 0,0 0,0 0,0 0,0 0,0 1,-1-1,1 0,0 0,-1 0,1 1,-1-1,1 0,-1 1,0-1,0 1,1-1,-1 0,0 1,0-1,0 0,-1 1,1-1,0 1,0-1,-1 0,1 1,-1-1,1 0,-1 0,0 1,1-1,-1 0,0 0,0 0,0 0,0 0,0 0,0 0,0 0,0 0,0 0,0-1,-1 1,1 0,0-1,0 1,-1-1,1 1,-1-1,0 1,-1 1,1-1,0 0,-1 0,0 0,1-1,-1 1,1-1,-1 1,0-1,1 0,-1 0,0 0,1 0,-1 0,0-1,1 1,-1-1,1 0,-1 0,1 0,-1 0,1 0,-1 0,1-1,0 1,0-1,0 0,0 1,0-1,0 0,0 0,1 0,-1-1,1 1,-1 0,1-1,0 1,0 0,0-1,0 1,0-1,1 0,-1 1,1-1,0 0,2-8,0-1,1 1,1 0,0 0,1 0,0 0,0 1,1 0,1 0,-1 0,2 1,4-5,-4 3,51-69,-3-2,42-84,-81 132,-2-1,0-1,-3 0,-1 0,-1-2,-3 1,-1-1,-1 0,-2-8,-3 44,1-6,0 1,-1-1,0 0,-1 0,0 0,0 1,0-1,-1 0,0 1,-1-1,0 1,-3-6,6 12,0 0,-1 0,1 1,-1-1,1 0,-1 1,0-1,1 0,-1 1,0-1,0 0,1 1,-1-1,0 1,0 0,0-1,1 1,-1 0,0-1,0 1,0 0,0 0,0 0,0 0,0 0,0 0,1 0,-1 0,0 0,0 0,0 0,0 1,0-1,0 0,0 1,1-1,-1 0,0 1,0-1,0 1,1-1,-1 1,0 0,1-1,-1 1,1 0,-1-1,0 1,1 0,0 0,-1 0,1 0,-24 48,19-14,0 0,3 0,1 1,1-1,2 0,1 0,2 0,2 0,8 25,127 462,-127-470,-9-48,-1-9</inkml:trace>
  <inkml:trace contextRef="#ctx0" brushRef="#br0" timeOffset="981.192">1097 339,'28'9,"28"8,29 5,24 4,17 2,9 0,-18-3</inkml:trace>
  <inkml:trace contextRef="#ctx0" brushRef="#br0" timeOffset="1311.5">2087 821,'-41'-6,"30"2,-1 1,0 0,-1 1,1 0,0 1,-1 0,1 1,0 1,-1 0,1 1,0 0,0 0,0 1,0 1,0 0,1 1,0 0,-4 3,13-7,-1 1,1 0,0-1,-1 1,1 0,0 0,0 0,1 0,-1 0,0 1,1-1,-1 1,1-1,0 1,0-1,0 1,0 0,0-1,1 1,-1 0,1 0,-1 0,1-1,0 1,0 0,1 0,-1 0,1 0,-1-1,1 1,0 0,0-1,0 1,0 0,0-1,1 1,-1-1,1 0,0 1,-1-1,1 0,0 0,0 0,1 0,-1-1,0 1,3 1,5 1,0 1,1-2,0 0,0 0,0-1,0 0,0 0,0-2,0 1,0-1,0-1,1 0,-1-1,0 0,-1 0,1-2,0 1,-1-1,1 0,-1-1,0-1,-1 1,0-1,1-1,-2 0,1 0,-1-1,-1 1,-2-1,1 1,-1-1,0 0,-1-1,0 1,0-1,-1 0,0 0,0 0,-1 0,0 0,-1 0,0-1,0-4,-3 72,2-52,1 0,0 0,0 0,0 0,1 0,0-1,0 1,1 0,-1-1,1 0,0 1,1-1,-1 0,1 0,0-1,0 1,1-1,-1 0,1 0,0-1,0 1,0-1,1 0,-1 0,1-1,-1 0,1 0,0 0,0-1,0 1,0-1,2-1,23-1</inkml:trace>
  <inkml:trace contextRef="#ctx0" brushRef="#br0" timeOffset="1950.021">2501 554,'-6'-306,"2"278,-2 22,2 21,1 32,1 1,3-1,1 1,3 0,0 18,0-3,0-13,-3 1,-1 0,-3-1,-4 14,25-86,-11 11,1 0,1 0,-1 1,2 1,0-1,0 2,0-1,3 1,-10 5,0 0,1 1,-1 0,1 0,0 0,0 0,0 1,0 0,0 0,0 1,0-1,0 1,0 0,1 0,-1 1,0-1,0 1,0 0,0 1,0-1,0 1,-1 0,1 0,0 1,3 2,-1 1,0 0,0 1,0 0,-1 0,0 0,0 1,-1 0,0 0,0 0,-1 1,0-1,0 1,-1 0,0 0,-1 1,0-1,-1 0,1 1,-2-1,0 1,0 7,0-14,-1 1,1 0,-1-1,0 1,0 0,0-1,0 1,0-1,-1 1,0-1,0 0,0 0,0 0,0 0,0 0,-1 0,0-1,1 1,-1-1,0 0,0 1,0-1,-1-1,1 1,0 0,-1-1,1 0,-1 0,0 0,1 0,-1 0,0-1,1 1,-1-1,0 0,1-1,-1 1,0 0,1-1,-1 0,0 0,1 0,-1 0,1-1,-1 1,1-1,-2-1,2 0,0 0,0-1,0 1,0-1,1 1,-1-1,1 0,0 0,0 0,0 0,1 0,-1 0,1-1,0 1,1 0,-1-1,1 1,-1-1,1 1,1-1,-1 1,1 0,-1-1,1 1,0 0,1-1,-1 1,1 0,0 0,0 0,0 0,1 0,-1 1,1-1,0 1,0 0,0-1,0 1,4-2,8-7,0 1,1 1,0 0,1 1,0 0,0 2,1 0,0 1,1 1,-1 0,1 2,0 0,2 1,-19 1,0 0,0 1,0-1,0 1,0 0,0 0,0 0,0 0,0 0,0 0,0 0,0 1,-1-1,1 0,0 1,0 0,0-1,0 1,-1 0,1 0,0 0,-1 0,1 1,0-1,-1 0,0 1,1-1,-1 1,0-1,0 1,0-1,0 1,0 0,0 0,0 0,-1-1,1 1,-1 63,-1-58,0 1,1-1,0 0,0 0,0 1,1-1,0 0,0 0,1 1,0-1,0 0,1-1,1 4,-2-8,-1 0,1 0,-1 0,1 0,0-1,0 1,0 0,0-1,0 1,0-1,0 0,1 0,-1 0,0 0,1 0,-1-1,1 1,-1-1,0 1,1-1,-1 0,1 0,0 0,-1 0,1 0,-1-1,0 1,1-1,-1 1,1-1,-1 0,0 0,2-1,17-9</inkml:trace>
  <inkml:trace contextRef="#ctx0" brushRef="#br0" timeOffset="2198.39">2969 326,'0'16,"0"5</inkml:trace>
  <inkml:trace contextRef="#ctx0" brushRef="#br0" timeOffset="2630.847">3383 620,'18'-8,"-1"-1,0-1,-1 0,0-2,-1 0,0 0,-1-1,0-1,-1-1,-1 0,0 0,-1-1,-1-1,0 0,-2 0,1 0,4-18,-7 16,0 0,-1 0,-1 0,-1 0,-1-1,0 1,-2-1,0 1,-1-1,-1 1,-1-1,-1 1,-5-19,8 35,0-1,-1 1,1-1,-1 1,1-1,-1 1,0 0,0 0,-1 0,1 0,0 0,-1 0,0 1,0-1,0 1,0 0,0 0,0 0,0 0,-1 1,1-1,-1 1,1 0,-1 0,0 0,1 0,-1 1,0-1,0 1,1 0,-1 0,0 0,0 1,1-1,-1 1,0 0,1 0,-1 1,1-1,-2 1,-10 10,1-1,0 2,1 0,0 1,1 0,1 0,0 2,1-1,1 1,0 1,1-1,1 1,-4 14,-2 3,2 0,1 1,1 0,2 1,2 0,1 0,1 34,3-49,1-1,1 1,0-1,2 1,1-1,0 0,1 0,1-1,1 0,1 0,1-1,0 0,1 0,8 8,-13-18,0 0,1-1,0 1,0-1,0-1,1 1,0-1,0-1,1 0,0 0,0 0,0-1,0-1,0 1,1-1,0-1,-1 0,1 0,0-1,0 0,0-1,0 0,0-1,0 0,0 0,0-1,3-2,1-2,0 0,0-1,0-1,-1-1,0 0,-1 0,0-1,0-1,-1 0,-1 0,0-1,0-1,-1 0,-1 0,0 0,-1-1,3-8,-14 31,0 1,1 0,0 0,0 0,1 1,0-1,1 1,1-1,-1 1,1-1,1 1,0-1,1 1,0-1,0 0,1 1,1-1,1 4,-2-10,1 0,-1 0,0-1,1 0,0 0,-1 0,1 0,1 0,-1-1,0 1,1-1,-1 0,1-1,-1 1,1-1,0 0,0 0,-1 0,1-1,0 0,0 0,0 0,22-1</inkml:trace>
  <inkml:trace contextRef="#ctx0" brushRef="#br0" timeOffset="2820.341">4039 367,'-5'-3,"-3"5,-5 3,-8 4,1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51.0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1 201,'23'4,"21"2,21 0,18-1,13-2,3-1,-5 0,-19-2</inkml:trace>
  <inkml:trace contextRef="#ctx0" brushRef="#br0" timeOffset="1119.906">376 0,'108'60,"-86"-50,1 0,-2 2,1 0,-1 2,-1 0,-1 1,0 1,-1 1,0 0,-2 2,0-1,-1 2,3 7,-15-22,0 2,0-1,0 0,-1 1,0-1,0 1,-1-1,0 1,0 0,-1 0,0-1,0 1,0 0,-1 0,0-1,0 1,-1 0,0-1,0 1,0-1,-1 0,0 0,0 0,-1 0,1 0,-3 2,-8 7,0-1,0 0,-1-1,-1-1,0 0,0-2,-1 1,-1-2,0 0,0-2,-19 6,6-3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7:04.2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210 517,'-6'-6,"-1"0,-1 1,1 0,-1 1,0 0,0 0,0 0,-1 1,1 1,-1-1,-7 0,13 2,-1 1,0 0,0 0,0 0,0 0,0 1,0-1,0 1,0 0,0 0,0 1,1-1,-1 1,0 0,1 0,-1 0,1 0,0 0,0 1,0 0,0-1,0 1,1 0,-1 1,1-1,-2 3,2-2,0-1,0 0,1 1,0-1,-1 1,1-1,0 1,1 0,-1-1,1 1,-1 0,1 0,0-1,0 1,1 0,-1 0,1-1,0 1,0 0,0-1,1 1,-1-1,1 0,0 1,-1-1,2 0,-1 0,0 0,1 0,-1 0,1-1,0 1,0-1,0 0,0 0,0 0,0 0,1 0,-1-1,1 1,-1-1,1 0,-1 0,10 2,-1-1,1-1,0 0,-1-1,1 0,0 0,0-2,-1 0,1 0,-1-1,0 0,0-1,0-1,0 0,-1 0,1-1,-1-1,-1 0,0 0,0-1,0-1,-1 1,0-1,6-9,-2-2,0-1,-2-1,0 0,-1 0,-2-1,0 0,-1-1,-2 0,0 0,-2 0,0 0,-2-1,-1 1,0-1,-4-13,4 31,0-6,-1-1,0 0,0 1,-1-1,-1 1,-1 0,0 0,0 0,-3-4,7 17,0-1,-1 1,1-1,0 0,-1 1,1-1,0 1,-1-1,1 0,0 1,-1-1,1 1,-1 0,1-1,-1 1,1-1,-1 1,0 0,1-1,-1 1,1 0,-1 0,0-1,1 1,-1 0,0 0,1 0,-1 0,0 0,1 0,-1 0,0 0,1 0,-1 0,0 0,1 0,-1 1,0-1,1 0,-1 0,1 1,-1-1,0 0,1 1,-1-1,1 1,-1-1,1 1,-1-1,1 1,-1 0,-18 31,9-4,1 0,2 1,1 0,1 0,1 0,2 1,1 0,1-1,2 12,-1-30,0 0,0 0,1 0,0-1,1 1,0-1,1 1,0-1,1 0,0-1,0 1,1-1,0 0,1 0,0-1,0 0,1 0,0-1,0 0,1 0,-1 0,2-2,-1 1,10 4,-9-6,-1 0,1-1,-1 0,1 0,0-1,0 0,0-1,0 0,0-1,0 0,1-1,-1 0,0 0,0-1,0 0,-1-1,1 0,0 0,-1-1,0-1,0 1,0-2,-1 1,1-1,-1 0,-1-1,1 0,-1 0,0 0,-1-1,0 0,0-1,-1 1,3-6,-3 2,-1 0,-1 0,0-1,0 1,-1-1,-1 1,0-1,-1 0,0 1,-1-1,0 0,-3-7,-3 1,7 19,-1 0,1-1,-1 1,1 0,0 0,-1 0,1 0,-1 0,1 0,0 0,-1 0,1 0,-1 0,1 0,0 0,-1 0,1 0,-1 0,1 1,0-1,-1 0,1 0,-1 0,1 1,0-1,-1 0,1 0,0 1,0-1,-1 0,1 1,0-1,0 0,-1 1,1-1,0 0,0 1,0-1,-1 1,1-1,0 0,0 1,0-1,0 1,0-1,0 0,0 1,0-1,0 1,0-1,0 0,0 1,0-1,1 1,-1-1,0 0,0 1,0-1,1 1,-1-1,0 14,1-1,1 1,0 0,1-1,1 1,0-1,0 0,1 0,1-1,0 0,1 0,0 0,1-1,4 5,7 8,2 0,1-2,0 0,2-1,0-2,2 0,0-2,0 0,2-2,0-1,28 9,0-3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7:00.0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2463 0,'-2'18,"-4"16,-2 10,0 12,-1 5,1 4,2 0,4-5,2-5,2-8,-4-7,-3-10</inkml:trace>
  <inkml:trace contextRef="#ctx0" brushRef="#br0" timeOffset="2652.161">30 241,'-6'11,"2"0,0 1,0 0,1 0,0 0,1 0,0 0,1 1,1-1,0 9,0-20,14 280,-2-124,-8-77,-4-80,0 0,0-1,0 1,1 0,-1 0,0 0,0 0,0-1,0 1,1 0,-1 0,0 0,0 0,1 0,-1 0,0 0,0 0,0 0,1 0,-1 0,0 0,0 0,1 0,-1 0,0 0,0 0,1 0,-1 0,0 0,0 0,1 0,-1 0,0 0,0 0,0 0,1 1,-1-1,0 0,0 0,0 0,0 0,1 1,-1-1,0 0,0 0,0 0,0 1,0-1,0 0,1 0,-1 0,14-32,-9 20,0 2,1-1,0 1,0 0,1 1,1-1,-1 1,2 1,-1 0,9-7,-13 12,-1 0,1 1,0-1,0 1,0 0,0 0,1 0,-1 1,1 0,-1-1,1 2,-1-1,1 0,-1 1,1 0,0 0,-1 0,1 1,0-1,-1 1,1 0,-1 0,0 1,1 0,-1-1,2 2,0 1,0 0,0 1,-1 0,1 0,-1 0,0 0,-1 1,1-1,-1 1,0 1,-1-1,1 0,-1 1,-1 0,1-1,-1 1,0 0,-1 0,1 1,-1-1,-1 3,1-4,-1-1,0 0,0 1,0-1,-1 0,1 1,-1-1,-1 0,1 0,-1 0,0 0,0 0,0 0,-1 0,0-1,0 1,0-1,0 0,-1 0,0 0,1 0,-1-1,-1 1,1-1,0 0,-1 0,0-1,-4 3,5-3,0 0,0 0,0 0,-1-1,1 1,0-1,0 0,-1-1,1 1,-1-1,1 1,-1-1,1-1,0 1,-1-1,1 1,-1-1,1 0,0-1,0 1,0-1,0 0,0 0,0 0,0-1,0 1,1-1,-1 0,1 0,0 0,0 0,0-1,1 1,-1-1,1 0,-1 1,0-4,3 3,-1 0,1 0,0 1,0-1,0 0,1 0,0 0,-1 0,1 0,0 1,1-1,-1 0,1 1,0-1,0 1,0 0,0-1,0 1,1 0,-1 0,1 1,0-1,0 0,1 1,81-51,-62 43,0 1,0 2,1 0,-1 1,2 2,-1 0,0 2,1 0,19 3,-39-1,0 0,0 0,0 1,0 0,0 0,-1 1,1-1,0 1,-1 0,1 0,-1 1,1-1,-1 1,0 0,0 0,0 0,-1 1,1-1,-1 1,0 0,0 0,0 0,0 0,-1 0,0 1,0-1,0 1,0 0,-1 0,1-1,-1 1,-1 0,1 0,-1 0,0 4,-5 84,6-92,1 1,-1 0,1-1,-1 1,1-1,0 0,-1 1,1-1,0 0,0 0,0 0,0 0,0 0,0-1,0 1,1-1,-1 1,0-1,0 0,0 0,0 0,1 0,-1 0,0 0,0-1,0 1,0-1,1 1,-1-1,0 0,0 0,0 0,-1 0,1 0,11-5,-1 1,0-2,-1 1,0-2,0 0,0 0,-1-1,0 0,-1 0,0-1,0-1,-1 0,-1 0,0 0,0-1,-1 0,0 0,-1 0,-1-1,0 0,-1 0,1-6,-6 32,1-1,0 1,1-1,0 1,1-1,0 1,1-1,1 1,0-1,3 9,0-13,0-1,0 0,1-1,0 0,0 0,1 0,-1-1,1 0,0 0,1-1,-1 0,1 0,0-1,-1 0,2-1,-1 0,0 0,0-1,0 0,1-1,-1 0,1-1,-1 1,0-2,0 1,0-1,6-3,-8 3,0 0,-1 0,1-1,-1 0,0 0,0 0,0-1,0 0,-1 0,1-1,-1 1,0-1,0 0,-1-1,0 1,0-1,0 0,0 0,-1 0,0 0,0-1,-1 1,0-1,0 0,0 1,-1-1,0 0,0-6,-1-4,0 12,0 10,-1 8,-2 2,2 0,0 0,1 0,1 0,0 0,1 0,0 0,4 12,-5-25,0 0,0 1,0-1,1 0,-1 0,0 0,1 0,-1 0,1 0,0 0,0-1,0 1,-1-1,2 1,-1-1,0 0,0 1,0-1,0 0,1-1,-1 1,1 0,-1-1,1 1,16 0</inkml:trace>
  <inkml:trace contextRef="#ctx0" brushRef="#br0" timeOffset="2916.56">1273 455,'-5'18,"4"13,1 1</inkml:trace>
  <inkml:trace contextRef="#ctx0" brushRef="#br0" timeOffset="3388.791">1433 936,'27'-255,"-26"210,44 90,47 5,-82-47,1 1,-1 0,-1 1,1 0,-1 1,1 0,-1 0,-1 1,0 0,0 0,0 1,-1 0,0 0,0 1,-1 0,0 1,12 42,-18-47,1 0,0 0,0 0,0 0,1 0,-1 0,1 0,1-1,-1 1,1-1,-1 1,1-1,1 0,-1 0,0 0,1-1,0 1,0-1,0 0,0 0,0 0,1-1,-1 1,1-1,1 0,1-1,1 1,-1-2,1 1,0-1,-1 0,1-1,0 0,-1 0,1-1,-1 0,1 0,-1 0,0-1,0 0,0-1,-1 1,1-1,-1-1,1 1,-2-1,1 0,0-1,-1 1,0-1,0 0,-1 0,0-1,0 1,0-1,-1 0,0 0,0 0,0-1,-1 1,-1 0,1-1,-1 0,0-3,-4-16,-16 40,13-3,0 0,2 0,-1 1,1 0,0 0,1 0,1 1,0-1,0 1,1-1,1 1,0 0,0-1,1 1,0-1,2 4,-1-11,-1 0,1 1,0-1,1 0,-1-1,1 1,0 0,0-1,0 1,0-1,0 0,1 0,-1 0,1 0,0-1,0 0,0 0,0 0,1 0,-1 0,0-1,1 0,-1 0,1 0,-1 0,1-1,-1 0,1 0,0 0,-1 0,1-1,21-4</inkml:trace>
  <inkml:trace contextRef="#ctx0" brushRef="#br0" timeOffset="3650.229">1848 468,'18'18,"22"11,4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7:00.8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321 581,'-12'-2,"0"0,0 0,-1 1,1 1,0 0,0 1,0 0,-1 1,1 1,0-1,1 2,-1 0,1 0,-1 1,1 0,1 1,-1 1,1-1,0 2,0-1,1 1,0 1,1-1,0 2,0-1,1 1,0 0,0 1,-1 5,7-15,0 1,0-1,0 1,1-1,-1 1,0-1,1 1,-1-1,1 1,0-1,0 1,-1 0,1-1,0 1,0-1,1 1,-1 0,0-1,0 1,1-1,-1 1,1 0,-1-1,1 1,0-1,0 0,0 1,-1-1,1 0,0 1,1-1,-1 0,0 0,0 0,0 0,1 0,-1 0,1 0,-1 0,0-1,2 1,8 0,-1-1,1 0,-1 0,1-1,-1-1,0 0,1 0,-1-1,0 0,0-1,-1 0,1 0,-1-1,0-1,0 1,1-3,5-1,-1 0,-1-1,0 0,0-1,-1-1,0 0,-1 0,-1-1,0-1,-1 0,0 0,3-8,-7 5,-14 27,6-3,-1 0,2 1,-1 0,1-1,0 1,1 0,0 0,0 0,0 0,1 0,1 0,-1 0,1 0,1 0,-1 0,1 0,1 0,-1-1,1 1,1-1,-1 0,1 0,1 0,-1 0,1-1,0 0,1 0,-1 0,1 0,0-1,1 0,-1-1,1 1,0-1,0 0,0-1,5 2,-3-4,0 1,0-1,1-1,-1 1,0-2,1 1,-1-1,0-1,0 1,1-2,-1 1,-1-1,1-1,0 0,-1 0,0 0,0-1,0 0,0-1,-1 0,0 0,0 0,2-4,4-5,-1 1,0-2,-1 1,-1-2,-1 1,0-1,-1-1,-1 1,0-1,-1-1,-1-2,5-42,-2 0,-4-1,-2 0,-5-40,3 71,-1 4,-11-91,12 120,1-1,-1 1,0-1,0 1,0 0,0-1,0 1,0-1,0 1,0-1,0 1,-1-1,1 1,0-1,0 1,0-1,0 1,-1-1,1 1,0 0,0-1,-1 1,1 0,0-1,-1 1,1 0,0-1,-1 1,1 0,-1-1,1 1,0 0,-1 0,1 0,-1-1,1 1,-1 0,1 0,-1 0,1 0,-1 0,1 0,-1 0,1 0,-1 0,1 0,-1 0,1 0,0 0,-1 1,1-1,-1 0,1 0,-1 0,1 1,-1-1,1 0,-15 27,7 11,0-1,3 1,1 0,2 0,2 13,-1-27,0 16,-3-5,2 0,1 0,2 0,1 0,2 0,2-1,1 1,1-1,2-1,2 1,6 11,43 27,-33-53</inkml:trace>
  <inkml:trace contextRef="#ctx0" brushRef="#br0" timeOffset="288.224">428 247,'23'9,"23"5,24 3,19 3,12 4,-11-1</inkml:trace>
  <inkml:trace contextRef="#ctx0" brushRef="#br0" timeOffset="727.107">1016 848,'12'-13,"0"0,-1 0,-1-1,0 0,-1-1,-1 0,0-1,-1 0,-1 0,0 0,-1-1,-1 0,-1 0,0 0,-1 0,-1 0,0-2,-10-13,5 40,8-2,0-1,1 1,-1-1,1 0,0-1,0 1,1-1,-1 0,1 0,0 0,0-1,0 0,0 0,1-1,-1 0,1 0,0 0,-1-1,1 0,0 0,0-1,0 0,68 8,-56-8,0 1,0 2,0 0,0 0,0 2,-1 1,0 0,5 3,-18-6,-1 0,0 0,0 1,0-1,0 1,-1 0,0 0,1 0,-1 0,-1 1,1-1,-1 1,1 0,-1 0,-1 0,1 0,-1 0,0 0,0 0,0 0,-1 1,1-1,-1 0,-1 0,1 1,-1-1,0 0,0 2,1 0,0 0,0 0,1 0,-1 0,2 0,-1 0,1 0,0 0,0-1,1 1,0-1,0 0,3 5,-3-8,1 1,0-1,-1 1,1-1,1-1,-1 1,0-1,1 1,-1-1,1 0,0-1,-1 1,1-1,0 0,0 0,0 0,0-1,0 0,0 0,0 0,0-1,1 0,5 0,0-1,0 0,-1-1,1-1,-1 1,1-2,-1 1,-1-1,7-5,-7 3,0 0,-1 0,0-1,0 0,-1-1,0 0,-1 0,0 0,0-1,-1 0,0 0,-1 0,0-1,0 1,-1-1,-1 0,0 0,0 0,-1-1,-4 3,-2 25,2-5,0-1,1 1,1 0,0 0,0-1,1 1,0 0,1 0,1 0,-1-1,2 1,-1 0,2-1,-1 0,3 5,9-1,0-5</inkml:trace>
  <inkml:trace contextRef="#ctx0" brushRef="#br0" timeOffset="1014.279">1859 326,'9'3,"3"0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6:52.7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307 620,'-17'-7,"-1"1,1 1,-1 1,0 1,0 0,0 1,-18 1,30 1,-1 0,1 1,0 0,-1 0,1 1,0 0,-1 0,1 0,0 1,1 0,-1 0,0 0,1 1,0 0,0 0,0 0,0 1,1-1,-1 1,1 0,0 1,1-1,-3 4,5-7,-1 1,0-1,1 0,-1 1,1 0,0-1,0 1,0 0,0-1,0 1,0 0,1 0,0 0,-1 0,1 0,0-1,0 1,1 0,-1 0,0 0,1 0,0 0,0-1,0 1,0 0,0-1,0 1,1 0,0-1,-1 0,1 1,0-1,0 0,0 0,0 0,0 0,1 0,-1-1,0 1,1-1,0 1,2 0,4-1,1-1,0 0,-1 0,1-1,0 0,-1 0,1-1,-1-1,1 0,-1 0,0 0,0-1,-1-1,1 0,-1 0,0 0,0-1,0 0,-1-1,0 0,-1 0,5-5,-6 6,0 1,0-1,0-1,-1 1,0 0,0-1,-1 0,1 0,-2 0,1 0,-1-1,0 1,0 0,-1-1,0 0,-1 1,1-1,-1 0,-1 1,0-1,1 8,0 0,0 1,0-1,0 0,0 0,0 1,0-1,0 0,-1 0,1 0,0 0,0 1,0-1,0 0,-1 0,1 0,0 0,0 0,0 1,-1-1,1 0,0 0,0 0,-1 0,1 0,0 0,0 0,-1 0,1 0,0 0,0 0,0 0,-1 0,1 0,0 0,0 0,-1 0,1 0,0 0,0 0,-1-1,1 1,0 0,0 0,0 0,0 0,-1 0,1-1,0 1,0 0,0 0,-1 0,-3 25,3-15,0 1,1 0,1-1,0 1,0-1,1 0,1 1,-1-1,2 0,-1 0,1 0,1-1,0 1,0-1,1 0,0-1,0 1,1-1,0-1,1 1,-1-1,2 0,-1-1,9 5,15 5</inkml:trace>
  <inkml:trace contextRef="#ctx0" brushRef="#br0" timeOffset="314.777">588 514,'13'11,"-1"2,0 0,0 0,-1 1,-1 1,0 0,4 10,-10-19,98 156,-101-161,0 0,-1 0,1 1,0-1,0 0,0 0,0 0,1 0,-1 0,0 0,0 0,1-1,-1 1,0 0,1-1,-1 1,1-1,-1 1,0-1,1 0,-1 1,1-1,-1 0,1 0,-1 0,1 0,-1 0,1-1,-1 1,1 0,-1-1,1 1,-1-1,1 0,-1 1,0-1,1 0,-1 0,0 1,0-1,0 0,1-1,6-9,0-1,-1 0,-1-1,1 1,-2-1,0 0,3-12,4-9,40-67,-35 80</inkml:trace>
  <inkml:trace contextRef="#ctx0" brushRef="#br0" timeOffset="1154.312">1163 793,'18'-6,"0"-1,0-1,0-1,-1 0,0-1,-1-1,0-1,-1 0,0-1,-1 0,0-1,-1-1,-1 0,-1-1,0-1,0 1,5-15,-15 28,1 0,0 0,-1 0,0-1,0 1,0 0,0-1,0 1,-1-1,1 1,-1-1,0 1,0-1,0 1,-1-1,1 1,-1-1,0 1,0 0,0-1,0 1,0 0,-1 0,0 0,0 0,0 0,0 0,0 0,0 0,-1 1,1 0,-1-1,0 1,1 0,-1 0,0 0,0 1,-1-1,1 1,0-1,0 1,-1 0,-2 0,-1 2,0 1,0 1,0-1,0 1,1 0,0 1,-1-1,1 1,0 0,1 1,-1 0,1 0,0 0,0 0,0 1,1 0,0 0,0 0,0 0,1 1,0-1,0 1,1 0,0 0,0 0,1 0,-1 0,1 0,1 1,0 1,0-2,0 1,0-1,1 1,0-1,1 0,0 1,0-1,0 0,1 0,0-1,1 1,-1-1,1 1,0-1,1 0,0 0,0-1,0 1,0-1,1-1,0 1,0-1,0 0,0 0,6 2,4 2,0-1,0 0,1-1,0-1,0-1,0 0,0-2,1 0,0 0,7-2,-17 1,0-1,0 0,0-1,0 1,0-2,0 1,0-1,0 0,-1-1,1 1,-1-2,1 1,-1-1,0 0,-1-1,1 1,-1-1,0-1,0 1,0-1,-1 0,0 0,0-1,-1 1,1-1,-1 0,-1 0,1-1,-2 1,1-1,-1 1,0-1,0 0,-1 0,0 0,0-1,-1 7,1-1,-1 1,0-1,0 0,0 1,0-1,0 1,0-1,-1 1,0-1,1 1,-1-1,0 1,0 0,0-1,0 1,-1 0,1 0,-1 0,1 0,-1 0,0 0,1 0,-1 1,0-1,0 0,0 1,-1 0,1-1,0 1,0 0,-2 0,2 3,-1 1,0-1,1 1,-1-1,1 1,0 0,0 0,0 0,0 0,1 1,-1-1,1 0,0 1,0-1,0 1,0-1,1 1,-1-1,1 1,0 0,0-1,1 2,-1 1,0 0,1 0,-1 0,2 0,-1 0,0-1,1 1,0-1,1 1,-1-1,1 0,0 1,0-1,1-1,-1 1,1 0,0-1,0 0,1 0,-1 0,1-1,0 1,0-1,0 0,0-1,1 1,-1-1,1 0,-1 0,1-1,2 1,0 1,0-1,-1 1,1-1,0-1,0 0,0 0,0 0,0-1,1 0,-1-1,0 0,0 0,0 0,0-1,-1-1,1 1,0-1,-1-1,0 1,0-1,0 0,0-1,0 0,-1 0,0 0,0-1,-1 0,1 0,-1 0,-1-4,0 0,0 1,-1-1,-1-1,0 1,0 0,-1-1,0 1,-1 0,0-1,-1 1,0-1,-1 1,0-4,2 14,-1 1,1-1,0 0,0 0,0 1,0-1,-1 0,1 1,0-1,0 0,0 0,-1 0,1 1,0-1,0 0,-1 0,1 0,0 0,-1 0,1 1,0-1,0 0,-1 0,1 0,0 0,-1 0,1 0,0 0,-1 0,1 0,0 0,-1 0,1 0,0 0,-1 0,1-1,0 1,0 0,-1 0,1 0,0 0,0-1,-1 1,1 0,0 0,0 0,-1-1,1 1,0 0,0 0,0-1,0 1,-1 0,1 0,0-1,0 1,0 0,0-1,0 1,0 0,0-1,0 1,0 0,0-1,0 1,0 0,-10 25,6-14,1 1,1 0,0 0,0 0,1 1,1-1,0 0,1 0,1 10,-1-17,0 1,1-1,-1 0,1 0,0 0,0 0,1 0,0-1,0 1,0-1,0 0,0 0,1 0,0 0,0 0,0-1,0 0,0 0,1 0,0 0,-1 0,1-1,2 1,4 0,-1 0,0-1,0 0,1-1,-1 0,1-1,0 0,-1 0,1-1,-1-1,1 0,-1 0,0-1,2 0,-7 1,0 1,0-1,0 0,0-1,-1 1,1-1,0 0,-1 0,0 0,0-1,0 0,0 1,-1-1,1-1,-1 1,0 0,0-1,0 0,-1 1,0-1,0 0,0 0,0 0,-1-1,0 1,0 0,0 0,-1-3,0 6,1-1,-1 1,0-1,0 1,-1-1,1 0,-1 1,1-1,-1 1,0 0,1-1,-1 1,0 0,-1-1,1 1,0 0,-1 0,1 0,-1 0,0 0,0 0,1 1,-1-1,0 0,0 1,-1 0,1-1,0 1,0 0,-1 0,1 0,-1 0,1 1,-1-1,1 1,-1 0,1-1,-1 1,1 0,-1 0,1 1,-1-1,1 0,-2 1,2 1,0 0,1 0,-1 0,1 0,-1 1,1-1,0 0,0 1,0-1,0 0,1 1,-1-1,1 1,-1-1,1 1,0 0,0-1,0 1,0-1,0 1,1-1,-1 1,1-1,0 1,0-1,0 0,0 1,0-1,0 0,0 1,1-1,-1 0,1 0,0 0,0-1,-1 1,1 0,0-1,1 1,-1-1,0 1,0-1,1 0,16 10,1-2,1 0,0-1,0-1,0-1,1-1,0-1,0-1,0 0,12-2,52 5,-8-2</inkml:trace>
  <inkml:trace contextRef="#ctx0" brushRef="#br0" timeOffset="4765.74">4050 553,'-6'-8,"-1"0,1 1,-1 0,0 0,-1 1,1 0,-1 0,-1 0,1 1,-1 1,0-1,0 1,-1 1,6 1,0 1,0 0,0 0,-1 0,1 1,0-1,0 1,-1 0,1 1,0-1,-1 1,1-1,0 1,0 1,0-1,0 0,0 1,0 0,0 0,1 0,-1 0,1 1,-1 0,1-1,0 1,0 0,0 0,0 1,1-1,-2 3,1-2,1 0,0 0,0 0,1 0,-1 0,1 0,0 1,0-1,0 0,0 1,1-1,0 1,0-1,0 1,1-1,-1 1,1-1,0 0,0 1,1-1,-1 0,1 0,0 0,0 0,0 0,1 0,-1-1,1 1,0-1,0 1,0-1,1 0,-1 0,1-1,-1 1,1-1,0 0,0 0,0 0,1 0,3 2,1-1,-1-1,1 1,0-1,-1-1,1 0,0 0,0-1,0 0,0 0,0-1,0 0,0-1,-1 1,1-2,0 0,-1 0,0 0,0-1,0 0,7-5,-4 2,1-2,-1 1,0-1,-1-1,0 0,-1-1,0 1,-1-2,0 1,0-1,-1-1,-1 1,3-10,-1-1,-1 1,-2-2,0 1,-2-1,0 1,-1-1,-2 0,-1 0,0 0,-2 1,0-1,-7-19,-19-5,28 47,0 0,0 0,-1 0,1 1,0-1,-1 1,1-1,-1 1,1-1,0 1,-1 0,1 0,-1 0,1 0,-1 0,1 0,-1 0,1 0,-1 1,1-1,-1 0,1 1,0-1,-1 1,1 0,0-1,-1 1,1 0,0 0,0 0,0 0,0 0,0 0,0 0,0 0,0 1,-10 13,1 0,1 1,0 0,2 1,-1 0,2 0,1 1,0 0,1 0,0 0,2 0,0 0,1 1,1 0,-1-8,0 0,0 1,1-1,0 1,1-1,0 0,1 1,1-1,-1 0,2 0,-1 0,2-1,-1 1,2-1,-1 0,1 0,1-1,0 0,0 0,0 0,1-1,1 0,-1-1,1 0,1 0,-1-1,1 0,9 4,-9-7,0 1,-1-2,2 1,-1-1,0-1,0 1,1-2,-1 0,0 0,1-1,-1 0,0 0,0-1,0-1,0 0,0 0,0-1,-1 0,0-1,0 0,0 0,0-1,-1 0,0 0,0-1,-1 0,1-1,-2 0,1 0,-1 0,0-1,-1 1,0-2,1-2,-3 4,0 0,-1 0,0 0,0-1,-1 1,0-1,-1 1,0 0,0-1,0 1,-1-1,-1 1,-1-8,3 15,0 0,-1 0,1 0,0 0,0 0,-1 0,1 0,-1 0,1 0,-1 0,1 0,-1 1,1-1,-1 0,0 0,1 1,-1-1,0 0,0 1,1-1,-1 1,0-1,0 1,0-1,0 1,0 0,0-1,0 1,0 0,0 0,0 0,0 0,0-1,0 1,0 1,0-1,0 0,0 0,0 0,1 0,-1 1,0-1,0 0,-1 1,-27 35,27-30,1-1,-1 1,1 0,0 0,0-1,1 1,-1 0,1 0,1 0,-1 0,1 0,0 0,0-1,1 1,0 0,0-1,0 1,1-1,-1 0,1 0,1 0,-1 0,1 0,-1 0,1-1,1 0,-1 0,1 0,-1-1,1 1,0-1,0 0,1 0,3 1,10 3,0 0,0-1,1-1,0-1,-1 0,2-2,-1 0,0-1,0-1,0-2,0 1,4-3,22-4</inkml:trace>
  <inkml:trace contextRef="#ctx0" brushRef="#br0" timeOffset="5043.558">4972 420,'0'18,"0"20,0 14,0 13,2 10,6 7,3 3,3 0,0-2,-1-7,-3-7,-9-10,-8-14,-5-14,-1-12</inkml:trace>
  <inkml:trace contextRef="#ctx0" brushRef="#br0" timeOffset="5044.558">5106 139,'-7'-19,"-4"-9,-3-4,-1 5,-1 7,3 8,4 11,3 13,9 11,12 6,11 5,2-3</inkml:trace>
  <inkml:trace contextRef="#ctx0" brushRef="#br0" timeOffset="5045.558">5601 553,'-2'-14,"0"0,-1 1,0-1,-1 1,-1 0,0 0,-1 0,0 0,-1 1,-1-1,4 8,0-1,0 1,-1 0,1 0,-1 0,0 0,-1 1,1 0,-1 0,0 1,0-1,0 1,0 0,0 1,-1 0,0 0,1 0,-1 1,0 0,1 0,-3 0,4 1,1 0,0 0,0 1,0-1,0 1,0 0,0 0,0 1,0-1,0 1,0-1,0 1,1 1,-1-1,1 0,0 1,0 0,-1-1,2 1,-1 0,0 1,1-1,-1 0,1 1,0 0,0-1,0 1,1 0,-1 0,1 0,0 0,0 0,1 0,-1 0,1 0,0 1,0-1,0 0,0 0,1 0,0 0,0 0,0 0,0 0,0 0,1 0,0 0,0 0,0-1,0 1,1-1,1 2,4 2,1 0,-1-1,1 0,1-1,-1 0,1 0,0-1,0 0,0-1,0 0,1-1,-1 0,1-1,0 0,0 0,-1-1,1-1,0 0,-1 0,1-1,-1 0,1-1,-1 0,0-1,2-1,-7 3,0-1,0 0,0-1,0 1,-1-1,1 0,-1-1,0 1,0 0,0-1,-1 0,0 0,0 0,0 0,-1-1,1 1,-1-1,0 0,0-4,-2 10,0 0,-1 0,1 0,0 0,-1 0,1 0,0 0,0 0,-1 0,1 0,0 0,-1 0,1 0,0 0,-1 0,1 0,0 0,0 0,-1 0,1 0,0-1,-1 1,1 0,0 0,0 0,-1 0,1-1,0 1,0 0,0 0,-1-1,1 1,0 0,0 0,0-1,0 1,0 0,-1 0,1-1,-2 6,0 1,1 0,-1-1,1 1,0 0,1 0,-1 0,1 0,0 0,1 0,-1 0,1-1,0 1,1 0,-1 0,1-1,0 1,1-1,-1 1,1-1,0 0,1 0,-1-1,1 1,0-1,0 1,3 2,7 4,-1 0,2 0,-1-1,1-1,1 0,0-1,0-1,14 4,28 7,1-4,0-2,1-3,0-2,1-3,9-2,18-2</inkml:trace>
  <inkml:trace contextRef="#ctx0" brushRef="#br0" timeOffset="5046.558">199 1877,'-7'-1,"0"0,0 0,0 0,0-1,1 0,-1-1,0 0,1 0,-1 0,-4-4,10 6,1 1,-1-1,0 0,1 0,-1 0,1 0,-1 0,1 0,-1-1,1 1,0 0,-1 0,1 0,0 0,0 0,0 0,0-1,0 1,0 0,0 0,1 0,-1 0,0 0,0 0,1-1,-1 1,1 0,-1 0,1 0,0 0,-1 0,1 1,0-1,0 0,-1 0,1 0,0 1,0-1,0 0,0 1,0-1,0 1,0-1,0 1,0-1,0 1,0 0,1-1,-1 1,0 0,0 0,0 0,0 0,1 0,4-1,-1 0,0 1,0 0,1 0,-1 0,0 0,1 1,-1 0,0 0,0 0,1 1,-1-1,0 1,-1 1,1-1,0 1,-1-1,1 1,-1 1,0-1,0 1,0-1,0 1,-1 1,75 107,-14 23,-63-132,-1-4,1 1,-1 0,0-1,0 1,1 0,-1-1,0 1,1 0,-1 0,0-1,1 1,-1 0,1 0,-1 0,0-1,1 1,-1 0,1 0,-1 0,0 0,1 0,-1 0,1 0,-1 0,1 0,-1 0,0 0,1 0,-1 0,1 0,-1 1,0-1,1 0,-1 0,1 0,-1 1,0-1,1 0,-1 0,0 1,1-1,-1 0,0 1,0-1,1 0,-1 1,0-1,0 0,0 1,1-1,-1 0,0 1,0-1,0 1,0-1,0 1,0-1,0 0,0 1,0-1,0 1,0-1,0 1,0-1,0 0,0 1,0-1,8-18,0 0,2 0,0 1,1 0,0 1,2 0,0 1,1 0,0 1,1 1,0 0,3 0,-17 12,0 0,0-1,0 1,0 1,0-1,1 0,-1 0,0 0,1 1,-1-1,0 0,1 1,-1-1,1 1,-1 0,1-1,-1 1,1 0,-1 0,1 0,-1 0,1 0,-1 0,1 1,-1-1,1 0,-1 1,0-1,1 1,-1 0,0-1,1 1,-1 0,0 0,0 0,1 0,-1 0,0 0,0 0,0 0,0 0,-1 0,1 1,0-1,0 0,-1 1,1-1,-1 1,1-1,-1 0,1 1,-1-1,0 2,6 40,-6-37,0 1,0 0,1-1,0 1,0 0,0-1,1 1,0-1,0 1,1-1,0 0,0 0,0 0,1-1,0 1,0-1,0 0,1 0,0 0,-1-1,6 4,-3-4,0-1,0 0,0-1,0 0,1 0,-1 0,1-1,-1 0,1-1,-1 0,1 0,-1 0,1-1,-1 0,1-1,-1 1,1-2,-1 1,0-1,126-70,-132 72,-1 1,1 0,0-1,0 1,0 0,-1 0,1 0,0-1,0 1,0 0,-1 0,1 0,0 0,0 0,0 1,0-1,-1 0,1 0,0 0,0 1,-1-1,1 0,0 1,0-1,-1 1,1-1,0 1,-1-1,1 1,-1-1,1 1,-1 0,1-1,-1 1,1 0,-1-1,1 1,-1 0,0 0,1 0,-1 0,11 12,-3-8,-1-1,1 0,0 0,0-1,0 0,0-1,1 0,-1 0,1 0,-1-1,1-1,0 1,-1-2,1 1,0-1,-1 0,1-1,-1 0,0 0,1-1,-1 0,0 0,5-4,-10 6,0-1,0 0,0 0,0-1,0 1,0 0,-1-1,1 0,-1 0,0 0,1 0,-1 0,-1 0,1 0,0 0,-1-1,0 1,0-1,0 1,0-1,0 1,-1-1,0 0,1 1,-1-1,-1 0,1 1,0-1,-1 0,0 1,0-1,0 1,0-1,-1 1,1 0,-1-1,0 1,0 0,0 0,0 0,0 0,-1 1,1-1,-1 1,-2-2,-4-2,-1 1,0 1,0 0,0 0,0 1,0 0,-1 1,0 0,1 0,-1 1,0 1,0 0,1 0,-1 1,0 1,0 0,1 0,-11 4,16-4,-1 0,1 1,0-1,0 1,0 1,0-1,1 1,-1 0,1 0,0 0,0 0,-2 3,5-5,0-1,0 1,0 0,0-1,0 1,0 0,0 0,1 0,-1 0,1 0,-1 0,1 0,0 0,0 0,0 0,0 0,0-1,0 1,1 0,-1 0,1 0,-1 0,1 0,0 0,-1 0,1-1,0 1,0 0,0 0,1-1,-1 1,0-1,1 1,-1-1,1 0,-1 0,1 1,0-1,30 16,4-4</inkml:trace>
  <inkml:trace contextRef="#ctx0" brushRef="#br0" timeOffset="5047.558">1564 1609,'-59'-212,"49"179,9 33,1 0,0 0,0 1,0-1,-1 0,1 0,0 1,0-1,0 0,-1 0,1 1,0-1,-1 0,1 0,0 0,0 0,-1 0,1 1,0-1,-1 0,1 0,0 0,-1 0,1 0,0 0,-1 0,1 0,0 0,-1 0,1 0,0 0,-1 0,1-1,0 1,-1 0,1 0,0 0,0 0,-1 0,1-1,2 202,0-170,0 25,2-1,3 1,2-1,3-1,2 0,16 38,10-25,-23-49</inkml:trace>
  <inkml:trace contextRef="#ctx0" brushRef="#br0" timeOffset="5527.406">1296 1609,'426'127,"-220"-70,14 14,-210-68,58 34,-68-37,0 1,1 0,-1-1,0 1,0 0,0 0,0-1,0 1,0 0,0-1,0 1,0 0,0 0,0-1,0 1,0 0,0-1,-1 1,1 0,0-1,-1 1,1-1,0 1,-1 0,1-1,-1 1,1-1,-1 1,1-1,-1 1,1-1,-1 0,0 1,1-1,-1 0,0 1,1-1,-1 0,0 0,1 1,-1-1,0 0,1 0,-1 0,0 0,1 0,-1 0,0 0,0 0,1 0,-1-1,-137 11,70-9,57-1,-3 0,-1-1,1 2,0 0,-1 0,1 2,0 0,0 0,0 1,1 1,-1 0,1 1,0 1,1 0,0 0,-1 2,12-8,-1 0,2 0,-1 0,0 0,0 0,0 0,0 0,1 0,-1 0,0 1,1-1,-1 0,1 1,0-1,-1 0,1 1,0-1,0 0,0 1,0-1,0 0,0 1,0-1,0 1,0-1,1 0,-1 0,1 1,-1-1,1 0,-1 1,1-1,0 0,-1 0,1 0,0 0,0 0,0 0,0 0,50 26,-26-21,1-2,0 0,0-2,0-1,0-1,1-1,-1-1,0-1,-1-2,1-1,-1 0,0-2,0-1,-1-1,0-1,8-7,6-6,-37 45,-2-19,0 1,0-1,0 0,0 1,1-1,-1 0,1 1,-1-1,1 1,0-1,0 1,0-1,1 0,-1 1,0-1,1 1,0-1,-1 0,1 1,0-1,0 0,0 0,1 0,-1 0,1 0,-1 0,1 0,-1 0,1 0,0-1,0 1,0-1,0 1,0-1,0 0,0 0,0 0,1 0,-1 0,0 0,1-1,-1 1,1-1,-1 1,1-1,6-1,0-1,0 0,0 0,0 0,-1-1,1-1,-1 1,0-1,0-1,0 0,-1 0,1 0,-1-1,-1 0,1 0,-1-1,0 0,1-2,6-7,-1-1,0 0,-2 0,0-2,-1 1,-1-1,-1 0,0-1,-2 1,3-13,1-22,-1-1,-3-1,-2-16,-1 18,-2 0,-2-1,-3 1,-9-41,13 92,1-1,-1-1,0 1,0-1,0 1,-1 0,0-1,0 1,0 0,0 0,0 0,-1 1,0-1,0 0,0 0,1 4,1 0,0 0,0 0,-1 0,1 0,0 0,-1 0,1 0,0 0,-1 1,1-1,0 0,0 1,0-1,-1 1,1 0,0-1,0 1,0 0,0 0,0 0,0-1,0 1,0 0,1 0,-1 1,0-1,0 0,1 0,-1 0,1 0,-1 0,1 1,-1-1,1 0,0 1,-10 24,1 2,1-1,1 1,2 0,1 0,1 1,1-1,2 5,-1-21,-2 31,1 1,3 0,1 0,2 0,2-1,2 0,2 0,2-1,1 0,19 37,-28-70,1 0,0-1,1 0,-1 0,2-1,-1 0,1 0,0 0,4 2,-8-7,-1 0,1 0,1 0,-1-1,0 1,0-1,1 0,-1 0,0 0,1 0,-1 0,1-1,0 0,-1 0,1 0,-1 0,1 0,-1-1,1 1,-1-1,1 0,-1 0,0 0,1-1,-1 1,3-3,3-3,0 0,0-1,0 0,-1-1,-1 0,1 0,-1 0,-1-1,0 0,0-1,-1 1,1-5,5-7,-11 22,0 1,1-1,-1 0,0 0,0 1,0-1,1 0,-1 0,0 0,0 1,1-1,-1 0,0 0,1 0,-1 0,0 0,0 1,1-1,-1 0,0 0,1 0,-1 0,0 0,1 0,-1 0,0 0,1 0,-1 0,0 0,1-1,-1 1,0 0,0 0,1 0,-1 0,0 0,0 0,1-1,-1 1,0 0,0 0,1-1,-1 1,0 0,0 0,0-1,1 1,-1 0,0 0,0-1,0 1,0 0,0-1,0 1,0 0,1 0,-1-1,0 1,0 0,0-1,0 1,0-1,2 29,-2-27,0 6,-1-1,1 0,0 0,-1 0,2 0,-1 0,1 0,0 0,0 0,1 0,-1-1,1 1,1 0,-1-1,1 1,0-1,0 0,1 0,-1 0,1-1,0 1,0-1,5 4,55 11,-31-17</inkml:trace>
  <inkml:trace contextRef="#ctx0" brushRef="#br0" timeOffset="5754.798">2954 1677,'-18'-7,"-6"-2</inkml:trace>
  <inkml:trace contextRef="#ctx0" brushRef="#br0" timeOffset="6036.265">2326 1503,'25'0,"21"0,23 0,16 0,12 2,11 1,2 2,-17 0</inkml:trace>
  <inkml:trace contextRef="#ctx0" brushRef="#br0" timeOffset="6209.802">3369 1903,'0'16,"0"12,4 6,4 2,5-1,3-5,1-6,-1-8,-2-7</inkml:trace>
  <inkml:trace contextRef="#ctx0" brushRef="#br0" timeOffset="6210.802">3408 1570,'9'0,"17"4,4 2</inkml:trace>
  <inkml:trace contextRef="#ctx0" brushRef="#br0" timeOffset="6830.272">4879 2064,'20'-27,"-1"-1,-2 0,-1-1,4-13,20-35,-39 74,-1 1,1-1,0 1,0-1,1 1,-1 0,0-1,1 1,-1 0,1 0,0 0,0 0,0 0,0 0,0 0,0 1,0-1,1 1,-1 0,1 0,-1-1,1 1,-1 1,1-1,-1 0,1 1,0-1,-1 1,1 0,0 0,0 0,-1 0,1 0,0 1,-1-1,1 1,-1 0,1 0,0 0,1 1,15 13,-1 0,0 1,-1 1,-1 1,-1 0,0 1,5 11,10 30,-30-58,1 0,-1 0,0 0,1 0,-1 0,0 0,0 0,0 0,-1-1,1 1,0 0,-1 0,1 0,-1 0,0 0,1-1,-1 1,0 0,0 0,0-1,0 1,-1-1,1 1,0-1,-1 0,1 1,-1-1,1 0,-1 0,1 0,-1 0,-1 1,-55 9,56-10,1-1,0 0,-1 0,1 0,0 0,-1 0,1-1,-1 1,1 0,0-1,0 1,-1 0,1-1,0 0,0 1,0-1,-1 0,1 0,0 1,0-1,0 0,0 0,0 0,1 0,-1 0,0-1,0 1,1 0,-1 0,1 0,-1-1,1 1,-1 0,1-1,0 1,0 0,-1-1,1 1,0 0,0-1,0 0,3-5,0 0,1 0,-1 1,1-1,0 1,1 0,0 0,0 1,0-1,0 1,1 0,0 0,0 1,0 0,1 0,3-1,-5 1,26-17,1 2,1 2,1 0,0 2,19-4,-51 18,-1-1,1 1,0 0,1 0,-1 0,0 1,0-1,0 0,0 1,1 0,-1-1,0 1,0 0,1 0,-1 0,0 0,0 1,1-1,-1 1,0-1,0 1,0 0,0 0,0-1,1 2,-2-1,1 0,0 0,0 1,0-1,-1 1,1-1,0 1,-1 0,0-1,1 1,-1 0,0 0,1 2,3 95,-6-92,-1-1,1 1,0 0,1 0,-1 0,1-1,1 1,-1 0,1 0,1 0,-1-1,1 1,0-1,0 1,1-1,0 0,0 0,1 0,-1 0,1 0,1-1,-1 0,1 0,0 0,0 0,0-1,3 2,53 6,-32-15</inkml:trace>
  <inkml:trace contextRef="#ctx0" brushRef="#br0" timeOffset="7087.394">5387 1503,'-16'0,"-8"4,-1 7,3 5,3 7,4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7:04.9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67 388,'0'23,"0"23,0 20,0 14,2 10,1 3,0 0,1-3,1-7,-1-14,-1-16,-1-17</inkml:trace>
  <inkml:trace contextRef="#ctx0" brushRef="#br0" timeOffset="2098.82">0 401,'0'-8,"1"-1,0 0,0 0,1 0,0 0,1 1,0-1,0 1,0 0,1 0,1 0,-1 0,1 1,3-3,-6 7,1-1,0 1,1 0,-1 0,1 0,-1 1,1-1,0 1,0-1,0 1,0 1,0-1,0 1,1-1,-1 1,0 0,1 1,-1-1,1 1,-1 0,1 0,-1 0,1 1,-1-1,1 1,-1 0,0 0,0 1,1 0,2 1,0 0,0 1,-1 0,1 0,-1 1,0 0,0 0,0 0,-1 1,0 0,0 0,-1 0,1 1,-1-1,-1 1,1 0,-1 0,0 0,0 3,-2-5,1 0,-1 0,0 1,0-1,0 0,-1 1,0-1,0 0,0 1,-1-1,1 0,-1 1,-1-1,1 0,-1 0,0 0,0 0,0 0,-1 0,0-1,1 1,-2-1,1 0,0 1,-1-2,0 1,-4 3,4-4,-1 1,-1-1,1 0,0 0,-1 0,1-1,-1 0,0 0,0 0,1-1,-1 0,0 0,-1 0,1-1,0 0,0 0,0-1,0 1,0-1,0-1,-2 0,7 2,1 0,-1 0,1 0,-1-1,1 1,-1 0,1 0,-1-1,1 1,-1 0,1-1,-1 1,1 0,-1-1,1 1,0-1,-1 1,1 0,0-1,-1 1,1-1,0 0,-1 1,1-1,0 1,0-1,0 1,0-1,0 1,-1-1,1 0,0 1,0-1,0 1,1-1,-1 1,0-1,0 0,0 1,0-1,0 1,1-1,-1 1,0-1,1 1,-1-1,0 1,1-1,-1 1,0-1,1 1,-1 0,1-1,-1 1,1 0,-1-1,33-15,15 8,0 1,1 2,30 2,-10 0,194-7,-202 16,-60-5,-1 0,1 0,-1 0,1 0,-1 0,0 1,1-1,-1 0,0 0,0 0,0 0,0 0,0 1,0-1,0 0,-1 0,1 0,0 0,-1 0,1 0,0 0,-1 1,1-1,-1 0,0 0,1-1,-1 1,0 0,0 0,1 0,-1 0,0-1,0 1,0 0,0-1,0 1,0-1,0 1,0-1,-1 1,-3 4,4-4,0-1,0 1,0-1,0 1,0 0,0 0,1 0,-1-1,0 1,1 0,-1 0,0 0,1 0,-1 0,1 0,-1 0,1 0,0 0,0 1,-1-1,1 0,0 0,0 0,0 0,0 0,0 0,0 1,0-1,1 0,-1 0,0 0,1 0,-1 0,0 0,1 0,0 0,-1 0,1 0,-1 0,1 0,0 0,0 0,0-1,-1 1,1 0,0 0,0-1,0 1,0-1,0 1,0-1,5 2,0 0,0 0,0-1,0 0,0 0,0 0,0-1,0 0,1 0,-1-1,0 0,0 0,0 0,0 0,0-1,-1 0,1-1,0 1,-1-1,0 0,1 0,-1-1,-1 0,1 0,0 0,-1 0,0-1,0 1,0-1,-1 0,1 0,-1-1,0 1,-1-1,1 1,-1-1,0 0,-1 0,1 0,-1 0,0 0,-1 0,0 0,0 0,0 0,0-1,-1 1,0 0,0 0,-2-2,-1 1,0 0,0 0,-1 0,0 1,0 0,-1 0,0 0,0 1,0 0,-1 0,1 0,-1 1,0 0,-1 0,1 1,-1 0,1 0,-1 1,0 0,0 0,0 1,0 0,0 0,0 1,0 0,-1 0,1 1,0 0,0 1,-7 2,14-4,0 0,1-1,-1 1,0 0,1 0,-1 0,0 0,1 0,-1 0,0 0,0 1,1-1,-1 0,0 0,1 0,-1 1,0-1,1 0,-1 1,1-1,-1 1,0-1,1 1,-1-1,1 1,-1-1,1 1,0-1,-1 1,1-1,-1 1,1 0,0-1,0 1,-1 0,1-1,0 1,0 0,0-1,0 1,0 0,0 0,0-1,0 1,0 0,0-1,0 1,0 0,0 0,1-1,-1 1,0 0,0-1,1 1,-1-1,1 1,-1 0,0-1,1 1,-1-1,1 1,-1-1,1 1,8 2,1 0,0 0,0-1,-1 0,1 0,0-1,1-1,-1 0,0 0,1-1,6 1,361-6,-370 6,1-1,-1 1,1 1,-1 0,1 0,-1 1,1-1,-1 2,0-1,0 1,0 1,0-1,-1 2,1-1,-1 1,0 0,-1 0,1 0,-1 1,0 0,0 1,-1-1,1 1,-2 0,4 6,2 70,-9-35,-1-47,0 0,0 0,0-1,0 1,0 0,0 0,0-1,1 1,-1 0,0 0,1-1,-1 1,0 0,1-1,-1 1,1 0,-1-1,1 1,-1-1,1 1,-1-1,1 1,-1-1,1 1,0-1,-1 0,1 1,0-1,0 0,-1 0,1 1,0-1,0 0,-1 0,1 0,0 0,0 0,-1 0,1 0,0 0,0 0,-1 0,1 0,0-1,0 1,-1 0,1 0,0-1,0 0,37-21,-33 19,25-21,-1-2,-1 0,-1-2,5-9,22-22,-54 59,0-1,0 0,0 1,1-1,-1 0,0 1,0-1,1 0,-1 1,0-1,1 0,-1 1,1-1,-1 1,1-1,-1 1,1-1,-1 1,1 0,-1-1,1 1,0 0,-1-1,1 1,0 0,-1-1,1 1,0 0,-1 0,1 0,0 0,-1 0,1 0,0 0,0 0,-1 0,1 0,0 0,-1 0,1 1,0-1,-1 0,1 0,0 1,-1-1,1 1,-1-1,1 0,-1 1,1-1,-1 1,1-1,-1 1,1-1,-1 1,1 0,-1-1,0 1,1-1,5 41,17 42,-18-74,1-1,0 0,0 0,1 0,0-1,0 0,1 0,0-1,0 0,0 0,1-1,0 0,0-1,0 0,1 0,2 0,16 4,0-1,1-1,-1-2,1 0,2-2,-1 1,0-1,0-2,0-1,0-1,0-1,-1-2,1-1,-1-1,10-5,-37 11,1 1,-1-1,1 0,0 0,-1 0,0 0,1 0,-1 0,0-1,1 1,-1-1,0 0,0 0,0 1,0-1,-1-1,1 1,-1 0,1 0,-1 0,1-1,-1 1,0-1,0 1,-1-1,1 1,0-1,-1 0,1 1,-1-1,0 0,0 1,0-1,0 0,-1 1,0-2,-3-2,-1 0,0 1,0 0,0 0,-1 0,1 0,-1 1,0 0,-1 0,1 1,-1 0,0 0,1 0,-1 1,0 0,-1 1,1-1,0 1,0 1,-6-1,8 0,-1 0,1 1,0-1,-1 1,1 0,-1 0,1 1,-1 0,1 0,-1 0,1 1,0-1,0 1,0 1,0-1,0 1,0-1,1 1,-1 1,1-1,0 1,0-1,0 1,0 1,1-1,0 0,0 1,0-1,0 1,1 0,-1 0,1 0,1 1,-1-1,0 3,2-4,0 1,0-1,1 0,-1 1,1-1,0 0,0 1,1-1,-1 0,1 0,0 0,0 0,1-1,-1 1,1 0,-1-1,1 0,0 1,0-1,1 0,-1-1,1 1,-1-1,1 1,2 0,2 1,1 1,-1-2,1 1,0-1,0-1,0 1,1-2,-1 1,0-1,1-1,5 1,-4-3,1 1,-1-2,0 1,0-1,0-1,0 0,-1-1,1 0,-1 0,0-1,-1-1,1 1,-1-2,-1 1,1-1,-1 0,-1-1,0 0,0 0,0-1,-1 0,-1 0,0 0,0 0,-1-1,0 0,-1 0,0 0,-1-1,6-28,-3 0,-1 0,-2 0,-2-1,-1 1,-7-38,-12-7,19 84,1 0,0 0,-1 0,1 0,-1 0,0 0,1 1,-1-1,1 0,-1 0,0 1,0-1,0 0,1 1,-1-1,0 1,0-1,0 1,0-1,0 1,0 0,0-1,0 1,0 0,0 0,0 0,0-1,0 1,0 0,0 1,0-1,0 0,0 0,0 0,0 1,0-1,0 0,0 1,0-1,0 1,0-1,0 1,1-1,-1 1,0 0,0-1,1 1,-1 0,0 0,1 0,-1-1,1 1,-1 0,1 0,-1 0,1 0,0 0,-1 0,1 0,0 0,0 0,0 0,-1 0,1 0,0 0,1 0,-11 25,1 1,1-1,2 1,1 0,0 0,3 1,-1 18,1-17,0 1,2 0,2-1,0 1,4 14,-4-36,-1-1,1 1,1-1,-1 1,1-1,1 0,-1 0,1 0,0 0,1-1,0 1,0-1,0-1,0 1,1-1,0 0,0 0,1 0,0-1,-1 0,1 0,0-1,1 0,2 1,-1-1,0-1,1 0,-1 0,1-1,-1 0,1 0,0-1,0-1,-1 1,1-2,-1 1,1-1,-1-1,1 0,-1 0,0-1,-1 0,1 0,0-1,-1 0,0-1,-1 0,1 0,-1 0,0-1,0 0,-1-1,0 1,-1-1,1 0,-1-1,-1 1,0-1,0 0,-1 0,1-2,-3 8,-1 0,1 1,-1-1,1 0,-1 0,0 1,0-1,0 0,-1 0,1 1,-1-1,1 0,-1 0,0 1,0-1,0 1,0-1,0 1,-1-1,1 1,-1 0,0-1,0 1,1 0,-1 0,0 0,-1 1,1-1,-1 2,1 1,0 0,-1 0,1 0,0 0,0 0,0 1,0-1,0 1,0-1,0 1,1 0,-1 0,0 0,1 0,0 0,-1 0,1 0,0 0,0 0,0 1,0-1,1 0,-1 1,1-1,-1 0,1 1,0-1,0 1,0-1,0 1,0 1,-1 4,0 0,1 0,-1 0,2 0,-1 0,1 0,0-1,1 1,0 0,0 0,0-1,1 1,0-1,1 0,0 0,0 0,0 0,1-1,0 0,0 0,1 0,0 0,0-1,0 0,0 0,1-1,0 0,0 0,0 0,0-1,1 0,-1-1,1 1,0-1,-1-1,1 0,1 0,-3 0,0-1,0 1,0-1,-1-1,1 1,0-1,0 0,0 0,0-1,-1 0,1 0,-1 0,1-1,-1 0,0 0,0 0,0 0,0-1,-1 0,0 0,1 0,-1-1,-1 1,1-1,-1 0,0 0,0 0,0 0,0-1,-1 1,0-1,0 0,-1 1,0-2,2-13,-1 1,-1-1,-1 1,-1-1,0 1,-2-1,0 1,-1 0,-2-4,29 27,94 21,21 8,-134-32,-1 0,0 1,1 0,-1-1,0 1,0 1,1-1,-2 0,1 1,0-1,0 1,-1 0,0 0,1 0,-1 0,0 0,-1 1,1-1,-1 1,1-1,-1 1,0-1,0 1,0 0,-1 0,0-1,1 1,-1 0,0 0,-1 2,-3 17,3-21,0 0,0 1,0 0,0-1,0 1,0 0,1-1,0 1,-1 0,1 0,0-1,0 1,0 0,1 0,-1-1,1 1,-1 0,1 0,0-1,0 1,0-1,0 1,1-1,-1 1,1-1,-1 0,1 0,0 0,0 0,0 0,0 0,0 0,1-1,-1 1,0-1,1 1,-1-1,1 0,9 0,-1-1,1 0,0-1,0-1,-1 1,1-2,-1 0,1 0,-1-1,0 0,0-1,-1 0,0-1,0 0,0-1,0 0,-1 0,0-1,-1 0,0-1,0 0,-1 0,0-1,0 0,2-7,33-44,-36 94,-7-16,4 79,-3-93,1 0,-1 0,1 0,0 0,0 0,0-1,0 1,1 0,-1-1,1 1,0-1,-1 1,1-1,0 0,0 0,1 0,-1 0,0 0,1 0,-1-1,1 1,-1-1,1 0,0 0,0 1,-1-2,1 1,0 0,1 0,18-2,-3-4</inkml:trace>
  <inkml:trace contextRef="#ctx0" brushRef="#br0" timeOffset="2362.739">3810 0,'2'0,"1"0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13.8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78,'9'-2,"15"-3,16-3,18-5,12-2,8 1,1 3,-8 4,-13 5,-16 7,-15 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14.0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1,'22'6,"22"4,19-2,15-3,10-3,-11-2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14.4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21 206,'-2'-4,"0"0,-1 0,1 0,0 0,0 0,1-1,-1 1,1-1,0 1,0 0,0-1,1 0,-1 1,1-1,1 1,-1-1,0 1,1-1,0 1,0-1,0 1,1-1,0 1,0-2,7-2,0 0,0 0,1 1,0 0,0 1,0 0,1 0,0 1,0 1,0 0,1 0,-1 1,1 1,0 0,11-1,-7 0,0 0,0 0,0 2,0 0,0 1,1 1,-1 0,0 1,0 1,0 0,0 1,14 6,-28-8,1-1,0 1,-1 0,1 0,-1 1,1-1,-1 0,0 1,0 0,0-1,0 1,-1 0,1 0,-1 0,0 0,0 0,0 0,0 0,0 0,-1 1,1-1,-1 0,0 0,0 1,0-1,0 0,-1 0,1 1,-1-1,0 0,-1 3,-2 5,0 1,-1-1,-1 0,0 0,0 0,-1-1,-7 9,-14 11,-1 0,-1-2,-1-2,-31 21,7-6,55-40,-47 43,46-43,-1 0,1 1,0-1,0 1,0-1,0 1,0 0,0-1,1 1,-1 0,1-1,-1 1,1 0,-1 0,1 0,0 0,0-1,0 1,0 0,0 0,1 0,-1 0,0-1,1 1,-1 0,1 0,0-1,-1 1,1 0,0-1,1 2,63 51,-50-39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14.6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0,'7'14,"4"6,3 3,1-3,1-5,-3-5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12.8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316 21,'-5'23,"-3"20,-1 18,-1 11,2 8,-1 1,1-4,3-8,2-14,1-16</inkml:trace>
  <inkml:trace contextRef="#ctx0" brushRef="#br0" timeOffset="388.84">183 114,'-26'-88,"25"88,1-1,-1 1,1-1,-1 1,1 0,-1-1,1 1,0-1,-1 1,1-1,0 1,0-1,-1 1,1-1,0 0,0 1,0-1,0 1,0-1,0 0,-1 1,1-1,1 1,-1-1,0 0,0 1,0-1,0 1,0-1,0 1,1-1,-1 1,0-1,0 0,1 1,-1-1,1 1,-1 0,0-1,1 1,-1-1,1 1,-1 0,1-1,-1 1,1 0,-1-1,1 1,-1 0,1 0,-1-1,1 1,0 0,-1 0,1 0,-1 0,1 0,-1 0,1 0,0 0,-1 0,1 0,-1 0,1 0,0 1,-1-1,1 0,81 63,-69-49,21 17,-2 2,-2 1,-1 2,-1 1,-2 1,-2 1,-2 1,-1 1,-2 1,-2 1,9 39,-23-77,-1-1,-1 1,1 0,-1 0,0 1,0-1,0 0,-1 0,1 0,-1 1,-1-1,1 0,-1 0,0 1,0-1,0 0,-1 0,0 0,0 0,0-1,0 1,-1-1,0 1,0-1,0 0,-2 2,-5-1,-1-1,0 0,0 0,-1-1,1 0,-1-1,1-1,-1 1,0-2,0 0,1 0,-4-1,-2 1,4 0,-33-2,0 3,1 2,-1 1,1 3,0 1,0 3,-7 15,52-25,-1-1,1 1,0 0,-1 0,1-1,0 1,0 0,0 0,0 0,0-1,0 1,0 0,0 0,0 0,0-1,0 1,0 0,1 0,-1 0,0-1,0 1,1 0,-1 0,1-1,-1 1,1 0,-1-1,1 1,-1-1,1 1,-1 0,1-1,0 1,-1-1,1 0,0 1,-1-1,1 0,0 1,0-1,0 0,-1 0,1 1,0-1,0 0,0 0,-1 0,1 0,0 0,0 0,0 0,-1-1,1 1,0 0,0 0,0-1,-1 1,1 0,85 0,-37-5</inkml:trace>
  <inkml:trace contextRef="#ctx0" brushRef="#br0" timeOffset="709.309">757 822,'57'-267,"-38"211,-19 56,0 0,0 1,0-1,0 1,0-1,0 1,0-1,0 0,0 1,0-1,0 1,0-1,1 0,-1 1,0-1,0 0,0 1,1-1,-1 0,0 1,1-1,-1 0,0 1,1-1,-1 0,0 0,1 0,-1 1,0-1,1 0,-1 0,1 0,-1 0,0 0,1 0,-1 1,1-1,-1 0,1 0,-1 0,0-1,1 1,-1 0,1 0,-1 0,0 0,1 0,-1 0,1-1,-1 1,0 0,1 0,-1 0,0-1,1 1,-1 0,0-1,1 1,-1 0,0-1,0 1,1 0,-1-1,0 1,0 0,0-1,8 37,-1 70,12 63,5-128,-8-30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16.9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13,'5'2,"8"1,11 0,10-1,11 0,10-3,3-4,0-1,-6 1,-9 1,-13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17.1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0,'19'0,"16"0,15 0,9 0,5 0,2 0,-10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17.5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5 244,'-1'-7,"-1"-1,1 0,1 1,-1-1,2 0,-1 0,1 1,0-1,0 0,1 1,0-1,0 1,1 0,0-1,0 1,1 1,0-1,0 0,1 1,-1 0,1 0,1 0,-1 1,1 0,0 0,0 0,0 1,1 0,0 0,0 0,0 1,0 0,0 1,7-2,0-2,-1 1,1 0,1 1,-1 1,0 0,1 1,0 1,-1 0,1 1,0 0,1 2,-13-2,0 1,-1-1,1 1,-1 0,1 0,-1 0,1 0,-1 1,0-1,1 1,-1-1,0 1,0 0,0 0,0 0,0 0,-1 0,1 0,-1 0,1 1,-1-1,0 0,0 1,0-1,0 1,0 0,-1-1,1 1,-1 0,1-1,-1 1,0 0,0 6,-1-1,1 0,-1 1,-1-1,0 0,0 1,0-1,-1 0,-3 6,-12 19,-2 0,-1-1,-1-1,-10 9,-48 69,77-104,-1-1,1 1,0 0,1 0,-1 1,1-1,0 0,0 1,1-1,-1 1,1 0,1-1,-1 1,1 0,0 0,0-1,1 1,-1 0,1 0,1-1,-1 1,1-1,0 1,0 0,52 110,-50-93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17.8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0,'7'14,"2"6,-1 2,-8 3,-4-4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16.0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181 15,'0'15,"0"18,0 16,0 13,0 10,0 4,0 1,0-4,-3-8,0-14</inkml:trace>
  <inkml:trace contextRef="#ctx0" brushRef="#br0" timeOffset="359.722">127 0,'104'92,"-79"-72,-2 2,-1 1,0 1,-2 1,-1 1,-1 0,-1 2,-1 0,-2 0,0 2,-2-1,-2 2,-1-1,-1 1,-1 1,0 17,-6-44,0 1,0 0,-1 0,1 0,-2 0,1 0,-1 0,0-1,0 1,0 0,-1 0,0-1,0 1,0-1,-1 0,0 0,0 1,0-2,0 1,-1 0,0-1,0 0,0 1,-1-2,-2 3,-10 1,-1-1,0-1,0-1,0 0,0-2,-1 0,1-1,-1 0,1-2,-6-1,-2 2,-158 4,160 5,24-9,-1 1,1-1,0 0,0 0,-1 1,1-1,0 0,0 1,0-1,0 0,0 1,-1-1,1 0,0 1,0-1,0 0,0 1,0-1,0 0,0 1,0-1,0 0,0 1,0-1,0 1,1-1,-1 0,0 0,0 1,0-1,0 0,1 1,-1-1,0 0,0 1,0-1,1 0,-1 0,0 0,0 1,1-1,-1 0,0 0,1 0,-1 1,0-1,1 0,-1 0,0 0,1 0,-1 0,0 0,1 0,-1 0,0 0,1 0,-1 0,0 0,1 0,-1 0,0 0,1 0,-1 0,0-1,1 1,-1 0,0 0,1 0,-1 0,31 5,7-2</inkml:trace>
  <inkml:trace contextRef="#ctx0" brushRef="#br0" timeOffset="698.93">662 642,'2'10,"0"0,1-1,0 0,1 1,0-1,1 0,-1-1,2 1,-1-1,1 0,0 0,1-1,0 1,0-2,1 1,0-1,0 0,0-1,0 1,1-2,0 1,0-1,1-1,-1 0,7 2,-8-4,-1 1,0-1,0-1,1 1,-1-1,0-1,1 1,-1-1,0 0,0-1,1 0,-1 0,-1-1,1 1,0-1,-1-1,1 1,-1-1,0-1,0 1,0-1,-1 0,0 0,0 0,0-1,-1 0,1 0,-1 0,-1 0,1-1,-1 1,0-1,-1 0,1 0,-2 0,1 0,0-2,-3 2,1-1,-1 1,0-1,0 1,-1 0,0-1,0 1,0 0,-1 0,-1 0,1 1,-1-1,0 1,0 0,-1 0,0 0,0 0,0 1,-1 0,0 0,0 1,0-1,0 1,-1 0,0 1,1 0,-1 0,-1 0,1 1,0 0,0 1,-1-1,1 1,-1 1,1 0,-1 0,1 0,-1 1,1 0,-1 0,1 1,0 0,-1 0,1 1,-3 1,4-2,1-1,0 1,0 0,0 1,0-1,0 1,0 0,1 0,-1 1,1-1,0 1,0 0,0 0,1 1,-1-1,1 1,0-1,1 1,-1 0,1 0,0 0,0 0,0 1,1-1,-1 5,2-7,1-1,0 0,0 0,0 0,0 0,0 0,1 0,-1 0,1 0,-1 0,1 0,0-1,-1 1,1-1,0 1,0-1,0 0,0 0,0 1,0-2,1 1,-1 0,0 0,1-1,33 12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20.0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14,'20'-2,"17"-1,10 0,6 1,7 0,0 1,1 3,-2 0,-6 1,-8 2,-11 2,-12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20.2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18,'23'9,"20"3,20-5,15-9,9-7,2-8,-14-1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20.5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0 149,'5'-10,"0"1,0-1,1 1,0 0,0 1,1 0,0 0,1 0,0 1,0 0,1 0,-1 1,1 0,1 1,-1 0,1 0,0 1,0 0,0 1,0 0,1 1,0 0,-1 0,1 1,0 1,-1 0,1 0,4 1,-10 0,0-1,0 1,-1 0,1 0,0 0,0 1,-1 0,1 0,0 0,-1 0,0 1,0 0,0 0,0 0,0 0,0 0,-1 1,0 0,1 0,-2 0,1 0,0 0,-1 0,1 1,-1-1,-1 1,1 0,-1-1,1 1,-1 0,-1 0,1 0,-1 0,0 0,0 0,0 0,-1 4,-4 23,-2 0,-1 0,-1-1,-2 0,-1-1,-1 0,-2-1,-1 0,-1-1,-1-1,-2-1,0-1,-16 14,30-32,3-4,0 0,0 0,0 1,0-1,1 0,0 1,0 0,0-1,0 1,0 0,1 0,0 0,-1 0,2 1,-1 0,2 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20.8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0,'14'3,"4"0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22.4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1,'23'2,"18"1,15-2,10-2,6 0,0 0,-4-1,-8 2,-15-1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22.5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1,'22'9,"22"3,17-3,11-7,-6-4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22.9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0 119,'15'-12,"0"-1,0 2,2 0,-1 1,1 0,0 1,1 1,0 1,1 1,-1 0,1 2,0 0,0 1,12-1,-27 4,-1-1,1 1,-1 0,1 0,0 0,-1 1,1-1,-1 1,1 0,-1 0,1 0,-1 0,0 0,0 1,1 0,-1 0,0 0,0 0,-1 0,1 0,0 1,-1-1,1 1,-1 0,0 0,0 0,0 0,0 0,-1 0,1 0,-1 1,0-1,0 0,1 3,-3 9,-1 0,-1-1,0 1,0-1,-1 0,-1 0,-1 0,0-1,0 0,-2 0,1 0,-2-1,1 0,-11 9,13-13,-99 134,102-138,1 0,-1 1,1-1,0 1,0 0,0-1,1 1,0 0,0 0,0 0,0 0,1 0,0 0,0 0,0 0,1 0,-1 0,1 0,0 0,1 0,-1 0,1 0,1 0,6 14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23.1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21.6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22,'26'-6,"0"0,1 2,-1 1,1 1,0 1,23 3,-36-3,0 1,-1 0,1 1,-1 1,0 0,1 0,-1 2,0-1,0 2,-1 0,1 0,-1 1,0 1,-1 0,0 1,0 0,0 0,-1 1,0 1,-1 0,0 0,-1 0,0 1,0 1,-1-1,-1 1,3 7,-4 6,-2-1,-1 1,0 0,-2 0,-1 0,-1 0,-2-1,0 1,-1-1,-1 0,-2 0,0 0,-2-1,-10 19,-30 98,49-137,0 0,-1 0,1 0,0 0,1 1,-1-1,0 0,1 0,0 1,0-1,0 0,0 0,0 1,0-1,1 0,0 0,0 1,0-1,0 0,0 0,1 0,-1 0,1-1,0 1,-1 0,1 0,1-1,-1 0,0 1,1-1,-1 0,1 0,0 0,-1 0,3 0,7 2,1-1,-1 0,1-1,0-1,0 0,0 0,-1-1,1-1,0-1,0 1,0-2,-1 0,1 0,-1-1,0-1,0 0,-1 0,2-2,35-32,-35 20</inkml:trace>
  <inkml:trace contextRef="#ctx0" brushRef="#br0" timeOffset="252.562">27 597,'14'-6,"15"-8,17-3,17-3,13-1,12-1,7 3,3 3,1 3,-5 5,-10 6,-18 3</inkml:trace>
  <inkml:trace contextRef="#ctx0" brushRef="#br0" timeOffset="513.248">1084 584,'2'14,"1"0,1 0,0-1,0 0,2 0,0 0,0 0,1-1,0 0,1 0,1-1,0 0,0-1,1 1,0-2,1 0,0 0,1-1,3 2,-6-6,0 0,1 0,0-1,0-1,0 1,0-2,0 1,1-2,-1 1,0-1,6-1,-11 0,-1 1,0-1,1 0,-1 0,0-1,0 1,0-1,0 0,0 0,0-1,-1 1,1-1,-1 1,1-1,-1 0,0-1,0 1,-1 0,1-1,0 1,-1-1,0 0,0 0,0 0,-1 0,1 0,0-4,-1 2,1-1,-1 0,-1 1,1-1,-1 0,0 1,-1-1,1 0,-1 1,-1-1,1 1,-1-1,0 1,-1 0,1-1,-1 1,-1 1,1-1,-1 0,0 1,0 0,0 0,-1 0,0 0,0 1,0-1,0 1,-5-2,3 2,0-1,-1 1,0 1,1-1,-1 1,-1 0,1 1,0 0,-1 0,1 1,-1 0,1 1,-1 0,1 0,-1 1,1 0,-1 0,1 1,-1 0,1 0,0 1,-2 1,4-1,0-1,0 1,1 0,-1 0,1 1,0-1,0 1,0 1,0-1,1 0,0 1,0 0,0 0,1 1,-1-1,1 1,0-1,1 1,-1 0,1 0,1 0,-1 0,1 0,0 1,0-1,1 0,0 1,0-1,0 0,1 1,0-1,0 0,0 0,1 0,0 0,0 0,1 0,0 0,0-1,0 1,1-1,24 22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19.2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0,'91'20,"-62"-15,0 0,0 2,-1 0,0 3,0 0,-1 1,0 2,-1 1,0 1,19 16,-38-25,-1 0,0 1,0 0,0 0,-1 1,0-1,-1 1,0 0,0 1,-1-1,1 1,-2-1,1 1,-2 0,1 0,-1 0,0 0,-1 0,0 0,0 0,-1 0,0 0,-1 0,0 0,0 0,-1-1,-3 7,-6 11,-1-1,-1 0,-2-1,0-1,-1 0,-20 19,-30 41,64-81,1 1,-1-1,1 1,0 0,-1 0,1 0,1 0,-1 0,0 0,1 0,-1 1,1-1,0 1,0-1,1 1,-1-1,1 1,0-1,-1 1,2-1,-1 1,0 0,1-1,-1 1,1-1,0 1,0-1,1 0,0 2,6 1,0 0,1 0,-1-1,1-1,0 1,0-1,1-1,-1 0,1 0,0-1,0 0,0-1,8 0,-17-1,23 5,1-2,0-1,-1-1,1-1,0-1,0-1,-1-1,1-2,1-1,-2-2</inkml:trace>
  <inkml:trace contextRef="#ctx0" brushRef="#br0" timeOffset="269.644">1 561,'18'-7,"18"-4,15-3,17-1,11 0,6 2,7 4,4 2,-1 4,-5 4,-18 2</inkml:trace>
  <inkml:trace contextRef="#ctx0" brushRef="#br0" timeOffset="555.204">990 695,'1'-28,"1"0,1 0,1 1,1-1,2 1,1 0,1 1,1 0,1 0,9-14,2 14,-21 26,0 0,-1 0,1 0,-1 0,1 0,0 0,-1 0,1 0,0 0,-1 0,1 1,-1-1,1 0,0 0,-1 0,1 1,-1-1,1 0,-1 1,1-1,-1 0,1 1,-1-1,1 1,-1-1,1 1,-1-1,0 1,1-1,-1 1,0 0,0-1,1 1,-1-1,0 1,0 0,0-1,0 1,0-1,0 1,0 0,0-1,0 1,0 0,0-1,0 1,0-1,0 1,-1 0,5 216,-1 79,25-190,-8-70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3:36.9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3292 6031,'0'-2,"0"-1</inkml:trace>
  <inkml:trace contextRef="#ctx0" brushRef="#br0" timeOffset="5337.202">3292 6031,'0'0,"-1"0,1 0,0 1,-1-1,1 0,0 0,-1 0,1 0,0 0,-1 0,1 0,0 0,-1 0,1 0,0 0,-1 0,1 0,0 0,-1 0,1 0,0 0,-1 0,1 0,0-1,-1 1,1 0,0 0,-1 0,1 0,0-1,0 1,-1 0,1 0,0-1,0 1,0 0,-1 0,1-1,0 1,0 0,0-1,0 1,0 0,-1-1,1 1,0 0,0-1,0 1,0 0,0-1,0 1,0-1,-17 32,17-30,-23 47,13-24,-1 0,-1-2,0 1,-2-1,-13 14,1-8,-2-1,0-2,-2-1,-1-1,-5 2,-76 46,-33 5,-160 60,134-71,142-56,-1 0,-1-2,1-1,-1-2,0-1,-14 0,-153 22,149-16,-1-1,0-3,0-2,-40-4,60-4,0-2,0-1,1-1,0-2,0-1,1-1,1-1,-9-8,-80-36,64 32,1-2,2-2,1-2,1-3,2-1,2-2,1-3,0 3,-14-14,1-2,3-3,-30-44,60 64,3-1,1 0,2-2,1 0,3 0,1-1,2-1,0-7,-30-114,0 10,6-1,-7-99,35 216,-2 0,-2 1,-1 0,-2 1,-10-20,-3-12,3-1,3-1,3-1,2 0,4-1,0-71,-4-250,13 319,3 0,3 0,4 1,3 0,3 0,16-45,17-3,5 1,19-23,27-58,49-148,-26 76,14-73,-130 332,4-4,-1-2,-1 1,0-1,-2-1,0 1,-1-1,-1 0,-1 0,-1-5,1-6,0 1,2 0,1 1,1-1,1 1,2 0,1 1,9-15,-1-2,-9 21,0 1,1 0,1 1,1 0,1 1,7-7,253-236,-204 190,-3-3,-3-3,7-18,-50 63,-1 0,-2-1,12-31,-27 61,2 0,-1 0,1 1,-1-1,2 1,-1 0,0 1,1-1,0 1,0 0,1 0,-1 1,1 0,-1 0,1 1,0-1,3 1,15-8,95-36,2 6,92-16,-141 39,0 3,0 3,1 4,0 2,1 4,-1 4,0 2,0 4,4 4,-39-6,154 43,-181-46,-1 1,1 0,-1 1,-1 1,1 0,-1 0,0 1,-1 0,1 0,-2 1,1 1,-1-1,-1 1,4 7,80 206,-67-177,1-2,2 0,2-2,18 19,-34-46,0 1,-1 0,-1 0,-1 1,0 1,-2 0,0 0,0 0,-2 1,0 0,-2 1,0-1,0 7,0 83,-4-74,1 0,2 1,1-1,2-1,5 17,-2-25,19 102,-27 28,-3-113,1 0,3 0,1 0,3-1,1 0,8 26,-5-39,0 1,-2 0,-1 0,-2 1,-1 0,-1 0,-2 0,-1 1,-1-1,-4 17,-2-10,-3 4,3 0,2 0,0 26,7 92,31-49,-14-63,12 30,3-1,4-2,3-1,3-3,13 12,7-14,-53-59,-1 0,1 0,-2 1,1 1,-2-1,1 2,1 4,3 14,-2 1,0 1,-3 0,-1 0,-1 0,0 22,3 4,80 236,-85-276,0-2,1 1,2-1,-1 0,2 0,0 0,4 3,-1 1,-1 1,0 0,-2 1,-1 0,0 0,-2 0,0 1,-2 0,-1 0,25 191,-27 27,-3-220,0 0,-1 0,-2 0,0 0,-1-1,-1 0,-1 0,-1-1,0-1,-3 3,-135 181,135-188,-171 209,9-75,54-23,-8-24,-10 14,40-39,-4-19,-10 11,-3 17,38-31</inkml:trace>
  <inkml:trace contextRef="#ctx0" brushRef="#br0" timeOffset="25381.209">2182 2983,'-26'96,"13"-42,2 1,2 0,0 46,42-302,-31 188,1 0,1 0,0 0,1 0,0 1,1 0,0 0,1 0,0 1,1 0,0 0,1 1,0 0,1 1,0 0,-9 7,0 2,1-1,-1 0,1 0,-1 0,1 1,0-1,-1 1,1-1,0 1,-1-1,1 1,0 0,-1 0,1 0,0 0,-1 0,1 1,0-1,-1 0,1 1,0-1,-1 1,1-1,-1 1,1 0,-1 0,1 0,-1 0,1 0,-1 0,0 0,0 0,0 0,0 1,1-1,-2 1,1-1,0 0,0 1,0 0,-1-1,1 1,-1-1,1 1,-1 0,1-1,-1 1,0 0,0-1,0 1,0 1,48 267,-2-125,-43-130</inkml:trace>
  <inkml:trace contextRef="#ctx0" brushRef="#br0" timeOffset="25651.703">2195 3251,'-9'0,"-1"0,6 2,13 1,14 0,14-5,13-7,6-4,3-3,-8 3</inkml:trace>
  <inkml:trace contextRef="#ctx0" brushRef="#br0" timeOffset="28998.925">2035 5577,'8'19,"0"0,0 1,-2-1,-1 1,0 1,-2-1,0 1,-1-1,-1 1,-1 0,-1 0,-1-1,-1 1,0-1,-6 15,10-34,-1 0,0 0,0-1,0 1,0 0,0 0,0 0,0-1,-1 1,1 0,0 0,0 0,-1-1,1 1,0 0,-1-1,1 1,0 0,-1-1,1 1,-1 0,1-1,-1 1,0-1,1 1,-1-1,0 1,1-1,-1 0,0 1,1-1,-1 0,0 1,0-1,1 0,-1 0,0 0,0 0,0 0,1 0,-1 0,0 0,0 0,0 0,1 0,-1 0,0 0,0-1,-1-8,0-1,0 1,1-1,1 1,0-1,0 0,0 1,1-1,1-2,1-18,5-196,-8 223,0 1,0-1,1 0,-1 1,1-1,0 0,-1 1,1-1,1 1,-1 0,0-1,0 1,1 0,0 0,-1-1,1 1,0 1,0-1,0 0,0 0,0 1,0-1,1 1,-1 0,0-1,1 1,-1 0,1 1,-1-1,1 0,0 1,-1-1,1 1,0 0,-1 0,1 0,2 0,-2 0,0-1,1 1,-1 0,0 0,0 0,0 1,0-1,0 1,1-1,-1 1,0 0,0 0,-1 0,1 1,0-1,0 1,0-1,-1 1,1 0,-1 0,0 0,1 1,-1-1,0 0,0 1,-1 0,1-1,0 1,-1 0,0 0,1 0,-1 0,0 0,-1 0,1 0,0 0,-1 0,0 0,0 0,0 0,0 1,0-1,0 0,-1 0,0 0,0 0,0 1,-3 6,0 1,-2-1,1 0,-1 0,0-1,-1 1,0-1,-1-1,0 0,0 0,-6 4,87-24,-68 11,0 0,0 1,0-1,0 1,0 0,0 1,0-1,0 1,0 0,0 0,0 1,-1 0,1-1,0 1,-1 1,0-1,1 1,-1 0,0 0,0 0,-1 0,1 1,-1-1,1 1,-1 0,0 0,-1 0,1 1,-1-1,1 1,-1-1,-1 1,1 0,-1 0,1 1,0-1,0 0,-1 0,0 1,1-1,-1 0,-1 0,1 1,-1-1,0 1,0-1,-1 0,0 1,0-1,0 0,0 1,-1-1,0 0,0 0,0 0,-1-1,1 1,-1 0,0-1,-1 0,1 0,-1 0,0 0,0 0,0-1,0 1,-1-1,1 0,-1-1,0 1,-1-1,-4 1,-1-1,0-1,0 0,0 0,0-1,1 0,-1-1,0 0,0-1,0 0,1-1,-11-4,-2-2</inkml:trace>
  <inkml:trace contextRef="#ctx0" brushRef="#br0" timeOffset="29900.791">3653 4253,'-21'68,"11"-89,8 18,0 0,-1 1,1 0,-1-1,0 1,1 0,-1 0,0 0,0 1,0-1,-1 1,1 0,0 0,0 0,-1 0,1 0,0 1,-1-1,1 1,-1 0,1 0,-1 0,1 1,-1-1,1 1,0 0,-1 0,1 0,0 0,0 0,0 1,0-1,0 1,0 0,0 0,0 0,1 1,-1-1,1 0,-2 3,-3 3,0 0,1 0,0 1,0 0,1 0,0 0,1 1,0-1,0 1,1 0,1 0,-1 1,2-1,-1 0,1 1,1-1,0 1,0-1,1 1,2 6,-2-12,1 0,0-1,1 1,-1 0,1-1,0 0,0 1,0-1,0 0,1 0,0-1,-1 1,1-1,1 0,-1 0,0 0,1-1,-1 1,1-1,0 0,0-1,0 1,0-1,0 0,2 0,9 2,1-1,0-1,0 0,0-2,0 1,0-2,3-1,86-26,-66 13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5:22.00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1,'976'16,"-827"-9,79 4,1-9,78-15,-129-2,85 7,-35 8,-124 14,-78-6,-50-3,-17-5,29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5:23.6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419 290,'-22'4,"-1"2,1 0,0 2,1 0,0 2,0 0,1 1,0 1,1 1,0 1,1 0,-15 17,18-13,0 1,1 0,2 1,0 1,0 0,2 0,1 1,1 1,1-1,0 1,2 1,1-1,1 1,0-1,2 1,1 5,0-16,0 1,1-1,0 0,1 0,1 0,0 0,0 0,4 7,-5-15,0-1,1 1,-1 0,1-1,0 0,0 1,0-1,1 0,0-1,0 1,0-1,0 1,0-1,0-1,1 1,-1 0,1-1,0 0,0 0,0-1,0 1,0-1,1 0,8-1,1-1,0 0,0-1,0 0,-1-1,0-1,1 0,-1-1,-1-1,1 0,-1-1,0 0,0-1,-1 0,0-1,1-2,20-13,-1-2,-1-2,-1 0,-2-2,-1-1,-1-1,-2-2,-1 0,-2-2,-1 0,-2-1,-2-1,-1 0,-1-3,-9 19,0-1,-1-1,-1 1,-1 0,-1-1,-1 1,-1-1,-2 1,-2-10,4 23,-2 0,1 0,-1 0,-1 0,0 1,0 0,-1 0,0 0,0 0,-1 1,0 0,-1 0,0 1,0-1,0 2,-1-1,0 1,-1 0,1 0,-1 1,0 1,-7-4,8 6,-1-1,1 1,0 0,-1 1,1 0,-1 0,1 1,-1 0,0 1,1-1,-1 2,1-1,0 1,-1 0,1 1,0 0,0 1,1-1,-1 1,1 1,-1-1,1 1,-1 2,-2 2,-1 0,1 1,1 0,0 0,1 1,0 0,0 1,1 0,1 0,0 0,0 1,1 0,1 0,0 4,0 1,2 0,0 0,1 0,1 0,0 0,2 1,0-1,1 0,0-1,2 1,2 3,82 187,-36-97,-38-75,-1 0,-1 1,-3 0,-1 1,-1 0,-3 0,-1 1,-1 20,-3-34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5:24.0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4 201,'-4'111,"5"-107,0 0,0 0,0 0,1 0,-1 0,1 0,0 0,0 0,0-1,0 1,1-1,0 1,-1-1,1 0,1 0,-1 0,0-1,1 1,-1-1,1 1,0-1,-1 0,1-1,3 2,5 0,0 0,1 0,-1-1,1-1,0 0,-1 0,1-2,0 1,-1-2,1 1,-1-2,1 0,-1 0,0-1,0-1,-1 0,1 0,-1-1,2-2,-5 3,1-1,-1 0,0 0,0-1,-1 0,0 0,0-1,0 0,-1 0,-1 0,1-1,-1 0,-1 0,0 0,0-1,-1 1,0-1,0 0,-1 0,0 0,-1 0,-1 0,1 0,-1-1,-1 5,1-1,-1 1,0 0,0-1,0 1,-1 0,0 0,-1 0,1 0,-1 0,0 0,-1 1,1-1,-1 1,0 0,0 0,-1 1,1-1,-1 1,0 0,-1 0,1 1,0-1,-1 1,0 0,0 1,0-1,0 1,0 0,0 1,-1 0,1 0,0 0,-1 1,1-1,-1 2,1-1,-1 1,1 0,-2 0,-9 6,1 0,1 0,-1 2,1 0,1 1,0 0,0 1,1 0,0 1,-10 14,-30 30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5:59.2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16657 2084,'9'0,"8"0,12 0,13 0,10 0,8 0,3 2,-3 3,-9 6,-13 2,-14 0</inkml:trace>
  <inkml:trace contextRef="#ctx0" brushRef="#br0" timeOffset="274.007">16725 2284,'18'7,"20"4,21 1,19-2,12-3,7-2,-13-3</inkml:trace>
  <inkml:trace contextRef="#ctx0" brushRef="#br0" timeOffset="5512.513">22406 2097,'-16'22,"1"1,1 1,1 0,1 1,1 0,1 1,1 0,2 0,0 1,2 0,1 0,1 12,2-34,1 0,0-1,0 1,1 0,0-1,-1 1,1 0,1-1,-1 1,1-1,0 0,0 0,0 1,0-1,1 0,0-1,0 1,0 0,0-1,0 0,1 0,-1 0,1 0,0 0,0-1,0 1,0-1,0 0,1-1,-1 1,5 0,3-2,0 0,0-2,0 1,0-2,0 1,0-2,-1 1,1-2,-1 1,0-2,0 1,-1-2,0 1,0-1,0-1,-1 0,0 0,-1-1,0 0,0 0,2-4,9-14,0 0,-1-1,-2-1,-1-1,-2 0,0-1,-3 0,0-1,-2 0,-1 0,-2-1,-1 0,-1-10,-2 23,-1 0,-1 0,0 1,-2-1,0 1,-4-12,5 24,0 0,0 0,-1 0,0 1,0 0,0-1,-1 1,0 0,0 1,0-1,-1 1,0 0,0 0,0 0,-1 1,0-1,0 1,0 1,-5-3,6 4,0 1,0-1,0 1,0 0,0 1,0-1,0 1,0 0,0 0,0 1,0 0,0 0,0 0,0 0,0 1,0 0,1 0,-1 0,1 0,-1 1,1-1,0 1,0 1,-2 1,-3 3,0 0,0 1,1 1,0-1,1 1,0 1,1-1,0 1,-3 8,3-3,0 1,1 0,1 0,1 0,1 0,0 0,1 1,1-1,0 1,1-1,1 0,1 0,1 0,0 1,13 39,3-1,2-1,16 26,21 55,-48-105,-1 1,-2 0,-1 0,3 30,-10-56,0-5,0 0,-1 1,1-1,0 0,0 0,0 1,-1-1,1 0,1 1,-1-1,0 0,0 1,0-1,1 0,-1 1,1-1,-1 0,1 0,-1 0,1 1,0-1,0 0,-1 0,1 0,0 0,0 0,0 0,0-1,0 1,0 0,0 0,1-1,-1 1,0 0,0-1,0 0,1 1,-1-1,0 0,1 1,-1-1,0 0,1 0,-1 0,1 0,15-8,-1-1,-1-1,1 0,-2-1,0-1,0 0,-1-1,6-7,-13 14,0 10,-10 19,2-9,2-10,0-1,1 0,-1 1,1-1,0 0,0 0,0 0,0 0,1 0,-1 0,1 0,0 0,0-1,0 1,0-1,0 1,0-1,1 0,0 0,-1 0,1 0,0 0,0-1,-1 1,1-1,1 1,1-1,89 18,-87-19,0 0,-1 0,1-1,-1 0,1 0,-1 0,0-1,0 0,1-1,-1 1,0-1,-1 0,1 0,-1-1,1 0,-1 0,0 0,0 0,-1-1,1 0,-1 0,0 0,-1-1,1 1,-1-1,0 0,0 0,-1 0,0 0,0 0,0-1,0-5,-1 3,-1 1,0 0,-1-1,0 1,0 0,-1 0,0 0,0 0,-1 0,0 0,0 0,-1 1,-2-3,4 7,0-1,0 1,-1-1,1 1,-1 0,0-1,0 1,0 1,-1-1,1 0,-1 1,1 0,-1 0,0 0,0 0,0 1,0-1,0 1,0 0,0 0,0 0,-1 1,1 0,0 0,-1 0,-2 0,-6 5,1 0,0 1,-1 0,2 1,-1 0,1 1,0 0,1 1,0 0,1 1,-1 0,2 1,-1-1,2 1,-2 3,2-5,-33 44</inkml:trace>
  <inkml:trace contextRef="#ctx0" brushRef="#br0" timeOffset="4461.226">21657 1923,'-16'6,"-1"1,1 0,0 1,0 1,1 0,0 1,1 1,0 0,1 1,0 1,1 0,1 0,0 1,0 1,-1 4,1-3,0 2,1 0,1 0,1 0,1 1,0 0,1 1,1 0,1-1,1 2,0 9,3-26,-1 0,1 0,0 0,0 1,1-1,-1 0,1-1,0 1,0 0,0 0,0 0,1 0,-1-1,1 1,0-1,0 1,1-1,-1 0,1 1,-1-2,1 1,0 0,0 0,1-1,-1 0,0 1,1-1,-1 0,1-1,0 1,-1-1,1 0,0 0,0 0,0 0,0 0,3-1,10-3,0-1,0-1,-1 0,1-1,-2-1,1-1,-1 0,0-1,0 0,-1-1,0-1,-1 0,-1-1,0-1,0 0,-1 0,1-3,7-8,-1 0,0-2,-2 0,-1-1,-2 0,0-1,-2-1,-1 0,-1 0,-2-1,-1 0,-1-1,1-27,-6 46,-1 0,0 0,-1 1,0-1,0 0,-1 1,-1-1,0 1,-4-8,6 15,-1 0,1 0,0 0,-1 0,0 0,0 1,0-1,-1 1,1 0,-1 0,1 0,-1 0,0 1,0-1,0 1,-1 0,1 1,0-1,-1 1,0-1,1 1,-1 1,1-1,-1 1,-3-1,-4 4,1-1,0 1,0 1,0 0,0 0,1 1,-1 1,1 0,1 0,-1 1,1 0,0 0,1 1,0 1,0-1,1 1,0 0,0 1,1 0,0 0,1 0,0 1,1-1,0 1,0 0,1 1,1 0,-3 9,2 1,0-1,2 1,0-1,2 1,0-1,1 0,1 1,1-1,3 5,75 207,-39-122,-31-79,-1 1,-2 1,-1 0,-2 0,0 4,-5-16</inkml:trace>
  <inkml:trace contextRef="#ctx0" brushRef="#br0" timeOffset="4716.862">21965 2378,'0'18,"-3"16,0 10,-2 7,-2 4,-1 2,2-2,4-6,7-9,2-11</inkml:trace>
  <inkml:trace contextRef="#ctx0" brushRef="#br0" timeOffset="1384.661">18569 1790,'-11'0,"0"1,0 1,0 0,0 0,0 1,0 0,0 1,1 0,0 1,0 0,0 1,1 0,0 0,0 1,0 0,1 1,0 0,0 0,1 1,-4 5,-3 6,1 1,1 0,1 0,1 1,0 1,2-1,1 1,1 1,0 2,2-6,1 0,1 1,0-1,2 1,1 14,-1-29,1 1,0-1,0 1,0-1,1 1,0-1,0 0,1 0,-1 0,1 0,1-1,-1 1,1-1,0 0,0 0,0 0,1 0,0-1,4 4,-5-6,0 0,0 0,0 0,0-1,1 1,-1-1,0 0,1 0,-1-1,1 1,-1-1,1 0,-1 0,1-1,-1 1,0-1,1 0,-1 0,0 0,1-1,-1 0,0 1,0-1,1-1,6-4,1-1,-2 1,1-2,-1 1,0-2,-1 1,5-7,13-20,-1-1,-3 0,0-2,-3-1,-1-1,-2 0,-2-1,-2-1,-2 0,-1 0,0-23,-9 59,2-3,-1 0,0 0,-1 0,-1 0,1 0,-1 0,-1 0,0-1,0 1,-1 0,-1 0,1 1,-2-1,1 0,-5-6,7 14,-1 0,0 0,1 0,-1 0,0 1,0-1,0 1,-1-1,1 1,0 0,0 0,-1 0,1 0,-1 0,1 1,-1-1,1 1,-1-1,1 1,-1 0,1 0,-1 0,0 0,1 1,-1-1,1 1,-1-1,1 1,-1 0,1 0,0 0,0 0,-1 1,1-1,0 1,-6 3,0 0,1 1,0 0,0 0,0 1,1 0,0 0,0 1,0 0,-8 19,1 0,1 0,2 1,0 0,2 1,2 0,0 1,0 17,0-13,2 0,2 0,1 0,1 0,2 1,2-1,1 0,1-1,2 1,1-1,2-1,1 0,2 0,4 6,55 69,-57-87</inkml:trace>
  <inkml:trace contextRef="#ctx0" brushRef="#br0" timeOffset="1988.658">19011 2338,'-7'8,"1"0,0 1,0 0,1 0,0 0,1 1,0-1,0 1,1 0,1 1,-1-1,2 0,-1 1,1-1,1 1,0-1,1 1,0-1,0 1,2 6,0-12,0-1,1 1,-1 0,1-1,0 0,0 0,0 0,1 0,-1 0,1-1,0 0,0 0,0-1,0 1,0-1,1 0,-1 0,1-1,-1 1,1-1,0-1,-1 1,1-1,0 0,0 0,-1-1,1 1,0-1,-1-1,1 1,-1-1,1 0,-1 0,0-1,1 1,-1-1,-1 0,1 0,0-1,-1 0,0 0,0 0,0 0,0 0,2-4,-1 1,-1 1,1-1,-1 0,-1 0,1 0,-1 0,-1-1,1 1,-1-1,0 0,-1 0,0 0,0 0,-1 1,0-1,0 0,-1 0,0 0,0 0,-1 0,0 1,0-1,-1 1,0-1,-1 1,1 0,-1 0,0 0,-1 1,0-1,0 1,0 1,-1-1,-3-2,5 6,-1 0,1 0,-1 1,1-1,-1 1,1 0,-1 1,0-1,0 1,1 0,-1 0,0 0,0 1,1 0,-1 0,0 0,1 0,-1 1,1-1,0 1,-1 1,1-1,0 0,0 1,0 0,1 0,-1 0,1 0,0 1,-1-1,1 1,1 0,-1 0,1 0,-1 0,1 0,0 1,1-1,-1 1,1-1,0 1,0 0,0-1,1 1,-1 0,1 0,1-1,-1 1,0 0,1 0,0-1,0 1,1-1,-1 1,1-1,0 1,0 0,19 18</inkml:trace>
  <inkml:trace contextRef="#ctx0" brushRef="#br0" timeOffset="2783.139">19412 1696,'18'-5,"24"-3,28-3,23-2,12 2,8 2,-2 3,-10 2,-24 2</inkml:trace>
  <inkml:trace contextRef="#ctx0" brushRef="#br0" timeOffset="3194.535">20387 2151,'14'0,"13"0,12 0,8 2,4 1,6 0,2-1,0 0,-1-1,-3-1,-9 0,-12 0</inkml:trace>
  <inkml:trace contextRef="#ctx0" brushRef="#br0" timeOffset="3457.473">20655 1923,'-2'14,"-1"15,-3 17,-1 12,-3 10,1 6,-1 1,2-2,2-6,4-10,3-15</inkml:trace>
  <inkml:trace contextRef="#ctx0" brushRef="#br0" timeOffset="2257.072">19505 2003,'11'16,"13"10,14 9,12 6,6 5,3 2,1 1,-4-1,-6-1,-8-4,-8-8,-7-7,-7-8,-4-13,-5-7</inkml:trace>
  <inkml:trace contextRef="#ctx0" brushRef="#br0" timeOffset="2517.232">20000 2017,'-20'7,"-14"9,-6 8,0 10,-1 8,3 8,3 7,0 3,2-2,2-4,4-10,5-11,5-11</inkml:trace>
  <inkml:trace contextRef="#ctx0" brushRef="#br0" timeOffset="-1112.518">15133 2151,'16'0,"17"0,14 0,10 0,5 0,0 2,-2 1,-8 0,-11-1,-11 0</inkml:trace>
  <inkml:trace contextRef="#ctx0" brushRef="#br0" timeOffset="-866.206">15401 1977,'-14'11,"-6"11,-3 11,3 8,5 10,5 6,4 5,3 2,3-1,2-5,4-10,1-13</inkml:trace>
  <inkml:trace contextRef="#ctx0" brushRef="#br0" timeOffset="-338.6">15749 2071,'-19'29,"1"1,1 1,2 0,2 1,0 1,2 0,2 1,1 0,1 0,2 7,4 10,1-52,0 1,0 0,0 0,0-1,0 1,1 0,-1-1,0 1,0 0,0 0,0-1,0 1,1 0,-1 0,0-1,0 1,0 0,1 0,-1 0,0-1,0 1,1 0,-1 0,0 0,0 0,1 0,-1-1,0 1,1 0,-1 0,0 0,0 0,1 0,-1 0,0 0,1 0,-1 0,0 0,1 0,-1 0,0 0,0 1,1-1,-1 0,0 0,1 0,-1 0,0 0,0 1,1-1,-1 0,0 0,0 0,0 1,1-1,-1 0,0 0,0 1,0-1,0 0,1 0,-1 1,0-1,0 0,0 1,0-1,0 0,0 1,0-1,12-24,3-24,-3 0,-2-1,-2-1,-1-14,-2 30,31-211,-36 242,-1 0,1 0,1 0,-1 1,0-1,1 0,-1 0,1 0,0 0,0 1,0-1,0 0,1 1,-1-1,1 1,-1-1,1 1,0 0,0 0,0 0,0 0,0 0,1 0,-1 0,0 1,1-1,0 1,-1 0,1 0,0 0,-1 0,1 0,0 0,0 1,0-1,0 1,0 0,0 0,2 0,2 3,0 1,0-1,0 1,0 0,-1 1,0-1,0 1,0 0,0 1,-1 0,0 0,0 0,-1 0,1 1,-1 0,-1-1,1 1,-1 1,-1-1,1 0,-1 1,0 0,-1-1,0 1,0 0,-1 0,0-1,0 1,-1 0,0 0,0 0,-1 0,-3 2,0-1,-1 0,-1 0,1 0,-1-1,-1 0,0 0,0-1,0 0,-1 0,0-1,0 0,-1-1,1 0,-1 0,0-1,-1 0,1-1,-1 0,-5 0,74 6,-39-5,-1 1,0 1,0 0,0 1,-1 1,0 1,0 0,-1 1,-1 1,1 0,-2 2,0-1,0 2,-1 0,-1 0,0 1,-1 1,4 6,-13-18,1-1,-1 0,0 1,0-1,0 1,-1-1,1 1,-1 0,0 0,0 0,0 0,-1 0,1 0,-1 0,0 0,0 0,0 0,-1 0,0 0,1-1,-1 1,0 0,-1 0,1 0,-1-1,0 1,0-1,0 1,0-1,0 0,-1 1,0-1,1-1,-2 2,-10 4,0-1,-1 0,0 0,-1-2,1 0,-1-1,0 0,0-1,0-1,0-1,-7 0,20-1,-126 0,119-6,12 0</inkml:trace>
  <inkml:trace contextRef="#ctx0" brushRef="#br0" timeOffset="-1629.497">14479 2030,'0'1,"1"-1,-1 0,1 0,-1 1,1-1,-1 0,1 1,-1-1,0 0,1 1,-1-1,1 1,-1-1,0 1,1-1,-1 1,0-1,0 1,1-1,-1 1,0-1,0 1,0-1,0 1,0 0,0-1,0 1,0-1,0 1,0 0,0-1,0 1,0-1,0 1,0-1,-1 1,1-1,0 1,0-1,-1 1,1-1,0 1,-1-1,1 1,-12 42,-2-1,-1 0,-13 21,-8 23,-2 13,38-99,0 0,0-1,0 1,0 0,0 0,-1-1,1 1,0 0,0 0,0 0,0 0,0-1,-1 1,1 0,0 0,0 0,0 0,-1 0,1 0,0 0,0-1,-1 1,1 0,0 0,0 0,-1 0,1 0,0 0,0 0,-1 0,1 0,0 0,0 0,0 0,-1 1,1-1,0 0,0 0,-1 0,1 0,0 0,0 0,0 0,-1 1,1-1,0 0,0 0,0 0,0 0,0 1,-1-1,1 0,0 0,0 0,0 1,-2-25,5-15,3 0,0 0,3 1,1 0,2 0,1 1,15-28,-2 3,3 1,2 1,10-9,-41 67,1 1,-1 0,0 0,1-1,-1 1,1 0,0 0,-1 0,1 0,0 0,0-1,-1 1,1 1,0-1,0 0,0 0,0 0,0 0,1 1,-1-1,0 0,0 1,0-1,1 1,-1 0,0-1,0 1,1 0,-1 0,0 0,1-1,-1 2,0-1,1 0,-1 0,0 0,0 0,1 1,-1-1,0 1,0-1,1 1,-1-1,1 2,6 10,0 0,-1 1,0 0,-1 0,-1 0,0 1,0 0,-2 0,3 12,-5-23,13 73,-3 0,-3 0,-3 23,11 101,-15-187,-1-9,0 0,0-1,1 1,-1 0,1 0,0 0,0-1,0 1,0 0,1-1,0 1,-1-1,1 0,1 1,-1-1,6 1</inkml:trace>
  <inkml:trace contextRef="#ctx0" brushRef="#br0" timeOffset="-1370.859">14371 2177,'12'0,"12"0,12 0,8-2,8-4,7-2,5 0,0 2,-10 1</inkml:trace>
  <inkml:trace contextRef="#ctx0" brushRef="#br0" timeOffset="-91069.234">535 5105,'-7'3,"3"0,8-1,13 1,15-2,15-2,14-4,10 0,4-1,-1 2,-7 1,-10 1,-10 4,-13 3,-13 3,-9 1</inkml:trace>
  <inkml:trace contextRef="#ctx0" brushRef="#br0" timeOffset="-92158.41">642 5573,'-17'10,"1"0,-1 0,2 2,-1 0,2 1,0 0,0 1,1 1,1 0,-3 6,2-4,0 1,1 0,1 0,1 1,0 1,2 0,0 0,1 1,1 0,1 0,1 0,1 1,1-1,1 1,1 0,0-1,2 1,0-1,2 1,0-1,7 19,-9-33,1-1,0 0,0 1,0-1,1 0,0 0,0-1,0 1,1-1,0 0,0 0,0 0,0-1,1 0,0 0,0 0,0-1,0 0,1 0,-1 0,1-1,-1 0,1 0,0-1,0 0,0 0,0 0,5-1,5-5,-1 0,-1-1,1-1,-1 0,0-1,-1 0,0-2,0 1,-1-2,0 0,-1 0,0-1,-1-1,-1 0,6-8,11-13,-1 0,-2-2,-2-1,-1-1,-1 0,-3-2,-1 0,-2 0,-2-2,-1 0,-3 0,-1-1,-1-15,-5 43,-1 1,-1-1,-1 1,0-1,-1 1,0 0,-1 0,-1-2,4 12,-1 0,1 0,-1 1,0-1,0 1,0-1,0 1,-1 0,1 0,-1 0,0 0,0 0,0 1,0-1,0 1,-1 0,1 0,-1 0,1 0,-1 0,0 1,0 0,0 0,0 0,0 0,0 1,0-1,0 1,0 0,0 0,-1 1,-9 3,0 0,0 2,0 0,1 0,0 1,0 1,1 0,0 1,0 0,1 1,0 0,1 1,0 0,1 0,0 1,-2 4,-3 1,1 0,1 0,1 1,0 1,1 0,1 0,1 1,0 0,2 1,0-1,2 1,0 0,1 1,1-1,2 0,0 3,5-8,1 1,1-1,0 0,1-1,1 0,0 0,1-1,1 0,0-1,1 0,0-1,1 0,1-1,0 0,0-1,12 6,32 29,-45-35,-1 0,1 1,-2 1,0 0,0 0,-1 1,-1 0,0 1,0 0,-2 0,0 1,0 0,-2 0,0 1,0 0,-1 4,0 73,-8-56</inkml:trace>
  <inkml:trace contextRef="#ctx0" brushRef="#br0" timeOffset="-91813.545">1083 6482,'-1'7,"0"1,1 0,0 0,1-1,-1 1,2 0,-1-1,1 1,0-1,0 0,1 1,0-1,0 0,1-1,0 1,0-1,1 1,-1-1,1 0,1-1,-1 1,1-1,0 0,6 3,-5-4,0 0,1-1,-1 1,1-2,0 1,-1-1,1 0,0-1,0 0,1 0,-1-1,0 0,0 0,0-1,0 0,0-1,0 1,0-1,0-1,-1 0,1 0,-1 0,0-1,1 0,-2-1,1 1,-1-1,1 0,-1-1,-1 0,1 0,-1 0,0 0,0-1,-1 0,0 0,0 0,-1-1,0 1,0-1,0 0,-1-2,0 3,-1-1,-1 1,1-1,-1 0,0 1,-1-1,0 1,0-1,-1 1,0 0,0-1,-1 1,1 0,-2 0,1 1,-1-1,0 1,0 0,-1-1,1 2,-2-1,1 1,0 0,-1 0,0 0,0 1,-1 0,1 0,-1 0,0 1,0 0,0 0,0 1,0 0,-1 0,1 1,-1 0,1 0,-1 1,1 0,-1 0,1 1,-1 0,-1 0,1 2,0 0,0 1,0-1,0 2,1-1,0 1,0 0,0 0,0 1,1 0,0 0,0 1,0 0,-12 20</inkml:trace>
  <inkml:trace contextRef="#ctx0" brushRef="#br0" timeOffset="-132651.991">9212 2245,'-5'-3,"27"10,49 16,-2 4,0 3,-2 3,-1 3,31 24,-81-48,0 1,-1 0,-1 1,0 1,-1 1,0-1,-2 2,0 0,0 0,-2 1,0 0,-1 1,-1 0,-1 0,0 0,-2 1,0 0,-1 0,-1 0,-1 0,-1 0,-1 7,-7 25,-3-1,-1-1,-3 0,-2 0,-2-2,-2 0,-2-2,-2 0,-2-2,-3-1,-32 39,36-47,-1-1,-2-1,-1-1,-1-2,-26 19,3-20,53-29,0-1,0 1,0 0,0-1,0 1,0 0,0-1,0 1,0-1,0 0,0 1,0-1,1 0,-1 0,0 1,1-1,-1 0,0 0,1 0,-1 0,1 0,-1 0,1 0,0 0,-1 0,1 0,0 0,0 0,-1 0,1 0,0 0,0 0,0 0,0 0,1 0,-1 0,0 0,0-1,1 1,-1 0,1 0,-1 1,0-1,1 0,0 0,-1 0,1 0,0 0,-1 0,1 1,0-1,0 0,0 0,9-18</inkml:trace>
  <inkml:trace contextRef="#ctx0" brushRef="#br0" timeOffset="-131894.006">9251 2204,'0'-2,"-1"0,1 0,0 0,0 0,0 0,0 0,0 0,1 0,-1 0,1 0,-1 0,1 0,-1 0,1 1,0-1,0 0,0 0,0 1,1-1,-1 0,0 1,1-1,-1 1,1 0,-1-1,1 1,-1 0,1 0,0 0,0 0,0 0,-1 1,1-1,0 0,0 1,0 0,0-1,0 1,0 0,0 0,0 0,1 0,128 41,555 145,-573-150,-2 5,-2 5,-1 4,-4 5,-1 5,-4 4,-2 4,0 7,2 18,-77-80,-18-19</inkml:trace>
  <inkml:trace contextRef="#ctx0" brushRef="#br0" timeOffset="-129447.162">9305 3754,'147'0,"126"-18,-114-6,-2-7,-2-6,131-52,-172 51,-17 6,-2-3,65-37,-144 65,0-2,0 0,-1-1,0-1,-1 0,0-1,-1-1,0 0,-1 0,9-13,72-87,-83 89,-7 0,-7 10,30 5,72 9,0 4,-1 4,19 8,51 3,479 19,-289-21,-237-12,-118-5</inkml:trace>
  <inkml:trace contextRef="#ctx0" brushRef="#br0" timeOffset="-129087.338">12180 2071,'-3'18,"0"17,-2 12,-1 7,2 4,0 0,2-2,1-6,0-8,1-7,0-11</inkml:trace>
  <inkml:trace contextRef="#ctx0" brushRef="#br0" timeOffset="-128736.987">12072 1897,'49'13,"-22"-2,0 1,-1 1,0 1,-2 1,1 1,-2 2,0 0,-1 1,-1 2,-1 0,-1 1,-1 1,0 0,0 5,-14-21,0 0,-1 0,0 0,0 0,-1 0,0 0,0 1,-1-1,0 1,0-1,-1 1,0 0,0-1,0 1,-1 0,-1-1,1 1,-1-1,0 0,-1 1,0-1,0 0,0-1,-4 7,-5-2,0-1,-1 1,1-2,-2 0,0 0,0-1,0-1,-1-1,0 0,0 0,0-2,-1 0,0-1,0 0,0-1,0-1,0-1,0 0,0-1,-12-2,3 0,27 2</inkml:trace>
  <inkml:trace contextRef="#ctx0" brushRef="#br0" timeOffset="-128397.991">12687 2605,'8'-44,"3"0,1 1,2 0,2 1,11-18,-12 26,39-79,-54 113,0 0,0 0,0 1,0-1,0 0,0 0,0 0,0 1,0-1,0 0,1 0,-1 0,0 1,0-1,0 0,0 0,0 0,1 0,-1 1,0-1,0 0,0 0,0 0,1 0,-1 0,0 0,0 0,0 1,1-1,-1 0,0 0,0 0,1 0,-1 0,0 0,0 0,0 0,1 0,-1 0,0 0,0 0,1 0,-1-1,0 1,0 0,0 0,1 0,-1 0,0 0,0 0,0 0,0-1,1 1,-1 0,-3 27,3-25,-1 8,-7 30,3 0,1 0,2 1,2-1,2 1,1-1,6 24,36 86,-41-130</inkml:trace>
  <inkml:trace contextRef="#ctx0" brushRef="#br0" timeOffset="-126988.162">6016 974,'0'-7,"0"5,0 12,-2 15,-1 19,-2 19,-1 16,-1 13,1 10,-1 2,0-2,2-7,2-11,1-11,1-10,3-15,1-9,0-13</inkml:trace>
  <inkml:trace contextRef="#ctx0" brushRef="#br0" timeOffset="-123757.237">6043 840,'77'-10,"-37"6,0 1,0 3,0 1,0 2,0 2,-1 1,0 2,0 2,0 1,-2 3,1 0,-2 3,22 13,-36-17,-1 1,-1 2,0 0,-1 0,-1 2,-1 1,0 0,-1 1,-1 0,-1 1,-1 1,-1 0,-1 1,-1 1,-1-1,-1 1,-1 1,-1-1,-1 1,-2 1,0-1,-2 0,-1 25,-9-7,-1-1,-3 0,-2-1,-1-1,-2 0,-1-1,-3-2,-1 0,-1-1,-2-1,-2-1,-26 25,35-34,-2-1,0 0,-1-1,-1-2,-1 0,-1-2,-1 0,-1-2,0-1,-1-1,-1-1,0-2,-1-1,-5 1,-102 3,131-17,7-1</inkml:trace>
  <inkml:trace contextRef="#ctx0" brushRef="#br0" timeOffset="-123402.994">6016 1910,'0'5,"0"5,0 11,0 11,3 11,2 9,3 8,3 5,-2 2,-1-9</inkml:trace>
  <inkml:trace contextRef="#ctx0" brushRef="#br0" timeOffset="-119114.054">6978 1335,'-2'1,"1"-1,0-1,1 1,-1 0,0 0,1 0,-1 0,0 0,1 0,-1 0,0 0,1 0,-1 0,0 0,1 0,-1 0,0 0,1 1,-1-1,0 0,1 0,-1 1,1-1,-1 0,0 1,1-1,-1 1,1-1,-1 1,1-1,0 1,-1-1,1 1,-1-1,1 1,0 0,0-1,-1 1,1 0,0-1,0 1,0 0,0-1,-1 1,1 0,0-1,0 1,1 0,-1-1,0 1,0 0,0-1,0 1,0 0,1-1,-1 1,0 0,1-1,-1 1,0-1,1 1,-1-1,1 1,-1-1,1 1,-1-1,1 1,7 3,1 0,0 0,1-1,-1 0,0-1,1 0,-1-1,9 1,-1 0,617 53,25 23,-658-78,0 0,1 0,-1 1,0-1,1 0,-1 1,0-1,0 1,1 0,-1-1,0 1,0 0,0 0,0-1,0 1,0 0,0 0,0 0,0 0,0 0,-1 1,1-1,0 0,-1 0,1 0,-1 1,1-1,-1 0,0 1,1-1,-1 0,0 1,0-1,0 0,0 1,0-1,0 0,-1 2,-14 55,11-47,-14 63,2 1,4 0,4 1,2 0,4 0,7 68,-3-18,-2 287,-13-308,45-113,-4-5,0 2,1 0,0 2,1 1,12 0,17-2,0 3,0 3,1 2,-1 3,1 3,27 6,-15 1,43 7,1-4,65-3,-39-5,-43-1,-104-7,-5-1</inkml:trace>
  <inkml:trace contextRef="#ctx0" brushRef="#br0" timeOffset="-115067.402">6284 1348,'-42'174,"-34"17,67-174,7-44,71-222,-32 114,-37 134,0-1,0 1,1 0,-1 0,0 0,1 0,-1 0,1 0,-1 0,1 0,0 0,-1 1,1-1,0 0,-1 0,1 0,0 1,0-1,0 0,0 1,0-1,0 1,0-1,0 1,0-1,0 1,0 0,0 0,0-1,0 1,0 0,0 0,0 0,1 0,-1 0,0 0,0 1,0-1,0 0,0 0,0 1,0-1,0 1,0-1,0 1,0-1,0 1,0 0,0-1,-1 1,1 0,0 0,0-1,-1 1,1 0,-1 0,1 0,0 0,-1 0,0 0,1 0,-1 0,1 1,10 17,-1 1,-1 0,-1 1,0 0,-2 0,0 0,-2 1,0 0,1 22,16 172,4-169,-18-43</inkml:trace>
  <inkml:trace contextRef="#ctx0" brushRef="#br0" timeOffset="-114881.951">6177 1670,'18'-3,"18"-2,16-1,10 0,4 2,-9 2</inkml:trace>
  <inkml:trace contextRef="#ctx0" brushRef="#br0" timeOffset="-111033.107">10375 2992,'-2'-6,"-1"-1,1 0,-1 1,-1-1,1 1,-1 0,0 0,0 1,-1-1,0 1,0 0,0 0,-1 0,1 1,-1 0,0 0,0 0,-1 1,1 0,-1 0,0 0,4 2,-1 0,0 0,0 0,0 0,0 0,0 1,0 0,0 0,0 0,0 0,0 1,0 0,0-1,0 2,0-1,0 0,0 1,1-1,-1 1,1 0,-1 0,1 1,0-1,-1 1,1-1,1 1,-1 0,0 0,1 1,-1-1,1 0,0 1,-1 3,-2 1,1 0,0 1,1-1,-1 1,2 0,-1 0,1 0,1 1,0-1,0 0,1 1,0-1,0 0,1 1,1-1,-1 0,1 0,1 0,0 0,0 0,1 0,0-1,0 0,1 0,0 0,1 0,-1-1,1 0,1 0,0 0,-1-1,2 0,-1 0,1-1,0 0,3-1,0 0,0-1,0 0,0-1,1 0,-1-1,0 0,1-1,-1 0,1 0,-1-2,1 1,-1-2,0 1,0-1,5-3,31-12</inkml:trace>
  <inkml:trace contextRef="#ctx0" brushRef="#br0" timeOffset="-108858.542">6257 3702,'11'288,"-18"-123,-8-1,-30 126,34-222,-18 200,36-210,-1-44</inkml:trace>
  <inkml:trace contextRef="#ctx0" brushRef="#br0" timeOffset="-107531.683">6297 3688,'52'-5,"1"3,-1 2,0 3,0 1,0 3,0 3,-1 1,-1 3,0 2,25 12,-50-17,-1 1,0 1,-1 2,-1 0,0 1,-1 1,-1 1,0 0,-2 2,0 0,-1 1,-1 1,-1 1,-1 0,-2 1,0 0,-1 1,-1 0,3 17,4 18,-3 1,-3 1,-3 0,-2 1,-3-1,-3 1,-4 22,3-62,-1 0,-1 0,-1 0,-1 0,-1-1,-1 0,-1 0,-1-1,-1 0,-1 0,-1-1,0-1,-2 0,0-1,-1 0,-1-1,0 0,-1-2,-4 2,-14 3,-2-1,0-2,-1-2,-1-1,0-2,-1-2,0-2,-1-1,1-2,-24-1,-110 21,-6-16,133-9,44 0,0 0,1 0,-1 0,0-1,0 1,1-1,-1 0,0 0,1 0,-1 0,1 0,-1-1,1 1,0-1,-1 1,1-1,0 0,0 0,0 0,0 0,1 0,-1 0,1-1,-1 1,1-1,0 1,-1-2,-1-1,1 2,-2-2,0 0,1-1,0 0,0 0,0 0,1 0,0 0,0 0,0 0,1-1,-1-2,-3-32,3 18</inkml:trace>
  <inkml:trace contextRef="#ctx0" brushRef="#br0" timeOffset="-105895.44">6591 4343,'-30'97,"8"-43,-12 89,18-103,11-62,8-242,-3 252,0-1,2 1,-1 0,1-1,1 1,0 0,1 0,0 1,1-1,0 1,1 0,0 0,1 0,8-8,-12 17,0 0,0 0,0 0,1 0,-1 1,1-1,-1 1,1 0,0 0,-1 1,1-1,0 1,0 0,-1 0,1 0,0 0,0 0,-1 1,1 0,0 0,-1 0,1 0,-1 1,3 0,74 51,-77-51,-1 0,0 0,1 1,-1-1,0 0,0 1,-1-1,1 1,-1 0,1-1,-1 1,0 0,0 0,0 0,0 0,0 0,-1 0,1 0,-1 0,0 0,0 0,0 0,0 0,-1 0,1 1,-1-1,0 0,0-1,0 1,0 0,0 0,-1 0,1-1,-1 1,0 0,1-1,-1 0,-1 1,1-1,0 0,0 0,-1 0,-1 1,-91 37,95-39,-1 0,1 0,-1 0,1-1,0 1,-1 0,1 0,0 0,0 0,0 0,-1 0,1 0,0 0,0 0,0 0,1 0,-1 0,0 0,0 0,0 0,1 0,-1-1,0 1,1 0,-1 0,1 0,-1 0,1-1,0 1,-1 0,1 0,0-1,-1 1,1-1,0 1,0 0,0-1,-1 1,1-1,0 0,0 1,0-1,0 0,0 0,0 1,0-1,0 0,0 0,0 0,0 0,0 0,-1 0,2 0,-1 0,54 22,-38-16,0 0,0 1,-1 0,0 2,-1 0,1 0,-2 2,1 0,6 7,-20-16,1 0,0 0,0 0,-1 1,1-1,-1 1,0-1,0 1,0-1,0 1,0-1,0 1,-1 0,1 0,-1-1,0 1,0 0,0 0,0-1,0 1,-1 0,1 0,-1-1,0 1,0 0,0-1,0 1,0-1,0 1,-1-1,1 0,-1 1,0-1,0 0,0 0,-5 7,-2-1,1-1,-1 0,0 0,0 0,-1-1,0-1,-1 1,-7 3,-1-2,0 0,0 0,0-2,-1-1,0 0,0-1,0-1,0-1,-12-2,32 2,-1-1,1 0,-1 0,0 1,1-1,-1 0,0 0,1 0,-1 1,0-1,1 0,-1 0,0 0,1 0,-1-1,0 1,1 0,-1 0,1 0,-1 0,0-1,1 1,-1 0,0 0,1-1,-1 1,1-1,-1 1,1 0,-1-1,1 1,-1-1,1 1,0-1,-1 0,1 1,0-1,-1 1,1-1,0 0,0 1,-1-1,1 0,0 1,0-1,0 1,0-1,0 0,0 0,0 1,0-1,0 0,0 1,1-1,16-10,5 1</inkml:trace>
  <inkml:trace contextRef="#ctx0" brushRef="#br0" timeOffset="-104132.325">7433 4584,'67'13,"0"-4,1-2,15-3,-66-3,176 7,48-10,-239 2,0 0,0 1,-1-1,1 0,0 0,0 0,0 0,0-1,0 1,-1 0,1-1,0 0,0 1,0-1,-1 0,1 0,0 0,-1 0,1 0,-1 0,1 0,-1 0,0-1,0 1,1-1,-1 1,0-1,0 1,0-1,0 1,-1-1,1 0,0 0,-1 0,1 1,-1-2,21-184,-9 102,33-323,-42-114,-3 521,0 0,0-1,0 1,1 0,-1-1,0 1,0 0,1 0,-1-1,1 1,0 0,-1 0,1 0,0 0,-1 0,1 0,0 0,0 0,0 0,0 0,0 0,0 1,0-1,0 0,0 1,0-1,1 1,-1-1,0 1,0-1,1 1,-1 0,0 0,0 0,1-1,-1 1,0 0,1 1,-1-1,0 0,0 0,1 1,-1-1,0 0,0 1,0-1,1 1,0 0,294 47,245-3,-506-43,-1 3,-1 1,1 1,21 9,-19-8,-42-13,-11 0</inkml:trace>
  <inkml:trace contextRef="#ctx0" brushRef="#br0" timeOffset="-92898.698">6029 4917,'4'4,"-4"-4,0 0,-1 0,1 0,0 0,0 0,-1 0,1 0,0 0,-1 0,1 0,0 0,0 0,-1 1,1-1,0 0,-1 0,1 0,0 0,0 0,-1 0,1 1,0-1,0 0,0 0,-1 0,1 1,0-1,0 0,0 0,0 1,-1-1,1 0,0 0,0 1,0-1,0 0,0 1,0-1,0 0,0 0,0 1,0-1,0 0,0 1,0-1,0 0,0 0,0 1,0-1,0 0,0 1,0-1,1 0,-40 1,1-3,0 0,0-3,-9-3,-66-7,-47 8,-1 8,-41 10,-96 2,-342 14,634-27,4 0,0-1,1 1,-1 0,0-1,0 1,1 0,-1 0,0 0,1 0,-1 0,0 1,1-1,-1 0,0 1,1-1,-1 1,0 0,1-1,-1 1,1 0,-1 0,1 0,0 0,-1 0,1 0,0 1,0-1,0 0,0 0,0 1,0-1,0 1,0-1,0 1,1 0,-1-1,1 1,-1 0,1-1,0 1,-1 1,22 245,20 278,-16-275,-25-249,1 1,-1-1,0 0,0 1,0-1,0 1,0-1,0 0,-1 1,1-1,-1 0,1 0,-1 1,0-1,0 0,0 0,0 0,-1 0,1 0,-1 0,1 0,-1 0,1-1,-1 1,0-1,0 1,0-1,0 0,0 1,0-1,0 0,0 0,-1-1,1 1,0 0,0-1,-1 1,1-1,0 0,-1 0,-7-1,0-1,0 0,0 0,0-1,0-1,1 1,-1-2,1 1,0-1,1-1,-1 1,1-2,0 1,-5-6,-40-26,21 23,-1 1,-1 2,0 1,-1 1,0 2,0 2,0 1,-15 1,43 3,-292-22,0 13,-8 13,105-2,-443 0,650-1</inkml:trace>
  <inkml:trace contextRef="#ctx0" brushRef="#br0" timeOffset="-77200.774">4132 4063,'-35'-17,"35"16,0 1,0-1,0 1,1-1,-1 0,0 1,0-1,1 1,-1-1,0 1,1-1,-1 1,0-1,1 1,-1-1,1 1,-1-1,1 1,-1 0,1-1,-1 1,1 0,-1-1,1 1,-1 0,1 0,0 0,-1-1,1 1,-1 0,1 0,0 0,-1 0,1 0,0 0,-1 0,1 0,-1 0,1 1,0-1,-1 0,1 0,-1 0,1 1,-1-1,1 0,0 1,-1-1,337-1,276 28,-173-41,-248 29,23-15,-74 13,-62-14,-79 1,0 0,1 0,-1 0,1 0,-1 0,0 0,1 0,-1 0,1 0,-1 0,0 0,1 0,-1-1,0 1,1 0,-1 0,0-1,1 1,-1 0,0 0,1-1,-1 1,0 0,0-1,1 1,-1 0,0-1,0 1,0 0,0-1,1 1,-1 0,0-1,0 1,0-1,0 1,0 0,0-1,0 1,0-1,0 1,0 0,0-1,0 1,0-1,-1 1,1 0,0-1,0 1,0 0,0-1,-1 1,1 0,0-1,0 1,-1 0,1-1,0 1,-1 0,1 0,0-1,-1 1,1 0,0 0,-1 0,1-1,-11-10</inkml:trace>
  <inkml:trace contextRef="#ctx0" brushRef="#br0" timeOffset="-76172.2">2808 3648,'-15'7,"0"0,0 1,1 1,0 0,1 0,0 2,1 0,0 0,0 1,1 0,1 1,0 0,-5 11,-2 4,2 1,1 0,1 1,1 1,2 0,2 0,0 1,2 0,2 0,0 1,2 19,2-40,1 0,-1-1,2 1,0-1,0 1,1-1,0 0,5 11,-6-19,-1 0,1 0,0 1,0-1,0 0,0 0,1-1,-1 1,1-1,0 1,-1-1,1 0,0 0,0 0,1 0,-1 0,0-1,1 1,-1-1,0 0,1 0,0 0,-1-1,1 1,-1-1,1 0,0 0,-1 0,1-1,0 1,10-5,0-1,0 0,-1-1,0 0,0-1,0-1,-1 0,-1-1,1 0,-2 0,1-1,-2-1,1 0,-2 0,1-1,-1-2,-6 13,27-38,-2 0,-2-2,-2-1,-1 0,-3-2,-1 0,-3-1,9-41,-17-21,-7 105,-1-1,1 0,-1 1,0-1,0 1,0 0,0-1,0 1,-1 0,0 0,0 0,0 0,0 0,0 0,0 0,-1 1,1-1,-1 1,0 0,1 0,-1 0,0 0,-1 0,1 0,0 1,0 0,-1-1,-2 1,0 0,-1 0,1 1,-1 0,0 0,1 0,-1 1,1 0,-1 0,1 1,0 0,-1 0,1 0,0 1,0 0,0 0,1 1,-5 3,-81 79,79-69,1 0,1 1,1-1,1 2,0-1,1 1,1 1,1-1,1 1,0 0,2 0,0 0,1 0,2 0,-1 1,2-1,1 0,1-1,0 1,1 0,2-1,0 0,0-1,2 1,0-2,7 9,129 205,-121-158,-19-44</inkml:trace>
  <inkml:trace contextRef="#ctx0" brushRef="#br0" timeOffset="-75877.777">3115 4464,'15'-54,"3"1,1 1,3 0,19-29,-40 78,10-16,-11 20,0-1,0 0,0 0,0 1,0-1,0 0,0 0,0 0,0 1,0-1,0 0,0 0,0 1,0-1,0 0,0 0,0 1,0-1,0 0,0 0,0 0,0 1,0-1,0 0,1 0,-1 0,0 1,0-1,0 0,0 0,1 0,-1 0,0 1,0-1,0 0,1 0,-1 0,0 0,0 0,0 0,1 0,-1 0,0 0,0 0,1 0,-1 0,0 1,0-2,1 1,-1 0,0 0,0 0,0 0,1 0,-1 0,0 0,0 0,1 0,-1 0,0 0,0-1,0 1,0 0,1 0,-1 0,0 0,0-1,1 183,2 101,-1-226</inkml:trace>
  <inkml:trace contextRef="#ctx0" brushRef="#br0" timeOffset="-73472.454">7741 5132,'0'18,"0"13,5 13,5 12,9 12,5 9,5 7,7 5,5 3,-1 0,-1-2,-1-5,-6-6,-5-9,-8-10,-7-13,-5-14</inkml:trace>
  <inkml:trace contextRef="#ctx0" brushRef="#br0" timeOffset="-72829.424">7727 5252,'-8'35,"-37"310,65-488,1-139,-18 266,2 26,0 1,6 4,1 0,0-1,1 0,1-1,0 0,1-1,0-1,1 0,0-1,0-1,1 0,5 1,12 8,-20-10,0-1,0 0,0 1,-1 1,0 0,-1 1,0 0,0 1,-1 0,5 7,-15-16,0 0,1 0,-1 0,0 0,0 0,-1 1,1-1,0 0,-1 0,1 1,-1-1,0 1,0-1,0 0,0 1,0-1,0 0,-1 1,1-1,-1 0,0 1,1-1,-1 0,0 0,0 0,-1 1,1-1,0-1,-1 1,1 0,-1 0,0 0,1-1,-1 1,0-1,0 1,0-1,0 0,0 0,0 0,-1 0,1 0,0 0,0-1,-2 1,-25 8,0-2,-1-1,1-1,-1-1,0-2,-17-1,12 0,-7 7,34-3</inkml:trace>
  <inkml:trace contextRef="#ctx0" brushRef="#br0" timeOffset="-69787.979">8422 6175,'0'13,"0"14,-2 12,-1 5,0 5,-1 1,-1-2,-1-4,0-5,-1-7,1-6,-2-9,2-6</inkml:trace>
  <inkml:trace contextRef="#ctx0" brushRef="#br0" timeOffset="-69204.515">8343 6362,'5'-226,"-5"223,0 0,0 0,0 0,1 0,-1 0,1 0,0 0,-1 0,1 0,1 0,-1 1,0-1,1 0,-1 1,1-1,0 1,0-1,0 1,0 0,0 0,1 0,-1 0,1 0,-1 0,1 1,0-1,-1 1,1 0,0 0,1 0,9-1,1 0,0 2,0 0,0 0,0 2,0-1,-1 2,1 0,-1 1,1 0,-1 0,0 2,-1 0,2 1,-9-5,-1 0,0 0,0 0,0 0,0 1,0 0,-1 0,1 0,-1 0,0 0,0 1,0-1,0 1,-1 0,1 0,-1 0,0 0,0 1,-1-1,1 0,-1 1,0-1,0 1,0-1,-1 1,1 0,-1-1,-1 1,1 0,0-1,-1 1,0-1,0 1,-1 0,-5 8,0 0,-2-1,0 0,0 0,-1 0,0-1,-1-1,0 0,-1 0,0-1,0-1,-1 0,0-1,-1 0,-7 2,16-6,3-2,-1 1,0 0,1-1,-1 0,0 0,0 0,0 0,0 0,0-1,0 1,0-1,0 0,0 0,0 0,0 0,-2 0,26-14,-14 12,0 2,0-1,0 1,0 0,0 0,0 1,0 0,0 1,0-1,0 1,-1 0,1 1,-1 0,1 0,-1 0,0 1,0 0,0 0,3 4,5 4,-1 0,0 1,-2 0,1 1,-2 0,0 1,3 5,-8-11,0-1,-1 1,0 0,0 0,-1 0,0 1,0-1,-1 1,-1 0,0 0,0-1,-1 1,0 0,0 1,-1-9,0 0,0 0,1 0,-1 0,0 0,-1 0,1 0,0 0,0-1,-1 1,1 0,-1-1,0 1,1-1,-1 0,0 0,0 1,0-1,0 0,0 0,0-1,0 1,0 0,0-1,0 1,-1-1,1 0,0 0,0 1,0-1,-2-1,-71-7,73 8,-168-43,145 46,25-3,-1 0,1 1,0-1,0 1,-1-1,1 0,0 1,0-1,0 0,0 1,-1-1,1 1,0-1,0 1,0-1,0 0,0 1,0-1,0 1,0-1,0 1,0-1,0 0,0 1,1-1,-1 1,0-1,0 1,0-1,0 0,1 1,-1-1,0 0,1 1,-1-1,0 0,0 1,1-1,-1 0,0 0,1 1,-1-1,1 0,-1 0,0 0,1 1,-1-1,1 0,-1 0,1 0,-1 0,1 0,42 17,-17-11</inkml:trace>
  <inkml:trace contextRef="#ctx0" brushRef="#br0" timeOffset="-68941.106">9051 6402,'7'-2,"9"-1,8 0,8 1,4 2,4 4,1 4,1 2,-3 2,-5-1,-6-2,-8-3</inkml:trace>
  <inkml:trace contextRef="#ctx0" brushRef="#br0" timeOffset="-68747.661">9118 6576,'13'13,"12"5,13 0,9-4,7-5,5-5,-9-3</inkml:trace>
  <inkml:trace contextRef="#ctx0" brushRef="#br0" timeOffset="-68040.463">10107 6375,'-16'4,"0"1,0 1,1 1,0 0,0 1,0 1,1 0,1 0,0 2,0 0,1 0,0 1,1 1,0 0,1 0,0 1,2 0,-1 1,-4 13,-22 76,34-101,0 0,1 0,-1 0,1 0,0 0,0 0,0 0,0 0,1 0,-1 0,1 0,0 0,0 0,0 0,0 0,1 0,-1-1,1 1,-1 0,1-1,0 1,0-1,0 0,0 0,1 0,-1 0,1 0,-1 0,1 0,-1-1,1 1,0-1,0 0,7 0,-1-1,1 0,-1 0,1-1,-1 0,0-1,1 0,-1 0,0-1,0 0,-1-1,1 0,-1 0,1-1,-1 0,-1 0,1-1,-1 0,0 0,0-1,4-6,9-6,-2-1,-1 0,0-2,-2 1,0-2,-2 0,0-1,-2 0,0-1,-2-1,-1 1,-1-1,-1 0,-1-1,-1 1,-2-1,0-25,-19-29,17 79,-1 0,0 0,0 0,0 0,0 1,-1-1,1 0,0 1,-1-1,1 1,-1-1,0 1,1 0,-1 0,0 0,0 0,0 0,0 0,1 0,-1 0,0 1,-1-1,1 1,0 0,0-1,0 1,0 0,0 0,0 1,0-1,0 0,0 1,0-1,0 1,0-1,0 1,-2 1,-6 4,0 0,1 1,0 0,0 1,1 0,-1 0,2 0,-1 1,1 1,1-1,0 1,0 0,1 1,0-1,1 1,0 0,-1 7,-1 4,1 0,1 0,0 0,2 1,1-1,1 1,1 0,1-1,1 1,0-1,2 0,5 15,10 21,2-2,2 0,3-1,5 3,11 8,-31-55</inkml:trace>
  <inkml:trace contextRef="#ctx0" brushRef="#br0" timeOffset="-67750.398">10441 6910,'3'-18,"0"-13,2-6,0-1,2 4,-1 5,-1 12,-2 14,0 14,-2 12,-1 8,0 7,0 3,0-1,-1-2,4-6,4-8,2-8</inkml:trace>
  <inkml:trace contextRef="#ctx0" brushRef="#br0" timeOffset="-67399.45">10789 6549,'-1'4,"-1"2,0 0,0 0,1 0,0 1,0-1,1 0,0 1,0-1,0 0,1 1,0-1,0 0,1 4,-1-10,0 1,-1 0,1-1,0 1,0-1,0 1,0-1,0 1,0-1,0 1,0-1,0 0,0 0,0 0,0 1,0-1,0 0,0 0,0-1,0 1,0 0,0 0,0 0,0-1,0 1,0 0,0-1,0 1,-1-1,1 1,0-1,0 1,0-1,0 0,-1 1,1-1,0 0,-1 0,1 1,-1-1,1 0,0 0,-1 0,0 0,1 0,-1 0,0 0,1 0,-1 0,0 0,0 0,0 0,0 0,0 0,0 0,0 0,0-1,0 0,1 0,-1 0,0 0,1 0,-1 0,0 0,0 0,0 1,-1-1,1 0,0 0,-1 0,1 0,-1 0,0 0,0 0,1 0,-1 1,0-1,-1 0,1 1,0-1,0 1,-1-1,1 1,-1 0,1-1,-1 1,1 0,-1 0,0 0,0 0,1 0,-1 1,0-1,0 1,0-1,0 1,0-1,0 1,0 0,0 0,0 0,0 0,0 0,0 1,0-1,0 1,1-1,-1 1,-1 0,-5 5</inkml:trace>
  <inkml:trace contextRef="#ctx0" brushRef="#br0" timeOffset="-66766.998">11418 6428,'-17'0,"1"1,-1 0,1 1,0 1,0 0,0 2,0-1,1 2,0 0,0 1,0 0,1 2,0-1,1 2,0 0,0 0,1 1,0 1,1 0,0 0,1 1,1 0,0 1,1 0,0 1,1 0,1 0,-3 8,8-19,0 1,0 0,1 0,0-1,-1 1,1 0,1 0,-1 0,1-1,0 1,0 0,0-1,0 1,1-1,0 1,0-1,0 0,1 1,-1-1,1-1,0 1,0 0,0-1,1 1,-1-1,1 0,0 0,0 0,0-1,0 1,0-1,1 0,-1 0,1-1,-1 1,1-1,0 0,0 0,2-1,3 2,1-1,-1-1,1 0,0 0,-1-1,1 0,-1-1,0-1,1 1,-1-1,0-1,-1 0,1 0,-1-1,0-1,0 1,0-1,-1-1,1 0,0-1,8-9,0 0,-2-1,0-1,-1 0,-1-1,0 0,-2-1,5-13,-3 4,-2-1,-1 1,-2-2,-1 1,-1-1,-1 0,-3-1,0 1,-2-1,-2-5,1 27,0 1,-1 0,0-1,-1 1,0 0,-1 0,0 0,-2-3,5 10,-1 1,1 0,0 0,-1 0,1 0,-1 0,1 0,-1 0,0 0,0 1,0-1,0 1,0-1,0 1,0 0,-1 0,1 0,0 0,-1 0,1 1,-1-1,1 1,-1-1,1 1,-1 0,1 0,-1 0,1 0,-1 1,1-1,-1 1,1-1,0 1,-1 0,1 0,0 0,-2 1,-7 6,-1 1,1 1,1 0,0 1,1 0,0 0,0 1,1 0,1 0,0 1,0 0,2 0,-1 1,2 0,0 0,0 0,0 11,-2 9,1 0,2 0,1 0,2 0,1 0,2 0,1 0,2 0,1-1,2 0,1 0,2-1,0 0,3-1,0-1,2 0,15 19,43 32,-57-69</inkml:trace>
  <inkml:trace contextRef="#ctx0" brushRef="#br0" timeOffset="-66432.106">11684 6896,'0'14,"-1"-8,0-1,0 1,0 0,1 0,0-1,0 1,0 0,1 0,0-1,0 1,0 0,1-1,0 1,0-1,0 1,1-1,0 0,0 0,0 0,0-1,1 1,0-1,0 0,0 0,0 0,1 0,0-1,-1 0,1 0,2 1,4-1,0-1,0 0,1-1,-1 0,0 0,1-2,-1 1,1-1,-1-1,0 0,0 0,0-1,0-1,0 0,-1 0,1-1,-1-1,0 0,-1 0,1 0,-1-1,-1-1,5-4,-10 9,0 0,0-1,0 1,0-1,0 0,-1 0,0 0,0 0,0 0,0-1,-1 1,0 0,1-1,-2 1,1-1,0 0,-1 1,0-1,0 1,0-1,-1 1,0-1,1 0,-2 1,1 0,0-1,-1 1,0 0,0 0,0-1,-1 2,1-1,-1 0,0 0,0 1,0 0,0-1,-1 1,1 1,-1-1,0 0,0 1,0-1,-6 1,-1-1,1 1,0 1,-1 0,1 0,-1 1,1 0,-1 1,1 0,-1 1,1 0,0 0,0 1,0 1,0 0,1 0,-1 1,1 0,0 0,0 1,1 0,0 1,0 0,0 0,1 1,0 0,1 0,0 1,-1 0,-11 19</inkml:trace>
  <inkml:trace contextRef="#ctx0" brushRef="#br0" timeOffset="-66025.513">11123 5947,'-7'0,"0"0,6 0,12 0,18 0,20 2,22 1,17 0,14 0,6-2,-2 0,-13 2,-21 3,-23 0</inkml:trace>
  <inkml:trace contextRef="#ctx0" brushRef="#br0" timeOffset="-57594.775">1 1923,'13'16,"12"15,11 10,5 10,5 8,5 7,-1 4,-1 2,-3-6,-6-6,-6-9,-9-13</inkml:trace>
  <inkml:trace contextRef="#ctx0" brushRef="#br0" timeOffset="-57352.68">388 1977,'-16'18,"-10"18,-7 13,-5 11,-2 8,-2 4,2 1,3-5,8-7,9-10,8-11,6-12</inkml:trace>
  <inkml:trace contextRef="#ctx0" brushRef="#br0" timeOffset="-57113.794">655 2297,'23'0,"19"0,17-2,16-3,11-1,8-1,3 0,-5 1,-8 2,-12 2,-18 1</inkml:trace>
  <inkml:trace contextRef="#ctx0" brushRef="#br0" timeOffset="-56424.324">1484 1990,'-8'22,"5"45,2 0,3 0,7 34,-6-66,30 217,-29-238,-1-30,-5-610,3 533,12 118,-1-4,1-1,1 0,1-1,0-1,2 0,0-1,1 0,0-2,1 0,1-1,0-1,20 9,-6-1,0 2,-1 1,-2 2,0 1,-25-21,0-1,0 1,-1 0,0 0,0 0,0 1,-1 0,0 0,0 0,-1 1,0-1,0 1,-1-1,0 1,0 0,-1 0,0 0,0 0,-1 0,0 0,0 0,-1 1,0-1,-1 0,1-1,-2 1,1 0,-1-1,-2 5,-8 2,-1 0,0 0,-1-2,-1 0,0 0,0-2,-1 0,-1-1,1 0,-1-2,-1 0,0-1,-1 0,-204 59,213-62</inkml:trace>
  <inkml:trace contextRef="#ctx0" brushRef="#br0" timeOffset="-56004.709">2233 2297,'-3'19,"0"1,1-1,2 1,0-1,0 1,2-1,1 3,-2-17,0 1,0-1,1 1,0-1,0 0,0 0,0 0,1 0,0-1,0 1,0 0,1-1,-1 0,1 0,0 0,0-1,1 1,-1-1,1 0,-1 0,1 0,0-1,0 0,0 0,1 0,-1 0,1-1,1 1,-1-1,1 0,0-1,0 0,-1 0,1 0,0-1,0 0,0 0,-1 0,1-1,-1 0,1-1,-1 1,0-1,0 0,0-1,0 1,-1-1,1-1,-1 1,0-1,0 1,-1-1,1-1,-1 1,2-4,-1 0,0 1,0-1,-1 0,0 0,-1 0,0 0,0-1,-1 1,0-1,-1 1,0-1,-1 0,0 0,0 1,-1-1,0 0,-1 1,0-1,-1-1,0 3,0 0,0 1,-1-1,0 0,-1 1,0 0,0 0,0 1,-1-1,0 1,0 0,-1 1,1-1,-1 1,-1 1,1-1,0 1,-1 0,0 1,0 0,0 0,0 1,-1 0,1 1,-1-1,1 1,-1 1,1 0,-1 0,1 1,-1 0,1 0,-1 1,1 0,0 0,0 1,0 0,0 1,0 0,1 0,-1 1,1-1,0 2,1-1,-1 1,1 0,-1 2,3-4,1 1,0-1,0 1,0 0,1 0,0 0,0 0,0 0,0 1,1-1,0 0,0 1,1-1,-1 1,1-1,0 1,1-1,-1 1,1-1,0 1,1-1,-1 0,1 1,0 0,19 30</inkml:trace>
  <inkml:trace contextRef="#ctx0" brushRef="#br0" timeOffset="-54519.146">2608 2284,'134'14,"-128"-13,281 30,113-10,608 10,-690-21,-317-10,1 0,-1 0,1 0,0 0,-1 0,1 0,0 0,-1 0,1-1,-1 1,1-1,0 1,-1-1,1 1,-1-1,1 0,-1 0,0 0,1 0,-1 0,0 0,0 0,0 0,0-1,0 1,0 0,0-1,0 1,0 0,0-1,-1 1,1-1,-1 0,1 1,-1-1,0 1,1-1,-1-1,0-28,-2-1,-1 0,-1 0,-2 1,-1 0,-9-23,9 27,-51-165,59 192,0 1,-1-1,1 0,-1 0,1 1,-1-1,1 0,0 0,-1 0,1 0,-1 0,1 0,0 0,-1 0,1 0,0 0,-1 0,1 0,-1 0,1-1,-1 1,1 0,0 0,-1-1,1 1,-1 0,1-1,-1 1,1-1,-1 1,0 0,1-1,-1 1,1-1,-1 1,0-1,1 1,-1-1,0 0,0 1,0-1,1 1,-1-1,0 0,0 1,0-1,0 1,0-1,0 0,0 1,0-1,0 1,0-1,0 0,-1 1,1-1,0 1,0-1,-1 1,1-1,0 0,0 1,-1-1,1 1,-1-1,1 1,-1 0,1-1,-1 1,35 16,1-2,0-1,0-1,1-2,4-2,451 60,-407-59,127 2,-148-8,-58-8</inkml:trace>
  <inkml:trace contextRef="#ctx0" brushRef="#br0" timeOffset="-17070.802">7474 627,'0'-8,"-1"9,-2 7,-17 53,-3-1,-3-1,-8 9,1 1,0-5,26-58,9-19,101-291,-40 42,-62 261,-1-1,0 0,0 1,1-1,-1 0,0 1,1-1,-1 1,1-1,-1 1,1-1,0 1,0 0,0-1,0 1,0 0,0-1,0 1,0 0,0 0,1 0,-1 0,0 0,1 0,-1 1,0-1,1 0,-1 1,1-1,-1 1,1-1,0 1,-1 0,1-1,-1 1,2 0,1 4,0 0,-1 1,1-1,-1 1,0-1,0 1,-1 0,1 0,-1 0,0 0,0 1,-1-1,1 1,0 1,12 47,-3 1,-1 0,-3 1,-2 30,0-22,2-1,2 1,7 14,-15-72,1 0,-1 0,1-1,0 1,0-1,0 1,1-1,-1 0,2 0,-1 0,0 0,1 0,0-1,0 0,3 3,2-4</inkml:trace>
  <inkml:trace contextRef="#ctx0" brushRef="#br0" timeOffset="-16786.771">7233 814,'9'-3,"12"0,12 1,11-1,8 2,4-3,1 1,-2 0,-11 1</inkml:trace>
  <inkml:trace contextRef="#ctx0" brushRef="#br0" timeOffset="-16524.739">7888 640,'16'0,"14"0,14 0,10 0,8 0,0 0,-7 0,-11 0</inkml:trace>
  <inkml:trace contextRef="#ctx0" brushRef="#br0" timeOffset="-16273.814">8008 854,'18'0,"16"0,12 0,11-2,4-2,-1-1,-11 0</inkml:trace>
  <inkml:trace contextRef="#ctx0" brushRef="#br0" timeOffset="-14136.942">8971 359,'-20'23,"1"1,1 0,1 2,1 0,1 1,2 0,1 1,1 1,1-1,1 2,-1 14,11 17,-1-60,0 0,1 1,-1-1,1 0,-1 0,1 1,-1-1,1 0,-1 0,1 0,0 0,0 1,0-1,0 0,0 0,0-1,0 1,0 0,0 0,0 0,0-1,0 1,1-1,-1 1,0-1,0 1,1-1,-1 0,0 1,1-1,-1 0,0 0,1 0,-1 0,0 0,1 0,-1-1,0 1,1 0,-1-1,0 1,1-1,11-6,-1 0,0 0,-1-1,1-1,-2 0,1-1,-1 0,-1 0,0-1,0 0,1-4,-3 6,19-24,-1-1,-2-1,-2-1,-1-1,-2-1,-2-1,-1 0,-2-1,-2-1,-1 0,-2 0,-1-18,-13-37,5 94,1-1,-1 1,0-1,0 1,0 0,0 0,0-1,-1 1,1 0,-1 0,1 0,-1 0,0 0,1 1,-1-1,0 1,0-1,0 1,-1-1,1 1,0 0,0 0,-1 0,1 0,-1 1,1-1,0 1,-1-1,1 1,-1 0,1 0,-1 0,0 0,1 0,-3 1,-7 4,0-1,1 2,0-1,-1 2,2 0,-1 0,1 1,0 0,1 0,0 1,0 0,1 1,0 0,-5 9,4-7,-1 1,1 0,1 0,1 1,0 0,0 0,1 1,1-1,1 1,0 1,1-1,0 0,2 1,-1-1,2 1,0 0,1-1,1 1,3 13,6 3,1-1,2 0,1-2,1 1,8 8,-11-20,0 1,-2 0,0 1,-2 0,0 1,-1 0,-1 0,-1 1,-1 0,0 0,-2 0,0 20,-4-29</inkml:trace>
  <inkml:trace contextRef="#ctx0" brushRef="#br0" timeOffset="-13320.967">9225 840,'-2'3,"0"0,0 0,0 1,0-1,1 0,0 1,-1-1,1 1,1 0,-1-1,0 1,1 0,0 0,0-1,0 1,0 0,1-1,-1 1,1 0,0-1,0 1,1-1,-1 1,0-1,1 1,0-1,0 0,0 0,0 0,1 0,-1 0,1-1,0 1,-1-1,1 1,0-1,1 0,-1 0,0-1,0 1,1-1,-1 1,2-1,4-2,1 0,0-1,0 0,-1-1,1 0,-1 0,0-1,0 0,0-1,-1 0,1 0,-1-1,0 0,-1-1,0 1,0-1,0-1,-1 1,0-1,0 0,-1-1,0 1,0-2,-2 6,0 1,0-1,0 0,-1 0,1 0,-1 0,0-1,-1 1,1-1,-1 1,1-1,-1 0,-1 1,1-1,-1 0,0 1,0-1,0 0,0 0,-1 1,0-1,0 0,0 1,-1-1,0 1,1-1,-1 1,-1 0,1 0,-1 0,1 0,-1 0,-1 1,1-1,0 1,-1 0,-2-2,1 2,0 1,0 0,0 0,-1 0,1 1,-1 0,1 0,-1 0,1 1,-1 0,1 0,-1 0,0 1,1-1,-1 1,1 1,-1-1,1 1,0 0,0 0,-1 0,1 1,1 0,-1 0,0 0,1 1,0-1,0 1,0 0,0 0,0 1,1-1,0 1,0 0,0 0,0 0,1 0,0 0,0 0,1 1,-1-1,1 1,0 0,17 45,2-32</inkml:trace>
  <inkml:trace contextRef="#ctx0" brushRef="#br0" timeOffset="-13050.818">9652 426,'18'16,"18"9,11 8,8 5,2 1,-1 0,-5 1,-7-3,-9-2,-10-5,-10-6,-4-6,-5-7</inkml:trace>
  <inkml:trace contextRef="#ctx0" brushRef="#br0" timeOffset="-12801.058">10107 426,'-18'4,"-11"9,-7 11,-6 13,-4 9,-2 6,0 3,1-1,6-5,11-8,12-12,14-10,8-9</inkml:trace>
  <inkml:trace contextRef="#ctx0" brushRef="#br0" timeOffset="-12419.771">9639 118,'-4'-6,"0"-4,6 2,11 1,18-1,16 2,19 0,14 0,10 1,5 0,-5 0,-10 2,-15 0,-16 2,-20 0,-16 1</inkml:trace>
  <inkml:trace contextRef="#ctx0" brushRef="#br0" timeOffset="-10820.76">12273 2043,'1'1,"0"0,0 1,0-1,0 0,0 0,-1 0,1 1,0-1,0 0,-1 0,1 1,-1-1,1 1,-1-1,0 1,1-1,-1 1,0-1,0 1,0-1,0 1,0-1,0 0,-1 1,1 2,1 97,-4 1,-13 68,12-126,-1-16,-3-43,6-2,1 0</inkml:trace>
  <inkml:trace contextRef="#ctx0" brushRef="#br0" timeOffset="-10205.497">12165 1964,'18'13,"27"2,1 3,-2 1,15 11,-45-23,-1 1,-1 1,0 0,0 1,0 0,-1 1,-1 0,0 0,-1 1,0 1,0 0,4 11,-8-16,0 0,-1 0,0 1,-1-1,0 1,0-1,-1 1,0 0,-1 0,0 0,0 0,-1 1,0-1,0 0,-1 0,-1 0,1 0,-2 0,1 0,-1-1,0 1,-1-1,0 0,0 0,-1 0,0 0,0-1,-1 1,0-2,0 1,-1-1,1 1,-9 4,-11-1,-1 0,-1-1,1-2,-1-1,-1-1,1-2,-1 0,1-2,-1-1,0-2,-8-2,26 4,-27 1,32-12,5 2</inkml:trace>
  <inkml:trace contextRef="#ctx0" brushRef="#br0" timeOffset="-9902.806">12045 1897,'-2'4,"1"9,1 11,3 11,1 10,0 9,-1 9,-1 8,-1 3,0-3,-1-5,0-8,0-10,0-9,0-13</inkml:trace>
  <inkml:trace contextRef="#ctx0" brushRef="#br0" timeOffset="-6132.175">10468 2953,'-3'-2,"-2"-4,-3 0,-2-1,-5 0,-1-1,-3-1,-4 1,-7 1,-8 5,2 2</inkml:trace>
  <inkml:trace contextRef="#ctx0" brushRef="#br0" timeOffset="-3360.001">13262 2191,'-2'0,"6"0,11 0,12 0,16-2,13-4,12-2,7 0,1-1,-7 1,-10 2,-15 4,-15 5,-12 1</inkml:trace>
  <inkml:trace contextRef="#ctx0" brushRef="#br0" timeOffset="-3159.056">13476 2324,'5'0,"10"0,14 0,16-2,13-1,7-2,-1-1,-7 2,-14 3,-13 2</inkml:trace>
  <inkml:trace contextRef="#ctx0" brushRef="#br0" timeOffset="7354.538">22379 1496,'-36'-1,"25"1,36 1,778 25,-724-30,-100-4,5 7</inkml:trace>
  <inkml:trace contextRef="#ctx0" brushRef="#br0" timeOffset="14298.009">17326 4142,'55'585,"-41"476,-8-210,-4-671,-2-180,0 2,0 0,1 0,-1 0,-1 1,1-1,0 0,0 0,-1 0,0 0,1 1,-1-1,0 0,0 0,0 0,0-1,0 1,0 0,-1 0,1-1,-1 1,1 0,-1-1,-1 1,2-3,0 0,0 0,0-1,0 1,0 0,1-1,-1 1,0-1,1 0,-1 1,1-1,-1 1,1-1,0 0,0 1,0-1,0 0,0 1,0-1,0 1,0-1,1 0,-1 1,1-1,-1 0,1 0,2-23</inkml:trace>
  <inkml:trace contextRef="#ctx0" brushRef="#br0" timeOffset="16449.254">18917 4436,'11'-6,"20"-4,25 2,24-2,18 3,11 1,0 2,-8 1,-23 2</inkml:trace>
  <inkml:trace contextRef="#ctx0" brushRef="#br0" timeOffset="15953.673">18997 4811,'18'9,"15"10,11 11,10 9,2 9,1 4,-5 2,-4-4,-9-6,-8-7,-9-11</inkml:trace>
  <inkml:trace contextRef="#ctx0" brushRef="#br0" timeOffset="16195.578">19398 4797,'-18'14,"-13"13,-8 12,-4 10,-2 8,0 4,1 0,6-1,7-6,8-10,9-12</inkml:trace>
  <inkml:trace contextRef="#ctx0" brushRef="#br0" timeOffset="15392.378">18048 4664,'-20'14,"1"2,1 0,0 1,1 0,1 2,0 0,2 0,0 2,2-1,0 2,1 0,1 0,1 1,1 0,1 1,2-1,0 1,-1 20,4 12,2-54,1-1,-1 1,0-1,0 1,1-1,-1 1,1-1,-1 0,1 1,0-1,0 0,-1 1,1-1,0 0,0 0,0 0,0 1,1-1,-1 0,0-1,0 1,1 0,-1 0,0 0,1-1,-1 1,1-1,-1 1,0-1,1 0,-1 1,1-1,1 0,4-1,0-1,0 0,0 0,0-1,0 1,-1-2,0 1,1-1,-1 0,0 0,-1 0,1-1,-1 0,0 0,4-5,-7 8,30-31,-2-1,-2-1,-1-1,-2-2,-1-1,-2 0,-2-2,-2 0,9-30,-22 59,0 0,-1-1,0 0,-1 0,0 0,-1 0,0 0,-2 0,1-1,-2 1,1 0,-2-1,0 1,0 0,-1 0,-5-11,6 21,0 0,0-1,0 1,0 0,-1 0,1 0,-1 0,0 1,0-1,0 1,0 0,0 0,0 0,-1 0,1 0,-1 1,1-1,-1 1,0 0,1 0,-1 1,0-1,0 1,0-1,0 1,1 1,-1-1,0 0,-1 1,-3 1,1 0,0 0,0 1,0 0,0 0,1 0,-1 1,1 0,0 1,0-1,0 1,1 0,0 0,-4 6,1-1,0 1,1 1,1 0,0 0,1 0,0 0,1 1,0 0,1 0,0 0,1 0,1 1,0-1,1 0,0 1,1-1,0 0,1 1,8 37,1-1,3-1,2-1,3 5,-7-22,99 255,-74-225,-22-44</inkml:trace>
  <inkml:trace contextRef="#ctx0" brushRef="#br0" timeOffset="15690.742">18382 5172,'0'3,"-2"3,0 1,1-1,0 0,0 0,0 0,1 1,0-1,0 0,1 0,0 1,0-1,0 0,1 0,0 0,0 0,0 0,1-1,0 1,0-1,0 1,1-1,0 0,0-1,3 5,-2-7,-1 1,0 0,1-1,0 0,-1 0,1 0,0-1,0 1,0-1,0 0,0-1,0 1,0-1,1 0,-1 0,0-1,0 1,0-1,0-1,0 1,0 0,-1-1,1 0,0 0,-1-1,1 1,-1-1,0 0,0 0,0-1,0 1,0-1,-1 1,0-1,0 0,0-1,0 1,0 0,-1-1,0 0,0 1,0-1,-1 0,1 0,-1 0,0 0,-1 0,1 0,-1 0,0-1,0 1,-1-1,-1 0,0 0,0 1,-1-1,0 0,0 1,-1 0,1-1,-1 1,0 1,0-1,-1 1,1-1,-1 1,0 1,0-1,0 1,-1-1,1 2,-1-1,0 1,-5-2,7 2,-1 1,1 0,0 0,-1 0,1 0,-1 1,1 0,-1 0,1 0,-1 1,1-1,0 1,-1 0,1 0,0 1,0-1,-1 1,1 0,0 0,1 0,-1 1,0-1,1 1,-1 0,1 0,0 0,0 0,0 1,0-1,-1 4,-8 23,7-1</inkml:trace>
  <inkml:trace contextRef="#ctx0" brushRef="#br0" timeOffset="12563.538">15040 4811,'5'16,"5"17,9 15,7 17,7 10,1 9,1 5,-7 7,-5 0,-7-5,-6-9,-7-14,-4-17</inkml:trace>
  <inkml:trace contextRef="#ctx0" brushRef="#br0" timeOffset="13013.241">15000 4744,'31'11,"0"1,-2 2,1 1,-2 1,0 2,-1 0,0 2,-2 1,0 1,-2 1,-1 1,0 2,-2 0,-1 0,-1 2,-1 0,6 17,-11-20,-2 1,0-1,-1 2,-2-1,-1 1,-1 0,-1 1,-1-1,-2 1,0 0,-2-1,-2 1,-4 23,5-44,1 0,-2 0,1 0,-1-1,0 1,-1-1,1 0,-1 0,0 0,-1 0,1-1,-1 1,0-1,-1-1,1 1,-1-1,0 0,0 0,0 0,-1-1,1 0,-1-1,0 1,0-1,0 0,0-1,0 0,-1 0,-44 4,0-3,0-2,1-2,-31-6,-93-2,167 11,14 1,20 1,12 0,4-1</inkml:trace>
  <inkml:trace contextRef="#ctx0" brushRef="#br0" timeOffset="13366.549">15749 5707,'2'-40,"2"0,1 1,2 0,2 0,2 1,1 0,9-16,-11 34,-10 19,1 1,-1 0,0 0,1 0,-1 0,0 0,1 0,-1 0,1 0,-1 0,0 0,1 0,-1 0,1 0,-1 0,0 0,1 0,-1 0,1 0,-1 0,0 1,1-1,-1 0,0 0,1 0,-1 1,0-1,1 0,-1 0,0 1,0-1,1 0,-1 1,0-1,0 0,0 1,1-1,-1 0,0 1,0-1,0 1,0-1,0 0,0 1,0-1,0 1,0-1,0 0,0 1,0-1,0 0,0 1,0-1,0 1,0-1,0 0,-1 1,1-1,0 0,0 1,0-1,-1 0,1 1,0-1,11 199,-10-169,2-1,1 0,1 0,2 0,0-1,2 1,6 10,-1-14</inkml:trace>
  <inkml:trace contextRef="#ctx0" brushRef="#br0" timeOffset="13628.903">16217 5172,'15'14,"18"4,11-1,10-3,8-4,1-4,-2-3,-8 1,-12-1</inkml:trace>
  <inkml:trace contextRef="#ctx0" brushRef="#br0" timeOffset="13877.058">16430 5453,'21'14,"22"4,18-1,14-3,8-7,-10-3</inkml:trace>
  <inkml:trace contextRef="#ctx0" brushRef="#br0" timeOffset="18945.656">19238 6054,'-18'28,"0"1,2 1,1 0,2 1,1 1,1 0,2 0,1 1,2 0,1 0,0 15,15 38,-9-83,-1-1,1 1,0-1,1 0,-1 0,0 1,1-1,-1 0,1 0,-1-1,1 1,0 0,0 0,0-1,0 1,0-1,0 0,1 0,-1 0,0 0,1 0,-1 0,1 0,-1-1,1 1,-1-1,1 0,-1 0,1 0,-1 0,1 0,1 0,10-4,0-1,0 0,-1-1,0 0,0-1,0 0,-1-1,0 0,0-1,-1-1,0 0,-1 0,6-8,0 1,-1-1,-1-1,-1 0,0 0,-1-1,-2-1,0 0,-1 0,-1-1,-1 0,0-1,-2 0,-1 0,-1 0,-1 0,-1 0,-1 0,-1-1,-1 1,-3-16,3 31,0 0,0 0,0 0,-1 0,-1 0,1 1,-1-1,0 1,-1 0,0 0,0 1,-1-1,1 1,-1 0,-1 1,1-1,-1 1,0 0,0 1,0 0,-1 0,1 1,-1-1,0 2,0-1,0 1,0 0,-1 1,1 0,0 0,-1 1,1 0,-1 1,-2 0,5 0,1 0,-1 1,0 0,1 0,0 0,-1 1,1 0,0 0,0 0,1 1,-1-1,1 1,0 0,0 1,0-1,0 1,1-1,0 1,0 0,0 0,0 1,1-1,0 0,-1 6,-2 3,2 1,0 0,1 1,0-1,1 0,1 1,0-1,2 0,-1 1,12 43,2-1,2 0,4-1,1-1,3-2,12 18,-25-49,-6-8,5 8,0 0,1 0,2-1,0-1,1 0,18 18,-31-36,0-1,0 1,1-1,0 0,-1 0,1 0,0 0,0-1,-1 1,2-1,-1 0,0 0,0 0,0 0,0 0,1-1,-1 1,0-1,0 0,1 0,-1 0,0 0,1-1,-1 0,0 1,0-1,0 0,0 0,0-1,0 1,0-1,0 1,0-1,0 0,-1 0,13-13,-2 0,0-1,-1 0,0-1,-1 0,-1-1,-1 0,-1-1,1-2,7-13,-6 23,-10 33,0-19,-1 2,5 95,-3-96,-1 0,1 0,1 0,-1-1,1 1,-1 0,1-1,0 1,0-1,1 0,-1 0,1 0,-1 0,1 0,0 0,0-1,0 1,1-1,-1 0,1 0,-1 0,1 0,3 0,-1 0,0-1,0-1,0 1,0-1,0 0,0 0,0-1,1 0,-1 0,-1 0,1-1,0 0,0 0,-1 0,1-1,-1 0,1 0,-1 0,0-1,-1 0,1 0,-1 0,1 0,-1-1,0 1,-1-1,1 0,-1 0,0-1,0 1,-1-1,1 1,-1-1,-1 0,1 0,-1 0,0 0,0 0,-1 0,1 0,-2 0,1 0,0 0,-1 0,-1-1,1 0,0 0,-1 0,0 0,0 0,-1 1,0-1,0 1,-1 0,1 0,-1 0,-1 0,1 1,-1 0,0 0,0 0,0 0,-1 1,1 0,-1 0,0 0,-1 1,1 0,-1 0,1 1,-1-1,0 1,0 1,0-1,0 1,0 1,0-1,0 1,0 0,0 1,0 0,0 0,0 0,0 1,1 0,-1 1,0-1,1 1,0 0,-1 1,1-1,1 1,-3 2,4-2,0 0,0 0,0 0,1 1,0-1,-1 1,2 0,-1 0,0 0,1 0,0 1,0-1,1 1,-1-1,1 1,0-1,1 1,0 0,0 0,0 0,5 26</inkml:trace>
  <inkml:trace contextRef="#ctx0" brushRef="#br0" timeOffset="17649.027">18088 6121,'-19'24,"2"1,0 0,1 1,2 1,1 1,1 0,1 0,1 1,2 0,1 1,2 0,-1 13,5-40,0-1,0 1,1-1,-1 0,1 1,-1-1,1 1,0 0,0-1,0 1,1-1,-1 1,0-1,1 1,0-1,0 0,-1 1,1-1,1 0,-1 1,0-1,0 0,1 0,-1 0,1 0,0 0,0 0,0-1,0 1,0-1,0 1,0-1,0 0,0 0,1 0,-1 0,0 0,1 0,-1 0,1-1,-1 0,1 1,-1-1,2 0,11-6,1-1,-2 0,1-1,-1-1,0 0,-1-1,0-1,-1 0,0 0,0-1,-1-1,-1 0,13-13,0-1,-2 0,-2-2,0 0,-2-1,-1-1,-2 0,-1-1,-1-1,-2 0,-1 0,0-8,-7 34,0 0,-1 0,0 0,0-1,0 1,-1-1,0 1,0 0,-1-1,0 1,-1 0,1-1,-1 1,-1 0,1 0,-1 1,-1-1,1 0,-1 1,0 0,0 0,-1 0,0 0,0 1,0 0,-1 0,1 0,-1 1,0 0,-1 0,1 0,0 2,0 1,1-1,-1 1,0 0,0 1,0 0,0 0,0 0,1 0,-1 1,0 0,0 0,0 1,1-1,-1 1,1 1,0-1,-1 1,1 0,0 0,0 0,1 1,-1-1,1 1,0 1,-1-1,1 2,-2 1,0 0,1 0,1 1,-1 0,1 0,0 0,1 1,0-1,1 1,-1 0,2 0,-1 0,1 0,0 0,1 0,0 0,1 6,6 16,0 1,3-1,0-1,2 0,5 9,19 49,-22-44,-2 0,-1 1,-3 0,-2 1,0 26,-5-65,-2 3,1 0,1 0,0 0,0 0,1 0,0-1,1 1,0 0,0-1,1 0,1 0,-1 0,1 0,2 2,11 4</inkml:trace>
  <inkml:trace contextRef="#ctx0" brushRef="#br0" timeOffset="17933.938">18543 6482,'-2'-14,"-2"-8,1-4,1 1,2 2,3 8,-1 13,-2 15,-2 16,-2 15,-3 11,0 6,1 2,6-2,8-8,6-10,2-13</inkml:trace>
  <inkml:trace contextRef="#ctx0" brushRef="#br0" timeOffset="20027.241">19050 5627,'-11'0,"-4"2,-2 1,7 0,14-1,22-2,26-5,23 0,20 0,14 1,5 1,-4 3,-11 5,-23 1</inkml:trace>
  <inkml:trace contextRef="#ctx0" brushRef="#br0" timeOffset="20986.811">20441 4063,'-16'88,"4"1,4 1,3 0,6 29,-2-77,34 968,-30-961,11 170,-10 0,-11 26,-64 201,70-445,0 1,1 1,-1-1,0 0,1 0,0 0,-1 1,1-1,0 0,0 0,0 1,0-1,1 0,-1 0,1 1,-1-1,1 0,0 0,0 0,0 0,0 0,0 0,0 0,0 0,1 0,-1-1,1 1,0 0,-7-17,1 9,2 5,0-1,0 1,1-1,-1 0,1 1,0-1,-1 0,1 0,0 0,0 0,0 0,0 0,0 0,1-1,-1 1,1 0,-1 0,1-1,0 1,0 0,0 0,0-1,0 1,1 0,-1-1,1 1,-1 0,1 0,1-2,5-6</inkml:trace>
  <inkml:trace contextRef="#ctx0" brushRef="#br0" timeOffset="24429.288">21256 3822,'-31'-16,"-1"1,0 1,-1 2,-12-1,-401-74,137 32,238 40,-749-133,201 81,-607 12,59 57,837 10,-48 20,243-19,-390 55,365-41,0 7,-132 48,283-80,-1 0,1 1,0 0,0 0,0 1,0 0,0 1,1 0,0 0,0 1,0 0,1 0,0 1,0 0,1 0,-1 1,2 0,-1 0,1 0,0 0,1 1,0 0,0 0,-1 7,-15 206,17-154,-3 133,18 178,-11-366,13 180,-7 1,-11 50,-28 220,6-83,26-19,7-280,3-2,9 30,-13-79,-6-27,1 0,0 0,0 0,0 0,0 0,0 0,1 0,0 0,0 0,0-1,0 1,0-1,1 1,-1-1,1 0,0 0,0 0,1-1,-1 1,0-1,1 1,-1-1,1 0,0 0,0-1,0 1,1-1,36 10,0-2,1-2,0-2,0-2,0-1,33-4,46 4,372 46,341 4,-399-34,121 8,-35-13,9 13,311-11,1906-16,-2739 0,-1 0,1 0,-1-1,0-1,0 1,0-1,0 0,0 0,-1-1,0 0,1 0,-1-1,-1 0,1 0,-1 0,0 0,0-1,0 0,-1 0,0 0,0-1,0 0,-1 1,0-1,-1 0,1 0,-1-1,-1 1,1 0,-1-8,6-207,-8 161,-14-515,-24-9,23 408,9 73,4 0,4-1,12-67,39-221,-39 215,-14-23,2 197,-1 0,0 0,-1 1,1-1,-1 0,1 0,-1 0,0 1,-1-1,1 0,0 1,-1-1,0 1,0 0,0-1,0 1,-1 0,1 0,-1 1,0-1,0 0,0 1,0 0,0 0,0 0,-1 0,1 0,-1 0,1 1,-1 0,0 0,-166-54,84 36,-1 3,0 5,-1 3,-10 4,65 2,-199-10,-12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8:11.6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94 335,'0'20,"2"19,4 18,-1 13,1 8,-2 3,-4-6,-4-11,-3-12,-1-15</inkml:trace>
  <inkml:trace contextRef="#ctx0" brushRef="#br0" timeOffset="346.108">0 0,'13'25,"1"-2,1 0,1 0,1-2,1 0,7 5,-2 1,40 42,-20-25,-1 2,-2 2,-3 1,-2 2,-2 1,-2 2,-3 1,-1 3,-22-48,-1 0,0 0,-1 0,-1 1,1-1,-1 1,-1 0,0-1,-1 1,0 0,0 0,-1 0,-1-1,0 1,0-1,-1 1,0-1,-1 0,0 0,-1 0,0 0,0-1,-1 0,0 0,-1-1,0 1,0-1,-1-1,-5 5,-6-3,-1 0,1-1,-1-1,-1-1,1-1,-1-1,0-1,0 0,0-2,-1 0,1-1,0-2,-18-2,-66-12,67 9</inkml:trace>
  <inkml:trace contextRef="#ctx0" brushRef="#br0" timeOffset="741.216">669 1030,'7'-26,"1"0,1 0,1 1,1 0,2 1,0 1,1 0,2 0,0 2,1 0,1 0,5-2,-23 23,1 0,-1 0,1 0,-1 0,1 0,-1 0,1 0,-1 0,1 0,-1 0,1 0,-1 0,1 1,-1-1,1 0,-1 0,1 0,-1 1,1-1,-1 0,0 1,1-1,-1 0,0 1,1-1,-1 0,0 1,1-1,-1 1,0-1,1 1,-1-1,0 1,0-1,0 0,0 1,0-1,1 1,-1-1,0 1,0 0,0-1,0 1,0-1,0 1,-1-1,1 1,0-1,0 1,0-1,0 0,-1 1,1-1,0 1,0-1,-1 1,1-1,0 0,-1 1,1-1,-1 1,1 2,-7 160,11 123,-2-255,0-20,-1 1,-1-1,1 1,-2-1,0 1,0-1,-1 0,0 1,-2 4,2-12,0-1,1 0,-1-1,0 1,0 0,0-1,-1 1,1-1,-1 1,1-1,-1 0,0 0,0 0,0-1,0 1,0-1,0 1,-1-1,-2 0,-15 4</inkml:trace>
  <inkml:trace contextRef="#ctx0" brushRef="#br0" timeOffset="1021.478">776 1365,'18'4,"13"2,10 2,8 2,4 1,-1 4,-1 2,-8-1,-10-2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8:08.8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134 651,'-2'18,"-1"11,0 7,1 2,0-1,1-6</inkml:trace>
  <inkml:trace contextRef="#ctx0" brushRef="#br0" timeOffset="736.54">1 411,'17'-6,"-1"0,2 2,-1 0,0 1,1 0,0 2,0 0,-1 1,1 1,0 1,-1 0,1 1,-1 1,0 0,5 3,-13-4,0 1,-1 0,1 0,-1 1,0-1,0 2,0-1,-1 1,0 1,0-1,-1 1,1 0,-1 1,-1-1,0 1,0 0,0 1,-1-1,0 1,-1 0,0 0,0 0,-1 0,0 0,0 8,-9 126,1-88,6-54,-1 1,1 0,-1-1,1 1,0 0,0-1,0 1,0 0,0-1,1 1,-1 0,0-1,1 1,-1 0,1-1,0 1,-1-1,1 1,0-1,0 1,0-1,0 0,0 0,0 1,0-1,1 0,-1 0,0 0,1 0,-1 0,1 0,-1 0,1-1,-1 1,1-1,-1 1,1-1,0 1,-1-1,1 0,0 0,-1 0,11-1,0-1,-1-1,1 0,-1 0,0-1,0-1,0 0,0 0,-1-1,0-1,0 0,-1 0,0 0,2-3,75-90,-85 100,-1 0,0 0,0 1,0-1,1 0,-1 0,0 0,0 0,0 0,1 0,-1 1,0-1,0 0,1 0,-1 0,0 0,0 0,1 0,-1 0,0 0,0 0,1 0,-1 0,0 0,0 0,0 0,1-1,-1 1,0 0,0 0,1 0,-1 0,0 0,0 0,0-1,1 1,-1 0,0 0,0 0,0 0,0-1,0 1,1 0,-1 0,0 0,0-1,0 1,0 0,0 0,0-1,0 1,0 0,-3 25,1-17,0-1,1 1,-1-1,1 1,0 0,1-1,0 1,0 0,1 0,0-1,0 1,1 0,0-1,0 1,1-1,0 0,0 0,1 0,-1 0,2-1,-1 1,1-1,0 0,0 0,0-1,1 0,0 0,0 0,1 0,-1-1,3 1,-4-3,0-1,-1 0,1 0,0 0,0-1,0 0,0 0,0 0,0 0,0-1,0 0,0 0,0 0,-1 0,1-1,0 0,-1 0,1 0,-1-1,0 1,0-1,0 0,0 0,3-3,4-5,0 0,-1-1,0 0,-1-1,0 1,-1-2,3-6,13-37,-3 0,-2-2,-3 0,-3-1,-2-1,0-19,-5 43,28-237,-33 247,-11 46,-15 88,5 1,4 1,3 45,8-123,3-1,0 1,2 0,1 0,2 0,1-1,1 1,1-1,2 0,1 0,6 9,-14-35,1 0,0 0,1 0,-1 0,1 0,-1-1,1 1,0-1,1 0,-1 0,0 0,1 0,0 0,0-1,0 0,0 1,0-2,0 1,0 0,0-1,1 0,1 1,18-3</inkml:trace>
  <inkml:trace contextRef="#ctx0" brushRef="#br0" timeOffset="1025.766">870 250,'-14'-4,"-8"-2,-2-2,9 0,16 2,23 2,28 3,29 5,22 6,15 6,0 7,-19-1</inkml:trace>
  <inkml:trace contextRef="#ctx0" brushRef="#br0" timeOffset="2528.273">1325 959,'13'-14,"0"-2,0 0,-2-1,0 0,-1 0,0-1,-2-1,0 1,-1-1,-1-1,-1 1,-1-1,0 0,-1 0,-1-2,-2 15,1-1,-1 1,0 0,-1 0,1 0,-1 0,-1 0,1 0,-1 1,-1-1,1 0,-1 1,0 0,0-1,-1 1,0 0,0 1,-1-1,1 1,-1 0,-4-4,-6 5,19 13,11 0,0-2,1 0,0-1,1 0,-1-1,1-1,13 1,-18-2,191 40,-199-43,-1 0,0 1,0 0,0-1,0 1,0 1,0-1,0 0,0 1,-1-1,1 1,0 0,-1 0,1 0,-1 0,0 0,0 1,0-1,0 1,0-1,0 1,-1 0,1 0,-1 0,0 0,1 0,-2 0,1 0,0 0,-1 0,1 0,-1 0,0 1,0-1,0 0,-1 2,-8 39,7-39,0 0,0 0,0 0,1 0,0 0,0 1,1-1,-1 0,1 0,0 1,0-1,1 0,0 1,0-1,0 0,0 0,1 0,0 0,0 0,0 0,1-1,0 1,0-1,6 3,1 0,0-1,1 0,-1-1,1-1,0 1,0-2,1 0,-1 0,1-1,-1 0,1-1,0 0,0-1,0 0,-1-1,12-2,-13 3,0-1,1 0,-1 0,0-1,0-1,0 0,0 0,0-1,-1 0,0 0,0-1,0-1,0 1,-1-1,0-1,0 0,0 0,-1 0,0-1,-1 0,1 0,-2-1,1 0,-1 0,-1 0,1 0,-2-1,2-3,-5 10,1 0,-1-1,1 1,-1 0,0 0,0-1,-1 1,1 0,-1 0,1-1,-1 1,0 0,0 0,0 0,-1 0,1 0,-1 0,0 1,0-1,0 0,0 1,0 0,0-1,-1 1,1 0,-1 0,1 0,-1 0,0 1,0-1,0 1,0 0,0-1,0 1,0 1,0-1,-1 0,1 1,0 0,0 0,-1 0,-1 0,0-1,0 1,-1 0,1 0,0 0,0 0,0 1,0 0,0 0,0 0,0 1,0 0,1 0,-1 0,1 0,-1 1,1 0,0-1,0 2,0-1,0 0,0 1,1 0,0 0,-1 0,2 0,-1 0,0 1,1-1,0 1,0 0,0 0,1-1,-1 1,1 0,0 0,1 2,2-3,0 1,1 0,0-1,0 1,0-1,1 0,-1 0,1-1,0 1,0-1,0 1,0-1,1 0,0-1,-1 1,1-1,0 0,0 0,0-1,0 1,0-1,1 0,-1-1,0 1,0-1,1 0,3-1,-1 2,1 0,-1-1,0 0,0-1,0 0,-1 0,1-1,0 0,0 0,-1-1,1 0,-1 0,0-1,0 0,0 0,0-1,-1 1,0-2,0 1,0 0,0-1,-1 0,0-1,0 0,-1-8,-9 17,3 1,0 1,1-1,-1 1,1-1,0 1,0-1,0 1,0 0,0-1,1 1,0 0,0 0,0 0,0-1,1 1,-1 0,1-1,0 1,0 0,0-1,1 1,-1-1,1 1,0-1,0 0,0 0,0 0,1 0,-1 0,1 0,0-1,-1 1,1-1,1 0,-1 0,0 0,0 0,1 0,-1-1,1 0,-1 1,1-1,0-1,-1 1,4 0,-3-1,0 0,0 0,0 0,0 0,0-1,0 0,0 0,0 0,-1 0,1 0,0-1,-1 0,1 0,-1 0,1 0,-1 0,0-1,0 1,0-1,0 0,-1 0,1 0,-1 0,0-1,1 1,-2-1,1 1,0-2,4-9,0 0,-1 0,-1 0,0 0,-1-1,-1 0,0 0,4-150,-1 132,-5 32,1 1,-1-1,1 0,-1 1,1-1,0 1,-1 0,1-1,0 1,-1-1,1 1,0 0,-1 0,1-1,0 1,0 0,-1 0,1 0,0 0,0 0,-1 0,1 0,0 0,0 0,-1 0,1 0,0 1,-1-1,1 0,0 0,0 1,-1-1,1 0,0 1,-1-1,1 1,-1-1,1 1,-1-1,1 1,14 8,-1 0,0 1,0 1,-1 0,-1 1,0 0,0 1,-1 1,-1 0,1 1,-8-7,1 0,-2 1,1-1,-1 1,0 0,-1 0,0 0,0-1,-1 1,0 0,0 0,-2 1,2 39,1-46,-1-1,1 1,-1 0,1-1,0 1,0-1,0 0,0 1,1-1,-1 0,1 0,-1 0,1 1,0-2,-1 1,1 0,0 0,0-1,1 1,-1-1,0 1,0-1,1 0,-1 0,1 0,-1 0,1-1,-1 1,1-1,0 1,-1-1,1 0,0 0,90-6,-81 3,0-1,0 0,-1-1,1 0,-1-1,0 0,-1-1,1 0,-2-1,1 0,-1 0,0-1,0 0,-1-1,-1 0,0 0,0-1,-1 1,0-1,0-1,-2 1,1-1,-2 0,3-12,-5 22,0 1,0-1,0 1,0-1,-1 1,1-1,-1 0,1 1,-1-1,1 0,-1 1,0-1,0 0,0 0,0 1,0-1,0 0,-1 0,1 1,0-1,-1 0,0 1,1-1,-1 0,0 1,0-1,0 1,0 0,0-1,0 1,0 0,0-1,0 1,-1 0,1 0,-1 0,1 0,-1 0,1 0,-1 1,1-1,-1 0,0 1,1-1,-2 1,-3 2,1 1,-1-1,0 2,1-1,0 0,0 1,0 0,0 0,0 1,1-1,0 1,0 0,0 0,1 1,-1-1,1 1,1-1,-1 1,1 0,0 0,0 0,1 0,-1 1,1-1,1 0,-1 0,1 0,1-1,-1 1,1 0,0-1,0 1,1-1,-1 1,1-1,1 0,-1 0,1 0,0 0,0 0,0 0,0-1,1 1,0-1,0 0,0 0,0-1,1 1,0-1,-1 0,1 0,0-1,0 1,1-1,15 7,1-1,-1-1,1 0,0-2,1-1,9 1,-8-1,0-1,0 0,0-2,0-1,0-1,0-1,0-1,0-1,0-1,-1-1,1-1,19-10,-39 15,-1 0,1 0,0 0,-1-1,0 1,1-1,-1 0,0 0,0 0,-1 0,1-1,0 1,-1-1,0 1,0-1,0 0,-1 0,1 0,-1 0,0 0,0 0,0 0,-1-1,1 1,-1 0,0 0,0-1,-1 1,1 0,-1 0,0-1,0 1,0 0,-1 0,1 0,-1 0,0 1,0-1,-1 0,1 1,-1 0,1-1,-1 1,0 0,0 0,-1 0,-3-2,1 1,-1 0,0 0,-1 0,1 1,0 0,-1 1,0-1,0 2,0-1,0 1,0 0,0 0,0 1,-7 1,10-1,-1 0,1 1,-1-1,1 1,0 1,0-1,-1 1,1 0,0 0,0 0,1 1,-1-1,0 1,1 1,0-1,0 0,0 1,0 0,0 0,1 0,0 1,0-1,-3 5,5-6,0 0,0 0,0 0,1 0,-1 0,1 0,-1 1,1-1,0 0,0 0,1 1,-1-1,1 0,-1 0,1 0,0 0,0 0,0 0,1 0,-1 0,1 0,0 0,-1-1,1 1,0-1,1 1,-1-1,0 0,1 0,-1 0,1 0,1 1,7 4,-1-1,1 0,0 0,0-1,0-1,1 0,0 0,0-1,1 1,-1-1,0-1,1 0,-1-1,1 0,0-1,-1 0,1-1,0-1,-1 0,0 0,1-2,-1 1,0-1,9-5,-19 8,0 0,0-1,0 1,0 0,0-1,0 1,-1-1,1 0,-1 1,1-1,-1 0,1 0,-1 0,0 0,0 0,0 0,0-1,0 1,-1 0,1 0,-1-1,1 1,-1 0,0-1,0 1,0 0,0-1,-1 1,1 0,0-1,-1 1,0 0,1-1,-1 1,0-1,-10 9,11-3,1-1,0 1,0 0,0-1,0 1,0-1,0 1,1-1,-1 1,1-1,0 0,0 0,0 0,0 0,0 0,0 0,2 1,19 13,0-1,0-1,2-1,-1-1,2-2,-1 0,19 4,50 16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8:06.7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90 705,'0'19,"0"18,3 18,0 15,0 12,-1 9,-2 6,-7 0,-6-3,-5-8,-3-13,-1-13,2-17</inkml:trace>
  <inkml:trace contextRef="#ctx0" brushRef="#br0" timeOffset="269.077">37 946,'13'-203,"-13"197,0 4,-1 1,1-1,-1 0,1 0,0 0,0 0,0-1,0 1,0 0,0 0,1 0,-1 0,1 1,-1-1,1 0,0 0,0 0,0 0,0 0,0 1,0-1,0 1,1-1,-1 0,0 1,1 0,-1-1,1 1,0 0,-1 0,1 0,0 0,0 0,0 0,0 1,0-1,0 1,0-1,1 1,8 3,0 0,0 1,0 1,-1 0,1 0,-1 1,8 7,-3-4,10 6,0 2,-1 0,-1 1,-1 1,17 19,-38-37,1 0,-1 0,0 0,0 0,0 0,0 0,0 0,0 0,0 0,0 0,-1 1,1-1,0 0,-1 1,1-1,-1 0,1 1,-1-1,0 1,1-1,-1 0,0 1,0-1,0 1,0-1,0 1,-1-1,1 1,0-1,-1 0,1 1,-1-1,1 1,-1-1,0 0,1 0,-1 1,0-1,0 0,0 0,0 0,0 0,0 0,0 0,0 0,-1 0,1-1,0 1,0 0,-1-1,-16 6,-1-1,0-1,0 0,-1-2,1 0,0-1,-1-1,-6-2,21 2,-37-2,8-1</inkml:trace>
  <inkml:trace contextRef="#ctx0" brushRef="#br0" timeOffset="659.088">505 972,'5'-82,"4"-1,4 2,3-1,3 2,9-14,15-67,-35 129,8-31,-3-1,-2-1,-2-14,-12 73,-3 20,-11 49,3 1,2 0,4 0,2 1,3 64,2-127,0 27,-2 35,2-1,3 1,3 0,8 36,-12-95,-1 0,1 1,0-1,0 0,1 0,-1 0,1 0,0 0,1 0,-1-1,1 1,0-1,0 0,0 0,1 0,0 0,-1 0,1-1,1 1,-1-1,0 0,1-1,-1 1,1-1,0 0,0 0,0 0,0 0,0-1,0 0,0 0,1-1,2 1,26-7,-3-3</inkml:trace>
  <inkml:trace contextRef="#ctx0" brushRef="#br0" timeOffset="934.358">399 384,'15'2,"22"4,27 4,26 6,21 7,14 4,-15-3</inkml:trace>
  <inkml:trace contextRef="#ctx0" brushRef="#br0" timeOffset="1291.888">1053 1160,'11'-21,"-2"-1,0 0,-2-1,0 1,-2-1,0-1,-2 1,-1-1,0 1,-2-1,0 0,-2 1,-1-1,-1 1,-1-3,4 23,1 3,-1-1,1 1,-1-1,1 0,-1 1,1-1,0 0,-1 1,1-1,0 0,0 1,-1-1,1 0,0 0,0 1,0-1,0 0,0 0,0 0,0 1,0-1,0 0,1 0,-1 1,0-1,0 0,1 1,-1-1,0 0,1 1,-1-1,1 0,-1 1,1-1,-1 1,1-1,-1 0,1 1,-1 0,1-1,0 1,-1-1,1 1,0 0,0-1,-1 1,1 0,0 0,-1 0,1-1,0 1,143 11,-121-9,99 20,-120-22,0 1,0 0,-1 0,1 0,0 0,-1 0,1 0,-1 0,1 0,-1 1,0-1,1 0,-1 1,0-1,0 1,0 0,0-1,0 1,0 0,-1-1,1 1,-1 0,1 0,-1 0,0 0,1 0,-1-1,0 1,0 0,0 0,-1 0,1 0,-1 1,-27 65,14-40,12-25,0 1,0 0,0 0,0 0,1 1,-1-1,1 0,0 1,0-1,1 0,-1 1,1-1,0 1,1-1,-1 1,1-1,-1 1,1-1,0 0,1 0,-1 1,1-1,0 0,0 0,0 0,1 0,5 2,0 0,0-1,0 0,1-1,0 0,0 0,0 0,0-1,0-1,1 0,-1 0,1-1,0 0,-1 0,2-1,-6 0,45 4,1-3,0-2,-1-2,15-4,16-6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8:06.0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1 174,'22'5,"25"1,16 2,15-1,6 2,2 1,-8 1,-10-2,-14 1,-15-2,-11-2,-8-3,-5-1,-3-1,-4-1</inkml:trace>
  <inkml:trace contextRef="#ctx0" brushRef="#br0" timeOffset="361.168">669 1,'27'18,"30"25,-37-30,-1 2,0 0,-1 0,-1 2,0 0,-1 1,8 14,-22-30,0 0,0 1,-1 0,1-1,-1 1,1 0,-1 0,0 0,0 0,-1 0,1 0,0 0,-1 0,0 0,0 1,0-1,0 0,0 0,-1 0,1 0,-1 0,0 0,0 0,0 0,0 0,-1 0,1-1,-1 1,0 0,0-1,1 1,-2-1,1 0,0 0,-107 73,26-23,55-30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8:45.7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50,'1'-3,"1"0,0 0,-1 1,1-1,0 1,0-1,1 1,-1 0,0 0,1 0,-1 0,1 0,0 1,0-1,-1 1,1 0,0-1,0 1,0 1,0-1,0 0,1 1,0-1,-1 1,5-3,0 2,0-1,1 1,-1 1,0-1,0 1,0 1,1-1,4 2,-11-1,1-1,-1 1,1 0,-1-1,1 1,-1 0,0 0,0 0,1 1,-1-1,0 1,0-1,0 1,-1-1,1 1,0 0,0 0,-1 0,0 0,1 0,-1 0,0 1,0-1,0 0,0 1,0-1,-1 1,1-1,-1 0,1 1,-1-1,0 1,0 1,-2 3,-1 1,1 0,-1-1,-1 1,1-1,-1 0,-1 0,1-1,-1 1,0-1,-1 0,1 0,-1-1,-6 5,-56 49,68-58,0 0,0 0,0-1,0 1,0 0,0 0,1 0,-1-1,0 1,1 0,-1 0,0-1,1 1,-1 0,1 0,-1-1,1 1,-1-1,1 1,0 0,-1-1,1 1,0-1,-1 1,1-1,0 0,-1 1,1-1,0 0,0 0,0 1,-1-1,1 0,0 0,0 0,0 0,0 0,-1 0,1 0,0 0,0 0,0 0,0-1,25 3,0-1,0-2,0 0,0-2,2-1,15-1,4 0,-6 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18:16.4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3397 1,'-47'30,"-109"84,72-30,4 4,3 3,-31 54,-55 109,11 7,12 7,-102 280,216-490,3 2,3 0,2 2,3 0,-4 45,-12 194,27-282,-6 36,2 0,3 0,1 24,7 41,-3-120,0 0,0-1,-1 1,1 0,0 0,0-1,0 1,0 0,0 0,0-1,0 1,0 0,-1-1,1 1,0 0,0 0,0-1,0 1,0 0,1-1,-1 1,0 0,0 0,0-1,0 1,0 0,0-1,0 1,0 0,1 0,-1-1,0 1,0 0,0 0,1 0,-1-1,0 1,0 0,1 0,-1 0,0 0,0-1,1 1,-1 0,0 0,0 0,1 0,-1 0,0 0,1 0,-1 0,0 0,0 0,1 0,-1 0,0 0,1 0,-1 0,0 0,1 0,-1 0,0 0,0 1,1-1,-1 0,0 0,0 0,1 0,-1 1,1-3,3-13</inkml:trace>
  <inkml:trace contextRef="#ctx0" brushRef="#br0" timeOffset="615.55">1925 2434,'-1'46,"2"0,2-1,1 1,3-1,2 0,2 0,4 7,26 132,-38-160,0-6,-3-40,-1-22,-2 1,-2-1,-2 1,-2 0,-1 0,-3 1,-1 0,-2 2,-12-20,28 59,-1 1,0 0,1-1,-1 1,1-1,-1 1,1-1,-1 1,1-1,-1 0,1 1,0-1,-1 1,1-1,0 0,-1 1,1-1,0 0,0 0,0 1,0-1,0 0,0 1,-1-1,2 0,-1 0,0 1,0-1,0 0,0 1,0-1,1 0,-1 1,0-1,0 0,1 1,-1-1,1 0,-1 1,1-1,-1 1,1-1,-1 1,1-1,-1 1,1-1,-1 1,1 0,0-1,-1 1,1 0,0-1,-1 1,1 0,0 0,-1 0,1 0,0 0,0 0,225-4,-216 4,78 8,-85-7,0 0,0 0,0 0,0 0,-1 0,1 1,0-1,-1 1,1 0,0-1,-1 1,0 0,1 1,-1-1,0 0,0 1,-1-1,1 1,0-1,-1 1,1 0,-1 0,0 0,0 0,0 0,0 0,-2 10,0 0,-1-1,-1 1,1-1,-2 1,0-1,0 0,-1-1,-1 1,0-1,-1 0,1 0,-2-1,0 0,0 0,-3 1,10-9,-128 170,109-114,20-53</inkml:trace>
  <inkml:trace contextRef="#ctx0" brushRef="#br0" timeOffset="1457.933">2060 2608,'-8'16,"14"188,-4-93,-7-195,-3 0,-4 1,-7-12,4 22,10 64,4 21,29 242,-8-128,-11-110,-2-22,2-29,-4-29,-2 0,-5-52,-2 89,4 27,0 1,0-1,0 0,0 0,-1 1,1-1,0 0,0 1,0-1,0 0,0 0,0 1,0-1,-1 0,1 1,0-1,0 0,0 0,0 0,-1 1,1-1,0 0,0 0,-1 0,1 1,0-1,0 0,-1 0,1 0,0 0,-1 0,1 0,0 0,0 0,-1 0,1 0,0 0,-1 0,1 0,0 0,-1 0,1 0,0 0,0 0,-1 0,1 0,0 0,-1 0,1-1,0 1,0 0,-1 0,1 0,0 0,0-1,0 1,-1 0,1 0,0-1,0 1,-4 8,1-1,0 1,1-1,0 1,0 0,0 0,1 0,0 0,1 0,0 0,0 1,1 3,-1-11,1-1,-1 1,0 0,1 0,-1-1,0 1,1 0,-1-1,1 1,-1 0,1-1,-1 1,1-1,0 1,-1-1,1 1,0-1,-1 1,1-1,0 1,-1-1,1 0,0 0,0 1,0-1,-1 0,1 0,0 0,0 0,0 0,-1 0,1 0,0 0,0 0,0 0,-1-1,1 1,0 0,0 0,0-1,-1 1,1 0,0-1,-1 1,1-1,0 1,-1-1,1 0,-1 1,1-1,30-30,-26 23,-1 0,-1-1,1 1,-1-1,-1 0,0 1,0-1,0 0,-1 0,-1-1,0 1,0 0,0 0,-14 85,-31 173,35-204</inkml:trace>
  <inkml:trace contextRef="#ctx0" brushRef="#br0" timeOffset="2199.812">1993 3209,'6'41,"-5"-42,0 0,0 1,1-1,-1 0,0-1,0 1,0 0,0 0,0 0,0-1,0 1,-1 0,1-1,0 1,-1-1,1 1,-1-1,0 1,1-1,-1 1,0-1,0 1,0-2,1-20,-3 18,0 15,1-9,1 0,0-1,-1 1,1-1,0 1,0-1,0 1,-1 0,1-1,0 1,0-1,0 1,0 0,0-1,0 1,0 0,0-1,0 1,1-1,-1 1,0 0,0-1,0 1,1-1,-1 1,0-1,1 1,-1-1,0 1,1-1,-1 1,1-1,-1 1,1-1,-1 0,1 1,-1-1,1 0,-1 1,1-1,-1 0,1 0,0 1,-1-1,1 0,-1 0,1 0,0 0,-1 0,1 0,-1 0,1 0,0 0,-1 0,1 0,0-1,-1 1,1 0,-1 0,1-1,-1 1,1 0,0-1,3-14,-4 7</inkml:trace>
  <inkml:trace contextRef="#ctx0" brushRef="#br0" timeOffset="28218.188">0 2327,'94'-128,"-72"101,-14 60,-8 17,-2-29,2 0,1 0,0 0,1 0,2 0,0 0,7 18,-4-21</inkml:trace>
  <inkml:trace contextRef="#ctx0" brushRef="#br0" timeOffset="34278.22">1056 3129,'178'-13,"-177"13,0 0,0-1,1 1,-1 0,0 0,0 0,0 0,1 0,-1 0,0 0,0 0,0 1,0-1,0 0,1 1,-1-1,0 1,0-1,0 1,0 0,0-1,0 1,0 0,-1 0,1 0,0-1,0 1,0 0,-1 0,1 0,-1 0,1 0,-1 1,1-1,-1 0,1 0,-1 0,0 0,0 0,0 1,0-1,1 0,-1 0,-1 0,1 1,0 0,-4 5,1 0,-1 0,-1 0,1-1,-1 0,0 0,-1 0,0 0,0-1,0 0,-1 1,-32 31,39-36,0 0,-1-1,1 1,0 0,0 0,0 0,0 0,0 0,0 0,1-1,-1 1,0 0,0 0,1 0,-1 0,0-1,1 1,-1 0,1 0,-1-1,1 1,-1 0,1-1,0 1,-1-1,1 1,0-1,-1 1,1-1,0 1,0-1,-1 1,1-1,0 0,0 0,0 1,-1-1,1 0,0 0,0 0,0 0,0 0,0 0,0 0,-1 0,1 0,0 0,0-1,0 1,0 0,-1-1,1 1,0 0,0-1,-1 1,1-1,0 0,3 1,16 0,68 8,-87-8,1 1,0-1,0 1,0 0,0 0,0-1,-1 1,1 1,0-1,-1 0,1 0,-1 1,1-1,-1 0,1 1,-1 0,0-1,0 1,0 0,0-1,0 1,0 0,-1 0,1 0,-1 0,1 0,-1 0,1 0,-1 0,0 0,0 0,0 0,0 0,-1 0,1 0,0 0,-1 0,0 0,1 0,-3 5,-1 0,1-1,-1 0,-1 1,1-1,-1-1,0 1,0-1,-1 0,1 0,-1 0,0-1,0 0,-1 0,1 0,-1-1,0 0,0-1,0 1,0-1,-1-1,1 1,0-1,-1 0,1-1,-1 0,1 0,-1-1,1 0,0 0,-1 0,1-1,-2-1,-2 0</inkml:trace>
  <inkml:trace contextRef="#ctx0" brushRef="#br1" timeOffset="75720.814">10829 3129,'148'1,"-41"12,27-16,-129 1,1 0,-1-1,1 0,-1 0,0 0,0-1,0 1,-1-1,1 0,-1-1,0 1,0-1,-1 0,1 0,-1 0,0 0,0 0,-1-1,0 1,0-1,1-2,15-29,-12 24,-2 0,1 0,-2 0,0-1,0 1,-1-1,-1 0,0 0,-2-12,9-156,1 103,-3 1,-3-43,11-128,-14-5,-27 121,22 113,-1-1,-1 1,-1 0,0 1,-10-15,-59-62,50 72,-2 2,0 1,-1 1,-20-9,-18-12,48 30,0 2,-1 0,0 2,0 0,-1 1,0 1,-1 1,-18-5,-41-6,-1 3,0 3,-1 5,-36 4,-225-26,68 11,-151 15,244-13,-12 5,-228-5,114 7,191 7,-361 23,113 6,188-22,-92 9,-128 17,158-3,-23-29,-244-1,219-28,133 13,17 0,-94-11,-42 11,67 0,-114 1,25 14,178 12,8 1,-302 51,66-11,-44 0,-33 3,322-37,53-12,0 2,0 2,1 3,1 1,-16 10,-16 36,64-48,-224 201,86-68,118-119,16-16</inkml:trace>
  <inkml:trace contextRef="#ctx0" brushRef="#br1" timeOffset="77310.844">3891 964,'-353'168,"302"-135,51-32,0 0,-1 1,1-1,0 0,0 0,0 0,0 1,0-1,0 0,1 0,-1 1,0-1,0 0,1 0,-1 0,1 0,-1 0,1 0,0 1,-1-1,1 0,0-1,0 1,0 0,-1 0,1 0,0 0,0-1,0 1,0 0,1-1,-1 1,0-1,0 1,0-1,0 0,0 1,1-1,-1 0,0 0,0 0,1 0,-1 0,1 0,-1 0,76 23,-49-16,0 2,0 0,-1 2,0 1,-1 0,-1 3,7 4,-20-9,-11-8,0 0,0-1,0 1,0-1,0 0,1 1,-1-1,0 0,1 0,-1 0,1 0,-1 0,1 0,-1 0,1 0,0 0,-1-1,1 1,0-1,0 1,-1-1,1 0,0 0,0 0,0 0,-1 0,1 0,0 0,0 0,0-1,-1 1,1-1,0 1,-1-1,1 0,0 0,-1 0,1 0,-1 0,1 0,-1 0,1-1,6-14,0-1,-1 0,-1-1,-1 0,0 0,-1 0,-1 0,-1-1,-1 1,0-1,-2-10,1 13,0 1,-2-1,1 1,-2-1,0 1,-1 0,-1 0,0 0,-1 0,0 1,-1 0,-1 1,-8-12,-9-7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0:22.0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12103 1,'-1'442,"-12"-236,14 75,12-156,-24 25,-4 4,13-146,0 1,0 0,0 0,-1 0,0 0,-1-1,1 1,-2-1,1 0,-1 0,0 0,-6 5,7-10,0-1,0-1,-1 1,1 0,0-1,-1 0,1 0,0 0,-1-1,1 0,-1 1,1-2,-1 1,1 0,-4-1,-17 0,-81 9,1 6,-17 7,12-2,-14 0,0-4,-47-5,-176 3,-102 0,-25-13,266-14,-289 14,26 28,61-28,120 13,-3-5,-123-2,256-7,-316 9,-46-3,221 10,-510-16,529 15,-1231-15,799 2,200 25,59 3,-47-18,392-11,-77-36,162 33,0-1,0-2,0 0,1-2,-18-8,-14-5,45 18,0 0,0-1,1-1,-1 0,1 0,0-1,0-1,1 1,0-1,-2-3,-12-14,14 13,0 1,0 1,-1 0,0 0,0 1,-1 0,-1 1,-4-2,-58-6,35 11,34 2,0-1,1 1,-1-1,1 0,0 0,0-1,0 1,0-1,0 1,1-1,0-1,0 1,0 0,0-1,1 1,0-1,-1 0,2 0,-1 0,1 0,-1 0,1 0,1 0,-1 0,1-6,-4-6,-4-29,2-1,2 1,2-1,3 1,1-1,-1-35,0-121,-1 204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0:24.98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43 134,'321'-23,"-159"7,591-20,-116 17,-195-7,-389 25,-31 0,1 0,-1 2,1 0,-1 2,0 0,1 1,-2 2,18 6,9 10,-71-16,-237-7,53-13,-181-5,191 5,-173 12,150 10,-149-16,264 0,-151-2,74 24,103-5,60-11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0:28.43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771 0,'-644'347,"562"-301,38-17,44-28,0-1,0 1,0 0,1 0,-1 0,1 0,-1-1,0 1,1 0,-1 0,1-1,0 1,-1 0,1-1,0 1,-1-1,1 1,0-1,-1 1,1-1,0 1,0-1,0 0,-1 1,1-1,0 0,0 0,0 0,0 1,0-1,0 0,0 0,-1 0,1-1,0 1,0 0,0 0,0 0,0-1,-1 1,1 0,1-1,3 2,19 1,53 19,146 126,-26-32,133 51,-237-123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0:34.8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325 114,'0'22,"0"20,-2 16,-4 13,-2 9,-5 5,-2 1,-3-5,-1-9,2-13,3-14,3-14</inkml:trace>
  <inkml:trace contextRef="#ctx0" brushRef="#br0" timeOffset="420.037">164 20,'2'-2,"-1"0,1 1,-1-1,1 1,-1-1,1 1,0 0,0 0,0 0,0 0,0 0,0 0,0 0,0 1,0-1,0 1,0 0,1-1,-1 1,0 0,0 0,0 0,1 1,-1-1,0 0,0 1,0-1,0 1,0 0,0 0,0 0,0 0,0 0,23 11,-2 0,0 1,0 1,-2 2,1 0,-2 1,-1 1,0 1,-1 1,-1 0,0 1,8 17,-3-6,-2 0,-1 2,-2 0,-1 0,-1 2,-3 0,-1 0,-1 1,-2 1,-2-1,-1 1,-2 1,-2-31,0-1,-1 1,1 0,-2-1,1 1,-1 0,0-1,-1 1,1-1,-1 0,-1 0,0 1,0-2,0 1,-1 0,0 0,0-1,-1 0,1 0,-1 0,-1-1,1 0,-1 0,0 0,0 0,0-1,-1 0,-5 2,-18 3,1-3,-1 0,0-2,-1-1,1-2,-1 0,1-3,0 0,-5-3,-19 2,-137-5,176 11,11-1</inkml:trace>
  <inkml:trace contextRef="#ctx0" brushRef="#br0" timeOffset="1058.595">752 1077,'24'-61,"3"1,24-40,7-13,-7 3,-51 109,0 1,0 0,0-1,0 1,0-1,0 1,0-1,0 1,0-1,0 1,1-1,-1 1,0-1,0 1,1 0,-1-1,0 1,0-1,1 1,-1 0,0-1,1 1,-1 0,1 0,-1-1,0 1,1 0,-1 0,1-1,-1 1,1 0,-1 0,1 0,-1 0,1 0,-1 0,1 0,-1 0,0 0,1 0,-1 0,1 0,-1 0,1 0,-1 0,1 0,-1 1,1-1,-1 0,1 0,-1 1,0-1,1 0,-1 0,0 1,1-1,-1 0,0 1,1-1,9 31,2 44,-2 1,-5 0,-2 1,-7 63,4-137,-1 20,-1 0,-1-1,0 1,-2 0,-3 7,7-28,1 0,-1-1,1 1,-1 0,0-1,0 1,0-1,0 1,0-1,0 1,0-1,0 0,-1 0,1 1,0-1,-1 0,1 0,-1 0,0-1,1 1,-1 0,1-1,-1 1,0 0,0-1,1 0,-1 0,0 1,0-1,1 0,-1 0,0 0,0-1,0 1,1 0,-1-1,0 1,1-1,-1 0,0 1,1-1,-1 0,1 0,-1 0,1 0,-1 0,0-1,2 2,1 0,-1 0,0-1,0 1,1 0,-1 0,0 0,1 0,-1 0,0 0,0 0,1 0,-1 0,0-1,0 1,1 0,-1 0,0 0,0-1,0 1,1 0,-1 0,0 0,0-1,0 1,0 0,1 0,-1-1,0 1,0 0,0-1,0 1,0 0,0 0,0-1,0 1,0 0,0-1,0 1,0 0,0 0,0-1,0 1,0 0,0-1,0 1,-1 0,1 0,0-1,0 1,0 0,0 0,0-1,-1 1,1 0,0 0,0 0,-1-1,1 1,0 0,0 0,-1 0,1 0,0 0,0-1,-1 1,27-3,-25 3,279 2,-230 1</inkml:trace>
  <inkml:trace contextRef="#ctx0" brushRef="#br0" timeOffset="1472.639">1527 502,'19'0,"14"0,13-3,9-2,5-1,2 1,-2 1,-8 1,-9 4,-13 1</inkml:trace>
  <inkml:trace contextRef="#ctx0" brushRef="#br0" timeOffset="1742.158">1634 742,'5'3,"8"0,11-1,13 1,11-2,9-2,7-1,0-3,-2-1,-13 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0:42.6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1 268,'16'0,"16"0,15 0,12 0,13 0,7 0,6 0,3-2,-3-2,-6 1,-13 1,-14 0,-17 1</inkml:trace>
  <inkml:trace contextRef="#ctx0" brushRef="#br0" timeOffset="283.274">348 0,'7'18,"7"16,3 12,1 11,-3 9,-3 9,-7 7,-6 5,-5 0,-2-3,1-16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1:01.0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6824 32,'-5'0,"2"0,6 3,14 2,16 3,19 1,17-2,12-2,4-2,-2-1,-7-2,-15 0,-15 0,-18 0,-14 0</inkml:trace>
  <inkml:trace contextRef="#ctx0" brushRef="#br1" timeOffset="-160477.019">7786 2586,'31'17,"-1"1,-1 1,0 1,-2 2,-1 1,0 1,-2 1,0 1,-2 1,-2 1,0 1,-2 1,0 1,-3 0,0 1,-3 0,0 2,0 9,1 7,-3 1,-2 0,-2 1,-3 0,-2 0,-2 0,-2-1,-3 1,-2-1,-2 0,-2 0,-2-1,-3-1,-2-1,-2 0,-2-2,-1 0,-7 3,30-47,-2 5,-1-1,-1 1,1-1,-1 0,0 0,-1 0,1-1,-1 0,0 0,0 0,-1-1,-2 2,-7-2</inkml:trace>
  <inkml:trace contextRef="#ctx0" brushRef="#br1" timeOffset="-159607.916">8013 2613,'117'8,"-1"4,0 5,-1 6,-2 4,34 16,69 20,-3 9,63 37,-228-88,-2 2,0 2,-1 2,35 29,-66-45,0 1,-1 0,-1 1,0 0,0 1,-2 0,0 1,0 0,-1 0,-1 1,-1 0,0 1,-1 0,-1 0,3 17,5 8,-13-41,1 0,-1-1,0 1,1 0,-1-1,1 1,-1-1,1 1,-1-1,1 1,0-1,-1 1,1-1,-1 0,1 1,0-1,-1 0,1 0,0 1,0-1,-1 0,1 0,0 0,-1 0,1 0,0 0,0 0,-1 0,1 0,0 0,0 0,-1-1,1 1,0 0,-1 0,1-1,0 1,-1 0,1-1,-1 1,1-1,0 1,-1-1,1 1,-1-1,1 1,-1-1,0 0,1 1,-1-1,0 1,1-1,-1 0,0 1,1-2,7-10</inkml:trace>
  <inkml:trace contextRef="#ctx0" brushRef="#br1" timeOffset="-158514.156">8067 4137,'48'6,"0"-2,1-2,-1-2,0-2,1-2,-1-3,9-3,104-19,-2-7,-1-6,-2-8,-3-6,-2-7,-3-6,7-13,27-24,-157 81,-25 25,0 0,0-1,0 1,1-1,-1 1,0-1,0 1,0-1,0 1,0-1,0 1,0 0,0-1,0 1,0-1,0 1,0-1,-1 1,1-1,0 1,0 0,0-1,-1 1,1-1,0 1,0 0,-1-1,1 1,0 0,-1-1,1 1,0 0,-1-1,1 1,-1 0,1 0,0 0,-1-1,1 1,-1 0,1 0,-1 0,1 0,-1 0,1 0,0 0,-1 0,1 0,-1 0,1 0,-1 0,1 0,-1 0,1 0,-1 0,1 1,0-1,-1 0,1 0,-1 1,1-1,0 0,-44 13,34-6</inkml:trace>
  <inkml:trace contextRef="#ctx0" brushRef="#br1" timeOffset="-158124.146">9912 3535,'895'49,"-198"-4,-592-45,-78-10,-38-7,-20 8,37 12</inkml:trace>
  <inkml:trace contextRef="#ctx0" brushRef="#br1" timeOffset="-157494.808">10915 2412,'0'12,"2"12,1 14,2 14,0 11,0 7,-2 3,-1-2,-1-4,0-7,-3-8,-1-12,-3-11,1-12</inkml:trace>
  <inkml:trace contextRef="#ctx0" brushRef="#br1" timeOffset="-157072.704">10780 2252,'30'12,"-1"2,0 1,-1 1,-1 2,-1 0,5 7,-1-3,0 2,-2 1,-1 1,-1 2,-1 0,-2 2,-1 0,-1 2,-1 0,-2 1,-2 1,1 5,-14-33,0 1,-1-1,1 1,-1 0,0 0,-1 0,0 0,0 0,0 0,-1 0,0 0,-1 1,0-1,0 0,0 0,-1 0,0 0,0-1,0 1,-1 0,0-1,-1 0,1 0,-1 0,0 0,-2 2,-10 2,0-1,0 0,0-1,-1-1,-1-1,1 0,-1-1,0-1,0-1,0 0,0-1,-9-1,-4 2,-175 21,185-17,11-2</inkml:trace>
  <inkml:trace contextRef="#ctx0" brushRef="#br1" timeOffset="-156443.189">11476 2947,'164'-301,"-130"243,-24 53,-11 25,1-20,-4 28,1 0,2 0,0 1,2-1,1 0,2 0,0 0,6 15,10 20,-12-43,-2 0,0 1,-1 0,-1 0,-1 0,0 8,-3-24,0 0,0 1,0-1,-1 0,0 1,0-1,0 0,-1 0,0 0,0 0,0 0,0 0,-1 0,0-1,0 1,0-1,-1 0,1 0,-1 0,0 0,0-1,0 0,-1 0,1 0,-1 0,0 0,0-1,0 0,0 0,0 0,0-1,0 0,-2 0,7 0,0-1,1 0,-1 0,0 0,1 0,-1 0,0 0,1 0,-1 0,0 0,1 0,-1 0,1 0,-1 0,0 0,1 0,-1 0,0 0,1 0,-1 0,0 0,1-1,-1 1,0 0,1 0,-1 0,0-1,0 1,1 0,-1 0,0-1,0 1,1 0,-1 0,0-1,0 1,0 0,0-1,1 1,-1 0,0-1,0 1,0-1,0 1,0 0,0-1,0 1,0 0,0-1,0 1,0 0,0-1,0 1,0-1,0 1,-1 0,1-1,0 1,0 0,0 0,0-1,-1 1,1 0,0-1,0 1,-1 0,1 0,0-1,23-4,1 0,0 2,0 0,0 2,0 0,0 2,15 2,-35-3,154 19,-155-18,-1-1,1 0,-1 0,0 1,1-1,-1 1,0-1,0 1,0 0,0 0,1 0,-1 0,0 0,-1 1,1-1,0 1,0-1,-1 1,2 1,-2 3</inkml:trace>
  <inkml:trace contextRef="#ctx0" brushRef="#br1" timeOffset="-153114.255">8080 2961,'-161'1,"18"3,0-7,-1-6,-130-25,100-4,14 2,-2 6,-58 2,-42 12,277 16,2 1</inkml:trace>
  <inkml:trace contextRef="#ctx0" brushRef="#br1" timeOffset="-151373.652">8080 3762,'-70'-10,"-421"-29,394 28,0 4,-1 5,-2 4,98-2,0-1,-1 1,1 0,-1 0,1 0,-1 0,1 0,0 0,-1 1,1-1,-1 1,1 0,0 0,0 0,-1 0,1 0,0 0,0 0,0 1,0-1,0 1,0 0,1-1,-1 1,1 0,-1 0,1 0,-1 0,1 0,0 0,0 1,0-1,0 0,1 0,-1 1,0-1,1 1,0-1,-1 2,27 174,8-37,37 96,-36-131,-5 2,-4 1,4 61,-25-91,-4 1,-3-1,-3 1,-4 1,1 121,8-200,0 0,-1 0,1 0,0 0,0 0,-1 0,1 0,-1 0,0 0,0-1,1 1,-1 0,0 0,-1-1,1 1,0 0,0-1,-1 1,1-1,-1 0,1 0,-1 1,0-1,1 0,-1 0,0 0,0 0,0-1,1 1,-1-1,0 1,0-1,0 1,0-1,0 0,0 0,0 0,0 0,0 0,0-1,0 1,0-1,0 1,0-1,0 1,0-1,0 0,1 0,-2-1,-14-3,0 0,0 2,0 0,0 1,0 0,-1 1,1 1,-10 2,-9-1,-287 2,-201 34,242-9,236-22,66 0,-4-5</inkml:trace>
  <inkml:trace contextRef="#ctx0" brushRef="#br1" timeOffset="-149317.541">6168 2693,'29'-94,"-4"-2,-5-1,-4 0,-4-2,-3-17,-8 105,11-87,4-1,13-35,-27 129,-1 0,1 0,-1-1,0 1,0-1,-1 1,1-1,-1 1,-1-1,1 0,-1 1,0-1,0 1,0 0,-1-1,0 1,0 0,-1-3,-2 6,1 0,-1 1,0-1,1 1,-1 0,0 0,0 0,0 1,0-1,1 1,-1 0,0 1,0-1,0 1,0 0,0 1,1-1,-1 1,1-1,-1 2,-2 0,2-1,-93 25,0-4,-2-4,-51 0,-135 26,95-3,154-27,35-10,6-2</inkml:trace>
  <inkml:trace contextRef="#ctx0" brushRef="#br1" timeOffset="-147549.971">3468 1116,'29'310,"18"131,-15 172,-34-196,1-397,-13 59,10-77,0-9</inkml:trace>
  <inkml:trace contextRef="#ctx0" brushRef="#br1" timeOffset="-146571.874">3575 1103,'104'-10,"0"5,39 5,-53 1,-32-2,1 0,0 2,0 2,-1 3,14 5,-56-7,0 0,0 0,0 2,-1 0,0 0,0 2,0 0,-1 0,-1 2,1-1,-1 2,-1 0,0 0,-1 1,0 0,-1 1,3 5,7 20,-2 1,-2 1,-1 0,-3 1,-1 1,-2 0,-1 0,-1 15,-3-32,6 30,-2 0,-2 0,-2 1,-3 0,-3 0,-2-1,-2 1,-3-1,-2-1,-3 0,-5 9,7-29,-2-2,-1 0,-1 0,-2-1,-1-1,-2-1,-1-1,-1-1,-1-1,-1-1,-1-1,-2-1,0-2,-11 6,-15 1,-1-2,-1-2,-1-3,-1-2,0-3,-2-3,-10 0,61-11,-1 0,1-1,-1 0,0 0,1-1,-1 0,1-1,-1 0,0 0,1-1,0-1,-8-2,4 0,11 5,1 0,-1 0,1 0,-1 0,1 0,-1 0,1-1,0 1,-1-1,1 1,-1-1,1 0,0 1,-1-1,1 0,0 0,0 0,0 0,0 0,0 0,0 0,0 0,0 0,0-1,0 1,0 0,1-1,-1 1,1 0,-1-1,1 1,-1-1,1 1,0-1,0 1,0-1,0 1,0-1,0 1,0-1,7-10</inkml:trace>
  <inkml:trace contextRef="#ctx0" brushRef="#br1" timeOffset="-145964.343">4831 1985,'3'0,"2"0,8 0,11 0,14 2,17 1,17 0,18-1,12 0,6-1,-6-1,-14 0,-22 0</inkml:trace>
  <inkml:trace contextRef="#ctx0" brushRef="#br1" timeOffset="-144960.482">4030 4605,'23'351,"-3"-112,-16-86,-8 1,-6-1,-27 134,31-247,-9 45,5 0,1 39,10-121,-1-8</inkml:trace>
  <inkml:trace contextRef="#ctx0" brushRef="#br1" timeOffset="-143788.501">4016 4511,'107'-26,"1"5,0 4,2 6,0 3,89 8,-172 2,-1 0,0 2,1 1,-1 2,-1 0,1 1,-1 2,-1 1,0 0,0 2,-2 1,1 1,-2 0,0 2,-1 0,0 2,-2 0,13 17,0 9,-3 0,-1 1,-3 2,-2 1,-2 0,-2 2,-2 0,0 11,-5-14,-1 0,-3 1,-2 0,-2 0,-2 1,-2-1,-2 0,-3 0,-2 0,-1-1,-3 0,-2-1,-9 18,8-32,-1-1,-1-1,-2-1,-1 0,-2-2,-1 0,0-1,-2-2,-1 0,-2-2,0-1,-1-1,-1-2,0 0,-2-2,0-2,-25 8,-5-3,-1-3,0-3,-1-3,0-2,-1-3,-23-3,-358 10,326-14,151-7,-7 2</inkml:trace>
  <inkml:trace contextRef="#ctx0" brushRef="#br1" timeOffset="-143050.515">6009 5514,'-78'9,"0"-3,0-4,-24-4,14 1,-77 1,178 0</inkml:trace>
  <inkml:trace contextRef="#ctx0" brushRef="#br1" timeOffset="-134009.166">3816 2092,'46'-47,"-3"-1,-1-3,6-13,-48 64,0 1,0-1,0 0,0 0,0 1,0-1,0 0,0 0,0 1,0-1,0 0,0 0,1 1,-1-1,0 0,0 0,0 1,0-1,0 0,0 0,1 1,-1-1,0 0,0 0,0 0,1 1,-1-1,0 0,0 0,1 0,-1 0,0 0,0 0,1 0,-1 1,0-1,0 0,1 0,-1 0,0 0,0 0,1 0,-1 0,0 0,1 0,-1 0,0-1,0 1,1 0,-1 0,0 0,0 0,1 0,-1 0,0 0,0-1,0 1,1 0,-1 0,0 36,-1-28,-1 247,2-200</inkml:trace>
  <inkml:trace contextRef="#ctx0" brushRef="#br1" timeOffset="-133214.939">4524 5127,'177'-25,"-128"30,-47-5,-1 0,0 1,0-1,0 0,0 1,0-1,0 1,0-1,1 1,-1 0,-1-1,1 1,0 0,0 0,0-1,0 1,-1 0,1 0,0 0,-1 0,1 0,0 0,-1 0,0 1,1-1,-1 0,0 0,1 0,-1 0,0 0,0 1,0-1,0 0,0 0,0 0,0 1,-1-1,1 0,-3 7,-1-1,1 0,-1 0,-1-1,0 1,1-1,-2 0,1-1,-1 1,0-1,0 0,0 0,-1 0,2-1,-155 112,157-113,1-3,1 1,0-1,-1 1,1-1,0 1,0 0,-1 0,1-1,0 1,0 0,0 0,0 0,0 0,0 1,0-1,0 0,1 0,-1 0,0 1,1-1,-1 0,1 1,-1-1,1 1,0-1,-1 0,1 1,0-1,0 1,0-1,0 1,0-1,0 1,1-1,-1 0,0 1,1-1,62 13,7-14,1-3,40-8,-46 4,31-2,-9 0</inkml:trace>
  <inkml:trace contextRef="#ctx0" brushRef="#br1" timeOffset="-132274.799">8655 3241,'14'-2,"10"-2,-1 2,1 0,0 1,0 2,0 0,11 3,-33-4,-1 0,1 0,0 0,-1 0,1 0,0 0,-1 0,1 1,-1-1,1 0,-1 1,1 0,-1-1,1 1,-1 0,1 0,-1 0,0 0,1 0,-1 0,0 0,0 0,0 0,0 1,0-1,0 0,0 1,0-1,-1 1,1-1,-1 1,1-1,-1 1,1-1,-1 1,0-1,0 1,0 0,0-1,0 1,0 0,0-1,0 1,0-1,-1 1,0 0,-3 4,-1-1,0 1,0-1,0 0,-1-1,0 1,0-1,0 0,0-1,-1 1,1-1,-2 0,-36 22,44-25,-1 0,1 0,-1 1,0-1,1 0,-1 1,1-1,-1 0,1 1,-1-1,1 1,-1-1,1 1,0-1,-1 1,1-1,0 1,-1-1,1 1,0 0,0-1,-1 1,1-1,0 1,0 0,0-1,0 1,0 0,0-1,0 1,0 0,0-1,0 1,0-1,1 1,-1 0,0-1,0 1,1-1,-1 1,0 0,1-1,-1 1,0-1,1 1,-1-1,1 0,-1 1,1-1,-1 1,1-1,-1 0,1 1,-1-1,1 0,38 16,-34-14,30 8,-18-6,0 1,0 0,-1 2,0 0,0 0,0 2,-1 0,2 2,-15-10,-1 0,0 0,0 0,1 0,-1 0,0 0,0 0,0 0,0 0,0 1,0-1,-1 0,1 1,0-1,0 0,-1 1,1-1,-1 1,0-1,1 1,-1-1,0 1,0 0,0-1,0 1,0-1,0 1,-1-1,1 1,0-1,-1 1,1-1,-1 1,0-1,1 1,-1-1,0 0,0 1,0-1,0 0,0 0,-1 1,-58 36,-99 8,106-37</inkml:trace>
  <inkml:trace contextRef="#ctx0" brushRef="#br1" timeOffset="-119607.88">32 514,'0'-2,"0"1,3 6,2 8,5 10,9 6,6 7,7 5,7 0,1 1,-2-1,-2-2,-6-4,-5-5,-7-3,-6-4,-6-9,-3-6</inkml:trace>
  <inkml:trace contextRef="#ctx0" brushRef="#br1" timeOffset="-119352.081">367 487,'-14'0,"-6"5,-3 5,-4 11,-1 9,-4 10,-3 7,-2 3,-1 2,0-3,5-4,8-6,8-11</inkml:trace>
  <inkml:trace contextRef="#ctx0" brushRef="#br1" timeOffset="-118451.589">607 742,'3'0,"2"0,7 0,10 0,8 0,12 0,12 0,10 0,11 0,5 0,4 0,-2 0,-5 0,-9 0,-12 0,-13 0,-16 0,-13 0</inkml:trace>
  <inkml:trace contextRef="#ctx0" brushRef="#br1" timeOffset="-117709.372">1489 541,'0'-2,"0"2,0 0,0-1,0 1,1-1,-1 1,0-1,0 1,0-1,0 1,0-1,0 1,0-1,-1 1,1-1,0 1,0-1,0 1,0-1,0 1,-1 0,1-1,0 1,-1-1,1 1,0 0,0-1,-1 1,1 0,-1-1,1 1,0 0,-1-1,1 1,-1 0,1 0,-1 0,1-1,0 1,-1 0,1 0,-1 0,1 0,-1 0,1 0,-1 0,1 0,-1 0,1 0,-1 0,1 0,-1 0,1 1,-1-1,1 0,-1 0,1 0,0 1,-1-1,1 0,-1 1,1-1,0 0,-1 1,1-1,0 0,-1 1,1-1,-7 134,7-66,-4 0,-3 0,-10 44,6-90,10-199,2 87,-5 1,-3 0,-6-10,-6 39,35 83,5-4,0-2,2 0,0-2,0 0,2-2,9 4,11 6,25 14,-28-16,-1 1,-1 2,-1 2,18 16,-54-40,0-1,0 1,-1 0,1 0,0 0,-1 0,1 0,-1 1,0-1,0 1,0-1,0 1,0 0,0 0,-1 0,1 0,-1 0,0 0,0 0,0 0,0 0,-1 1,1-1,-1 0,0 1,0-1,0 0,-1 1,1-1,-1 0,1 0,-1 1,0-1,0 0,-1 0,1 0,-1 0,0 2,-12 5,-1 1,0-2,0 0,0-1,-1 0,-1-1,1-1,-1 0,0-2,0 0,0-1,1 2,-312 69,244-41,84-33,-1 1,1-1,-1 0,1 0,-1 0,1 1,-1-1,1 0,0 1,-1-1,1 0,-1 1,1-1,0 1,-1-1,1 1,0-1,0 0,-1 1,1-1,0 1,0-1,0 1,0 0,-1-1,1 1,0-1,0 1,0-1,0 1,0-1,0 1,0-1,1 1,-1-1,0 1,0-1,0 1,0-1,1 1,-1-1,0 1,0-1,1 1,-1-1,1 1,-1-1,0 0,1 1,-1-1,1 0,-1 1,0-1,1 0,-1 0,1 1,-1-1,1 0,32 10,-5-7</inkml:trace>
  <inkml:trace contextRef="#ctx0" brushRef="#br1" timeOffset="-117283.911">1970 808,'-43'57,"42"-56,0 1,0-1,1 1,-1 0,0 0,1-1,0 1,-1 0,1 0,0-1,0 1,0 0,0 0,0-1,1 1,-1 0,0 0,1-1,-1 1,1 0,0-1,0 1,-1 0,1-1,0 1,0-1,0 1,1-1,-1 0,0 0,0 1,1-1,-1 0,1 0,-1 0,1 0,0 0,4 2,0 0,1-1,-1 1,0-1,1-1,0 1,-1-1,1 0,0 0,0-1,0 0,-1-1,1 1,0-1,0 0,-1-1,1 0,-1 0,1 0,-1-1,0 1,0-2,0 1,0-1,-1 0,1 0,-1 0,0-1,0 0,-1 0,1 0,-1 0,0-1,-1 0,1 1,-1-2,0 1,1-5,-1 1,-1 0,-1 1,1-1,-2 0,1 0,-1 1,-1-1,0 0,0 0,-1 1,-2-8,2 12,1 1,-1 0,0 0,0-1,0 1,0 0,-1 1,1-1,-1 0,0 1,0 0,0-1,-1 1,1 0,-1 1,0-1,0 1,0 0,0-1,0 2,0-1,0 0,-1 1,1 0,-1 0,0 0,-2 1,1 0,-1 1,0 0,1 0,-1 0,1 1,-1 0,1 0,0 0,-1 1,1 0,1 1,-1-1,0 1,1 0,0 0,0 1,0-1,0 1,1 0,0 1,0-1,0 1,1-1,0 1,0 0,0 1,1-1,0 0,-1 5,-2 17</inkml:trace>
  <inkml:trace contextRef="#ctx0" brushRef="#br1" timeOffset="-116366.13">2225 795,'58'11,"273"-8,-329-3,0-1,0 1,0-1,0 1,0 0,0 0,0 0,0 0,0 0,0 0,0 1,0-1,0 1,0-1,0 1,0 0,-1-1,1 1,0 0,0 0,-1 1,1-1,-1 0,1 0,-1 1,1-1,-1 1,0-1,0 1,0 0,0-1,0 1,0 0,0 0,-1 0,1 0,0 0,-1 0,0 0,1 0,-1-1,0 2,-60 580,57-283,3-299,0 0,-1 0,1 0,0 0,0 0,0 0,0 0,0 0,0 0,0 0,0 0,1-1,-1 1,0 0,0 0,1 0,-1 0,1 0,-1 0,1 0,-1-1,1 1,0 0,-1 0,1-1,0 1,-1 0,1-1,0 1,0-1,0 1,-1-1,1 1,0-1,0 0,0 1,0-1,0 0,0 0,0 0,0 1,0-1,0 0,0 0,0-1,0 1,158-20,1 3,-1 8,135 9,-199 14,-91-11,-9-2</inkml:trace>
  <inkml:trace contextRef="#ctx0" brushRef="#br0" timeOffset="-83258.551">687 2720,'732'-26,"849"25,-1404-7,22 3,-183-3,-13 2</inkml:trace>
  <inkml:trace contextRef="#ctx0" brushRef="#br0" timeOffset="-81087.094">914 1957,'-19'10,"0"0,0 1,0 0,2 2,-1 0,2 1,0 1,0 0,2 1,0 1,0 0,-5 11,12-18,0 0,0 1,1 0,0 0,1 0,0 1,1 0,1 0,-1 0,2 0,-1 10,3-20,0 0,0 1,0-1,0 0,1 0,-1 0,1 1,0-1,-1 0,1 0,0 0,0 0,1 0,-1-1,0 1,0 0,1 0,-1-1,1 1,0-1,-1 1,1-1,0 0,0 0,0 0,0 0,0 0,0 0,0 0,0-1,0 1,1-1,-1 1,0-1,1 0,79-11,-62 1,0-2,0 0,-1-2,-1 0,0-1,-1 0,0-2,-2 0,0 0,-1-2,0 0,-2 0,0-1,-1-1,-1 0,-1 0,-1-4,2-3,-1 0,-1 0,-2-1,-1 0,-1 0,-2-1,0 1,-3-16,2 40,-1 1,0 0,1 0,-1 0,-1-1,1 1,-1 0,1 0,-1 0,0 0,-1 0,1 0,-1 0,0 0,0 0,0 1,0-1,-1 1,1-1,-1 1,0 0,0 0,0 0,0 0,-1 1,1-1,-1 1,1 0,-1 0,0 0,0 1,0-1,0 1,0 0,0 0,0 1,-1-1,-5 3,1 1,0 0,0 1,0 0,0 0,1 1,-1 0,1 1,0-1,1 2,0-1,0 1,0 0,1 0,0 1,0 0,1 0,0 0,0 1,1 0,0 0,0 0,1 0,1 0,0 1,0-1,0 7,1 3,1 0,1 0,0 0,2 0,0-1,1 1,1-1,1 0,0 0,1 0,1-1,1 0,0-1,2 0,-1 0,2-1,9 9,-8-8,-1 1,0 0,-2 0,0 1,-1 0,0 0,-2 1,4 16,-8-24,-4-10,1 1,0 0,-1 0,1-1,0 1,0 0,1 0,-1-1,0 1,0 0,1-1,-1 1,1 0,-1-1,1 1,0-1,0 1,0-1,0 1,0-1,0 1,0-1,0 0,0 0,1 1,-1-1,1 0,-1 0,0 0,1-1,0 1,-1 0,1-1,-1 1,1-1,0 1,0-1,-1 0,1 1,0-1,-1 0,1 0,0 0,0-1,-1 1,1 0,1-1,95-74,-96 74,-1 1,1-1,-1 1,1-1,-1 1,1 0,-1 0,1 0,-1 0,1 0,-1 0,1 0,-1 0,1 0,-1 1,1-1,-1 1,1-1,-1 1,0 0,1-1,-1 1,0 0,1 0,-1 0,0 0,0 0,0 0,0 0,0 1,0-1,0 0,0 0,-1 1,2 0,15 15,-9-13,0 0,1-1,-1 0,1 0,-1-1,1 0,0-1,0 0,0 0,0-1,0 0,0 0,0-1,0 0,0-1,0 0,5-2,-8 1,0-1,0 0,0 0,-1 0,1-1,-1 0,0 0,0 0,-1-1,0 1,0-1,0 0,-1-1,1 1,-2 0,1-1,-1 0,0 1,0-1,-1 0,1 0,-2 0,1 0,-1 0,0-1,0 1,-1 0,0 0,0 3,0 1,0 0,0 0,0-1,0 1,-1 0,1 0,-1 0,0 0,0 1,0-1,0 0,-1 1,1-1,0 1,-1 0,0 0,0 0,0 0,1 1,-2-1,1 1,0-1,0 1,0 0,-1 0,0 0,-6 0,0 0,-1 0,1 1,0 0,0 0,0 1,-1 1,-6 2,-54 14,-1 5</inkml:trace>
  <inkml:trace contextRef="#ctx0" brushRef="#br1" timeOffset="-61993.831">1423 4992,'1540'0,"-925"-27,-576 27,-8-1,0 1,0 1,-1 2,1 1,-1 1,23 8,-54-11,-4-1</inkml:trace>
  <inkml:trace contextRef="#ctx0" brushRef="#br1" timeOffset="-61236.559">2172 4030,'-17'6,"0"0,1 1,0 1,1 0,0 1,0 1,1 0,0 1,1 1,0 0,1 1,0 0,1 1,0 0,1 0,1 2,1-1,0 1,1 0,-1 2,7-14,-1 0,0 0,1 0,0 0,0 1,0-1,1 0,-1 0,1 1,0-1,0 1,1-1,-1 0,1 0,0 1,0-1,0 0,1 0,0 0,-1 0,2 0,-1 0,0-1,1 1,-1-1,1 1,0-1,0 0,0 0,1 0,-1-1,1 1,-1-1,1 0,0 0,3 2,3-2,-1 0,0-1,0 0,1-1,-1 0,1 0,-1-1,0 0,1 0,-1-1,0 0,0-1,0 0,-1-1,1 0,-1 0,2-1,8-6,-1 0,0-1,-1 0,0-2,-1 0,0 0,4-8,-6 7,0 0,-1-1,-1-1,-1 0,0-1,-1 0,-1 0,-1-1,0 0,-1 0,-2 0,0-1,-1 0,0 0,-2 0,0 0,-2 0,-1-14,0 28,1 0,-1 0,0 0,0 1,0-1,-1 0,0 1,0 0,0 0,-1 0,1 0,-1 0,-1 1,1 0,-1 0,1 0,-1 0,0 1,0 0,-1 0,1 0,-1 0,1 1,-1 0,0 0,0 1,0 0,0 0,0 0,0 0,-4 1,3 0,0 0,0 0,-1 0,1 1,0 0,0 1,0 0,0 0,0 0,0 1,1 0,-1 0,1 0,0 1,0 0,0 1,0-1,1 1,0 0,0 0,0 1,1 0,-1-1,1 1,1 1,-1-1,1 1,-2 4,0 14,2 0,0 0,1 1,2-1,0 1,2 0,1-1,5 20,-7-32,9 48,2 0,3-1,3 0,2-2,21 41,-35-85</inkml:trace>
  <inkml:trace contextRef="#ctx0" brushRef="#br1" timeOffset="-60925.853">2532 4257,'3'0,"0"7,2 11,0 12,-1 10,0 9,-4 5,-7 4,-3 0,-6-3,1-11</inkml:trace>
  <inkml:trace contextRef="#ctx0" brushRef="#br1" timeOffset="-52586.438">1316 5942,'-4'0,"17"0,6 0,1188 32,-230-35,-853-1,-111-3,-29-5,-2 1</inkml:trace>
  <inkml:trace contextRef="#ctx0" brushRef="#br1" timeOffset="-51446.207">2038 6650,'-22'9,"0"1,0 1,1 1,1 1,0 0,1 2,0 0,1 1,1 1,0 1,2 0,0 1,1 1,0 0,2 1,-4 9,7-10,1 0,1 0,1 1,1 0,0 0,2 0,0 1,2-1,0 1,2 5,-2-25,1 0,0 0,0 0,0 0,0-1,0 1,0 0,1 0,-1 0,1 0,-1 0,1-1,-1 1,1 0,0-1,0 1,0 0,0-1,0 1,1-1,-1 1,0-1,1 0,-1 0,0 0,1 1,0-1,-1 0,1-1,0 1,-1 0,1 0,0-1,0 1,0-1,-1 0,1 1,0-1,0 0,0 0,0 0,0 0,12-6,0-1,-1 0,1-1,-2 0,1-1,-1-1,-1 1,0-2,0 0,4-6,14-12,-2 0,-1-1,-2-2,-1-1,-1 0,-2-2,-1 0,-2-1,-2-1,-1-1,-2 0,2-13,-12 44,0 1,0-1,-1 0,0 0,0 0,-1 0,0 0,0 0,0-1,-1 1,0 0,-1 1,1-1,-1 0,-1 0,1 1,-1-1,0 1,0 0,-1 0,0 0,0 0,-1 0,1 1,-1 0,0 0,-1 0,1 1,-1 0,0 0,0 0,0 1,-4-2,3 3,-1 1,0-1,0 1,1 1,-1 0,0 0,0 0,0 1,0 0,1 0,-1 1,0 0,1 1,0-1,-1 1,1 1,0-1,0 1,1 1,-1-1,1 1,0 0,1 1,-1-1,-1 3,-2 2,1 0,0 1,1 0,0 0,1 1,0 0,1 0,0 0,1 1,0-1,1 1,1 0,0 0,0 12,4 5,2-1,0 1,3-1,0-1,2 1,1-1,1 0,1-1,1-1,5 5,41 97,-6 35,-53-160,1 0,0 0,-1 0,1 0,0-1,1 1,-1 0,0 0,1-1,0 1,-1-1,1 1,0-1,0 0,0 0,1 0,-1 0,0 0,1 0,-1 0,1-1,0 0,0 1,-1-1,1 0,0 0,0 0,0-1,0 1,0-1,0 0,0 0,0 0,0 0,0 0,0 0,2-1,9-6,-1-1,0 0,-1 0,0-1,0-1,-1 0,0 0,-1-1,0-1,4-5,-9 11,-5 7,0-1,0 0,0 0,-1 0,1 0,0 1,0-1,0 0,0 0,0 0,1 1,-1-1,0 0,0 0,0 0,0 1,0-1,0 0,0 0,0 0,0 0,0 1,0-1,1 0,-1 0,0 0,0 0,0 0,0 0,0 1,1-1,-1 0,0 0,0 0,0 0,0 0,1 0,-1 0,0 0,0 0,1 0,-12 31,7-19,2-7,0 1,0 0,0-1,1 1,0 0,1-1,-1 1,1 0,0 0,0 0,1 0,0-1,0 1,0 0,1-1,0 1,0-1,0 1,0-1,1 0,0 0,0 0,1 0,-1-1,1 1,0-1,0 0,1 0,-1 0,1-1,0 1,0-1,0 0,0 0,2 0,-1 0,0-1,1 0,-1 0,1 0,0 0,0-1,0 0,-1-1,1 0,0 0,0 0,0-1,0 0,0 0,-1 0,1-1,0 0,-1-1,0 0,1 0,-1 0,0 0,-1-1,1 0,0 0,-1-1,0 0,0 1,-1-2,1 1,-1 0,0-1,-1 0,1 0,-1 0,0 0,-1-1,1 1,-1-1,-1 0,1 1,-1-1,0 0,-1 0,1 0,-2 0,0 1,0-1,-1 1,0 0,0-1,0 1,-1 0,0 0,0 1,0-1,-1 1,1-1,-2 1,1 0,0 0,-1 1,0 0,0-1,0 2,-1-1,1 0,-1 1,0 0,0 1,-2-2,-4 0,0 0,0 1,0 0,-1 1,1 0,0 1,-1 0,1 1,-1 0,1 1,-1 1,-11 2,-55 24,49-15</inkml:trace>
  <inkml:trace contextRef="#ctx0" brushRef="#br1" timeOffset="-50936.328">1583 6262,'16'7,"17"5,23 2,24-2,24-1,18-4,9-3,-2-2,-25-1</inkml:trace>
  <inkml:trace contextRef="#ctx0" brushRef="#br0" timeOffset="-2690.623">6316 354,'-24'11,"0"1,1 2,1 0,0 1,1 2,1 0,1 1,0 1,-12 16,28-32,-88 100,4 4,5 3,5 5,1 9,49-65,29-53,4-4</inkml:trace>
  <inkml:trace contextRef="#ctx0" brushRef="#br0" timeOffset="-1970.997">5661 808,'-7'11,"0"-1,0 0,1 1,1 1,0-1,0 1,1-1,1 1,0 0,0 1,1-1,1 0,0 1,1-1,0 5,-2 8,-2 28,-3 0,-3 0,-4 8,9-44,-2-39,3-301,4 322,0 0,-1 0,1 0,0 0,0 0,0 0,0 0,0 0,0-1,1 1,-1 0,0 0,0 0,1 0,-1 1,1-1,-1 0,1 0,-1 0,1 0,-1 0,1 0,0 1,0-1,-1 0,1 1,0-1,0 0,0 1,0-1,0 1,0-1,-1 1,1 0,0-1,0 1,0 0,0 0,1-1,-1 1,0 0,0 0,0 0,50 10,-40-7,208 68,-218-71,0 0,0 0,0 0,0 0,0 1,0-1,0 0,0 0,0 1,0-1,0 1,0-1,-1 1,1-1,0 1,0 0,0-1,-1 1,1 0,0 0,-1-1,1 1,0 0,-1 0,1 0,-1 0,0 0,1 0,-1 0,0 0,1 0,-1 0,0 0,0 0,0 0,0 0,0 0,0 0,0 0,0 0,-1 0,1 0,0 0,0 0,-1 0,1 0,-1 0,1-1,-1 1,1 0,-2 1,-114 86,81-62,0 1,2 2,1 1,2 2,-12 16,40-46,0 0,0 0,0-1,0 1,1 0,-1 0,1 0,-1 0,1 0,0 1,0-1,0 0,0 1,0-1,0 0,1 1,-1-1,1 1,-1-1,1 1,0-1,0 1,0 0,1-1,-1 1,0-1,1 1,0-1,0 0,-1 1,2 0,12 7</inkml:trace>
  <inkml:trace contextRef="#ctx0" brushRef="#br0" timeOffset="-712.653">6771 341,'19'-8,"0"2,0 1,1 0,0 2,0 0,1 1,7 1,-25 1,-1 0,1 0,0 1,0 0,-1-1,1 1,0 0,-1 0,1 1,0-1,-1 0,0 1,1 0,-1-1,0 1,0 0,0 0,0 0,0 1,0-1,-1 0,1 1,-1-1,0 1,0-1,1 1,-2-1,1 1,0 0,0 0,-1 0,0-1,1 1,-1 0,0 1,-14 101,-58 83,70-161,25-34,-2-16,0 0,-2-1,0-1,-2-1,7-16,10-11,30-40,-64 92,0 1,0 0,0-1,1 1,-1-1,0 1,0 0,1-1,-1 1,0-1,0 1,1 0,-1-1,0 1,1 0,-1 0,1-1,-1 1,0 0,1 0,-1 0,1-1,-1 1,0 0,1 0,-1 0,1 0,-1 0,1 0,-1 0,1 0,-1 0,0 0,1 0,-1 0,1 0,-1 0,1 0,-1 1,0-1,1 0,-1 0,1 0,-1 1,0-1,1 0,-1 1,0-1,1 0,-1 1,0-1,1 0,-1 1,0-1,0 0,0 1,1-1,-1 1,0-1,0 1,0-1,0 0,0 1,0-1,0 1,0-1,0 1,2 34,-2-34,-9 112,4-77,2 1,1 0,2 0,3 11,-3-45,0 1,0-1,0 1,1-1,-1 1,1-1,0 0,0 1,1-1,-1 0,1 0,-1 0,1 0,0 0,0 0,0 0,0 0,1-1,-1 1,1-1,0 0,0 0,-1 0,1 0,0 0,1-1,-1 1,0-1,0 0,1 0,-1 0,1 0,-1-1,1 1,-1-1,1 0,-1 0,1 0,-1-1,0 1,1-1,-1 0,1 0,1-1,7-5</inkml:trace>
  <inkml:trace contextRef="#ctx0" brushRef="#br0" timeOffset="-396.939">6917 528,'-11'-3,"-2"0,8 1,15-1,16 2,16 0,13 0,10 1,3-3,-2 0,-9 0,-13 1,-11 0,-13 1,-13 1,-7 0</inkml:trace>
  <inkml:trace contextRef="#ctx0" brushRef="#br0" timeOffset="788.25">7719 541,'0'1,"0"0,0 0,-1-1,1 1,0 0,0-1,0 1,-1 0,1 0,0-1,0 1,0 0,0 0,0-1,0 1,0 0,1-1,-1 1,0 0,0 0,1-1,-1 1,0 0,1-1,-1 1,0 0,1-1,-1 1,1-1,-1 1,1-1,-1 1,1-1,0 1,-1-1,1 0,-1 1,1-1,0 0,-1 1,1-1,0 0,0 0,-1 0,1 1,0-1,0 0,-1 0,1 0,0 0,0-1,-1 1,1 0,0 0,-1 0,1 0,0-1,0 1,0-1,0 1,-1 0,1-1,0 1,0-1,-1 1,1-1,-1 1,1-1,0 1,-1-1,1 1,-1-1,1 0,-1 0,0 1,1-1,-1 0,1 1,-1-1,0 0,0 0,0 0,1 1,-1-1,0 0,0 0,0 0,0 0,0 1,-1-1,1 0,0 0,0 0,0 1,-1-1,1 0,0 0,-1 1,1-1,-1 0,1 1,-1-1,1 0,-1 1,1-1,-1 1,0-1,1 1,-1-1,0 1,1-1,-1 1,0 0,0-1,1 1,-1 0,0-1,0 1,0 0,1 0,-1 0,0 0,0 0,-2 0,1 0,-1 0,1 0,-1 0,1 0,-1 1,1-1,-1 1,1-1,-1 1,1 0,0 0,-1 0,1 1,0-1,0 0,0 1,0 0,0-1,0 1,1 0,-1 0,0 0,1 0,-1 0,1 0,0 0,0 1,0-1,0 0,0 1,1-1,-1 1,-4 10</inkml:trace>
  <inkml:trace contextRef="#ctx0" brushRef="#br0" timeOffset="1702.896">8334 233,'-13'1,"0"1,0-1,0 2,0 0,1 0,-1 2,1-1,0 1,0 1,1 0,-1 1,1 0,1 1,-1 0,2 1,-1 0,1 0,0 1,-2 3,-9 14,1 0,1 1,1 0,2 2,1 0,1 0,1 4,9-26,-1 0,0 1,1-1,0 1,0 0,1 0,0 1,0-1,1 0,1 1,-1-1,2 1,-1-1,1 0,1 1,-1-1,3 4,-2-10,0 0,0 0,1 0,-1-1,1 0,0 1,0-1,0 0,0 0,0 0,0-1,0 1,1-1,-1 0,1 0,-1 0,1 0,-1 0,1-1,-1 0,1 1,-1-1,1-1,0 1,85-19,-62 5,-1-1,0-2,-2 0,0-2,-1 0,-1-2,0-1,-2 0,-1-2,-1 0,0-1,-2 0,-1-2,-2 0,0 0,-2-1,6-23,-8 30,-2 0,0 0,-2-1,0 0,-2 0,0 0,-1 0,-2-1,0 1,-3-20,2 37,-1 1,1-1,-1 1,0-1,0 1,0 0,-1 0,1 0,-1 0,0 0,0 1,-1-1,1 1,-1 0,0 0,1 0,-1 1,0-1,-1 1,1 0,0 0,-1 0,1 1,-1 0,1-1,-1 2,0-1,0 0,1 1,-1 0,0 0,1 0,-1 1,0 0,0 0,1 0,-1 0,1 1,-1 0,1-1,0 2,-8 2,1 0,0 2,1-1,-1 1,1 1,1 0,-1 0,1 1,1 0,0 0,0 1,1 0,0 1,1-1,0 1,0 1,-3 11,0 3,0 0,2 0,2 1,0 0,1 1,2-1,1 22,3-8,2 0,1-1,3 1,1-1,2-1,1 0,2 0,2-1,2-1,17 28,-33-62,-1 0,0 0,1 0,-1-1,1 1,0 0,-1-1,2 1,-1-1,0 0,0 1,1-1,-1 0,1-1,-1 1,1 0,0-1,0 1,0-1,0 0,0 0,0 0,0-1,0 1,0-1,0 1,0-1,1 0,-1 0,0 0,0-1,0 1,1-1,10-4,-1-1,0-1,0 1,-1-2,0 0,10-8,8-6,-30 23,0-1,0 1,0 0,-1-1,1 1,0-1,0 1,0 0,0-1,0 1,0 0,1-1,-1 1,0-1,0 1,0 0,0-1,1 1,-1-1,0 1,1-1,-1 1,0-1,1 1,-1-1,1 1,-1-1,0 0,1 1,-1-1,1 1,0-1,-1 0,1 0,-1 1,1-1,-1 0,1 0,0 0,-1 1,1-1,-1 0,1 0,0 0,-1 0,1 0,0 0,-1-1,1 1,-1 0,1 0,0 0,-1 0,1-1,-1 1,1 0,-1-1,1 1,-1 0,1-1,-1 1,1-1,-1 1,0-1,1 1,-4 18,1-13,1-1,-1 0,1 0,0 0,0 1,1-1,-1 1,1-1,0 0,0 1,1-1,-1 1,1-1,0 0,0 1,0-1,1 0,-1 0,1 0,0 0,0 0,1 0,-1-1,1 1,0-1,0 1,0-1,1 1,3-2,0 1,0-1,0-1,0 1,0-1,0-1,1 1,-1-1,0 0,0-1,1 0,-1 0,0 0,0-1,0 0,0 0,-1-1,1 0,0 0,-1-1,0 0,0 0,0 0,0-1,4-4,-6 5,1 1,-1-1,-1 0,1 0,0-1,-1 1,0-1,0 0,0 0,-1 0,0 0,0 0,0 0,0-1,-1 1,0-1,0 1,0-1,-1 1,0-1,0 1,0-1,-1 0,0 1,0-1,0 1,-1 0,1-1,-1 1,-1 0,1 0,-1 0,-2-3,0 2,-1 0,-1 1,1-1,-1 1,0 0,0 1,0-1,0 1,-1 1,0 0,0 0,0 0,0 1,0 0,-1 1,1 0,0 0,-1 0,1 1,-1 1,1 0,0 0,-1 0,1 1,0 0,0 1,0-1,0 2,0-1,1 1,0 0,-1 1,2 0,-1 0,0 0,1 1,-1 1,-26 30,7-1</inkml:trace>
  <inkml:trace contextRef="#ctx0" brushRef="#br0" timeOffset="2616.754">6182 5915,'25'34,"158"227,-115-172,-4 3,-4 2,-4 3,-4 3,15 48,-49-94,-7-12</inkml:trace>
  <inkml:trace contextRef="#ctx0" brushRef="#br0" timeOffset="3442.495">6209 6035,'8'39,"12"263,-16-279,1-33,-5-42,-2 0,-2 0,-3 0,-2 1,-2 0,-3 1,-2-1,13 39,-17-55,21 66,-1 0,0 1,0-1,0 1,0-1,1 0,-1 1,0-1,1 1,-1-1,0 1,1-1,-1 1,1-1,-1 1,1 0,-1-1,1 1,-1-1,1 1,-1 0,1 0,-1-1,1 1,0 0,-1 0,1 0,-1-1,1 1,0 0,-1 0,1 0,0 0,-1 0,1 0,-1 0,1 1,0-1,-1 0,1 0,-1 0,1 1,0-1,-1 0,1 1,-1-1,1 0,-1 1,1-1,-1 1,1-1,-1 0,0 1,1 0,-1-1,1 1,0 0,99 43,2-3,46 9,-129-46,38 20,-57-24,0 1,0 0,0-1,0 1,1 0,-1-1,0 1,0 0,0-1,-1 1,1 0,0-1,0 1,0 0,0-1,-1 1,1-1,0 1,0 0,-1-1,1 1,-1-1,1 1,0-1,-1 1,1-1,-1 1,1-1,-1 1,0-1,1 0,-1 1,1-1,-1 0,0 0,1 1,-1-1,1 0,-1 0,0 0,0 0,1 0,-176 83,160-76,0 0,0 1,1 1,0 0,1 2,0-1,0 2,1-1,0 2,2 0,-1 0,1 1,-7 13,12 1,7-6</inkml:trace>
  <inkml:trace contextRef="#ctx0" brushRef="#br0" timeOffset="4986.951">7346 6851,'-27'22,"1"2,2 2,0 0,2 1,1 1,1 1,1 1,2 1,1 0,-6 20,20-47,-11 23,0 1,2 0,1 1,1 0,-2 17,11-45,-1 0,1 1,-1-1,1 1,0-1,0 0,-1 1,1-1,0 1,0-1,1 1,-1-1,0 1,0-1,1 1,-1-1,1 0,-1 1,1-1,-1 0,1 1,0-1,0 0,0 0,0 0,-1 0,2 0,-1 0,0 0,0 0,0 0,0 0,1 0,-1-1,0 1,1 0,-1-1,0 1,1-1,-1 0,1 1,-1-1,1 0,7-2,0 0,0 0,0-1,0-1,0 1,-1-1,0-1,0 0,0 0,0 0,-1-1,6-5,-8 7,28-21,-1-2,-2-1,0-1,-2-2,-2 0,0-2,-3-1,0-1,-2 0,-2-2,-2-1,-1 0,-1-1,7-37,-18 60,-2 0,0 0,-1 0,0 0,-2 0,0 0,-1-3,2 15,-1-1,1 1,-1 0,-1 0,1 0,0 0,-1 0,0 0,0 0,0 1,-1-1,1 1,-1-1,0 1,1 0,-2 0,1 0,0 0,0 1,-1-1,0 1,1 0,-1 0,0 0,0 1,0-1,0 1,0 0,-1 0,-3 0,1 0,0 1,0 0,0 0,0 1,0 0,-1 0,1 1,1 0,-1 0,0 0,0 1,1 0,0 1,-1-1,1 1,0 0,1 1,-1-1,1 1,-3 4,-2 1,1 0,1 1,0 0,1 1,0 0,1 0,0 0,0 1,2 0,0 0,0 1,-1 10,2 0,0 0,2 0,0 0,2 1,0-1,2 0,1 0,1 0,1-1,1 1,3 7,21 43,3 0,2-2,6 1,-35-62,46 103,-42-86</inkml:trace>
  <inkml:trace contextRef="#ctx0" brushRef="#br0" timeOffset="5281.214">7640 7546,'26'-103,"19"-47,-59 215,5-27,1-1,2 2,2-1,2 1,1-1,2 6,-1-39,0 0,1-1,0 1,0 0,0 0,0 0,1-1,0 1,0-1,0 1,1-1,-1 0,1 0,0 0,0 0,1 0,-1-1,1 1,-1-1,1 0,10 3</inkml:trace>
  <inkml:trace contextRef="#ctx0" brushRef="#br0" timeOffset="5617.316">8013 7145,'-4'11,"-2"7,3-3,1-6,2-6,0-7,0-4,-1-2,-4 2,-3 4,0 8,1 4,2 2</inkml:trace>
  <inkml:trace contextRef="#ctx0" brushRef="#br0" timeOffset="6486.33">8548 6904,'-5'-4,"-1"0,1 0,-1 1,0-1,0 1,0 1,0-1,-1 1,1 0,-1 1,1-1,-1 1,0 1,1-1,-1 1,0 0,0 1,1-1,-1 1,1 1,-1-1,1 1,-1 0,1 1,0-1,0 1,0 1,0-1,0 1,1 0,0 0,0 1,-4 4,-5 5,1 2,1-1,0 2,1-1,1 2,1-1,0 1,1 1,1-1,1 2,1-1,0 0,1 1,2 0,-1 6,2-18,0 0,1 0,-1 0,2 0,-1 0,1 0,0 0,1 0,0 0,0 0,0-1,1 1,1-1,-1 0,1 0,0 0,0 0,1-1,0 0,1 1,-1-2,1 1,0-1,0 0,1 0,-1-1,1 1,0-1,0-1,1 0,-1 0,1 0,-1-1,7 1,-6-2,0-2,1 1,-1-1,0 0,0 0,0-1,0 0,-1-1,1 0,-1 0,1-1,-1 1,0-2,0 1,-1-1,1 0,1-2,8-8,0 0,-1-1,-1-1,-1 0,11-19,-6 4,-2-1,-1 0,-2-1,-1-1,-2 0,-1 0,-2-1,-2 0,0 0,-3 0,-1-17,-1 50,1-6,0 1,0-1,-1 0,0 0,-1 0,0 1,0-1,0 0,-1 1,-1-1,0 1,0-1,0 1,-1 0,0 1,-1-1,0 1,0 0,-2-2,5 7,-1 1,1 0,0 0,-1 0,1 0,-1 0,1 1,-1-1,1 1,-1 0,0 0,1 0,-1 0,1 0,-1 0,0 1,1-1,-1 1,1 0,-1-1,1 1,0 1,-1-1,1 0,0 0,0 1,0-1,0 1,0 0,0 0,0 0,-1 1,-49 72,39-43,0 2,3-1,0 1,3 1,0 0,2 0,2 0,2 0,0 1,3-1,1 0,6 30,-6-44,1 0,1-1,0 1,2-1,0-1,1 1,1-1,1 0,1-1,1 0,5 6,-15-21,1 0,-1-1,1 1,-1-1,1 1,0-1,0 0,0 0,0 0,0 0,0-1,1 1,-1-1,1 0,-1 0,1 0,-1 0,1-1,-1 1,1-1,0 0,-1 0,1 0,-1-1,1 1,0-1,-1 0,1 0,-1 0,0-1,1 1,-1-1,0 1,2-2,76-56,-79 59,-1 0,1 1,-1-1,0 0,1 0,-1 1,1-1,-1 0,0 1,1 0,-1-1,0 1,1 0,-1-1,0 1,0 0,0 0,0 0,0 0,0 0,0 1,0-1,0 0,0 0,0 1,-1-1,1 0,-1 1,1-1,-1 0,1 1,-1-1,0 1,0-1,0 1,0-1,0 1,0-1,0 1,0-1,0 0,-1 1,1-1,-1 1,5 16,-2-12,1-1,1 1,-1 0,1-1,0 0,0 0,1 0,-1 0,1-1,0 1,0-1,1-1,-1 1,1-1,0 0,0 0,0 0,0-1,0 0,0 0,1-1,-1 0,1 0,-1 0,1-1,-1 0,1 0,0-1,-1 0,1 0,-1 0,0-1,1 0,-1 0,0 0,0-1,5-3,-5 2,-1 0,0 0,0 0,0-1,-1 0,1 0,-1 0,0 0,0-1,-1 1,0-1,0 0,0 0,-1 0,0 0,0-1,0 1,-1-1,0 1,0-1,-1 1,0-1,0 1,0-1,-1 0,0 1,0-1,-1 1,0 0,0-1,0 1,-1 0,0 0,0 0,0 1,-1-1,0 1,-3-4,3 7,0-1,0 1,0 0,0 0,0 0,-1 1,1-1,-1 1,1 0,-1 0,1 1,-1 0,1-1,-1 1,0 1,1-1,-1 1,1 0,-1 0,1 0,-1 0,1 1,-2 1,-93 55,28 14,58-55</inkml:trace>
  <inkml:trace contextRef="#ctx0" brushRef="#br0" timeOffset="6994.117">8361 6436,'2'0,"8"0,14 2,15 1,18 0,15 2,11 0,3-1,-6 1,-13 0,-15-1,-16 1,-17 0,-16 1,-16-1,-11 0,-10 0,2 0</inkml:trace>
  <inkml:trace contextRef="#ctx0" brushRef="#br0" timeOffset="16383.182">10299 4444,'1'1,"-1"-1,0 0,1 0,-1 0,1 0,-1 0,0 0,1 0,-1 0,0 0,1 0,-1 0,1 0,-1 0,0 0,1-1,-1 1,0 0,1 0,-1 0,0 0,1-1,-1 1,0 0,1 0,-1-1,0 1,0 0,1 0,-1-1,0 1,0 0,0-1,1 1,-1 0,0-1,0 1,0-1,0 1,0 0,0-1,0 1,0 0,0-1,0 1,0-1,0 1,0 0,0-1,0 1,0-1,0 1,0 0,0-1,-1 1,1 0,0-1,0 1,-1 0,1 0,0-1,0 1,-1 0,1-1,0 1,0 0,-1 0,34-7,-28 6,0 1,0 0,-1 1,1-1,0 1,0 0,-1 0,1 1,-1-1,1 1,-1 0,1 0,-1 0,0 1,0-1,0 1,-1 0,1 0,-1 1,1-1,-1 1,0 0,0-1,-1 1,1 1,-1-1,0 0,0 0,0 1,-1-1,1 1,-1 0,0-1,-1 1,1 0,-1 0,0-1,0 1,0 0,-1 4,-2 7,-1 0,0-1,-1 0,-1 0,0 0,-1 0,-1-1,-5 8,-1 3,13-25,0 1,1 0,-1-1,0 1,1-1,-1 1,0 0,1-1,-1 1,1 0,-1 0,1-1,-1 1,1 0,0 0,-1 0,1 0,0-1,0 1,0 0,0 0,0 0,0 0,0 0,0 0,0 0,0 0,0-1,0 1,1 0,-1 0,0 0,1 0,-1 0,0-1,1 1,-1 0,1 0,-1-1,1 1,0 0,-1-1,1 1,0-1,-1 1,1-1,0 1,10-6,0-1,-1 0,0 0,0-1,0 0,-1-1,0 0,0 0,5-8,2-1,-1 0,0-1,-2-1,0-1,-1 0,-1 0,-1-1,0-1,-2-17,-23 43,9 6,2 0,-1 0,2 1,-1-1,1 1,1 0,0 0,0 0,1 0,1 0,0 10,0-15,-2 6,2-1,0 1,0-1,1 1,0-1,1 0,0 1,1-1,0 0,1 0,0-1,1 1,0-1,1 0,0 0,0-1,1 1,0-2,1 1,0-1,0 0,1 0,0-1,0-1,5 3,-13-8,1 0,-1-1,1 1,-1 0,1-1,-1 0,1 1,-1-1,1 0,0 1,-1-1,1 0,0 0,-1-1,1 1,-1 0,1 0,0-1,-1 1,1-1,-1 1,1-1,-1 0,1 0,-1 0,0 1,1-1,-1 0,0-1,0 1,0 0,1 0,-1 0,-1-1,1 1,0-1,1 0,4-14</inkml:trace>
  <inkml:trace contextRef="#ctx0" brushRef="#br0" timeOffset="16683.335">10514 4592,'-16'-7,"-3"-2,4 2,11 3,16 4,14 3,15-1,12 1,5-1,2 0,-4-4,-7-2,-10-4,-12 0</inkml:trace>
  <inkml:trace contextRef="#ctx0" brushRef="#br0" timeOffset="16976.116">10540 4150,'7'0,"6"0,11 0,12 0,10 0,7 0,5 0,-1 0,-8 0,-13 0</inkml:trace>
  <inkml:trace contextRef="#ctx0" brushRef="#br0" timeOffset="17415.904">11061 4618,'-2'2,"1"1,-1 0,-2 0,1-2,3 0,3 0</inkml:trace>
  <inkml:trace contextRef="#ctx0" brushRef="#br0" timeOffset="18091.872">11396 4378,'-22'20,"0"2,2 0,1 2,0 0,2 1,1 1,1 0,1 1,2 1,-1 2,-15 80,28-106,-1-1,1 1,0 0,0-1,0 1,0 0,1-1,-1 1,1-1,0 1,0-1,0 1,1-1,-1 0,1 1,0-1,0 0,0 0,0 0,0-1,1 1,-1 0,1-1,0 1,0-1,0 0,0 0,0 0,2 0,2 1,1-1,0 0,0-1,0 0,0 0,0-1,0 0,0 0,0-1,-1 0,1 0,0-1,0 0,0 0,-1-1,0 0,1 0,-1-1,2-1,10-6,-1-1,-1 0,0-1,-1-1,0 0,10-14,-4 3,-2-1,-1 0,0-2,-2 0,-2-1,0-1,-2 0,-1-1,-2 0,-1-1,-1 0,-2-1,-1 1,-1-4,-4 24,0 1,0 0,-1 0,0 0,-1 0,0 0,-1 1,0-1,-3-5,4 13,1 0,0 0,-1 0,1 0,-1 1,0-1,0 1,0-1,0 1,-1 0,1 0,0 0,-1 0,0 0,1 0,-1 1,0-1,0 1,0 0,0 0,0 0,0 0,0 0,0 1,0-1,-1 1,1 0,0 0,0 0,0 1,0-1,-1 1,1-1,-2 2,-1 0,0 1,0 0,0 0,0 0,1 0,-1 1,1 0,0 0,0 0,1 1,-1 0,1 0,0 0,0 0,1 1,0-1,0 1,0 0,-1 3,-30 122,28-88,2 1,2 0,2 0,2 0,2 0,1-1,3 1,1-1,3-1,7 19,-18-56,0 0,1 0,-1 0,1 0,0 0,0 0,1 0,-1-1,1 1,0-1,0 0,1 0,-1 0,1 0,0-1,0 1,0-1,0 0,1 0,-1 0,1-1,0 0,-1 0,1 0,0 0,0-1,1 0,-1 0,0 0,5 0,9-5</inkml:trace>
  <inkml:trace contextRef="#ctx0" brushRef="#br0" timeOffset="18415.608">11743 4886,'0'4,"0"-1,-1 1,0 0,1-1,0 1,0 0,0 0,0-1,1 1,-1 0,1-1,0 1,0 0,0-1,1 1,-1-1,1 0,0 1,0-1,0 0,0 0,1 0,-1 0,1-1,0 1,0-1,0 1,0-1,0 0,1 0,1 0,0 0,1-1,-1 0,1 0,-1 0,0-1,1 0,-1 0,1 0,-1-1,1 0,-1 0,0 0,1 0,-1-1,0 0,0 0,0 0,0-1,-1 0,1 0,-1 0,1 0,-1-1,0 0,0 0,-1 0,1 0,-1 0,0-1,0 0,-1 1,1-1,-1 0,0 0,0 0,0-1,-1 1,0 0,0-1,0 1,-1-1,0 1,1 1,-1 0,1-1,-1 1,0 0,0 0,-1 0,1 0,-1-1,0 1,0 0,0 0,-1 0,1 0,-1 1,0-1,0 0,0 1,-1-1,1 1,-1 0,0 0,0 0,0 0,0 0,-1 1,1-1,0 1,-1 0,0 0,0 0,0 1,1-1,-1 1,-1 0,1 0,0 0,0 1,0-1,0 1,0 0,-1 0,1 1,0-1,-1 1,0 1,1 0,0-1,1 2,-1-1,0 0,1 1,-1-1,1 1,0 0,0 0,0 1,0-1,0 0,1 1,-1 0,1 0,0-1,1 1,-1 0,0 1,1-1,0 0,0 0,0 1,1-1,0 0,-1 1,1-1,1 0,-1 1,7 17</inkml:trace>
  <inkml:trace contextRef="#ctx0" brushRef="#br0" timeOffset="18841.076">12211 4631,'12'3,"10"0,10 0,10-1,6 0,4-1,0 0,-4-1,-6 0,-8 0,-7 0,-8 0</inkml:trace>
  <inkml:trace contextRef="#ctx0" brushRef="#br0" timeOffset="19246.666">12479 4404,'-3'1,"-1"1,1-1,0 1,0 0,0 0,0 0,1 1,-1-1,0 1,1-1,0 1,-1 0,1 0,0 0,1 0,-1 0,0 0,1 0,0 1,0-1,0 1,0 0,-13 80,14-29,2-1,2 1,3-1,4 11,4 31,-16-95,1 0,0-1,0 1,0 0,0 0,0 0,0 0,1 0,-1 0,0 0,0-1,1 1,-1 0,0 0,1 0,-1 0,1-1,-1 1,1 0,-1-1,1 1,-1 0,1-1,0 1,0 0,-1-1,1 1,0-1,0 0,-1 1,1-1,0 1,0-1,0 0,0 0,0 0,-1 1,1-1,0 0,0 0,0 0,0 0,0-1,0 1,0 0,0 0,-1 0,1-1,0 1,0 0,0-1,-1 1,1-1,0 1,0-1,-1 1,1-1,0 0,-1 1,1-1,-1 0,1 1,0-2,10-7</inkml:trace>
  <inkml:trace contextRef="#ctx0" brushRef="#br0" timeOffset="20154">10153 5755,'-7'0,"-2"2,2 1,5 2,8 1,9-2,9-1,9 0,7-2,5-1,1 0,-2 0,-4 0,-6 0,-8 0,-5-3,-6 0</inkml:trace>
  <inkml:trace contextRef="#ctx0" brushRef="#br0" timeOffset="20505.595">10366 5608,'0'2,"0"3,0 5,0 9,0 6,-2 9,-6 8,0 5,-3 3,2 0,2 0,4-2,8-6,7-6,1-10</inkml:trace>
  <inkml:trace contextRef="#ctx0" brushRef="#br0" timeOffset="21051.917">11074 5781,'-15'11,"0"1,1 0,0 1,1 0,0 1,1 1,1 0,0 1,1 0,1 0,0 1,1 0,1 0,-4 19,10-34,1-1,-1 1,1 0,0 0,0 0,0 0,0 0,0 0,0-1,0 1,1 0,-1 0,1 0,-1 0,1-1,0 1,-1 0,1 0,0-1,0 1,0-1,1 1,-1-1,0 1,1-1,-1 0,0 0,1 0,0 1,-1-1,1-1,0 1,-1 0,1 0,0-1,0 1,-1-1,1 1,0-1,0 0,0 0,0 1,0-2,1 1,9-1,1 0,0-1,-1-1,0 0,0-1,0 0,0-1,0-1,-1 1,0-2,0 0,0 0,-1 0,-1-2,7-5,-1 0,-1-1,0 0,-1-1,-1-1,0 0,-1-1,-1 0,-1 0,0-1,-1 0,-2-1,0 0,0 0,-2 0,-1-1,0 1,-2-1,0-12,0 27,-1 1,1-1,-1 1,0-1,0 1,-1-1,1 1,-1-1,-1 1,1 0,-1-1,0 1,0 0,0 0,-1 0,1 1,-1-1,0 0,-1 1,1 0,-1 0,0 0,0 0,0 1,-1-1,1 1,-1 0,0 0,0 1,1-1,-2 1,1 0,0 1,-2-1,-1 1,1 1,0 0,-1 0,1 1,0 0,-1 0,1 1,0 0,0 0,0 0,0 1,1 0,-1 1,1-1,-1 1,1 1,0-1,1 1,-1 0,1 0,0 0,0 1,1 0,0 0,0 0,0 1,1-1,0 1,0 0,0 0,0 2,-1 9,1 0,0 0,1 0,1 1,1-1,0 1,1-1,2 1,-1-1,2 0,1 0,0 0,2 1,17 43,3-2,2-1,5 3,4 7,-7-24,-21-39</inkml:trace>
  <inkml:trace contextRef="#ctx0" brushRef="#br0" timeOffset="21322.192">11436 6035,'0'5,"0"8,-2 8,-1 8,-3 9,-1 6,-1 2,2 1,1-3,3-8,2-8,3-11</inkml:trace>
  <inkml:trace contextRef="#ctx0" brushRef="#br0" timeOffset="22313.058">11971 5781,'-11'5,"1"-1,0 2,1-1,-1 1,1 1,0-1,1 2,-1-1,1 1,1 0,0 1,0 0,0 0,1 0,1 1,0 0,0 0,1 0,0 1,0 0,2-1,-1 1,1 0,1 0,0 1,0-1,1 0,1 0,0 0,1 5,-1-11,0 1,0 0,0 0,1-1,0 1,0-1,0 0,1 1,0-1,0 0,0-1,0 1,1 0,0-1,0 0,0 0,1 0,-1 0,1-1,0 0,0 0,0 0,0 0,1-1,-1 0,1 0,-1 0,1-1,0 0,-1 0,1-1,0 1,0-1,0 0,-1-1,1 1,0-1,0 0,-1-1,1 0,-1 1,1-2,1 0,6-6,0-1,0 0,-1-1,0-1,-1 0,-1 0,0-1,0-1,-1 0,-1 0,0 0,-1-1,-1 0,0-1,-1 1,-1-1,0 0,1-15,2-11,-1 1,-2-1,-2 0,-1 0,-4-18,2 50,0-1,-1 1,0 0,0 0,-1 0,-1 0,0 0,-2-4,4 12,1-1,-1 0,0 1,1-1,-1 1,0 0,0 0,-1 0,1 0,0 0,-1 0,1 1,-1-1,1 1,-1-1,0 1,0 0,0 0,1 0,-1 1,0-1,0 1,0-1,0 1,0 0,0 0,0 1,0-1,0 0,0 1,-1 0,-6 4,0 0,1 1,0 0,0 0,0 1,1 0,0 1,0-1,1 2,0-1,0 1,1 0,0 0,1 1,0 0,0 0,1 0,0 0,1 1,1-1,-1 1,1 3,-2 12,2 0,0 0,2-1,1 1,1 0,1 0,1-1,2 0,0 0,2 0,0-1,2 0,1 0,0-1,2-1,1 0,0 0,2-2,9 11,-10-11,-7-8,1 0,1 0,-1-1,2 0,-1-1,2 0,1 0,-11-9,1 0,-1 0,1 0,-1 0,1-1,0 1,-1-1,1 0,0 1,-1-1,1-1,0 1,-1 0,1-1,0 1,-1-1,1 0,-1 0,1 0,-1 0,1 0,-1 0,0-1,1 1,-1-1,0 0,0 1,0-1,0 0,-1 0,2-1,36-23,-37 26,0 1,1-1,-1 1,0 0,0 0,1-1,-1 1,0 1,0-1,0 0,0 0,0 1,0-1,-1 1,1 0,0-1,-1 1,1 0,-1 0,0 0,0 0,1 0,-1 0,-1 1,1-1,0 0,0 0,-1 1,1 0,7 15,-4-14,1 1,-1 0,1-1,-1 0,1 0,0-1,0 1,1-1,-1 0,1 0,0-1,-1 0,1 0,0 0,0-1,1 0,-1 0,0 0,0-1,0 0,1 0,-1 0,0-1,0 0,0 0,0-1,0 0,0 0,0 0,0-1,-1 1,1-1,-1-1,0 1,0-1,0 0,0 0,-1 0,0-1,0 0,0 0,0 0,-1 0,1 0,-2-1,1 1,0-1,-1 0,0 0,0-1,-2 4,0 0,0 0,0 0,0 0,0 0,0 0,-1 0,0 1,1-1,-1 0,0 0,0 0,-1 1,1-1,0 0,-1 1,0-1,0 1,0 0,0 0,0-1,0 1,0 0,0 1,-1-1,1 0,-1 1,0 0,1-1,-1 1,0 0,0 0,0 0,0 1,0-1,-5 0,-1-1,1 1,-1 1,0-1,1 1,-1 1,0 0,1 0,-1 1,1 0,-6 2,-34 20,32-12</inkml:trace>
  <inkml:trace contextRef="#ctx0" brushRef="#br0" timeOffset="22680.607">11958 5340,'13'-2,"17"1,13 1,14 0,9 1,4 2,-6 1,-13-1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0:41.3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365 0,'-11'2,"0"1,0 0,1 1,-1 0,1 1,0 0,0 0,0 1,1 0,0 1,0 0,0 1,1-1,0 2,1-1,0 1,0 0,1 0,-3 7,-12 17,1 1,2 0,1 1,2 1,2 1,1 0,-7 37,3 10,4 1,4 1,3 8,0-28,4 1,2 0,3-1,4 0,2 0,3 0,3-2,2 0,4 0,21 43,-27-78,2-1,0-1,2-1,0 0,2-2,12 10,43 33</inkml:trace>
  <inkml:trace contextRef="#ctx0" brushRef="#br0" timeOffset="713.094">3494 0,'13'25,"12"22,8 21,8 18,1 13,-2 14,-5 12,-9 13,-11 12,-15 10,-19 9,-22 9,-22 0,-21-4,4-33</inkml:trace>
  <inkml:trace contextRef="#ctx0" brushRef="#br1" timeOffset="45671.889">593 883,'-1'-1,"1"-1,0 1,0-1,0 1,0-1,0 1,1-1,-1 1,0-1,1 1,-1-1,1 1,-1 0,1-1,0 1,0 0,-1-1,1 1,0 0,0 0,0 0,0 0,0 0,1 0,-1 0,0 0,1 0,10-10,1 1,0 0,1 1,0 1,0 0,1 1,0 0,0 1,1 1,11-3,-23 7,0 1,-1-1,1 0,-1 1,1 0,0 0,-1 0,1 0,-1 1,1-1,0 1,-1 0,1 0,-1 0,0 0,1 1,-1 0,0-1,0 1,0 0,0 0,0 1,0-1,-1 1,1-1,-1 1,1 0,-1 0,0 0,0 0,-1 0,1 1,0 0,4 16,0 0,-2 1,0 0,-2 0,0 0,-1 0,-1 0,-1 2,1-5,-3 162,2-179,1-1,0 1,-1-1,1 1,-1 0,1-1,0 1,0-1,-1 1,1 0,0-1,0 1,0 0,0-1,0 1,0 0,0 0,0-1,0 1,0 0,0-1,0 1,1 0,-1-1,0 1,0 0,1-1,-1 1,0-1,1 1,-1-1,1 1,-1-1,1 1,-1-1,1 1,-1-1,1 1,-1-1,1 0,0 1,-1-1,1 0,0 1,-1-1,1 0,0 0,-1 0,1 0,0 0,-1 0,1 0,0 0,-1 0,1 0,0 0,-1 0,1 0,0 0,-1-1,1 1,0 0,-1-1,1 1,-1 0,1-1,0 1,12-15,-1 0,-1-1,0-1,-1 0,0 0,6-17,-7 14,12-22,-2-1,-3 0,-1-2,6-33,-17 53,-4 25,0 0,-1 1,1-1,0 0,0 0,0 0,0 1,-1-1,1 0,0 0,0 0,0 1,-1-1,1 0,0 0,0 0,-1 0,1 0,0 0,0 0,-1 1,1-1,0 0,0 0,-1 0,1 0,0 0,0 0,-1 0,1 0,0 0,0 0,-1-1,1 1,0 0,0 0,-1 0,1 0,0 0,0 0,-1 0,1-1,-8 22,2 0,0 1,1-1,1 1,1 0,1 1,1 3,-1-16,1-1,0 0,1 1,0 0,0-1,1 1,0-1,1 0,0 1,0-1,1 0,1 0,-1 0,1 0,1-1,-1 0,2 0,-1 0,1 0,0-1,1 0,-1 0,1-1,1 0,-1 0,1 0,0-1,0-1,1 1,0-1,3 1,-8-4,1 0,0 1,0-2,0 1,0-1,0 0,0 0,0 0,0 0,0-1,0 0,0 0,0 0,0-1,-1 0,1 0,0 0,3-3,2-5</inkml:trace>
  <inkml:trace contextRef="#ctx0" brushRef="#br1" timeOffset="45956.13">833 1057,'14'2,"15"1,15 0,11-3,7-6,3-2,-1-2,-7-1,-8-2,-13 2</inkml:trace>
  <inkml:trace contextRef="#ctx0" brushRef="#br1" timeOffset="46135.698">726 522,'-2'13,"8"6,19-2,21-8,21-9,15-13,10-5,2-3,-5 3,-14 4,-19 5</inkml:trace>
  <inkml:trace contextRef="#ctx0" brushRef="#br1" timeOffset="47013.989">1649 976,'2'3,"3"0,3-3,3-3,-1-3,-2-4,-5 1,-5 1,-4 5,-4 3,0 3,-1 1,2 3,3 2,4-1,6-1,4-2</inkml:trace>
  <inkml:trace contextRef="#ctx0" brushRef="#br1" timeOffset="47869.168">2250 669,'0'-1,"1"0,-1 0,0 0,0-1,0 1,1 0,-1 0,0 0,0 0,-1-1,1 1,0 0,0 0,0 0,-1 0,1 0,-1 0,1-1,-1 1,1 0,-1 0,0 0,1 0,-1 1,0-1,0 0,0 0,1 0,-1 1,0-1,0 0,0 1,0-1,-1 1,1-1,0 1,0 0,0-1,0 1,0 0,0 0,-1 0,1-1,0 1,0 1,0-1,0 0,-1 0,1 0,0 1,-1-1,-6 5,0 1,1 0,-1 0,1 0,0 1,1 0,-1 1,1-1,1 1,0 0,-3 6,4-8,-10 17,0 0,2 2,0-1,2 1,1 1,1 0,1 0,1 0,1 1,2 0,0 9,2-31,1 0,0 0,0 0,1 0,-1 0,1 0,0-1,0 1,1 0,-1 0,1-1,0 1,0-1,1 1,-1-1,1 0,0 0,0 0,1 0,-1-1,1 1,0-1,-1 0,2 0,-1 0,0-1,0 1,1-1,-1 0,1 0,4 0,-2 0,1-1,0-1,-1 1,1-1,0-1,-1 1,1-1,-1 0,1-1,-1 0,1 0,-1-1,0 0,0 0,0-1,-1 1,1-2,-1 1,0-1,0 0,0 0,-1 0,0-1,2-2,8-10,-1 0,-1-1,-1-1,-1 0,0 0,-2-1,5-15,5-24,-2-1,-3 0,-3-1,-2-1,-2-19,-4 67,-2 1,1-1,-2 1,0-1,-1 1,0-1,-1 0,-1 1,0 0,-1 0,0 0,-2 0,1 1,-1-1,-5-5,9 17,0-1,0 1,0 0,-1 0,1 0,-1 0,1 0,-1 0,0 1,0-1,0 1,0 0,0 0,0 0,0 0,0 0,0 1,0 0,0-1,-1 1,1 0,0 0,0 1,0-1,0 1,0 0,-1-1,1 1,0 1,1-1,-2 1,-5 2,2 1,-1 0,0 0,1 1,0 0,0 0,1 1,0 0,0 0,-2 3,-4 13,0 0,2 1,1 0,0 1,2 0,1 0,1 1,1-1,2 1,0 0,2 0,0 0,2-1,1 1,1 0,1-1,1 0,2 0,0 0,1 6,1 0,2-1,1-1,1 0,1-1,1 0,2-2,1 0,1 0,1-2,14 12,-33-34,0 1,0-1,0 0,1 0,-1 1,1-2,0 1,0 0,-1 0,1-1,0 0,0 1,1-1,-1 0,0-1,0 1,0-1,1 1,-1-1,0 0,0 0,1 0,-1 0,0-1,0 0,1 1,-1-1,0 0,0-1,0 1,0 0,0-1,0 0,-1 1,3-3,126-147,-130 150,0 0,0 0,0 1,0-1,0 0,0 1,0-1,1 1,-1-1,0 1,0 0,0-1,0 1,1 0,-1 0,0 0,0 0,1 0,-1 0,0 0,0 0,0 1,1-1,-1 0,0 1,0-1,0 1,0-1,0 1,0-1,0 1,0 0,0 0,0 0,0-1,0 1,0 0,24 44,-16-26,-7-14,1 1,0-1,0 0,0 0,1 0,-1-1,1 1,0-1,1 0,-1 0,1 0,0-1,0 1,0-1,0 0,0-1,1 1,-1-1,1 0,0-1,-1 1,1-1,0 0,0 0,0-1,0 0,0 0,0 0,0-1,5-1,-4 1,-1-1,0 0,0-1,0 1,0-1,0 0,0-1,-1 1,1-1,-1 0,0-1,-1 1,1-1,-1 0,0 0,0 0,0-1,0 1,-1-1,0 0,-1 0,1 0,-1 0,0-1,-1 1,1 0,-1-1,-1 1,1-1,-1 0,0 1,0-1,-1 1,0-1,0 1,-1-1,0 1,0 0,0 0,-2-3,0 3,-1 1,1 0,-1-1,0 2,-1-1,1 1,-1-1,0 1,0 1,0-1,0 1,-1 1,1-1,-1 1,0 0,0 0,0 1,0 0,0 0,0 1,0-1,0 2,0-1,0 1,0 0,0 0,0 1,0 0,1 0,-1 1,1 0,-1 0,1 0,0 1,0 0,1 0,-1 1,1-1,-1 2,0 3,0 0,1 0,0 1,1-1,0 1,0 0,1 0,1 1,0-1,0 0,0 4,-1 25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1:32.0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189 324,'-3'13,"0"14,3 12,0 10,2 6,-1 5,0 1,0-3,0-4,-3-7,-1-11</inkml:trace>
  <inkml:trace contextRef="#ctx0" brushRef="#br0" timeOffset="585.598">1 390,'12'-8,"0"1,0 0,1 0,0 1,0 1,0 0,1 0,0 2,0 0,0 0,0 2,0-1,1 2,-1 0,0 1,0 0,1 1,-1 0,0 1,-1 1,1 1,6 2,-15-5,-1-1,0 1,1 0,-1 0,0 1,0-1,0 1,0 0,0 0,-1 0,0 0,1 1,-1 0,0-1,-1 1,1 0,-1 0,0 1,0-1,0 0,0 1,-1-1,1 1,-1 0,-1-1,1 1,0 0,-1 0,0-1,0 1,-1 0,1 0,-1-1,0 1,-1-1,1 1,-1 0,0 1,-4 1,1 0,-1-1,0 0,-1 0,0 0,1-1,-2 0,1 0,0-1,-1 0,0 0,0-1,0 0,-1 0,1-1,-1 0,1 0,-1-1,0 0,1-1,-1 0,0 0,0-1,1 0,-4-1,9 1,1 1,0-1,-1 0,1 0,0 0,0 0,0 0,0-1,0 1,0-1,0 1,0-1,1 1,-1-1,1 0,-1 0,1 0,0 0,-1 0,1 0,0 0,0-1,1 1,-1 0,0-1,1 1,-1 0,1-1,0 1,0-1,0 1,0 0,0-1,0 1,1 0,-1-1,1 1,0 0,0-1,0 1,0 0,0 0,0 0,0 0,1 0,-1 0,1 0,-1 0,1 1,0-1,1-1,4-1,-1-1,0 1,1 1,0-1,0 1,0 0,0 1,1-1,-1 1,1 1,-1 0,1 0,-1 0,1 1,0 0,-1 0,8 2,3 1,0 0,0 2,-1 0,0 1,0 0,0 1,1 2,51 30,-54-28,1-1,0 0,1-1,0-1,0 0,1-2,0 0,0-1,0 0,1-2,-1 0,1-1,0-1,11-1,-24-2,1 0,-2 0,1 0,0-1,0 0,-1 0,0 0,1-1,-1 0,-1 0,1 0,0 0,-1-1,0 0,0 0,-1 0,1 0,-1-1,0 1,0-1,-1 0,0 0,0 0,0 0,-1 0,0 0,0-1,0 1,-1 0,0-1,0 1,-1 0,0 0,0-1,0 1,-1 0,0 0,0 0,0 0,-1 1,0-1,0 1,0-1,-1 1,0 0,0 0,0 1,-1-1,2 2,-1 1,0-1,0 1,-1 0,1 0,0 1,0-1,-1 1,1 0,-1 0,0 0,1 1,-1-1,1 1,-1 0,0 1,1-1,-1 1,1 0,-1 0,1 0,-1 1,1 0,0-1,0 2,0-1,0 0,0 1,0 0,0 0,-1 1,-1 0,1 0,1 0,-1 1,0-1,1 1,0 0,0 1,1-1,0 1,-1 0,2 0,-1 0,1 0,0 0,0 0,1 0,-1 1,1-1,1 1,-1 2,2-6,0 1,0 0,0 0,1 0,-1-1,1 1,0 0,0-1,0 0,0 1,1-1,0 0,-1 0,1 0,0-1,0 1,0-1,1 0,-1 1,1-2,-1 1,1 0,-1-1,3 1,29 12</inkml:trace>
  <inkml:trace contextRef="#ctx0" brushRef="#br0" timeOffset="1528.467">1164 498,'-1'-6,"-1"1,0-1,0 1,0 0,-1 0,0 0,0 0,0 1,0-1,-1 1,0 0,0 0,0 0,0 0,-1 1,1-1,-1 1,0 0,0 1,0-1,0 1,0 0,-1 0,1 1,-1 0,1 0,-1 0,1 0,-1 1,0 0,1 0,-1 1,0-1,1 1,-1 0,1 1,-1 0,1-1,-5 4,4-2,0 1,-1-1,1 1,1 1,-1-1,1 1,0 0,0 1,0-1,1 1,-1 0,1 0,1 0,-1 0,1 1,1 0,-1-1,1 1,0 0,0 0,1 0,0 0,0 1,1-1,0 0,0 0,1 7,1-11,-1 1,1-1,0 1,0-1,0 0,0 0,1 0,-1 0,1 0,0-1,-1 1,1-1,0 0,1 1,-1-1,0-1,1 1,-1 0,1-1,-1 0,1 0,0 0,-1 0,1-1,0 1,0-1,0 0,1 0,7 0,-1-1,1 0,-1 0,1-2,-1 1,0-1,0-1,9-3,-10 3,0-1,-1 1,1-1,-1-1,0 0,-1 0,1-1,-1 0,0-1,-1 1,0-1,0-1,-1 1,0-1,0 0,-1-1,0 1,1-7,-6 16,0 1,-1-1,1 0,0 0,0 0,-1 0,1 0,0 0,0 0,-1 0,1 0,0 0,0 0,-1 0,1 0,0 0,0 0,-1 0,1 0,0-1,-3 11,1 0,1-1,0 1,0 0,1 0,0 0,0 0,1 0,1-1,1 6,-3-11,1-1,0 1,1-1,-1 0,0 0,1 1,0-1,-1 0,1 0,1-1,-1 1,0 0,1-1,-1 1,1-1,0 0,0 0,-1 0,2 0,-1 0,0-1,0 0,0 1,1-1,-1 0,1 0,-1-1,0 1,1-1,0 0,-1 0,1 0,0 0,0 0,0-1,0 0,-1 0,1 0,0 0,0 0,-1-1,1 0,-1 0,1 0,-1 0,0 0,0 0,0-1,0 0,0 0,-1 1,1-2,-1 1,0 0,0 0,0-1,0 1,0-1,-1 1,0-1,0 0,0 0,0-1,12-124,-14 120,0 7,1-1,-1 1,1 0,-1 0,1 0,0-1,0 1,0 0,0 0,0 0,1-1,-1 1,0 0,1 0,0 0,0 0,-1 0,1 0,0 0,0 0,1 0,-1 0,0 0,1 1,-1-1,1 1,0-1,-1 1,1-1,0 1,0 0,0 0,0 0,0 0,0 0,0 0,10 2,-1 0,1 1,0 0,-1 1,0 0,1 1,-1 0,0 1,-1 0,8 5,-12-8,0 1,0 0,-1 0,0 1,1 0,-1 0,0 0,-1 1,1-1,-1 1,0 0,0 0,0 1,-1-1,0 1,0 0,0-1,-1 1,0 1,0-1,0 0,-1 0,0 1,0-1,-1 3,1 120,-1-128,0 0,0 0,0 0,0 0,1-1,-1 1,0 0,1 0,-1 0,0 0,1 0,-1-1,1 1,0 0,-1 0,1-1,-1 1,1 0,0-1,0 1,-1-1,1 1,0-1,0 1,0-1,0 0,0 1,-1-1,1 0,0 0,0 1,0-1,0 0,0 0,0 0,0 0,0 0,0 0,0-1,0 1,0 0,-1 0,1-1,0 1,0-1,0 1,0 0,0-1,-1 0,1 1,42-31,-26 14,0-1,-2-1,0-1,-1 0,-1-1,-1 0,-1-1,0 0,-2-1,-1 0,-1 0,1-9,3-19,-2 0,-3-1,-2 0,-2 0,-3-13,-6 9,2 59,-15 113,14-70,-1-9,3 1,0-1,3 1,1 0,2-1,1 1,7 23,-9-54,1 0,0 0,0-1,1 1,0 0,0-1,1 0,-1 1,1-1,1-1,-1 1,1-1,0 0,0 0,1 0,-1 0,1-1,0 0,0-1,0 1,1-1,0 0,-1-1,1 1,0-1,0-1,0 1,0-1,0-1,6 1,-7-1,-1 0,1-1,-1 1,1-1,-1-1,1 1,-1-1,0 0,1 0,-1 0,0-1,-1 1,1-1,0-1,-1 1,2-1,11-15</inkml:trace>
  <inkml:trace contextRef="#ctx0" brushRef="#br0" timeOffset="1818.04">1645 217,'9'4,"17"2,20 0,20-2,17-1,15-1,7 2,-15 0</inkml:trace>
  <inkml:trace contextRef="#ctx0" brushRef="#br0" timeOffset="2101.127">2514 377,'-39'-11,"24"6,-1 1,1 0,-1 0,0 2,0 0,-1 1,1 0,-9 2,20 1,-1 0,1 0,0 0,0 0,1 1,-1 0,1 0,-1 0,1 1,0 0,0-1,0 1,1 1,-1-1,1 0,0 1,1 0,-1 0,1-1,0 2,0-1,0 0,1 0,-1 0,1 1,1-1,-1 1,1-1,0 1,0-1,0 1,1-1,0 0,0 1,1-1,-1 0,1 0,0 0,0 0,1 0,0 0,-1 0,2-1,-1 0,2 2,0-1,0 0,0-1,1 0,0 0,-1 0,2 0,-1-1,0 0,1-1,-1 1,1-1,0 0,0-1,0 0,0 0,0 0,0-1,0 0,0 0,0-1,0 0,0 0,-1-1,1 0,0 0,-1 0,1-1,-1 0,1 0,-1-1,-1 0,1 0,0 0,-1-1,0 1,0-1,0-1,-1 1,1-1,-1 1,-1-1,1 0,-1-1,1-2,-1 4,0-2,-1 1,0 0,0 0,-1-1,0 1,0-1,0 1,-1-1,0 1,0-1,0 1,-1-1,0 1,-1-1,1 0,1 7,0-1,0 1,-1-1,1 1,0-1,0 1,0-1,-1 1,1-1,0 1,-1-1,1 1,0 0,-1-1,1 1,0-1,-1 1,1 0,-1-1,1 1,-1 0,1-1,-1 1,1 0,-1 0,1 0,-1 0,1-1,-1 1,1 0,-1 0,1 0,-1 0,1 0,-1 0,1 0,-1 0,0 0,1 1,-1-1,1 0,-1 0,1 0,-1 1,1-1,-1 0,1 0,0 1,-1-1,1 0,-1 1,1-1,0 1,-1-1,1 1,0-1,-1 1,-15 28,14-24,1 0,0-1,0 1,0 0,0 0,1 0,0 0,0 0,0 0,1 0,-1 0,1 0,1 0,-1-1,1 1,-1 0,1-1,0 1,1-1,-1 0,1 0,0 0,0 0,0 0,1 0,-1-1,1 0,0 1,0-1,4 2,82 27,-42-24</inkml:trace>
  <inkml:trace contextRef="#ctx0" brushRef="#br0" timeOffset="2457.846">2902 457,'31'-44,"-2"-2,-2-1,17-43,-43 88,9-21,-10 24,0-1,1 0,-1 0,0 0,0 0,0 0,0 1,0-1,0 0,1 0,-1 0,0 0,0 0,0 0,0 0,1 0,-1 0,0 1,0-1,0 0,1 0,-1 0,0 0,0 0,0 0,0 0,1 0,-1 0,0 0,0 0,0-1,1 1,-1 0,0 0,0 0,0 0,0 0,1 0,-1 0,0 0,0 0,0-1,0 1,0 0,0 0,1 0,-1 0,0-1,0 1,0 0,0 0,-11 141,5 192,-1-305,1-21</inkml:trace>
  <inkml:trace contextRef="#ctx0" brushRef="#br0" timeOffset="2751.101">2943 711,'-3'4,"5"3,8-2,11 0,14-1,13-2,13-1,8-1,-8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1:40.0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134 467,'-2'21,"-3"20,-1 14,1 12,-1 8,0 3,-1-3,1-5,-1-10,0-16</inkml:trace>
  <inkml:trace contextRef="#ctx0" brushRef="#br0" timeOffset="568.021">1 561,'1'-4,"0"1,0-1,0 1,1-1,-1 1,1-1,0 1,0 0,1 0,-1 0,1 0,-1 0,1 0,0 1,0-1,0 1,0 0,0 0,1 0,-1 0,1 1,-1-1,1 1,1 0,91-14,-82 15,0 0,-1 1,1 0,-1 1,1 0,-1 1,0 1,0 0,0 1,-1 0,1 1,-1 1,0 0,-1 0,0 1,1 1,-11-8,0 1,1-1,-1 0,0 1,0-1,0 1,-1-1,1 1,0-1,-1 1,1 0,0-1,-1 1,0 0,1 0,-1-1,0 1,0 0,0 0,0-1,-1 1,1 0,0 0,-1-1,1 1,-1 0,1-1,-1 1,0-1,0 1,0-1,0 1,0-1,0 1,0-1,0 0,0 0,-1 1,1-1,0 0,-2 0,-65 35,47-31,0 0,0-1,-1-1,1 0,-1-2,-3-1,5-4,27-7,6 7,1 1,0 0,-1 1,2 0,-1 1,0 1,0 0,0 1,0 0,0 1,0 1,-1 0,9 4,70 51,-67-39,-17-15,0 0,0 0,1-1,0 0,0 0,0-1,0 0,0-1,0 0,0 0,0-1,0-1,1 1,-1-1,0-1,0 0,0 0,0 0,-1-1,1-1,-1 1,1-2,5-3,-10 6,0 1,-1-2,1 1,-1 0,1-1,-1 0,0 1,0-2,0 1,0 0,0 0,-1-1,1 1,-1-1,0 0,0 0,-1 0,1 0,-1 0,0 0,0 0,0 0,0-1,-1 1,0 0,0 0,0-1,0 1,-1 0,1 0,-1-1,0 1,-1 0,1 0,-1 0,0 0,1 0,-2-1,0 1,0-1,0 1,0-1,0 1,-1 0,1 0,-1 0,0 1,-1 0,1-1,0 1,-1 1,0-1,1 1,-1 0,0 0,0 0,0 0,-1 1,1 0,0 0,0 1,-1-1,1 1,-1 0,1 1,0-1,0 1,-1 0,1 0,0 1,0 0,0-1,0 2,0-1,-1 1,5-2,0 0,-1 1,1-1,0 0,0 1,0-1,0 1,0-1,0 1,0-1,0 1,0 0,1-1,-1 1,1 0,-1 0,1-1,0 1,0 0,0 0,0 0,0 0,0-1,0 1,0 0,1 0,-1-1,1 1,-1 0,1 0,0-1,0 1,0-1,0 2,49 37,-18-25</inkml:trace>
  <inkml:trace contextRef="#ctx0" brushRef="#br0" timeOffset="1501.889">963 641,'5'-13,"-2"7,1-1,-1 0,-1 0,1 0,-1 0,0 0,-1 0,0-1,0 1,0 0,-1-1,0 1,-1-1,1 1,-1 0,-1-1,-1-5,-1 10,1 0,0 0,-1 1,0-1,1 1,-1 0,0 0,0 1,0-1,-1 1,1 0,0 0,0 0,-1 0,1 1,0 0,-1 0,1 0,0 0,-1 1,1 0,0 0,-1 0,1 0,0 1,0-1,0 1,0 0,1 0,-1 1,0-1,1 1,0 0,-1 0,-1 2,-1 1,0 0,1 0,-1 0,1 1,1 0,-1 0,1 0,1 0,-1 1,1-1,0 1,1 0,0 1,1-5,0-1,0 1,1 0,-1 0,1 0,0 0,1-1,-1 1,1 0,-1 0,1-1,0 1,0 0,1-1,-1 1,1-1,0 1,0-1,0 0,0 0,1 0,-1 0,1 0,-1 0,1-1,0 1,0-1,4 2,-1 0,1-1,0 0,0-1,0 1,1-1,-1-1,1 1,-1-1,1-1,-1 1,1-1,-1-1,1 1,-1-1,1 0,-1-1,1 0,-1 0,0-1,0 0,0 0,-1 0,1-1,-1 0,1 0,-1-1,-1 0,1 0,-1 0,1-1,-2 0,1 0,-1 0,1 0,-2-1,1 1,-1-1,0 0,0 0,-1 0,1-4,-7-1,-4 34,7-18,-1 1,2 0,-1 0,1-1,-1 1,1 0,0 0,1 0,-1 0,1-1,0 1,0 0,1-1,-1 1,1-1,0 1,1-1,-1 0,0 0,1 0,0 0,0 0,0-1,1 1,-1-1,1 0,0 0,0 0,0 0,0-1,0 0,1 1,-1-2,2 2,-2-2,-1 0,1 0,-1 0,1 0,0-1,0 1,-1-1,1 0,0 0,0 0,-1-1,1 1,0-1,-1 0,1 0,0 0,-1 0,1-1,-1 1,0-1,0 0,1 0,-1-1,0 1,-1 0,1-1,0 0,-1 0,1 1,-1-1,0-1,0 1,0 0,-1 0,1-1,-1 1,0-1,1-2,8-109,-11 80,1 33,0 1,-1 0,1-1,0 1,0 0,0-1,0 1,0 0,0-1,0 1,1 0,-1-1,0 1,1 0,-1-1,1 1,-1 0,1 0,0 0,-1-1,1 1,0 0,0 0,0 0,0 0,0 0,0 1,0-1,0 0,0 0,0 1,1-1,-1 1,0-1,0 1,1-1,-1 1,0 0,1-1,-1 1,0 0,1 0,0 0,8 3,-1-1,0 1,0 1,0 0,0 0,0 1,-1 0,0 1,0 0,0 0,-1 0,0 1,0 0,0 1,0 1,-1-1,-1 1,-1 0,1 0,-1 0,-1 1,0-1,0 1,-1 0,0 0,-1 0,0 0,0 0,-1 0,-1 4,1-12,0 0,-1-1,1 1,0 0,0 0,0 0,0-1,1 1,-1 0,0-1,1 1,-1 0,1 0,-1-1,1 1,0-1,0 1,0-1,0 1,0-1,0 1,0-1,0 0,1 0,-1 1,0-1,1 0,-1 0,1 0,-1-1,1 1,-1 0,1 0,0-1,-1 1,1-1,0 0,0 1,-1-1,1 0,0 0,1 0,7-4,0 1,-1-2,1 1,-1-1,0 0,0-1,0 0,-1-1,0 0,0 0,-1-1,0 0,0 0,-1 0,0-1,-1 0,0 0,0 0,0-3,15-33,-2-1,-2-1,-2 0,-3-1,-1 0,-2-1,-3 0,-1-49,-2-46,-2 144,0 0,0 0,-1 1,1-1,0 0,0 1,-1-1,1 0,0 0,0 0,-1 1,1-1,0 0,-1 0,1 0,0 0,0 1,-1-1,1 0,0 0,-1 0,1 0,-1 0,1 0,0 0,-1 0,1 0,0 0,-1 0,1 0,0 0,-1-1,1 1,0 0,-1 0,1 0,0 0,0 0,-1-1,1 1,0 0,0 0,-1-1,1 1,0 0,0 0,-1-1,1 1,0 0,0-1,0 1,0 0,-1-1,-10 28,1 0,1 1,2 0,0 0,2 0,1 7,2-26,-5 24,2 0,1 1,1-1,2 1,2 0,0 0,3-1,1 1,3 9,-6-35,1 1,1-1,-1 0,1 0,0-1,1 1,0-1,0 0,1 0,0 0,0-1,0 0,1 0,0-1,0 1,0-2,1 1,-1-1,1 0,0 0,1-1,-1 0,6 0,35-7,-34-6</inkml:trace>
  <inkml:trace contextRef="#ctx0" brushRef="#br0" timeOffset="1768.608">1498 280,'7'-2,"16"-1,19 0,17 1,14 3,9 3,1 6,-13 1</inkml:trace>
  <inkml:trace contextRef="#ctx0" brushRef="#br0" timeOffset="2130.415">2140 535,'-2'-9,"0"-1,-1 1,0 0,0 1,-1-1,0 1,-1-1,0 1,0 0,0 1,-1-1,0 1,-1 1,0-1,0 1,0 0,-1 0,0 1,-1-1,6 6,-1-1,1 0,-1 1,1-1,-1 1,1 0,-1 0,0 1,1-1,-1 1,1 0,0-1,-1 2,1-1,0 0,-1 1,1-1,0 1,0 0,0 0,0 0,1 0,-1 1,1-1,-1 1,1 0,0-1,0 1,0 0,-5 8,0-1,1 0,0 1,1 0,0 1,1-1,-3 11,4-12,1 1,1-1,-1 1,2 0,-1-1,2 1,-1 0,1 0,1-1,0 2,-1-9,0 1,0 0,0-1,1 1,-1 0,1-1,0 0,0 1,0-1,0 0,1 0,-1 0,1-1,0 1,-1 0,1-1,1 0,-1 0,0 0,0 0,1 0,-1-1,1 1,-1-1,1 0,0 0,0 0,-1-1,4 1,2-2,0 0,-1-1,1 0,-1 0,1-1,-1 0,0 0,0-1,0 0,-1-1,0 0,1 0,-1 0,-1-1,1 0,-1 0,0-1,-1 1,1-1,-1-1,-1 1,0-1,0 0,0 0,-1 0,0 0,0 0,-1-1,0 0,-4 13,0 1,1 0,-1-1,1 1,0 0,0 0,1-1,-1 1,1 0,0 0,1 0,-1 0,1 0,0-1,0 1,0 0,1 0,-1-1,1 1,0-1,1 0,-1 1,1-1,0 0,0-1,0 1,0 0,1-1,-1 0,1 0,4 3,83 5,-63-14</inkml:trace>
  <inkml:trace contextRef="#ctx0" brushRef="#br0" timeOffset="2515.067">2488 414,'0'-3,"1"0,-1 0,1 0,0 0,0 0,0 0,0 0,1 0,-1 1,1-1,0 1,0-1,0 1,0 0,0-1,0 1,1 0,-1 1,0-1,1 0,0 1,-1-1,1 1,0 0,0 0,0 0,0 0,0 0,0 1,0-1,0 1,0 0,0 0,0 0,0 0,0 1,0-1,0 1,0 0,0 0,0 0,0 0,0 0,-1 1,1-1,0 1,-1 0,1 0,-1-1,0 2,0-1,0 0,2 2,-1 2,0 0,0 0,-1 0,1 0,-1 1,-1-1,1 1,-1-1,0 1,-1 0,0-1,0 1,0 0,-1-1,0 1,0-1,0 1,-1-1,0 1,0-1,-1 0,0 0,0 0,0 0,-1-1,0 1,0-1,0 0,-1 0,1 0,-3 0,-19 20,19-19,0 0,0 1,0-1,1 1,0 1,0-1,1 1,0 0,-3 8,8-14,0 0,1 0,-1 0,1-1,-1 1,1 0,0 0,-1 0,1 0,0-1,0 1,0 0,0-1,1 1,-1-1,0 1,1-1,-1 0,1 1,-1-1,1 0,0 0,0 0,-1 0,1 0,0-1,0 1,0 0,0-1,0 0,0 1,0-1,-1 0,1 0,0 0,0 0,0 0,0-1,0 1,2-1,-3 1,71 4,1-2,72-10,-71 4,-30 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0:43.4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343 27,'-18'7,"0"2,0 0,1 1,1 1,0 1,0 0,1 1,0 0,2 2,-1-1,2 2,0 0,1 0,0 1,2 0,-8 18,-1 7,2 1,3 0,1 1,2 1,2 0,-2 40,5-41,3 2,1-1,2 0,3 0,1-1,2 1,2-1,3 0,1-1,1 0,3-2,2 1,1-2,2-1,2 0,1-2,16 16,-2-11,1-2,3-2,39 27,15 4</inkml:trace>
  <inkml:trace contextRef="#ctx0" brushRef="#br0" timeOffset="669.231">2976 0,'44'27,"-1"2,-1 2,-2 2,-1 1,-2 2,-1 1,-2 2,-2 2,-1 1,-3 1,-1 1,-2 2,-3 0,-1 2,-3 0,-1 1,-3 1,-2 0,-2 1,-2 0,-3 1,-2-1,-2 1,-2 0,-3-1,-1 1,-3-1,-3-5,-1-2,-3 1,-1-1,-2-1,-2-1,-2-1,-1-1,-3-1,-1-1,-1-1,-2-1,-2-2,-9 6,-52 39</inkml:trace>
  <inkml:trace contextRef="#ctx0" brushRef="#br1" timeOffset="54083.524">797 722,'-21'12,"1"2,1 0,0 2,1 0,1 0,0 2,2 0,0 1,0 0,2 2,1-1,0 1,2 1,0 0,2 1,-1 5,6-22,1 1,0 0,0-1,0 1,1 0,0 0,1 0,0 0,0 0,0 0,1-1,-1 1,2 0,-1 0,1 0,0-1,1 1,-1-1,1 0,1 1,-1-1,1 0,-1-4,-1-1,1 1,-1-1,1 0,-1 0,1 0,0 0,-1 0,1 0,0-1,0 1,-1-1,1 0,0 0,0 0,0 0,-1-1,1 1,0-1,0 1,-1-1,1 0,0 0,-1-1,1 1,-1 0,1-1,64-48,-32 14,-3-1,-1-2,-2-1,-1-1,-3-1,-1-1,-2-2,-2 0,3-15,-16 43,-1 0,-1-1,0 1,-1-1,-1 0,0 0,-2 0,0-3,-1 18,0 0,0 1,-1-1,1 1,-1-1,0 0,1 1,-1-1,0 1,0 0,-1-1,1 1,-1 0,1 0,-1-1,1 1,-1 1,0-1,0 0,0 0,0 1,-1-1,1 1,0-1,0 1,-1 0,1 0,-1 0,1 0,-1 1,0-1,1 1,-1 0,1-1,-1 1,0 0,1 0,-1 1,0-1,1 1,-1-1,1 1,-1 0,1 0,-1 0,1 0,-1 0,1 0,-11 6,1 0,0 1,0 0,1 1,0 0,0 1,1 0,0 0,1 1,0 0,1 1,1 0,-1 1,2-1,0 1,0 0,1 1,1-1,0 1,1 0,1 0,0 0,0 1,2-1,0 0,0 1,2-1,0 2,5 11,1-1,1 0,2-1,0 0,2-1,1 0,9 12,29 55,-40-69,-2 1,-1 0,0 1,-2 0,-1 0,0 1,0 22,-4-24</inkml:trace>
  <inkml:trace contextRef="#ctx0" brushRef="#br1" timeOffset="54284.056">1212 1083,'-7'16,"-4"14,-3 11,1 6,2 4,4-1,3-1,1-4,3-6,2-5,4-6,1-7</inkml:trace>
  <inkml:trace contextRef="#ctx0" brushRef="#br1" timeOffset="54794.758">1466 1016,'2'0,"1"0</inkml:trace>
  <inkml:trace contextRef="#ctx0" brushRef="#br1" timeOffset="55680.032">2080 816,'-7'-3,"0"1,0 0,0 0,0 0,-1 1,1 0,0 1,-1 0,1 0,0 0,-1 1,1 0,0 0,0 1,0 0,0 0,0 1,0 0,0 0,1 1,0 0,0 0,0 0,0 1,0-1,1 1,-3 4,-1 0,0 1,1 0,1 1,-1-1,2 2,-1-1,2 1,-1-1,2 1,0 1,0-1,1 1,0 0,1-1,1 6,0-12,0 0,0 0,1-1,0 1,0 0,1 0,0 0,0 0,0 0,1-1,-1 1,1 0,1-1,-1 0,1 1,0-1,0 0,1 0,-1-1,1 1,0-1,0 0,1 0,-1 0,1 0,0-1,0 0,0 0,0 0,0-1,1 1,-1-1,1-1,0 1,0-1,-1 0,1 0,0-1,0 1,3-2,5-4,0 0,-1-1,0-1,0 0,0-1,-1 0,0-1,-1-1,0 0,0 0,-1-1,-1 0,1-1,-2 0,0 0,0-1,1-6,6-5,-1-1,-2-1,0 0,-2-1,-1 0,-1 0,-2-1,0 0,-2 0,-1 0,-1-1,-2 1,0-4,-2 22,1 0,-1 0,-1 0,1 1,-2-1,1 1,-1 0,-1 0,0 0,-3-5,6 12,1-1,-1 1,0 0,0 0,0 0,0 0,-1 0,1 0,0 0,-1 1,1-1,-1 1,0 0,1 0,-1 0,0 0,0 0,0 0,1 1,-1-1,0 1,0 0,0 0,0 0,0 0,0 1,0-1,0 1,0 0,1 0,-1 0,0 0,1 0,-1 0,0 1,1-1,-2 2,-6 7,0 0,0 0,1 1,0 0,1 0,1 1,0 0,0 0,1 1,1 0,0 0,1 0,0 1,1-1,0 1,1 0,1 7,-2 4,1 1,2 0,1 0,1 0,1-1,1 1,1-1,2 0,0 0,1 0,2-1,1-1,0 0,2 0,0-1,2-1,0 0,2-1,17 16,-26-26,1-2,0 1,0-2,1 1,0-1,1 0,0-1,0-1,0 1,0-2,1 0,0 0,0-1,0 0,4 0,-11-4,1 0,-1 0,0 0,0-1,-1 0,1 0,0 0,-1 0,1-1,-1 1,1-1,-1 0,0-1,0 1,-1-1,1 0,-1 0,0 0,0 0,1-3,26-25,-28 31,1 0,-1-1,1 2,0-1,-1 0,1 0,0 1,0 0,-1-1,1 1,0 0,0 0,0 1,-1-1,1 1,0-1,-1 1,1 0,0 0,-1 0,1 0,-1 0,1 1,-1-1,0 1,0-1,1 1,-1 0,0 0,-1 0,1 0,0 1,0-1,-1 0,0 1,1-1,-1 1,26 22,-24-22,0-1,1 0,-1 0,1 0,-1 0,1 0,0-1,0 0,-1 0,1 0,0 0,0-1,0 1,0-1,0 0,0 0,0-1,0 1,0-1,0 0,0 0,0 0,0 0,0-1,-1 1,1-1,-1 0,1 0,-1-1,0 1,0-1,2-1,3-4,-1 1,0-1,-1 0,0-1,0 0,-1 0,0 0,0 0,-1-1,0 0,-1 1,0-4,0 3,-1-1,-1 0,0 0,-1 0,0 0,0 0,-1 1,0-1,-1 0,-1-2,2 9,0 1,0-1,0 0,-1 1,1-1,-1 0,0 1,0 0,0-1,-1 1,1 0,-1 0,0 0,1 1,-1-1,0 1,-1-1,1 1,0 0,-1 0,1 1,-1-1,0 1,1 0,-1-1,0 2,0-1,0 0,-3 1,2 0,-1 0,1 1,-1-1,1 1,-1 1,1-1,-1 1,1 0,0 0,0 1,0-1,0 1,0 0,1 1,-1-1,1 1,0-1,0 2,-2 2,-55 93,54-82</inkml:trace>
  <inkml:trace contextRef="#ctx0" brushRef="#br1" timeOffset="56031.851">1947 294,'-7'0,"-2"3,3 0,6-1,13 1,18-2,19 0,20-2,15-4,10-4,3 1,-7-1,-19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1:43.8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1 307,'14'0,"17"0,16 0,15 0,11 0,7 0,1 0,-7 5,-13 5,-17 2</inkml:trace>
  <inkml:trace contextRef="#ctx0" brushRef="#br0" timeOffset="268.265">134 548,'19'5,"18"1,20 0,19-2,11-3,3-4,-14-2</inkml:trace>
  <inkml:trace contextRef="#ctx0" brushRef="#br0" timeOffset="3178.218">615 0,'0'1,"0"-1,0 0,0 0,0 1,0-1,0 0,0 0,0 1,-1-1,1 0,0 0,0 0,0 1,0-1,-1 0,1 0,0 0,0 1,-1-1,1 0,0 0,0 0,0 0,-1 0,1 0,0 1,-1-1,1 0,0 0,0 0,-1 0,1 0,0 0,0 0,-1 0,1 0,0 0,-1 0,1-1,0 1,0 0,3 7,2-1,-1 0,1-1,-1 1,2-1,-1 0,0 0,1 0,0-1,0 0,1 0,-1 0,1-1,-1 0,1 0,0-1,1 0,148 53,-114-43,-1 2,-1 1,0 2,-2 2,35 23,-65-38,0 1,-1 0,0 1,0 0,-1 0,1 0,-1 1,-1 0,1 0,-1 0,0 1,-1 0,0 0,0 0,-1 0,0 0,0 1,-1 0,0-1,0 1,-1 0,-1 0,1 0,-1 0,-1 0,-1 8,-6 4,-1-1,-2 1,0-2,-1 0,0 0,-2-1,0-1,-1 0,-1-1,0 0,-2-2,1 0,-10 5,-228 177,221-168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1:47.6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1279 1742,'3'16,"0"16,2 15,3 12,-1 8,0 4,-3 1,-1-5,-4-6,-3-10,-2-13</inkml:trace>
  <inkml:trace contextRef="#ctx0" brushRef="#br0" timeOffset="358.17">1213 1622,'27'30,"3"-2,0-1,2-2,19 13,1 0,-38-27,34 24,-2 1,-2 3,-1 2,36 44,-74-80,0-1,-1 1,1 1,-1-1,0 0,-1 1,1 0,-1 0,0 0,-1 0,0 1,0-1,0 1,0-1,-1 1,0 0,-1-1,0 1,0 0,0 0,0-1,-1 1,-1 0,1-1,-1 1,0-1,0 0,-1 1,0-1,0 0,0 0,-5 2,0 0,0-1,-1 0,1 0,-2-1,1 0,-1 0,0-1,0-1,0 0,-1 0,1-1,-12 2,-144 13,124-18,10-1</inkml:trace>
  <inkml:trace contextRef="#ctx0" brushRef="#br0" timeOffset="650.385">1961 2303,'8'-65,"-4"0,-2-49,-2 51,0 111,2 0,2 0,2-1,3 1,1-1,2-1,3 0,12 27,-16-51</inkml:trace>
  <inkml:trace contextRef="#ctx0" brushRef="#br0" timeOffset="885.755">2389 1969,'18'-3,"15"0,14 1,7-1,2 4,-4 3,-9 6,-12 6,-11 0</inkml:trace>
  <inkml:trace contextRef="#ctx0" brushRef="#br0" timeOffset="1151.536">2523 2210,'23'5,"18"1,15-1,10 0,6-2,-9-1</inkml:trace>
  <inkml:trace contextRef="#ctx0" brushRef="#br0" timeOffset="2320.957">3432 726,'10'-56,"-10"56,1 0,-1 0,0 0,1-1,-1 1,0 0,1 0,-1 0,0 0,1 0,-1 0,0 0,1 0,-1 0,1 0,-1 0,0 0,1 0,-1 0,0 0,1 0,-1 0,0 1,1-1,-1 0,0 0,0 0,1 0,-1 1,0-1,1 0,-1 0,0 1,0-1,0 0,1 1,-1-1,0 0,0 0,0 1,0-1,1 0,-1 1,0-1,0 1,0-1,0 0,0 1,0-1,0 0,0 1,0-1,0 0,0 1,0-1,0 0,-1 1,1-1,0 0,0 1,0-1,0 0,-1 1,1-1,0 0,0 0,0 1,-1-1,19 287,26 1378,-46-683,5-930,2-44,1-8</inkml:trace>
  <inkml:trace contextRef="#ctx0" brushRef="#br0" timeOffset="5418.051">5397 1207,'-5'-2,"-1"1,0 0,1 0,-1 1,0-1,1 1,-1 1,0-1,1 1,-1 0,0 0,1 1,0-1,-1 1,1 0,0 1,0 0,0-1,0 1,0 1,1-1,-1 1,1 0,0 0,-2 2,-4 7,0 0,0 1,1 0,1 0,1 1,0 0,0 1,0 3,-5 19,1 0,1 0,3 1,1 0,2 0,1 1,2 10,1-47,-1 1,1 0,0 0,0 0,0-1,0 1,1 0,-1 0,1 0,0-1,0 1,1-1,-1 1,1-1,0 1,-1-1,2 0,-1 1,0-1,1-1,-1 1,1 0,0 0,0-1,0 0,0 1,0-1,0-1,1 1,-1 0,1-1,-1 1,1-1,0 0,-1 0,1-1,0 1,0-1,1 0,11-4,0-1,0-1,0 0,-1-1,0-1,0 0,-1-2,0 1,0-1,-1-1,-1-1,0 0,4-5,11-10,-2-1,-2-1,0-2,-2 0,-1-1,-2-1,-1 0,-1-2,-2 0,-2 0,-1-2,-2 1,-1-1,-2 0,-2-1,-1-15,-3 38,0 0,-2 0,0 0,0 0,-1 0,-1 0,-1 1,0 0,3 9,0 0,0 0,-1 0,1 1,-1-1,0 1,0 0,-1 0,1 0,-1 0,0 1,0-1,0 1,-1 0,1 0,-1 1,1-1,-1 1,0 0,0 0,0 1,0-1,0 1,-2 0,1 1,0-1,0 1,0 1,0 0,0-1,0 2,0-1,0 1,1 0,-1 0,1 0,-1 1,1 0,0 0,0 0,0 1,1-1,-1 1,1 0,0 1,0-1,-1 3,-4 4,1 1,0 0,1 1,0-1,1 2,1-1,0 0,-3 14,2 8,2 0,1 1,1 0,3 0,0-1,3 1,1-1,1 0,2 0,1 0,2-1,2-1,1 0,1 0,2-2,1 0,1-1,20 23,-29-39,1-1,1-1,0 0,0 0,1-1,0-1,13 8,-21-15,0 0,0-1,0 1,0-1,0 0,0 0,0-1,1 0,-1 0,1 0,-1-1,1 1,-1-1,1 0,-1-1,1 0,-1 1,1-2,-1 1,0-1,0 1,0-2,1 1,-2 0,4-3,3-3,-1-1,-1-1,1 1,-1-1,-1-1,0 0,0 0,-1-1,1-3,6-8,-14 22,0 1,0 0,0-1,0 1,0-1,0 1,0-1,0 1,1-1,-1 1,0-1,0 1,0 0,0-1,1 1,-1-1,0 1,0 0,1-1,-1 1,0 0,1-1,-1 1,0 0,1-1,-1 1,1 0,-1 0,0 0,1-1,-1 1,1 0,-1 0,1 0,-1 0,1 0,-1 0,0 0,1 0,-1 0,1 0,-1 0,1 0,-1 0,1 0,-1 0,1 0,-1 1,0-1,1 0,-1 0,1 0,-1 1,0-1,1 0,4 28,-4-21,0-1,0 0,0 0,1 1,0-1,0-1,0 1,1 0,0-1,0 1,0-1,1 0,0 0,0 0,0 0,1-1,-1 1,1-1,0-1,0 1,0-1,1 1,-1-2,1 1,0-1,0 1,0-1,0-1,0 1,4-1,1 1,1-1,-1 0,0 0,1-1,-1-1,1 0,-1-1,0 0,0-1,0 0,0 0,0-1,-1-1,1 0,7-5,-12 7,0-1,-1 0,1 0,-1-1,0 1,-1-1,1 0,-1 0,0-1,0 1,0-1,-1 0,0 0,0 0,0-1,-1 1,0-1,-1 1,1-1,-1 0,0 1,-1-1,1 0,-2 0,1 1,-1-1,0-1,0 2,-1-1,0 0,0 1,-1-1,0 1,0 0,0 0,-1 0,0 0,0 1,-1-1,1 1,-1 0,0 1,-1-1,1 1,-1 0,0 0,0 1,0 0,0 0,0 0,-1 0,0 1,1 1,-1-1,0 1,-5-1,4 1,0 0,-1 0,1 1,-1 0,1 1,0 0,-1 0,1 0,0 1,0 1,0-1,0 1,0 1,0-1,1 1,0 1,0-1,0 1,0 0,1 1,0 0,0 0,-3 4,-27 73,28-44</inkml:trace>
  <inkml:trace contextRef="#ctx0" brushRef="#br0" timeOffset="4067.532">4033 1327,'14'-10,"0"1,0 1,1 0,0 1,1 1,-1 0,1 1,0 0,1 2,-1 0,14-1,-27 4,0 0,-1 1,1-1,0 1,0-1,-1 1,1 0,0 0,-1 0,1 0,-1 1,1-1,-1 1,0-1,1 1,-1 0,0 0,0 0,-1 0,1 0,0 0,0 0,-1 1,0-1,1 1,-1-1,0 1,0 0,0-1,-1 1,1 0,0 89,-58 90,10-43,42-87,6-51,0 0,0-1,0 1,0 0,0-1,0 1,0-1,0 1,1-1,-1 0,0 1,0-1,1 0,-1 0,0 0,0 0,0 0,1 0,-1 0,0 0,0-1,1 1,-1 0,0-1,0 1,0-1,0 1,0-1,0 0,0 1,0-1,0 0,0 0,0 0,0 1,0-1,0 0,-1 0,1 0,0 0,-1-1,1 1,20-22,-1 0,-1-1,-1-1,-1-1,-1-1,-2 0,0-1,2-12,19-63,-33 97,-1 15,-1 26,-1-28,0 57,3 1,2-1,11 51,-14-108,-1 0,2 0,-1-1,0 1,1 0,1-1,-1 1,1-1,0 1,0-1,1 0,0-1,0 1,0-1,1 1,-1-1,1 0,1-1,-1 1,1-1,-1 0,4 1,-7-5,-1 0,1 1,-1-1,1 0,0 0,-1 0,1 0,0 0,-1 0,1-1,0 1,-1-1,1 1,-1-1,1 1,-1-1,1 0,-1 0,1 0,-1 0,0 0,1 0,-1 0,0 0,0 0,0-1,0 1,0 0,0-1,0 1,0-1,-1 1,1-1,0 0,6-18</inkml:trace>
  <inkml:trace contextRef="#ctx0" brushRef="#br0" timeOffset="4399.227">4234 1554,'9'0,"10"0,13 0,13 0,7 0,4-2,-3-1,-8 0,-12-1,-11-1</inkml:trace>
  <inkml:trace contextRef="#ctx0" brushRef="#br0" timeOffset="4678.476">4140 1127,'-14'-12,"-6"-3,-2 1,2 5,11 8,17 7,21 5,20 0,22-2,15-2,13-2,2-2,-7-2,-19-1</inkml:trace>
  <inkml:trace contextRef="#ctx0" brushRef="#br0" timeOffset="7926.267">5664 2732,'-18'8,"1"2,0 0,1 1,0 1,0 0,2 1,-1 1,2 0,0 1,1 1,0-1,1 2,1 0,0 0,2 1,0 0,1 0,-3 13,2-12,0 0,2 1,0 0,1 0,1 0,1 1,1 0,1-1,1 1,0 0,4 18,-3-34,1 1,0-1,0 0,0 0,0 0,1 0,0-1,0 1,0-1,0 1,1-1,0 0,0 0,0-1,0 1,0-1,1 0,0 0,-1-1,1 1,0-1,1 0,-1 0,0-1,0 1,1-1,-1 0,1-1,-1 1,0-1,1 0,-1-1,1 1,-1-1,1 0,-1 0,0-1,1 0,8-3,0 0,-1-1,0-1,0 0,-1-1,0 0,0-1,0-1,-1 1,-1-2,0 1,0-2,-1 1,-1-1,3-5,5-9,-1-2,-2 0,0-1,-2 0,-1 0,4-24,-5 13,-1 0,-2-1,-1 0,-3 0,-1 0,-2 1,-2-1,-4-20,5 52,0 1,0 0,-1 1,0-1,0 0,-1 1,1 0,-2-1,1 2,-6-7,8 11,0 0,0 0,0 0,0 0,-1 0,1 0,-1 1,1-1,-1 1,0 0,0 0,1 0,-1 0,0 0,0 1,0-1,0 1,0 0,0 0,0 0,0 0,0 0,0 1,0-1,0 1,0 0,0 0,1 0,-1 0,-2 2,-7 4,2 2,-1-1,1 1,1 1,0 0,0 0,1 1,0 0,1 0,0 1,1 0,0 0,1 1,0-1,1 1,1 0,0 0,0 1,1 4,-2 17,1 0,2 0,1 1,2-1,1 0,2 0,2 0,1 0,1-1,2-1,2 0,0 0,3-1,0-1,2 0,4 2,-15-22,1 0,0-1,1 1,0-2,1 1,0-1,10 6,0-2</inkml:trace>
  <inkml:trace contextRef="#ctx0" brushRef="#br0" timeOffset="8307.528">6052 3266,'-1'8,"0"-1,0 1,1-1,0 1,0-1,1 1,0-1,0 1,1-1,0 0,0 1,1-1,0 0,0-1,0 1,1 0,0-1,0 0,1 0,0 0,0 0,0-1,1 0,0 0,0-1,0 1,7 2,-8-4,1 0,0-1,-1 0,1 0,0-1,0 1,0-1,0-1,1 1,-1-1,0 0,0 0,0-1,0 0,0 0,0-1,0 1,0-1,0 0,-1-1,1 1,-1-1,1 0,-1-1,0 1,-1-1,1 0,0 0,-1-1,0 1,0-1,0 0,-1 0,0 0,0-1,0 1,-1-1,1 1,0-7,-1 7,-1-1,0 1,-1-1,0 0,0 1,0-1,0 0,-1 1,0-1,0 0,0 1,-1-1,0 1,0 0,-1 0,1-1,-1 2,0-1,0 0,-1 0,1 1,-1 0,0 0,0 0,-1 0,1 1,-1-1,1 1,-5-2,-1 0,-1-1,0 1,-1 1,1 0,-1 0,0 1,0 1,0 0,0 1,0 0,0 1,0 0,-8 1,10 1,0 0,0 0,0 1,1 0,-1 1,1 0,0 0,0 1,0 0,1 1,-3 2,8-5,-1 0,1 0,-1 0,1 0,0 1,0 0,0 0,1 0,-1 0,1 0,0 0,0 0,0 1,1-1,0 1,0-1,0 1,0 0,1-1,-1 1,1 0,1-1,-1 1,1 4,6 15</inkml:trace>
  <inkml:trace contextRef="#ctx0" brushRef="#br0" timeOffset="8869.171">5357 2423,'-5'3,"6"0,14 0,20-1,22 0,23-1,17-3,13 0,8-4,-2 1,-21 0</inkml:trace>
  <inkml:trace contextRef="#ctx0" brushRef="#br0" timeOffset="6709.171">4408 2732,'-11'3,"-1"1,2 0,-1 1,0 0,1 1,0 0,0 0,1 1,0 1,0-1,0 1,1 1,1 0,-1 0,1 0,1 1,0 0,-4 9,-7 10,2 1,1 0,1 1,2 0,1 1,1 0,2 1,0 7,6-31,0 1,1 0,0 0,0-1,1 1,0 0,1-1,0 1,0 0,3 4,-4-11,1 1,-1-1,1 0,0 1,0-1,0 0,1 0,-1 0,1-1,0 1,-1-1,1 1,0-1,0 0,1 0,-1 0,0 0,1-1,-1 1,1-1,-1 0,1 0,0 0,-1-1,1 1,0-1,0 0,1 0,9-3,1 0,-1-1,0 0,-1-1,1-1,-1 0,0-1,0 0,-1-1,0-1,0 0,-1 0,0-1,-1 0,0-1,-1-1,0 1,0-1,1-5,7-11,-1-1,-2 0,-1 0,-1-2,-2 0,-1 0,-1 0,-2-1,-1 0,-2-1,0 1,-3-1,-1-11,1 35,0-1,0 1,-1-1,0 1,0-1,-1 1,-1 0,0-1,0 1,0 1,-1-1,-1 0,1 1,-1 0,-1 0,0 0,0 1,-5-6,7 12,0 0,0 1,0-1,0 1,0-1,0 1,-1 0,1 1,0-1,0 1,0 0,0 0,0 0,1 0,-1 1,0-1,0 1,1 0,-1 0,1 0,0 1,0-1,0 1,0 0,0 0,0 0,1 0,-1 1,1-1,0 0,0 1,0 0,1-1,-1 2,-7 16,1 0,1 1,2-1,0 1,1 0,1 1,1-1,0 1,2-1,1 1,1-1,1 1,1-1,1 0,0 0,9 20,8 16,3-1,1 0,4-2,33 47,-13-19,-35-57</inkml:trace>
  <inkml:trace contextRef="#ctx0" brushRef="#br0" timeOffset="6981.494">4822 3266,'2'-16,"4"-14,-1-9,1-3,-3 4,0 7,-4 12,-5 16,-5 19,-3 15,0 13,1 11,3 8,6 1,6-2,9-6,9-7,2-12</inkml:trace>
  <inkml:trace contextRef="#ctx0" brushRef="#br0" timeOffset="11825.085">6881 806,'-9'-11,"9"44,54 359,-32-124,-13 1,-11 0,-13 10,12-220,-6 67,5 0,5 1,6 0,23 118,56 86,-77-267,-13-59,-2-6</inkml:trace>
  <inkml:trace contextRef="#ctx0" brushRef="#br0" timeOffset="15530.539">3927 4108,'-7'11,"5"9,13 3,20-1,21-3,24-5,16-5,9-7,-2-5,-17-3</inkml:trace>
  <inkml:trace contextRef="#ctx0" brushRef="#br0" timeOffset="15004.927">3820 4629,'-2'-5,"1"0,0 0,0 0,1 0,-1 0,1-1,0 1,1 0,-1 0,1-1,0 1,0 0,1 0,-1 0,1 0,0 1,1-1,-1 0,1 1,0-1,0 1,0 0,1 0,-1 0,1 1,0-1,2 0,5-5,0 1,0 0,1 0,1 2,-1-1,1 2,0-1,0 2,11-3,-19 6,0-1,-1 1,1 0,1 0,-1 0,0 1,0 0,0 0,0 0,0 0,0 1,0 0,0 0,0 1,0-1,0 1,-1 0,1 0,0 0,-1 1,0 0,0 0,0 0,0 0,0 1,0-1,-1 1,0 0,0 0,2 2,1 12,-1 0,0 0,-1 1,-1-1,-1 1,-1 0,0-1,-1 1,-1 0,-1 0,-1-1,-2 8,3-7,0 59,3-77,-1 0,1 0,0 0,-1 0,1 0,0 0,0 0,-1 0,1 0,0 0,0 0,0-1,0 1,0 0,0-1,0 1,0-1,1 1,-1-1,0 0,0 1,0-1,0 0,1 0,-1 0,0 0,0 0,0 0,1 0,-1 0,0-1,0 1,0 0,0-1,1 1,-1 0,1-2,40-21,-28 10,0-1,-2 0,0-1,0 0,-2-1,0-1,-1 1,0-1,-1-1,-1 0,-1 0,-1 0,3-18,-12 55,-4 10,1 1,1 0,2 0,1 0,2 1,1 24,1-48,1-1,-1 1,1-1,0 1,1-1,0 0,0 0,0 0,0-1,1 1,0-1,0 0,1 0,-1 0,1 0,0-1,1 0,-1 0,1 0,-1-1,1 0,0 0,0 0,1-1,-1 0,0 0,1 0,-1-1,1 0,0 0,-1-1,7 0,19 0</inkml:trace>
  <inkml:trace contextRef="#ctx0" brushRef="#br0" timeOffset="15237.304">4127 4709,'18'0,"15"0,14-2,10-1,4-2,1 0,-6-2,-12 1</inkml:trace>
  <inkml:trace contextRef="#ctx0" brushRef="#br0" timeOffset="13093.684">1427 4121,'0'18,"0"18,0 16,0 13,0 8,0 7,0 0,-2-1,-1-6,0-8,0-13,2-13,0-14</inkml:trace>
  <inkml:trace contextRef="#ctx0" brushRef="#br0" timeOffset="13490.221">1373 4215,'-1'-3,"1"3,-1-1,0 0,0 0,1 1,-1-1,0 0,1 0,-1 0,1 0,-1 0,1 1,-1-1,1 0,0 0,0 0,-1 0,1 0,0 0,0-1,0 1,0 0,0 0,0 0,0 0,0 0,1 0,-1 0,0 0,1 0,-1 0,1 1,-1-1,1 0,-1 0,1 0,-1 0,1 0,0 1,0-1,-1 0,1 1,0-1,0 0,0 1,0-1,-1 1,1-1,0 1,0 0,0-1,0 1,0 0,0 0,1 0,9 5,-1 1,1 1,-1-1,0 2,-1 0,0 0,0 0,7 10,3 1,30 28,-3 3,-1 1,-3 2,-2 3,-2 0,26 56,-57-98,0 0,-1 1,0-1,-2 1,1 0,-2 0,0 1,-1-1,0 1,-2 6,0-18,-1 0,0 0,0 1,0-1,0 0,-1 0,0 0,0-1,0 1,0 0,0-1,-1 1,0-1,1 0,-1 0,-1 0,1 0,0-1,-1 1,1-1,-1 0,0 0,1 0,-1 0,-4 1,-106 19,26-19,-1-4,-73-11,119 9,38 1,23 2,-16 0,21 0</inkml:trace>
  <inkml:trace contextRef="#ctx0" brushRef="#br0" timeOffset="13849.609">2041 4964,'1'-5,"6"-49,3 1,2-1,2 2,3-1,-9 37,2 34,9 242,-17-242,-2-9,1 0,0 0,1 0,0 0,0 0,1 0,0-1,0 1,1-1,3 5,4-2</inkml:trace>
  <inkml:trace contextRef="#ctx0" brushRef="#br0" timeOffset="14109.159">2509 4616,'16'0,"17"0,16 0,13 0,8 2,1 4,-7 2,-12 2,-15 0</inkml:trace>
  <inkml:trace contextRef="#ctx0" brushRef="#br0" timeOffset="14314.742">2643 4803,'21'7,"20"2,16-2,15-6,12-4,4-2,-13 0</inkml:trace>
  <inkml:trace contextRef="#ctx0" brushRef="#br0" timeOffset="19413.606">8926 4535,'-7'-3,"0"1,0-1,-1 1,1 0,0 1,-1 0,1 0,-1 1,1 0,-1 0,0 0,1 1,-1 0,1 1,0 0,-1 0,1 0,0 1,0 0,1 0,-1 1,0 0,1 0,0 1,0 0,1 0,-1 0,1 0,-3 5,0-1,0 0,1 1,0 0,0 0,1 0,0 1,1 0,1 0,-1 1,2-1,0 1,0 0,1 0,0 0,1 0,1 0,0 0,0 5,1-12,0 1,0-1,1 0,-1 0,1 0,0 0,1 0,-1 0,1 0,0-1,0 0,0 1,1-1,-1 0,1 0,0-1,0 1,0-1,1 0,-1 0,1 0,0-1,0 0,0 0,0 0,0 0,0-1,0 0,1 0,-1 0,1-1,5 1,1 0,0-1,-1-1,1 0,-1-1,1 0,-1 0,0-1,0-1,0 0,0 0,-1-1,1-1,1-1,2-3,1-2,-1 0,-1 0,0-1,-1-1,0 0,-2-1,1 0,-2-1,0 0,0 0,-2-1,4-10,-2-1,-1 0,0-1,-3 1,0-1,-2 0,-1 0,-1-1,-2-4,0 18,0 0,-1 1,-1-1,-1 1,0 0,-1-1,-4-6,8 18,-1 0,0 0,0 0,-1 0,1 0,-1 0,0 0,0 1,0-1,0 1,-1 0,1 0,-1 0,0 1,0-1,0 1,0 0,0 0,0 0,-1 1,1-1,-1 1,1 0,-1 0,0 1,1-1,-2 1,-1 1,1 0,0 0,0 1,0 0,0 0,0 0,0 1,0 0,1 0,-1 1,1-1,0 1,0 0,0 0,1 1,0-1,-1 1,1 0,-2 5,-4 4,1 1,1 0,0 1,0 0,2 0,-3 12,3-1,1 0,2 0,1 0,1 1,1-1,2 0,0 1,2-1,1 0,1-1,2 1,0-1,2-1,1 1,0-2,2 0,1 0,1-1,1-1,1 0,1-1,0-1,12 8,-25-22,0-1,0 1,0-1,1-1,0 1,0-1,0 0,0 0,1 0,-1-1,1 0,0-1,0 1,0-1,0-1,0 1,1-1,-1 0,0-1,1 0,-1 0,1-1,-1 0,0 0,0 0,1-1,-1 0,3-2,108-84,-117 88,0-1,-1 0,1 1,0-1,-1 1,1-1,0 1,0-1,-1 1,1 0,0 0,0-1,0 1,0 0,-1 0,1 0,0 0,0 0,0 0,0 0,0 0,-1 0,1 0,0 0,0 0,0 1,0-1,-1 0,1 1,0-1,0 1,-1-1,1 1,0-1,0 1,-1-1,1 1,-1 0,1-1,0 1,9 36,-5-17,-2-14,0-1,1 0,-1 0,1-1,0 1,1-1,-1 0,1 0,0 0,0-1,0 0,0 1,1-2,-1 1,1-1,0 0,-1 0,1 0,0-1,0 0,0 0,0-1,1 0,-1 0,0 0,0 0,0-1,0 0,0-1,0 1,-1-1,1 0,0-1,-1 1,1-1,-1 0,0-1,1 0,-2 0,-1 1,1-1,-1 0,0-1,0 1,-1 0,0-1,1 1,-1-1,-1 0,1 0,-1 0,0 0,0 0,0 0,-1 0,1 0,-1 0,-1 0,1 0,-1-1,0 1,0 0,0 0,-1 1,1-1,-1 0,0 0,-1 1,1-1,-1 1,0 0,0 0,0 0,-1 0,0 1,1-1,-1 1,0 0,0 0,-1 0,1 0,-1 1,1 0,-1 0,-3-1,0 2,-1-1,1 1,-1 1,1 0,0 0,-1 0,1 1,-1 1,1-1,0 1,0 1,0 0,0 0,0 0,0 1,1 0,0 0,0 1,0 0,0 0,1 1,0 0,0 0,0 0,1 1,0 0,0 0,1 0,0 1,-2 5,-3 11</inkml:trace>
  <inkml:trace contextRef="#ctx0" brushRef="#br0" timeOffset="20005.656">8659 3921,'23'-5,"21"-1,21 0,17 2,14 0,6 2,-5 1,-19 1</inkml:trace>
  <inkml:trace contextRef="#ctx0" brushRef="#br0" timeOffset="18333.228">7897 4415,'-12'-3,"-1"1,0 0,0 1,1 1,-1-1,0 2,0 0,0 1,1 0,-1 1,1 0,-1 1,1 0,0 1,1 0,-1 1,1 1,0 0,1 0,-1 1,2 0,-1 1,-4 5,-1-1,2 0,0 1,0 0,1 1,1 0,1 1,0 0,1 0,1 1,0 1,1-1,1 1,-3 17,8-29,0 0,0 0,0 1,1-1,0 1,0-1,1 0,0 1,0-1,0 0,1 0,0 0,0 0,1 0,-1 0,1 0,0-1,1 0,0 1,-1-1,2 0,-1-1,0 1,1-1,0 0,0 0,0 0,1-1,-1 0,1 0,0 0,1 0,7 0,1 0,0 0,0-2,0 1,-1-2,1 0,0-1,0-1,0 0,0-1,-1 0,1-1,-1-1,0 0,0-1,-1-1,0 0,0-1,-1 0,1-1,-2 0,1-1,-2 0,1-1,-1 0,-1-1,0 0,-1 0,3-6,4-10,-1-1,-2-1,-1 0,-1 0,-2-1,-1-1,-1 1,-2-1,-1 0,-1 0,-2 0,-2 0,-1-7,3 32,0 0,0 0,-1 0,1 0,-2 0,1 0,-1 1,0-1,0 0,-1 1,0-1,0 1,-1 0,1 0,-1 0,-1 1,1-1,-1 1,0 0,0 0,0 1,-1-1,0 1,0 1,0-1,0 1,0 0,-7-2,6 4,1 1,-1 0,0 0,1 1,-1-1,1 2,-1-1,1 1,0 0,-1 0,1 1,0-1,0 1,1 1,-1-1,1 1,-1 0,1 0,-4 5,-2 2,1-1,1 2,0-1,0 1,1 1,1 0,0 0,-3 7,2 7,1 0,0 0,3 0,0 1,2-1,0 1,2 0,2-1,0 1,2 0,0-1,2 0,2 0,0-1,1 1,2-2,1 0,0 0,2-1,1-1,1 0,10 10,53 72,-64-85</inkml:trace>
  <inkml:trace contextRef="#ctx0" brushRef="#br0" timeOffset="18667.544">8271 4816,'-11'19,"-7"12,1 10,3 5,3 2,7-3,5-5,8-7,9-6,1-9</inkml:trace>
  <inkml:trace contextRef="#ctx0" brushRef="#br0" timeOffset="17389.783">6373 4670,'16'4,"16"2,15 0,10-2,7 0,4-2,0-1,-8-1,-14 0</inkml:trace>
  <inkml:trace contextRef="#ctx0" brushRef="#br0" timeOffset="17668.04">6600 4415,'-7'21,"-2"17,1 15,1 9,2 3,4 0,2-2,6-6,4-4,4-8,0-11</inkml:trace>
  <inkml:trace contextRef="#ctx0" brushRef="#br0" timeOffset="16552.931">5036 4402,'-12'11,"-1"0,2 1,-1 0,2 1,-1 1,2-1,0 1,1 1,0 0,1 0,1 1,0-1,1 1,1 0,0 1,1-1,1 1,1-1,0 1,1 0,2 12,-1-21,0 1,0-1,1 1,0-1,0 0,1 1,0-1,1-1,0 1,0 0,1-1,3 5,-5-8,0-1,0 0,0 0,0-1,0 1,0-1,1 1,-1-1,1 0,0 0,0-1,0 1,-1-1,1 0,1 0,-1 0,0 0,0-1,0 1,0-1,0 0,1-1,-1 1,0-1,0 1,0-1,0-1,9-4,0 0,-1-2,0 1,0-2,0 1,-1-2,-1 1,0-2,0 1,-1-1,0-1,-1 0,0 0,-1 0,5-12,2-1,-1 0,-1 0,-1-1,-1-1,-2 0,-1 0,-1 0,-1-1,-1 0,-2 0,0 0,-3-24,1 45,-1 1,1-1,-1 1,0 0,0-1,-1 1,0 0,0 0,0 0,-1 0,0 0,0 1,0-1,-1 1,1 0,-2 0,1 0,0 1,-1-1,0 1,0 0,0 0,0 1,-1-1,0 1,1 1,-1-1,0 1,0 0,0 0,-1 1,1-1,0 1,-1 1,1-1,-1 1,0 1,1 0,-1 1,0-1,0 1,1 0,-1 1,1 0,0 0,0 0,0 1,0 0,1 0,-1 0,1 1,0-1,0 1,1 1,-1-1,1 1,0-1,1 1,0 0,0 1,0-1,0 0,0 3,-1 7,0-1,0 0,2 1,0-1,0 1,2 0,0-1,0 1,2 0,0-1,2 5,7 15,2-1,1 0,1-1,2-1,2 0,1-1,1-1,1-2,2 0,1-1,1-1,1-1,1-2,9 5,15 2,-40-28</inkml:trace>
  <inkml:trace contextRef="#ctx0" brushRef="#br0" timeOffset="16851.134">5464 4923,'0'4,"0"0,0-1,1 1,-1-1,1 1,0-1,0 1,0-1,1 0,-1 0,1 1,0-1,0 0,0 0,0-1,0 1,0 0,1-1,0 1,-1-1,1 0,0 0,0 0,0 0,0 0,0-1,1 1,-1-1,1 0,-1 0,0 0,1-1,0 1,-1-1,1 0,-1 0,1 0,1-1,5 2,0-1,0 0,0-1,0 0,0-1,0 0,0 0,-1-1,1 0,-1-1,5-2,-10 3,0 1,-1 0,1-1,-1 1,1-1,-1 0,0 0,0 0,0-1,-1 1,1-1,-1 0,0 1,0-1,0 0,0 0,-1 0,1-1,-1 1,0 0,-1 0,1-1,-1 1,1-1,-2 1,1 0,0-3,-1 1,0-1,-1 1,0-1,1 1,-2 0,1 0,-1 0,0 0,0 0,-1 1,0-1,0 1,0 0,0 0,-1 1,0-1,0 1,0 0,0 0,-1 1,0 0,1 0,-1 0,0 0,-1 1,1 0,0 0,-1 1,1 0,-1 0,1 0,-1 1,1 0,-1 0,1 1,-1 0,1 0,-1 0,1 1,0 0,0 0,0 1,0-1,0 1,0 1,1-1,-1 1,-3 3,5-3,1-1,-1 1,1 0,0 0,0 0,0 0,1 0,0 0,-1 1,2-1,-1 1,0 0,1 0,0-1,0 1,0 0,1 0,0 0,-1 0,2 0,-1 0,1 0,-1 0,2-1,-1 1,0 0,1 0,0-1,2 5,22 19,5-6</inkml:trace>
  <inkml:trace contextRef="#ctx0" brushRef="#br0" timeOffset="21321.897">23 137,'-10'64,"3"0,3 0,3 0,2 0,10 58,-7-59,20 379,-20 10,-12-162,-1 37,27 254,41-109,-26-256,-10 2,-10 0,-9 39,-26-39,16-192</inkml:trace>
  <inkml:trace contextRef="#ctx0" brushRef="#br0" timeOffset="22859.524">277 97,'-16'0,"859"-23,1562 31,47-47,-1135 40,-1211-36,-58 30,1 2,0 2,15 3,9 0,-45-2,-13-2,1 1,0 0,0 1,0 1,0 1,0 0,0 1,-1 1,1 0,-1 1,0 1,0 0,-1 1,0 1,0 0,-1 1,2 1,29 38,-3 2,36 55,-34-46,278 380,19-14,286 270,-245-336,244 253,-178-118,-404-448,3-2,1-3,2-1,31 18,-74-55</inkml:trace>
  <inkml:trace contextRef="#ctx0" brushRef="#br0" timeOffset="23852.62">130 4269,'5'18,"1"17,2 17,-1 11,-1 7,-2 7,-1 3,-1-2,-2-7,0-14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05.4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0,'18'7,"14"5,6-1,6 1,3 1,7-2,9-1,7-2,7 0,9-1,4 0,-1 1,-14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07.4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242 41,'-2'21,"-4"22,-4 20,-6 17,-4 14,-4 6,-2-2,4-8,2-16,6-18,4-18</inkml:trace>
  <inkml:trace contextRef="#ctx0" brushRef="#br0" timeOffset="403.919">1 1,'20'1,"16"13,-1 2,0 1,-2 2,0 1,26 22,-29-22,-1 2,0 1,-2 2,-1 0,-1 2,-1 1,-2 1,-1 0,-1 2,-1 0,-2 2,-1-1,-2 2,-1 0,-2 1,3 16,-11-38,0 0,-1 0,-1 0,0 0,-1 0,0 1,-1-1,0 0,-1 0,-1 0,0 0,-1 0,0 0,-1-1,0 0,-1 0,-1 0,0-1,0 0,-1 0,0-1,-1 0,0 0,-1-1,0-1,0 1,-1-1,0-1,0 0,-5 1,-13 0,-1-2,1-1,-1-1,0-2,0-1,0-1,0-2,0-1,0-1,1-1,-20-7,-24-9,73 20,-1 1,1 0,0-1,0 1,0 0,0-1,0 1,0-1,0 1,0 0,0-1,0 1,0 0,0-1,0 1,0-1,1 1,-1 0,0-1,0 1,0 0,1-1,-1 1,0 0,0-1,1 1,-1 0,0 0,0-1,1 1,-1 0,0 0,1 0,-1-1,0 1,1 0,-1 0,0 0,1 0,-1 0,1 0,-1 0,0 0,1 0,-1 0,0 0,1 0,-1 0,1 0,-1 0,0 0,1 0,-1 0,0 0,1 1,-1-1,0 0,1 0,-1 0,0 1,1-1,-1 0,0 0,0 1,1-1,-1 0,30 0</inkml:trace>
  <inkml:trace contextRef="#ctx0" brushRef="#br0" timeOffset="695.843">843 951,'9'5,"-1"-1,1 0,0-1,0 1,0-2,0 1,1-1,-1-1,1 1,-1-2,1 1,0-1,-1-1,1 0,-1 0,1-1,-1 0,0-1,1 0,-1 0,-1-1,1 0,0-1,-1 1,0-2,0 1,-1-1,1-1,-1 1,-1-1,1 0,-1-1,0 1,-1-1,0 0,0-1,-1 1,0-1,1-3,-2 6,0 0,0 0,-1 0,0-1,0 1,-1-1,0 0,0 1,0-1,-1 0,0 0,0 1,-1-1,1 0,-2 1,1-1,-1 1,0-1,0 1,-1 0,1-1,-2 1,1 1,0-1,-1 0,0 1,-1 0,1 0,-1 0,0 0,0 1,0 0,-1 0,0 0,-2 0,1 2,-1 0,0 1,0 0,1 0,-1 1,0 0,0 1,0-1,0 2,1-1,-1 1,0 0,1 0,-1 1,1 0,0 1,0-1,-6 5,-1 2,0-1,0 2,1 0,0 0,1 1,1 1,0 0,-3 4,-23 64,34-50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05.8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148 537,'0'14,"0"18,0 19,0 17,-2 13,-1 11,-2 8,-2 3,-3-1,-4-5,-2-11,3-20</inkml:trace>
  <inkml:trace contextRef="#ctx0" brushRef="#br0" timeOffset="317.224">15 938,'-4'-15,"0"-1,2 0,0 0,0 0,2 0,0 0,1-1,-1 11,1 0,0 1,1-1,-1 1,1-1,0 1,0-1,1 1,0 0,0 0,0 0,0 1,1-1,0 1,0 0,0 0,0 0,1 0,-1 1,1-1,1 1,7-4,0 2,1-1,0 2,0 0,0 0,1 1,-1 1,1 0,-1 2,1-1,0 2,-1 0,1 0,-1 1,1 1,-1 1,0 0,0 1,0 0,-1 1,0 1,0 0,3 2,-12-6,0-1,0 0,0 1,0 0,0 0,-1 0,0 0,1 1,-1-1,0 1,-1 0,1 0,-1 0,1 0,-1 0,-1 1,1-1,0 0,-1 1,0 0,0-1,0 1,-1 0,0-1,0 1,0 0,0-1,-1 1,0 0,1-1,-2 1,1-1,-1 1,1-1,-2 2,-6 3,-1 1,0-2,0 1,-1-2,0 1,0-1,-1-1,0 0,0-1,0 0,-1-1,0 0,0-1,0-1,0 0,0 0,0-1,-2-1,12 0,-2 1,-1 0,0 0,0-1,0 0,0 0,0 0,1-1,-1 0,0 0,0-1,1 1,-1-1,1 0,-1-1,1 0,4 3,1-1,0 1,-1-1,1 0,0 1,0-1,0 1,0-1,-1 0,1 1,0-1,0 0,0 1,0-1,0 0,1 1,-1-1,0 1,0-1,0 0,0 1,1-1,-1 1,0-1,1 0,-1 1,0-1,1 1,-1-1,1 1,-1 0,1-1,-1 1,1-1,-1 1,1 0,-1-1,1 1,-1 0,1-1,0 1,-1 0,1 0,0 0,-1 0,1 0,-1 0,1 0,30-11,5 1</inkml:trace>
  <inkml:trace contextRef="#ctx0" brushRef="#br0" timeOffset="692.251">657 925,'4'-76,"4"-1,3 2,20-70,-2 2,-15 74,-4 0,-2 0,-4-1,-3-30,-5 68,4 33,0-1,-1 0,1 1,0-1,0 1,0-1,0 0,0 1,-1-1,1 1,0-1,0 0,-1 1,1-1,0 0,0 1,-1-1,1 0,0 0,-1 1,1-1,-1 0,1 0,0 0,-1 1,1-1,-1 0,1 0,0 0,-1 0,1 0,-1 0,1 0,-1 0,1 0,0 0,-1 0,1 0,-1 0,1 0,0 0,-1 0,1-1,-1 1,1 0,0 0,-1-1,1 1,0 0,-1 0,1-1,0 1,-1 0,1-1,0 1,0 0,-1-1,1 1,0 0,0-1,0 1,-1-1,1 1,0 0,0-1,-7 18,1 0,0 0,1 1,1-1,1 1,0 1,1 3,0-7,-13 159,8 2,9 54,-2-201,1 0,1 0,2 0,1 0,6 21,-10-46,0 0,0 0,0-1,0 1,1 0,-1-1,1 1,0-1,0 0,1 1,-1-1,1 0,-1-1,1 1,0 0,0-1,0 1,0-1,1 0,-1 0,0 0,1-1,0 1,-1-1,1 0,0 0,0 0,-1 0,1-1,0 0,0 0,0 0,0 0,0 0,0-1,0 1,-1-1,1 0,2-1,21-17,-5-3</inkml:trace>
  <inkml:trace contextRef="#ctx0" brushRef="#br0" timeOffset="957.54">470 336,'-21'-2,"-13"-1,-3 0,13 3,28 4,32 3,36 1,31 1,20 1,8 6,-19 0</inkml:trace>
  <inkml:trace contextRef="#ctx0" brushRef="#br0" timeOffset="1288.851">1017 992,'16'-32,"-2"0,-1-1,-1-1,-2 0,-2 0,-1-1,-1 0,-3-1,1-23,-4 55,0-2,0 0,0 0,0 0,-1 0,1 0,-2 0,1 0,-1 0,1 0,-1 0,-1 1,1-1,-3-3,4 9,1 0,0 0,0 0,-1-1,1 1,0 0,0 0,-1 0,1 0,0 0,-1 0,1 0,0 0,0 0,-1 0,1 0,0 0,-1 0,1 0,0 0,-1 0,1 0,0 0,0 0,-1 0,1 1,0-1,0 0,-1 0,1 0,0 0,0 1,-1-1,1 0,0 0,0 0,0 1,0-1,-1 0,1 0,0 1,0-1,0 0,0 1,0-1,0 0,0 0,0 1,-1-1,1 0,0 1,0-1,0 0,1 0,-1 1,0-1,0 0,0 1,0-1,0 0,0 0,0 1,1-1,0 5,0-1,1 0,0 0,0 0,0 0,1 0,-1-1,1 1,0 0,0-1,0 0,0 0,0 0,1 0,0-1,-1 1,1-1,0 0,0 0,0 0,1 0,-1-1,0 0,4 1,244 36,-250-38,1 1,0 0,0 0,0 0,-1 0,1 0,0 0,-1 1,1-1,-1 1,0 0,1 0,-1-1,0 2,0-1,0 0,-1 0,1 1,0-1,-1 1,1-1,-1 1,0-1,0 1,0 0,0 0,-1 0,1-1,-1 1,0 0,1 0,-1 0,0 0,-1 0,1 0,-1 0,1-1,-1 1,0 0,0 0,0 0,-95 180,94-181,1 0,0 1,0-1,0 1,1-1,-1 0,0 1,1-1,0 1,-1 0,1-1,0 1,1-1,-1 1,0-1,1 1,-1-1,1 1,0-1,-1 1,1-1,1 0,-1 0,0 1,0-1,1 0,0 0,-1 0,1 0,0 0,0-1,0 1,2 1,9 3,0-1,0-1,1 0,0 0,0-1,0-1,0-1,0 0,0 0,1-1,12-3,-16 3,221-20,-114 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20.0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0,'134'1,"-133"-1,0 0,1 0,-1 0,0 1,0-1,1 1,-1-1,0 1,0-1,0 1,1 0,-1-1,0 1,0 0,0 0,0 0,0 0,-1 0,1 0,0 0,0 0,-1 0,1 0,0 0,-1 1,1-1,-1 0,0 0,1 1,-1-1,0 0,0 1,0-1,0 0,0 1,0-1,0 1,-10 54,7-46,-7 33,2 0,2 1,2-1,2 42,0-46,0-27</inkml:trace>
  <inkml:trace contextRef="#ctx0" brushRef="#br0" timeOffset="270.327">1 228,'9'-3,"14"-2,18-7,19-7,15-7,12-3,3-1,-7 4,-20 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11.6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3057 2889,'105'0,"230"2,7 14,369 65,-599-72,-80-7</inkml:trace>
  <inkml:trace contextRef="#ctx0" brushRef="#br0" timeOffset="420.407">3418 3518,'0'-1,"0"1,0 0,1 0,-1-1,0 1,0 0,0 0,0-1,0 1,1 0,-1 0,0-1,0 1,0 0,0-1,0 1,0 0,0-1,0 1,0 0,0 0,0-1,0 1,0 0,0-1,-1 1,1 0,0 0,0-1,0 1,0 0,0-1,-1 1,1 0,0 0,0-1,286-2,-124 2,83-1,229 29,-382-8,-92-19,1 0,-1 0,0-1,1 1,-1 0,1 0,-1 0,0 0,1 0,-1 0,1 0,-1 0,0 0,1 0,-1 0,1 0,-1 0,0 1,1-1,-1 0,0 0,1 0,-1 1,0-1,1 0,-1 0,0 1,1-1,-1 0,0 0,1 1,-1-1,0 0,0 1,0-1,1 0,-1 1,0-1,0 1,0-1,0 0,0 1,0-1,0 1,0-1,0 0,0 1,0-1,0 1,0-1,0 0,0 1,0-1,0 1,0-1,0 0,-1 1,1-1,0 0,0 1,-1-1,1 0,0 1,0-1,-1 0,1 0,0 1,-1-1,1 0,-27 5,9-6</inkml:trace>
  <inkml:trace contextRef="#ctx0" brushRef="#br0" timeOffset="808.531">4675 2501,'39'80,"4"-2,3-1,9 5,1 2,-3 3,2 15,-40-73,-1 0,-1 1,-2 0,-1 0,-1 1,-2 1,-1-1,-2 1,0 0,-3 0,0 1,-2-1,-2 0,-1 0,-1 0,-2-1,-1 0,-8 19,0-16,-3-2,-1 0,-1-1,-1-1,-2 0,-1-2,-1-1,-2-2,0 0,-2-2,0-1,-2-1,0-2,-24 10,41-21,-1 0,-1-1,1-1,-1-1,0 0,-13 2,-8-6</inkml:trace>
  <inkml:trace contextRef="#ctx0" brushRef="#br0" timeOffset="1268.495">5089 2488,'25'57,"3"-1,3-1,18 25,-1-2,-25-43,-1 0,-3 2,0 1,-3 0,-1 1,-2 0,-2 2,-1-1,-2 1,-2 0,-2 1,-1 40,-7-46,-1-1,-2 1,-1-1,-2 0,-1-1,-2 0,-1-1,-2 0,-1-1,-9 11,-7 5,-1-2,-2-1,-3-1,-1-3,-2-1,-7 3,-55 29,73-58</inkml:trace>
  <inkml:trace contextRef="#ctx0" brushRef="#br0" timeOffset="1741.312">5263 2541,'194'41,"45"10,101 40,-248-63,-1 4,-2 4,-2 4,-1 3,-3 5,-1 3,68 57,-118-79,-1 2,-1 1,-2 1,-1 2,-2 0,-2 2,8 18,-21-37,34 44,-33-56</inkml:trace>
  <inkml:trace contextRef="#ctx0" brushRef="#br0" timeOffset="2664.332">5049 4146,'54'10,"1"-2,-1-3,2-2,-1-2,0-3,0-2,0-3,17-6,70-10,-1-7,-2-6,-1-6,-2-6,-2-6,-3-6,-2-5,94-66,-121 64,85-75,-163 117,-23 25,-1 0,1 0,-1-1,0 1,1 0,-1-1,0 1,0 0,1-1,-1 1,0-1,0 1,1 0,-1-1,0 1,0-1,0 1,0 0,0-1,0 1,0-1,0 1,0-1,0 1,0-1,0 1,0-1,0 1,0 0,0-1,0 1,-1-1,1 1,0 0,0-1,0 1,-1-1,1 1,0 0,-1-1,1 1,0 0,-1-1,1 1,0 0,-1 0,1-1,-1 1,1 0,0 0,-1 0,1 0,-1 0,1-1,-1 1,1 0,0 0,-1 0,1 0,-1 0,1 0,-1 0,1 1,-31 1,22 0,1 0,-1 0,1 1,0 0,-1 1,1 0,1 0,-1 0,1 1,-1 0,1 1,1-1,-1 1,1 1,0-1,0 1,7-5,-1-1,0 0,1 1,-1-1,0 0,1 0,-1 1,1-1,0 0,-1 0,1 0,0 0,0 0,0 0,0 0,0 0,0 0,0 0,0 0,0-1,0 1,0 0,1-1,-1 1,0-1,0 1,1-1,-1 0,0 1,1-1,-1 0,0 0,1 0,-1 0,1 0,-1 0,0-1,0 1,1 0,-1-1,0 1,2-1,3 1,17 4,-18-2</inkml:trace>
  <inkml:trace contextRef="#ctx0" brushRef="#br0" timeOffset="3997.435">7415 3290,'-43'-17,"18"7,0 0,0 2,-1 0,0 2,-12-1,36 8,-1-1,1 1,-1 0,1 0,0 0,0 0,-1 0,1 0,0 0,0 1,0-1,0 1,0 0,1-1,-1 1,0 0,1 0,-1 0,1 0,0 0,0 1,0-1,0 0,0 0,0 1,0-1,1 1,-1-1,1 1,0-1,0 1,0-1,0 1,0-1,0 0,1 1,-1-1,2 2,-3 4,-2 43,2 0,3 0,3 15,-5-61,1 0,0 0,0 1,0-1,1 0,-1 0,1-1,1 1,-1 0,1-1,0 1,0-1,0 0,0 0,1 0,-1 0,1-1,0 1,0-1,1 0,-1 0,1-1,-1 1,1-1,0 0,0 0,0-1,0 1,0-1,3 0,10 0,-1 0,1-2,-1 0,0-1,1 0,-1-2,0 0,0-1,-1 0,1-2,-1 0,2-2,-10 6,1-1,-1 0,0 0,-1-1,1 0,-1 0,0-1,0 0,0 0,-1-1,0 0,-1 0,1 0,-1-1,-1 0,1 0,-1 0,-1 0,0 0,0-1,0 0,-1 0,0 1,-1-1,0 0,-1 0,1-1,-2 1,1 0,-1 0,-1 0,-2-8,-1 6,-1 0,0 0,-1 1,0-1,0 1,-1 1,-1 0,0 0,0 0,0 1,-1 1,-1-1,1 2,-1 0,0 0,0 0,-1 2,0-1,1 2,-2-1,1 2,0 0,0 0,-1 1,1 0,-1 1,1 1,6-1,0 1,0-1,0 1,0 1,0-1,1 1,-1 0,0 0,1 1,0 0,-1 0,1 0,0 0,1 1,-1 0,1 0,-1 0,1 0,1 1,-1 0,0 0,1 0,0 0,0 0,1 1,0-1,-2 5,1 0,1 0,0 0,1 0,0 0,1 0,0 1,0-1,1 0,0 0,1 0,0 0,1 0,0-1,1 1,0-1,0 1,1-1,0-1,1 2,20 28</inkml:trace>
  <inkml:trace contextRef="#ctx0" brushRef="#br0" timeOffset="4388.118">7723 3410,'1509'67,"-665"-84,-733 4,-98 9,-18 0,-20 4,10 4,3 2</inkml:trace>
  <inkml:trace contextRef="#ctx0" brushRef="#br0" timeOffset="5054.415">9153 2073,'0'7,"0"16,-2 20,-3 18,-1 15,-2 8,1 4,-1-4,2-8,0-12,3-12,1-15</inkml:trace>
  <inkml:trace contextRef="#ctx0" brushRef="#br0" timeOffset="5414.359">9046 1846,'-36'-15,"36"15,-1 0,0-1,0 1,1 0,-1 0,0 0,1 0,-1 0,0 0,0 0,1 0,-1 0,0 0,1 0,-1 0,0 1,0-1,1 0,-1 0,0 1,1-1,-1 1,1-1,-1 0,0 1,1-1,-1 1,1-1,-1 1,1 0,0-1,-1 1,1-1,0 1,-1 0,1-1,0 1,0 0,-1-1,1 1,0 0,0 0,0-1,0 1,0 0,0 0,0-1,0 1,0 0,0 0,2 8,1 0,-1-1,1 1,0-1,1 1,0-1,1 0,-1-1,6 7,41 58,4-3,2-3,10 6,130 158,-183-211,-2-1,0 2,-1-1,-1 2,-1-1,5 17,-12-31,0 0,-1 0,0 0,0 0,0 0,-1 1,1-1,-2 0,1 1,-1-1,0 0,0 0,0 0,-1 0,0 0,0 0,-1 0,0 0,0-1,0 0,0 1,-1-1,0 0,0-1,0 1,-2 0,-11 7,-2-1,1 0,-1-2,-1 0,0-1,0-1,0-1,-1-1,0-1,0 0,0-2,0 0,-3-2,-27 5,-1-2,1-3,-1-2,-34-7,82 9,-54-21,57 8,11 1</inkml:trace>
  <inkml:trace contextRef="#ctx0" brushRef="#br0" timeOffset="5721.58">9581 2769,'-1'4,"0"1,0 0,0 0,1 0,0 0,0-1,0 1,1 0,-1 0,1 0,0-1,1 1,-1 0,1-1,0 1,0-1,0 0,1 0,-1 1,1-2,0 1,0 0,1 0,-1-1,1 0,0 0,-1 0,1 0,1-1,-1 1,10 5,0 0,1-1,-1-1,2 0,-1-1,0-1,1-1,8 2,-11-3,-1-1,0 0,0-1,0 0,1-1,-1 0,0-1,0 0,0-1,8-3,-15 3,1 1,-1 0,0-1,0 0,0 0,0-1,-1 1,0-1,1 0,-1 0,0-1,-1 1,1-1,-1 0,0 0,0 0,-1 0,1 0,-1-1,0 1,-1-1,1 1,-1-3,1-1,-1 0,0 0,-1-1,0 1,0 0,-1 0,-1 0,1 0,-1 0,-1 1,0-1,0 0,0 1,-1 0,-1 0,1 0,-1 0,0 1,-1 0,0 0,0 0,-1 1,1 0,-1 0,-1 1,1-1,-1 2,0-1,0 1,0 0,-1 1,1 0,-1 0,0 1,0 0,0 0,0 1,0 1,0-1,0 1,0 1,0 0,0 0,0 1,-2 0,-8 6,-1 1,1 1,1 0,0 1,0 1,1 1,1 0,-8 9,-27 23</inkml:trace>
  <inkml:trace contextRef="#ctx0" brushRef="#br0" timeOffset="9744.144">5838 3143,'307'-47,"-306"47,64 1,-63-1,0 0,0 0,-1 0,1 1,0-1,0 1,0 0,-1-1,1 1,0 0,-1 0,1 0,0 0,-1 0,0 0,1 1,-1-1,0 0,1 1,-1-1,0 1,0-1,0 1,0 0,0-1,-1 1,1 0,-1 0,1 0,-1-1,1 1,-2 5,0-1,0 1,0 0,-1-1,0 0,0 1,-1-1,1 0,-1 0,-1 0,1-1,-1 1,-2 1,-1 5,-13 20,-70 132,85-153,1 1,1-1,0 1,0 0,1 0,1 0,0 0,1 1,0-1,1 0,0 0,1 0,0 0,2 3,13 35,-11-33</inkml:trace>
  <inkml:trace contextRef="#ctx0" brushRef="#br0" timeOffset="10053.071">5945 3490,'23'-6,"20"-3,20 0,17 2,9 2,-3 2,-15 2</inkml:trace>
  <inkml:trace contextRef="#ctx0" brushRef="#br0" timeOffset="12960.718">3003 2849,'19'-50,"-2"0,-3-1,-2 0,-2-1,-3 0,-1-1,-3 1,-3-1,-4-36,4 37,-2-164,0-46,14-37,44-55,-56 353,1 0,-1 1,1-1,-1 1,1-1,-1 0,0 1,1-1,-1 0,0 0,1 1,-1-1,0 0,0 0,0 0,0 1,0-1,0 0,0 0,0 1,0-1,0 0,0 0,0 0,-1 1,1-1,0 0,-1 0,1 1,0-1,-1 0,1 1,-1-1,1 0,-1 1,1-1,-1 1,1-1,-1 1,0-1,1 1,-1-1,0 1,1 0,-1-1,0 1,0 0,1 0,-1 0,0-1,0 1,0 0,1 0,-1 0,0 0,0 0,0 0,1 1,-1-1,0 0,0 0,0 1,-28 16,22-12,-1-1,1 1,-1-1,0-1,0 1,-1-2,1 1,0-1,-7 1,-58 1,0-3,0-3,-63-10,100 9,-993-104,533 49,-340-91,573 88,319 74,-26-7</inkml:trace>
  <inkml:trace contextRef="#ctx0" brushRef="#br0" timeOffset="13596.678">704 108,'14'9,"11"10,8 11,6 7,2 6,-1 8,-2 3,-4 3,-2-3,-6-3,-3-5,-5-12,-4-10</inkml:trace>
  <inkml:trace contextRef="#ctx0" brushRef="#br0" timeOffset="13816.112">1092 1,'-18'11,"-17"18,-13 17,-8 17,-7 16,-4 11,-2 3,11-14</inkml:trace>
  <inkml:trace contextRef="#ctx0" brushRef="#br0" timeOffset="18017.358">3312 3490,'-1'0,"1"0,0 0,-1 0,1-1,-1 1,1 0,0 0,-1 0,1 0,-1 0,1 0,0 0,-1 0,1 0,-1 0,1 0,0 0,-1 0,1 1,-1-1,1 0,0 0,-1 0,1 0,0 1,-1-1,1 0,0 0,-1 1,1-1,0 0,0 1,-1-1,1 0,0 1,0-1,0 0,-1 1,1-1,0 0,0 1,0-1,0 1,0-1,0 0,0 1,0-1,0 1,0-1,0 0,0 1,0-1,0 1,0-1,0 0,0 1,0-1,1 0,-1 1,0-1,0 1,0-1,1 0,-1 0,0 1,1-1,-6 89,3 0,6 18,-3-75,24 521,-24-533,-1 0,0 1,-2-1,0 0,-1 0,-1 0,-1 0,-1 0,0-1,-7 13,11-30,0 1,1-1,-1 0,0 1,0-1,0 0,-1 0,1 0,0-1,-1 1,1 0,-1-1,0 0,1 1,-1-1,0 0,0-1,0 1,0 0,0-1,0 0,0 1,0-1,0 0,1-1,-4 1,-79-27,57 16,-37-7,0 4,-1 2,0 3,-1 4,0 2,-62 5,74-2,-491 12,-361 60,464-17,416-48,27-7,0 0,-1 0,1 0,0 1,-1-1,1 0,0 0,0 1,-1-1,1 0,0 1,0-1,-1 0,1 1,0-1,0 0,0 1,0-1,-1 0,1 1,0-1,0 1,0-1,0 0,0 1,0-1,0 1,0-1,0 0,0 1,0-1,1 0,-1 1,0-1,0 1,0-1,0 0,0 1,1-1,-1 0,0 1,0-1,1 0,-1 0,0 1,1-1,-1 0,0 0,1 1,-1-1,0 0,1 0,-1 0,0 0,1 1,-1-1,0 0,1 0,-1 0,1 0,-1 0,27 10,-13-7</inkml:trace>
  <inkml:trace contextRef="#ctx0" brushRef="#br0" timeOffset="18666.28">1252 3584,'-23'14,"0"1,0 0,2 2,0 0,1 2,1 0,0 1,2 1,0 0,2 2,0 0,2 0,0 1,-8 24,17-38,0 0,1 1,0-1,1 1,0 0,0-1,1 1,1 6,0-13,0-1,0 1,1-1,0 1,0-1,0 1,0-1,0 1,0-1,1 0,0 0,0 0,0 0,0 0,0 0,0 0,1-1,-1 1,1-1,0 0,0 0,0 0,0 0,0 0,0 0,1-1,1 1,7 0,0-1,0 0,0-1,0 0,0-1,-1 0,1-1,0 0,-1-1,1 0,-1-1,0 0,0-1,0 0,-1-1,1 0,-1-1,-1 0,1 0,3-5,3-2,-1-1,0-1,0-1,-2 0,0 0,-1-2,-1 1,-1-2,0 1,-1-1,-2-1,2-6,3-16,-1-1,-3 0,-2-1,-2 1,-1-23,-2 49,-1-1,-1 1,-1 0,0 0,-2 0,-3-13,6 28,0-1,0 1,0-1,-1 1,1-1,-1 1,0 0,0-1,0 1,-1 0,1 1,-1-1,1 0,-1 1,0-1,0 1,0 0,0 0,-1 0,1 0,0 1,-1-1,1 1,-1 0,0 0,1 0,-1 1,0-1,1 1,-1 0,0 0,0 0,1 1,-1-1,-2 1,-2 1,0 0,0 1,0 0,0 0,0 1,1 0,0 0,0 1,0 0,0 0,1 0,0 1,0 0,0 0,1 1,0-1,0 1,0 0,-1 5,-2 4,1 0,0 0,1 0,1 1,1 0,0 0,1 0,1 1,1 0,1 22,2 1,2-1,2 0,2-1,1 1,2-1,1-1,2 0,2-1,9 14,81 130,-100-165,-6-6</inkml:trace>
  <inkml:trace contextRef="#ctx0" brushRef="#br0" timeOffset="18938.489">1707 3731,'2'-9,"1"3,0 15,-1 20,0 19,-1 22,2 13,2 7,1 2,0-16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41.5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 0,'-11'25,"1"0,1 0,1 0,2 1,0 0,2 0,1 1,1-1,1 14,2 88,5-1,19 98,-3-27,0 138,-14 0,-30 246,7-395,-3 38,9 131,10-322,1 0,1 0,2 0,1 0,2-1,1 0,4 6,-13-38,0 0,0-1,0 1,0 0,0-1,0 1,0 0,0 0,0-1,0 1,0 0,0-1,0 1,1 0,-1-1,0 1,1 0,-1-1,0 1,1 0,-1-1,1 1,-1-1,1 1,-1-1,1 1,-1-1,1 0,-1 1,1-1,0 1,-1-1,1 0,0 0,-1 1,1-1,0 0,-1 0,1 0,0 0,0 0,-1 0,1 0,0 0,-1 0,1 0,0 0,0 0,-1-1,1 1,0 0,-1 0,1-1,-1 1,1 0,0-1,3-7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36.8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2251 562,'-30'9,"-1"2,1 0,1 2,0 1,1 2,1 0,0 2,1 1,1 1,1 2,1 0,1 1,0 1,2 1,1 1,2 1,-8 14,18-31,1 0,1 1,-1-1,2 1,-1 0,2 1,-1-1,2 1,-1-1,2 1,-1 0,2 0,-1 6,3-15,-1 1,0-1,1 0,0 0,0 0,0 0,0 0,0 0,0-1,1 1,-1-1,1 1,0-1,0 0,0 0,0 0,0 0,0-1,0 1,1-1,-1 0,0 0,1 0,-1-1,1 1,0-1,-1 1,1-1,-1 0,1-1,-1 1,1-1,-1 1,1-1,-1 0,1 0,-1-1,0 1,0-1,0 0,0 1,1-2,22-10,0-1,-1-1,0-2,-2 0,0-1,0-2,-2 0,-1-1,0-2,-2 0,12-18,-8 9,-2-1,0-1,-3 0,0-2,-3 1,-1-2,-1 0,-2-1,-2 1,-1-2,-2 1,-2-2,-2 31,0-1,0 1,-1 0,0-1,-1 1,0-1,0 1,-1 0,0 0,-1 0,0 0,0 0,-1 0,0 1,0 0,-1 0,0 0,-1 0,0 1,0 0,-1-1,4 6,0 1,-1-1,1 1,0-1,-1 1,1 0,-1 0,1 1,-1-1,0 1,1 0,-1 0,1 0,-1 0,0 0,1 1,-1 0,1-1,-1 1,1 1,-1-1,1 0,0 1,0 0,0 0,0 0,0 0,0 0,0 1,1-1,-1 1,-6 6,0 0,1 0,1 1,0 0,0 0,1 0,0 1,-3 9,0 9,1 0,1 1,2 0,1-1,1 2,2-1,1 0,1 0,2 0,0 0,3 0,0 0,2-1,1 0,1-1,2 0,0-1,12 18,131 201,-56-96,-83-124</inkml:trace>
  <inkml:trace contextRef="#ctx0" brushRef="#br0" timeOffset="289.227">2612 1217,'5'-36,"4"-34,3 1,3 0,18-50,-24 99,-9 21,0-1,0 0,0 0,0 1,0-1,0 0,0 0,0 0,0 1,0-1,0 0,0 0,0 1,0-1,0 0,0 0,1 0,-1 1,0-1,0 0,0 0,0 0,0 0,1 0,-1 1,0-1,0 0,0 0,1 0,-1 0,0 0,0 0,1 0,-1 0,0 0,0 0,0 1,1-1,-1 0,0 0,0-1,1 1,-1 0,0 0,0 0,1 0,-1 0,0 0,0 0,0 0,1 0,-1 0,0 0,0-1,0 1,0 0,1 0,-1 0,0 0,3 179,-6 91,-1-240,-1-8</inkml:trace>
  <inkml:trace contextRef="#ctx0" brushRef="#br0" timeOffset="606.377">1784 0,'-5'0,"6"0,13 0,26 0,28 0,30 0,25 0,15 3,0 2,-15 3,-27 1</inkml:trace>
  <inkml:trace contextRef="#ctx0" brushRef="#br0" timeOffset="-2918.648">31 241,'-23'335,"16"87,18-1,19 0,58 269,-77-615,15 104,2 147,-34-225,0-74</inkml:trace>
  <inkml:trace contextRef="#ctx0" brushRef="#br0" timeOffset="-1547.141">500 669,'14'19,"13"11,14 12,10 4,9 4,3 2,0 2,-6 0,-9 1,-11-3,-14-5,-9-9,-8-10</inkml:trace>
  <inkml:trace contextRef="#ctx0" brushRef="#br0" timeOffset="-1269.783">928 642,'-14'14,"-11"18,-8 14,-10 15,-7 9,-6 6,-3 3,2-4,7-10,10-16</inkml:trace>
  <inkml:trace contextRef="#ctx0" brushRef="#br0" timeOffset="-997.508">432 429,'21'-3,"20"0,19 0,15 1,14 0,4 1,-1 0,-11 1,-18 0</inkml:trace>
  <inkml:trace contextRef="#ctx0" brushRef="#br0" timeOffset="1454.454">606 2180,'14'21,"11"19,13 16,11 11,7 5,2 3,-1-3,-4-5,-9-6,-7-10,-9-11,-11-12</inkml:trace>
  <inkml:trace contextRef="#ctx0" brushRef="#br0" timeOffset="1724.73">1088 2166,'-16'9,"-14"15,-14 16,-10 18,-8 17,-2 12,1 6,6 2,8-4,13-9,13-18</inkml:trace>
  <inkml:trace contextRef="#ctx0" brushRef="#br0" timeOffset="1973.066">1449 2594,'0'0</inkml:trace>
  <inkml:trace contextRef="#ctx0" brushRef="#br0" timeOffset="2885.279">2050 2287,'-33'28,"2"2,1 1,1 1,1 1,2 2,2 0,1 2,1 1,-14 36,-4 42,39-109,-1-1,1 1,1-1,-1 1,1 0,0-1,1 1,-1-1,1 1,1 0,-1-1,1 0,0 1,1-1,-1 0,1 0,0 0,0-2,1 0,-1 0,1-1,0 1,-1-1,1 0,1 0,-1 0,0-1,1 1,-1-1,1 0,0 0,0-1,0 1,0-1,0 0,0 0,0-1,0 0,0 0,0 0,0 0,0-1,0 0,2 0,10-3,-1 0,0-1,0 0,0-2,-1 1,0-2,6-4,1-2,-2-1,1 0,-2-2,0 0,-1-2,-1 0,-1 0,0-2,-2 0,0 0,-2-2,0 1,-1-2,-2 1,0-1,-1-1,-2 1,0-6,3-7,-2-1,-2-1,-2 1,-1-1,-2 1,-1-1,-5-23,4 52,0 1,0-1,-1 0,-1 1,0 0,0 0,0 0,-1 0,-1 1,1-1,-2 1,4 4,0 1,0 0,0 0,0 0,-1 0,0 1,1 0,-1-1,0 1,0 0,0 1,0-1,0 1,-1 0,1 0,0 0,-1 1,1-1,0 1,-1 0,1 0,0 1,-1-1,1 1,0 0,-2 0,-2 2,0 0,0 1,1 0,-1 0,1 0,0 1,0 0,0 0,1 1,-1 0,1 0,1 0,-1 1,1 0,1 0,-1 0,1 1,0 0,1-1,-1 4,-3 8,0 1,2 0,0 1,1-1,1 1,1 0,1 18,3-2,1 0,1 0,3-1,1 0,1 0,2 0,2-2,1 1,13 21,5 1,1-1,4-2,1-1,3-2,5 2,58 76,-96-119</inkml:trace>
  <inkml:trace contextRef="#ctx0" brushRef="#br0" timeOffset="3187.853">2679 2996,'41'-231,"-35"211,-6 21,0-1,0 0,0 0,0 0,-1 1,1-1,0 0,0 0,0 1,0-1,0 0,0 0,0 1,0-1,0 0,0 0,0 1,0-1,0 0,0 0,0 1,1-1,-1 0,0 0,0 0,0 1,0-1,0 0,0 0,1 0,-1 1,0-1,0 0,0 0,1 0,-1 0,0 1,0-1,0 0,1 0,-1 0,0 0,0 0,1 0,-1 0,0 0,0 0,1 0,-1 0,0 0,0 0,1 0,-1 0,0 0,1 0,1 386,1-330,0-10</inkml:trace>
  <inkml:trace contextRef="#ctx0" brushRef="#br0" timeOffset="3847.729">1355 856,'-2'-4,"3"-2,7-2,2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47.1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1,'16'2,"17"3,14 1,14-1,12-1,6-1,-1 0,-9 3,-17 3,-16-1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47.3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1,'14'4,"17"2,19 0,17-1,17-2,11 0,-10-2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51.4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0 176,'2'-9,"0"0,0 0,1 0,0 1,1 0,0-1,0 1,1 1,-1-1,2 0,-1 1,1 0,0 1,1-1,-1 1,1 0,1 1,-1 0,1 0,0 0,0 1,0 0,0 1,1 0,0 0,-1 1,1 0,0 0,0 1,3 0,-9 2,1-1,-1 1,0-1,1 1,-1 0,0 0,0 0,0 1,0-1,0 1,0 0,0-1,0 1,-1 1,1-1,-1 0,1 1,-1-1,0 1,0 0,0-1,0 1,-1 0,1 0,-1 0,0 0,0 1,1 1,13 97,-15-102,3 92,-3-51,1 0,3 0,1-1,2 4,-7-42,0 0,0-1,0 1,0 0,0 0,1 0,-1 0,0 0,1 0,0 0,-1 0,1 0,0-1,0 1,0 0,0 0,0-1,0 1,1-1,-1 1,1-1,-1 0,1 1,-1-1,1 0,0 0,-1 0,1 0,0 0,0-1,0 1,-1-1,1 1,0-1,0 1,0-1,0 0,0 0,0 0,0 0,0 0,0-1,0 1,0 0,0-1,0 0,0 1,0-1,6-8,0 0,-1 0,0 0,0-1,-1 0,0 0,-1 0,0-1,-1 0,0 0,-1 0,0-1,-1 1,0-1,0 1,-1-2,4-17,-2 0,0-1,-2 1,-1 0,-4-28,-1 44,1 22,0 24,1 19,2 0,3 1,3 14,-3-50,0 0,1 0,1 0,1-1,0 0,1 0,0 0,2 0,-1-1,2-1,0 1,7 7,21 10,-36-30,0-1,-1 1,1-1,0 1,0-1,0 1,0-1,-1 0,1 1,0-1,0 0,0 0,0 0,0 0,0 0,0 0,0 0,0 0,0 0,0 0,0 0,0-1,-1 1,1 0,0-1,0 1,0 0,0-1,0 1,-1-1,1 0,0 1,0-1,-1 1,1-1,-1 0,1 0,0 1,-1-1,1 0,-1 0,0 0,1 0,-1 0,0 0,1 1,2-15</inkml:trace>
  <inkml:trace contextRef="#ctx0" brushRef="#br0" timeOffset="184.069">281 322,'-16'-4,"-12"-4,-6-1,1-1,13 1,16 3,22 4,25 2,21 2,17 0,11 0,4-1,-4 0,-8 0,-18-1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50.6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1 254,'18'0,"18"2,15 2,14-1,7-1,2 0,-2-1,-9-1,-12-2,-16-3,-13-1</inkml:trace>
  <inkml:trace contextRef="#ctx0" brushRef="#br0" timeOffset="245.912">349 0,'-12'23,"-5"18,0 17,2 9,5 7,7 3,12 1,11-3,11-5,12-11,-2-14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47.8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0 629,'13'-9,"0"2,0 0,0 0,1 1,0 1,0 0,0 1,11-1,-20 4,0 0,0 1,1-1,-1 1,0 0,0 1,1-1,-1 1,0 0,0 0,0 1,0-1,0 1,0 0,-1 1,1-1,0 1,-1 0,0 0,0 0,0 1,0-1,0 1,-1 0,3 3,-1 2,-1-1,1 1,-1-1,-1 1,0 1,0-1,-1 0,0 1,0-1,-1 1,0-1,-1 1,0 0,-1-1,0 2,-32 147,19-107,13-45,0-4,-1-1,1 1,0 0,0 0,0 0,1 0,-1 0,0 0,1 0,-1 0,1 0,0 0,0 0,-1 0,1 0,1 0,-1 0,0 0,0 1,1-1,-1 0,1 0,0 0,0-1,0 1,0 0,0 0,0 0,0 0,0-1,1 1,-1-1,1 1,-1-1,1 1,-1-1,1 0,0 0,0 0,1 1,5-4,0 0,0 0,0-1,-1 0,1 0,-1-1,0 0,0 0,0-1,0 0,-1 0,0 0,0-1,0 0,-1 0,0-1,1-2,6-6,-2-1,0 0,0-1,-2 0,0 0,-1-1,-1 0,-1 0,0-1,-1 1,-1-1,-1 0,-1 0,0-4,-3 3,1 20,1 0,-1 0,1-1,0 1,-1 0,1 0,-1 0,1 0,-1 0,1 0,0 0,-1 0,1 1,-1-1,1 0,-1 0,1 0,0 0,-1 1,1-1,0 0,-1 0,1 0,0 1,-1-1,1 0,0 1,-1-1,1 0,0 1,0-1,0 0,-1 1,1-1,0 1,0-1,0 0,0 1,0-1,-1 1,1-1,0 1,0-1,0 0,0 1,0-1,0 1,1-1,-1 1,0-1,0 0,-5 22,1 0,0 0,2 0,1 0,0 0,2 0,1 1,0-1,3 6,-2-14,0 0,1-1,0 1,1-1,0 0,2 0,-1-1,1 0,1 0,0 0,1-1,0-1,1 1,0-1,0-1,1 0,1 0,11 6,-22-14,0-1,0 1,0 0,1-1,-1 1,0-1,0 0,0 1,1-1,-1 0,0 0,0 1,1-1,-1 0,0 0,0-1,1 1,-1 0,0 0,0 0,0-1,1 1,-1-1,0 1,0-1,0 1,0-1,0 0,1 0,6-12</inkml:trace>
  <inkml:trace contextRef="#ctx0" brushRef="#br0" timeOffset="284.284">161 883,'23'0,"18"0,17 0,11 0,6-2,1-1,-5 0,-10 1,-16-2,-16 0</inkml:trace>
  <inkml:trace contextRef="#ctx0" brushRef="#br0" timeOffset="525.222">41 375,'13'2,"19"1,19 0,20-1,15 0,10-3,1-2,-8-2,-20 0</inkml:trace>
  <inkml:trace contextRef="#ctx0" brushRef="#br0" timeOffset="942.139">949 856,'0'2,"0"4,2 0,4-1,2-1,0-1</inkml:trace>
  <inkml:trace contextRef="#ctx0" brushRef="#br0" timeOffset="1525.001">1591 495,'-14'4,"1"1,0 0,0 0,0 1,1 1,0 0,0 1,1 1,0-1,0 2,1-1,0 1,1 1,0 0,0 0,1 1,1 0,-4 10,1-8,1 1,1 0,1 1,0-1,1 2,1-1,0 0,1 1,1 0,1 0,0 0,1 0,1 1,1-1,0 0,1 0,1 0,1 0,0 0,3 3,-6-15,2 0,-1-1,0 1,1-1,0 1,0-1,0 0,1 0,0 0,-1-1,1 1,0-1,0 0,1 0,-1-1,1 1,0-1,-1 0,1 0,0 0,0-1,0 0,0 0,0 0,1 0,-1-1,0 0,0 0,0 0,0-1,1 0,-1 0,0 0,4-2,6-7,0 0,-1-1,0 0,0-1,-2-1,0 0,0-1,-1 0,-1 0,0-2,-1 1,0-1,-2 0,0-1,1-5,9-18,-2-1,-2-1,-2 0,-2-1,-2 0,-1 0,-2-1,-3 1,-1-8,-1 36,0-1,-1 1,-1 0,0 0,-1 1,-1-1,0 1,-1 0,-3-5,6 13,-1 0,0 0,0 0,0 0,-1 1,0-1,0 1,-1 1,1-1,-1 1,0 0,0 0,-1 0,1 1,-1 0,0 0,1 1,-1 0,0 0,-4 0,3 2,0-1,0 2,0-1,0 1,0 0,0 1,1-1,-1 2,0-1,1 1,0 0,-1 1,1 0,1 0,-1 0,1 1,-1 0,1 0,0 0,1 1,0 0,0 0,0 1,0-1,1 1,0 0,1 0,0 1,0-1,0 1,1-1,0 1,0 0,1 0,0 0,1 0,-1 0,2 0,-1 0,1 13,0 0,2 1,0-1,1-1,2 1,0-1,1 0,1 0,0 0,3 1,116 184,-114-186,65 99,58 118,-132-228,0 0,-1 0,1-1,0 1,1-1,0 0,0 0,0 0,1-1,0 1,0-2,1 1,0-1,0 1,11 1</inkml:trace>
  <inkml:trace contextRef="#ctx0" brushRef="#br0" timeOffset="1791.541">2112 1070,'0'-16,"0"-3,0 9,0 15,0 15,0 14,0 11,0 3,0 4,3-3,0-6,2-9,3-11,-1-11,-1-9</inkml:trace>
  <inkml:trace contextRef="#ctx0" brushRef="#br0" timeOffset="2223.512">1097 1,'18'4,"20"2,23 0,23-1,17-2,9-1,0-1,-12-1,-18-2,-23-1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43.6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357 175,'0'14,"0"13,0 16,0 12,0 10,0 8,0 3,0-1,-5-3,-3-10,-5-10,-1-15</inkml:trace>
  <inkml:trace contextRef="#ctx0" brushRef="#br0" timeOffset="382.989">223 108,'0'2,"0"4,-2 0,-1 1,2 0,4-1,4-2,0-2</inkml:trace>
  <inkml:trace contextRef="#ctx0" brushRef="#br0" timeOffset="2635.719">129 1,'6'1,"-1"0,0 0,1 0,-1 1,0 0,0 0,0 0,0 1,-1-1,1 1,-1 1,0-1,3 2,8 6,95 63,-4-4,-3 4,21 26,-97-75,-1 0,-1 2,-1 2,-2 0,-1 1,6 12,-17-24,-1-1,0 2,-2-1,0 1,-1 0,-1 1,0-1,-2 1,0 0,-1 0,-1 0,-2 8,0-16,0 0,-2-1,1 1,-1-1,-1 0,0 0,-1 0,0-1,0 1,-1-1,0-1,-1 1,0-1,-1 0,0 0,0-1,-1 0,0-1,0 0,-1 0,0-1,0 0,0-1,-5 2,-14 4,1 0,-1-2,-1-1,1-1,-1-2,0-1,-1-1,-26-1,-17-6,0-3,1-4,-35-10,61 12,-14 2,61 13,56 14,-15-9</inkml:trace>
  <inkml:trace contextRef="#ctx0" brushRef="#br0" timeOffset="3070.657">1159 951,'0'0,"13"139,-12-133,1-1,0 0,0 0,0 0,0 0,1 0,0 0,0 0,0-1,1 0,-1 0,1 0,0 0,0 0,0-1,1 1,0-1,-1 0,1-1,0 1,0-1,0 0,5 1,-4-1,-1-1,1 1,0-1,-1 0,1-1,0 1,-1-1,1 0,0-1,0 0,-1 1,1-2,0 1,-1-1,1 0,-1 0,0 0,0-1,0 1,0-1,0-1,0 1,-1-1,0 0,1 0,-1 0,-1 0,1-1,-1 1,0-1,0 0,0 0,0 0,-1-1,0 1,0 0,-1-1,1 0,-1 1,0-1,-1 0,0 1,1-1,-2 0,1 0,-1 1,0-4,-4-2,-1-1,0 2,0-1,-1 1,0 0,-1 0,0 1,-1 0,0 1,0 0,-1 0,0 1,0 0,-1 1,1 0,-1 0,-1 1,1 1,-1 0,0 1,0 0,0 0,0 2,0-1,-1 1,1 1,-6 1,12-2,1 1,-1 0,0 0,0 1,0-1,1 1,-1 1,0-1,1 1,-1 0,1 0,0 0,-1 1,1 0,0 0,1 0,-1 1,1-1,-1 1,1 0,0 1,0-1,1 1,-1 0,1-1,0 1,1 1,-1-1,1 0,0 1,0-1,0 1,0 3,9 38,9-3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31.6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107 0,'0'16,"2"19,3 17,1 13,1 12,1 9,-3 5,-1 1,-4-4,-2-17</inkml:trace>
  <inkml:trace contextRef="#ctx0" brushRef="#br0" timeOffset="392.317">40 41,'3'16,"0"0,1 0,1-1,0 1,1-1,1 0,0 0,1-1,1 0,0-1,1 1,0-2,1 0,0 0,3 1,89 91,-68-71,-1 1,-2 2,-1 0,-2 3,4 9,-27-39,-1 0,0 0,0 1,-1 0,-1 0,1 0,-1 0,-1 0,0 1,-1-1,0 1,0 0,-1-1,0 1,-1-1,0 1,-1-1,0 1,-1-1,0 0,-1 0,-4 9,-2-5,0 0,-1-1,-1 0,0-1,-1 0,0-1,0 0,-2-2,1 1,-1-2,0 0,-1 0,0-2,0 0,0 0,-1-2,0 0,0-1,-6 0,14-1,0-1,0 0,0-1,0 0,1 0,-1 0,0-1,0-1,0 0,1 0,-1 0,1-1,0 0,-1-1,1 0,1 0,-1-1,1 0,-5-4,-1-6</inkml:trace>
  <inkml:trace contextRef="#ctx0" brushRef="#br0" timeOffset="679.545">669 1056,'3'-50,"2"0,2 1,3-1,6-14,-1-3,-9 42,0 59,-5 16,1 0,3 0,1 0,3 0,2-1,2-1,3 0,2 0,-1-9</inkml:trace>
  <inkml:trace contextRef="#ctx0" brushRef="#br0" timeOffset="1030.006">1310 536,'18'4,"18"4,16 1,10 1,9-2,1 1,-7 3,-13 2,-14-2</inkml:trace>
  <inkml:trace contextRef="#ctx0" brushRef="#br0" timeOffset="1321.802">1363 910,'20'6,"24"4,19-2,17-1,10-2,-12-2</inkml:trace>
  <inkml:trace contextRef="#ctx0" brushRef="#br0" timeOffset="13664.017">789 830,'-6'10,"1"0,0 0,1 1,0 0,0 0,1 0,1 0,0 0,0 0,1 1,1-1,0 1,0-1,1 1,1-1,0 0,0 0,1 0,1 0,0 0,0 0,1-1,0 0,1 0,0 0,2 1,-2-3,0-1,1 1,-1-1,2 0,-1-1,1 0,-1 0,2-1,-1 0,1 0,-1-1,1 0,0 0,1-1,-1 0,1-1,-1 0,1-1,0 0,9 0,-12-4,0 0,0 0,0-1,0 0,0 0,-1-1,0 0,0 0,0 0,-1-1,1 0,-2 0,1 0,0-1,-1 0,0 1,-1-1,0-1,0 1,1-5,3-8,-2 0,0 0,-1 0,-1-1,-1 1,-1-1,0 1,-2-1,0 0,-2 1,0-1,-1 1,-1 0,-1 0,-1 1,-7-14,12 28,0-1,0 1,-1 0,0 0,0 1,0-1,-1 1,1-1,-1 1,0 0,0 0,-1 1,1-1,-1 1,0 0,1 0,-2 1,1-1,0 1,0 0,-1 1,1-1,-1 1,1 0,-1 0,1 1,-1 0,0 0,1 0,-4 1,-9 3,1 1,-1 1,1 1,0 0,0 1,1 1,0 0,1 1,0 1,0 1,1 0,1 1,0 0,-4 7,8-9,0 0,1 1,1 1,0-1,0 1,1 0,1 1,0 0,1-1,1 1,0 1,0-1,2 0,0 1,0-1,2 0,0 1,0-1,1 0,1 1,0-1,1 0,1-1,0 1,1-1,0 0,1 0,0-1,1 0,1 0,0-1,0 0,1-1,1 0,5 5,-10-10,1 1,0-1,1-1,-1 1,1-1,0 0,0-1,0 0,0 0,0-1,1 0,0 0,-1-1,1 0,0-1,-1 0,1 0,0-1,-1 0,1 0,-1-1,1 0,6-3,-2-4,0 0,-1-1,0-1,-1 0,0 0,0-1,-2 0,1-1,-2 0,1-1,-2 0,0 0,-1-1,0 1,-1-1,-1-1,0 1,-1 0,-1-1,0-3,-1 6,0 1,-1-1,-1 0,0 0,-1 1,0-1,-1 1,0-1,-1 1,-1 0,0 0,0 1,-1-1,-7-8,9 13,-1 0,-1 0,1 1,-1 0,0 0,0 1,0-1,-1 1,0 1,0-1,0 1,-1 1,1-1,-1 1,0 0,0 1,0 0,0 0,0 1,-1 0,1 0,0 1,-3 0,2 1,1 0,0 1,1-1,-1 1,0 1,0-1,1 2,-1-1,1 1,0 0,0 0,1 1,-1 0,1 0,0 0,0 1,1 0,0 0,0 0,0 1,1 0,0 0,0 0,-1 3,-4 11,2-1,0 1,1 0,1 0,1 1,1-1,1 1,1 10,0 35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3:52.2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0 706,'3'0,"2"0,6 0,4 0,1 0</inkml:trace>
  <inkml:trace contextRef="#ctx0" brushRef="#br0" timeOffset="600.538">388 265,'-23'32,"2"2,1 0,1 1,2 1,2 1,1 0,2 1,2 0,-5 33,13-63,1 0,-1 0,1 0,1 0,0 0,0 0,0 0,1 0,0 1,1-1,0-1,0 1,1 0,0 0,0-1,0 0,1 1,0-2,1 1,0 0,0-1,0 0,1 0,0 0,0-1,0 0,1 0,-1 0,1-1,7 3,-5-4,-1-1,1-1,0 0,0 0,-1 0,1-1,0-1,0 1,0-2,-1 1,1-1,0 0,-1-1,0 0,0 0,1-1,-2 0,1 0,0-1,-1 0,0-1,0 1,-1-1,0 0,0-1,0 0,0 0,-1 0,-1 0,1-1,-1 0,1-2,8-21,-1 1,-2-2,-1 1,-1-1,-2-1,-1 1,-1-1,-2 0,-2 0,-1-10,-11-142,10 172,-1 0,0-1,-1 1,-1 0,0 1,0-1,-2 1,1 0,-1 1,-1-1,0 1,-5-4,10 11,-1 0,0 0,0 0,-1 0,1 1,-1 0,0 0,0 0,0 0,0 1,0 0,-1 0,1 0,-1 1,1 0,-1 0,1 0,-1 0,0 1,1 0,-1 1,0-1,1 1,-1 0,0 0,1 1,-1-1,1 1,0 1,0-1,0 1,0 0,0 0,0 0,1 0,0 1,-1 0,1 0,-3 4,1 1,1 0,0 1,0-1,1 1,0 0,1 0,0 0,1 0,0 1,0-1,1 1,1 0,0-1,0 1,1 4,2 9,1 0,1 0,0-1,2 0,1 0,4 7,20 33,2-1,3-2,3-1,36 41,87 131,-150-206,-4-7</inkml:trace>
  <inkml:trace contextRef="#ctx0" brushRef="#br0" timeOffset="863.885">936 973,'9'-40,"-1"-1,-2-1,0-39,1-9,-3 77,-3 33,-1 26,1 1,3-1,2 1,2-2,2 1,14 38,20 16,-26-67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6:51.6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107 145,'7'18,"9"13,11 8,7 7,8 4,3 3,1 1,-1 3,-3 1,-5-2,-6-5,-5-3,-8-6,-7-8,-5-9</inkml:trace>
  <inkml:trace contextRef="#ctx0" brushRef="#br0" timeOffset="280.697">575 198,'-18'7,"-13"9,-10 13,-10 14,-4 9,-6 9,-2 7,-1 3,4 1,11-2,10-7,12-9,11-14</inkml:trace>
  <inkml:trace contextRef="#ctx0" brushRef="#br0" timeOffset="534.205">816 265,'0'14,"-3"15,-4 15,-6 14,-6 9,-4 4,0-2,2-5,4-10,4-11,6-14</inkml:trace>
  <inkml:trace contextRef="#ctx0" brushRef="#br0" timeOffset="886.21">736 319,'88'119,"-67"-94,241 252,-211-229,-50-48,0 1,0-1,-1 0,1 1,0-1,0 0,0 0,-1 0,1 0,0 0,0 0,0 0,-1 0,1 0,0 0,0 0,0 0,-1-1,1 1,0 0,0-1,-1 1,1 0,0-1,-1 1,1-1,0 1,-1-1,1 1,-1-1,1 0,-1 1,1-1,-1 0,1 1,-1-1,0 0,1 1,-1-1,0 0,0 0,0 0,1 1,-1-1,0 0,0 0,0 0,18-123,-16 92,21-464,-6 402,-17 93,0 0,0 0,0 0,0 0,0 0,1 0,-1 0,0 0,0 0,1 0,-1 0,1 0,-1 0,1 0,-1 0,1 1,0-1,-1 0,1 0,0 1,0-1,-1 0,1 1,0-1,0 1,0-1,0 1,0 0,0-1,0 1,0 0,0-1,0 1,0 0,0 0,0 0,0 0,0 0,0 0,0 0,0 0,0 1,0-1,0 0,0 1,0-1,-1 0,1 1,0-1,0 1,0 0,0-1,-1 1,1 0,0-1,0 1,0 0,13 16</inkml:trace>
  <inkml:trace contextRef="#ctx0" brushRef="#br0" timeOffset="1254.261">1457 372,'-10'11,"0"1,0 0,1 1,0 0,1 0,1 1,0 0,1 0,0 0,1 1,1 0,0 0,1 0,1 1,0-1,2 1,-1-1,2 1,0-1,0 1,2 0,0-10,-1 1,1 0,1-1,-1 0,1 0,1 0,-1 0,1 0,0-1,0 0,0 0,1 0,-1-1,1 0,1 0,-1 0,0-1,1 0,0 0,-1-1,1 1,0-2,0 1,1-1,-1 0,0 0,2-1,1 0,1 0,-1 0,1-1,-1 0,0-1,0-1,0 1,0-2,0 1,0-1,-1-1,0 0,0 0,0 0,0-1,-1-1,0 0,6-6,-6 3,-1-1,0 0,0-1,-1 0,-1 0,0 0,-1 0,0-1,0 0,-2 0,0 0,0 0,-1 0,0 0,-2 0,1 0,-2-1,1 1,-2 0,0 1,0-1,-1 0,-1 1,0 0,-1 0,0 0,-1 1,0 0,-1 0,0 1,0 0,-9-8,12 15,-1-1,0 0,1 1,-1 0,0 1,-1-1,1 1,0 0,-1 1,1-1,-1 1,1 1,-1-1,0 1,1 0,-1 1,0-1,1 1,-1 1,1-1,0 1,-1 0,1 1,0-1,0 1,0 0,1 1,-1 0,1-1,-4 5,-2 0,0 1,0 0,1 0,0 2,1-1,0 1,0 0,1 1,1 0,0 0,1 1,0 0,1 0,0 0,1 1,1-1,0 1,1 0,0 0,1 0,1 0,1 10,1-16,0-1,1 0,0 0,0 0,1 0,0 0,0-1,0 0,1 0,0 0,0 0,1-1,-1 0,1 0,0 0,1-1,-1 0,1 0,0-1,0 0,5 2,41 15</inkml:trace>
  <inkml:trace contextRef="#ctx0" brushRef="#br0" timeOffset="1905.789">1979 372,'-16'78,"5"4,3 1,4 40,1-52,1-51,-3-33,1-55,2-1,4 1,2 0,4 0,2 0,11-31,-17 78,2 0,0 1,0-1,2 1,1 0,0 1,2 0,1-1,-10 17,1 0,-1 1,1-1,-1 1,1 0,0 0,0 0,0 0,0 0,1 1,-1-1,0 1,0 0,1 0,-1 0,1 1,-1-1,1 1,0-1,-1 1,1 0,-1 1,1-1,-1 1,1-1,0 2,88 35,-79-32,-1 1,1 0,-2 1,1 1,-1 0,0 0,0 1,-1 0,0 1,-1 0,0 1,-1 0,0 0,-1 1,0 0,0 1,-7-10,1 0,-1 1,1-1,-1 0,0 1,0-1,-1 1,1-1,-1 0,1 1,-1-1,0 0,0 0,-1 0,1 0,-1 0,1 0,-1 0,0 0,0 0,0-1,-1 1,1-1,0 0,-4 2,-73 45,78-48,-47 21,-1-3,-1-2,0-2,-34 5,83-21,0 1,0 0,0 0,0-1,0 1,-1 0,1 0,0 0,0 0,0 0,-1 0,1 1,0-1,0 0,0 1,0-1,0 1,0-1,0 1,-1-1,2 1,-1 0,0-1,0 1,0 0,0 0,0 0,0 0,1 0,-1 0,0 0,1 0,-1 0,1 0,-1 0,1 0,0 0,-1 0,1 0,0 1,0-1,0 0,0 0,0 0,0 0,0 1,0-1,0 0,1 0,-1 0,0 0,1 1,-1-1,1 0,-1 0,1 0,-1 0,1 0,15 15,1 0,1-2,0 0,1-1,0 0,1-2,7 3,-25-13,93 46,2-3,2-6,28 5,-48-18,-16-7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7:18.6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13,'4'12,"9"10,9 6,7 3,8 0,5 1,1-5,-1-3,-4-4,-6-5,-6-6,-7-3</inkml:trace>
  <inkml:trace contextRef="#ctx0" brushRef="#br0" timeOffset="337.207">602 0,'-26'35,"-41"23,51-46,1 0,0 1,1 1,0 0,1 1,1 0,0 1,1 0,1 1,0 0,-5 16,8-3,2 0,2 0,0 0,2 0,1 1,2-1,1 0,1 0,2 0,4 13,3 28,-5-19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7:00.1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589 710,'-10'-3,"-1"1,0 1,1-1,-1 2,0 0,1 0,-1 1,0 0,0 0,1 1,0 1,-1 0,1 1,0 0,0 0,1 1,-1 0,1 0,0 1,-4 5,4-4,2 0,-1 1,1 0,1 1,-1-1,1 1,1 1,0-1,0 1,1 0,0 0,0 0,2 0,-1 1,1-1,0 1,1 0,1-1,0 1,0 0,1 7,0-15,-1-1,1 1,0 0,0-1,0 1,0-1,0 0,1 1,-1-1,1 0,0 0,-1 0,1 0,0 0,0 0,0 0,0-1,0 1,1-1,-1 0,1 1,-1-1,0 0,1 0,0-1,-1 1,1 0,-1-1,1 0,0 1,-1-1,1 0,0-1,-1 1,3-1,3 0,0-1,1 0,-1 0,0-1,-1 0,1-1,0 0,-1 0,0-1,6-4,-2 1,0-2,-1 1,1-1,-2 0,0-1,0 0,-1-1,0 0,-1 0,-1-1,0 0,0 0,-1 0,-1 0,0-1,-1 0,-1 0,1-8,-8-7,5 28,0 1,0 0,0-1,0 1,0-1,-1 1,1 0,0-1,0 1,0 0,0-1,-1 1,1 0,0-1,0 1,-1 0,1-1,0 1,0 0,-1 0,1-1,0 1,-1 0,1 0,0 0,-1-1,1 1,0 0,-1 0,1 0,-1 0,1 0,0 0,-1 0,1 0,-1 0,1 0,0 0,-1 0,1 0,-1 0,1 0,0 0,-1 0,1 1,0-1,-1 0,1 0,0 0,-1 1,1-1,0 0,-1 0,1 1,0-1,0 0,-1 1,1-1,0 0,0 1,0-1,-1 0,1 1,0-1,0 0,0 1,-4 7,1 0,0 0,0 0,1 1,0-1,1 1,0 0,0-1,0 1,1 0,1 0,0 4,1-4,0 0,0 0,1 0,0 0,1 0,0-1,0 1,0-1,2 0,-1 0,1-1,0 0,0 0,0 0,1-1,1 1,-1-2,1 1,0-1,0 0,0-1,0 0,1 0,0-1,0 0,0-1,0 0,0 0,7 0,45 6,-4-5</inkml:trace>
  <inkml:trace contextRef="#ctx0" brushRef="#br0" timeOffset="554.747">1672 335,'-23'298,"-23"-58,42-215,29-52,-14 10,-6 6,1 0,1 0,-1 1,2 0,-1 0,2 0,-1 1,1 1,0-1,1 2,0-1,0 1,1 1,0-1,4 0,-12 6,1 1,0 0,-1-1,1 1,0 1,-1-1,1 0,0 1,-1 0,1 0,-1 0,1 0,-1 1,0-1,1 1,-1 0,0 0,0 0,0 0,0 0,-1 1,1-1,0 1,-1 0,0 0,46 82,-47-83,0 1,0 0,0 0,0 0,0 0,-1 0,1 0,-1 0,0 0,0 0,0 0,0 0,0 0,-1 0,1 0,-1 0,0 0,0 0,0-1,0 1,0 0,-1 0,1-1,-1 1,0-1,-2 3,-9 3,0-1,0 0,-1-1,0 0,0-1,-1-1,1 0,-1-1,-3 0,7-1,-164 29,122-22</inkml:trace>
  <inkml:trace contextRef="#ctx0" brushRef="#br0" timeOffset="991.683">1 1578,'329'-10,"223"-50,184-13,572 14,-1233 57,-75 2,-1 0,1 0,0 0,-1 0,1 0,0 0,0 0,-1 0,1 0,0 0,0 0,-1 0,1 0,0 0,-1 0,1 0,0 0,0 0,-1 0,1 0,0 0,0-1,-1 1,1 0,0 0,0 0,-1 0,1-1,0 1,0 0,0 0,0 0,-1-1,1 1,0 0,0 0,0-1,0 1,0 0,0 0,0-1,0 1,-1 0,1-1,0 1,0 0,0 0,0-1,0 1,1 0,-1-1,0 1,0 0,0 0,0-1,0 1,0 0,0 0,0-1,1 1,-1 0,-66-8,26 5</inkml:trace>
  <inkml:trace contextRef="#ctx0" brushRef="#br0" timeOffset="1658.514">469 1993,'-8'6,"0"0,1 1,0 0,0 0,1 0,0 1,0 0,1 0,0 1,0-1,1 1,0 0,0 0,1 1,1-1,0 1,0-1,0 1,1 0,1 0,0-1,0 1,1 0,0 0,1 3,3-6,1 0,-1-1,1 0,1 0,-1-1,1 1,0-1,0-1,0 0,1 0,-1 0,1-1,0 0,0 0,0-1,0 0,1 0,-1-1,1 0,-1-1,1 0,-1 0,1-1,-1 0,0 0,8-3,-6 3,0-1,0-1,0 0,0 0,-1-1,1 0,-1 0,0-1,0-1,0 0,-1 0,0 0,0-1,-1 0,1-1,-2 1,1-1,-1-1,0 1,-1-1,0 0,0 0,-1-1,0 0,-1 1,1-5,-4 9,0 0,0 0,-1-1,1 1,-1 0,0 0,-1 0,1 0,-1 0,0 0,0 1,-1-1,1 0,-1 1,0 0,0 0,-1 0,1 0,-1 0,0 1,0-1,0 1,0 0,0 0,-1 1,1-1,-2 1,-5-3,1 0,-1 0,0 1,0 1,-1 0,1 1,-1 0,1 0,-1 2,1-1,-10 2,14 0,1 0,-1 0,1 1,-1 0,1 0,0 1,0 0,0 0,0 0,1 1,-1-1,1 1,0 1,0-1,0 1,1 0,-1 0,1 0,0 1,1-1,0 1,-1 0,2 0,-1 0,1 0,0 1,0-1,1 1,-1-1,2 1,-1 0,1-1,0 1,0-1,0 1,1 0,0-1,1 1,0-1,0 1,0-1,1 2,26 42,4-8</inkml:trace>
  <inkml:trace contextRef="#ctx0" brushRef="#br0" timeOffset="2034.043">1552 1940,'-1'8,"1"1,0 0,0-1,1 1,0 0,0-1,1 1,0-1,1 1,0-1,0 0,1 0,0 0,0-1,1 1,0-1,0 0,1-1,0 1,0-1,0 0,1 0,0-1,0 0,0 0,1-1,3 2,-4-3,1-1,0 1,0-1,0-1,0 0,1 0,-1 0,0-1,0 0,1-1,-1 0,0 0,0-1,0 0,0 0,0-1,0 0,-1 0,1-1,-1 0,0 0,0-1,0 0,-1 0,0 0,0-1,0 0,-1 0,0-1,0 1,0-1,-1 0,0-1,0 1,-1-1,0 0,0 1,-1-1,0 0,1-8,-4 10,1 0,-1 0,0 0,0 0,0 0,-1 1,0-1,0 1,-1-1,0 1,0 0,0 0,0 0,-1 0,1 1,-1-1,-1 1,1 0,0 0,-1 0,0 1,-1-1,-5-3,-1 0,0 1,0 0,0 1,-1 1,0 0,0 0,0 1,-6 0,4 3,0 0,0 2,1-1,-1 2,1 0,0 1,-1 0,2 1,-1 1,1 0,-1 1,2 0,-1 1,1 0,0 1,1 0,0 1,1 1,-1 0,2 0,0 0,0 2,1-1,1 1,-4 8,-18 32</inkml:trace>
  <inkml:trace contextRef="#ctx0" brushRef="#br0" timeOffset="2597.721">348 2929,'7'13,"0"-1,1 1,0-1,1-1,0 0,0 0,2-1,-1 0,1 0,0-1,1-1,0 0,1-1,-1 0,1-1,1 0,-1-1,1 0,3-1,-11-3,1-1,-1 0,1 0,-1 0,1-1,-1 0,1-1,-1 1,0-1,0 0,0-1,0 1,0-1,0-1,-1 1,0-1,1 0,-1 0,-1 0,1-1,-1 1,1-1,-1-1,-1 1,1 0,-1-1,0 0,0 1,0-1,0-3,1 0,-1 0,0-1,0 1,-1-1,0 1,-1-1,0 0,0 0,-1 0,-1 1,1-1,-2 0,1 0,-1 1,-1-1,0 1,0 0,-1 0,0 0,0 0,0 3,1 1,-1 0,0 0,-1 1,1-1,-1 1,0 0,0 0,0 1,-1-1,1 1,-1 0,0 1,0-1,0 1,0 0,0 1,0-1,0 1,-1 1,1-1,0 1,-1 0,1 0,0 1,-1 0,1 0,0 0,0 1,0 0,0 0,0 1,0 0,1 0,-1 0,1 0,0 1,0 0,0 0,-2 3,2-3,0 1,0 0,1 0,0 1,0-1,0 1,1 0,-1 0,1 0,1 0,-1 1,1-1,0 1,1 0,0-1,0 1,0 0,1 0,0 0,0-1,0 1,1 0,0 0,1-1,-1 1,3 5,24 29,6-7</inkml:trace>
  <inkml:trace contextRef="#ctx0" brushRef="#br0" timeOffset="2910.572">1404 2955,'24'-63,"-4"0,-3-2,-2 0,-1-17,-5 31,4 5,-8 50,0 115,2 174,-1-230</inkml:trace>
  <inkml:trace contextRef="#ctx0" brushRef="#br0" timeOffset="3317.066">509 3971,'-7'-30,"1"1,1-1,2 0,1 0,1-1,2 1,4-26,24-135,-16 156,-13 36,-1-1,1 1,0-1,0 1,0-1,0 1,0-1,0 1,0-1,0 1,0-1,0 1,0-1,0 1,0-1,0 1,1-1,-1 1,0-1,0 1,1-1,-1 1,0-1,1 1,-1-1,0 0,1 1,-1-1,0 0,1 1,-1-1,1 0,-1 1,1-1,-1 0,1 0,-1 0,1 1,-1-1,1 0,-1 0,1 0,-1 0,1 0,-1 0,1 0,-1 0,1 0,-1 0,1 0,-1-1,1 1,-1 0,1 0,-1 0,1-1,-1 1,1 0,-1-1,0 1,1 0,-1-1,1 1,-1-1,12 169,-12-124,1 329,2-309</inkml:trace>
  <inkml:trace contextRef="#ctx0" brushRef="#br0" timeOffset="3661.023">1151 3824,'2'8,"0"0,0 0,1 0,0-1,0 1,1-1,0 0,0 0,0 0,1-1,1 0,-1 1,1-2,0 1,0-1,0 0,1 0,0-1,0 1,0-1,0-1,1 0,-1 0,1 0,0-1,0 0,6 0,-3 1,1 0,0-1,-1 0,1-1,0 0,0-1,0 0,0-1,0-1,0 0,0 0,-1-1,1-1,-1 0,0 0,0-1,0 0,-1-1,0-1,0 1,0-2,-1 1,0-1,0-1,-1 1,0-1,-1-1,0 0,0 0,-1 0,-1-1,0 1,0-1,-1-1,0 1,1-6,-4 9,-1 1,1-1,-1 0,-1 0,1 1,-1-1,-1 0,1 0,-1 1,0 0,-1-1,0 1,0 0,-1 0,0 0,0 1,0-1,-1 1,0 0,0 0,-1 1,0-1,0 1,0 1,0-1,-1 1,1 0,-1 0,0 1,-1 0,1 0,0 1,-1 0,0 0,1 1,-1 0,0 0,1 1,-1 0,-11 2,1 2,-1 0,1 1,1 1,-1 0,1 2,0 0,1 1,-1 0,2 1,0 1,0 1,1 0,0 1,-10 12,-35 35</inkml:trace>
  <inkml:trace contextRef="#ctx0" brushRef="#br0" timeOffset="4005.562">616 4893,'23'-235,"-13"170,19-114,-25 176,-3 18,7 504,-3-469</inkml:trace>
  <inkml:trace contextRef="#ctx0" brushRef="#br0" timeOffset="4334.495">1204 4640,'3'-24,"1"1,1 0,0 0,2 0,1 1,1 0,0 0,2 1,4-6,7 1,-21 25,-1 1,0 0,1-1,-1 1,0 0,1-1,-1 1,1 0,-1 0,0-1,1 1,-1 0,1 0,-1 0,1-1,-1 1,1 0,-1 0,1 0,-1 0,1 0,-1 0,1 0,-1 0,1 0,-1 1,1-1,-1 0,1 0,-1 0,1 0,-1 1,0-1,1 0,-1 0,1 1,-1-1,0 0,1 1,-1-1,0 1,1-1,-1 0,0 1,1-1,-1 1,0-1,0 1,0-1,1 1,-1-1,0 1,0-1,0 0,0 1,0 0,0-1,0 1,0-1,0 1,0-1,0 0,-1 1,-5 99,1-74,-7 50,-1 4,2 0,5 0,2 1,5-66,0 0,0-1,1 1,1 0,1-1,0 0,5 11,13 19</inkml:trace>
  <inkml:trace contextRef="#ctx0" brushRef="#br0" timeOffset="5176.689">2849 455,'81'476,"-41"-79,-16 1,-22 193,-51 779,43-166,1-935,-24 123,25-374,0-29,0-17</inkml:trace>
  <inkml:trace contextRef="#ctx0" brushRef="#br0" timeOffset="6097.715">2928 1431,'14'0,"1128"-21,-548 0,-590 21,47 5,-50-5,0 0,0 0,-1 1,1-1,0 0,0 0,0 1,-1-1,1 0,0 1,0-1,-1 1,1-1,0 1,-1-1,1 1,0-1,-1 1,1 0,-1-1,1 1,-1 0,1 0,-1-1,0 1,1 0,-1 0,0-1,0 1,1 0,-1 0,0 0,0 0,0 0,0-1,0 1,0 0,0 0,0 0,-1 0,1-1,0 1,0 0,-1 0,1 0,-1-1,1 1,0 0,-1 0,0-1,1 1,-16 17,7-11</inkml:trace>
  <inkml:trace contextRef="#ctx0" brushRef="#br0" timeOffset="7345.686">3878 629,'-15'-7,"-1"1,0 1,0 0,0 1,-1 1,0 0,-14 1,26 1,0 1,-1 1,1-1,0 1,0-1,0 2,-1-1,1 0,0 1,0 0,1 0,-1 1,0-1,1 1,-1 0,1 0,0 1,0-1,0 1,1 0,-1 0,1 0,0 0,0 1,0-1,0 3,-1 2,0 0,1 0,0 0,1 0,0 1,1-1,-1 1,2 0,-1-1,2 1,0 3,-1-8,0-1,1 0,0 0,-1 0,2 0,-1 0,0 0,1-1,0 1,0 0,0-1,0 1,1-1,-1 0,1 0,0 1,0-2,0 1,0 0,0-1,1 1,-1-1,1 0,-1 0,1-1,0 1,1 0,2-2,0-1,-1 1,1-1,0 0,-1-1,1 1,-1-1,1-1,-1 1,0-1,0 0,0-1,0 1,-1-1,1 0,-1-1,0 1,0-1,-1 0,1 0,-1 0,0-1,-1 0,1 1,0-5,12-12,-2-1,-1-1,-1 0,-1 0,-1-1,-1-1,4-21,-28 102,13-47,0 1,1 0,-1 0,2 0,0 0,0 0,0 0,1 0,1 0,-1 0,1-1,1 1,0 0,0-1,1 0,-1 0,2 0,-1 0,1-1,1 1,-1-1,1-1,0 1,1-1,-1 0,1 0,7 3,53 14,-35-21</inkml:trace>
  <inkml:trace contextRef="#ctx0" brushRef="#br0" timeOffset="7606.429">4239 656,'18'5,"16"1,12-3,8-1,5-4,-3-1,-2-1,-7 1,-9 1,-10 1</inkml:trace>
  <inkml:trace contextRef="#ctx0" brushRef="#br0" timeOffset="7872.545">4506 496,'-12'15,"-3"13,1 8,2 7,4 3,5 1,6-1,4-2,4-3,1-7,2-9,-2-9</inkml:trace>
  <inkml:trace contextRef="#ctx0" brushRef="#br0" timeOffset="8216.616">4627 442,'-16'-4,"0"2,0-1,0 2,0 0,0 1,0 1,0 0,0 1,0 1,0 0,0 1,1 1,0 0,0 1,0 1,1 1,0 0,0 0,1 1,0 1,1 0,0 1,0 1,1 0,-7 9,13-14,0-1,1 1,0-1,0 1,0 1,1-1,0 0,1 1,-1 0,2-1,-1 1,1 0,0 0,0 0,1 0,0 0,1 0,0 0,0 0,0 0,1 0,1-1,-1 1,1-1,0 1,1-1,0 0,0 0,0-1,1 1,0-1,0 0,1 0,3 3,8 0,0-1,0-1,1 0,0-1,0-1,1-1,-1-1,1 0,0-1,0-1,0-1,18-2,-14 1,1-1,0-1,-1-2,1 0,-1-1,0-1,-1-2,21-10,-32 14,-1-1,0 0,0 0,-1-1,0-1,0 1,-1-1,0-1,0 0,-1 0,0 0,0-1,-1 0,0 0,-1-1,-1 1,1-1,-2 0,1-3,-1-4,-1 1,-1-1,-1 0,0 1,-2-1,0 0,0 1,-2-1,0 1,-1 0,-1 1,-1-1,0 1,-1 0,0 1,-2 0,1 0,-11-11,16 21,1-1,-1 1,-1 0,1 0,-1 0,1 1,-2 0,1-1,0 2,-1-1,1 1,-1 0,0 0,0 0,0 1,-1 0,1 0,0 1,-1-1,0 2,1-1,-1 1,1 0,-1 0,1 0,-1 1,0 0,1 1,0-1,-1 1,1 0,0 1,0 0,0 0,-2 1,1 3,1-1,0 1,1 1,0-1,0 1,0-1,1 1,0 1,0-1,1 1,0-1,1 1,0 0,0 0,1 0,0 0,-2 40</inkml:trace>
  <inkml:trace contextRef="#ctx0" brushRef="#br0" timeOffset="8716.285">5134 255,'-18'49,"3"1,1 0,3 1,2 0,2 1,2 0,2 41,8-4,6-114,-7-1,-1 7,0 0,2-1,0 1,0 1,10-19,-14 33,2 0,-1 0,0 0,1 0,0 1,0-1,0 1,0 0,1-1,-1 2,1-1,-1 0,1 1,0-1,0 1,1 0,-1 0,0 1,1 0,-1-1,1 1,-1 1,1-1,-1 1,1-1,-1 1,5 1,0 1,0 0,0 0,0 1,0 0,-1 1,1 0,-1 0,0 1,-1 0,1 0,-1 1,0 0,0 0,0 1,-1-1,0 2,-1-1,1 1,-2-1,1 1,-1 1,0-1,0 1,-1 1,-2-8,0 1,-1 0,1-1,-1 1,0 0,1 0,-1 0,0-1,-1 1,1 0,0 0,-1-1,0 1,0 0,0-1,0 1,0 0,0-1,0 1,-1-1,1 0,-1 0,0 1,0-1,0 0,0 0,0-1,0 1,0 0,-1-1,1 1,-1-1,-88 30,65-25,0-1,0-2,-1 0,0-2,1-1,-17-2,6-12,28 5</inkml:trace>
  <inkml:trace contextRef="#ctx0" brushRef="#br0" timeOffset="9143.489">3490 161,'236'-11,"-134"9,1010-61,-889 47,660-52,-865 68,-39 5,-11 1,-2 0</inkml:trace>
  <inkml:trace contextRef="#ctx0" brushRef="#br0" timeOffset="10179.28">4546 1418,'335'-21,"-279"18,197-14,72-20,28-27,-332 62,-21 2,0 0,0 0,-1 0,1 0,0 0,-1 0,1 0,0 0,0 0,-1 1,1-1,0 0,0 0,-1 0,1 1,0-1,0 0,0 0,0 0,-1 1,1-1,0 0,0 0,0 1,0-1,0 0,0 0,0 1,-1-1,1 0,0 1,0-1,0 0,0 0,0 1,0-1,0 0,1 1,-1-1,0 0,0 0,0 1,0-1,0 0,0 0,0 1,1-1,-1 0,0 0,0 1,0-1,0 0,1 0,-1 0,0 1,0-1,1 0,-1 0,0 0,0 0,1 0,-1 0,0 1,1-1,-1 0,0 0,0 0,-19 15,4-7</inkml:trace>
  <inkml:trace contextRef="#ctx0" brushRef="#br0" timeOffset="12916.898">3851 2006,'129'-248,"-84"120,-43 191,-4-1,-1 18,4 1,6 30,-6-105,-1-1,1 1,0-1,0 1,1-1,0 1,0-1,0 0,1 1,-1-1,1-1,1 1,0 1,8 6</inkml:trace>
  <inkml:trace contextRef="#ctx0" brushRef="#br0" timeOffset="13763.712">3825 2768,'-4'5,"1"1,0-1,0 1,0 0,1 0,-1 0,2 0,-1 0,1 0,-1 0,2 1,-1-1,1 0,0 1,0-1,1 0,0 1,0-1,0 0,1 0,0 0,0 0,0 0,1 0,0-1,0 1,1-1,-1 0,3 3,4-2,0 0,1 0,-1-1,1 0,0-1,1-1,-1 1,1-2,-1 0,1 0,0-1,0 0,0-1,-1 0,1-1,0-1,0 0,-1 0,1-1,-1-1,5-1,-6 0,0 1,-1-1,0-1,0 0,0 0,0 0,-1-1,-1-1,1 1,-1-1,0 0,-1-1,0 0,3-5,-6 9,-1 0,1 0,-1-1,0 1,0-1,-1 1,1-1,-1 0,0 0,-1 0,0 0,0 1,0-1,0 0,-1 0,0 0,-1 1,1-1,-1 0,0 1,0-1,-1 1,1 0,-1 0,0 0,-4-5,-1 3,0-1,0 1,0 1,-1-1,0 1,-1 1,1 0,-1 0,0 1,0 0,0 1,-1 0,1 1,-1 0,1 0,-1 1,0 1,0-1,0 2,1 0,-1 0,0 1,1 0,-1 1,1 0,0 0,0 1,0 1,0 0,1 0,0 1,-3 2,-1 2,2 1,-1 0,1 1,1 0,0 0,1 1,0 1,1-1,1 1,0 1,1-1,0 1,1 0,1 1,-1 8,-6 34</inkml:trace>
  <inkml:trace contextRef="#ctx0" brushRef="#br0" timeOffset="14205.648">3825 3717,'8'8,"0"-1,1 0,0-1,1 1,0-2,-1 0,2 0,-1 0,0-1,1-1,0 0,0-1,0 1,0-2,0 0,0 0,0-1,1-1,-1 0,0 0,0-1,0 0,0-1,0 0,-1-1,0 0,1-1,3-2,-4 0,1-1,-1 0,-1 0,1-1,-2 0,1-1,-1 0,0 0,-1-1,-1 0,1 0,-2-1,1 1,2-12,-5 15,0-1,-1 0,0 0,0 0,-1 0,0 0,0 0,-1 0,-1-1,1 1,-2 0,1 0,-1 0,0 0,-1 1,0-1,-1 1,1-1,-2 1,1 0,-2-1,2 4,-1-1,0 1,0 0,0 0,-1 1,1 0,-1 0,0 0,-1 0,1 1,-1 0,1 0,-1 1,0 0,0 0,0 1,0 0,0 0,0 0,0 1,0 0,0 1,0-1,-3 2,-7 1,0 0,1 2,0 0,-1 1,2 0,-1 1,1 1,0 1,-10 8,9-7,1 2,1 0,0 1,0 0,2 1,0 1,0 0,1 0,1 1,1 1,0-1,1 1,1 1,-4 14,9-25,0 0,1 1,0-1,1 0,0 1,0-1,0 1,1-1,0 0,0 1,1-1,0 0,1 3,16 28</inkml:trace>
  <inkml:trace contextRef="#ctx0" brushRef="#br0" timeOffset="15031.013">3597 4867,'9'-42,"1"0,2 1,2 0,6-9,26-81,-39 106,-2 22,-4 23,0-15,21 483,-22-476,1 0,-1 0,-1 0,0 1,-1-1,0 0,-1-1,0 1,-1 0,0-1,-1 0,0 0,-4 5,8-15,0 0,0 0,0 0,0 0,0 0,0 0,0 0,-1 0,1 0,0-1,-1 1,1 0,0-1,-1 1,1-1,-1 0,1 1,-1-1,1 0,-1 0,1 0,0 0,-1 0,1 0,-1 0,1-1,-1 1,1-1,-1 1,1-1,0 1,-1-1,1 0,0 1,0-1,-1 0,1 0,0 0,0 0,0 0,0 0,0-1,0 1,1 0,-1 0,0-1,0 1,1 0,-1-1,1 1,0 0,-1-1,1 1,0-1,0 1,-1-1,1 1,2-2,-1 1,1 0,-1 0,1 0,0 0,-1 1,1-1,0 0,0 1,0-1,1 1,-1 0,0-1,0 1,1 0,-1 1,1-1,-1 0,0 1,1-1,0 1,-1 0,1 0,-1 0,1 0,-1 0,1 0,1 0,25-2,-1 1,1 2,-1 1,0 1,0 1,20 6,-15-2</inkml:trace>
  <inkml:trace contextRef="#ctx0" brushRef="#br0" timeOffset="15312.47">4372 5067,'-6'5,"-4"1</inkml:trace>
  <inkml:trace contextRef="#ctx0" brushRef="#br0" timeOffset="18133.078">6097 402,'19'0,"14"0,11 0,7 2,2 1,-4 2,-7 3,-12 2,-10-1</inkml:trace>
  <inkml:trace contextRef="#ctx0" brushRef="#br0" timeOffset="18313.587">6205 589,'18'2,"15"1,11 0,9 0,5-2,2 0,-10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7:20.6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80,'4'5,"7"8,8 8,7 11,6 8,5 4,3 2,1 0,1-4,-1-6,-2-10,-7-9</inkml:trace>
  <inkml:trace contextRef="#ctx0" brushRef="#br0" timeOffset="331.177">602 0,'-56'87,"3"1,-20 54,67-129,0 1,1 0,1 0,0 1,1-1,0 1,1 0,1 0,1 0,0 0,0 0,2-1,0 1,1 2,23 277,-19-212,-2-51</inkml:trace>
  <inkml:trace contextRef="#ctx0" brushRef="#br0" timeOffset="592.319">683 508,'14'0,"15"0,12 0,13 0,9 0,2 0,-1 0,-3 2,-12 3,-10 4,-12-1</inkml:trace>
  <inkml:trace contextRef="#ctx0" brushRef="#br0" timeOffset="863.654">843 748,'13'7,"17"2,14 0,13-2,11-2,2 0,-10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7:23.5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92 1,'-3'0,"-1"1,1 1,-1-1,1 0,0 1,0-1,-1 1,1 0,0 0,0 0,1 1,-1-1,0 1,1-1,0 1,-1 0,1 0,0 0,1 0,-1 0,0 1,1-1,-1 3,-18 85,13 14,5 0,7 50,-2-86,36 1003,-32-821,-7-230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7:24.6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237 109,'-48'-80,"46"77,-1 1,1-1,0 1,-1 0,1 0,-1 0,0 0,1 1,-1-1,0 1,0 0,0 0,0 0,0 0,0 0,-1 0,1 1,0 0,0-1,0 1,-1 0,1 1,0-1,0 1,0-1,-1 1,0 0,-3 3,0 0,0 1,0 0,0 0,1 0,0 1,0 0,0 0,1 0,0 1,0-1,1 1,0 0,0 1,0-1,1 1,1 0,-1 0,1 0,0 0,1 0,0 0,0 0,1 1,0-1,0 0,1 0,1 7,-1-11,1 1,0-1,0 0,0 0,1 0,0-1,-1 1,1 0,0-1,1 0,-1 0,0 0,1 0,0 0,0-1,0 0,0 1,0-2,0 1,0 0,1-1,-1 0,1 0,-1 0,1 0,-1-1,1 0,-1 0,1 0,-1 0,1-1,-1 0,1 1,-1-2,1 1,-1-1,0 1,0-1,0 0,0-1,0 1,0-1,0 1,-1-1,2-2,2-2,1 0,-1-1,-1 0,0-1,0 1,0-1,-1 0,-1-1,1 1,-1-1,-1 0,0 0,-1 0,1-1,-2 1,0 0,0-1,-1-9,4 101,-3-72,0 0,1 0,0 0,0-1,1 1,0 0,0-1,1 0,0 0,1 0,0 0,0-1,0 1,1-1,0-1,1 1,-1-1,1 0,0-1,1 1,-1-2,1 1,0-1,0 0,1 0,-1-1,1 0,21 1,-5-5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7:25.0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1,'-2'0,"1"2,6 2,11-1,11-1,11 0,10-3,6-2,5 0,0 1,-4 0,-11 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7:25.5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 1,'-10'23,"2"1,0 0,1 1,2 0,1 0,0 0,2 1,1-1,1 0,2 11,-2-19,6 338,11-421,-15 55,0 0,1 0,0 0,0 0,2 0,-1 1,1 0,1 0,0 0,0 0,1 1,0 0,0 1,1-1,2 0,-8 8,0-1,0 1,0 0,0 0,0 0,0 1,1-1,-1 0,0 1,0 0,1-1,-1 1,0 0,1 0,-1 0,0 0,0 1,1-1,-1 1,0-1,0 1,0 0,1 0,-1 0,0 0,0 0,0 0,-1 0,1 1,0-1,0 1,-1 0,2 1,38 69,-39-66,1 1,-1-1,0 1,0 0,-1 0,0 0,0 0,0 0,-1 0,0 0,-1 0,1 0,-1 0,-1 0,1-1,-1 1,-1 0,1-1,-1 1,0-1,0 0,-1 0,0 0,0 0,-1-1,1 1,-1-1,0 0,0-1,-2 2,5-4,0 0,-1 0,1 0,-1 0,1 0,-1 0,0 0,1-1,-1 0,0 1,0-1,0 0,0-1,0 1,0 0,0-1,-1 0,1 1,0-1,0-1,0 1,0 0,0-1,-1 1,1-1,0 0,0 0,0 0,1-1,-1 1,0-1,0 1,1-1,-1 0,1 0,-1 0,1-1,0 1,0 0,0-1,0 1,-1-3,-5-18,1 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7:25.8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37,'14'2,"15"1,22 0,20-3,18-3,10-4,4-3,-6 0,-15 2,-20 3,-22 3,-23 6,-22 3,-12 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7:27.5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224 120,'1'-7,"-1"0,0-1,-1 1,0-1,0 1,0 0,-1 0,0 0,0 0,-1 0,0 0,0 0,-1 1,-2-5,3 10,1-1,-1 1,1 0,-1 0,0 0,1 1,-1-1,0 1,0-1,1 1,-1 0,0 0,0 0,1 0,-1 1,0-1,1 1,-1 0,0-1,1 1,-1 0,1 1,-1-1,1 0,-1 1,1-1,0 1,0 0,0 0,0 0,0 0,0 0,1 0,-1 0,1 1,-1 0,-10 10,1 1,0 0,1 1,0 1,2-1,0 1,0 1,2 0,0 0,1 0,-3 15,7-29,0 0,1 0,-1 0,1 0,-1 0,1 0,0 0,0 0,0 0,1 0,-1 0,1 0,-1 0,1 0,0 0,0 0,1 0,-1-1,0 1,1 0,0-1,-1 1,1-1,0 0,0 1,1-1,-1 0,0 0,1-1,-1 1,1 0,0-1,-1 1,1-1,0 0,0 0,0 0,0 0,0-1,0 1,0-1,0 0,0 0,0 0,1 0,6-3,-1 0,1-1,0 0,-1-1,0 0,0 0,0-1,-1 0,0-1,0 1,-1-2,1 1,-2-1,1 0,-1 0,0-1,-1 0,0 0,0 0,-1-1,0 0,-1 1,0-1,0 0,-1-1,-1 0,3-70,-4 81,0 1,0-1,0 0,-1 0,1 0,0 0,0 0,0 0,0 1,0-1,0 0,-1 0,1 0,0 0,0 0,0 0,0 0,-1 0,1 0,0 0,0 0,0 0,0 0,-1 0,1 0,0 0,0 0,0 0,0 0,-1 0,1 0,0 0,0 0,0 0,0 0,-1 0,1 0,0-1,0 1,0 0,0 0,0 0,-1 0,1 0,0 0,0-1,0 1,0 0,0 0,0 0,-4 18,3-6,1 1,0-1,1 0,1 0,0 0,0 0,2-1,-1 1,1-1,1 0,0 0,0 0,1 0,1-1,0 0,0 0,1-1,0 0,0-1,1 1,0-1,1-1,0 0,0 0,0-1,5 2,17 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7:28.0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 1,'0'354,"0"-354,0 1,0-1,-1 1,1-1,0 0,0 1,0-1,0 1,0-1,0 1,0-1,0 1,0-1,0 1,1-1,-1 1,0-1,0 0,0 1,0-1,1 1,-1-1,0 0,1 1,-1-1,0 1,0-1,1 0,-1 1,1-1,-1 0,0 0,1 1,-1-1,1 0,-1 0,0 0,1 0,-1 1,1-1,-1 0,1 0,-1 0,1 0,-1 0,1 0,-1 0,1 0,-1 0,1 0,-1-1,23-15,-16 10,-1 0,1 1,-1-1,1 1,0 0,1 1,-1 0,1 0,0 0,0 1,0 0,0 1,1 0,-1 0,1 0,0 1,-1 1,1 0,-1 0,1 0,0 1,-1 0,1 1,-1 0,1 0,-1 1,0 0,0 1,0 0,-1 0,1 0,-1 1,0 0,4 4,-7-5,-1-1,1 1,-1 0,0 0,0 0,0 0,-1 1,1-1,-1 1,0 0,0-1,-1 1,1 0,-1 0,-1 0,1 0,0 0,-1 0,0 1,0-1,-1 0,1 0,-1 0,0 0,-1 0,1 0,-1-1,0 1,0 0,-1-1,1 1,-1-1,0 0,-2 3,-8 3,0-1,-1 0,0 0,0-2,0 0,-1 0,-1-2,1 0,-1 0,1-1,-1-1,0-1,-1 0,-10-1,15 0,0 0,0 0,0-1,0-1,0 0,0-1,0 0,0 0,-7-4,18 6,-1-1,1 1,0-1,-1 0,1 1,0-1,0 0,0 0,0 0,0 0,0 0,0 0,0 0,0 0,0 0,0 0,1-1,-1 1,0 0,1-1,-1 1,1 0,0-1,-1 1,1 0,0-1,0 1,0-1,0 1,0 0,0-1,0 1,1-1,-1 1,0 0,1-1,-1 1,1 0,-1-1,1 1,0 0,0 0,-1 0,1-1,0 1,0 0,1 0,16-23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7:28.6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1,'33'150,"-8"1,-6 1,-7 2,-6-1,-7 12,-41 1265,42-1429,1 4,-1-11,6-68,-3 29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7:53.2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960 215,'1136'-14,"397"-38,-187-5,-742 36,437 5,-747 15,564-35,-667 25,23 4,-145 35,-63-25,-1 0,0 1,0 0,0 0,-1 0,0 0,1 1,-2-1,1 1,0 0,-1 0,0 1,0-1,0 1,-1 0,0-1,0 1,-1 0,1 0,-1 2,6 26,-1 0,-2 0,-2 0,-1 1,-1-1,-2 1,-2-1,-6 29,-59 304,27-159,5 28,18 49,11 1,16 58,-2-77,-10-140,-6-2,-5 1,-23 85,-4 0,9 2,9 0,6 114,19-272,-3 1,-2-1,-4 8,-19 120,27-179,-1 0,0-1,0 1,0-1,0 1,-1-1,1 1,-1-1,0 0,0 1,0-1,0 0,-1-1,1 1,-1 0,0-1,0 1,0-1,0 0,0 0,0 0,-1 0,1-1,0 1,-1-1,0 0,1 0,-1 0,0 0,0-1,-116-1,-379-98,199 59,-1 13,-183 11,-616-3,1082 19,-1560-17,524 42,42 3,-86 19,833-44,264-3,0 0,0 0,0 0,0 1,0-1,0 0,0 0,0 0,0-1,0 1,0 0,0 0,0 0,0-1,0 1,0-1,0 1,0 0,0-1,0 0,0 1,1-1,-1 1,0-1,0 0,1 0,-1 1,0-1,1 0,-1 0,1 0,-1 0,1 0,0 0,-1 0,1 0,0 0,0 0,-1 0,1 0,0 0,0 0,0 0,0 0,0 0,0 0,1 0,-1 0,0 0,0 0,1 0,-1 0,1 0,-1 0,1 0,-1 1,1-1,0-1,69-290,-48 148,-7 0,-6 0,-7-1,-14-123,-26-37,-8-104,47-403,8 342,-8 348,4 0,7-1,-1 37,-4 0,-3-1,-4 1,-4-1,-8-29,0-1,14 115,-1-1,1 1,0 0,0 0,0 0,0 0,1 0,-1 1,0-1,1 1,-1-1,1 1,-1 0,1 0,0 0,0 0,-1 0,1 1,0-1,0 1,0 0,0 0,-1 0,1 0,0 1,0-1,0 1,0-1,-1 1,1 0,1 0,11 1,204 8,176 8,9-16,-265-3,85 3,-200 3,-24 1,-22-1,-9-1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4:07.1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0,'20'18,"19"11,18 4,20 2,17-5,16-8,11-8,9-8,4-10,-21-4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4:09.4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93 412,'0'16,"-2"14,-3 14,-1 8,1 2,3-3,5-7,6-9,3-12,5-12,0-7</inkml:trace>
  <inkml:trace contextRef="#ctx0" brushRef="#br0" timeOffset="252.327">0 24,'0'14,"9"13,15 9,14 6,10 2,-4-7</inkml:trace>
  <inkml:trace contextRef="#ctx0" brushRef="#br0" timeOffset="537.463">401 666,'19'-16,"-3"5,0-2,-1 1,0-2,-1 0,0-1,-2-1,0 0,0 0,-2-1,0 0,6-15,-15 31,-1 0,1 0,0 0,-1 0,1 0,-1 0,1 0,-1-1,1 1,-1 0,0 0,0 0,1 0,-1-1,0 1,0 0,0 0,0 0,-1-1,1 1,0 0,0 0,-1 0,1-1,-1 1,1 0,-1 0,1 0,-1 0,0 0,0 0,1 0,-1 0,0 1,0-1,0 0,0 0,0 1,0-1,0 0,0 1,0-1,0 1,0-1,-1 1,1 0,0 0,0-1,0 1,-1 0,1 0,0 0,-1 0,-5 3,0 1,-1 0,2 0,-1 0,0 1,1 0,0 1,0-1,0 1,1 0,-1 0,2 1,-1 0,1 0,-3 6,1-5,0 0,0 0,1 1,1 0,0 0,0 0,0 1,1-1,1 1,0 0,0 0,1 0,0 0,0 0,1 0,1 0,0 0,0 0,1 0,0 0,3-4,1 0,0-1,0 0,1 0,-1-1,1 1,0-1,0-1,1 1,-1-1,1-1,-1 1,1-1,0-1,0 0,0 0,0 0,0-1,0 0,0 0,0-1,5-1,47-1</inkml:trace>
  <inkml:trace contextRef="#ctx0" brushRef="#br0" timeOffset="935.944">1069 439,'-168'-9,"166"8,0 1,0 0,0 0,0 0,0 0,0 0,0 0,0 1,0-1,0 1,1-1,-1 1,0 0,0 0,0-1,1 1,-1 0,1 1,-1-1,1 0,-1 0,1 1,-1-1,1 1,0-1,0 1,0-1,0 1,0 0,0 0,0-1,1 1,-1 0,1 0,-1 0,1 0,0 0,-1 0,1-1,0 1,0 0,1 0,-1 2,6 5,0 1,1-1,0-1,1 1,0-1,0-1,0 0,1 0,0 0,2 0,22 18,-22-17,-1 0,1 1,-1 0,-1 0,0 1,0 0,-1 1,0 0,-1 0,0 1,-1 0,0 0,-1 1,0-1,0 4,-5-13,0-1,1 1,-1 0,0 0,0-1,-1 1,1 0,0 0,-1-1,0 1,0 0,0-1,0 1,0-1,0 1,0-1,-1 0,0 1,1-1,-1 0,0 0,0 0,0 0,0 0,0-1,0 1,-1-1,1 1,-1-1,1 0,-1 0,1 0,-1 0,0 0,1-1,-1 1,0-1,0 1,-2-1,4 0,-1 0,1 0,-1 0,1-1,-1 1,1 0,0-1,-1 1,1-1,-1 1,1-1,0 1,-1-1,1 0,0 0,0 0,0 0,-1 0,1 0,0 0,0 0,0 0,1 0,-1-1,0 1,0 0,1-1,-1 1,1 0,-1-1,1 1,-1-1,1 1,0-1,0 1,0-1,0-1,11-55,-1 41,0 1,2 1,-1 0,2 0,0 2,1-1,0 2,1 0,0 0,1 1,0 1,1 1,0 1,1 0,12-4,-26 10,-1 0,1 0,0 0,0 0,0 0,0 1,0 0,0-1,0 2,0-1,0 0,1 1,-1 0,0 0,0 0,1 0,-1 1,0 0,0 0,0 0,0 0,0 1,0-1,0 1,0 0,-1 0,1 1,-1-1,1 1,-1-1,0 1,0 0,0 0,2 4,20 84,-24-80,1 0,0 0,1 0,0 0,1-1,0 1,0-1,1 0,1-1,0 2,-4-8,0-1,0 0,0 1,1-1,-1 0,0 0,1 0,-1-1,1 1,0-1,0 1,-1-1,1 0,0 0,0 0,0 0,0-1,0 1,1-1,-1 0,0 0,0 0,0 0,0-1,0 1,0-1,0 0,0 1,0-1,2-1,18-9</inkml:trace>
  <inkml:trace contextRef="#ctx0" brushRef="#br0" timeOffset="1235.792">1443 172,'-9'20,"4"14,10 10,12 7,4-5</inkml:trace>
  <inkml:trace contextRef="#ctx0" brushRef="#br0" timeOffset="1696.838">1751 747,'0'-134,"-15"-95,14 225,1 3,-1 1,1-1,-1 1,1-1,-1 1,1-1,-1 0,1 1,0-1,0 0,-1 1,1-1,0 0,0 1,0-1,-1 0,1 0,0 1,0-1,0 0,0 1,0-1,1 0,-1 0,0 1,0-1,0 0,1 1,-1-1,0 0,0 1,1-1,-1 0,1 1,-1-1,1 1,-1-1,1 1,-1-1,1 1,-1-1,1 1,0 0,-1-1,1 1,0 0,-1-1,1 1,0 0,-1 0,1 0,0 0,-1-1,1 1,0 0,0 0,-1 0,1 1,0-1,0 0,121 89,26-13,-145-76,-1 1,0 0,1 0,-1 1,0-1,0 0,1 1,-1-1,0 1,0 0,-1 0,1 0,0 0,-1 0,1 0,-1 0,1 0,-1 0,0 1,0-1,0 1,-1-1,1 1,0-1,-1 1,0-1,1 1,-1-1,0 1,0 0,-1-1,1 1,0-1,-1 1,0 0,-7 26,6-26,0 0,0 0,1 0,-1 0,1 0,0 1,0-1,0 0,0 1,0-1,1 1,0-1,-1 1,1-1,1 0,-1 1,0-1,1 1,0-1,0 1,0-1,0 0,0 0,1 1,-1-1,1 0,0 0,0-1,0 1,0 0,1-1,-1 1,1-1,9 2,0-2,0 1,0-2,0 0,1 0,-1-1,0 0,0-1,1-1,-1 0,0-1,0 0,2-1,-4 2,0 0,-1-1,1 0,-1-1,0 0,0 0,0-1,-1 0,0 0,0-1,0 0,-1-1,1 1,-1-2,-1 1,0-1,0 0,0 0,3-7,5 81,-11-58,0 1,1-1,0 0,1 0,0 0,0-1,1 0,0 0,0 0,0-1,1 1,0-2,0 1,1-1,-1 0,1 0,0-1,1 0,10 2</inkml:trace>
  <inkml:trace contextRef="#ctx0" brushRef="#br0" timeOffset="1951.303">2433 11,'-3'-5,"0"-1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4:07.5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94 682,'0'21,"0"19,0 18,0 14,0 11,2 5,1-1,2-4,1-9,-2-13,-1-16</inkml:trace>
  <inkml:trace contextRef="#ctx0" brushRef="#br0" timeOffset="322.135">0 776,'17'-6,"0"1,1 0,-1 1,1 1,0 0,0 2,0 0,0 1,0 1,0 0,0 2,-1 0,14 4,-18-5,0 1,0 0,-1 1,1 1,-1 0,0 0,0 1,10 7,-21-13,0 1,0-1,-1 1,1 0,0-1,0 1,0 0,0 0,-1-1,1 1,0 0,-1 0,1 0,-1 0,1 0,-1 0,1 0,-1 0,0 0,1 0,-1 0,0 0,0 0,0 0,0 0,0 0,0 0,0 1,0-1,0 0,0 0,-1 0,1 0,0 0,-1 0,1 0,-1 0,1 0,-1 0,1 0,-1-1,0 1,0 0,0 0,-43 27,15-17,0-2,-1-1,0-2,-26 3,26-4,30-5</inkml:trace>
  <inkml:trace contextRef="#ctx0" brushRef="#br0" timeOffset="652.73">549 843,'19'-308,"-9"215,-4 0,-5 0,-3 0,-5-8,-7 40,9 60,-2 69,8 89,17 115,-8-153,-7-73,-2-7,3 0,1 0,1-1,2 0,6 11,-13-46,0 1,0 0,0-1,1 1,0-1,0 1,0-1,0 0,1 0,-1 0,1 0,-1 0,1 0,0-1,0 0,0 1,1-1,-1 0,1 0,-1-1,1 1,-1-1,1 0,0 0,0 0,-1 0,1-1,0 1,0-1,0 0,0 0,0-1,0 1,0-1,68-35,-40 11</inkml:trace>
  <inkml:trace contextRef="#ctx0" brushRef="#br0" timeOffset="977.923">322 348,'-19'-3,"-9"0,1 3,12 3,25 1,31 0,34-1,33-2,28-3,16 0,-18 0</inkml:trace>
  <inkml:trace contextRef="#ctx0" brushRef="#br0" timeOffset="1384.595">990 923,'16'-21,"-1"-1,0 0,-1-1,-2 0,0-1,-2-1,-1 1,0-2,-2 1,-1-1,2-24,-11 9,3 40,0 1,0-1,0 0,0 1,0-1,-1 0,1 1,0-1,0 1,-1-1,1 0,0 1,0-1,-1 1,1-1,-1 1,1-1,-1 1,1-1,-1 1,1 0,-1-1,1 1,-1-1,1 1,-1 0,1 0,-1-1,0 1,1 0,-1 0,0 0,1 0,-1 0,1 0,-1 0,0 0,1 0,-1 0,0 0,1 0,-1 0,0 0,1 0,-1 1,1-1,-1 0,1 1,-1-1,0 0,1 1,-1-1,1 1,-1-1,1 0,0 1,-1 0,-1 1,0 1,0 0,0 0,0 0,1 0,-1 0,1 0,0 0,0 1,0-1,0 0,0 1,1-1,0 1,-1-1,1 1,1-1,-1 0,0 1,1-1,0 1,0-1,0 0,0 1,0-1,1 0,-1 0,1 0,0 0,0 0,0-1,0 1,0 0,1-1,-1 0,1 1,6 2,0 0,0-1,1 0,-1 0,1-1,0 0,0-1,0 0,0 0,0-1,0-1,1 0,2 0,50 5,-61-5,1 0,-1 0,0 0,1 1,-1-1,1 1,-1 0,0 0,1-1,-1 2,0-1,0 0,1 0,-1 1,0-1,-1 1,1 0,0-1,0 1,-1 0,1 0,-1 0,1 0,-1 0,0 1,0-1,0 0,0 0,0 1,-1-1,1 1,-1-1,1 1,-1-1,0 1,0-1,0 1,0-1,-1 0,1 1,-1-1,1 1,-1-1,0 1,-52 121,52-123,1 0,0 1,0-1,0 0,0 1,0-1,0 0,0 1,0-1,1 0,-1 0,0 1,1-1,-1 0,1 0,-1 0,1 1,0-1,-1 0,1 0,0 0,0 0,0 0,0 0,0 0,0-1,0 1,0 0,0-1,0 1,1 0,-1-1,0 1,0-1,0 0,1 1,51 7,-23-9,1-1,-1-1,0-2,24-7,4-2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4:19.0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14,'0'-2,"2"-4,2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4:25.9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21,'-3'8,"1"0,0 0,1 0,0 0,0 0,1 1,0-1,0 0,1 0,0 1,1-1,-1 0,2 0,-1 0,1 0,0-1,1 1,0-1,0 0,0 0,1 0,0 0,0-1,1 0,4 3,31 37,-30-36,0 0,-1 1,0 1,-1 0,0 0,-1 1,-1 0,0 0,0 1,-2 0,5 13,-9-24,-1 0,1 0,-1 0,0 0,0 0,0 0,0 0,-1 0,1 0,-1 0,0-1,0 1,0 0,0 0,0-1,-1 1,1 0,-1-1,1 0,-1 1,0-1,0 0,0 0,0 0,-1 0,1 0,0 0,-1-1,1 1,-1-1,0 0,0 0,1 0,-1 0,0 0,0 0,0-1,0 1,0-1,0 0,0 0,0 0,1-1,-1 1,0 0,0-1,0 0,0 0,0 0,1 0,-1 0,0-1,1 1,-1-1,-7-6,1-1,0 0,0-1,1 0,0 0,1-1,0 1,0-2,1 1,1-1,0 0,1 0,-2-6,6 12,-1-1,1 1,0-1,0 1,1 0,-1-1,1 1,1 0,0-1,-1 1,2 0,-1 0,1 0,0 1,0-1,0 1,1-1,0 1,0 0,1 1,3-5,13-19,77-116,-97 142,0 2,-1-1,1 0,0 1,0-1,0 0,-1 0,1 0,0 1,-1-1,1 0,-1 0,1 0,-1 0,1 0,-1 0,0 0,1 0,-1-1,0 1,0 0,0 0,0 0,0 0,0 0,0 0,0 0,0 0,-1 0,1-1,0 1,-1 0,1 0,-1 0,1 0,-1 0,1 1,-1-1,0 0,1 0,-1 0,0 0,-8 3,0 1,0 0,0 0,1 0,-1 1,1 1,0-1,0 1,1 1,-1-1,0 2,-16 12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4:27.0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321 34,'-7'-5,"0"1,0 0,-1 1,1-1,-1 1,0 1,0-1,0 1,0 1,0 0,0 0,-1 0,1 1,0 0,0 1,-1 0,1 0,0 1,0 0,0 0,0 1,1 0,-1 0,1 1,-1 0,1 0,0 1,1 0,-1 0,1 0,0 1,1 0,-1 0,1 1,0 0,1-1,-1 2,-1 3,5-9,1-1,-1 1,1-1,-1 1,1 0,0 0,-1-1,1 1,0 0,0-1,0 1,0 0,1 0,-1-1,0 1,1 0,-1-1,1 1,-1-1,1 1,0 0,0-1,0 0,0 1,0-1,0 1,0-1,0 0,0 0,1 0,-1 0,1 0,-1 0,0 0,1 0,0 0,-1-1,1 1,-1 0,1-1,0 0,74 2,-64-5,1 0,-1-1,0 0,0-1,0 0,-1-1,0 0,5-5,-15 10,0 0,0 0,0 0,0 0,0 0,0 0,0 0,0 0,1 1,-1-1,0 0,0 1,1-1,-1 1,0-1,1 1,-1 0,1 0,-1-1,0 1,1 0,-1 0,1 0,-1 0,0 1,1-1,-1 0,1 1,-1-1,0 1,1-1,-1 1,0-1,0 1,1 0,-1 0,0 0,0 0,0 0,0 0,0 0,0 0,0 0,-1 0,1 0,0 1,9 15,0 1,-2 0,0 0,-1 0,-1 1,0 0,-2 0,0 1,-1-1,-1 1,-1 3,-1-17,0 0,-1 0,0 0,0 0,0-1,-1 1,0 0,0-1,0 1,-1-1,1 0,-1 0,-1 0,1 0,-1 0,1-1,-1 1,-1-1,1 0,-1 0,1-1,-1 1,0-1,0 0,-1-1,1 1,-6 1,-7 2,0-1,0-1,-1-1,0 0,0-2,0 0,1-1,-1-1,0 0,0-1,-12-4,-22-7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4:29.7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1214 1677,'2'0,"8"2,13 1,24 0,26-1,30 0,30-1,24-1,16 0,8 0,-6 3,-14 2,-20 3,-26 3,-27 1,-29-1</inkml:trace>
  <inkml:trace contextRef="#ctx0" brushRef="#br0" timeOffset="380.984">1481 2519,'14'-2,"22"-3,26-4,27-1,26-2,18-2,12 3,4 0,-6 2,-10 3,-17 2,-20 2,-20 1,-24 1</inkml:trace>
  <inkml:trace contextRef="#ctx0" brushRef="#br0" timeOffset="919.949">2537 1236,'46'41,"1"-3,50 32,37 29,-110-80,0 2,-1 0,-1 2,-1 1,-1 0,-1 2,-1 0,-2 1,0 0,-2 1,-1 1,-1 0,-2 1,-1 1,-1-1,-2 1,-1 0,-1 1,-1 16,-6-11,-2 0,-1 0,-2 0,-1-1,-2 0,-1 0,-2-1,-2-1,-1-1,-1 0,-2-1,-1-1,-2-1,-1-1,-1-1,-1-2,-1 0,-2-2,-1-1,0-1,-19 9,-55 19,69-39</inkml:trace>
  <inkml:trace contextRef="#ctx0" brushRef="#br0" timeOffset="1619.315">2644 1303,'104'6,"-2"5,0 4,0 4,-2 5,95 36,-92-28,-1 4,-2 5,-1 4,-3 4,-2 4,-2 4,16 19,-87-59,0 1,-2 1,0 1,-1 1,1 4,-10-14,-3-5</inkml:trace>
  <inkml:trace contextRef="#ctx0" brushRef="#br0" timeOffset="2580.178">2658 2733,'219'-45,"-2"-8,52-28,-171 48,-1-4,-2-5,-1-3,-3-5,-2-3,59-49,-107 63,-42 32,-12 15,12-8,-8 6</inkml:trace>
  <inkml:trace contextRef="#ctx0" brushRef="#br0" timeOffset="3080.46">4355 1917,'0'0,"0"-1,1 1,-1-1,0 0,0 1,0-1,0 1,0-1,-1 1,1-1,0 0,0 1,0-1,0 1,-1-1,1 1,0-1,0 1,-1-1,1 1,0 0,-1-1,1 1,-1-1,1 1,0 0,-1-1,1 1,-1 0,1-1,-1 1,1 0,-1 0,1 0,-1-1,0 1,1 0,-1 0,1 0,-1 0,1 0,-1 0,0 0,1 0,-1 0,1 0,-1 0,1 1,-1-1,1 0,-1 0,1 0,-1 1,1-1,-1 0,1 1,-1-1,1 0,-1 1,1-1,0 1,-1-1,1 1,-30 25,25-20,1-1,0 1,0 0,1 0,0 0,0 1,1-1,-1 1,1-1,1 1,-1 0,1 0,0 0,1 0,0 0,0 0,0 0,1 0,0 0,0-1,1 1,0 0,0-1,1 1,-1-1,1 1,1-1,-1 0,1 0,0-1,1 1,-1-1,1 0,0 0,0-1,1 1,-1-1,1 0,0 0,0-1,2 1,5 0,0 0,0 0,0-2,0 1,0-2,0 0,1 0,-1-1,1-1,-1 0,0-1,0-1,0 0,0 0,0-1,-1-1,1 0,-1-1,0 0,-1-1,0 0,2-2,-9 5,0 0,0-1,-1 1,1-1,-1 0,0 0,0 0,-1 0,1-1,-1 1,-1-1,1 1,-1-1,1 0,-2 1,1-1,-1 0,0 0,0 0,0 0,-1 1,0-1,0 0,0 0,-1 1,0-1,-2-6,-1-1,-1 0,0 1,0 0,-2 1,1 0,-1 0,-1 0,0 1,-7-7,6 9,0 0,0 0,-1 1,0 0,0 0,0 2,-1-1,0 1,0 1,-1 0,-3 0,9 3,1 0,-1 0,0 0,0 1,0 0,0 0,1 1,-1 0,0 0,0 0,1 1,-1 0,1 0,-1 1,1 0,0 0,0 1,1-1,-1 1,0 0,-3 5,4-4,0 0,0 1,1 0,0-1,0 2,0-1,1 0,0 1,0-1,1 1,0 0,0 0,0 0,1 0,0 0,1 0,0 0,0 1,0-1,1 0,0 0,0 0,0 0,1 0,0 0,1 0,0-1,0 1,0-1,1 0,0 0,0 0,2 2,19 19</inkml:trace>
  <inkml:trace contextRef="#ctx0" brushRef="#br0" timeOffset="4020.961">4756 1998,'14'0,"20"0,30-2,35-4,33-2,28-3,19-1,8-1,0 2,-10 2,-13 3,-20 3,-22 1,-26 2,-24 0,-22 0,-20 1</inkml:trace>
  <inkml:trace contextRef="#ctx0" brushRef="#br0" timeOffset="14401.577">1000 594,'-22'5,"0"1,0 0,1 2,-1 0,2 2,-1 0,1 1,1 1,0 1,1 1,0 0,1 1,1 1,1 1,0 0,1 1,0 0,2 2,0-1,1 1,2 1,0 0,1 0,1 1,-3 15,-3 58,13-93,0 1,1-1,-1 0,0 1,1-1,-1 0,1 0,0 1,0-1,0 0,0 0,0 0,0 0,1 0,-1 0,1-1,-1 1,1 0,0-1,-1 1,1-1,0 1,0-1,0 0,0 0,0 0,1 0,-1 0,0 0,0-1,0 1,1-1,-1 0,0 1,1-1,-1 0,0 0,3-1,11-3,0 0,0-2,0 0,-1-1,0 0,0-1,-1-1,0 0,0-1,-1 0,0-1,-1-1,1-1,24-23,-2-1,-1-2,-2-1,-2-1,-1-2,-3-1,-1-1,-2-1,-3-2,-1 1,-3-2,10-50,-21 83,-2 1,0-1,-1 0,-1 0,0-1,-2 1,1 0,-2 0,-2-11,4 25,-1 0,1 0,-1 0,0 0,1 0,-1 0,0 0,0 0,0 0,0 0,-1 1,1-1,0 0,-1 1,1-1,-1 1,0 0,1-1,-1 1,0 0,0 0,0 0,0 0,0 1,0-1,0 0,0 1,0-1,0 1,0 0,0 0,-1 0,1 0,0 0,0 0,0 0,0 1,0-1,0 1,0 0,0-1,0 1,0 0,-2 1,-8 6,0 0,1 0,-1 2,2-1,-1 1,1 1,1 0,0 0,0 1,1 0,1 0,-6 14,-5 5,2 1,0 0,3 2,0-1,3 1,0 1,3 0,0 1,3-1,1 1,1 0,2 0,2-1,1 1,1 0,3-1,0 0,11 27,-6-31,1-1,1 0,1-1,2 0,1-2,1 0,23 24,-20-30</inkml:trace>
  <inkml:trace contextRef="#ctx0" brushRef="#br0" timeOffset="14649.992">1334 995,'2'-16,"4"-10,2-7,2-2,3 1,0 4,1 5,-3 11,-2 13,-6 19,-5 20,-7 23,-9 21,-8 16,-8 7,1-14</inkml:trace>
  <inkml:trace contextRef="#ctx0" brushRef="#br0" timeOffset="21214.146">198 2252,'-38'62,"3"3,3 0,3 2,-5 23,28-73,-18 75,25-91,-1 0,1 0,-1 0,1 0,0 0,-1 0,1 0,0 0,0 0,0 0,0 0,-1-1,1 1,0 0,1-1,-1 1,0-1,0 1,0-1,0 1,0-1,0 0,1 0,-1 0,0 1,0-1,0 0,0 0,1-1,-1 1,0 0,0 0,0 0,0-1,1 1,-1-1,0 1,0-1,0 1,0-1,0 0,0 1,0-1,0 0,-1 0,1 0,0 0,0 0,0-1,23-15,-1-2,0 0,-2-2,0-1,-1 0,-1-1,-2-1,0-1,7-17,-6 16,-1-2,-1 0,-2-1,-1 0,-1-1,-2-1,-1 1,-1-2,-2 1,-1-1,-1 0,-2 0,-1-29,-3 49,0 1,0-1,-1 1,-1 0,0 0,0 0,-1 1,-1-1,0 1,0 0,0 1,-3-2,6 7,-1 0,0 0,0 0,0 1,0-1,0 1,-1 0,1 0,-1 1,0-1,0 1,0 0,0 1,0-1,0 1,0 0,-1 0,1 1,0-1,-1 1,1 0,-1 1,1-1,0 1,0 0,-1 1,0-1,-3 3,0 0,0 0,0 1,0 0,1 0,0 1,0 0,0 1,1-1,0 2,0-1,1 1,0 0,0 0,1 0,0 1,0 0,1 0,-3 9,2-5,1 2,0-1,1 0,0 1,1-1,1 1,1 0,0 0,0-1,2 1,0 0,0-1,2 5,9 14,0 1,2-2,2 0,1-1,17 23,31 56,-48-73,-1 1,-3 1,-1 1,-2 0,-1 0,1 24,12 33,-22-96,0 0,0 1,0-1,0 0,0 0,0 0,0 0,0 0,1 0,-1 0,0 0,1-1,-1 1,0 0,1-1,-1 1,1-1,-1 0,1 1,-1-1,1 0,-1 0,1 0,-1 0,1 0,-1 0,1 0,-1-1,1 1,-1 0,1-1,-1 1,1-1,-1 0,0 0,1 1,-1-1,1-1,48-36,-50 37,109-136,-109 137,0 0,0 1,0-1,0 0,0 0,0 1,0-1,0 0,0 0,0 0,0 1,0-1,0 0,1 0,-1 1,0-1,0 0,0 0,0 0,0 1,1-1,-1 0,0 0,0 0,0 1,0-1,1 0,-1 0,0 0,0 0,0 0,1 0,-1 0,0 1,0-1,1 0,-1 0,0 0,0 0,1 0,-1 0,0 0,0 0,1 0,-1 0,0 0,0 0,1-1,-1 1,0 0,-4 36,2-26,1-7,1 0,-1 1,0-1,1 0,0 0,-1 1,1-1,1 0,-1 1,0-1,1 0,0 1,-1-1,1 0,1 0,-1 0,0 0,1 0,-1 0,1 0,0-1,0 1,0 0,1-1,-1 0,0 1,1-1,-1 0,1 0,0-1,0 1,0 0,0-1,1 1,4-1,0-1,0 0,0 0,1 0,-1-1,0-1,0 1,-1-1,1 0,0-1,0 0,-1 0,0-1,0 0,0 0,0-1,0 0,-1 0,0 0,0-1,0 0,-1 0,0 0,0-1,-1 1,0-1,0 0,0-1,-1 1,0-1,0 0,-1 0,1-1,0 1,0-1,-1 0,-1 0,0 0,0 0,0 0,-1-1,-1 1,1 0,-2 0,1 0,-1 0,0 0,-1 0,0 1,-1-1,0 1,0 0,0 0,-1 0,0 1,-2-2,4 7,0-1,-1 1,1 1,-1-1,1 0,-1 1,1 0,-1 0,0 0,0 0,1 0,-1 1,0-1,0 1,0 0,0 1,1-1,-1 1,0-1,0 1,0 0,1 1,-1-1,1 0,-1 1,1 0,0 0,-3 1,-4 4,0 0,0 1,1 0,0 0,0 1,1 0,0 1,-3 4,-37 86,35-54</inkml:trace>
  <inkml:trace contextRef="#ctx0" brushRef="#br0" timeOffset="22244.732">6574 754,'26'-4,"1"2,-1 0,0 2,1 1,-1 1,0 1,0 1,0 1,-1 2,11 4,-29-8,-1 0,0 1,1 0,-2 0,1 0,0 1,-1 0,0 0,0 0,0 1,-1-1,0 1,0 0,0 1,-1-1,0 1,0-1,-1 1,1 0,-2 0,1 0,-1 0,0 0,0 0,-1 1,0-1,0 0,-1 2,-5 21,-2 1,-1-2,-1 1,-1-2,-2 1,-1-2,-1 1,-2-2,-13 17,2 2,19-31,-5 7,0 0,2 2,0 0,2 0,0 1,2 0,-2 8,10-30,-1 1,0-1,1 0,0 0,-1 0,1 1,0-1,0 0,1 1,-1-1,0 0,1 0,-1 0,1 1,0-1,0 0,-1 0,2 0,-1 0,0 0,0 0,0 0,1-1,-1 1,1 0,0-1,-1 1,1-1,0 0,0 1,0-1,0 0,0 0,0 0,0 0,15 2,0 0,0-1,0 0,0-2,0 0,1-1,-1 0,0-2,8-2,9 0,-1-1,0-2,-1-1,25-12,-30 9</inkml:trace>
  <inkml:trace contextRef="#ctx0" brushRef="#br0" timeOffset="22477.178">6481 1183,'14'0,"18"0,21-3,25 0,22-2,16-1,10-1,-18 1</inkml:trace>
  <inkml:trace contextRef="#ctx0" brushRef="#br0" timeOffset="22919.208">7497 1610,'0'-20,"4"-12,5-7,4-4,5-1,2 5,0 6,-4 7,-5 12,-1 15,-3 22,-3 20,-2 21,0 17,-2 17,2 8,3 3,0-17</inkml:trace>
  <inkml:trace contextRef="#ctx0" brushRef="#br0" timeOffset="26219.351">3834 460</inkml:trace>
  <inkml:trace contextRef="#ctx0" brushRef="#br0" timeOffset="26834.894">3567 273,'-1'6,"0"0,0 1,0-1,1 0,0 1,0-1,1 1,0-1,0 0,0 0,1 0,0 0,0 0,0 0,1 0,0 0,0-1,1 1,-1-1,1 0,0 0,2 0,29 41,2-2,2-1,5 1,90 103,-126-137,-2-1,1 1,-1 0,-1 0,0 1,0 0,2 9,-6-17,0 0,0 1,-1-1,1 0,-1 0,0 1,0-1,0 0,0 0,-1 1,1-1,-1 0,0 0,0 0,0 0,0 0,-1 0,1 0,-1 0,0 0,0 0,0-1,0 1,0-1,0 0,-1 1,1-1,-1 0,-2 1,-1 1,-1 0,0-1,1 0,-2 0,1 0,0-1,0 0,-1 0,1-1,-1 0,0 0,1-1,-1 0,0 0,1-1,-1 0,1-1,-1 1,1-1,0-1,-1 1,1-1,0-1,1 1,-1-1,1 0,-1 0,1-1,1 0,-1 0,1-1,-1 1,2-1,-1 0,1-1,-3-3,3 2,0 1,0-1,1-1,0 1,0 0,1-1,0 1,0-1,1 0,0 0,1 1,0-1,0 0,1 0,0 0,0 1,1-1,1 0,-1 1,1 0,1 0,-1 0,1 0,1 0,0 1,2-4,22-20,1 1,1 2,2 1,12-7,45-37,-76 60,1 0,-1-1,-1-1,0 0,-1-1,-1-1,0 1,-1-2,0 1,-1-2,-1 1,-1-1,0 0,-1-1,-1 1,0-4,-4 15,-1 0,0 0,-1 1,1-1,-1 0,0 1,-1-1,1 0,-1 1,0-1,0 1,-1 0,0 0,0 0,0 0,0 0,-1 1,0-1,0 1,0 0,0 0,-1 1,1-1,-1 1,0 0,0 0,0 0,-1 1,1 0,-1 0,1 0,-1 1,1 0,-1 0,0 0,0 1,1 0,-1 0,-4 1,-4 1,0 1,0 0,1 2,0-1,-1 2,2 0,-1 0,1 1,0 0,0 2,1-1,0 1,0 1,1 0,0 0,1 1,0 0,1 0,1 1,-1 1,2-1,0 1,0 0,-3 13,-16 47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4:57.6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4778 3314,'-16'-10,"0"1,0 0,-1 1,0 1,-1 0,0 2,0 0,0 1,0 0,-1 2,1 0,-1 1,0 1,1 1,-7 1,15-1,0 0,1 0,-1 1,0 1,1-1,0 2,0-1,0 1,0 0,0 1,1 0,0 1,0 0,0 0,1 0,-1 1,2 0,-1 1,1 0,0-1,-4 9,9-13,0-1,1 0,-1 0,0 1,1-1,0 0,-1 1,1-1,0 1,0-1,0 0,1 1,-1-1,0 0,1 1,0-1,-1 0,1 1,0-1,0 0,0 0,1 0,-1 0,0 0,1 0,0 0,-1-1,1 1,0-1,0 1,-1-1,1 1,1-1,-1 1,81 25,-48-24,1-2,0-1,-1-1,1-3,-1 0,0-3,0-1,27-10,-61 18,1-1,-1 0,0 0,0 0,1 1,-1-1,0 1,1-1,-1 1,0 0,1-1,-1 1,0 0,1 0,-1 0,1 0,-1 0,1 0,-1 0,0 1,1-1,-1 0,1 1,-1-1,0 1,0 0,1-1,-1 1,0 0,0 0,0-1,0 1,0 0,0 0,0 1,0-1,0 0,0 0,0 0,-1 0,1 1,-1-1,1 0,-1 1,1-1,-1 0,0 1,1-1,-1 1,0 0,0 29,-1-1,-1 1,-2-1,-1 1,-2-1,-7 21,9-27,-2-1,0 0,-2 0,0-1,-2 0,0-1,-2 0,0 0,-1-2,-1 1,-1-2,-1 0,0-1,-1-1,-1-1,-20 13,-32 11,3-10</inkml:trace>
  <inkml:trace contextRef="#ctx0" brushRef="#br0" timeOffset="-3593.047">3909 761,'0'15,"2"22,3 25,6 24,2 23,0 23,-3 17,-2 17,-4 10,-4 6,-7 2,-4-4,-5-10,-2-13,2-33</inkml:trace>
  <inkml:trace contextRef="#ctx0" brushRef="#br0" timeOffset="-2904.848">3922 868,'30'-14,"1"2,0 2,0 0,1 2,1 2,-1 1,1 1,0 2,-1 1,1 2,19 3,-1-1,0 3,0 2,-1 2,0 3,0 2,-2 1,21 12,-40-15,-1 2,0 1,0 1,-2 1,0 2,-2 0,0 2,-1 0,-1 2,-1 0,-2 2,9 13,-10-8,-2 2,-1 0,-1 0,-2 1,-2 1,-1 0,-1 0,-2 1,-2 0,-1 0,-2 36,-4-9,-2 1,-3-1,-3 0,-3-1,-3-1,-11 25,14-43,-3 0,-2-2,-1 0,-2-1,-2-1,-1-1,-2-2,-2 0,-1-2,-2-1,-1-2,-1-1,-6 2,2-5,-1-2,-1-1,-1-3,-1-1,-1-2,-1-1,0-3,-1-2,0-1,-1-3,0-2,-11-1,-27-9,57 0</inkml:trace>
  <inkml:trace contextRef="#ctx0" brushRef="#br0" timeOffset="10100.104">5326 1803,'36'-5,"734"12,183 8,149 70,-989-81,-87-5</inkml:trace>
  <inkml:trace contextRef="#ctx0" brushRef="#br0" timeOffset="11088.933">3855 1375,'-783'14,"-683"0,527-15,767-2,1-7,-153-30,409 67,-67-21</inkml:trace>
  <inkml:trace contextRef="#ctx0" brushRef="#br0" timeOffset="11749.474">1636 332,'-23'2,"0"1,0 0,0 2,0 1,0 1,1 0,1 2,-1 1,1 0,1 2,0 0,0 1,2 1,-1 1,-2 4,6-6,1 1,0 0,0 1,2 1,0 0,1 0,0 1,1 1,1 0,1 0,1 1,0 0,1 0,0 7,5-23,1 0,-1 0,1-1,0 1,0 0,0 0,0 0,0 0,1 0,-1 0,1 0,0 0,0-1,0 1,0 0,0 0,1-1,-1 1,1-1,-1 0,1 1,0-1,0 0,0 0,1 0,-1 0,0 0,1-1,-1 1,1-1,-1 1,1-1,0 0,0 0,-1 0,1-1,0 1,0-1,0 1,0-1,0 0,1 0,12-2,0-1,0-1,0 0,0-1,-1-1,0 0,0-1,-1 0,1-2,-2 0,1 0,7-8,8-5,-1-1,-1-1,-1-2,-1-1,-2 0,-1-2,0-1,-3-1,0 0,-2-1,-2-1,-1-1,-1 0,-2-1,-1 0,0-11,-8 31,0 0,-1 0,-1 0,0 0,-1 0,0 0,-2-3,2 13,0 1,0-1,-1 0,1 1,-1-1,0 1,0-1,0 1,-1 0,0 0,0 0,0 1,0-1,0 1,-1-1,1 1,-1 0,0 0,0 1,0-1,-1 1,1 0,0 0,-3 0,-1 0,0 2,0-1,-1 1,1 0,0 1,-1 0,1 0,0 1,0 0,0 0,0 1,0 0,1 1,-1-1,1 2,0-1,0 1,0 0,1 0,0 0,0 1,0 0,1 1,-1-1,2 1,-1 0,1 0,0 0,0 1,1 0,0-1,0 1,1 0,0 1,-1 6,0-1,2 0,-1 1,2 0,0-1,1 1,0-1,1 1,1-1,0 0,1 1,0-2,7 13,10 22,3-2,2-1,9 11,-11-18,-23-37,20 31,-1 0,-2 2,-1 0,-1 1,-2 1,8 34,-20-64,-1-1,0 0,0 1,0-1,-1 1,0-1,0 1,0-1,-1 0,0 1,0-1,0 1,-1-1,0 0,0 0,0 0,0 0,-1 0,-2 3,-6 2</inkml:trace>
  <inkml:trace contextRef="#ctx0" brushRef="#br0" timeOffset="12028.128">2131 453,'-14'21,"-6"15,-1 13,5 13,4 8,6 4,5 1,2-12</inkml:trace>
  <inkml:trace contextRef="#ctx0" brushRef="#br0" timeOffset="14995.474">701 2578,'139'10,"0"-7,57-9,-151 4,324-11,739-19,-944 31,553-21,-615 12,-86 7,-21 2,-24 3,12 1,0-1</inkml:trace>
  <inkml:trace contextRef="#ctx0" brushRef="#br0" timeOffset="16040.449">1074 3541,'-27'18,"0"1,0 2,2 1,1 1,1 1,0 1,2 1,1 0,2 2,0 1,2 0,-5 13,13-27,0 1,1-1,0 2,1-1,1 1,1-1,0 1,2 1,0-1,0 0,2 1,0-1,1 4,0-18,0 0,0 0,0 0,1 0,-1 0,1 0,-1-1,1 1,0 0,0-1,1 0,-1 1,0-1,1 0,-1 0,1 0,0-1,0 1,-1-1,1 1,0-1,0 0,0 0,1 0,-1-1,0 1,0-1,0 1,0-1,1 0,-1 0,0-1,0 1,0-1,1 0,-1 1,0-1,0 0,0-1,0 1,-1-1,1 1,0-1,2-1,17-13,0-1,-1 0,0-2,-2 0,0-1,-1-1,-2-1,0-1,-1 0,6-14,14-19,-3-2,-2-1,-3-1,-3-2,-2 0,-3-2,-3 0,4-40,-20 101,3-8,-1 0,0 0,-1 0,0 0,0 0,-2-1,1 1,-1 0,-1 0,0 0,-1 0,0 0,-1 0,0 1,0-1,-3-3,4 11,0 1,1-1,-2 0,1 1,0-1,0 1,-1 0,1 0,-1 1,0-1,1 1,-1-1,0 1,0 1,0-1,0 0,0 1,0 0,0 0,0 0,0 0,0 1,0-1,0 1,0 0,1 0,-1 1,0-1,-103 56,87-42,0 1,1 1,1 1,1 1,0 0,1 1,1 1,1 0,1 1,-9 22,15-28,1 0,0 1,1 0,1 0,0 0,1 1,1-1,1 1,1-1,0 1,1 0,1-1,1 1,0-1,1 0,2 4,9 12,2 0,1-1,1-1,1 0,2-2,1 0,2-2,0-1,2-1,2 1,79 84,-97-99,-1 1,0 0,-1 1,0 0,-1 0,-1 1,0 0,-1 1,0-1,-1 1,-1 0,2 9,-6-20,0-3,0 0,-1-1,1 1,0-1,0 1,0-1,0 1,0 0,0-1,0 1,0-1,0 1,0 0,0-1,0 1,0-1,1 1,-1 0,0-1,0 1,1-1,-1 1,0-1,1 1,-1-1,0 1,1-1,-1 1,1-1,-1 0,1 1,-1-1,1 0,-1 1,1-1,-1 0,1 0,-1 1,1-1,0 0,-1 0,1 0,-1 0,1 0,0 0,-1 0,1 0,-1 0,1 0,0 0,69-58,-66 55,9-9,1 1,0 1,0 0,1 1,0 0,1 1,8-2,-23 9,0 1,0 0,0 0,0-1,0 1,0 0,0 0,0 0,0 0,0 0,0 0,1 1,-1-1,0 0,0 0,0 1,0-1,0 1,0-1,0 1,0-1,-1 1,1 0,0-1,0 1,0 0,-1 0,1-1,0 1,-1 0,1 0,0 0,-1 0,1 0,-1 0,0 0,1 0,-1 0,0 0,0 0,1 0,-1 1,2 51,-2-45,0-5,-2 3,1 0,0 0,1 1,-1-1,1 0,1 0,-1 1,1-1,0 0,0 0,1 0,0 0,0 0,0 0,1 0,-1-1,2 1,-1-1,0 0,1 0,0 0,0 0,1-1,-1 1,1-1,0 0,0-1,3 0,-1 0,0-1,1 0,-1-1,1 0,-1 0,1 0,0-1,-1 0,1-1,0 1,-1-1,1-1,-1 0,1 0,-1 0,0-1,0 0,0 0,0-1,-1 0,1 0,0-1,3-3,-1 1,0-1,0 0,-1-1,0 0,0 0,-1-1,0 0,-1 0,0-1,0 0,-2 0,1 0,0-5,-3 11,0 1,-1-1,0 1,0-1,0 1,-1-1,1 1,-1-1,0 0,0 1,-1-1,1 1,-1-1,0 0,-1 1,1 0,-1-1,1 1,-1 0,-1 0,1 0,-1 0,1 0,-1 0,0 1,0 0,-1-1,1 1,-1 0,1 0,-1 1,0-1,-4 1,1-1,-1 1,0 0,0 1,0 0,1 0,-1 1,0 0,0 0,0 1,0 0,0 1,0-1,0 1,1 1,-6 1,-115 60,128-64,-52 31,7-4</inkml:trace>
  <inkml:trace contextRef="#ctx0" brushRef="#br0" timeOffset="16573.753">754 3033,'23'2,"25"1,28-4,23-7,18-7,7-1,-9 3,-21 4,-26 2</inkml:trace>
  <inkml:trace contextRef="#ctx0" brushRef="#br0" timeOffset="18687.305">7117 680,'78'-1,"0"3,-1 4,0 4,38 10,-103-17,0 0,-1 1,1 0,-1 1,0 0,0 1,0 0,7 7,-14-10,-1 0,1 0,-1 0,0 1,0-1,0 1,-1 0,1 0,-1 0,0 0,0 0,0 1,0-1,-1 0,0 1,0-1,0 1,-1 0,1-1,-1 1,0 0,0-1,-1 1,0 1,-4 13,-1 0,-1-1,-1 0,-1-1,0 1,-1-2,-1 1,-1-2,0 1,-3 0,5-2,-39 47,26-36,2 2,0 0,2 1,1 1,1 1,2 0,-4 14,17-41,1-1,0 1,0 0,0-1,0 1,0 0,0-1,1 1,-1 0,1 0,0 0,0 0,0-1,0 1,1 0,-1 0,1 0,-1-1,1 1,0 0,0-1,0 1,1 0,-1-1,1 0,-1 1,1-1,0 0,0 0,0 0,0 0,0 0,0 0,1-1,-1 1,0-1,1 1,-1-1,2 0,7 1,0-1,0-1,0 0,0 0,-1-1,1 0,0-1,0-1,-1 1,1-2,-1 1,0-2,0 1,0-1,-1-1,1 0,-1 0,-1 0,1-1,-1-1,1-1,-7 7,1-1,-1 0,1 0,-1 0,0-1,0 1,0 0,0-1,-1 1,1-1,-1 0,0 1,0-1,-1 0,1-1,-2-19</inkml:trace>
  <inkml:trace contextRef="#ctx0" brushRef="#br0" timeOffset="18888.768">6984 1081,'18'-2,"22"-1,22 0,26 1,21 0,16 1,10 3,3 0,-23 1</inkml:trace>
  <inkml:trace contextRef="#ctx0" brushRef="#br0" timeOffset="19184.643">8187 1242,'-3'2,"1"1,0-1,0 1,0 0,0 0,1 0,-1 0,1 1,0-1,0 0,0 0,0 1,1-1,-1 1,1-1,0 1,0-1,0 0,0 1,1-1,-1 1,1-1,0 0,0 1,0-1,0 0,1 0,-1 0,1 0,0 0,0 0,0 0,0-1,1 1,-1-1,1 1,-1-1,1 0,1 1,3-1,1 1,1-1,-1 0,0-1,0 0,1-1,-1 1,0-1,1-1,-1 0,0 0,1 0,-1-1,0-1,0 1,-1-1,1 0,0-1,3-2,-6 3,1 0,-1 0,0-1,-1 1,1-1,-1 0,0-1,0 1,0-1,0 1,-1-1,0 0,0 0,0-1,0 1,-1-1,0 1,0-1,-1 0,0 0,0 1,0-1,0 0,-1 0,0 0,0 0,-1-4,-1 4,-1-1,1 1,-1 1,0-1,0 0,-1 1,0-1,0 1,0 0,0 0,-1 1,0-1,0 1,0 0,0 0,-1 1,0-1,1 1,-1 1,0-1,0 1,-1 0,1 0,0 1,-1 0,1 0,-1 0,1 1,-1 0,0 1,1-1,-1 1,1 0,0 1,-1-1,1 1,0 1,-1-1,-126 62,67-24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5:43.1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0,'2'10,"1"6,0 6,-1-1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5:43.5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0,'9'14,"2"4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5:42.2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200 455,'-7'-3,"0"2,0-1,1 1,-1 0,0 0,0 1,0 0,0 0,0 0,0 1,0 0,0 1,0-1,0 2,1-1,-1 0,1 1,-1 1,1-1,0 1,1 0,-1 0,1 0,-1 1,1 0,1 0,-1 0,1 1,0 0,0-1,-3 7,6-9,1 1,-1-1,1 0,0 0,0 0,0 0,0 1,0-1,1 0,-1 0,1 0,0 0,0 0,0 0,0 0,1 0,-1 0,1-1,0 1,0-1,0 1,0-1,0 1,0-1,1 0,1 1,76 40,-48-34,0-2,0-1,0-2,1-1,0-1,-1-2,1-1,0-1,-1-2,0-2,0-1,0-1,9-5,-28 9,0-1,-1 0,0-1,0 0,0-1,-1-1,0 0,-1 0,1-1,-2 0,1 0,6-10,-11 4,-13 20,4 1,0 1,0 0,1-1,0 1,0 1,1-1,0 0,0 1,1-1,0 1,0 2,0-7,1 1,0-1,0 1,1-1,-1 0,1 1,-1-1,1 0,0 1,0-1,1 0,-1 0,1 0,-1 0,1 0,0 0,0-1,0 1,0-1,1 1,-1-1,1 0,-1 0,1 0,0 0,2 1,2 0,0-1,1 1,-1-2,1 1,-1-1,1 0,0 0,0-1,-1 0,1-1,0 1,-1-1,1-1,-1 0,1 0,-1 0,1-1,-1 0,0 0,-1-1,6-3,-7 4,0 0,0 0,0-1,-1 0,0 0,1 0,-1 0,-1-1,1 1,-1-1,1 0,-1 0,-1 0,1-1,-1 1,0 0,0-1,0 0,-1 1,0-1,0 0,-1 0,1 0,-1 0,-1 1,1-1,-1 0,-1-4,1 5,-1 1,0-1,0 1,0-1,0 1,-1 0,0 0,1 0,-2 1,1-1,0 1,-1-1,1 1,-1 0,0 1,0-1,0 0,-1 1,1 0,0 0,-1 1,1-1,-1 1,-2-1,-5 0,1 0,-1 1,1 0,-1 1,1 0,-1 0,1 2,-1-1,-9 4,14-4,-1 1,0 0,0 0,1 1,-1 0,1 1,0-1,0 1,0 1,1-1,-1 1,1 0,0 1,0 0,1 0,0 0,0 0,0 1,1 0,0 0,0 0,1 0,0 0,0 1,1 0,0 0,2-5,0 0,0 0,1 0,0-1,-1 1,1 0,0 0,0-1,1 1,-1-1,0 1,1-1,0 0,-1 1,1-1,0 0,0 0,0 0,1 0,-1-1,0 1,1 0,-1-1,1 0,-1 1,3-1,73 19,-27-16</inkml:trace>
  <inkml:trace contextRef="#ctx0" brushRef="#br0" timeOffset="300.234">935 13,'-116'-12,"111"12,0 0,0 1,0-1,0 1,0 1,0-1,0 1,0-1,1 2,-1-1,0 0,1 1,0 0,-1 0,1 0,1 0,-1 1,0 0,1 0,0 0,-1 1,2-2,1 0,0 0,-1 0,1 0,1 1,-1-1,0 0,1 1,0-1,0 1,0-1,0 0,0 1,1-1,-1 1,1-1,0 0,0 0,0 1,0-1,1 0,-1 0,1 0,1 1,55 68,-50-63,13 11,-1 2,-2 0,0 1,-1 0,-2 2,0 0,-2 0,0 1,0 5,24 159,-36-184,0-1,0 1,0-1,1 0,0 1,0-1,0 0,1 0,-1 0,1-1,0 1,1-1,-1 1,1-1,0 0,0-1,0 1,0-1,1 1,0-1,-1 0,1-1,3 2,12 2,0-1,1-1,-1-1,1 0,0-2,0 0,-1-2,3 0,52-3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5:39.4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1120,'108'-306,"-101"284,-4 10,0 0,2 0,-1 0,1 0,1 1,0-1,1 2,0-1,1 1,7-8,-14 17,0 0,0 0,1 0,-1 0,0 0,1 1,-1-1,1 1,-1-1,1 1,-1-1,1 1,-1 0,1 0,-1 0,1-1,-1 2,1-1,-1 0,1 0,-1 0,1 1,-1-1,1 1,-1-1,1 1,-1 0,1-1,-1 1,0 0,0 0,1 0,-1 0,0 0,0 0,0 1,35 48,-33-46,10 18,0 1,-2 1,-1 0,0 0,2 12,-13-37,0 1,1-1,-1 1,0-1,1 1,-1-1,0 1,0 0,1-1,-1 1,0 0,0 0,0 0,0-1,1 1,-1 0,0 0,0 0,0 0,0 0,1 0,-1 1,0-1,0 0,0 0,1 1,-1-1,0 0,0 1,1-1,-1 1,0-1,1 1,-1-1,0 1,1-1,-1 1,1 0,-1-1,1 1,-1 0,1-1,0 1,-1 0,1 0,0 0,-1-1,1 1,0 0,0 0,0 0,0-1,0 1,0 0,0 0,0 0,0 0,0-1,0 1,0 0,1 0,-1 0,0-1,1 1,-1 0,1 0,-1-1,1 1,-3-2,1 1,-1-1,1 0,-1 0,1 0,0 0,0-1,0 1,-1 0,1 0,0-1,0 1,1 0,-1-1,0 1,0-1,1 0,-1 1,1-1,-1 1,1-1,0 0,-1 1,1-1,0 0,0 1,0-1,1 0,-1 1,0-1,1 0,-1 1,1-1,-1 0,1 1,0-1,-1 1,1 0,0-1,0 1,0-1,0 1,1 0,0-1,1 0,0 0,0 0,-1-1,1 1,0 0,-1-1,0 0,1 1,-1-1,0 0,-1 0,1-1,0 1,-1 0,0 0,0-1,0 1,0-1,0 1,-1-1,0 1,1-1,-1 1,0-1,-1 1,1-1,-1 1,1-1,-1 1,0-1,-1 1,1 0,0-1,-1 1,0 0,0 0,0 0,0 0,0 1,-7-3,1 0,-1 1,0 0,0 1,0 0,0 0,-1 1,1 0,-1 1,0 0,1 0,-1 1,0 1,-2 0,8-1,-1 0,1 1,-1 0,1 0,0 0,0 0,-1 1,1-1,0 1,0 0,0 1,1-1,-1 1,1 0,-1-1,1 1,0 1,0-1,0 0,0 1,1 0,-1-1,1 1,0 0,0 0,1 0,-1 1,1-1,0 0,0 1,0-1,-1 9,0 0,1 1,0-1,1 0,1 0,0 1,1-1,0 0,1 0,0 0,0-3,0 1,0-1,1 0,0 0,0 0,1-1,1 0,0 1,0-2,0 1,1-1,1 0,-1 0,1-1,1 0,-1-1,1 0,4 2,-9-6,-1-1,0-1,0 1,1 0,-1-1,1 0,-1 0,0 0,1 0,-1 0,1-1,-1 1,0-1,1 0,-1 0,0 0,0 0,0-1,0 1,0-1,0 0,0 0,0 0,-1 0,1-1,1-1,53-73,-24 14,-4-1,-3-2,-2 0,-3-2,-3 0,-4-1,-2-2,2-13,-4 0,-1-73,-18 66,9 90,0 0,0 0,0 0,-1 0,1 0,0 0,0 0,-1 0,1 0,-1 0,1 0,-1 0,1 1,-1-1,1 0,-1 0,0 1,0-1,1 0,-1 0,0 1,0-1,0 1,1-1,-1 1,0-1,0 1,0 0,0-1,0 1,0 0,0 0,0 0,0 0,0 0,0 0,0 0,0 0,0 0,0 0,0 0,0 1,0-1,0 0,0 1,0-1,0 1,-1 0,-33 39,19-5,2 0,1 1,2 0,2 1,1 0,2 1,1 0,1 32,-2-14,2 0,2 0,3 1,3-1,2 0,2 0,6 14,-11-59,0-1,0 1,1-1,1 0,0 0,0 0,1 0,0-1,0 0,1 0,0-1,1 0,0 0,0-1,1 0,0 0,0-1,1 0,-1-1,1 0,1-1,-1 0,0 0,1-1,0 0,4 0,-2-2,0 0,1-1,-1 0,0-1,1 0,-1-1,0-1,0 0,0-1,-1 0,1-1,-1-1,0 0,0 0,-1-1,0 0,0-1,-1-1,0 0,0 0,-1 0,0-1,-1-1,0 0,-1 0,0 0,0-1,-1 0,-1 0,0-1,1-5,-4 11,1 0,-1 0,0-1,-1 1,0-1,0 1,0-1,-1 0,0 1,-1-1,0 1,0-1,0 1,-1-1,0 1,-1 0,1 0,-2 0,1 0,-3-4,3 10,0 0,0 1,0-1,0 1,0-1,0 1,0 0,0 1,0-1,0 0,0 1,0 0,0-1,0 1,0 1,0-1,1 0,-1 0,0 1,1 0,-1-1,1 1,0 0,-1 0,1 1,0-1,0 0,0 1,1-1,-1 1,1-1,-1 1,1 0,0 1,-4 1,0 1,1 1,-1-1,2 1,-1-1,1 1,0 0,0 0,1 0,0 1,0-1,1 1,0-1,0 1,0-1,1 1,1 0,-1-1,1 1,0-1,1 1,0-1,0 0,1 0,-1 0,2 0,-1 0,1 0,0-1,0 0,1 0,0 0,0 0,0-1,0 1,1-1,2 0,15 5,0 0,1-2,1-1,-1-1,1-1,0-2,0 0,1-1,-1-2,0 0,20-4,39-1</inkml:trace>
  <inkml:trace contextRef="#ctx0" brushRef="#br0" timeOffset="1049.018">1806 786,'-11'-5,"0"0,0 1,0 1,-1-1,1 2,-1 0,0 0,1 1,-1 1,0 0,0 0,0 1,1 1,-1 0,0 0,1 1,0 1,-1 0,2 0,-1 1,0 1,1 0,0 0,0 1,1 0,0 1,0 0,1 0,0 1,0 0,-1 3,8-10,-1-1,1 1,0 1,-1-1,1 0,0 0,1 0,-1 0,0 1,1-1,-1 0,1 1,-1-1,1 1,0-1,0 0,0 1,1-1,-1 0,0 1,1-1,0 0,-1 1,1-1,0 0,0 0,0 0,1 0,-1 0,0 0,1 0,-1 0,1 0,0-1,0 1,1 1,7 0,-1-1,1 0,-1 0,1-1,0 0,0-1,0 0,0-1,-1 1,1-2,0 0,0 0,-1-1,0 0,1 0,-1-1,0 0,-1-1,9-5,1 1,-1-1,0-1,0-1,-1 0,-1-1,0 0,-1-1,0-1,-2-1,1 1,-2-2,0 0,-1 0,-1-1,0 0,-1-1,-2 1,0-2,0 1,-1-4,1-13,-2-1,-1 1,-2-1,-1 0,-2 1,-1-1,-3 1,-3-14,8 46,0-1,0 1,0-1,0 1,-1 0,0-1,0 1,0 0,0 0,-1 1,0-1,0 0,-2-2,4 6,0 0,0-1,-1 1,1 0,0 0,0 0,-1 0,1 0,0 0,0 0,-1 0,1 1,0-1,0 0,0 1,0-1,-1 1,1-1,0 1,0-1,0 1,0 0,0 0,0 0,0-1,1 1,-1 0,0 0,0 0,1 0,-1 0,0 1,1-1,-1 0,1 0,-1 1,-11 24,1 0,1 0,1 1,2 0,0 1,2 0,1 0,1 7,3-34,-7 48,3-1,2 1,3 38,0-70,1 1,1-1,0 0,1-1,1 1,0-1,1 1,1-2,1 1,0-1,1 0,4 5,-6-12,0-1,1-1,0 0,0 0,0 0,1-1,-1 0,1-1,0 0,1 0,-1-1,1 0,-1-1,1 0,0 0,0-1,0 0,0-1,0 0,0-1,0 0,0-1,-1 1,1-2,0 0,-1 0,0 0,1-1,-1-1,-1 0,1 0,-1 0,0-1,0 0,0-1,-1 0,0 0,-1-1,4-5,-1 2,-1 0,0-1,-1 0,0 0,-1-1,-1 1,0-2,0 1,2-14,-4 157,-3-125,1 0,0 0,0 0,0 0,1 0,0 0,0 0,0 0,1-1,-1 1,1-1,0 0,1 0,-1 0,0 0,1 0,0-1,0 1,0-1,1 0,-1-1,1 1,-1-1,1 0,0 0,0 0,0-1,0 1,0-1,0 0,0-1,0 0,1 1,-1-1,0-1,0 1,0-1,3 0,6-6,1 0,-1 0,-1-1,1-1,-1 0,-1-1,0 0,0-1,-1-1,-1 1,1-2,-2 0,0 0,-1 0,0-1,-1 0,0-1,-1 1,-1-1,0-1,-1 1,-1-2,-7 33,1 0,0 0,1 0,0 1,1-1,1 0,1 1,0-1,2 1,1 4,-1-13,1 1,0-1,1 0,0-1,0 1,1-1,0 0,0 0,0-1,1 1,0-2,0 1,1-1,0 0,8 4,30 13</inkml:trace>
  <inkml:trace contextRef="#ctx0" brushRef="#br0" timeOffset="1497.87">3383 706,'-10'-1,"-1"0,1 1,-1 1,0 0,1 0,0 1,-1 0,1 1,0 0,0 1,0 0,1 0,-1 1,1 0,0 1,0 0,1 0,0 1,0 0,1 1,-1-1,2 1,-1 1,1-1,0 1,-2 6,6-10,0-1,0 1,0 0,1 0,-1-1,1 1,0 0,1 0,-1 0,1 0,0 0,0 0,1 0,0 0,-1 0,2 0,-1 0,0 0,1 0,0-1,0 1,1-1,-1 1,1-1,0 0,0 0,0 0,1-1,-1 1,1-1,0 1,0-1,2 1,14 6,1-1,0-1,0-1,0-1,1 0,0-2,0-1,1 0,-1-2,0 0,1-2,5-1,3 1,1-2,-1-1,0-1,0-1,-1-2,27-11,-41 13,-1-1,0 0,0-1,0-1,-1 0,-1-1,1-1,-2 0,1 0,-2-1,1-1,-2 0,7-11,-13 17,0 0,0 0,-1 0,0-1,-1 0,0 1,0-1,0 0,-1 0,0-1,-1 6,0 1,0 0,0 0,0 0,0-1,-1 1,1 0,0 0,-1 0,0 0,0 0,1 0,-1 0,0 0,0 0,-1 0,1 0,0 1,-1-1,1 0,-1 1,1-1,-1 1,0 0,0-1,0 1,1 0,-1 0,0 0,0 1,0-1,-1 0,1 1,0-1,0 1,0 0,0-1,-1 1,1 0,-4 1,0-1,0 1,0 0,0 0,0 0,0 1,1 0,-1 0,1 1,-1-1,1 1,0 0,0 1,0-1,0 1,1 0,0 0,-1 1,1-1,1 1,-1 0,1 0,0 0,0 0,0 1,1-1,0 1,0 0,0 0,1-1,0 1,0 0,0 0,1 0,0 0,0 0,0 0,1 0,0 0,0 0,0 0,1 0,0 0,0-1,1 1,0-1,-1 0,2 1,2 2,3 1,1 0,0-1,0-1,1 0,0 0,0-1,0 0,1-1,0 0,0-1,1-1,11 3,153 11,-103-20</inkml:trace>
  <inkml:trace contextRef="#ctx0" brushRef="#br0" timeOffset="2085.973">4426 652,'33'137,"22"62,-55-197,1 0,-1 0,1 0,-1 0,1 0,0-1,0 1,0 0,0 0,0-1,0 1,1 0,-1-1,1 1,-1-1,1 0,-1 0,1 1,0-1,-1 0,1 0,0 0,0-1,0 1,0 0,0-1,0 1,0-1,0 0,0 1,0-1,0 0,0 0,0-1,0 1,0 0,0-1,0 1,0-1,0 1,0-2,11-6,-1 0,0-2,0 1,-1-2,0 1,-1-1,0-1,-1 0,-1 0,1-1,-2 0,6-13,43-120,-57 139,-6 23,4-1,0-1,1 1,0-1,1 1,1 0,0-1,1 1,1-1,0 1,4 11,-5-20,1 0,0-1,0 1,1 0,-1 0,1-1,0 0,1 1,-1-1,1 0,0-1,1 1,-1-1,1 0,-1 0,1 0,0-1,1 1,-1-1,1 0,-1-1,1 0,0 0,0 0,0 0,4 0,-1-2,-1 1,0-1,1-1,-1 0,0 0,1-1,-1 0,0 0,0 0,-1-1,1-1,0 1,-1-1,0-1,0 1,0-1,-1 0,1-1,-1 1,0-1,-1-1,4-3,1-3,-1 0,0 0,0-1,-2 0,1-1,-2 0,0 0,-1 0,0 0,-2-1,1-5,-6-19,-11 57,11-10,0 0,0 0,0 0,1 0,0 0,1 0,-1 0,2 0,-1 0,1 0,0 0,0 0,0 0,1 0,0 0,1 0,0-1,0 1,0-1,1 0,0 0,0 0,0 0,1-1,0 0,0 0,0 0,1 0,1 0,14 6,0 0,1-2,1 0,-1-2,2 0,-1-1,0-2,1-1,0 0,0-2,11-1,46 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5:35.7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1176,'22'-35,"-2"-1,-1-1,-2-1,-2 0,7-27,0 5,-22 56,1-1,0 1,0 0,0 0,0 0,1 0,0 0,0 0,0 0,0 0,0 1,1-1,0 1,0-1,0 1,0 0,0 0,0 1,1-1,0 1,-1 0,1 0,0 0,0 0,0 0,0 1,0 0,1 0,-1 0,0 0,0 1,1-1,-1 1,0 1,1-1,-1 0,0 1,2 0,4 5,0 0,0 0,0 1,-1 0,0 1,-1 0,1 1,-1-1,-1 2,0-1,0 1,-1 0,0 0,-1 1,3 8,-5-14,0 0,0 0,0 0,-1 1,0-1,0 1,-1 0,1-1,-1 1,-1 0,1 0,-1 0,0 0,0 0,0 0,-1-1,0 1,0 0,-1 0,0-1,0 1,0-1,0 1,-1-1,0 0,0 0,-1 0,1-1,-1 1,0-1,0 1,0-1,-1-1,0 1,1-1,-1 1,-2-1,5-1,1-1,-1 0,1 0,-1 0,1-1,-1 1,0 0,1-1,-1 1,0-1,0 1,0-1,1 0,-1 0,0 0,0 0,0 0,1 0,-1 0,0 0,0-1,0 1,1-1,-1 0,0 1,1-1,-1 0,1 0,-1 0,1 0,-1 0,1 0,-1 0,1-1,0 1,0-1,0 1,0 0,0-1,0 0,0 1,0-1,1 0,-1 1,0-1,1 0,0 0,-1 1,1-2,7-18,4 2</inkml:trace>
  <inkml:trace contextRef="#ctx0" brushRef="#br0" timeOffset="917.703">749 895,'-1'-2,"-1"1,0-1,0 1,0 0,0 0,0 0,0 0,0 0,-1 0,1 0,0 1,0-1,-1 1,1 0,0-1,-1 1,1 0,-1 0,1 1,0-1,-1 0,1 1,0 0,0-1,-1 1,1 0,0 0,0 0,-1 1,-53 44,54-44,-1 0,1 1,0-1,-1 1,1-1,0 1,1 0,-1 0,0 0,1 0,-1 0,1 0,0 0,0 1,1-1,-1 0,1 1,-1-1,1 0,0 1,0-1,0 0,1 1,-1-1,1 0,0 1,0-1,0 0,0 0,1 0,-1 0,1 0,0 0,0 0,0-1,0 1,0 0,1-1,-1 0,1 0,-1 0,1 0,1 1,10 1,0-1,0-1,1 0,-1-1,0-1,1 0,-1-1,0 0,1-1,-1-1,0 0,0-1,-1 0,1-2,-1 1,0-1,-1-1,13-8,1-1,0-1,-1-1,0-1,-2-2,0 0,-2-1,0-1,-2-1,0-1,-2-1,0 0,-2-1,-1-1,-2 0,0-1,-2 0,-1-1,-1-2,2-11,-1 0,-3 0,-1 0,-2-1,-2 1,-2-1,-4-23,-27-47,29 109,1 0,0 1,-1 0,0-1,0 1,0 0,-1 0,1 1,-1-1,0 1,0 0,0 0,0 0,-1 0,1 1,-1 0,0-1,1 2,-1-1,0 1,-3-1,2 1,0 1,0 0,0 0,0 1,0-1,0 1,0 1,0-1,0 1,0 0,1 0,-1 1,1-1,-1 1,1 1,0-1,0 1,1-1,-1 1,1 1,0-1,-1 1,-4 6,1 0,0 0,1 0,0 1,1 0,0 0,1 1,0 0,-1 7,2 1,0 1,1-1,2 1,0-1,1 1,1 0,1-1,1 1,1-1,1 0,4 10,14 39,4 0,25 44,-34-77,-9-17,16 30,-3 0,-2 2,-2 0,-2 1,6 42,-19-68,4-21,1-27,-5 14,3-14,2 0,1 1,0 0,1 0,1 1,1 0,1 1,0 0,2 1,0 1,0 0,2 1,0 1,0 1,18-11,-33 23,0-1,0 1,1 0,-1 0,0-1,1 1,-1 1,1-1,-1 0,1 1,-1-1,1 1,-1 0,1 0,0 0,-1 0,1 0,-1 0,1 1,-1 0,1-1,-1 1,1 0,-1 0,1 0,-1 0,0 1,0-1,0 1,0-1,0 1,1 1,1 4,-1 1,0-1,0 1,-1 0,0 0,0 0,-1 0,0 1,-1-1,0 3,5 32,-5-38,1 1,0 0,0-1,1 1,-1-1,1 1,1-1,-1 0,1 1,0-1,0-1,0 1,0 0,1-1,0 0,0 0,0 0,1 0,-1 0,1-1,0 0,0 0,0-1,0 1,1-1,-1 0,1 0,1 0,5 0,0-1,-1 0,1 0,0-1,0-1,-1 0,1 0,0-1,-1-1,1 0,-1 0,0-1,0-1,0 0,-1 0,0-1,0 0,0-1,-1 0,0-1,0 0,-1 0,0-1,0 0,4-7,-9 10,-1 0,1 0,-1 0,-1 0,1 0,-1 0,0-1,-1 1,1 0,-1-1,0 1,-1 0,0-1,0 1,0 0,-1 0,1-1,-2 1,1 0,-1 1,0-1,0 0,0 1,-1 0,1 0,-2 0,1 0,0 0,-1 1,0 0,0 0,-5-3,8 6,0 0,0-1,0 1,0 0,-1 0,1 0,0 1,-1-1,1 1,-1-1,1 1,-1 0,1 0,-1 0,1 0,-1 0,1 0,-1 1,1-1,0 1,-1 0,1 0,0 0,-1 0,1 0,0 0,0 1,0-1,0 0,0 1,0 0,0 0,1-1,-1 1,1 0,-1 0,1 1,-1-1,-2 5,1 1,-1-1,1 0,1 1,-1 0,1-1,0 1,1 0,0 0,0 0,1 5,1-4,0-1,0 1,1-1,0 1,0-1,1 0,0 0,0 0,1 0,1-1,-1 1,1-1,0 0,0 0,1-1,0 0,0 0,1 0,0-1,0 0,0 0,0 0,1-1,-1 0,1-1,0 0,1 0,7 1,107 14,-67-18</inkml:trace>
  <inkml:trace contextRef="#ctx0" brushRef="#br0" timeOffset="1838.241">2287 854,'-5'15,"0"0,1 0,1 1,0-1,1 1,0-1,1 1,2 12,-1-23,0 1,1 0,0-1,0 1,0-1,1 1,0-1,0 0,0 0,1 0,0 0,0 0,0 0,0-1,1 1,0-1,0 0,0 0,0-1,1 1,-1-1,1 0,0 0,0 0,3 1,-3-3,-1 1,1 0,0-1,0 0,1 0,-1 0,0-1,0 0,0 0,0 0,0-1,1 1,-1-1,0 0,0-1,0 1,-1-1,1 0,0 0,-1-1,1 1,-1-1,1 0,-1 0,0-1,4-4,0 0,0 0,-1-1,0 0,0 0,-1-1,-1 0,1 0,-1 0,3-11,12-57,-20 80,-2 4,1 1,0-1,0 1,0-1,1 1,0 0,0 0,0-1,1 1,0-1,1 1,-1-1,1 1,0-1,1 0,0 1,0-2,0 1,1 0,-1 0,1-1,1 0,-1 0,1 0,0-1,0 1,4 2,0-4,0 0,1 0,-1-1,1 0,-1-1,1 0,0-1,-1 0,1 0,0-1,0 0,-1-1,1 0,-1 0,0-1,1 0,-1-1,0 0,-1 0,1-1,-1 0,0-1,0 0,-1 0,0 0,0-1,0 0,-1-1,0 0,0 1,-1-2,4-6,18-63,-27 135,0-43,-1-10,0 0,0-1,1 1,-1 0,1 0,0 0,0-1,0 1,1 0,-1 0,1 0,0-1,0 1,0 0,1-1,-1 1,1-1,0 1,0-1,0 0,0 0,1 0,-1 0,1 0,0-1,0 1,0-1,0 1,0-1,0 0,2 0,8 0,1-1,0 0,0-1,0 0,0-1,0-1,0-1,-1 1,1-2,-1 0,0-1,0 0,10-6,60-30,-82 41,0 0,0 0,0 1,-1-1,1 0,0 0,0 0,0 1,-1-1,1 0,0 1,-1-1,1 0,0 1,-1-1,1 1,0-1,-1 1,1 0,-1-1,1 1,-1-1,1 1,-1 0,0 0,1-1,-1 1,0 0,1 0,-1-1,0 1,0 0,0 0,0 0,0-1,0 1,0 0,0 0,0 0,0-1,0 1,0 0,-1 0,1-1,0 1,-1 0,3 15,-1-13,1 0,-1 0,1 0,-1 0,1-1,0 1,0 0,0-1,0 0,1 1,-1-1,1 0,-1 0,1 0,0-1,0 1,-1-1,1 1,0-1,1 0,-1 0,0 0,0-1,0 1,0-1,1 0,-1 1,0-2,0 1,1 0,-1-1,0 1,0-1,0 0,0 0,0 0,0 0,0-1,0 1,1-2,4-3,-1-1,0 0,0 0,0-1,-1 1,-1-2,1 1,-1-1,0 1,-1-1,0 0,-1-1,0 1,0-1,-1 0,0 1,-1-1,0 0,0 0,-1 0,-1 0,0 0,-1-7,1 14,0-1,0 1,0 0,0 1,0-1,-1 0,0 0,1 0,-1 1,0-1,0 1,0 0,-1-1,1 1,-1 0,1 0,-1 1,1-1,-1 0,0 1,0 0,0-1,0 1,0 0,0 1,0-1,0 0,-1 1,1 0,0 0,0 0,0 0,0 0,-1 1,1-1,0 1,0 0,0 0,0 0,0 0,0 1,-8 3,1 1,-1 0,1 1,0 0,1 0,0 1,0 1,0-1,1 1,1 1,0-1,0 2,0-1,1 0,1 1,0 0,1 1,-2 6,5-16,0 1,1 0,-1 0,1-1,0 1,0 0,0 0,0-1,0 1,1 0,-1 0,1-1,-1 1,1 0,0-1,0 1,1-1,-1 1,0-1,1 0,0 1,-1-1,1 0,0 0,0 0,0 0,0-1,1 1,-1 0,0-1,1 0,-1 1,2-1,3 2,0-1,0 1,0-2,0 1,1-1,-1 0,1-1,-1 1,1-1,-1-1,8-1,20-5</inkml:trace>
  <inkml:trace contextRef="#ctx0" brushRef="#br0" timeOffset="2105.038">3517 466,'-20'-15,"-12"-9,-5 1,0 4,3 10,6 11,7 7,8 7,10 5,10 4,11 2,2-4</inkml:trace>
  <inkml:trace contextRef="#ctx0" brushRef="#br0" timeOffset="2326.961">3503 841,'-4'19,"-4"11,-1 9,1 2,7 1,13-5,19-8,26-10,28-12,29-14,-5-6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5:28.6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255 0,'-4'16,"-2"17,0 16,2 13,0 13,2 6,1 1,-1-1,-4-9,0-16</inkml:trace>
  <inkml:trace contextRef="#ctx0" brushRef="#br0" timeOffset="5761.63">162 54,'25'17,"111"89,-65-53,-3 3,54 57,-110-101,-1 1,0 1,-1 0,0 1,-2 0,1 0,-2 1,1 3,-5-14,-2 1,1-1,0 1,-1-1,0 1,-1-1,1 1,-1 0,0-1,0 1,-1 0,0-1,0 1,0-1,-1 1,1-1,-1 1,-1-1,1 0,-1 0,0 0,0 0,0-1,0 1,-1-1,-2 3,-8 2,0 0,0 0,0-2,-1 1,-1-2,1 0,-1-1,0-1,0 0,0-1,0-1,-1 0,1-1,-10-1,-45 0,0-2,1-4,-1-3,-47-13,201 26,-41-2</inkml:trace>
  <inkml:trace contextRef="#ctx0" brushRef="#br0" timeOffset="5983.704">924 428,'7'16,"2"12,4 6,3 4,-1-1,-1 0,-2-6,-2-7</inkml:trace>
  <inkml:trace contextRef="#ctx0" brushRef="#br0" timeOffset="6460.424">817 201,'25'-5,"0"2,1 1,-1 1,1 1,-1 1,1 1,-1 2,0 0,0 2,-1 0,1 2,-2 1,1 1,17 10,-31-13,0-1,-1 2,0-1,-1 1,0 1,0 0,-1 0,0 0,0 1,-1 0,0 0,-1 0,0 1,-1 0,0 0,-1 0,0 0,-1 1,0-1,-1 1,0 3,6 147,-7-160,0 0,1 0,-1 0,1 0,-1 0,1 0,0 0,0 0,0 0,0 0,0 0,0 0,1-1,-1 1,0 0,1-1,0 1,-1-1,1 0,0 0,-1 1,1-1,0 0,0 0,0-1,0 1,0 0,0-1,0 1,0-1,1 0,-1 1,0-1,0 0,0 0,0-1,1 1,4-1,0-1,0 0,0 0,-1 0,1-1,-1 0,1-1,-1 1,0-1,3-3,5-5,-1 0,0-1,-1-1,-1 0,0-1,-1 0,-1 0,0-1,-1 0,0-1,-2 0,1-3,1 8,-10 39,1-20,-1-1,2 1,-1-1,1 1,0-1,0 1,0-1,1 1,0-1,1 1,0-1,-1 0,2 1,-1-1,1 0,0-1,0 1,1 0,0-1,4 5,2-2,0 0,1-1,0-1,0 0,1 0,0-2,0 1,0-1,0-1,1 0,-1-1,1 0,0-1,0 0,65 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5:44.4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51,'63'-15,"0"2,2 3,-1 3,1 3,0 3,1 2,-44-1,0 0,0 1,-1 2,1 0,-1 1,0 1,0 1,0 1,-1 1,0 1,0 1,-1 0,13 10,-28-17,0 1,-1-1,1 1,-1 0,0 0,0 0,0 0,0 1,-1-1,0 1,0-1,0 1,0 0,-1 0,0 0,0 0,0 0,0 0,-1 0,0 0,0 1,-1-1,1 0,-1 0,0 0,0 0,-1 0,1 0,-1-1,0 1,-1 0,1-1,-1 0,0 1,0-1,-3 3,-13 14,-2-1,-1 0,0-1,-1-2,-1 0,-20 10,-2 3,27-18,-4 2,1 1,0 0,1 2,1 0,1 2,0 0,1 1,1 1,15-18,0-1,0 1,0 0,0 0,0 0,1 0,-1 0,1 0,0 0,0 0,0 0,1 0,-1 1,1-1,-1 0,1 1,0-1,0 0,1 1,-1-1,1 0,0 0,-1 1,1-1,1 0,-1 0,0 0,1 0,0 0,1 2,7 2,0-1,0 0,1-1,-1 0,1-1,0 0,1 0,-1-2,0 1,1-1,0-1,-1 0,1-1,0 0,9-1,36-3,0-2,0-2,-1-3,-1-2,49-19,-76 23</inkml:trace>
  <inkml:trace contextRef="#ctx0" brushRef="#br0" timeOffset="301.714">40 345,'14'-2,"18"-1,19-2,22-1,19 0,14-3,12 1,6 1,-2 3,-8 1,-24 1</inkml:trace>
  <inkml:trace contextRef="#ctx0" brushRef="#br0" timeOffset="629.879">1230 787,'92'-231,"-48"121,-43 109,-1 1,0 0,1-1,-1 1,1 0,-1 0,0-1,1 1,-1 0,1 0,-1 0,1 0,-1 0,1-1,-1 1,1 0,-1 0,0 0,1 0,-1 0,1 0,-1 1,1-1,-1 0,1 0,-1 0,1 0,-1 0,0 1,1-1,-1 0,1 0,-1 1,0-1,1 0,-1 1,0-1,1 0,-1 1,0-1,0 1,1-1,-1 0,0 1,0-1,0 1,1-1,-1 1,0-1,0 1,0-1,0 0,0 1,0-1,0 1,0-1,0 1,0-1,0 1,0-1,-1 1,1-1,0 1,0-1,27 219,-24-186,2 1,1-1,2 0,0 0,3-1,0 0,3-1,3 4,1-5</inkml:trace>
  <inkml:trace contextRef="#ctx0" brushRef="#br0" timeOffset="854.358">1778 265,'18'0,"18"0,18 0,14 0,11 0,4 0,-6 2,-11 4,-17-1</inkml:trace>
  <inkml:trace contextRef="#ctx0" brushRef="#br0" timeOffset="1101.695">1965 585,'18'7,"20"3,20-4,12-4,10-8,-11-2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5:46.4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635 238,'-14'-7,"0"2,0-1,-1 2,0 0,0 1,0 0,0 1,0 1,0 0,-1 1,1 1,0 0,0 1,0 1,0 0,0 1,1 1,-1 0,1 1,0 1,1 0,-10 7,-1 1,2 1,0 1,1 1,1 1,1 1,0 0,2 2,0 0,1 1,2 0,0 1,0 5,6-17,2 1,0 0,0 0,1 1,1-1,0 1,1 0,0 0,1 0,1 1,0-1,1 0,0 0,1 1,1-1,1 0,0 0,0 0,1 0,-1-9,0-1,0 1,1-1,-1 0,1 0,0 0,0 0,0-1,0 0,1 0,-1 0,1 0,0-1,0 1,0-1,0 0,0-1,1 0,-1 1,0-2,1 1,-1 0,0-1,4 0,3-1,0 0,1-1,-1 0,0-1,0 0,0-1,-1 0,1-1,-1 0,3-3,14-11,0-2,-1 0,-1-2,-2-1,0-1,-1-1,-2-1,-1-1,-1-1,-1 0,-1-2,-2 0,-2 0,0-1,-2-1,0-6,-4 18,-1 0,-1 0,0 0,-2-1,0 0,-1 0,-2 1,0-1,-1 0,-2 0,0 0,-2-3,4 20,-1 1,0 0,0-1,0 1,0 0,-1 0,0 1,0-1,0 0,0 1,0 0,-1-1,1 1,-1 1,0-1,0 1,0-1,0 1,-1 0,1 0,0 1,-1-1,1 1,-1 0,0 1,1-1,-1 1,0 0,1 0,-1 0,0 0,1 1,-1 0,0 0,1 0,-1 1,1-1,-4 3,-7 6,1 0,0 1,1 1,0 0,1 1,1 0,-1 1,2 0,0 0,1 2,1-1,0 1,1 0,0 0,2 1,0 0,0 0,2 0,-1 10,-1 14,1 1,2 0,2 0,1 0,3 0,1 0,2 0,2-1,2-1,2 0,1 0,2-1,2-1,1 0,2-2,1 0,2-2,11 11,-7-10</inkml:trace>
  <inkml:trace contextRef="#ctx0" brushRef="#br0" timeOffset="218.028">916 785,'-5'14,"-3"13,-1 14,2 11,1 6,2 4,2 1,1-3,1-13</inkml:trace>
  <inkml:trace contextRef="#ctx0" brushRef="#br0" timeOffset="1702.775">1263 625,'23'-2,"19"-4,15-2,13 0,7-1,4 1,1 2,-4 2,-7 1,-11 2,-17 0</inkml:trace>
  <inkml:trace contextRef="#ctx0" brushRef="#br0" timeOffset="1978.701">1478 358,'-3'23,"0"20,0 18,3 13,1 9,4 3,-1-4,1-6,-2-17</inkml:trace>
  <inkml:trace contextRef="#ctx0" brushRef="#br0" timeOffset="2895.101">2506 384,'-17'5,"1"1,-1 1,1 0,0 1,0 1,1 0,0 1,1 1,0 0,1 1,0 0,1 1,1 1,0 0,0 0,1 1,1 0,-2 7,-4 1,2 0,0 1,2 1,0 0,2 0,1 1,1 0,1 0,-2 25,7-46,0 1,1-1,-1 0,1 0,0 0,0 0,1 0,0 0,0 1,0-1,0-1,1 1,0 0,0 0,0 0,1-1,-1 1,1-1,0 0,0 0,1 0,-1 0,1-1,0 1,0-1,0 0,0 0,1 0,-1-1,1 0,-1 0,1 0,0 0,0-1,0 1,0-1,0 0,5 0,1-4,-1 0,1 0,-1-1,0 0,0 0,-1-1,1-1,-1 1,0-2,-1 1,1-1,-1-1,-1 1,1-1,-1 0,-1-1,0 0,0 0,0 0,-1-1,-1 0,1-2,35-71,-4-2,-4-2,13-57,-41 131,0 0,9-26,-1-2,-2 1,-1-1,-2-1,-3 0,0-20,-3 59,-1-1,0 0,0 0,-1 1,1-1,-1 0,1 1,-1-1,0 0,-1 1,1 0,-1-1,1 1,-1 0,0-1,0 1,0 0,-1 0,1 1,-1-1,0 0,1 1,-1 0,0-1,0 1,-1 0,1 1,0-1,-1 1,1-1,-1 1,1 0,-2 0,-4 0,1 1,0 0,-1 1,1 0,0 0,0 1,0 0,0 0,0 1,0 0,0 0,1 1,0 0,-1 0,2 1,-1 0,0 0,0 1,-7 7,-1 1,2 0,0 1,0 0,2 1,0 1,-2 3,1 2,1 1,1 0,1 0,1 1,1 0,2 1,0 0,1 0,1 0,2 0,0 0,2 0,1 0,1 0,1 0,1 0,1-1,1 0,1 0,1-1,1 0,2 0,0-1,9 11,-7-12,0-1,1-1,2-1,0 0,0-1,2-1,0-1,1 0,0-2,1 0,0-1,11 3,-26-13,1 0,-1-1,1 1,0-1,-1-1,1 1,0-1,0 0,0-1,-1 0,1 0,0 0,-1-1,1 0,-1 0,1-1,-1 0,6-3,-11 5,4-2,0 0,0 0,0 1,0-1,0 1,0 0,1 0,-1 1,1-1,0 1,-1 1,1-1,0 1,-1 0,1 0,0 1,-1-1,1 1,-1 1,1-1,-1 1,6 2,47 47,-50-43,0 1,0-2,1 1,0-1,0 0,1-1,0 0,6 2,-12-6,1 0,-1 0,1-1,0 1,-1-1,1-1,0 1,-1 0,1-1,0 0,0 0,0-1,-1 1,1-1,0 0,-1 0,1-1,-1 1,1-1,-1 0,1 0,-1-1,0 1,0-1,0 0,-1 0,1 0,-1 0,1-1,-1 0,0 1,-1-1,1 0,-1 0,1-1,-1 1,0 0,1-4,1 0,-2-1,1 1,-1 0,0-1,0 1,-1-1,0 0,-1 1,0-1,-1 0,1 0,-2 1,1-1,-1 1,0-1,-1 1,0 0,0 0,-1 0,0 0,0 1,-1-1,0 1,0 0,-1 1,0-1,0 1,-1 0,1 1,-1-1,0 1,-1 1,1-1,-1 1,0 1,0-1,-6 0,-1 3,1 1,0 0,-1 1,1 1,0 1,0 0,0 0,0 1,1 1,-1 1,1 0,0 0,1 1,-12 9,-25 15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5:52.1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0,'196'10,"547"-1,1536-2,-2236-4,-34-1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5:54.9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565 425,'-17'-3,"1"1,-1 1,1 1,-1 0,0 1,1 0,-1 1,1 2,0-1,0 2,0 0,0 1,1 0,0 1,1 1,-1 1,1 0,-5 4,-5 8,0 0,1 2,0 0,3 2,0 0,1 1,1 1,2 1,1 1,1 0,1 0,-3 16,14-42,0 0,0 0,1-1,-1 2,1-1,0 0,0 0,0 0,0 0,1 1,-1-1,1 0,0 1,0-1,0 0,1 1,-1-1,1 0,-1 1,1-1,0 0,0 0,1 0,-1 0,1 0,-1 0,1 0,0 0,0-1,0 1,0-1,1 1,-1-1,1 0,0 0,-1 0,1 0,0 0,1 0,9-1,0-1,-1 0,1-1,0 0,-1-1,1 0,-1-1,1-1,-1 0,0 0,0-1,-1-1,0 0,6-4,11-7,-1-1,-1-1,0-2,-2 0,0-2,-2 0,0-2,-2 0,-1-1,-1-1,-1-1,-1-1,-2 0,-1-1,-1 0,-1-1,-2 0,-1-1,-2 0,-1 0,0-14,-4 32,-1 0,0 1,-1-1,0 1,-1-1,-1 1,-3-13,5 23,0-1,-1 0,1 1,-1 0,0-1,1 1,-1 0,-1 0,1 0,0 0,-1 0,1 0,-1 1,0-1,0 1,0 0,0 0,-1 0,1 0,0 1,-1-1,1 1,-1 0,0 0,1 0,-1 0,0 1,1-1,-1 1,-2 0,-2 1,0 1,0-1,0 1,0 0,1 1,-1 0,1 0,0 1,0 0,0 0,0 1,0 0,1 0,0 0,0 1,1 0,-1 0,-6 8,1 1,0 0,0 0,2 1,0 1,-6 15,3 0,3 1,0 0,2 0,2 1,1 0,1 0,2 0,2 0,0 0,3 0,1 0,1-1,2 0,11 30,-7-32,1-1,1 0,1-2,2 0,1 0,5 3,1 0</inkml:trace>
  <inkml:trace contextRef="#ctx0" brushRef="#br0" timeOffset="283.242">738 867,'-6'18,"-6"15,1 9,1 6,2 2,6 0,5-5,2-10</inkml:trace>
  <inkml:trace contextRef="#ctx0" brushRef="#br0" timeOffset="698.137">1167 760,'-3'7,"3"2,4-3,5-4,0-5,-1-5,-2-2,-4-1,-9 3,-9 2,-7 5,-5 6,0 5,2 6,7 1,10 2,6-4</inkml:trace>
  <inkml:trace contextRef="#ctx0" brushRef="#br0" timeOffset="1559.387">1822 452,'-7'-2,"1"0,0 0,-1 1,0-1,1 2,-1-1,0 1,1 0,-1 0,0 0,1 1,-1 0,1 1,-1-1,1 1,-1 0,1 1,0 0,0 0,0 0,1 1,-1-1,1 1,-1 1,1-1,1 1,-3 2,-22 18,1 1,1 1,2 2,0 0,2 2,1 1,2 0,1 1,-10 26,3 36,26-92,-1 1,1 0,0 0,0 0,1-1,-1 1,1 0,0 0,0-1,0 1,0-1,1 1,-1-1,1 1,0-1,0 0,0 0,0 0,1 0,-1 0,1 0,0-1,0 1,0-1,9 3,0-1,0 0,0 0,0-2,0 1,1-2,-1 1,1-2,-1 0,1 0,0-1,-1-1,0 0,1 0,-1-2,0 1,0-1,-1-1,1 0,8-6,0 0,-1-1,-1 0,0-2,-1 0,0-1,-1 0,-1-1,0-1,-1-1,-1 0,-1 0,-1-1,0-1,2-9,5-12,-2-1,-1-1,-3 0,-1-1,-3 0,2-30,-9 69,1-6,1-1,-2 1,0 0,0 0,-1-1,0 1,-1 0,0 0,-1-1,0 1,-1 0,0 1,-1-1,0 0,0 1,-1 0,-6-8,9 16,0 0,0 0,-1 0,1 1,-1 0,1-1,-1 1,1 0,-1 0,0 0,1 0,-1 1,0-1,0 1,0 0,1 0,-1 0,0 0,0 0,0 0,1 1,-1-1,0 1,0 0,1 0,-1 0,0 0,-1 1,-64 52,53-37,1 0,1 1,1 0,1 1,0 1,1 0,2 0,0 1,1 0,0 0,2 1,1 0,1 0,1 0,0 0,2 0,0 0,2 0,0 0,2 0,0 0,2-1,0 1,1-1,6 10,7 6,1 0,1-2,2-1,2 0,1-2,1-1,23 17,-48-43,0-1,1 0,0-1,0 1,0-1,0 1,1-1,0-1,-1 1,1 0,0-1,0 0,0 0,0-1,0 0,1 0,-1 0,0 0,1-1,-1 1,1-2,4 1,124-64,-131 64,-1 1,1-1,-1 1,0 0,1 0,-1 0,0 0,1 0,-1 0,0 1,0-1,0 1,0-1,0 1,0 0,-1 0,1 0,-1 0,1 0,-1 0,0 0,1 0,-1 1,0-1,-1 1,1-1,0 0,-1 1,1-1,-1 2,12 22,-9-22,1 0,-1 0,1 0,0 0,0-1,0 1,1-1,-1 0,1 0,0-1,-1 1,1-1,0 0,1 0,-1-1,0 1,0-1,1-1,-1 1,1-1,-1 0,0 0,1 0,-1-1,1 1,2-2,3 0,0-1,-1 0,1-1,-1 0,1-1,-1 0,-1 0,1-1,-1 0,0-1,0 0,3-4,-5 4,-1-1,0 1,0-1,-1 0,0-1,0 1,-1-1,0 0,-1 0,0-1,0 1,-1 0,0-1,-1 0,0 1,0-1,-1 0,0 0,-2-7,1 13,0 0,0 0,-1 0,0 0,1 0,-1 1,-1-1,1 1,0-1,-1 1,0 0,0 0,0 0,0 0,0 1,0-1,-1 1,1-1,-1 1,0 1,0-1,1 0,-1 1,0 0,0 0,-1 0,1 0,0 1,-1-1,-7 0,0 1,0 0,0 0,-1 1,1 1,0 0,0 1,1 0,-8 3,1 1,0 1,0 1,1 1,0 1,1 0,0 1,0 0,-9 12,3-1</inkml:trace>
  <inkml:trace contextRef="#ctx0" brushRef="#br0" timeOffset="2012.185">1474 11,'2'0,"8"0,13 0,20 0,23 0,27 0,25 0,19-5,-14-1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5:52.7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108 6,'41'-4,"1"2,-1 2,0 2,24 4,-49-4,1 1,0 1,-1 0,0 1,0 1,0 0,-1 2,0-1,-1 2,1 0,-1 1,4 4,-12-8,0-1,0 1,-1 0,0 1,0-1,0 1,-1 0,0 0,0 1,-1-1,0 1,0 0,-1-1,0 1,0 0,-1 1,0-1,0 0,-1 0,0 0,-1 1,0-1,0 0,0 0,-1 0,-1 3,-10 15,-2 0,0-1,-1 0,-2-1,0-1,-2-1,0-1,-1 0,-1-2,-1-1,-13 8,-135 112,169-137,1-1,0 1,0 0,0 0,-1 0,1 0,0 0,0 0,1 0,-1 0,0 0,0 0,0 0,1 1,-1-1,1 0,-1 0,1 1,-1-1,1 0,0 1,-1-1,1 1,0-1,0 0,0 1,0-1,1 1,-1-1,0 0,0 1,1-1,-1 0,1 1,-1-1,1 0,0 1,-1-1,1 0,0 0,0 0,0 0,0 0,0 0,0 0,0 0,0 0,0-1,1 1,-1 0,0-1,0 1,1 0,-1-1,0 0,1 1,0-1,19 6,0-1,0 0,1-2,0-1,0 0,0-2,1 0,1 0,55 1,-1-4,0-3,56-13,-101 11,-11 1</inkml:trace>
  <inkml:trace contextRef="#ctx0" brushRef="#br0" timeOffset="482.601">1 461,'112'-16,"2"4,-1 6,1 5,5 5,-87-4,-1 2,1 2,-1 0,0 2,0 2,-1 1,0 1,12 7,-38-16,0 1,0 1,0-1,-1 1,1-1,-1 1,1 0,-1 0,0 1,0-1,-1 0,1 1,-1 0,0 0,0 0,0 0,0 0,-1 0,1 0,-1 0,0 1,0-1,-1 0,1 1,-1-1,0 1,0-1,-1 1,1-1,-1 0,-1 3,-3 17,3-18,0 0,0 0,1 0,-1 0,1 0,1 1,-1-1,1 0,0 0,1 1,0-1,0 0,0 0,0 0,1 0,0 0,0 0,1 0,0-1,0 1,1 1,5 1,0-1,0 0,1-1,0 0,0-1,0 0,1 0,-1-1,1 0,0-1,1 0,-1-1,0 0,1-1,-1 0,1-1,-1-1,1 1,-1-2,7-1,-6 1,0 0,0-1,-1 0,1-1,-1-1,0 1,0-2,0 0,7-6,-14 10,-1 0,0 0,0-1,0 1,0-1,-1 0,1 0,-1 0,1 0,-1 0,0-1,0 1,-1-1,1 1,-1-1,1 1,-1-1,0 0,-1 0,1 0,-1 0,1 0,-1 1,0-1,-1 0,1 0,-1 0,0 0,0 0,0 1,-1-4,-1 0,-1 1,0-1,0 1,0 0,-1 1,0-1,0 1,0 0,-1 0,0 0,0 1,0 0,0 0,-1 1,1 0,-1 0,0 0,-3 0,-6-2,0 0,-1 2,1 0,-1 1,1 0,-1 1,-11 2,18-1,1 1,-1-1,1 2,0 0,0 0,0 0,0 1,0 1,0-1,1 1,-1 1,1 0,0 0,1 0,-1 1,1 0,0 1,-5 6,11-12,-1 1,1 0,0 0,0 0,0 0,0 1,0-1,1 0,-1 0,0 0,1 1,0-1,0 0,-1 1,1-1,1 0,-1 0,0 1,0-1,1 0,0 1,0 0,9 17</inkml:trace>
  <inkml:trace contextRef="#ctx0" brushRef="#br0" timeOffset="765.954">1658 354,'14'2,"15"1,17 3,15-1,11 0,7-2,-5-1,-12 2,-17-1</inkml:trace>
  <inkml:trace contextRef="#ctx0" brushRef="#br0" timeOffset="1007.305">1618 675,'16'2,"18"1,21 0,18-3,15-1,8-3,7-1,-15 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8:05.4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97 50,'-14'-2,"-7"-1,1-2,3-3,5-2,4-2,4 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8:54.6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40 637,'-3'16,"5"12,6 8,6 5,6 2,1-2,-1-5,-1-9,-4-14,-4-8</inkml:trace>
  <inkml:trace contextRef="#ctx0" brushRef="#br0" timeOffset="166.147">40 343,'-12'-5,"-3"6,6 9,5 10,5 2</inkml:trace>
  <inkml:trace contextRef="#ctx0" brushRef="#br0" timeOffset="459.652">321 851,'178'-230,"-176"229,-1 1,0-1,1 0,-1 0,0-1,0 1,0 0,0 0,0-1,0 1,0 0,0-1,-1 1,1-1,0 1,-1-1,1 1,-1-1,0 1,0-1,1 0,-1 1,0-1,0 1,0-1,-1 0,1 1,0-1,-1 1,1-1,-1 1,1-1,-1 1,0-1,1 1,-1-1,0 1,0 0,0 0,0-1,0 1,0 0,-1 0,1 0,0 0,-1 0,1 0,0 1,-2-2,-6 2,0 0,0 1,-1 0,1 1,0 0,0 0,1 0,-1 1,0 1,1 0,0 0,0 0,0 1,0 0,1 1,0-1,0 2,0-1,1 1,0 0,0 0,1 0,-2 3,5-7,0 1,0-1,0 1,0-1,0 1,1 0,0 0,-1 0,2 0,-1 0,0 0,1 0,0 0,-1 0,2 0,-1 0,0 0,1 0,0 0,0 0,0-1,0 1,1 0,-1 0,1-1,0 1,0-1,1 1,-1-1,1 0,-1 0,1 0,0 0,0-1,3 3,5 1,1-1,0 0,1 0,-1-1,1-1,0 0,-1-1,1 0,0-1,1 0,3-1,40 0</inkml:trace>
  <inkml:trace contextRef="#ctx0" brushRef="#br0" timeOffset="910.715">816 463,'-26'-1,"18"0,0 1,0 0,0 0,0 0,0 1,0 0,0 1,1 0,-1 0,-6 3,12-4,1 0,0 1,-1-1,1 1,0 0,0-1,-1 1,1 0,1-1,-1 1,0 0,0 0,1 0,-1 0,1 0,-1 0,1 0,0 0,0 0,0 0,0 0,0 0,1 0,-1 0,0 0,1 0,0 0,-1 0,1-1,0 1,0 0,0 0,0-1,0 1,0 0,1-1,-1 1,1-1,-1 0,1 1,-1-1,1 0,0 0,-1 0,1 0,0 0,0 0,0-1,26 20,1-1,1-1,1-2,6 2,87 48,-93-39,-31-27,1 1,-1-1,0 1,1 0,-1-1,0 1,1-1,-1 1,0 0,0-1,1 1,-1 0,0-1,0 1,0 0,0-1,0 1,0 0,0-1,0 1,0 0,-1-1,1 1,0 0,0-1,-1 1,1 0,0-1,-1 1,1-1,0 1,-1 0,1-1,-1 1,1-1,-1 0,1 1,-1-1,1 1,-1-1,0 0,1 1,-1-1,1 0,-1 0,0 1,1-1,-1 0,0 0,1 0,-1 0,0 0,-72 7,71-7,0 0,0 0,0-1,0 1,1-1,-1 1,0-1,0 1,1-1,-1 0,0 0,1 0,-1 0,1 0,-1 0,1-1,-1 1,1 0,0-1,0 1,0-1,0 1,0-1,0 0,0 1,0-1,1 0,-1 1,1-1,-1 0,1 0,0 0,-1 0,1 0,0 1,0-1,1-2,3-9,0 0,2 0,-1 1,2-1,0 1,0 1,1-1,0 1,1 1,0 0,1 0,5-4,-2 1,110-103,-122 115,25-17,-26 18,1 0,-1 0,1-1,-1 1,0 0,1 0,-1 0,1 0,-1 0,1 0,-1-1,1 1,-1 0,1 0,-1 0,1 1,-1-1,1 0,-1 0,0 0,1 0,-1 0,1 1,-1-1,1 0,-1 0,0 0,1 1,-1-1,1 0,-1 1,0-1,1 0,-1 1,0-1,0 1,1-1,-1 0,0 1,0-1,0 1,1-1,-1 1,0-1,0 1,0-1,0 1,0-1,0 0,0 1,0-1,0 1,0-1,0 1,0-1,-1 1,-2 50,6 45,-1-88,0 0,1 0,0 0,0-1,1 1,-1-1,2 0,-1 0,1-1,0 1,1-1,-1 0,1 0,0-1,1 0,-1 0,1 0,0-1,0 0,0 0,1-1,0 0,-1 0,1-1,0 0,0 0,0-1,0 0,1 0,-1-1,0 0,0-1,0 0,1 0,19-10</inkml:trace>
  <inkml:trace contextRef="#ctx0" brushRef="#br0" timeOffset="1172.225">1203 102,'-14'-2,"-6"-1,0 5,10 8,13 10,19 11,13 6,2-3</inkml:trace>
  <inkml:trace contextRef="#ctx0" brushRef="#br0" timeOffset="1628.996">1511 690,'9'-20,"0"0,-2-1,0 0,-1 0,-1 0,-1-1,-1 0,-2 0,0 0,-1-2,0 23,0 1,-1-1,1 0,0 0,-1 1,1-1,0 0,0 0,0 0,0 1,0-1,0 0,0 0,0 0,0 1,0-1,0 0,0 0,1 1,-1-1,0 0,0 0,1 1,-1-1,1 0,-1 1,1-1,-1 0,1 1,-1-1,1 1,-1-1,1 1,0-1,-1 1,1-1,0 1,-1-1,1 1,0 0,0 0,-1-1,1 1,0 0,0 0,-1 0,1 0,0 0,0 0,0 0,-1 0,1 0,0 0,0 0,0 1,-1-1,1 0,0 1,0-1,8 1,1 0,-1 1,0 0,0 0,0 1,0 0,0 0,0 1,-1 1,0-1,0 1,0 1,-1-1,1 1,-1 1,-1-1,1 1,-1 1,0-1,-1 1,0 0,0 0,-1 0,1 1,-2 0,-1 1,-2-6,0-1,0 1,1 0,-1-1,1 1,0-1,-1 1,2-1,-1 1,0-1,1 0,-1 1,1-1,0 0,0 0,0 0,1 0,-1-1,1 1,-1-1,1 1,0-1,0 0,0 0,0 0,1 0,-1-1,0 1,1-1,-1 0,1 0,1 0,2-1,0 1,0-2,-1 1,1-1,0 0,0 0,0-1,-1 0,1 0,-1 0,0-1,1 0,-1 0,0-1,-1 0,1 0,-1 0,1-1,-2 0,2 0,3-5,0-1,0 0,-2 0,1 0,-1-1,-1 0,0-1,-1 1,3-10,0-1,-10 30,1 0,0 0,0-1,0 1,1 0,0 0,0 0,1 0,0-1,0 1,1 0,0-1,0 1,0-1,1 1,0-1,0 0,1 0,-1 0,1-1,1 1,-1-1,1 0,0 0,0-1,3 3,45 19,-31-19</inkml:trace>
  <inkml:trace contextRef="#ctx0" brushRef="#br0" timeOffset="1905.92">2032 209,'-4'5,"7"5,10 4,3 0</inkml:trace>
  <inkml:trace contextRef="#ctx0" brushRef="#br0" timeOffset="2288.661">2312 490,'40'-26,"-1"-1,-1-3,17-18,-44 37,0-1,-1 0,0 0,-1-1,-1 0,0-1,0 0,-1 0,-1-1,-1 1,0-1,1-10,-3 16,-1-1,0 1,-1-1,0 0,0 1,-1-1,0 0,-1 0,0 0,-1 1,0-1,0 1,-1-1,-3-7,5 16,0 0,1-1,-1 1,0 0,0-1,0 1,0 0,0 0,0 0,0 0,0 0,0 0,-1 0,1 0,0 0,-1 1,1-1,0 0,-1 1,1-1,-1 1,1 0,-1-1,1 1,-1 0,1 0,-1 0,1 0,-1 0,1 0,-1 1,1-1,-1 0,1 1,-1-1,1 1,-1-1,1 1,0 0,-1 0,1 0,0 0,-1 0,-44 55,34-33,1 1,2 0,0 1,2 0,0 0,2 1,1-1,1 1,1 0,1 0,2 0,0 1,2-2,3 12,-5-30,0 1,0-1,1 1,0-1,0 0,1 0,0 0,1 0,-1 0,1-1,0 1,1-1,0 0,0 0,0-1,0 0,1 0,0 0,0 0,1-1,-1 0,1 0,0-1,0 0,0 0,0-1,0 1,1-2,4 2,-3-3,1-1,-1 1,0-1,0-1,0 0,0 0,0-1,-1 0,1-1,-1 0,0 0,0 0,0-1,0 0,-1-1,0 0,0 0,0-1,-1 1,0-1,-1-1,1 1,-1-1,-1 0,1 0,-1 0,-1-1,0 0,0 1,0-1,-1 0,-1 0,1-3,-10-37,7 48,1 0,-1 0,1 0,-1 0,1 0,-1 0,0 0,1 1,-1-1,0 0,0 0,1 1,-1-1,0 1,0-1,0 1,0-1,0 1,0-1,0 1,0 0,0-1,0 1,0 0,0 0,0 0,0 0,0 0,0 0,0 0,0 0,0 0,0 1,0-1,0 0,0 1,0-1,0 1,0-1,0 1,0-1,1 1,-1 0,0-1,0 1,0 0,-2 2,-1 1,1 0,0 1,0-1,0 1,0-1,1 1,-1 0,1 0,1 0,-1 0,1 0,0 0,0 0,0 0,1 1,-1-1,1 0,1 0,-1 1,1-1,0 0,0 0,0 1,1-1,0 0,0-1,0 1,1 0,-1-1,1 1,0-1,0 0,1 0,-1 0,1 0,0 0,1 0,8 6,0 0,1 0,0-1,1-1,0-1,0 0,0 0,1-2,0 0,10 1,37 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8:44.4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1458 2042,'-133'-122,"4"54,86 50,-5-5,-2 2,0 3,-1 2,-1 2,0 2,-1 2,0 3,-36 1,65 8,0 2,0 0,1 2,-1 0,1 2,0 0,1 2,0 0,0 2,1 0,1 1,0 2,1 0,1 0,0 2,1 0,1 1,0 1,2 1,0 0,1 0,1 2,1-1,1 1,-4 14,-1 21,1 1,4 1,2 0,2 0,3 0,3 1,4 20,-4 100,-25 400,14-40,-25-35,22-31,-9 70,14-5,9-437,16 223,-15-318,0 24,0-1,3 1,0-1,2 0,1 0,2-1,0 0,14 27,-18-47,6 15,1-1,1 0,1-1,1 0,1-1,1-1,0 0,2-2,0 0,11 7,-13-18,1-1,-1-1,1 0,1-1,-1-1,1-1,-1 0,1-2,0 0,-1-1,1-1,-1 0,1-2,-1 0,1-1,-5 2,21-4,0-1,0-2,-1-1,-1-2,0-2,-1 0,0-2,24-19,188-132,-204 134,-2-1,-1-2,-1-2,-3-1,-1-1,-2-2,-2-1,-2-1,-2-2,-2 0,14-44,-11 8,-3-1,-4-1,-3 0,-5-1,-3 0,-4-47,2 45,5-208,-16-88,2 302,-8-132,10 0,17-118,-7 260,13-112,-8-1,-10-149,-42-253,1 249,36 322,0-1,-2 1,0 0,-1 0,-1 0,0 1,-1 0,-1 0,0 0,-1 1,0 0,-1 1,-1 0,0 1,-1 0,-7-6,-43-27,34 24</inkml:trace>
  <inkml:trace contextRef="#ctx0" brushRef="#br0" timeOffset="5104.826">1098 1548,'0'-2,"0"0,0 0,0 1,0-1,1 0,-1 0,1 1,0-1,-1 0,1 1,0-1,0 1,0-1,0 1,0-1,0 1,0 0,0-1,1 1,-1 0,1 0,-1 0,1-1,1 0,127-97,-2 17,47-24,1058-614,-440 252,-735 435,-76 42,-12 7</inkml:trace>
  <inkml:trace contextRef="#ctx0" brushRef="#br0" timeOffset="5747.945">1606 960,'-80'90,"-212"217,287-302,-20 39,26-43,-1 0,1 0,0 1,0-1,0 0,0-1,0 1,1 0,-1 0,0 0,0-1,0 1,1 0,-1-1,0 1,1-1,-1 0,1 1,-1-1,0 0,1 0,-1 0,1 0,-1 0,0 0,1 0,-1 0,1-1,0 0,-1 1,44-4,0-2,-1-2,36-12,-34 8,402-80,-439 91,-7 1,0 0,0 0,0 1,0-1,-1-1,1 1,0 0,0 0,0-1,0 1,-1-1,1 1,0-1,0 0,-1 0,1 0,-1 0,1 0,0 0,-1 0,0 0,1-1,-1 1,0-1,0 1,0-1,0 1,0-1,0 1,0-1,0 0,-1 0,1 1,-1-1,1-1,-3-3,0 0,0 0,0-1,-1 2,0-1,0 0,-1 0,1 1,-1 0,0 0,-5-4,1-1,-38-42,-3 2,-44-34,36 33,35 28,10 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01.7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220 61,'-7'-2,"0"0,-1 0,1 1,-1-1,0 2,1-1,-1 1,0 0,1 1,-1-1,0 2,1-1,-1 1,1 0,0 1,-1-1,1 2,0-1,1 1,-1 0,1 0,0 1,0-1,0 1,0 1,1-1,0 1,0 0,1 0,-1 1,-2 6,6-10,0-1,0 1,1 0,0 0,-1 0,1 0,0 0,0-1,1 1,-1 0,1 0,-1 0,1 0,0-1,0 1,0 0,0-1,1 1,-1-1,1 1,-1-1,1 0,0 1,0-1,0 0,0 0,0 0,0-1,1 1,-1 0,1-1,-1 0,1 0,0 1,98 26,-77-27,-1 0,1-1,0-2,-1 0,1-2,-1 0,0-1,21-9,-30 9,-1 0,0-1,0 0,0-1,-1 0,0-1,0-1,-1 0,0 0,-1-1,0 0,-1-1,0 0,0-1,2-4,-9 13,0 0,0 0,-1 1,1-2,-1 1,1 0,-1 0,0 0,0-1,-1 1,1 0,-1-1,1 1,-1-1,0 1,-1 0,1-1,0 1,-1-1,0 1,0-1,-11 26,11-14,1 1,0-1,0 0,0 0,1 0,1 0,0 0,0-1,0 1,1 0,0-1,0 1,1-1,0 0,2 2,-4-6,0 1,0-1,1 0,-1 0,1 0,0 0,0 0,0-1,0 0,1 1,-1-1,0 0,1 0,0-1,-1 1,1-1,0 0,0 0,0 0,0 0,0-1,0 0,0 0,0 0,0 0,0 0,0-1,0 0,0 0,-1 0,4-1,1-2,-1 0,0-1,0 0,0 0,0 0,-1-1,0 0,0 0,0-1,-1 0,0 0,0 0,-1 0,0-1,0 0,-1 1,0-2,0 1,-1 0,0 0,-1-1,1 1,-2-1,1 1,-1-1,-1-1,-5-2,-1 34,7-15,0 0,1 0,0 0,0 0,0 0,1 0,0 0,0-1,1 1,0 0,0-1,1 0,-1 0,1 0,1 0,-1-1,1 1,0-1,0 0,0-1,1 1,0-1,0 0,0-1,0 1,1-1,33 17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02.4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46,'20'21,"1"0,1-2,0 0,2-1,0-1,1-2,0 0,1-2,1 0,0-2,0-1,1-2,27 6,-49-14,1 1,-1-1,0 1,0-2,1 1,-1-1,0 0,0 0,0-1,0 1,0-2,0 1,-1 0,1-1,-1 0,1-1,-1 1,0-1,0 0,-1 0,1 0,-1-1,0 0,0 1,-1-1,1-1,-1 1,0-1,0 1,-1-1,0 0,0 0,0 0,-1 0,1-6,0 5,0-1,-1 1,0-1,0 1,-1-1,0 0,0 1,-1-1,0 1,0-1,-1 1,0-1,0 1,-1 0,0 0,0 0,-1-1,3 8,0-1,0 1,0 0,0 0,1-1,-1 1,0 0,0 0,0 0,0 0,0 0,0 0,1 0,-1 1,0-1,0 0,0 0,0 1,0-1,1 0,-1 1,0-1,0 1,1-1,-1 1,0-1,1 1,-1 0,1-1,-1 1,1 0,-1 0,1-1,-1 1,1 0,-1 0,1 0,0-1,0 1,-1 0,1 0,0 0,0 0,0 0,0-1,0 1,0 0,0 0,0 0,-3 22,1-1,0 1,2 0,1-1,0 1,2-1,1 1,0-1,2 0,0 0,2-1,5 11,214 459,-210-414,-16-75,-2 0,1 0,0 1,0-1,-1 0,1 0,-1 0,1 1,-1-1,0 0,0 0,0 0,0 0,-1 0,1-1,0 1,-1 0,1 0,-1-1,0 1,0-1,1 0,-1 1,0-1,0 0,0 0,0 0,0 0,0-1,-1 1,0 0,-9 0,1-1,0 0,0 0,0-1,0-1,0 0,1 0,-1-1,0-1,1 0,0 0,0-1,0 0,0-1,1 0,0 0,0-1,1 0,0-1,0 1,1-2,-2-1,2 3,1 1,1-1,-1 0,1-1,0 1,1-1,0 0,0 0,1 0,0-1,0 1,1-1,0 0,1 0,-1 0,2 1,-1-1,1 0,1 0,0 0,0 0,0 0,1 0,1 1,0-1,0 1,0 0,1 0,0 0,2-2,11-6,1 2,0 0,1 1,0 1,1 0,1 2,0 0,0 1,1 2,0 0,0 1,0 1,11 0,-26 4,87-21,-13 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8:52.2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167 1631,'-5'-38,"-1"-1,-3 1,-1 1,-2-1,-1 2,-2 0,-1 0,-2 2,-2 0,-6-7,23 37,2 4,0-1,0 1,1 0,-1-1,0 1,1-1,-1 1,0 0,1-1,-1 0,1 1,-1-1,1 1,-1-1,1 0,-1 1,1-1,0 0,-1 1,1-1,0 0,-1 0,1 1,0-1,0 0,0 0,0 1,0-1,0 0,0 0,0 0,0 1,0-1,0 0,0 0,1 1,-1-1,0 0,1 0,-1 1,0-1,1 0,-1 1,1-1,-1 0,1 1,-1-1,1 1,0-1,144 11,18 0,-160-9,0 1,0-1,0 1,0 0,0 0,0 0,0 0,0 1,-1-1,1 1,-1 0,0 0,0 0,0 0,0 0,-1 0,1 0,-1 1,1-1,-1 0,0 1,-1-1,1 1,-1-1,1 1,-1 0,0-1,0 1,-1-1,1 1,-1-1,0 1,0 0,4 44,-1-44,-1 0,0 0,1-1,-1 1,1 0,0-1,1 1,-1-1,0 0,1 0,0 0,0 0,0 0,0 0,0-1,0 0,1 1,-1-1,1-1,0 1,-1 0,1-1,0 0,0 0,0 0,0 0,0 0,1-1,6 1,0-1,-1 1,1-2,0 0,0 0,0-1,-1 0,1-1,-1 0,2-2,0 0,0-1,0 0,-1-1,0 0,0 0,-1-2,0 1,0-1,-1-1,0 0,-1 0,-4 5,0 0,0 0,-1-1,0 1,0-1,0 1,-1-1,0 0,0 0,0 0,-1 0,0 0,0-1,-1 1,1 0,-1 0,-1-1,1 1,-1 0,0 0,-1 0,1 0,-1 0,-1-1,2 5,0-1,0 1,0 0,0-1,0 1,-1 0,1 0,-1 0,0 0,1 0,-1 1,0-1,0 0,0 1,0-1,0 1,-1 0,1 0,0 0,-1 0,1 0,-1 0,1 1,-1-1,1 1,-1-1,1 1,-1 0,1 0,-1 1,1-1,-1 0,1 1,-1-1,1 1,-1 0,1 0,0 0,-1 0,1 0,0 1,0-1,0 0,0 1,-1 1,-1 0,1 1,0 0,0 0,0 1,1-1,-1 1,1-1,0 1,1 0,-1 0,1 0,0 0,0 0,0 0,1 0,-1 0,1 0,1 0,-1 0,1 0,0 0,0 0,0 0,0 0,1 0,0 0,0-1,1 1,-1-1,1 0,0 1,0-1,0 0,1-1,-1 1,1-1,0 1,0-1,0 0,0 0,5 1,7 5,1-1,0-1,0 0,0-2,1 0,0-1,0 0,0-2,9 1,39 1</inkml:trace>
  <inkml:trace contextRef="#ctx0" brushRef="#br0" timeOffset="1381.36">1303 1017,'-14'-5,"0"0,-1 2,0-1,1 2,-1 0,0 1,0 0,0 1,0 1,0 0,0 1,0 1,0 0,1 1,-1 1,1 0,0 1,1 0,-1 1,1 1,1 0,-4 3,14-10,-1 1,1 0,0 0,-1 0,1 0,0 0,0 1,0-1,1 1,-1-1,0 1,1-1,0 1,-1 0,1 0,0 0,1 0,-1 0,0 0,1 0,0 0,-1 0,1 0,1 0,-1 0,0 0,1 0,-1 0,1 0,0 0,0-1,0 1,0 0,1 0,-1-1,1 1,0 0,7 2,0-1,1 0,-1-1,1 0,0 0,0-1,0 0,0-1,0 0,0-1,0 0,0 0,0-1,0-1,0 0,0 0,0-1,8-3,-7 3,-1 0,1-1,-1 0,0-1,0 0,0 0,-1-1,0-1,0 0,0 0,-1 0,5-7,-11 13,-1 1,1 0,0 0,-1 0,1-1,-1 1,1 1,0-1,-1 0,1 0,-1 1,1-1,-1 0,1 1,-1 0,1-1,-1 1,1 0,-1 0,0 0,1 0,-1 0,0 0,0 0,0 0,0 0,0 0,0 1,0-1,0 1,-1-1,1 0,0 1,-1-1,1 1,-1-1,0 1,1 0,-1-1,6 9,223 319,-220-314,0 0,-2 0,1 0,-2 1,0 1,-1-1,1 8,-5-19,0 0,0 0,-1 0,0 0,0-1,0 1,0 0,-1 0,0 0,0 0,0 0,-1-1,0 1,1-1,-2 1,1-1,0 1,-1-1,0 0,0 0,0-1,0 1,-1-1,0 1,1-1,-1 0,-3 2,3-3,0 0,0 1,0-1,0-1,0 1,0-1,-1 1,1-1,0 0,-1-1,1 1,-1-1,1 0,-1 0,1 0,-1-1,1 1,-1-1,1 0,0-1,-1 1,1-1,0 1,0-1,0-1,0 1,1 0,-1-1,0 0,1 0,0 0,0 0,0-1,-1 0,-2-5,0 0,1 0,0 0,1-1,0 0,1 0,-1 0,2 0,0 0,0-1,0 1,2-1,-1 1,1-1,1-3,2-18,1 0,1 0,2 1,4-13,15-36,4 2,2 1,4 1,24-33,-46 87,-13 22,0 0,0 0,0 0,0 1,0-1,0 0,0 0,0 1,0-1,0 1,0-1,0 1,-1-1,1 1,0 0,0-1,0 1,-1 0,1 0,0 0,-1-1,1 1,-1 0,1 0,-1 0,1 0,-1 0,0 0,0 0,1 0,-1 0,0 0,0 0,0 0,0 0,0 0,0 0,0 0,0 0,-1 1,3 5,1 5,1 1,0-1,1 0,1 0,-1-1,2 1,0-1,0-1,1 1,0-1,1-1,0 1,0-1,1-1,0 0,1 0,0-1,0-1,0 0,12 5,-20-10,1 0,0-1,0 1,0-1,0 0,0 1,0-2,-1 1,1 0,0-1,0 0,0 0,-1 0,1 0,0-1,-1 1,1-1,-1 0,1 0,-1 0,0-1,0 1,0-1,0 1,-1-1,1 0,-1 0,0 0,1-1,-1 1,-1 0,1-1,0 0,-1 1,0-1,1-2,6-21,-2 0,0 0,-2 0,-1-1,-1 1,-2-1,0-2,6 72,-5-36,0 1,1 0,-1-1,2 0,-1 1,1-1,-1 0,2 0,-1-1,1 1,0-1,0 1,0-1,1-1,-1 1,1 0,0-1,1 0,-1 0,1-1,0 0,0 0,0 0,6 2,-9-5,-1 0,1 0,-1 0,1-1,0 1,-1-1,1 1,-1-1,1 0,-1 0,0 0,1 0,-1 0,0-1,0 1,0-1,0 1,0-1,0 0,0 0,0 0,-1 0,1 0,-1 0,0 0,1 0,0-3,22-68,-1-58,-6-2,-6 1,-5-92,-5 197,-9-182,-14 143,21 64,0 1,0-1,0 1,0 0,0-1,0 1,0 0,-1 0,1 0,0 0,-1 0,1 0,-1 0,1 0,-1 1,1-1,-1 0,1 1,-1-1,0 1,1 0,-1 0,0-1,0 1,1 0,-1 1,0-1,1 0,-1 0,0 1,1-1,-1 1,1-1,-1 1,1 0,-1-1,1 1,-1 0,-5 5,1 0,-1 0,1 0,1 1,-1 0,1 0,0 0,1 1,0 0,0 0,0 0,1 0,1 0,-1 1,1-1,0 6,-3 18,1 0,1 0,2 0,1 0,2 0,1 1,1-1,2-1,1 1,2-1,1-1,1 1,1-2,2 1,1-2,2 0,0-1,2-1,1 0,1-2,3 2,-11-11,1-1,0 0,1-1,0 0,1-1,17 8,-28-17,0 0,1-1,-1 1,0-1,1 0,0-1,-1 1,1-1,0-1,0 1,0-1,0 0,-1 0,1 0,0-1,0 0,0 0,-1-1,1 0,0 1,-1-2,0 1,1-1,-1 0,1 0,77-79,-32 28,-51 54,0 0,0 1,0-1,0 0,0 0,0 1,0-1,0 0,0 0,1 1,-1-1,0 0,0 0,0 0,0 1,1-1,-1 0,0 0,0 0,0 0,1 0,-1 1,0-1,0 0,0 0,1 0,-1 0,0 0,0 0,1 0,-1 0,0 0,0 0,1 0,-1 0,0 0,0 0,1 0,-1 0,0 0,0 0,1 0,-1 0,0 0,0 0,1 0,-1-1,0 1,0 0,0 0,1 0,-1 0,0-1,0 1,0 0,0 0,1 0,-1-1,0 1,0 0,0 0,0-1,0 1,0 0,0 0,-5 24,4-17,-1-4,1 0,0 0,0 0,0 1,0-1,1 1,0-1,-1 0,1 1,0-1,1 1,-1-1,0 0,1 1,0-1,0 0,0 1,0-1,1 0,-1 0,1 0,-1 0,1 0,0 0,0-1,1 1,-1-1,1 1,-1-1,1 0,2 0,0 0,0-1,1 1,-1-1,0 0,1-1,-1 0,1 0,-1 0,1 0,-1-1,0 0,1 0,-1 0,0-1,0 1,0-1,0-1,0 1,0-1,2-1,4-3,-1 1,-1-2,1 1,-1-1,0-1,-1 1,0-1,0-1,1-3,-4 6,-1-1,0 0,0-1,-1 1,0-1,0 1,-1-1,0 0,-1 0,1-1,-2 6,0 1,1 0,-2 0,1-1,0 1,0 0,-1 0,0-1,0 1,0 0,0 0,0 0,0 0,-1 0,1 1,-1-1,0 0,0 1,0-1,0 1,-1-1,1 1,-1 0,1 0,-1 0,0 1,1-1,-1 0,-1 1,-5-1,0 1,-1 0,1 1,0 0,0 0,0 1,0 0,0 1,0 0,0 0,0 1,1 0,-1 0,1 1,0 0,0 1,0 0,1 0,-1 1,1 0,1 0,-1 0,1 1,-6 7,10-11,0-1,-1 1,1-1,0 1,0 0,0 0,0 0,1 0,-1 0,1 0,0 0,0 1,0-1,0 0,1 1,-1-1,1 0,0 1,0-1,0 1,0-1,1 1,-1-1,1 0,0 1,0-1,0 0,1 0,-1 0,1 1,-1-2,1 1,0 0,0 0,1 0,1 1,66 26,-30-23</inkml:trace>
  <inkml:trace contextRef="#ctx0" brushRef="#br0" timeOffset="1566.863">2921 215,'-14'-9,"-11"-6,-6 1,-2 2,2 3,4 5,5 11,3 10,5 10,6 8,7 9,5-4</inkml:trace>
  <inkml:trace contextRef="#ctx0" brushRef="#br0" timeOffset="1783.444">2760 723,'12'14,"8"6,9 0,10-3,11-5,11-9,9-7,1-7,-2-9,-13-1</inkml:trace>
  <inkml:trace contextRef="#ctx0" brushRef="#br0" timeOffset="6667.835">46 2354,'21'16,"-2"1,1 0,-2 2,-1 0,0 1,-1 0,-2 2,10 16,13 18,-36-54,-1-1,0 1,1-1,0 1,-1-1,1 1,0-1,0 0,0 1,0-1,0 0,0 0,0 1,0-1,1 0,-1 0,0 0,1-1,-1 1,1 0,-1 0,1-1,-1 1,1-1,-1 1,1-1,0 0,-1 0,1 0,-1 1,1-2,0 1,-1 0,1 0,0 0,-1-1,1 1,-1-1,1 1,-1-1,2 0,6-10,-1 0,0 0,0-1,-1 0,-1 0,0-1,1-5,1 2,51-114,-59 130,0 1,0-1,0 0,0 1,0-1,0 0,1 1,-1-1,0 0,0 1,0-1,1 0,-1 0,0 1,0-1,1 0,-1 0,0 1,1-1,-1 0,0 0,1 0,-1 1,0-1,1 0,-1 0,0 0,1 0,-1 0,0 0,1 0,-1 0,1 0,-1 0,0 0,1 0,-1 0,0 0,1 0,-1 0,0-1,1 1,-1 0,0 0,1 0,-1-1,0 1,1 0,-1 0,0 0,0-1,1 1,-1 0,0-1,0 1,1 0,-1-1,0 1,0 0,0-1,0 1,0 0,0-1,1 1,-1 0,0-1,5 39,-4-28,0-6,0 1,0-1,0 1,1-1,0 0,0 0,0 1,0-2,1 1,-1 0,1 0,0-1,0 1,1-1,-1 0,1 0,-1 0,1-1,0 1,0-1,0 0,0 0,0 0,1-1,-1 0,1 1,-1-1,1-1,-1 1,3-1,7 2,-1-1,1 0,-1-1,1 0,0-1,-1-1,0 0,1-1,-1-1,0 1,0-2,-1 0,1-1,-1 0,-1-1,1 0,-1-1,0 0,1-2,-10 9,0 0,1 0,-1 0,0 1,0-1,1 1,-1-1,1 1,-1 0,0 0,1 0,-1 0,0 0,1 1,-1-1,0 1,1-1,-1 1,0 0,0 0,1 0,-1 0,0 0,0 1,0-1,0 1,-1-1,1 1,1 1,19 10,-13-9,-1-1,1 1,0-2,0 1,1-1,-1-1,0 0,1 0,5 0,-12-1,0-1,0 1,0 0,0-1,0 1,0-1,-1 0,1 0,0 0,-1 0,1-1,0 1,-1-1,0 1,1-1,-1 0,0 0,0 0,0 0,0 0,0-1,0 1,-1-1,1 1,-1-1,0 1,0-1,0 0,0 0,0 1,0-1,-1-1,1-1,-1 1,0-1,-1 1,1 0,-1-1,0 1,0 0,0-1,0 1,-1 0,0 0,0 0,0 0,0 0,-1 1,1-1,-1 1,0-1,0 1,0 0,-1 0,1 1,-1-1,1 0,-1 1,0 0,0 0,0 0,0 1,0-1,-1 1,1 0,0 0,-1 1,1-1,0 1,-1 0,1 0,-1 0,1 1,0-1,-1 1,1 0,0 1,0-1,0 1,-1-1,2 1,-3 2,-35 31,28-16</inkml:trace>
  <inkml:trace contextRef="#ctx0" brushRef="#br0" timeOffset="7182.338">1196 2367,'-4'-77,"-3"1,-15-65,16 100,-4-19,-3 1,-2 1,-3-2,5 33,13 27,0-1,0 1,0 0,0-1,0 1,0 0,0-1,-1 1,1 0,0-1,0 1,0 0,-1-1,1 1,0 0,0 0,-1-1,1 1,0 0,-1 0,1 0,0 0,-1-1,1 1,0 0,-1 0,1 0,0 0,-1 0,1 0,0 0,-1 0,1 0,0 0,-1 0,1 0,0 0,-1 0,1 0,-1 0,1 0,0 0,-1 1,1-1,0 0,0 0,-1 0,1 0,0 1,-1-1,1 0,0 0,0 1,-1-1,1 0,0 1,0-1,0 0,0 1,-1-1,1 0,0 1,0-1,0 0,0 1,0-1,0 1,-10 94,10-78,0 17,2 1,2-1,1 0,2-1,1 1,1-2,2 3,-4-18,-1-1,2 1,0-1,1-1,1 1,0-2,1 1,0-1,1-1,1 0,0-1,1-1,0 0,5 3,-13-10,-1 0,1 0,0-1,0 0,0 0,0 0,0-1,1 0,-1 0,1 0,-1-1,1 0,0-1,0 1,-1-1,1 0,0-1,-1 0,1 0,0 0,-1-1,1 0,-1 0,0-1,1 1,-1-1,-1-1,1 1,0-1,-1 0,0 0,0-1,0 0,0 0,-1 0,2-2,-2-2,0 0,0 0,-1-1,0 0,0 1,-1-1,-1 0,1 0,-2 0,1 0,-2 0,1-1,-3-8,-6 7,4 33,6-17,0 1,-1-1,1 0,1 0,-1 0,1 0,-1 0,1 0,0 0,0 0,1-1,-1 1,1-1,0 1,0-1,0 0,0 0,1-1,-1 1,1-1,-1 1,1-1,0 0,0-1,2 2,4 1,1 0,-1 0,1-1,0-1,0 0,1 0,-1-1,0 0,3-1,19-3</inkml:trace>
  <inkml:trace contextRef="#ctx0" brushRef="#br0" timeOffset="7445.698">1050 2086,'31'-11,"34"-9,31-5,26-1,15 0,5 2,-22 5</inkml:trace>
  <inkml:trace contextRef="#ctx0" brushRef="#br0" timeOffset="8417.115">2078 1939,'-12'0,"-1"1,0 0,0 1,1 0,-1 1,1 1,0 0,-2 2,9-5,1 1,-1 0,1 0,0 1,0-1,0 1,0 0,1 0,-1 0,1 1,0-1,0 1,0 0,0 0,1 0,-1 0,1 0,0 1,0-1,1 1,-1-1,1 1,0 0,1-1,1 0,-1 0,1 0,0 0,1 0,-1 0,0 0,1 0,0 0,0-1,0 1,1-1,-1 1,1-1,-1 0,1 0,0 0,1 0,-1-1,0 1,1-1,-1 0,1 0,0 0,0 0,-1-1,1 0,0 0,1 0,-1 0,0 0,0-1,0 0,0 0,0 0,1 0,-1 0,0-1,0 0,0 0,2-1,2 1,-1-1,1 0,-1 0,0-1,1 0,-1 0,-1-1,1 0,0 0,-1 0,0-1,0 0,0 0,-1-1,0 0,0 0,0 0,-1 0,0-1,0 1,0-1,-1 0,0 0,-1-1,1 1,-1 0,0-3,-3 16,0-1,0 0,1 1,0-1,0 1,0-1,1 1,0-1,0 1,0-1,1 0,-1 1,1-1,1 0,-1 0,1 0,0-1,0 1,0-1,0 1,1-1,0 0,0 0,0-1,0 1,1-1,-1 0,1 0,0 0,0-1,0 0,0 0,0 0,1-1,3 2,-4-3,-1 0,0 0,0-1,0 1,0-1,0 0,0 0,0 0,0 0,0-1,0 0,0 0,-1 0,1 0,-1 0,1-1,-1 1,0-1,0 0,0 0,-1 0,1-1,-1 1,1-2,45-91,-33 54,-11 25,2 2,0-1,0 1,2 0,0 0,4-4,-9 16,0 1,0-1,0 1,0 0,0 0,1 0,-1 0,1 1,-1-1,1 1,0 0,-1 0,1 1,0-1,0 1,0-1,-1 1,1 0,0 1,0-1,0 1,0-1,-1 1,1 0,0 1,-1-1,1 1,-1-1,1 1,-1 0,0 0,0 1,0-1,0 1,0-1,-1 1,1 0,-1 0,1 0,-1 0,0 1,1 2,5 9,-1 0,0 1,-1 0,-1 1,0-1,-1 1,-1 0,0 0,-2 0,0 12,5 23,-5-37,0 0,1 1,0-1,2 0,0-1,0 1,1 0,1-1,1 0,0-1,0 1,1-2,1 1,0-1,1 0,1-1,-1 0,2 0,-1-1,2-1,-1 0,1-1,7 3,-10-7,-1 0,1-1,0 0,1-1,-1 0,0 0,1-1,-1-1,7 0,-13 0,-1 0,0-1,1 1,-1-1,0 0,0 0,1 0,-1 0,0-1,0 1,0-1,-1 0,1 0,0 0,-1 0,1 0,-1-1,0 1,1-1,-1 1,-1-1,1 0,0 0,-1 0,1 0,-1 0,0 0,0 0,0 0,0-1,0-1,-1-2,1 0,-1 0,0-1,-1 1,0 0,0 0,0 0,-1 0,0 0,-1 0,1 1,-1-1,-1 1,1-1,-1 1,0 0,-3-2,-4-7,-2 1,1 0,-2 1,0 1,0 0,-5-2,-11-5,-1 3,-1 0,0 2,-1 1,0 2,-1 1,0 2,0 1,-1 2,0 1,-11 1,18 0,28-1,154-36,247-59,-340 88,-60 12,-1-1,1 1,-1-1,1 1,-1 0,0-1,1 1,-1-1,0 1,1 0,-1 0,0-1,0 1,1 0,-1-1,0 1,0 0,0 0,0-1,0 1,0 0,0 0,0-1,-1 1,1 0,0 0,0-1,-1 1,1 0,0-1,-1 1,1 0,0-1,-1 1,0 0,-2 10,4-9,1 0,-1 0,0-1,1 1,0-1,-1 1,1-1,0 0,0 0,0 0,-1 0,1 0,0 0,0 0,1 0,-1-1,0 1,0-1,0 0,0 1,0-1,1 0,-1 0,0-1,0 1,0 0,0-1,1 1,-1-1,3 1,0 0,1-1,-1 1,0-1,0 0,0 0,0-1,0 0,0 0,0 0,-1 0,1-1,-1 0,1 0,-1 0,0 0,0-1,0 1,-1-1,1 0,-1 0,0-1,0 1,-1-1,1 1,-1-1,0 0,0 0,0 0,-1 0,0 0,0 0,0 0,-1-1,0 1,1 0,-2-4,0 3,-1 0,0 1,0-1,-1 1,1 0,-1-1,0 1,-1 1,1-1,-1 0,0 1,0 0,0 0,-1 0,0 0,1 1,-1-1,0 1,-1 1,1-1,0 1,-1 0,0 0,1 0,-1 1,0 0,0 0,1 0,-1 1,0 0,0 0,0 1,0-1,0 1,0 1,1-1,-1 1,0 0,1 0,0 0,-1 1,1 0,0 0,-1 2,-1 0,1 0,0 1,0 0,0 1,1-1,0 1,0 0,1 1,0-1,0 1,1-1,0 1,0 1,2-6,0 1,0-1,0 1,1-1,-1 1,1-1,0 1,0-1,0 1,0-1,1 1,0 0,-1-1,1 0,0 1,1-1,-1 0,1 1,-1-1,1 0,0 0,0 0,0-1,1 1,-1 0,1-1,-1 1,1-1,0 0,0 0,1 1,21 9</inkml:trace>
  <inkml:trace contextRef="#ctx0" brushRef="#br0" timeOffset="8598.154">3215 1418,'-16'-4,"-12"-3,-6 4,1 3,6 8,7 3,8 1</inkml:trace>
  <inkml:trace contextRef="#ctx0" brushRef="#br0" timeOffset="8770.151">3149 1818,'13'12,"14"5,12 1,7-3,6-9,-6-6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03.8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112 151,'19'14,"9"1,6-5,1-12,-1-9,-4-11,-6-8,-11-3,-13 2,-17 3,-14 7,-13 9,-8 14,-5 15,3 14,11 8,13-2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8:50.7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777 24,'0'22,"4"27,4 22,6 20,2 13,0 2,-2-6,-3-13,-4-16,-5-21,-4-18</inkml:trace>
  <inkml:trace contextRef="#ctx0" brushRef="#br0" timeOffset="547.026">642 10,'-9'-9,"9"19,9 8,2 0,1 0,0-1,1 0,10 10,-13-16,408 416,-416-425,57 77,-57-75,0-1,0 1,0 0,0 0,0 1,-1-1,0 0,0 1,0-1,0 0,-1 1,0-1,0 1,0-1,0 1,-1-1,0 0,1 1,-3 3,-2-2,0-1,0 1,0-1,-1 0,0 0,0 0,-1-1,1 0,-1-1,0 1,0-1,0-1,0 1,-1-1,1 0,0-1,-1 0,0 0,1 0,-1-1,0 0,1-1,-3 0,0 1,0 0,0-1,1 0,-1-1,0 0,1 0,0-1,-1-1,1 1,0-1,1-1,-9-4,17 8,-1 0,0 0,1 0,-1 0,1-1,0 1,-1 0,1 0,0 0,-1 0,1 0,0-1,0 1,0 0,0 0,0 0,0 0,1-1,-1 1,0 0,0 0,1 0,-1 0,1 0,-1 0,1 0,-1 0,1 0,0 0,0 0,-1 0,1 0,0 0,0 1,0-1,0 0,0 0,0 1,0-1,0 1,0-1,0 1,0 0,0-1,1 1,-1 0,0 0,0 0,1-1,219-63,-192 55,1-1,-2-2,1 0,-2-2,20-13,-39 21,1 0,-1 0,0-1,0 0,-1 0,0 0,0-1,-1 0,0-1,0 0,-1 0,-1 0,1 0,-1-1,-1 1,1-1,-2 0,1 0,-2 0,0 7,0 0,-1 0,1 1,-1-1,0 0,0 0,0 0,0 0,0 1,-1-1,1 0,-1 0,0 1,0-1,0 0,0 1,0-1,-1 1,1 0,-1-1,1 1,-1 0,0 0,0 0,0 0,0 0,0 0,-1 1,1-1,0 1,-1-1,1 1,-1 0,0 0,1 0,-1 0,0 1,0-1,1 1,-1-1,-1 1,-2 2,-1 0,0 1,1 0,-1 0,1 0,0 1,0 0,0 0,1 0,0 1,-1 0,2 0,-1 0,0 1,1 0,0 0,0 0,1 0,0 0,0 1,0-1,1 1,0 0,0 0,1 0,0 0,0 0,1 0,-1 6,2-7,-1 0,1 0,0 0,0 0,0 0,1 0,0 0,0 0,1-1,0 1,0-1,0 0,0 0,1 0,0 0,0 0,0-1,1 0,-1 0,1 0,0 0,0-1,0 0,1 0,-1 0,2-1,11 6,0-1,0 0,1-2,0 0,1-2,-1 0,13 0,68-2,-7-7</inkml:trace>
  <inkml:trace contextRef="#ctx0" brushRef="#br0" timeOffset="7315.496">1231 1762,'-4'-35,"2"1,2 0,1-1,1 1,2 0,2 0,1 0,1 1,2 0,10-22,-16 46,-2 1,1 0,0 0,0 1,1-1,0 1,0 0,1 0,0 0,0 1,0-1,1 1,-3 6,0 0,0 0,0 0,-1 0,1 0,0 1,0-1,0 1,0 0,-1 0,1 0,0 0,-1 0,1 1,-1-1,1 1,-1 0,0 0,0-1,0 1,0 1,0-1,0 0,0 0,-1 1,1-1,-1 1,1-1,-1 1,1 3,2 0,9 12,0 0,-2 1,0 0,-1 1,-1 0,-1 0,0 1,-2 0,4 20,-20 14,9-54,1 0,-1 0,0 0,0 0,0 0,0 0,0 0,0 0,-1-1,1 1,0 0,0-1,0 1,-1-1,1 0,0 1,-1-1,1 0,0 0,0 1,-1-1,1 0,0-1,-1 1,1 0,0 0,-1 0,1-1,0 1,-1-1,1 1,0-1,0 1,0-1,0 0,0 0,-1 1,1-1,0 0,0 0,-5-3,1 0,-1-1,1 1,0-1,0 0,1-1,-1 1,1-1,0 0,1 0,0 0,-1 0,2 0,-1-1,0-1,5 5,-1 0,1 0,-1 0,1 1,0-1,0 0,0 1,0-1,1 1,-1 0,1 0,-1 0,1 0,0 0,0 1,0-1,0 1,0 0,0 0,0 0,0 0,0 0,1 1,-1-1,0 1,3 0,3-2,86-21,-41 12,0-3,-2-2,12-7,-12-13,-51 35,0 0,0 0,0 0,0 0,-1 0,1-1,0 1,-1 0,1 0,-1-1,1 1,-1 0,0 0,1-1,-1 1,0-1,0 1,0 0,0-1,0 1,0 0,-1-1,1 1,0 0,-1-1,1 1,-1 0,1 0,-1-1,1 1,-1 0,0 0,0 0,0 0,1 0,-1 0,0 0,0 0,-1 0,1 0,0 1,0-1,-1 0,-2-2,0 1,0 0,0-1,0 2,0-1,-1 0,1 1,-1 0,1 0,-1 0,1 1,-1-1,0 1,1 0,-1 1,1-1,-1 1,1 0,-1 0,1 0,-1 1,1-1,0 1,0 0,0 0,0 1,0-1,0 1,0 0,1 0,0 0,-1 0,1 1,0-1,1 1,-1 0,1 0,-1 0,1 0,0 0,1 0,-1 1,1-1,0 1,0-1,0 1,1-1,-1 1,1 2,1-3,1 0,-1 0,1 0,-1 0,1-1,0 1,1-1,-1 1,0-1,1 0,0 0,0 0,0 0,0 0,0-1,1 1,-1-1,1 0,0 0,-1 0,1-1,3 2,93 21,-20-17,-2-4</inkml:trace>
  <inkml:trace contextRef="#ctx0" brushRef="#br0" timeOffset="12770.543">1 358,'40'84,"19"50,-6 2,-7 3,-5 1,-6 2,-7 2,-6 0,-3 47,-14-132,-4-22,2 1,2-1,1 0,1-1,3 1,7 17,-4-28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44.5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173 100,'0'18,"0"22,0 18,0 15,0 8,0 5,-2-1,-1-9,-2-12,-1-17</inkml:trace>
  <inkml:trace contextRef="#ctx0" brushRef="#br0" timeOffset="360.556">134 74,'-4'-12,"3"7,0 0,-1 1,1-1,-1 1,0-1,0 1,0 0,-1 0,0 0,0 0,0 0,0 1,-2-3,4 6,0 0,1 0,-1 0,0 0,1 0,-1 0,0 0,1 0,-1 0,0 0,1 0,-1 0,0 0,1 1,-1-1,0 0,1 1,-1-1,1 0,-1 1,0-1,1 1,-1-1,1 1,-1-1,1 1,0-1,-1 1,1-1,0 1,-1 0,1-1,0 1,-1 0,1-1,0 1,0 0,0-1,0 1,0 0,0-1,0 1,0 0,0-1,0 2,-1 8,1 1,1 0,0 0,0 0,1 0,0 0,1-1,0 1,1-1,0 0,1 0,0 0,2 2,22 37,2-1,2-1,2-2,2-1,11 7,2 4,-3 1,31 51,-70-94,0 0,-1 0,0 1,-1 0,-1 1,-1-1,3 11,-6-20,0 0,-1 1,1-1,-1 1,0-1,0 0,-1 1,1-1,-1 1,0-1,-1 0,1 0,-1 0,0 0,-1 0,1 0,-1 0,0-1,0 1,0-1,-1 0,1 0,-2 0,-10 6,-1 0,-1-1,1-1,-2-1,1-1,-1 0,0-1,0-1,0 0,-1-1,1-2,-1 0,1 0,-15-3,-7 1,1-1,0-2,0-1,-19-7,34 4,24 3,20 1,10 2</inkml:trace>
  <inkml:trace contextRef="#ctx0" brushRef="#br0" timeOffset="720.143">722 1009,'130'-321,"-130"322,0-1,1 0,-1 0,0 0,0 0,0 0,0 0,1 0,-1 0,0 0,0 0,0 0,1 0,-1 0,0 0,0 0,0 0,0 0,1 0,-1 0,0 0,0 0,0 0,1 0,-1 0,0-1,0 1,0 0,0 0,0 0,1 0,-1 0,0 0,0-1,0 1,0 0,0 0,0 0,0 0,0-1,0 1,1 0,-1 23,0-19,0 20,-3 25,3 0,1-1,3 1,2-1,2 0,2-1,2 1,11 24,-11-48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42.3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335 214,'-166'551,"158"-528,4-19,4-15,29-154,-16 109,109-427,-93 413,-28 69,0 0,1 0,-1 1,0-1,0 1,0-1,0 1,1 0,-1-1,0 1,0 0,1 0,-1 0,0 0,1 0,-1 0,0 0,0 0,1 0,-1 1,0-1,0 0,1 1,-1-1,0 1,0 0,0-1,0 1,0 0,0 0,0-1,0 1,0 0,0 0,0 0,-1 0,1 0,0 0,-1 1,1-1,0 0,-1 0,0 0,1 1,-1-1,0 0,0 0,1 1,16 36,-1 0,-1 2,-2 0,-3 0,0 1,-3 0,-2 1,-1-1,-2 1,-2 10,2 248,0-270</inkml:trace>
  <inkml:trace contextRef="#ctx0" brushRef="#br0" timeOffset="267.899">0 561,'14'-6,"15"-5,18-3,15-1,12-1,6 1,1 3,-4 3,-8 3,-16 3</inkml:trace>
  <inkml:trace contextRef="#ctx0" brushRef="#br0" timeOffset="598.999">789 402,'14'35,"1"-1,2 0,1-1,1-1,2-1,6 6,-23-29,1-1,0 0,0 0,0-1,1 0,0 1,0-2,1 1,0-1,0 0,0 0,0-1,1 0,-1-1,1 1,0-1,0-1,1 1,-1-2,5 2,-10-5,0 0,0 1,0-1,0 0,-1-1,1 1,-1 0,1-1,-1 1,0-1,0 0,0 0,0 0,0 0,-1 0,1 0,-1 0,0-1,0 1,0 0,0-1,-1 1,1-1,-1 1,0-1,0 1,0-1,-1 1,1-1,0-6,3-28,0 0,3 0,1 0,2 0,2 1,7-16,17 0,-34 51,0 1,0 0,0-1,0 1,1 0,-1 0,0 0,1 0,-1 0,0 0,1 1,-1-1,1 0,0 1,-1-1,1 1,-1-1,1 1,0 0,-1 0,1 0,0 0,-1 0,1 0,0 0,-1 0,1 1,0-1,-1 1,1-1,-1 1,1 0,-1-1,2 2,10 10</inkml:trace>
  <inkml:trace contextRef="#ctx0" brushRef="#br0" timeOffset="1499.256">1377 642,'22'-6,"0"-2,-1 0,-1-2,0 0,0-1,15-11,-27 16,-1 0,1 0,-1 0,0-1,-1 0,0-1,0 1,0-1,-1 0,0 0,0-1,-1 0,-1 0,1 0,-1 0,-1 0,0-1,-1 4,-1 1,1-1,-2 1,1-1,0 0,-1 1,0-1,-1 1,1-1,-1 1,0-1,0 1,-1 0,0 0,-2-4,3 7,1 0,-1 0,1 0,-1 0,0 0,0 0,0 1,0-1,0 1,-1-1,1 1,0 0,-1 0,1 0,0 0,-1 0,1 0,-1 1,0-1,1 1,-1 0,1 0,-1 0,0 0,1 0,-1 1,0-1,1 1,-1-1,1 1,-1 0,1 0,0 0,-2 2,-4 3,1 0,1 0,-1 1,1 0,0 0,1 1,0 0,0 0,1 0,0 0,0 1,0 0,2-1,-1 1,1 0,0 1,1-1,0 0,0 0,1 6,0-6,0-1,0 1,1 0,0 0,0-1,1 1,0-1,1 1,0-1,0 0,0 0,1 0,1 0,-1-1,1 0,1 0,-1 0,1 0,0-1,1 0,-1 0,1-1,0 0,1 0,-1 0,1-1,0 0,0-1,0 0,2 0,-3 0,1 0,-1-1,0 0,0-1,1 0,-1 0,1 0,-1-1,1 0,-1-1,1 1,-1-1,1-1,-1 0,0 0,0 0,0-1,0 0,0 0,-1-1,1 1,-1-1,0-1,0 0,5-5,1-8,-2-1,0 0,-1 0,-1-1,0-1,-2 1,-1-1,0 0,-2 0,0-1,-1 1,-1-11,0 17,-3 33,-4 161,6-175,1 1,-1-1,1 1,0-1,0 0,1 0,-1 1,1-1,0 0,0 0,0-1,1 1,-1 0,1-1,0 1,0-1,0 0,1 0,-1 0,1-1,-1 1,1-1,0 0,0 0,0 0,0 0,0-1,1 1,-1-1,0 0,1-1,-1 1,0-1,1 0,2 0,5-1,0-1,1 0,-1-1,0 0,0-1,-1 0,1-1,-1 0,0-1,0 0,0-1,-1 0,0 0,-1-1,0-1,0 0,-1 0,0 0,0-1,-1 0,0-1,-1 0,0 0,-1 0,0-1,-1 1,1-4,-5 13,8-72,-20 100,10-12,2 0,-1 1,2-1,0 0,1 0,0 1,1-1,0-1,1 1,1 0,6 12,-8-20,-1-1,1 1,1 0,-1-1,1 0,0 0,0 0,0 0,1-1,0 0,-1 0,2 0,-1 0,0-1,1 0,-1 0,1 0,0-1,0 1,0-2,0 1,1-1,-1 0,0 0,1 0,-1-1,5 0,-4-1,-1-1,1 1,-1-1,0 0,0-1,0 1,0-1,0 0,-1-1,1 1,-1-1,0 0,0-1,0 1,-1-1,1 0,-1 0,0-1,-1 1,1-2,5-7,-1 0,-1-1,-1 0,0-1,-1 1,0-1,0-9,5-81,-10 106,0 1,0-1,-1 0,1 0,0 0,0 0,0 0,0 0,-1 0,1 0,0 0,0 1,-1-1,1 0,0 0,0 0,0 0,-1 0,1 0,0 0,0 0,0-1,-1 1,1 0,0 0,0 0,0 0,-1 0,1 0,0 0,0 0,0-1,-1 1,1 0,0 0,0 0,0 0,0 0,0-1,-1 1,1 0,0 0,0 0,0-1,0 1,0 0,0 0,0 0,0-1,0 1,0 0,-10 20,7-13,1 0,0-1,0 1,0 0,1 1,0-1,0 0,0 0,1 0,1 0,-1 1,1-1,0 0,1 0,-1 0,1 0,1 0,-1-1,1 1,1-1,-1 1,1-1,0 0,0 0,1-1,0 1,0-1,0 0,0-1,1 1,0-1,0 0,1 0,12 4,2 0,-1-2,1 0,0-1,0-1,0-1,0-1,7-1,38 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45.8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40,'0'18,"0"17,0 20,0 15,-2 12,-3 10,-3 6,-3-3,-1-8,1-19</inkml:trace>
  <inkml:trace contextRef="#ctx0" brushRef="#br0" timeOffset="358.608">81 0,'28'46,"1"-1,2-1,2-2,25 23,-4-2,-22-27,-2 1,-2 1,-1 2,-2 0,-2 2,-1 1,-3 0,-1 1,-15-37,0 1,-1-1,0 0,0 1,0 0,-1-1,0 1,-1 0,1-1,-2 1,1 0,-1-1,0 1,-1 0,1-1,-2 1,1-1,-1 0,0 0,0 0,-1 0,0 0,0-1,-1 0,0 0,0 0,0 0,-1-1,0 0,-1 1,-11 2,-1 0,0-2,-1 0,0-1,0-1,0-1,0-1,0 0,-1-2,1 0,-1-1,1-1,-7-2,-162-27,180 26,23 2,20 1,7 2</inkml:trace>
  <inkml:trace contextRef="#ctx0" brushRef="#br0" timeOffset="657.495">777 775,'-1'7,"0"0,1 0,0-1,0 1,1 0,0 0,0-1,0 1,1 0,0-1,1 1,-1-1,1 0,0 0,1 0,-1 0,1-1,0 1,1-1,-1 0,1 0,0-1,0 1,1-1,-1 0,1-1,0 1,8 4,0-1,1 0,-1-1,1-1,1 0,-1-1,1-1,-1 0,1-1,0-1,2 0,-8-1,1-1,-1 0,0 0,1-1,-1 0,0-1,0 0,0-1,8-4,-14 6,0 0,0 0,0-1,0 1,-1-1,1 0,-1 0,0 0,0-1,0 1,0-1,0 0,-1 1,0-1,0 0,0-1,0 1,0 0,-1-1,0 1,0 0,0-1,0-3,-3-2,1-1,-2 1,1 0,-1 0,-1 0,0 0,0 1,-1-1,0 1,-1 0,0 1,0-1,-1 1,0 0,0 1,-1 0,0 0,0 0,-1 1,0 0,0 1,0 0,0 1,-3-1,5 1,0 0,0 0,-1 1,0 0,0 0,0 1,0 0,0 1,0-1,0 2,-1-1,1 1,0 0,0 1,-1 0,1 0,0 1,0 0,0 0,0 1,0 0,1 0,0 1,-4 2,-19 30,9 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48.7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0,'20'0,"23"0,18 0,14 0,6 0,-2 3,-7 2,-14 3,-17 5,-15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48.9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1,'22'4,"22"5,17-1,14 2,7 3,0 5,-11 3,-16-2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49.2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0,'18'9,"18"5,16 1,12-3,6-3,-6-1,-13-1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49.4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0,'21'9,"20"6,19 1,17-1,12-1,2-3,-14-3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53.1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0,'23'0,"21"0,19 2,13 1,4 2,-7 5,-15 5,-18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53.4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0,'18'3,"20"0,19-1,16 1,12-4,2-1,-9 0,-17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51.6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 8,'34'-4,"0"1,0 2,1 2,-1 1,0 2,0 1,-1 2,0 1,12 5,-37-11,-1 0,0 1,0-1,0 2,0-1,0 1,-1 0,1 0,-1 1,0 0,-1 0,1 0,-1 1,0-1,0 1,-1 1,0-1,0 1,0-1,-1 1,0 0,0 0,-1 1,0-1,0 1,0-1,-1 1,-1-1,1 2,-6 11,0 0,-2-1,0 1,-1-1,-1-1,-1 0,0 0,-1-1,-1 0,-1-1,0 0,-1-1,-3 1,11-9,-31 34,19-23,0 1,2 1,0 1,1 1,1 0,-5 13,17-33,1 0,0 0,0 1,0-1,1 1,-1-1,1 1,-1-1,1 1,0-1,-1 1,1 0,1-1,-1 1,0-1,1 1,-1-1,1 1,0-1,0 1,0-1,0 0,0 1,0-1,1 0,-1 0,1 0,-1 0,1 0,0 0,0-1,0 1,0 0,0-1,0 0,1 1,17 6,0 0,0-2,1 0,0-2,0 0,0-1,0-1,0-1,1-1,7-2,24 2,0-2,0-3,28-7,-48 4</inkml:trace>
  <inkml:trace contextRef="#ctx0" brushRef="#br0" timeOffset="268.765">62 435,'-14'-2,"-6"-1,2 0,8 1,16 2,20 4,24 2,21-1,20-1,12-2,4 0,-4-1,-11 1,-20 1</inkml:trace>
  <inkml:trace contextRef="#ctx0" brushRef="#br0" timeOffset="532.788">997 622,'38'-210,"-38"210,0 0,1 0,-1 0,0 1,0-1,0 0,0 0,0 0,0 0,0 0,1 0,-1 0,0 0,0 0,0 0,0 0,0 0,0 0,1 0,-1 0,0 0,0 0,0 0,0 0,1 22,-1-17,2 49,-2-6,2 1,2-1,2 1,3-1,1-1,7 14,2-19,-1-12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50.6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3,'41'-2,"0"1,1 3,-1 1,40 8,-67-9,-14-2,135 28,-126-26,-1 1,0 0,0 1,0 0,-1 0,1 0,-1 1,0 0,0 1,-1-1,0 1,0 1,0-1,3 6,-6-7,0 1,-1-1,0 1,0-1,-1 1,1 0,-1 0,-1 0,1 0,-1-1,0 1,0 0,-1 0,1 0,-1 0,-1 0,1-1,-1 1,0 0,0-1,-1 1,0 0,-75 112,-168 130,192-178,54-67,1-1,-1 1,1 0,-1-1,1 1,0-1,0 0,0 1,0-1,0 0,1 1,-1-1,1 0,-1 0,1 0,0 0,0 0,0-1,0 1,0-1,0 1,0-1,0 0,1 1,-1-1,1 0,-1-1,1 1,-1 0,1-1,-1 1,1-1,-1 0,1 0,0 0,0 0,54 9,0-2,0-3,0-2,0-2,51-8,32-9,-91 9</inkml:trace>
  <inkml:trace contextRef="#ctx0" brushRef="#br0" timeOffset="260.244">94 484,'14'5,"22"3,31 1,30-1,25-3,16-1,2-4,-21-2</inkml:trace>
  <inkml:trace contextRef="#ctx0" brushRef="#br0" timeOffset="473.33">1097 618,'0'1,"-3"2,1 0,-1 0,1 1,-1-1,1 1,0-1,0 1,1 0,-1 0,1 0,0 0,0 0,0 0,0 0,1 0,0 1,0-1,0 0,0 0,1 0,-1 0,1 0,0 0,0 0,1 0,-1 0,1 0,0 0,1 2,7 0,0-1,0 1,0-2,1 1,0-1,0-1,0 0,0-1,0 0,0 0,1-2,-1 1,1-1,-1-1,0 0,3-1,103-25,-112 25,-1 0,1 0,0 0,-1-1,1 0,-1 0,1 0,-1 0,-1-1,1 1,0-1,-1 0,0 0,1-1,-2 1,1-1,-1 1,1-1,-1 0,0 0,0-2,-2 3,1 0,-1 0,0 0,0 0,-1 0,1 1,-1-1,0 0,0 0,0 1,-1-1,1 1,-1-1,0 1,0-1,0 1,0 0,0 0,-1 0,1 0,-1 0,0 1,0-1,0 1,0 0,-1 0,1 0,-2-1,-8-4,-1 1,1 0,-1 1,0 0,0 1,-14-2,17 4,-1 0,1 0,-1 1,0 0,1 1,-1 1,0-1,1 2,-1 0,1 0,-1 1,1 1,0 0,0 0,0 1,1 0,0 1,0 0,0 1,1 0,0 1,0-1,1 2,0-1,0 1,1 0,0 1,-1 2,-10 29</inkml:trace>
  <inkml:trace contextRef="#ctx0" brushRef="#br0" timeOffset="1927.186">1752 391,'5'-9,"7"-3,15-2,12 2,15 2,11 4,5 2,1 7,-7 4,-13 7,-15 4,-13 0</inkml:trace>
  <inkml:trace contextRef="#ctx0" brushRef="#br0" timeOffset="2191.118">1859 685,'25'2,"22"4,17-1,12 1,6 0,-2 2,-15-1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00.3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324 29,'-16'-5,"1"1,-1 1,1 0,-1 1,0 0,0 2,0 0,0 0,0 2,0 0,1 1,-1 0,1 1,-1 1,1 0,-13 8,25-11,0-1,0 1,0 0,0 0,0 1,1-1,-1 1,1-1,0 1,0 0,0-1,0 1,0 1,0-1,1 0,0 0,-1 0,1 1,0-1,1 1,-1-1,1 1,-1-1,1 1,0-1,0 1,1-1,-1 1,1-1,0 0,-1 1,2-1,-1 0,0 1,1-1,-1 0,1 0,0 0,0 0,1 1,10 7,0-1,1-1,0 0,0-1,1-1,0 0,0-1,1 0,-1-1,1-1,0-1,0 0,1-1,-1-1,2 0,9 1,0 0,0-2,0-1,0-1,0-2,0 0,-1-2,0-1,0-1,-1-1,0-1,16-9,-35 16,-1 0,1 0,-1-1,0 1,0-1,0 0,0-1,0 1,-1-1,0 0,0 0,0 0,-1 0,0-1,0 0,0 1,-1-1,1 0,-2 0,1-1,-1 1,1 0,-2-1,1 1,-1 0,0-1,0 1,-1-5,1 11,-1 0,1 1,0-1,0 0,-1 0,1 0,0 0,0 1,-1-1,1 0,0 0,-1 0,1 0,0 0,0 0,-1 0,1 0,0 0,-1 0,1 0,0 0,-1 0,1 0,0 0,-1 0,1 0,0 0,0-1,-1 1,1 0,0 0,0 0,-1 0,1-1,0 1,0 0,-1 0,1 0,0-1,0 1,0 0,0 0,-1-1,1 1,0 0,0-1,0 1,0 0,0 0,0-1,0 1,0 0,0-1,0 1,0 0,0-1,0 1,0 0,0-1,0 1,0 0,-7 26,6-14,1 0,0 0,0-1,1 1,0 0,1-1,1 1,0-1,0 0,1 0,2 4,-4-10,0-1,1 1,-1-1,1 0,0 0,0-1,0 1,1 0,-1-1,1 0,0 0,0 0,0 0,0-1,0 0,1 1,-1-2,1 1,-1 0,1-1,0 0,-1 0,1 0,0-1,0 1,0-1,0 0,3-1,5-2,-1-1,0-1,1 0,-2 0,1-1,-1-1,1 0,-2 0,1-1,-1 0,0-1,-1 0,0-1,-1 0,0 0,0-1,-1 0,4-8,34-81,-46 101,1-1,-1 0,1 0,-1 0,1 0,-1 1,1-1,-1 0,1 0,-1 0,1 0,-1 0,1 0,-1 0,1 0,-1-1,1 1,-1 0,1 0,-1 0,1 0,0-1,-1 1,1 0,-1-1,1 1,-1 0,1 0,0-1,-1 1,1-1,0 1,-1 0,1-1,0 1,0-1,0 1,-1-1,1 1,0-1,0 1,0-1,0 1,0-1,0 1,0-1,0 1,0-1,0 1,0-1,0 1,0-1,0 1,0-1,0 1,1-1,-1 1,0 0,1-1,-6 6,1 0,1 0,-1 1,1-1,0 1,0 0,1 0,0 0,0 0,0 0,1 1,0-1,0 0,0 1,1-1,0 1,1-1,-1 1,1-1,0 0,1 1,-1-1,1 0,0 0,1 0,0 0,0 0,0-1,0 1,1-1,0 0,2 2,11 4,0 0,1-2,1 0,-1-1,1-1,1 0,-1-2,1 0,0-1,0-1,0-1,12-1,42 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01.5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94 274,'-8'163,"-6"0,-25 97,6-45,36-231,1 0,1 0,0 0,0 1,2 0,0 0,1 1,0 0,1 0,0 1,2 0,-1 1,1 0,6-4,-14 14,1 0,-1 0,1 1,-1-1,1 1,-1 0,1 0,0 0,0 0,-1 1,1 0,0-1,0 2,0-1,0 0,-1 1,1-1,0 1,0 0,-1 0,1 1,-1-1,1 1,-1 0,0 0,1 0,-1 0,0 0,0 1,0 0,-1-1,1 1,5 6,0 0,-1 0,0 0,-1 1,0 0,-1 0,0 0,0 1,-1 0,0 2,-1-6,-1 1,-1 0,1 0,-1 0,-1 0,0 0,0 0,0 0,-1 0,-1 2,2-7,-1 0,1-1,-1 1,0 0,0-1,-1 1,1-1,0 0,-1 1,0-1,1 0,-1 0,0 0,0 0,0 0,0 0,-1 0,1-1,0 1,-1-1,1 0,-1 1,1-1,-1 0,0-1,1 1,-1 0,0-1,0 0,-1 1,-1-1,1 0,-1 0,1 0,-1-1,1 0,0 0,-1 0,1 0,0-1,-1 1,1-1,0 0,0 0,1-1,-1 1,0-1,1 0,-1 0,1 0,0 0,0-1,0 1,1-1,-1 0,1 1,0-1,0 0,0-1,0 1,1 0,0 0,0-1,0 1,0-1,1 1,-1-1,1 1,1-1,-1 1,0-1,1 1,0 0,0-1,0 1,1 0,0-1,-1 1,1 0,1 0,6-8,0 2,1-1,0 1,1 1,0 0,1 1,-1 0,2 0,-1 1,1 1,0 0,0 1,1 0,-1 1,1 1,0 0,0 1,0 0,0 1,1 1,4 1,-14-2,0 0,0 0,0 1,0 0,0 0,0 0,0 0,0 1,0 0,0 0,0 1,0-1,0 1,-1 0,1 0,-1 1,1-1,-1 1,0 0,0 0,0 0,-1 1,1-1,-1 1,1 0,-1 1,0 4,0 1,-1-1,0 0,-1 1,0-1,0 1,-1 0,0-1,-1 1,0 0,-1-1,2 0,-1 0,1 0,1 0,-1 0,2 0,-1 0,1-1,0 1,1 0,2 3,-3-8,0-1,1 1,0-1,-1 0,1 0,0 0,1 0,-1-1,0 1,1-1,-1 0,1 0,0 0,0 0,0-1,0 1,0-1,0 0,0 0,0-1,0 1,1-1,-1 0,0 0,0 0,25-3</inkml:trace>
  <inkml:trace contextRef="#ctx0" brushRef="#br0" timeOffset="157.73">469 568,'25'9,"22"5,3 1</inkml:trace>
  <inkml:trace contextRef="#ctx0" brushRef="#br0" timeOffset="823.239">1164 715,'-10'-3,"0"0,-1 1,0 0,1 0,-1 1,0 1,0 0,0 0,1 1,-1 1,0-1,1 2,-1-1,1 2,0-1,0 1,0 1,0 0,1 0,0 1,0 0,0 1,1 0,0 0,0 1,1 0,0 0,0 1,1-1,0 2,1-1,0 1,0-1,1 1,0 0,0 3,3-8,1 1,0-1,0 1,0-1,1 1,-1-1,1 1,1-1,-1 1,1-1,0 0,0 0,0 0,1 0,0 0,0-1,0 1,0-1,1 1,0-1,0 0,0-1,0 1,0-1,4 2,11 8,1-1,-1-1,2-2,-1 1,17 3,128 35,-135-36,-31-12,1 0,0 0,-1 0,1 0,-1 0,1 0,0 0,-1 0,1 1,-1-1,1 0,0 0,-1 0,1 1,0-1,-1 0,1 0,0 1,0-1,-1 0,1 1,0-1,0 0,-1 1,1-1,0 0,0 1,0-1,0 0,0 1,-1-1,1 1,0-1,0 0,0 1,0-1,0 1,0-1,0 0,0 1,0-1,1 1,-1-1,0 0,0 1,0-1,0 1,1-1,-1 0,0 1,0-1,1 0,-1 0,0 1,0-1,1 0,-1 1,0-1,1 0,-1 0,0 0,1 1,-1-1,0 0,1 0,0 0,-22 7,0-2,0 0,0-2,0 0,0-1,-11-1,12 0,-98-1,118 1,-1-1,1 0,-1 0,0-1,1 1,-1 0,1 0,-1 0,1 0,-1 0,0-1,1 1,-1 0,1 0,-1-1,1 1,-1-1,1 1,0 0,-1-1,1 1,-1-1,1 1,0-1,-1 1,1-1,0 1,0-1,-1 1,1-1,0 1,0-1,0 1,0-1,0 0,0 1,0-1,0 1,0-1,0 0,0 1,0-1,0 1,0-1,0 1,1-1,-1 1,0-1,0 0,1 1,-1-1,0 1,1 0,-1-1,0 1,1-1,-1 1,1 0,-1-1,69-57,-46 40,233-186,-228 178,-1-2,-1-1,-1-1,-2-2,-1 0,-1-1,5-15,-8 6,-3-1,-1 0,-2 0,-2-2,-2 1,-1-1,-3 0,-2-1,-2 1,-4-41,-9 2,12 85,1-1,0 0,0 0,-1 0,1 0,0 1,0-1,-1 0,1 0,0 0,-1 0,1 0,0 0,-1 0,1 0,0 0,-1 0,1 0,0 0,-1 0,1 0,0 0,-1 0,1 0,0 0,-1-1,1 1,0 0,0 0,-1 0,1 0,0-1,0 1,-1 0,1 0,0-1,0 1,0 0,-1 0,1-1,0 1,0 0,0-1,0 1,0 0,-1-1,1 1,0 0,0 0,0-1,0 1,0 0,0-1,0 1,0 0,0-1,0 1,1 0,-7 30,1 98,6 0,5 1,-3-69,-2-43,0 68,5 0,3 0,4 0,3-2,18 49,-34-130,3 7,0 1,1 0,0-1,0 0,1 0,0 0,1 0,0-1,0 0,3 3,-8-11,0 1,-1 0,1 0,0-1,0 1,0-1,0 1,0 0,0-1,0 0,0 1,0-1,0 0,0 1,0-1,0 0,0 0,0 0,0 0,0 0,0 0,0 0,1-1,-1 1,0 0,0 0,0-1,0 1,0-1,0 1,-1-1,1 1,0-1,0 0,0 1,0-1,-1 0,1 1,0-1,-1 0,1 0,0 0,-1 0,1 0,-1 0,1 0,-1 0,9-18</inkml:trace>
  <inkml:trace contextRef="#ctx0" brushRef="#br0" timeOffset="1075.502">1111 514,'22'-4,"31"-2,31 0,24 1,17 4,4 5,-5 3,-24 0</inkml:trace>
  <inkml:trace contextRef="#ctx0" brushRef="#br0" timeOffset="1268.379">2420 488,'-9'18,"-10"20,-8 17,-4 14,-2 11,3 1,4 0,7-8,6-10,5-12,7-16,8-16,5-17,2-19,0-7</inkml:trace>
  <inkml:trace contextRef="#ctx0" brushRef="#br0" timeOffset="1562.053">2220 447,'-36'-91,"31"85,8 17,11 18,1 0,1 0,2-2,1 0,1-1,10 9,-23-27,111 130,85 111,-138-132,-63-113,0 0,-1 1,0-1,1 1,-2-1,1 1,0-1,-1 1,0 0,0-1,0 1,-1 0,0-1,1 1,-2-1,1 1,0-1,-1 1,0-1,0 0,0 0,-1 0,1 0,-1 0,0-1,-3 4,-7 1,0 0,-1-1,0 0,-1-1,1-1,-1 0,0-1,-1-1,1 0,-1-1,1-1,-1 0,-15-2,30 1,-268-2,255 1,11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19:57.8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83 0,'-9'47,"-60"500,68-530,-1-6,1-1,1 1,0-1,0 1,1-1,0 1,1-1,0 0,0 0,2 4,-3-12,1 0,-1 0,0 0,1 0,-1-1,1 1,-1 0,1-1,0 1,0-1,0 1,0-1,0 0,0 0,0 0,0 0,0 0,1 0,-1 0,0-1,1 0,-1 1,0-1,1 0,-1 0,0 0,2 0,68-14,-59 10,9-1,4-4,0 1,1 2,0 0,0 2,0 1,1 1,-1 1,1 2,-1 1,1 1,7 2,58 24,-64-22</inkml:trace>
  <inkml:trace contextRef="#ctx0" brushRef="#br0" timeOffset="442.8">778 468,'-22'120,"-3"62,25-180,-1 0,1 0,0 0,0 0,0 0,1 1,-1-1,0 0,1 0,-1 0,1 0,0 0,0 0,0 0,0 0,0 0,0-1,0 1,1 0,-1-1,1 1,-1-1,1 1,0-1,-1 1,1-1,0 0,0 0,0 0,0 0,0-1,0 1,0 0,0-1,0 1,0-1,0 0,0 0,1 0,-1 0,0 0,0 0,0 0,0-1,0 1,1-1,10-4,0-1,0 0,-1-1,0 0,-1-1,1 0,-2 0,1-2,-1 1,0-1,-1-1,0 1,-1-2,0 1,-1-1,-1 0,1-1,-1 0,-1 0,0-1,0 0,-1 0,-1 0,-1 0,0-1,0 1,-1-1,-2-13,-2 60,2-19,0 0,1 0,0 0,1 0,1 0,0 0,1 0,0-1,1 1,0-1,1 0,1 0,0 0,0-1,1 0,1 0,0-1,0 0,1 0,0-1,0 0,10 7,16 0</inkml:trace>
  <inkml:trace contextRef="#ctx0" brushRef="#br0" timeOffset="1214.862">1740 522,'-17'-3,"-1"2,1 1,0 0,-1 1,1 1,0 0,0 1,0 1,-6 3,16-5,0 1,0-1,0 2,0-1,1 1,-1 0,1 0,0 1,0 0,0 0,1 0,0 1,0-1,0 1,1 1,0-1,0 1,0-1,1 1,0 0,1 0,-1 2,2-3,0-1,0 0,0 0,1 0,0 1,0-1,1 0,-1 0,1 0,0 0,0 1,1-1,0-1,0 1,0 0,0 0,1-1,0 1,0-1,0 0,0 0,1 0,-1 0,1 0,0-1,0 0,1 1,7 4,0 0,1-1,-1 0,1-1,1-1,-1 0,1 0,0-2,7 2,-9-2,1-1,0 1,0-2,0 0,0-1,0 0,0-1,0 0,0-1,0-1,-1 0,1 0,-1-1,0-1,0 0,0-1,-1 0,1-1,-2 0,1-1,-1 0,0-1,-1 1,1-2,-2 0,0 0,0 0,-1-1,0 0,-1-1,5-10,-6 5,-1 1,-1-1,0 0,-1 0,-1-1,-1 1,-1 0,0 0,-1 0,0 0,-2 0,0 0,-1 1,-1-1,3 13,8 15,2-3,1 0,0-1,0 0,1 0,0-1,0 0,0 0,1-1,0-1,0 1,0-2,1 1,6 0,-4 0,0 0,-1 0,0 2,0-1,0 1,-1 1,0 0,0 1,3 3,-10-5,0-1,0 1,-1 1,1-1,-1 0,-1 1,1-1,-1 1,0 0,-1 0,1 0,-1 0,-1 0,1 0,-1 0,-1 0,0 4,0-4,0-1,1 0,0 0,0 0,0 0,1 0,0 0,0 0,1 0,-1 0,1 0,0 0,1 0,0-1,-1 1,2-1,-1 0,1 0,-1 0,2-1,-1 1,0-1,5 3,-1-2,0-1,0-1,0 1,1-1,0-1,-1 0,1 0,0 0,0-1,0-1,0 1,0-2,0 1,0-1,0 0,0-1,0 0,-1-1,1 0,-1 0,1-1,3-2,0 0,1-1,-1 0,-1-1,0 0,0-1,0 0,-1-1,-1 0,0 0,0-1,-1 0,0-1,-1 0,2-4,-7 13,0 0,0 0,0 0,-1 0,1 0,-1 0,0 0,0-1,0 1,0 0,-1-1,1 1,-1 0,0-1,0 1,0-1,0 1,-1 0,1-1,-1 1,0 0,0-1,0 1,-1 0,1 0,-1 0,1 0,-1 0,0 0,0 1,0-1,-1 1,1-1,-1 1,1 0,-1 0,0 0,0 0,0 0,0 1,0-1,0 1,0 0,0 0,-4-1,4 2,0 0,0 0,0 0,0 1,0-1,0 1,0 0,0 0,1 0,-1 0,0 0,0 0,1 1,-1 0,1-1,-1 1,1 0,0 0,0 0,0 0,0 1,0-1,0 0,1 1,-1 0,1-1,-1 1,1 0,0 0,-2 6,0-1,1 1,0-1,0 1,1 0,0 0,1-1,-1 1,2 6,1-4,1 0,0-1,1 1,0-1,1 1,0-1,0 0,1-1,1 0,-1 0,1 0,1 0,0-1,0-1,0 1,1-1,0-1,1 0,-1 0,1-1,0 0,1 0,-1-1,1-1,0 0,0 0,0-1,0 0,0-1,3 0,34 5</inkml:trace>
  <inkml:trace contextRef="#ctx0" brushRef="#br0" timeOffset="1709.823">2957 468,'9'-2,"0"0,0 1,0 0,0 0,1 1,-1 0,0 1,0 0,1 0,-1 1,0 1,0-1,-1 1,1 1,-1-1,1 2,-1-1,0 1,-1 0,1 1,-1-1,0 2,0-1,-1 1,0 0,0 0,-1 1,0-1,0 1,-1 0,0 1,0-1,0 1,-1 13,0-1,-1 1,-1 0,-1-1,-1 1,-1-1,-1 1,-1-1,-1 0,-1 0,0 0,-2-1,-3 6,0 6,0 1,3 1,0-1,-1 27,8-53,1-1,0 0,0 1,1-1,-1 1,1-1,1 0,-1 0,1 0,0 0,1 0,-1 0,1 0,0-1,1 1,-1-1,1 0,0 0,0 0,1-1,-1 1,1-1,0 0,0-1,1 1,-1-1,1 0,0 0,-1-1,1 1,2-1,2 2,1-1,0 0,1 0,-1-1,0 0,0-1,1-1,-1 0,1 0,-1-1,1-1,5-1,-14 3,-1-1,1 0,-1 0,0 0,1 0,-1-1,0 1,0 0,0-1,0 0,0 1,0-1,0 0,-1 0,1 0,-1 0,1 0,-1-1,0 1,0 0,0-1,0 1,0 0,-1-1,1 1,-1-1,1 1,-1-1,0 1,0-1,0 0,0 1,-1-1,1 1,-1-1,-35-83,7 52,-1 1,-1 2,-2 1,-1 2,-1 1,-2 1,-1 3,0 0,-2 3,-12-4,17 6,3-2,32 20,-1 0,1-1,-1 1,1 0,-1-1,1 1,-1 0,1-1,0 1,-1-1,1 1,0-1,-1 1,1-1,0 1,-1-1,1 1,0-1,0 1,0-1,-1 0,1 1,0-1,0 1,0-1,0 1,0-1,0 0,0 1,0-1,0 1,1-1,-1 0,0 1,0-1,0 1,1-1,-1 1,0-1,1 1,-1-1,0 1,1-1,-1 1,1 0,-1-1,0 1,1-1,-1 1,1 0,-1 0,1-1,0 1,-1 0,1 0,-1-1,1 1,-1 0,1 0,0 0,-1 0,1 0,-1 0,1 0,0 0,-1 0,1 0,-1 1,139-20,-84 15,141-15,-105 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07.9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733 13,'63'-7,"1"3,0 2,24 5,-71-3,-1 0,0 2,1-1,-1 2,0 0,-1 1,1 1,-1 0,1 1,-2 1,1 0,-1 1,0 0,0 2,-1-1,0 1,-1 1,-1 1,1-1,-2 2,1 0,2 13,-2 1,0 0,-2 0,-1 1,-1 0,-2 1,-1-1,-1 1,-1 0,-1 0,-3 15,0 67,-6 0,-4 0,-5-1,-5 0,-25 67,-59 152,-33 41,133-354,-71 177,17-52,7 2,5 3,7 2,-6 65,41-171,2 1,1 0,3 1,1-1,3 0,1 0,3 7,-4-30,1-1,1 0,0-1,1 0,1 0,1 0,0-1,2 0,0-1,0 0,2-1,0 0,0-1,2-1,0 0,13 9,-6-9,0-1,2 0,-1-2,2-1,-1-1,1 0,0-2,0-1,12 0,232 7,-266-12,63 8,-65-7,-1 0,1 0,-1 0,0 0,1 0,-1 1,0-1,0 0,0 0,0 0,0 1,0-1,0 0,0 0,-1 0,1 0,0 1,-1-1,1 0,-1 0,1 0,-1 0,1 0,-1 0,0 0,0 0,1 0,-1 0,0 0,0-1,0 1,-1 0,1 1,-125 140,88-92,3 2,3 1,1 2,3 1,3 2,2 0,-13 54,-5 45,7 2,-2 74,-84 880,99-881,-124 1941,140-2043,-101 1757,92-1738,-34 144,46-284,0 3,0 0,-1 0,0 0,-1 0,-1 0,0-1,0 1,-1-2,0 1,-1 0,-4 3,8-11,1-1,-1 0,0 0,0 0,0 0,0-1,0 1,0-1,0 0,0 0,-1 0,1 0,-1 0,1-1,0 1,-1-1,1 0,-1 0,1-1,0 1,-1-1,1 1,-1-1,1 0,0 0,0 0,0-1,-1 0,-84-53,84 51,-266-214,254 205,13 6,7 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08.7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0 197,'14'0,"18"0,17 0,14 0,7 2,2 2,-6 3,-11 4,-15 4,-18 2,-14-2</inkml:trace>
  <inkml:trace contextRef="#ctx0" brushRef="#br0" timeOffset="171.806">54 385,'14'4,"15"2,19 0,20 1,16-1,10 1,0 0,-16-2</inkml:trace>
  <inkml:trace contextRef="#ctx0" brushRef="#br0" timeOffset="499.004">709 10,'0'-9,"18"18,-11-5,98 48,190 107,-282-152,0 1,0 1,-1 0,0 0,-1 1,0 1,0 0,-1 0,-1 1,0 0,-1 1,4 6,-11-16,0 1,0-1,0 1,0 0,-1-1,0 1,1 0,-1 0,-1-1,1 1,0 0,-1 0,0-1,0 1,0-1,0 1,-1-1,1 1,-1-1,0 0,0 1,0-1,0 0,-1 0,1-1,-1 1,1-1,-2 2,-92 58,96-62,-326 157,292-134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10.2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 1039,'8'2,"0"-1,0 1,0-1,0-1,0 0,0 0,0 0,-1-1,1-1,0 1,0-1,0 0,-1-1,1 0,-1 0,0 0,0-1,0 0,0-1,-1 1,5-5,5-4,-1 0,0-1,-1 0,0-1,-1 0,-1-1,0-1,-1 0,-1-1,6-16,-14 32,0 0,-1 0,0 0,1-1,-1 1,0-1,0 1,0-1,0 1,-1-1,1 0,-1 1,0-1,1 0,-1 0,0 1,-1-1,1 0,0 1,-1-1,1 0,-1 1,0-1,0 1,0-1,0 1,-1-1,1 1,-1 0,1 0,-1 0,0 0,0 0,1 0,-2 0,1 0,-1 0,-9 0,-1 0,1 1,-1 1,1 0,-1 1,1 0,-1 1,1 1,0-1,0 2,0 0,0 0,1 1,0 1,-7 4,7-5,-1 1,1 1,0 0,1 0,0 1,0 1,0 0,1 0,-2 4,8-9,-1 1,1-1,0 1,0 0,1 0,0 0,-1 1,2-1,-1 0,0 1,1-1,0 1,1 0,-1-1,1 1,0 0,1-1,-1 1,1 0,0-1,0 1,1 0,1 2,1 1,0-1,0 0,1-1,0 1,0-1,1 0,0 0,0-1,0 0,1 0,0 0,0-1,1 0,-1 0,7 2,8 4,-1-2,2 0,-1-2,1 0,18 2,126 11,-92-16</inkml:trace>
  <inkml:trace contextRef="#ctx0" brushRef="#br0" timeOffset="305.015">1034 812,'-22'-9,"0"2,0 1,-1 0,0 2,0 0,0 2,-1 1,18 1,1 0,-1 1,1 0,0 0,-1 0,1 0,0 1,0 0,0 0,0 1,0-1,0 1,1 0,-1 0,1 1,0-1,0 1,0 0,1 0,-1 0,1 1,0-1,0 1,0 0,1 0,-3 6,1-1,0 0,0 1,1-1,1 1,0 0,1 0,0 0,0 0,1 0,0 0,2 2,-2-7,2 0,-1 1,1-1,0 0,0 0,1 0,0 0,0 0,0 0,1-1,-1 1,2-1,-1 0,0-1,1 1,0-1,0 1,0-2,1 1,-1 0,1-1,0 0,0-1,0 1,0-1,4 1,12 3,0-1,0-1,0-1,1-1,-1 0,1-2,3-1,17-3,0-1,-1-2,32-9,-23 2</inkml:trace>
  <inkml:trace contextRef="#ctx0" brushRef="#br0" timeOffset="567.449">1488 1119,'3'0,"-1"2,1 1</inkml:trace>
  <inkml:trace contextRef="#ctx0" brushRef="#br0" timeOffset="2698.862">1475 718,'-16'97,"8"0,4 0,4 18,0-113,-1 1,1 0,-1-1,1 1,0 0,0-1,0 1,0 0,1-1,-1 1,1-1,0 1,-1 0,1-1,0 1,0-1,1 0,-1 1,1-1,-1 0,1 0,-1 0,1 0,0 0,0 0,0 0,0-1,1 1,-1-1,0 0,1 1,-1-1,0 0,1 0,0-1,-1 1,2 0,5-4,0 1,0-2,-1 1,0-1,1-1,-2 1,1-1,0-1,-1 1,0-1,0-1,-1 1,0-1,0 0,0 0,2-6,10-11,-1 0,-1-2,-1 0,-1 0,-2-2,-1 1,-1-2,-1 1,-1-1,-2 0,-1-1,-1 1,-2-1,-1-3,-6 127,1-61,2 0,1 0,1 0,2 0,1 0,3 7,-3-32,-1 0,1 0,1 0,-1-1,1 0,1 1,-1-1,1-1,1 1,-1-1,1 0,0 0,0-1,1 1,-1-1,1-1,1 1,-1-1,7 2,39 15</inkml:trace>
  <inkml:trace contextRef="#ctx0" brushRef="#br0" timeOffset="3674.905">2437 932,'-4'-7,"0"1,-1-1,0 1,-1 0,1 1,-1 0,0-1,0 2,0-1,-1 1,0 0,0 0,0 1,0 0,-1 0,1 1,-1-1,1 2,-1-1,0 1,0 1,0-1,1 1,-1 0,0 1,0 0,0 0,1 1,-1 0,0 0,1 1,0 0,0 0,0 1,0 0,-1 1,0-1,0 0,1 1,0 0,0 0,0 0,1 1,0 0,0 0,0 1,1 0,0 0,0 0,1 1,0-1,0 1,0 0,1 0,1 0,-1 1,1-1,1 1,0-1,0 1,0-1,1 1,3-4,0-1,0 1,0-1,0 0,1 0,0 0,0 0,0-1,0 1,0-1,1 0,-1-1,1 1,0-1,0 0,0 0,0 0,0-1,0 0,0 0,1 0,-1 0,0-1,1 0,-1 0,0 0,1-1,-1 0,1 0,9-1,0 1,0-2,0 0,-1-1,1-1,-1 0,0-1,0 0,1-2,-9 4,1 1,-1-1,0-1,0 1,0-1,-1 0,0 0,0-1,0 0,-1 1,1-2,-1 1,-1 0,1-1,-1 0,0 0,-1 0,0 0,1-3,-2 7,-1 0,1 1,-1-1,0 0,0 1,0-1,0 0,0 1,0-1,-1 0,1 1,-1-1,0 1,0-1,0 1,0-1,0 1,0-1,-1 1,-1-2,2 4,-1 1,1-1,0 1,0-1,-1 1,1 0,0 0,0-1,0 1,0 0,0 0,0 0,0 0,0 0,0 0,0 1,0-1,1 0,-1 0,0 0,1 1,-1-1,1 0,-1 1,1-1,0 1,0-1,0 0,0 1,0-1,0 1,0-1,0 1,-1 7,1 0,0 0,0 0,1 0,0 0,0 0,1 0,1 0,-1-1,1 1,1-1,0 0,0 0,0 0,1 0,0 0,1-1,0 0,0-1,0 1,1-1,0 0,0-1,1 1,-1-1,1-1,0 0,0 0,1 0,0-1,0 1,1 1,0-2,0 0,0 0,1-1,-1 0,1-1,-1 0,1 0,0-1,-1-1,1 0,-1 0,1-1,-1 0,1-1,-1 0,0-1,-1 0,1-1,-1 0,1 0,-1-1,-1 0,8-6,-1-9,0-1,-2 0,0-1,-2 0,-1-1,0 0,-2 0,-1-1,0 0,-2-1,-1 1,-2-1,0-8,16-179,-10 0,-9-18,-3 133,-7 77,-2 44,4 16,2 0,2 1,1 0,2 0,3 6,-2-7,0 688,1-705,0-8,-1 0,2 0,0 0,1 0,0-1,1 1,0-1,1 1,6 10,-9-21,1 0,0 0,0 0,0-1,0 1,0-1,1 0,-1 1,1-1,-1 0,1-1,0 1,0 0,0-1,0 1,0-1,0 0,0 0,1 0,-1-1,0 1,0-1,1 0,-1 0,0 0,1 0,-1 0,0-1,1 1,6-2,1-1,-1 0,0 0,1-1,-2-1,1 1,0-2,2-1,6-5,-1-1,0-1,-1 0,-1-1,0-1,-1 0,-1-1,-1 0,0-1,6-14,-17 32,15-28,-16 43,-3-7,0 0,0 1,0-1,1 1,0-1,1 1,0 0,1-1,-1 1,2 0,-1 0,1-1,0 1,1 0,0-1,1 1,-1-1,1 0,1 0,0 0,0 0,1-1,-1 0,2 0,1 2,53 22,-31-23</inkml:trace>
  <inkml:trace contextRef="#ctx0" brushRef="#br0" timeOffset="3914.055">3467 905,'-16'-14,"-8"-6,-1-5,3 2</inkml:trace>
  <inkml:trace contextRef="#ctx0" brushRef="#br0" timeOffset="4092.135">2705 477,'16'-4,"21"-2,27 0,25 1,21 4,11 7,2 6,-11 6,-25 0</inkml:trace>
  <inkml:trace contextRef="#ctx0" brushRef="#br0" timeOffset="4273.69">3721 865,'4'21,"2"15,0 9,-1 5,-4 4,-4-1,-5-2,-2-3,1-6,-2-5,3-6,3-9,6-8,7-11,7-13,0-4</inkml:trace>
  <inkml:trace contextRef="#ctx0" brushRef="#br0" timeOffset="4460.504">3734 517,'-14'-11,"-4"-2,5 9,15 13,15 15,16 14,3 1</inkml:trace>
  <inkml:trace contextRef="#ctx0" brushRef="#br0" timeOffset="4927.505">4122 1106,'59'-93,"-24"42,-2-2,-2-1,-3-1,-3-1,3-14,-14 26,-3 0,-1-1,-2 0,-2-1,-3 0,-1 1,-2-1,-2 0,-3-10,4 46,0 0,0-1,-1 1,0 0,-1 0,0 0,0 0,-1 1,0 0,-1-1,0 1,-1 1,0-1,0 1,-1 0,0 0,0 1,-1 0,1 0,-2 1,1 0,-1 0,-9-3,14 8,0 0,0 0,-1 1,1 0,0 0,-1 0,1 0,0 0,0 1,-1 0,1 0,0 0,0 1,0-1,0 1,0 0,1 0,-1 1,0-1,1 1,0-1,-1 1,1 0,0 0,1 1,-3 2,-4 5,1 1,1 0,0 0,0 1,1 0,1 0,-3 10,-1 12,1 1,2 0,1 0,2 0,1 0,2 1,2-1,4 27,13 55,6-2,5 2,5 25,14 68,-48-206,0-1,-1 1,2-1,-1 0,0 0,1 0,0 0,0 0,0 0,0 0,1-1,0 1,-1-1,1 1,0-1,1 0,-1 0,1-1,-1 1,1-1,0 0,0 1,-1-2,2 1,-1 0,0-1,0 0,0 0,1 0,-1 0,3-1,9-2,-1-1,1-1,-1 0,0-1,-1-1,1 0,-1-1,0-1,0 0,-1-1,0 0,2-3,-2 2,-1 0,0 0,0-1,-1-1,0 0,-1 0,-1-1,0 0,-1-1,0 0,-1 0,-1-1,0 0,-1 0,0 0,-1-1,0-5,-3 19,-1 0,1 0,0-1,-1 1,1 0,-1-1,0 1,0 0,0-1,0 1,0 0,-1-1,1 1,-1 0,1-1,-1 1,0 0,0 0,0 0,0-1,0 1,0 0,-1 1,1-1,-1 0,1 0,-1 0,0 1,0-1,0 1,0 0,0-1,0 1,0 0,0 0,0 0,0 0,-1 1,1-1,0 1,-1-1,1 1,0 0,-1 0,1 0,0 0,-3 0,-1 4,-1 1,1 0,0 0,0 0,0 0,1 1,0 0,0 0,1 0,-1 1,1 0,1-1,-1 2,1-1,1 0,-1 0,1 1,0 0,1-1,0 1,0 0,0 0,1 1,-1 0,1-1,1 1,0 0,0-1,0 1,1 0,1-1,-1 0,1 0,1 1,-1-2,1 1,1 0,0-1,0 0,0 0,1 0,-1-1,3 2,5 3,0 0,0-1,1-1,0 0,0-1,1 0,0-1,0-1,1 0,3-1,37 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21.3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34 161,'-7'-18,"-1"-11,-1-4,2 0,5 6,6 11,10 11,9 12,1 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21.8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238 0,'16'548,"-11"-478,2-4,-3 0,-3 0,-2 0,-9 48,9-104,-1 0,1 0,-2 0,1 0,-1-1,-1 1,0-1,0 0,-1 0,0 0,0-1,-1 0,0 0,-1 0,7-8,-1 1,0-1,1 1,-1-1,1 1,-1-1,0 0,1 1,-1-1,0 0,1 1,-1-1,0 0,0 0,1 0,-1 0,0 0,0 0,1 0,-1 0,0 0,0 0,1 0,-1 0,0 0,1-1,-1 1,0 0,1-1,-1 1,0 0,1-1,-1 1,0-1,1 1,-1-1,1 1,-1-1,1 1,-1-1,1 0,0 1,-1-1,1 1,0-1,-1 0,1 0,0 1,0-1,-11-40,10 40,-21-103,-5 2,-39-96,20 66,46 130,0 1,1-1,-1 1,0-1,1 1,-1-1,1 1,0-1,-1 1,1 0,0-1,0 1,0 0,0 0,0-1,0 1,0 0,0 0,0 0,1 0,-1 1,0-1,1 0,-1 0,0 1,1-1,-1 1,1-1,-1 1,1 0,-1 0,1-1,-1 1,1 0,0 0,-1 0,1 1,-1-1,1 0,-1 1,1-1,-1 1,1-1,-1 1,0 0,1-1,0 2,63 12,-1 2,0 4,32 15,-74-27,2 0,-1 1,0 1,-1 1,1 1,18 13,-38-23,-1 0,1 0,0 1,-1-1,0 0,1 1,-1 0,0-1,0 1,0 0,-1 0,1 0,-1 0,0 0,0 1,0-1,0 0,0 1,-1-1,1 0,-1 1,0-1,0 1,0-1,0 0,-1 1,0-1,1 0,-1 1,0-1,-1 0,1 0,0 0,-1 0,0 0,-1 2,-20 33,16-28,0 0,0 1,1 0,1 1,0-1,1 1,0 0,-1 8,4-17,1 1,0-1,0 0,0 1,1-1,-1 1,1-1,0 0,0 0,0 1,0-1,0 0,1 0,-1 0,1 0,0 0,0-1,0 1,0 0,1-1,-1 1,1-1,-1 0,1 0,0 0,0 0,0-1,0 1,1 0,6 2,-1 0,1-1,-1 0,1 0,0-1,0-1,0 1,0-1,5-1,-8 0,0 0,0-1,1 0,-1 0,0 0,-1-1,1 0,0-1,0 1,-1-1,0-1,1 1,-1-1,-1 0,1 0,0-1,-1 0,0 0,0 0,-1 0,1-1,-1 0,0 0,-1 0,1 0,-1-1,0 1,-1-1,1-1,1-5,-1-1,0 1,-1-1,-1 1,0-1,0 0,-1 1,-1-1,-2-10,2 18,0-1,0 0,-1 1,0 0,0-1,-1 1,1 0,-2 0,1 1,0-1,-1 1,0-1,0 1,-1 0,1 1,-1-1,0 1,-1 0,1 0,-1 0,0 1,1 1,-1 0,1 1,-1 0,0 0,1 0,-1 1,0-1,0 2,1-1,-1 1,0-1,1 1,-1 1,0-1,1 1,0 0,-1 1,1-1,0 1,0 0,0 0,1 0,-1 1,1 0,0 0,0 0,0 0,0 1,1-1,-1 1,1 0,1 0,-1 0,1 0,0 1,0-1,0 1,0 1,-4 46,8-4</inkml:trace>
  <inkml:trace contextRef="#ctx0" brushRef="#br0" timeOffset="826.348">1040 909,'-46'-137,"46"136,0 0,0 0,0 0,0-1,0 1,-1 0,1 0,0 0,-1 0,1 0,-1 0,1 0,-1 0,1 0,-1 0,0 0,1 1,-1-1,0 0,0 0,0 1,0-1,0 0,0 1,0-1,0 1,0-1,0 1,0-1,0 1,0 0,0 0,0 0,0-1,0 1,0 0,-1 0,1 0,0 1,0-1,0 0,0 0,0 1,0-1,0 0,0 1,0-1,0 1,0-1,0 1,0 0,0-1,0 1,0 0,1 0,-1 0,0-1,1 1,-1 0,0 1,-6 9,0 1,1 0,1 0,0 0,0 1,2 0,-1-1,1 1,1 1,1-1,0 0,0 0,1 1,1 1,1-9,0-1,0 0,0 0,0 0,1 0,0 0,0-1,0 1,1-1,-1 0,1 0,0 0,1 0,-1-1,0 1,1-1,0 0,0-1,0 1,0-1,0 0,0 0,1 0,-1-1,1 0,-1 0,1-1,-1 1,1-1,2 0,-6 0,-1 0,1 0,0 0,0 0,0 0,-1 1,1-1,0 1,-1-1,1 1,0 0,-1 0,1 0,-1 0,1 0,-1 0,0 0,1 0,-1 0,0 1,0-1,0 1,0-1,0 1,0-1,0 1,0-1,0 1,-1 0,1-1,-1 1,0 0,1 0,-1-1,0 1,0 0,0 0,0-1,0 1,0 0,-1 0,1 5,-1-5,1-1,-1 0,1 1,0-1,-1 1,1-1,0 1,0-1,0 1,0-1,0 1,0-1,1 0,-1 1,0-1,1 1,-1-1,1 0,-1 1,1-1,0 0,0 1,-1-1,1 0,0 0,0 0,0 0,0 0,1 0,-1 0,0 0,0 0,0 0,1-1,-1 1,0-1,1 1,-1-1,1 1,-1-1,1 0,0 1,3-3,0 0,0 0,0 0,-1-1,1 0,0 0,-1 0,0 0,1-1,-2 1,1-1,0 0,-1 0,1-1,-1 1,0-1,-1 1,1-1,-1 0,0 0,0 0,-1 0,1-1,-1 1,0-2,0 4,41-166,-19 55,-23 112,0 1,0-1,1 0,-1 0,0 0,0 1,1-1,-1 0,1 1,0-1,0 0,-1 1,1-1,0 1,0-1,0 1,1-1,-1 1,0 0,0 0,1 0,-1-1,1 1,-1 0,1 1,-1-1,1 0,0 0,-1 1,1-1,0 1,-1-1,1 1,0 0,0 0,0 0,-1 0,1 0,0 0,0 0,4 2,0 0,0 1,-1-1,1 1,-1 0,0 1,0-1,0 1,0 0,0 0,-1 1,0-1,0 1,0 0,-1 0,1 0,-1 0,0 1,-1 0,1-1,-1 1,-1 0,1 0,-1 0,0 0,0 0,0 0,-1 1,0-1,0 0,-1 0,-1 6,-20 58,17-59,1-1,0 1,1 0,0 1,0-1,1 0,1 1,0 0,1-1,0 1,1 6,-1-16,1 1,0 0,0 0,0-1,0 1,0 0,1-1,-1 1,1-1,-1 1,1-1,0 0,0 0,0 0,0 0,0 0,1 0,-1-1,1 1,-1-1,1 1,-1-1,1 0,0 0,0 0,0-1,-1 1,1-1,0 1,0-1,0 0,0 0,1 0,4-1,0 1,-1-1,1-1,-1 1,1-1,-1-1,1 1,-1-1,0-1,0 1,0-1,0-1,0-1,0 0,0-1,0 0,-1 0,1-1,-2 1,1-1,-1-1,-1 1,1-1,-1 0,-1 0,0 0,0 0,-1 0,0-1,0 0,-1 1,-1-1,1 1,-1-1,-1-1,-3-3,-2 30,4 5,2 1,0-1,1 0,2 0,0 0,1 0,1 0,0-1,2 1,1-1,0-1,1 0,1 0,1-1,1 0,11 13,10 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20.8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494 1,'3'2,"9"5,14 7,3 0</inkml:trace>
  <inkml:trace contextRef="#ctx0" brushRef="#br0" timeOffset="-413.502">0 241,'5'40,"1"0,3-1,0 0,3 0,1-1,2-1,2 0,1-1,7 8,15 1,-38-44,-1 0,0-1,0 1,1 0,-1-1,0 1,1-1,-1 0,0 1,1-1,-1 0,1 0,-1 0,0 0,1 0,-1 0,1 0,-1 0,0-1,1 1,-1 0,1-1,-1 0,0 1,0-1,1 0,-1 1,0-1,0 0,0 0,0 0,0 0,0 0,0 0,0 0,0 0,0-1,-1 1,1-1,9-15,-2 0,-1-1,0 0,-1 0,-1-1,0 1,1-18,-1 8,37-155,-34 167,0 7</inkml:trace>
  <inkml:trace contextRef="#ctx0" brushRef="#br0" timeOffset="-203.037">508 322,'2'13,"1"12,2 6,3 5,-1 2,2 2,-2 2,-1-3,-2-3,-2-8</inkml:trace>
  <inkml:trace contextRef="#ctx0" brushRef="#br0" timeOffset="267.845">868 215,'-2'16,"-3"9,-1 11,1 5,6 4,6 3,6-1,4-2,0-6,-3-7,-4-9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18.5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1485,'30'-96,"84"-229,-112 321,-1 0,0-1,0 1,1-1,-1 1,1 0,0 0,0 0,1 0,-1 0,1 0,0 0,0 1,0-1,1 1,-1 0,1 0,-1 0,1 1,0-1,0 1,0 0,1 0,-1 1,0-1,1 1,4-1,-3 2,0 1,0 0,0 0,-1 1,1 0,0 0,-1 0,1 0,-1 1,1 0,-1 0,0 1,-1 0,1-1,0 1,-1 1,0-1,0 1,0 0,-1-1,0 2,3 4,-1-1,-1 0,1 0,-2 1,1 0,-2 0,1 0,-1 0,-1 0,1 1,-2-1,0 0,0 1,-1 0,0-1,-1 1,0-1,0 0,-1 0,-1 0,0 0,0-1,-1 1,0-1,-1 0,1-1,-2 1,-1 1,8-11,0 0,0 0,0 0,1 1,-1-1,0 0,-1 0,1 0,0 0,0 1,0-1,0 0,-1 0,1 0,0 1,-1-1,1 0,-1 0,1 1,-1-1,1 0,-1 1,1-1,-1 1,0-1,1 0,-1 1,0 0,1-1,-1 1,0-1,0 1,1 0,-1-1,0 1,0 0,0 0,1 0,-1 0,0 0,0 0,0 0,0 0,0 0,1 0,-1 0,0 0,0 1,0-1,1 0,-1 0,0 1,0-1,1 1,-1-1,0 1,1-1,-1 1,0-1,1 1,-1 0,0 0,8-27,1 1,1 1,1 0,1 0,13-21,0 0,17-44,-4-2,-4-1,-4-2,-4 0,-4-2,-4-1,-5 0,-3 0,-5-66,-4 148,1 11,-1 0,1-1,-1 1,0 0,0 0,-1 0,1-1,-1 1,0 0,0 0,-1 0,1 0,-1 0,0 0,-2-3,3 6,1 1,-1 0,0 0,0 0,0 0,0 0,1 0,-1 0,0 0,0 0,0 0,0 0,1 0,-1 1,0-1,0 0,1 1,-1-1,0 0,0 1,1-1,-1 1,0-1,1 1,-1-1,1 1,-1 0,0-1,1 1,-1 0,1 0,0-1,-1 1,1 0,0 0,-1-1,1 1,0 1,-7 12,1 1,1 0,0 0,1 0,1 1,0-1,1 1,0 1,0 0,-9 98,5 1,5-1,5 1,16 99,-16-173,1-1,1 1,3-1,1 0,3-1,0 0,3-1,1-1,2 0,3-1,-19-32,0 0,0 0,1 0,-1-1,1 0,1 0,-1 0,0 0,1-1,0 1,0-1,0 0,0-1,0 1,1-1,-1 0,1-1,-1 1,1-1,5 1,16-6</inkml:trace>
  <inkml:trace contextRef="#ctx0" brushRef="#br0" timeOffset="279.568">188 522,'22'0,"36"4,39 7,35 8,22 7,-15 0</inkml:trace>
  <inkml:trace contextRef="#ctx0" brushRef="#br0" timeOffset="1059.139">1137 1150,'-4'-32,"-23"-94,25 121,0-1,0 1,-1 0,0 0,0 0,0 0,-1 1,0-1,0 1,0 0,0 0,0 0,-1 1,0-1,0 1,0 0,0 1,0-1,-1 1,-2-1,1 1,-1 0,1 1,-1 0,0 0,1 1,-1 0,0 0,0 1,1 0,-1 0,1 1,-1 0,1 0,-1 1,1 0,0 0,0 1,1 0,-1 0,1 0,0 1,0 0,0 0,1 0,-1 1,1 0,1 0,-1 1,1-1,0 1,1 0,-1 0,1 2,2-6,1 1,-1-1,1 1,0-1,1 1,-1-1,1 1,-1-1,1 1,0-1,0 0,0 1,1-1,-1 0,1 0,0 0,0 0,0 0,0 0,0-1,1 1,-1-1,1 1,0-1,-1 0,1 0,2 1,5 2,0 0,0 0,1-1,-1 0,1 0,0-1,0-1,1 0,2 0,0 0,0-1,1-1,-1 0,0-1,1 0,-1-1,8-3,-16 4,0-1,0 1,-1-2,1 1,-1-1,0 1,1-2,-1 1,0 0,-1-1,1 0,-1 0,0 0,0-1,0 0,0 1,-1-1,0-1,0 1,0 0,1-4,11-52,-16 77,0-1,1 1,1-1,0 0,1 1,1-1,3 12,-4-19,1 0,-1 0,1 0,0 0,1 0,0-1,0 1,1-1,-1-1,2 1,-1 0,1-1,0 0,0-1,1 1,6 3,-11-8,0 1,0-1,1-1,-1 1,0 0,1 0,-1-1,1 1,-1-1,1 0,-1 0,1 0,-1 0,1 0,-1-1,1 1,-1-1,0 1,1-1,-1 0,0 0,1 0,-1 0,0-1,0 1,0-1,0 1,0-1,0 1,0-1,-1 0,2-2,40-71,-29 31,-2-1,-2 0,-2 0,-2 0,0-30,3 22,-8 52,0 1,0-1,0 0,0 1,1-1,-1 1,0-1,0 1,0 0,1-1,-1 1,0 0,0 0,1 0,-1 0,0 0,1 0,-1 0,0 1,0-1,0 0,1 1,-1-1,0 1,0-1,0 1,0-1,0 1,0 0,0 0,0 0,0-1,0 1,0 0,0 0,0 0,0 1,4 2,226 141,-226-142,0 0,-1 1,1 0,-1-1,0 1,0 1,0-1,-1 0,1 1,-1 0,0 0,0 0,-1 0,0 0,1 1,-2-1,1 1,-1-1,0 1,0 0,0-1,-1 1,0 2,0 13,-1-7,1-1,0 1,1 0,0-1,1 0,0 1,1-1,1 0,0 0,1 0,0-1,1 0,0 0,5 6,-6-11,1-1,0 1,0-1,1 0,0-1,0 0,0 0,0 0,1-1,0 0,0 0,0-1,0 0,0-1,1 0,-1 0,1-1,-1 0,1 0,0-1,0 0,-1 0,1-1,0 0,-1-1,1 0,-1 0,0-1,0 0,0-1,0 1,0-2,-1 1,1-1,-1 0,0 0,-1-1,1 0,1-3,-1-2,0 0,-1-1,0 0,0-1,-2 1,1-1,-2 0,0 0,0 0,-1 0,-1-1,0 1,-1-1,0 1,-2-5,2 15,0 0,0 0,-1 0,1 0,-1 0,0 0,0 0,0 0,0 0,0 1,-1-1,1 0,-1 1,1-1,-1 1,0 0,0 0,0-1,-1 1,1 1,0-1,-1 0,1 0,-1 1,0 0,0-1,1 1,-1 0,0 0,0 1,0-1,0 0,0 1,0 0,0 0,0 0,0 0,0 0,0 1,0-1,0 1,0 0,0 0,1 0,-1 0,0 0,-1 2,0-1,0 1,0 1,0-1,1 0,-1 1,1 0,0-1,0 1,0 1,1-1,-1 0,1 1,0-1,0 1,1-1,0 1,-1 0,1 0,1 0,-1 0,1 0,0-1,0 1,0 0,1 0,0 0,0 0,0 0,0-1,1 1,0 0,0-1,0 1,0-1,1 0,0 0,0 0,0 0,0 0,3 1,4 6,1 0,1-1,0 0,0-1,1 0,0-1,6 2,40 19</inkml:trace>
  <inkml:trace contextRef="#ctx0" brushRef="#br0" timeOffset="1438.385">2741 1137,'-8'-7,"-1"0,0 0,-1 0,0 2,0-1,0 1,0 0,-1 1,0 1,0-1,0 2,0-1,0 2,-1-1,1 2,-1-1,1 2,-1-1,1 2,0-1,0 2,-6 1,14-3,0 0,0 0,0 1,0-1,0 1,1 0,-1 0,1 0,-1 0,1 0,-1 1,1-1,0 1,0 0,1-1,-1 1,0 0,1 0,0 0,-1 0,1 0,1 0,-1 0,0 1,1-1,-1 0,1 0,0 1,0-1,0 0,1 0,-1 1,1-1,0 0,0 0,0 0,0 0,0 0,1 0,-1 0,1 0,0 0,0-1,0 1,0-1,0 1,3 0,3 4,0 0,0-1,1-1,0 1,1-1,-1-1,1 0,0 0,0-1,0 0,0-1,0 0,1 0,-1-1,1-1,-1 0,1 0,-1-1,1 0,-1-1,1 0,-1-1,0 0,1-1,-7 2,1 0,-1 0,0 0,0-1,0 0,0 0,0 0,-1 0,0 0,1-1,-1 1,0-1,-1 0,1 0,-1 0,1 0,-1 0,0-1,-1 1,1-1,-1 1,0-1,0 0,0 1,-1-1,0 0,0 0,0 1,0-1,-1 0,0 0,0 1,0-1,0 1,-1-1,0 1,-1-3,2 6,1 0,-1 0,0 0,0 0,0 0,1 0,-1 0,0 0,0 1,0-1,-1 0,1 1,0-1,0 1,0-1,0 1,-1 0,1-1,0 1,0 0,-1 0,1 0,0 0,0 0,-1 0,1 0,0 0,0 1,0-1,-1 0,1 1,0-1,0 1,0-1,0 1,0 0,0-1,0 1,0 0,0 0,0 0,0-1,0 1,0 1,-2 1,1 0,0 0,0 1,0-1,0 0,1 1,-1-1,1 1,0-1,0 1,0 0,1-1,-1 1,1 3,1 0,0-1,0 1,1-1,0 0,0 1,0-1,1 0,0 0,0 0,1-1,0 1,0-1,0 0,0 0,1 0,0-1,0 0,0 1,3 0,111 57,-55-40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16.7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152 1108,'-16'244,"9"-110,-5-1,-5 0,-23 74,11-131,28-76,0 0,1 0,-1 0,0 0,0 0,1 0,-1 0,0 0,1 0,-1 0,0 0,0-1,1 1,-1 0,0-1,1 1,-1 0,1-1,-1 1,0-1,1 1,-1-1,1 1,-1-1,1 1,-1-1,1 1,0-1,-1 0,1 1,0-1,-1 0,1 1,0-1,0 0,0 1,0-1,-1 0,1 0,0 1,0-1,0 0,1 0,-1 1,0-1,0 0,0 1,0-1,1 0,-7-44,2-1,3 0,2-24,0 11,2-441,-3 475,-1 3,2 0,0 0,1 0,1 0,1 0,1 1,4-10,-8 27,1 1,-1 0,0 0,1 0,0 0,0 1,0-1,0 0,0 1,1-1,-1 1,1 0,-1 0,1 0,0 0,0 0,0 1,0-1,0 1,0 0,0 0,0 0,1 0,-1 0,0 1,1-1,-1 1,0 0,1 0,-1 1,0-1,1 1,-1-1,0 1,1 0,14 5,0 1,-1 0,0 2,0-1,-1 2,0 1,-1 0,0 0,-1 2,0 0,-1 0,3 6,-6-9,-1 0,-1 1,0 1,0-1,-1 1,-1 1,4 9,-8-19,-1 0,0 1,0-1,0 1,-1-1,1 1,-1 0,1-1,-1 1,-1-1,1 1,0 0,-1-1,0 1,1-1,-2 1,1-1,0 1,-1-1,1 0,-1 0,0 0,0 0,0 0,0 0,-1 0,1-1,-1 1,0-1,0 1,-1 0,-9 4,0 0,-1-1,1-1,-1 0,0-1,0 0,-1-1,1-1,-1 0,1-1,-1-1,0 0,1-1,-1 0,1-2,-14-3,26 7,0-1,0 0,1 0,-1-1,0 1,1 0,-1-1,0 1,1-1,-1 1,0-1,1 0,-1 1,1-1,0 0,-1 0,1 0,0 0,-1-1,1 1,0 0,0 0,0-1,0 1,0-1,0 1,0-1,1 1,-1-1,0 1,1-1,0 0,-1 1,1-1,0 0,0 0,0 1,0-1,0 0,0 1,0-1,0 0,1 1,-1-1,1 0,68-50,-40 36,15-7,-1-2,-1-2,-1-1,-1-3,-2-1,-1-1,3-7,-17 11,-2-1,-1-1,-2 0,-1-1,-1-1,-2-1,-1 0,-1-1,-3 0,4-21,-4 2,-2-1,-3-1,-1 1,-4 0,-1-1,-8-34,8 69,-1 1,-1-1,-1 1,-1-1,-1 1,0 1,-8-15,15 33,-1 0,1-1,0 1,-1 0,1-1,0 1,-1 0,0-1,1 1,-1 0,0 0,1 0,-1 0,0 0,0 0,0 0,0 0,0 0,0 0,-1 0,1 0,0 1,0-1,0 1,-1-1,1 1,0-1,-1 1,1 0,0-1,-1 1,1 0,-1 0,1 0,0 0,-1 0,1 0,0 1,-1-1,1 0,0 1,-1-1,1 1,0-1,0 1,-1 0,1 0,0-1,0 1,0 0,0 0,0 0,0 0,0 0,0 1,-7 12,2 0,0 0,0 1,1 0,1 0,0 0,2 1,-1-1,1 15,0-14,-7 103,6 0,5 0,5 1,5-2,5 1,-9-59,2 0,3-1,2 0,3-1,15 29,-31-80,0 0,1 0,0-1,0 1,0-1,1 0,0 1,0-1,1-1,0 1,0-1,0 0,0 0,1 0,0-1,0 0,0 0,1-1,-1 1,1-1,0-1,0 1,0-1,0 0,7 0,17-8</inkml:trace>
  <inkml:trace contextRef="#ctx0" brushRef="#br0" timeOffset="284.449">461 520,'-16'-7,"-17"-7,-14-5,-5 1,3 0,19 6,31 8,35 8,42 9,36 8,25 8,10 8,-19-3</inkml:trace>
  <inkml:trace contextRef="#ctx0" brushRef="#br0" timeOffset="634.846">914 1363,'13'-17,"-2"0,0-1,-1 0,-1 0,0-1,-2 0,0 0,-1-1,-1 0,-1 0,-1-1,0 1,-2-1,0 1,-2-1,0 0,-1 1,-1 0,-1-1,-1 1,0 0,-4-5,7 19,-1 1,1-1,-1 1,0-1,0 1,0 0,-1 0,0 1,0-1,0 1,-1 0,-1-1,16 15,15 2,2 0,-1-2,1-1,1-1,0-2,22 3,-14-2,82 23,-117-29,0 0,0 1,0-1,0 1,0-1,0 1,0-1,0 1,-1-1,1 1,-1 0,1-1,-1 1,1 0,-1 0,0-1,0 1,0 0,0 0,0 0,-1-1,1 1,0 0,-1-1,1 1,-1 0,0-1,1 1,-1-1,0 1,0-1,0 1,0-1,0 1,-1-1,1 0,0 0,-1 0,1 1,0-2,-1 1,1 0,-2 1,-1 2,-15 18,10-14,1 0,-1 1,2 0,0 0,0 1,0-1,1 2,1-1,0 1,0 0,1 0,0 0,1 0,0 1,0 10,3-18,1 0,0 0,0-1,0 1,0 0,1 0,-1-1,1 1,0-1,0 1,1-1,-1 0,0 1,1-1,0-1,0 1,0 0,0-1,0 1,1-1,-1 0,2 0,87 32,-53-27,1-1,1-2,-1-2,0-2,1-2,-1-1,32-7,5-4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31.5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411 348,'-10'0,"0"0,0 1,0 0,0 1,1 0,-1 0,1 1,-1 0,1 1,0 0,0 1,0 0,1 0,0 1,-4 2,-12 15,2 0,0 2,1 1,1 0,2 1,1 1,1 1,1 0,2 1,-4 12,5-11,1 0,2 1,1 0,-1 14,7-34,1 0,0 0,0 0,1 0,1-1,0 1,1 0,0 0,1-1,0 1,1-1,0 0,5 10,-5-16,-1 1,1-1,0 1,1-1,-1 0,1-1,0 1,0-1,1 0,-1 0,1-1,0 1,0-1,0-1,0 1,0-1,1 0,-1 0,1-1,-1 0,1 0,0-1,-1 1,1-2,3 1,4-1,-1-1,1-1,-1 0,0 0,0-1,0-1,0 0,-1-1,0 0,0-1,-1 0,3-3,5-6,0-1,-2-1,0 0,0-1,-2-1,-1 0,0-1,-2-1,0 0,2-9,6-18,-2-1,-2-1,-2 0,1-21,-7 36,-1-1,-2 0,-2-1,-1 1,-2-1,-1 1,-2-1,-2 0,4 32,1 1,-1-1,-1 1,1-1,-1 1,0 0,0 0,0-1,-1 2,0-1,0 0,0 0,-1 1,1 0,-1 0,0 0,0 0,-1 0,1 1,-1 0,1 0,-1 0,0 1,0-1,0 1,-1 0,1 1,0-1,-1 1,1 0,-1 1,0-1,1 1,-1 0,1 0,-1 1,1 0,-1 0,0 1,-1 1,1 0,0 0,1 0,-1 1,1 0,0 0,0 1,0-1,0 1,1 0,-1 0,1 1,1-1,-1 1,1 0,0 0,-1 3,-30 119,29-60,4 0,2 1,3-1,3 0,3-1,17 57,-19-81,2-1,2 0,2 0,1-1,3-1,1 0,1-2,12 14,-31-49,1 1,0-1,1 1,-1-1,1 0,-1 0,1 0,0 0,0-1,0 1,1-1,-1 0,0 0,1 0,-1 0,1 0,0-1,0 0,0 0,0 0,-1 0,1 0,0-1,3 0,15-8,-2-5</inkml:trace>
  <inkml:trace contextRef="#ctx0" brushRef="#br0" timeOffset="314.77">825 1163,'-1'5,"0"1,0-1,0 0,1 1,0-1,0 0,0 1,1-1,0 1,0-1,0 0,0 0,1 0,0 0,0 0,0 0,1 0,0-1,0 1,0-1,0 0,1 0,-1 0,1 0,0 0,1-1,-1 0,0 0,1 0,4 2,-1 0,1-1,1 0,-1 0,0-1,1 0,0 0,0-1,0 0,0-1,0 0,0-1,0 0,0-1,0 0,0 0,3-2,-10 2,1 0,-1 0,1-1,-1 0,0 0,0 0,0 0,0 0,0 0,0-1,-1 1,1-1,-1 0,0 0,0 0,0 0,0 0,0-1,0 1,-1 0,0-1,0 1,0-1,0 1,0-1,-1 0,0 1,1-1,-2-2,2-3,-2 0,0 1,0-1,0 0,-1 1,0 0,-1-1,1 1,-2 0,1 0,-1 1,-2-3,1 4,1 0,-1 1,0 0,-1 0,1 1,-1-1,0 1,0 1,0-1,-1 1,1 0,-1 0,0 1,1 0,-1 0,-1 0,1 1,0 0,0 1,0 0,0 0,0 0,-1 1,1 0,0 0,0 1,0 0,0 0,1 0,-1 1,1 0,-1 1,1-1,0 1,0 0,0 1,1-1,0 1,0 0,0 1,0-1,1 1,0 0,0 0,-1 4,-4 14</inkml:trace>
  <inkml:trace contextRef="#ctx0" brushRef="#br0" timeOffset="645.933">932 227,'3'-2,"4"-1,9 0,11 3,11 2,14 0,11 2,10 0,8 0,0-1,-6-1,-9-1,-14-1,-13-2,-14-1</inkml:trace>
  <inkml:trace contextRef="#ctx0" brushRef="#br0" timeOffset="916.765">1280 0,'-2'9,"1"12,8 12,7 14,8 12,5 10,1 7,-4 4,-4 0,-7-2,-7-8,-12-11,-4-16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29.2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553 375,'-19'1,"0"1,0 1,0 1,0 0,1 2,-1 0,1 1,1 1,0 0,0 1,0 1,1 1,0 0,1 2,1-1,0 2,1 0,0 0,1 1,-9 14,-4 5,1 1,1 2,2 0,2 1,1 1,2 0,2 2,2 0,1 0,-1 16,11-52,0-1,0 1,0 0,0-1,1 1,-1 0,1 0,0-1,1 1,-1 0,1 0,0-1,0 1,1-1,-1 1,1-1,0 1,0-1,0 0,1 0,0 0,0 0,0 0,0-1,0 0,1 1,-1-1,1 0,0 0,0-1,0 1,2 0,7-2,0-1,0-1,0 0,-1 0,1-1,-1-1,1 0,-1-1,0 0,0-1,0 0,-1-1,0-1,0 1,0-2,0 0,16-8,0-2,-1 0,-2-2,1-1,-2 0,-1-2,-1-1,-1 0,-1-2,-1 0,-1-1,-2-1,-1 0,-1-1,-1 0,-1-1,-2-1,-1 1,-2-1,-1-1,-1 1,-1-2,-3 24,1 0,-1 0,0 0,-1 0,0 0,0 0,-1 1,0-1,-1 0,0 1,0 0,-1 0,0 0,0 0,-1 0,0 1,0 0,-1 0,1 0,-2 1,1 0,-1 0,0 0,0 1,-1 0,1 1,-1-1,0 1,0 1,-2-1,3 4,-1-1,0 1,1 1,-1-1,0 1,1 1,-1-1,0 1,1 0,0 1,0 0,0 0,0 1,0 0,1 0,-1 0,1 1,0 0,0 0,1 1,0-1,0 1,0 0,0 1,1-1,0 1,1 0,-1 0,1 0,1 0,-1 0,1 1,1-1,-1 1,1 0,0 7,0 18,2 1,1-1,1 0,2 0,2 0,1 0,1-1,1 0,7 11,-10-22,2 4,37 109,-5 1,-7 2,3 44,-34-154,-2-7</inkml:trace>
  <inkml:trace contextRef="#ctx0" brushRef="#br0" timeOffset="519.764">727 1471,'75'-311,"-43"133,-29 214,-5 409,12-347,-5-83</inkml:trace>
  <inkml:trace contextRef="#ctx0" brushRef="#br0" timeOffset="1273.132">848 241,'-5'-2,"3"-1,12 0,12 1,17 0,14 1,13 1,9 0,2 0,-2 0,-8 0,-10 2,-15 1</inkml:trace>
  <inkml:trace contextRef="#ctx0" brushRef="#br0" timeOffset="1544.39">1168 1,'-2'13,"-1"14,2 14,2 11,2 10,1 9,0 5,-1 4,0 0,-2-5,0-9,-1-15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35.0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0,'19'5,"18"1,23 0,18 1,12-1,7 2,-2 0,-8 3,-14 3,-19 1,-20-1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37.3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0 695,'5'24,"2"-1,0 0,1-1,2 0,0 0,1-1,1 0,1-1,1 0,0-1,2-1,10 10,-23-25,-1 0,1 0,0-1,0 1,0-1,0 0,0 1,1-1,-1-1,1 1,-1 0,1-1,0 0,-1 0,1 0,0 0,0-1,0 1,0-1,0 0,0 0,-1 0,1-1,0 0,0 1,0-1,0 0,-1-1,1 1,-1-1,1 0,-1 0,1 0,-1 0,0 0,3-3,3-9,-1 0,0-1,-1 1,0-2,-1 1,-1-1,0 0,-1 0,-1 0,-1 0,0-1,-1 1,-1-1,0 1,-2-4,4-34,-2 52,-1 0,1 0,0-1,0 1,0 0,1 0,-1 0,0 0,1 0,-1 0,1 0,0 0,0 0,0 0,0 0,0 0,0 0,0 1,0-1,1 1,-1-1,1 0,-1 1,1 0,0-1,0 1,-1 0,1 0,14-1</inkml:trace>
  <inkml:trace contextRef="#ctx0" brushRef="#br0" timeOffset="275.943">642 735,'2'13,"3"12,3 6,3 5,-1 0,0-1,1-4,0-7,1-9,-1-5</inkml:trace>
  <inkml:trace contextRef="#ctx0" brushRef="#br0" timeOffset="547.615">574 401,'9'7,"12"7,14 5,1-1</inkml:trace>
  <inkml:trace contextRef="#ctx0" brushRef="#br0" timeOffset="548.615">962 642,'0'18,"0"11,2 4,4 4,2 3,3-2,3-4,2-6,1-8,-3-7</inkml:trace>
  <inkml:trace contextRef="#ctx0" brushRef="#br0" timeOffset="825.67">882 160,'12'-5,"3"-1</inkml:trace>
  <inkml:trace contextRef="#ctx0" brushRef="#br0" timeOffset="1074.91">1404 0,'5'0,"1"1,-1 0,1 0,-1 0,1 1,-1 0,0 0,0 0,0 1,0-1,0 1,-1 0,1 1,-1-1,0 1,0 0,0 0,0 0,-1 0,1 1,-1 0,0-1,-1 1,1 0,1 5,5 13,-1 0,0 0,-2 0,-1 1,1 8,6 86,-4-1,-6 1,-13 115,6-138,5-26,2-60,1-14,0-13,-1-7</inkml:trace>
  <inkml:trace contextRef="#ctx0" brushRef="#br0" timeOffset="1340.62">1269 507,'-13'-15,"-3"-6,6 0,17 5,22 7,23 10,22 6,15 7,6 3,-2 4,-9 0,-18-1,-20 0,-17-2</inkml:trace>
  <inkml:trace contextRef="#ctx0" brushRef="#br0" timeOffset="1516.87">1831 749,'0'0,"3"15,0 0,1 0,0 0,1-1,1 1,0-1,1-1,1 1,0-1,1-1,0 1,3 2,-7-12,0 0,0-1,1 0,-1 0,0 0,1 0,-1-1,1 0,-1 0,1-1,-1 1,1-1,0 0,-1-1,1 1,-1-1,1-1,-1 1,1-1,-1 1,0-1,1-1,-1 1,-1-1,1 0,0 0,-1 0,1-1,-1 0,0 0,0 0,0 0,-1-1,0 1,1-1,-2 0,1 0,0 0,-1 0,0-1,1 0,-1 1,0-1,0 0,0 0,-1 1,1-1,-2 0,1 0,-1 0,1-1,-2 1,1 0,-1 0,0 0,0 0,0 1,-1-1,0 0,0 0,-1 1,0-1,0 1,0 0,0 0,-1 0,0 0,0 1,0 0,0-1,-1 1,0 1,1-1,-2 1,1 0,0 0,-4-1,5 2,0 0,0 0,0 0,0 1,-1 0,1 0,0 0,-1 0,1 1,-1-1,1 1,-1 0,1 1,-1-1,1 1,-1 0,1 0,0 0,0 1,-1 0,1-1,0 1,0 1,1-1,-1 0,0 1,1 0,-1 0,1 0,0 0,0 1,0-1,1 1,-1 0,1 0,0-1,0 2,0-1,1 0,-1 0,1 1,0 1,1 0,0 0,0 0,1 0,0 0,0 0,0 0,1 0,-1-1,1 1,1 0,-1-1,1 0,0 1,1-1,25 38</inkml:trace>
  <inkml:trace contextRef="#ctx0" brushRef="#br0" timeOffset="2347.576">2473 895,'-2'-13,"2"5,-1 0,0-1,0 1,0 0,-1-1,-1 1,1 0,-1 0,-1 1,1-1,-1 1,-1-1,1 1,-1 0,-1 1,1-1,-1 1,0 0,-3-1,7 6,-1 0,1 0,-1 0,0 0,1 0,-1 1,0 0,0-1,0 1,1 0,-1 0,0 1,0-1,0 0,1 1,-1 0,0 0,1 0,-1 0,0 0,1 0,-1 1,1-1,0 1,0-1,-1 1,1 0,0 0,0 0,1 0,-1 1,0-1,1 0,-3 3,1 0,0 0,0 0,0 0,1 0,0 0,0 1,0-1,1 1,0 0,0-1,0 1,1 0,0-1,0 1,0 0,1-1,1-1,-1 1,1-1,0 1,0-1,0 0,1 0,0 0,-1 0,1 0,1 0,-1-1,0 0,1 1,0-2,0 1,0 0,0-1,0 1,0-1,1 0,-1-1,1 1,-1-1,1 0,0 0,-1 0,2 0,0 0,0 0,0-1,0 1,0-1,0 0,0-1,0 1,0-1,0 0,0-1,0 0,0 1,-1-2,1 1,-1-1,1 0,-1 0,0 0,0-1,-1 0,1 0,0-1,8-5,-15 16,1 0,0 1,0-1,1 0,0 1,0-1,0 0,1 0,0 1,0-1,0 0,1 0,0 0,0 0,1 0,0-1,0 1,0-1,1 1,-1-1,1 0,0-1,1 1,-2-1,0-1,0 0,0 0,1 0,-1 0,1 0,0-1,0 0,0 0,0 0,0 0,1 0,-1-1,0 0,1 0,-1 0,1 0,-1-1,1 0,-1 0,1 0,-1 0,1-1,-1 0,1 0,-1 0,1 0,-1-1,0 1,0-1,0 0,0-1,0 1,0-1,-1 1,1-1,1-2,3-8,-1 0,0 0,-1-1,0 0,-1 0,-1-1,0 1,-1-1,0 0,-1 0,-1 0,-1-9,5-148,-6 171,1 0,-1-1,1 1,0-1,0 1,0 0,-1-1,1 1,0-1,1 1,-1-1,0 1,0-1,1 1,-1 0,1-1,-1 1,1 0,-1-1,1 1,0 0,0 0,0-1,0 1,-1 0,2 0,-1 0,0 0,0 0,0 0,0 1,0-1,1 0,-1 1,0-1,1 0,-1 1,1 0,-1-1,0 1,1 0,1 0,111 41,-91-31,-6-2,-6-5,-1 1,-1 0,1 1,-1 0,0 1,0 0,0 0,-1 1,0 0,0 0,2 4,-9-8,0 1,0-1,-1 1,1-1,-1 1,0-1,0 1,0-1,0 1,0-1,-1 1,0-1,0 1,0-1,0 0,0 1,-1-1,1 0,-1 0,0 0,0 0,0 0,0 0,0-1,-1 1,1-1,-3 2,-9 16,11-17,0 0,0 1,0 0,1 0,0 0,0 0,0 0,0 0,0 0,1 0,0 1,0-1,0 1,1-1,-1 1,1-1,0 1,0-1,1 1,-1-1,1 1,0-1,0 1,1-1,-1 0,1 0,0 0,0 0,0 0,1 0,0 0,1 1,8 5,1 0,0-2,0 1,1-2,0 0,0 0,0-1,1-1,0-1,1 0,-1-1,0 0,1-1,0-1,-1 0,1-2,0 0,12-2,-17 1,0-1,0 0,-1-1,0 0,1-1,-1 0,-1-1,1 0,-1 0,0-1,-1 0,1 0,-1-1,-1 0,0-1,0 0,0 0,-1 0,-1-1,1 0,-2 0,1 0,-1-1,-1 1,0-1,0 0,-1 0,-1 0,1-8,-2 17,0-1,1 0,-1 1,0-1,-1 1,1-1,0 1,-1-1,1 1,-1-1,0 1,0-1,0 1,0-1,0 1,0 0,-1 0,1 0,-1 0,0 0,1 0,-1 0,0 0,0 1,0-1,0 1,0-1,-1 1,1 0,0 0,-1 0,1 0,-1 0,1 1,-1-1,1 1,-1-1,1 1,-1 0,0 0,1 0,-1 0,-4 1,0 0,1 0,-1 0,0 1,1 0,-1 0,1 1,0 0,-1 0,1 0,1 1,-1 0,0 0,1 0,0 1,0 0,0 0,1 0,0 0,0 1,0 0,0-1,1 2,0-1,1 0,-1 0,1 1,0 0,1-1,-1 1,1 0,1 0,-1 0,1-1,1 1,-1 0,1 0,4 9,0-1,1 1,1-1,0 0,1-1,1 0,0 0,1-1,0 0,1-1,1 0,0-1,0 0,1 0,1-2,0 1,45 31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35.8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1082,'130'-255,"-127"248,-3 6,0-1,0 1,0-1,1 1,-1 0,0-1,0 1,1-1,-1 1,1 0,0-1,-1 1,1 0,0-1,-1 1,1 0,0 0,0 0,0 0,0 0,0 0,1 0,-1 0,0 0,0 1,1-1,-1 0,0 1,1-1,-1 1,0 0,1-1,-1 1,1 0,-1 0,1 0,-1 0,0 0,1 0,-1 0,1 0,-1 0,1 1,-1-1,0 1,1-1,14 15,-1 0,-1 1,0 1,-1 0,-1 0,0 1,-2 1,0 0,23 78,-32-94,-1-1,1 1,-1-1,0 1,0-1,0 1,0-1,0 1,-1-1,1 1,-1-1,1 1,-1-1,0 0,0 1,0-1,0 0,-1 0,1 1,-1-1,1 0,-1 0,1-1,-1 1,0 0,0-1,0 1,0-1,0 1,-1-1,1 0,0 0,-1 0,1 0,0 0,-1-1,1 1,-1-1,2 0,-1 0,0 0,1-1,-1 1,1 0,0-1,-1 0,1 1,-1-1,1 0,0 1,-1-1,1 0,0 0,0 0,0 0,0 0,0-1,0 1,0 0,0 0,0-1,0 1,1 0,-1-1,1 1,-1-1,1 1,-1-1,1 1,0-1,0 1,0-1,-1 1,2-1,-1 1,0-1,0 1,0-1,1 1,-1-1,1 1,-1-1,1 1,0-1,-1 1,1 0,0-1,0 1,0 0,87-189,-62 122,-2-1,-4 0,-3-2,-2 0,-4-1,-3 0,-4-1,-2-4,-3-133,-1 201,-1 20,-15 108,5 0,2 105,10-186,1-1,2 1,1-1,2 0,2 0,1 0,2-1,1 0,2-1,2 0,1 0,-12-27,0 0,1-1,-1 1,1-1,1 0,0-1,0 1,0-1,0 0,1-1,0 0,0 0,1 0,-1-1,1 0,0 0,0-1,1 0,0 0,11-7,-5-5</inkml:trace>
  <inkml:trace contextRef="#ctx0" brushRef="#br0" timeOffset="213.403">135 414,'18'0,"24"2,28 6,27 5,24 8,17 7,7 6,-3 3,-11 3,-28-6</inkml:trace>
  <inkml:trace contextRef="#ctx0" brushRef="#br0" timeOffset="937.531">1191 775,'-29'-1,"0"1,0 1,1 2,-1 1,1 1,0 1,-11 5,36-11,0 1,0 0,1-1,-1 1,0 0,1 0,-1 1,0-1,1 0,0 1,-1 0,1-1,0 1,0 0,0 0,0 0,0 1,0-1,0 0,1 1,0-1,-1 1,1 0,0-1,0 1,0 0,0-1,1 1,-1 0,1 0,0 0,0 0,0 0,0-1,0 1,1 0,-1 0,1 0,0 0,-1-1,1 1,1 1,5 4,1 0,0-1,0 1,0-2,1 1,0-1,0 0,1-1,0 0,0-1,0 0,0 0,1-1,-1 0,1-1,0 0,0-1,0 0,0-1,-6 1,0 0,0 0,0-1,0 1,0-1,0 0,0-1,0 1,0-1,0 0,0 0,-1-1,1 1,0-1,0 0,-1 0,1-1,-1 1,0-1,0 0,0 0,0-1,-1 1,1-1,-1 0,0 0,0 0,0 0,0 0,-1-1,2-3,5-58,-14 107,4-32,0-1,1 0,0 1,1-1,0 1,0-1,0 0,1 1,1-1,-1 0,1 0,1 0,0-1,0 1,0-1,1 0,0 0,0-1,3 4,-6-9,0 0,0 0,-1 0,1 0,0-1,0 1,0-1,0 1,-1-1,1 0,0 0,0 0,0 0,0 0,0 0,0 0,0 0,0-1,0 1,-1-1,1 0,0 1,0-1,0 0,-1 0,1 0,-1 0,1 0,-1-1,1 1,-1 0,39-49,-28 27,-1-1,-1-1,-1 0,-1 0,-1-1,-2 0,2-18,5-22,-12 64,0 1,0-1,0 0,0 0,0 0,0 1,0-1,1 0,-1 0,1 1,0-1,-1 0,1 1,0-1,0 1,0-1,0 1,0-1,0 1,0 0,0-1,1 1,-1 0,1 0,-1 0,1 0,-1 0,1 0,-1 0,1 1,0-1,-1 1,1-1,0 1,0-1,-1 1,1 0,0 0,0 0,1 0,99 60,-94-57,-1 2,1-1,-1 1,0 0,-1 1,1-1,-1 1,0 1,-1-1,0 1,0 0,0 0,0 0,-1 1,-1 0,1 0,-1 0,-1 0,1 0,-1 3,-1 20,-1-28,-1 0,0 0,1 0,0 0,0 0,0 0,0 0,0 0,1 0,-1 0,1 0,0 0,0 0,0 0,0 0,0 0,1-1,-1 1,1 0,0-1,0 1,0-1,0 0,0 0,0 0,1 0,-1 0,1 0,-1-1,1 1,1 0,7-1,0 0,0-1,0 0,-1 0,1-1,0-1,0 0,0 0,-1-1,1-1,-1 0,0 0,0-1,-1 0,1 0,4-5,-8 7,0 0,0-1,0 0,0 0,-1 0,1-1,-1 0,-1 0,1 0,0 0,-1-1,0 0,-1 0,1 0,-1 0,0 0,-1-1,0 1,0-1,0 0,-1 0,1 0,-2 0,1 0,-1 0,0 1,-1-1,0-6,0 10,0 1,0-1,-1 1,1-1,-1 1,1 0,-1 0,0 0,0 0,0 0,0 0,0 0,0 1,-1-1,1 1,0 0,-1-1,1 1,-1 0,0 0,1 1,-1-1,0 0,1 1,-1 0,0 0,0 0,1 0,-1 0,0 0,0 1,1-1,-1 1,0 0,1-1,-1 1,1 1,-1-1,1 0,0 1,-1-1,1 1,0 0,0-1,0 1,0 0,0 0,0 0,1 1,-1-1,1 0,0 1,-1 4,2-1,-1 1,1 0,0 0,0 0,1-1,0 1,0 0,0-1,1 1,0-1,1 1,-1-1,1 0,0 0,1 0,0 0,-1-1,2 1,-1-1,1 0,0 0,0-1,0 1,6 3,9 8,0 0,2-1,0-2,0 0,2 0,47 19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48.1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276 121,'-7'14,"-4"15,-1 17,2 16,3 12,2 6,0 2,1-5,1-8,1-12,1-10,3-14,3-14,1-11</inkml:trace>
  <inkml:trace contextRef="#ctx0" brushRef="#br0" timeOffset="315.6">129 1,'1'6,"98"94,-68-73,51 44,-15-14,-2 3,56 68,-108-112,-1 1,-1 0,0 0,-1 1,-1 1,-1 0,0 0,-2 0,2 9,-6-21,-1 0,1 1,-1-1,-1 0,1 1,-1-1,-1 1,1-1,-1 1,-1-1,1 0,-1 1,-1-1,1 0,-1 0,0-1,-1 1,1-1,-2 1,1-1,0 0,-1-1,0 1,-1-1,1 0,-7 4,-14 6,-1-2,0 0,-1-3,-1 0,0-1,0-2,-1-1,1-2,-1 0,-27-1,-194 5,217-9</inkml:trace>
  <inkml:trace contextRef="#ctx0" brushRef="#br0" timeOffset="1186.928">877 789,'22'-45,"1"2,2 0,2 2,2 1,19-20,-19 33,-21 46,-15 335,15-187,-7-166,-1 1,1-1,-1 1,0-1,0 1,0-1,0 1,0 0,0-1,0 1,0-1,-1 1,1-1,-1 1,1-1,-1 1,1-1,-1 0,0 1,0-1,0 0,1 1,-1-1,-1 0,1 0,0 0,0 0,0 0,-1 0,1 0,0 0,-1-1,1 1,0 0,-1-1,1 1,-1-1,1 0,-1 1,0-1,1 0,-5 0,1-1,0 1,-1-1,1 0,0-1,0 1,0-1,0 0,0-1,1 1,-1-1,1 0,-1 0,-3-3,8 6,-1 0,1 0,-1 0,1-1,-1 1,1 0,0 0,-1 0,1-1,-1 1,1 0,0 0,-1-1,1 1,0 0,-1-1,1 1,0 0,-1-1,1 1,0 0,0-1,0 1,-1-1,1 1,0-1,0 1,0 0,0-1,0 1,0-1,0 1,0-1,0 1,0-1,0 1,0-1,0 1,0 0,0-1,0 1,0-1,1 1,-1-1,0 1,0 0,1-1,-1 1,0-1,1 1,-1 0,0-1,1 1,-1 0,0 0,1-1,-1 1,0 0,1 0,-1 0,1-1,-1 1,1 0,-1 0,1 0,-1 0,36-1,266 54,-140-26,-136-22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05.2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2646 1286,'20'0,"21"0,20 0,14 0,11 0,2 0,-4 2,-15 5,-19 7,-18 0</inkml:trace>
  <inkml:trace contextRef="#ctx0" brushRef="#br0" timeOffset="186.858">2633 1553,'20'7,"21"4,21 3,19-1,13-3,9-3,1-7,-17-4</inkml:trace>
  <inkml:trace contextRef="#ctx0" brushRef="#br0" timeOffset="1049.187">4624 1754,'3'11,"0"4</inkml:trace>
  <inkml:trace contextRef="#ctx0" brushRef="#br0" timeOffset="434.979">3903 899,'-7'27,"-4"25,-5 19,-5 14,0 6,0 1,5-5,4-10,5-12,3-16,5-15,4-15,4-16,0-16,-2-5</inkml:trace>
  <inkml:trace contextRef="#ctx0" brushRef="#br0" timeOffset="780.177">3809 912,'-13'-72,"13"73,1-1,-1 0,0 1,0-1,0 0,1 0,-1 1,0-1,1 0,-1 0,0 1,0-1,1 0,-1 0,1 0,-1 0,0 1,1-1,-1 0,0 0,1 0,-1 0,0 0,1 0,-1 0,1 0,-1 0,0 0,1 0,-1 0,0 0,1 0,-1-1,0 1,1 0,-1 0,1 0,-1 0,0-1,0 1,1 0,-1 0,0-1,1 1,-1 0,0-1,0 1,0 0,1 0,-1-1,0 1,0-1,0 1,0 0,0-1,0 1,1 0,-1-1,0 1,0 0,0-1,0 1,0-1,101 125,-48-54,-3 2,-3 2,-3 3,-4 0,-3 3,-3 5,-28-68,-1 0,0 0,-2 0,0 1,-1-1,0 1,-2 17,-1-28,1 1,-2-1,1 0,-1 0,0 1,0-1,-1 0,0-1,0 1,-1-1,1 1,-2-1,1 0,-1 0,1-1,-2 1,1-1,0 0,-1-1,-1 1,-9 4,0-1,-1-1,0 0,0-1,0-1,-1-1,0 0,0-2,0 0,0 0,0-2,-1 0,1-2,0 0,0 0,0-2,1 0,-2-2,-4-2,22 7,1 1,0-1,0 1,-1-1,1 1,0-1,0 1,0 0,-1-1,1 1,0-1,0 1,0-1,0 1,0-1,0 1,0-1,0 1,0-1,0 1,1-1,-1 1,0-1,0 1,0-1,0 1,1-1,-1 1,0 0,1-1,-1 1,0-1,1 1,-1 0,0-1,1 1,-1 0,1-1,-1 1,0 0,1 0,-1 0,1-1,-1 1,1 0,-1 0,1 0,-1 0,1 0,-1 0,1 0,-1 0,1 0,-1 0,1-1,22-8</inkml:trace>
  <inkml:trace contextRef="#ctx0" brushRef="#br0" timeOffset="-946.657">1269 925,'8'-15,"-2"-1,0 0,-1 0,0 0,-2-1,3-15,-6 30,0 1,1 0,-1-1,0 1,0 0,0-1,0 1,0 0,0-1,0 1,0 0,-1-1,1 1,-1 0,1 0,-1-1,1 1,-1 0,1 0,-1 0,0 0,0 0,0 0,0 0,1 0,-1 0,-1 0,1 0,0 0,0 1,0-1,0 0,0 1,-1-1,1 1,0-1,0 1,-1 0,1 0,0-1,-1 1,1 0,0 0,-1 0,1 1,-2-1,-63 25,31-2,0 3,1 0,1 3,2 0,1 2,2 2,1 0,1 2,2 0,-5 13,12-21,1 0,1 0,2 2,1-1,1 2,1 0,2 0,1 0,2 1,0 0,2 4,3-29,0-1,0 1,0-1,1 1,-1-1,2 1,-1-1,0 1,1-1,0 0,0 0,1 0,-1 0,1 0,0-1,0 1,1-1,0 0,-1 0,1 0,0 0,1-1,-1 1,1-1,0 0,-1-1,5 2,-2-2,1 0,-1-1,1 0,-1 0,1-1,0 0,0 0,-1 0,1-1,-1-1,1 1,-1-1,1-1,-1 1,0-1,4-2,105-70,-79 43,-2-2,-1-2,-1-1,-3-1,0-2,-3-1,-2-1,-1-1,-2-1,-2-1,-2-1,-3 0,-1-1,-1-4,-9 37,0 0,-1 0,-1-1,0 1,-1-1,-1 1,0-1,0 1,-2-1,0 1,0-1,-2 1,0 0,0 0,2 10,-1 0,1 0,-1 1,0-1,0 1,0-1,0 1,-1 0,1 0,-1 0,0 1,1-1,-1 1,-1 0,1 0,0 1,0-1,-1 1,1 0,0 0,-1 0,0 1,1-1,-1 1,1 0,-1 0,1 1,-1 0,1-1,-1 2,-3 0,-8 3,1 0,0 0,1 2,-1 0,1 0,0 1,1 1,-7 6,6-4,1 0,1 0,0 1,0 0,1 1,1 1,0 0,1 0,0 1,1 0,1 0,1 1,0-1,1 2,0-1,1 1,1-1,1 1,1 0,0 0,1 0,0 0,2 0,0 0,1-1,0 1,6 12,7 4,1 0,2-1,2-1,0 0,2-2,2-1,24 23,-28-32,-1 1,0 1,-2 1,0 0,-2 1,0 1,-2 1,-1 0,0 1,-2 0,-1 0,-2 1,6 26,-13-47,0 1,0-1,0 1,-1 0,0-1,0 1,-1 0,0-1,0 1,0-1,-1 1,0-1,0 0,-1 0,1 0,-1 0,-1 0,-3 4,-5-2</inkml:trace>
  <inkml:trace contextRef="#ctx0" brushRef="#br0" timeOffset="-667.277">1564 871,'11'-4,"15"-2,18 0,13 2,15 3,9 4,6 4,-3 3,-10 0,-14 0,-18-1</inkml:trace>
  <inkml:trace contextRef="#ctx0" brushRef="#br0" timeOffset="-406.261">1937 631,'-9'20,"-5"23,-3 20,0 18,2 12,4 8,4-1,3-17</inkml:trace>
  <inkml:trace contextRef="#ctx0" brushRef="#br0" timeOffset="47095.614">66 83,'16'142,"-3"430,-14-436,2 141,-19 818,5-941,-7-1,-8 8,22-133,-4 66,12-92,-1 0,1-1,0 1,0-1,0 1,0-1,0 0,0 1,0-1,0 0,0-1,0 1,1 0,-1-1,0 1,1-1,-1 0,1 1,-1-1,0 0,1-1,-1 1,0 0,1-1,-1 1,0-1,1 0,-1 0,9 0,53-2,0 3,1 3,-1 3,39 9,551 78,123-46,-331-24,1153 66,-559-39,-943-43,67 3,65-6,-227-4,0 0,-1 0,1 0,-1 0,1 0,0 0,-1 0,1 0,-1-1,1 1,-1-1,1 1,-1-1,1 1,-1-1,1 0,-1 0,0 0,1 0,-1 0,0 0,0 0,0 0,0 0,0 0,0-1,0 1,0 0,0-1,-1 1,1-1,0 1,-1-1,1-1,44-204,18-126,-14-3,-15-1,-16-1,-15-112,-17 163,-13 2,-14-11,15 117,26 177,0 0,0 0,-1 0,1 0,-1 0,1 0,-1 1,1-1,-1 0,0 0,0 0,0 1,0-1,0 1,0-1,0 0,-1 1,1 0,-1-1,1 1,-1 0,1 0,-1 0,0 0,1 0,-1 0,0 0,0 1,0-1,0 1,0-1,1 1,-1 0,0 0,0 0,0 0,0 0,0 0,-1 0,-584-3,182-4,-360-19,-59-51,-64 59,669 20,-604 12,705-12,1 6,-10 6,-7-3,-131-1,91 9,170-18,-9 1,26-1,-1-1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58.3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124 137,'0'20,"0"21,0 19,-2 15,-3 14,-1 6,-2 2,1-5,1-8,2-15,4-16,4-18,4-14,3-18,-1-9</inkml:trace>
  <inkml:trace contextRef="#ctx0" brushRef="#br0" timeOffset="331.871">44 177,'-43'-174,"43"174,0 0,0 1,1-1,-1 0,0 0,0 0,1 0,-1 0,0-1,0 1,1 0,-1 0,0 0,0 0,1 0,-1 0,0 0,0 0,0-1,1 1,-1 0,0 0,0 0,0 0,1-1,-1 1,0 0,0 0,0 0,0-1,136 219,199 249,-331-460,12 14,-2 1,0 0,-2 1,0 1,-2 0,0 0,3 19,-12-39,0 0,0 1,-1-1,1 0,-1 0,0 1,-1-1,1 0,-1 0,0 0,0 1,0-1,0 0,-1 0,0 0,1-1,-2 1,1 0,0-1,-1 1,1-1,-1 0,0 0,0 0,0 0,-1 0,1-1,-1 1,1-1,-1 0,-1 0,-21 9,0-2,-1-1,-1-1,1-1,-1-2,0 0,0-2,-20-1,40-1,-25 2,0-1,-1-1,1-2,-17-4,32 0,23-3,16 1</inkml:trace>
  <inkml:trace contextRef="#ctx0" brushRef="#br0" timeOffset="650.503">792 939,'-4'4,"1"0,-1 0,1 0,0 1,0-1,1 1,-1-1,1 1,0 0,0 0,1 0,-1 0,1 0,0 0,1 0,-1 1,1-1,0 0,0 1,1-1,-1 0,1 0,0 0,1 0,-1 0,1 0,0 0,0 0,1 0,0-1,-1 1,1-1,1 0,-1 0,1 0,1 1,9 4,0 0,0-1,1-1,0 0,0-1,1-1,0-1,0 0,0-1,0 0,1-1,-1-1,0-1,1 0,-1-2,4 0,-12 2,1-1,-1 0,0-1,0 0,-1 0,1-1,0 0,-1 0,1-1,-1 1,0-2,0 1,-1-1,1 0,-1 0,0-1,-1 0,1 0,-1 0,0-1,-1 0,1 0,-1 0,-1 0,1 0,-1-1,-1 0,1 0,-1 0,-1 0,1-4,-2 1,0 0,-1 1,0-1,0 0,-2 1,1 0,-1-1,-1 1,1 0,-2 0,0 1,0-1,0 1,-1 0,-1 1,1 0,-1 0,-1 0,1 0,-1 1,-1 1,1-1,-1 1,0 1,-1 0,1 0,-1 1,0 0,0 1,-1 0,1 0,0 1,-1 0,0 1,1 0,-1 1,0 1,1-1,-1 1,1 1,-2 0,-2 2,0 0,0 1,0 0,0 1,1 1,0 0,1 1,-1 0,1 1,1 0,0 1,0 0,1 1,0 0,1 1,0 0,-2 5,-17 29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1:01.5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1 345,'22'3,"22"0,22 0,14 0,13-2,6 0,0 0,-8-1,-14 0,-19 2,-19 3,-18 3,-20 0,-16 1,-7-1</inkml:trace>
  <inkml:trace contextRef="#ctx0" brushRef="#br0" timeOffset="264.932">134 506,'21'7,"22"4,20 1,17 0,12-2,3-2,-3-3,-8-2,-14-2,-17-1,-16 0</inkml:trace>
  <inkml:trace contextRef="#ctx0" brushRef="#br0" timeOffset="554.026">857 79,'-118'-78,"112"78,14 10,10 4,0 0,1-2,0 0,1-1,8 2,-6-1,98 46,-62-32,0 3,-2 2,-2 2,22 20,-70-49,1 1,-1-1,0 1,-1 1,1-1,-1 1,0 0,0 1,-1-1,0 1,0-1,0 1,-1 1,0-1,-1 0,1 1,-1-1,-1 1,0 0,0-1,0 1,-1 3,-5 4,0-1,-2 0,1-1,-2 1,0-2,0 1,-1-1,-1 0,0-1,-1 0,0 0,0-1,-1-1,0 0,-1-1,-4 2,10-5,-12 9,-19 13,2 1,1 2,2 2,-13 15,-17 30,37-47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0:42.3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1689 383,'-6'-3,"0"-1,-1 2,1-1,0 1,-1-1,0 2,1-1,-1 1,0 0,0 0,0 1,0 0,0 0,1 1,-1 0,0 0,0 0,0 1,1 0,-1 1,1-1,0 1,0 0,0 1,0-1,0 1,1 1,-1-1,1 1,-3 3,-19 20,2 1,0 1,2 1,2 1,1 1,1 1,-12 30,10-21,1 1,3 0,1 2,2 0,2 0,1 14,9-56,1 1,0-1,0 1,1-1,-1 1,1-1,0 1,1-1,-1 1,1-1,-1 1,1-1,1 0,-1 1,1-1,-1 0,1 0,0 0,1 0,-1 0,1-1,0 1,0-1,0 1,0-1,0 0,1 0,0 0,6-1,-1 0,1 0,0-1,0-1,-1 0,1 0,0-1,0 0,-1 0,1-1,0-1,-1 0,0 0,0 0,0-1,4-3,26-11,-1-2,-1-2,-1-1,-1-2,-1-1,-1-2,-2-1,-1-1,-1-2,-1-1,20-33,-28 36,0-2,-3-1,0 0,8-26,-19 44,-1-1,-1 1,0 0,-2-1,1 0,-2 0,0 0,-1 1,0-1,-1 0,-1 0,-1-3,0 9,0 1,-1 0,0 0,0 0,-1 0,0 1,0 0,-1 0,0 0,-1 0,1 1,-1 0,-1 1,1 0,-1 0,0 0,-1 1,1 0,-1 1,0 0,0 0,-1 1,1 0,-1 1,1 0,-1 0,0 1,0 0,0 1,1 0,-1 1,0 0,-4 1,5-2,1 1,-1 0,0 1,0 0,1 1,-1-1,1 1,-1 1,1 0,0 0,1 1,-1-1,1 2,0-1,0 1,0 0,1 0,0 1,0 0,1 0,0 1,0-1,1 1,0 0,0 0,1 0,0 1,0-1,1 1,0 0,0 0,1 0,1 0,-1-1,1 1,1 0,0 5,7 10,1-1,1 0,0-1,2 0,1 0,0-2,7 7,18 30,-20-29,-2 1,0 0,-2 1,-1 1,-2 0,0 1,-3 0,0 0,-3 1,0 0,-2 0,-1 8,-25 216,25-234,2-8</inkml:trace>
  <inkml:trace contextRef="#ctx0" brushRef="#br0" timeOffset="350.229">1929 1333,'86'-221,"-31"57,-55 164,1 0,-1 0,0 0,0 0,0 1,0-1,1 0,-1 0,0 0,0 0,0 0,0 0,1 0,-1 0,0 0,0 0,0 0,1 0,-1 0,0 0,0 0,0 0,0 0,1 0,-1 0,0-1,0 1,0 0,0 0,1 0,-1 0,0 0,0 0,0 0,0-1,0 1,-1 26,1-22,-11 214,11 20,5-157,-3-53</inkml:trace>
  <inkml:trace contextRef="#ctx0" brushRef="#br0" timeOffset="4308.943">2171 223,'16'-2,"14"-1,11 2,8 2,4 3,3 2,1 3,-3 0,-3-1,-4-3,-6-2,-9-1</inkml:trace>
  <inkml:trace contextRef="#ctx0" brushRef="#br0" timeOffset="4599.725">2504 36,'0'4,"-2"9,-1 14,-2 12,-2 15,-3 11,0 8,1 5,0 4,3-4,2-15</inkml:trace>
  <inkml:trace contextRef="#ctx0" brushRef="#br0" timeOffset="5355.059">2986 891,'3'0,"6"0,12 0,11 0,14 0,15 3,10 0,6 2,-3 0,-6 2,-10 2,-13-1,-14-2</inkml:trace>
  <inkml:trace contextRef="#ctx0" brushRef="#br0" timeOffset="5620.407">3013 1065,'13'9,"17"3,18 2,20-1,16-4,10-3,2-2,-3-4,-18-3</inkml:trace>
  <inkml:trace contextRef="#ctx0" brushRef="#br0" timeOffset="15565.381">2879 3097,'21'10,"17"4,17 3,14 0,12 0,3-3,-3-1,-11-2,-18-1</inkml:trace>
  <inkml:trace contextRef="#ctx0" brushRef="#br0" timeOffset="15746.151">2892 3405,'23'16,"25"9,28 4,26-2,20-2,10-6,-18-7</inkml:trace>
  <inkml:trace contextRef="#ctx0" brushRef="#br0" timeOffset="14431.233">1461 2924,'-20'2,"0"2,0 0,0 1,1 1,0 1,0 0,0 2,1 0,0 1,1 1,0 1,1 0,0 1,1 1,1 0,0 1,1 0,0 1,1 1,1 0,1 1,0 0,-5 15,7-15,1 1,0 0,1 0,1 1,1-1,1 1,0 5,3-19,-1 0,1 0,0 0,0 0,1 0,-1-1,2 1,-1 0,0 0,1 0,0-1,1 1,-1-1,1 0,0 0,0 0,1 0,-1 0,1 0,0-1,0 0,1 0,-1 0,1 0,0-1,1 1,1-1,0 0,0 0,1-1,0 0,-1 0,1 0,0-1,0 0,-1-1,1 0,0 0,0-1,0 0,-1 0,1-1,0 0,-1 0,1-1,-1 0,6-2,3-4,1-1,-1 0,0 0,-1-2,-1 0,0-1,0 0,1-4,14-21,-2-1,-1-1,-3-2,-1 0,-2-2,-2 0,-2-1,-2 0,-2-2,-2 1,0-17,-3 27,-1-1,-2 1,-2 0,-1-1,-2 0,-4-30,4 61,0 0,1-1,-2 1,1 0,-1 0,0 0,0 0,-1 1,1-1,-1 0,-1 1,1 0,-1 0,0 0,0 0,0 0,-1 1,0 0,1 0,-1 0,-1 1,1-1,-1 1,1 1,-1-1,-3-1,-3 4,1 1,0 0,0 1,0 0,0 0,0 1,0 1,1 0,-1 0,1 1,0 0,1 1,-1 0,1 0,0 1,1 0,-1 1,2 0,-1 0,1 1,0 0,-5 10,-3 3,1 1,1 0,1 1,1 0,1 1,2 1,0-1,2 1,0 0,2 1,0 22,1 1,3 0,2 1,2-1,3 0,10 42,13 22,4 0,5-3,25 45,-57-141,-4-5,1 0,1 0,-1 0,1-1,1 0,0 0,0-1,1 1,0-1,0-1,7 6,1-5</inkml:trace>
  <inkml:trace contextRef="#ctx0" brushRef="#br0" timeOffset="14733.363">1622 3632,'-3'8,"0"0,1-1,0 1,0 0,1 1,0-1,0 0,1 0,0 1,0-1,1 0,0 0,1 0,-1 0,2 0,-1 0,1 0,0-1,1 1,0-1,0 0,0 0,1 0,0 0,4 2,-2-3,1-1,1 0,-1 0,1-1,-1 0,1-1,0 0,0 0,1-1,-1 0,1 0,-1-1,1-1,-1 1,1-2,-1 1,4-2,-8 2,1-1,-1 0,0 0,1-1,-1 1,0-1,0 0,0 0,0-1,-1 0,1 0,-1 0,1 0,-1-1,0 1,0-1,-1 0,1 0,-1-1,0 1,0-1,0 1,-1-1,0 0,1 0,-2 0,1 0,-1-1,1 1,-1-5,0 4,-1 0,-1-1,1 1,-1 0,0 0,0 0,0 0,-1 0,0 0,0 1,-1-1,0 0,0 1,0 0,0 0,-1 0,0 0,0 0,0 1,-1 0,1 0,-1 0,0 0,0 1,0 0,-1 0,1 0,-7-2,6 2,-1 0,0 1,0 0,-1 0,1 0,0 1,-1 0,1 1,0-1,-1 1,1 1,-1 0,1 0,0 0,-1 1,1 0,0 0,0 1,0-1,1 2,-1-1,1 1,-7 4,11-7,1 1,-1-1,0 0,0 1,1-1,-1 1,1 0,-1-1,1 1,0 0,0 0,0 0,0 0,0 0,0 0,0 0,0 0,1 0,-1 0,1 1,0-1,0 0,0 0,0 0,0 1,0-1,0 0,1 0,-1 0,1 1,0-1,-1 0,1 0,1 0,12 15</inkml:trace>
  <inkml:trace contextRef="#ctx0" brushRef="#br0" timeOffset="15031.279">1770 2643,'20'-2,"21"1,17 1,14 3,11 3,3 0,-5 2,-8 0,-13-2,-14-2,-15-2</inkml:trace>
  <inkml:trace contextRef="#ctx0" brushRef="#br0" timeOffset="15301.781">2197 2415,'-4'9,"-2"13,0 13,1 14,2 18,1 13,1 8,5 6,7 1,1-17</inkml:trace>
  <inkml:trace contextRef="#ctx0" brushRef="#br0" timeOffset="18159.591">793 36,'-19'-8,"-1"1,0 2,0 0,-1 1,1 1,-1 1,0 0,-19 2,32 2,1-1,0 1,-1 0,1 0,0 1,0 0,0 1,1-1,-1 1,1 0,0 1,0 0,0 0,1 0,0 0,0 1,-3 4,-63 115,44-63,3 1,2 1,4 1,2 0,3 1,3 1,-1 51,12-80,2-1,2 1,2-1,0-1,3 1,1-1,2-1,1 0,2-1,13 21,-16-30,-1-5,-1 0,0 0,-2 1,0 0,-2 1,0 0,-1 0,-2 0,0 1,-1 0,-1 0,-1 0,-2 4,-1-18,-1 0,0-1,0 1,-1-1,0 1,0-1,-1 0,0-1,-1 1,1-1,-1 0,-1-1,1 1,-1-1,-1 0,1-1,-1 0,-6 4,-8 2,-1 0,0-1,0-1,-1-1,0-1,-8 1,-137 10,212 6,-30-19,-1 2,0 0,0 0,0 1,-1 1,0 0,-1 0,0 1,0 0,-1 1,-1 0,0 1,0-1,-1 1,0 1,-1 0,-1-1,0 2,2 10,0 8,-1 0,-1 0,-2 0,-2 0,-1 1,-1-1,-6 32,-52 223,57-282,-13 55,-40 144,9 2,8 2,10 1,3 99,25-263,2 0,1 0,8 33,-8-63,0 0,1-1,1 0,0 0,1 0,0 0,1-1,1 0,0-1,1 1,0-2,0 1,2 0,-8-10,-1 1,1-1,0 1,-1-1,1 0,0 0,0 0,0 0,0-1,1 1,-1-1,0 0,1 0,-1 0,1 0,-1-1,-3 0,0 0,0 0,0 0,-1-1,1 1,0 0,0 0,0 0,0 0,-1-1,1 1,0 0,0 0,0 0,0-1,0 1,0 0,0 0,0-1,0 1,0 0,0 0,0 0,0-1,0 1,0 0,0 0,0-1,0 1,0 0,0 0,0-1,0 1,0 0,0 0,0 0,0-1,1 1,-1 0,0 0,0 0,0-1,0 1,1 0,-1 0,0 0,0 0,0 0,1 0,-1-1,0 1,0 0,0 0,1 0,-1 0,0 0,0 0,1 0,-1 0,0 0,0 0,1 0,-1 0,-17-11,1-4,16 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1:07.5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277 255,'-5'7,"-6"15,-5 21,-7 18,-5 13,1 10,3 1,3-4,2-9,5-12,5-17</inkml:trace>
  <inkml:trace contextRef="#ctx0" brushRef="#br0" timeOffset="312.472">116 187,'-5'-66,"8"59,5 24,-4-8,56 105,6-3,33 38,26 41,-66-76,-58-112,0 1,0-1,0 1,0 0,-1-1,1 1,-1 0,0 0,1-1,-1 1,-1 0,1 0,0-1,-1 1,1 0,-1-1,0 1,0 0,0-1,0 1,0-1,0 1,-1-1,1 0,-1 1,0-1,0 0,0 0,0 0,0-1,0 1,0 0,-1-1,1 1,-1-1,1 0,-1 0,1 0,-3 1,-24 5,0-2,0 0,-1-2,1-1,-1-2,1 0,-1-2,-9-3,34 5,-185-25,166 19,23 3,13 3</inkml:trace>
  <inkml:trace contextRef="#ctx0" brushRef="#br0" timeOffset="621.973">637 1123,'28'-94,"4"1,12-17,-18 45,-16 43,-10 22,0 0,0 0,0 1,0-1,0 0,0 0,0 0,0 0,0 1,0-1,0 0,0 0,0 0,0 0,1 0,-1 1,0-1,0 0,0 0,0 0,0 0,0 0,1 0,-1 0,0 0,0 0,0 1,0-1,0 0,1 0,-1 0,0 0,0 0,0 0,-2 25,1-22,-12 130,6 1,7 74,2-169,1-11</inkml:trace>
  <inkml:trace contextRef="#ctx0" brushRef="#br0" timeOffset="883.948">1092 228,'14'16,"6"19,3 19,-3 19,-5 13,-5 5,-6 1,-7-4,-4-7,-4-14,-2-15,-1-17,1-15</inkml:trace>
  <inkml:trace contextRef="#ctx0" brushRef="#br0" timeOffset="1242.53">972 0,'62'47,"-2"1,-3 4,-2 1,14 21,-26-29,-2 1,-2 3,-2 1,-2 1,-3 2,-2 2,-2 0,7 27,-31-73,0-1,-1 1,0-1,0 1,-1 0,0 0,-1 0,0 1,0-1,-1 0,-1 0,1 0,-1 0,-1 1,0-1,0 0,0-1,-1 1,-1 0,0-1,0 0,0 0,-1 0,0 0,-1-1,1 0,-2 0,-3 4,-6-3,0-2,0 0,-1 0,0-1,0-2,0 1,0-2,0 0,-1-1,1-1,0-1,-1 0,1-1,0-1,0-1,0 0,0-1,-13-6,14 5,0 1,0-2,1 0,0-1,0-1,1 0,0-1,-9-8,22 18,0-1,0 1,0-1,1 1,-1-1,0 1,0-1,0 0,1 1,-1-1,0 0,0 1,1-1,-1 0,1 0,-1 0,1 0,-1 0,1 1,-1-1,1 0,0 0,0 0,-1 0,1 0,0 0,0 0,0 0,0 0,0 0,0 0,0 0,1 0,-1 0,0 0,1 0,-1 0,0 0,1 0,-1 0,1 0,-1 0,1 1,0-1,-1 0,1 0,0 1,-1-1,1 0,0 1,0-1,0 1,0-1,0 1,-1-1,1 1,0 0,0-1,0 1,0 0,0 0,0 0,0 0,0 0,0 0,1 0,26-6</inkml:trace>
  <inkml:trace contextRef="#ctx0" brushRef="#br0" timeOffset="1535.402">1707 1017,'-1'6,"1"0,0-1,0 1,1 0,-1-1,1 1,1 0,-1-1,1 1,0-1,0 0,0 1,1-1,0 0,0 0,0-1,1 1,0-1,-1 1,1-1,1-1,-1 1,1 0,-1-1,1 0,6 4,0-1,0 0,1-1,0 0,0 0,0-2,0 1,0-2,1 0,11 1,-18-2,-1-1,0 0,1 0,-1 0,1-1,-1 0,0 0,1 0,-1-1,0 0,0 1,0-2,0 1,0-1,-1 0,1 0,-1 0,1 0,-1-1,0 0,-1 0,1 0,-1 0,1 0,-1-1,-1 1,1-1,-1 0,1-1,2-8,0 0,-2 0,1 0,-2 0,0 0,0-1,-2 1,0 0,0-1,-1 1,-1-1,0 1,-1 0,-1 0,0 0,-1 1,-1-1,0 1,0 0,-1 1,-1-1,-5-5,10 15,0-1,0 1,0 0,-1 0,1 0,-1 1,0-1,0 1,0 0,0 0,0 0,0 1,-1 0,1-1,0 1,-1 1,1-1,-1 1,1-1,-1 1,1 1,-1-1,1 1,-1-1,1 1,0 1,-1-1,1 1,0-1,-4 3,-8 5,1 1,-1 1,2 1,0 0,0 0,-11 14,-31 35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1:04.3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417 616,'-13'-2,"0"0,0 1,0 1,0 0,0 1,1 0,-1 1,0 1,1 0,-1 0,1 1,0 1,0 0,0 1,1 0,0 1,-9 7,3 0,1 1,1 0,1 1,0 1,1 0,0 1,2 0,0 1,1 0,1 1,1 0,1 0,0 1,2 0,0 0,0 13,3-29,1 1,0 0,0 0,1 0,-1 1,1-1,1 0,-1 0,1 0,0 0,1 0,-1-1,1 1,0 0,1-1,-1 1,1-1,0 0,0 1,1-2,0 1,0 0,0-1,0 1,1-1,-1-1,1 1,0 0,0-1,1 0,-1 0,0-1,1 0,0 0,0 0,5 1,6-4,0 0,0-1,0 0,0-2,0 0,0-1,-1 0,0-1,0-1,-1-1,0 0,0-1,-1-1,5-4,14-8,-1-1,-1-1,-1-2,-1-2,-1 0,-2-2,-1 0,-2-2,0-1,-3-1,0 0,-3-2,0 0,-3-1,-1 0,-2-1,-1-1,3-26,-12 51,0-1,-1 1,-1 0,0 0,0-1,-2 1,-2-8,4 18,0 0,0 0,-1 0,1 0,-1 0,0 0,0 0,-1 1,1-1,-1 1,1 0,-1 0,0 0,-1 0,1 0,0 1,-1-1,1 1,-1 0,0 0,0 0,0 1,0-1,0 1,0 0,0 0,-2 0,-2 1,1 0,0 0,0 1,0 0,-1 1,1-1,0 1,1 1,-1-1,0 1,1 1,-1-1,1 1,0 0,0 0,1 1,-1-1,-1 3,-7 7,0 1,0 1,1 0,1 1,-8 16,-3 8,3 0,1 1,2 2,2-1,2 2,2 0,2 0,2 1,1 9,7-17,1 1,2-1,1 0,2 0,2-1,1 0,2-1,1 0,2 0,19 32,38 116,-60-139</inkml:trace>
  <inkml:trace contextRef="#ctx0" brushRef="#br0" timeOffset="331.222">911 1431,'6'-50,"3"1,2 0,2 0,2 1,2 1,12-20,1 21,-29 46,-1-1,1 1,-1 0,0 0,1 0,-1-1,1 1,-1 0,1 0,-1 0,1 0,-1 0,1 0,-1 0,0 0,1 0,-1 0,1 0,-1 0,1 0,-1 1,1-1,-1 0,1 0,-1 0,0 1,1-1,-1 0,1 0,-1 1,0-1,1 0,-1 1,0-1,0 1,1-1,-1 0,0 1,0-1,1 1,-1-1,0 0,0 1,0-1,0 1,0-1,0 1,0-1,0 1,0-1,0 1,0-1,0 1,0-1,0 1,0-1,0 0,0 1,-1 0,3 27,0 0,-3 0,0 0,-2 0,-1 0,-1 3,3-17,-62 410,60-382</inkml:trace>
  <inkml:trace contextRef="#ctx0" brushRef="#br0" timeOffset="865.3">885 174,'20'5,"19"3,13 3,10 0,5-3,1-2,-5-2,-10-2,-13-4,-12-3,-11-1</inkml:trace>
  <inkml:trace contextRef="#ctx0" brushRef="#br0" timeOffset="1049.86">1245 0,'-11'16,"-6"17,-3 18,0 14,4 15,1 9,5 8,0 3,3-15</inkml:trace>
  <inkml:trace contextRef="#ctx0" brushRef="#br0" timeOffset="1679.037">1994 749,'-7'-5,"0"0,0 0,-1 1,0 0,0 0,0 1,0 0,-1 0,1 1,-1 0,1 1,-1 0,0 0,1 0,-1 2,0-1,0 1,1 0,-1 1,1-1,-1 2,1-1,0 2,0-1,0 1,-3 1,-1 9,0 1,1 0,0 1,2 0,0 0,0 1,2 0,0 1,1-1,1 1,0 0,-1 15,6-31,-13 50,3 1,2 1,2-1,3 6,10 4,-6-61,-1-1,1 1,-1-1,1 1,0-1,-1 1,1-1,0 0,0 1,0-1,0 0,0 0,0 0,0 1,1-1,-1-1,0 1,1 0,-1 0,1 0,-1-1,1 1,-1 0,1-1,-1 0,1 1,-1-1,1 0,-1 0,1 0,0 0,-1 0,1 0,-1 0,1-1,0 1,10-4,0-1,-1-1,0 1,0-2,0 1,-1-2,0 1,-1-1,0-1,4-4,-7 7,28-26,-1-3,-3-1,0-1,-3-1,-1-1,-2-2,-1 0,-3-2,-1 0,-2-1,-2-1,-2-1,-2 0,-3 0,0-10,-8-88,-1 136,0 0,-1 0,0 1,0-1,-1 1,0-1,0 1,-1 0,0 0,0 0,-1 1,0-1,0 1,0 0,-1 0,-3-2,5 5,0 0,0 1,0 0,0 0,0 0,0 0,-1 1,1-1,0 1,-1 0,1 0,-1 1,1 0,-1-1,0 2,1-1,-1 0,1 1,-1 0,1 0,-1 0,1 1,0-1,0 1,-1 0,1 0,1 0,-1 1,0 0,-2 1,-5 5,0 1,1 0,0 1,0 0,1 0,1 1,0 0,0 0,0 3,-8 22,0 1,3 0,1 1,2 1,2-1,1 2,2-1,2 0,2 1,2 16,-1-32,1-1,2 1,0 0,2-1,0 0,2 0,0 0,2-1,1 0,0-1,2 0,1 0,0-2,2 1,0-2,1 0,1-1,15 12,-27-25,1 0,1-1,-1 0,1 0,0 0,-1-1,2 0,-1-1,0 1,0-1,1-1,-1 0,1 0,-1 0,1-1,0 0,-1 0,1-1,0 0,-1 0,0-1,1 0,4-2,11-9</inkml:trace>
  <inkml:trace contextRef="#ctx0" brushRef="#br0" timeOffset="1944.563">2181 1243,'-4'7,"-1"-1,1 1,0 0,1 0,0 0,0 1,1-1,0 1,0 0,0 0,1-1,1 1,-1 0,1 0,0 0,1 0,0 0,0 0,1 0,0-1,0 1,1-1,0 1,0-1,1 0,0 0,0-1,1 1,-1-1,1 0,1 0,-1 0,1-1,0 1,1-1,-2-1,1-1,-1 1,1-1,0-1,0 1,0-1,0 0,1 0,-1-1,0 1,1-1,-1-1,1 0,-1 1,1-2,-1 1,1-1,-1 0,1 0,-1-1,0 0,0 0,0-1,0 1,0-1,0 0,-1-1,0 0,1 1,-1-2,0 1,-1-1,1 1,3-6,-4 4,0 0,0 0,-1-1,0 1,0-1,0 0,-1 0,0 0,0 0,-1 0,0-1,0 1,-1 0,0-1,0 1,0 0,-1-1,0 1,-1 0,0 0,0 0,0 0,-1 0,0 0,0 1,-1-1,0 1,0 0,0 0,-1 0,0 1,0 0,0 0,-1 0,0 0,0 1,0 0,0 0,0 1,-4-2,4 3,-1 0,1 0,-1 0,1 1,-1 0,1 0,-1 0,0 1,0 0,1 0,-1 1,0 0,1 0,-1 1,1 0,-1 0,1 0,0 1,0 0,0 0,0 0,0 1,1 0,0 0,0 0,0 1,0 0,0 0,1 0,0 1,0-1,1 1,-2 2,-5 18</inkml:trace>
  <inkml:trace contextRef="#ctx0" brushRef="#br0" timeOffset="2190.23">2342 348,'16'0,"21"2,18 3,15 4,10-1,3 1,-7-1,-11-2,-14-2,-17-1</inkml:trace>
  <inkml:trace contextRef="#ctx0" brushRef="#br0" timeOffset="2393.073">2730 148,'-5'25,"-1"21,-2 20,-2 14,-2 12,-2 5,-5 4,-1-6,4-18</inkml:trace>
  <inkml:trace contextRef="#ctx0" brushRef="#br0" timeOffset="2653.898">2956 1003,'21'-3,"18"0,13 1,12-1,4 4,-2 3,-9 4,-13 2,-15 0</inkml:trace>
  <inkml:trace contextRef="#ctx0" brushRef="#br0" timeOffset="2932.295">2970 1190,'16'9,"19"5,17 1,18-1,13-1,8-3,2-1,-14-3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6:10.3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309 188,'-11'55,"-3"0,-1-1,-3 0,-16 28,11-23,-35 98,77-197,141-456,-157 485,4-11,0 1,2 0,0 1,2 0,7-11,-18 30,0 0,1 0,-1-1,1 1,0 0,-1 0,1 0,0 0,-1 0,1 0,0 0,0 0,0 0,0 1,0-1,0 0,0 1,0-1,0 0,0 1,1-1,-1 1,0 0,0-1,0 1,1 0,-1 0,0 0,0 0,1 0,-1 0,0 0,0 0,1 0,-1 0,0 1,0-1,0 1,0-1,1 1,-1-1,0 1,0 0,0-1,0 1,0 0,0 0,0 0,-1 0,1 0,0 0,7 14,0 0,-2 0,1 1,-2-1,0 1,-1 1,1 15,1-5,6 20,-3 2,-2-1,-2 1,-2 0,-2 0,-2 0,-3 0,-2 0,-1-1,-8 20,6-40</inkml:trace>
  <inkml:trace contextRef="#ctx0" brushRef="#br0" timeOffset="244.379">1 495,'20'3,"23"0,23-2,19-7,13-3,2-3,-6 0,-20 3</inkml:trace>
  <inkml:trace contextRef="#ctx0" brushRef="#br0" timeOffset="3075.273">790 375,'2'32,"1"1,2-1,2-1,0 1,2-1,9 20,-14-40,-2-3,1-1,-1 0,1 0,0 0,1 0,0-1,0 1,0-1,1 0,5 5,-9-11,0 1,1-1,-1 0,0 0,1 0,-1 0,0 0,1-1,-1 1,0 0,1-1,-1 1,0 0,1-1,-1 0,0 1,0-1,0 0,0 0,0 1,0-1,0 0,0 0,0 0,0 0,0 0,0 0,-1-1,1 1,0 0,-1 0,1-1,-1 1,1 0,-1 0,0-1,0 1,1 0,-1-1,9-23,-1-1,-1 0,-1 0,2-24,21-76,-29 124,0-1,1 0,0 1,-1-1,1 0,0 1,0-1,1 1,-1-1,0 1,1 0,0 0,-1-1,1 1,0 0,0 1,0-1,0 0,1 0,-1 1,0 0,1-1,-1 1,1 0,-1 0,1 0,0 0,-1 1,1-1,0 1,2-1,12 7</inkml:trace>
  <inkml:trace contextRef="#ctx0" brushRef="#br0" timeOffset="3427.252">1191 709,'33'-23,"-2"-2,-1-1,-1-1,-1-2,-1-1,0-4,8-32,-34 65,0-1,-1 1,1 0,-1-1,1 1,-1-1,1 1,-1-1,0 0,0 1,0-1,0 1,0-1,0 1,0-1,0 1,-1-1,1 1,-1-1,1 1,-1-1,1 1,-1-1,0 1,0 0,0 0,0-1,0 1,0 0,0 0,0 0,0 0,0 0,-1 0,1 0,0 0,-1 1,1-1,-1 0,1 1,-1-1,1 1,-1 0,0-1,-4 2,0 1,0-1,0 1,0 0,0 0,0 1,0 0,1 0,0 0,-1 0,1 1,0 0,1 0,-1 1,1-1,0 1,0 0,0 0,1 0,-1 1,1-1,1 1,-1 0,0 0,-2 4,0 0,1 0,0 0,1 0,0 1,0-1,1 1,1 0,0 0,0 0,1 0,0-1,1 1,0 0,1 0,2 7,-2-15,-1 0,1 0,0 1,1-1,-1-1,0 1,1 0,0 0,0-1,0 0,0 1,0-1,0 0,0-1,1 1,-1 0,0-1,1 0,0 0,-1 0,1 0,0-1,-1 1,1-1,0 0,0 0,-1 0,5-1,100-29,-66 10</inkml:trace>
  <inkml:trace contextRef="#ctx0" brushRef="#br0" timeOffset="4071.957">1685 402,'-6'9,"0"0,0 0,1 1,1-1,-1 1,2 0,-1 1,1-1,1 0,0 1,0 0,1-1,0 1,1 0,1 0,-1-1,2 1,-1 0,2-1,1 7,-4-15,1 1,0 0,0 0,0-1,0 1,0 0,1-1,-1 1,1-1,0 1,-1-1,1 0,0 0,0 0,1 0,-1 0,0-1,1 1,-1 0,1-1,-1 0,1 0,0 1,-1-2,1 1,0 0,0 0,0-1,-1 0,1 0,0 1,0-2,0 1,0 0,0 0,0-1,-1 0,1 1,0-1,0 0,-1-1,1 1,0 0,6-7,0-1,0 1,-1-2,0 1,-1-1,0 0,0 0,-1-1,0 0,-1 0,-1 0,1-1,-2 0,0 1,0-1,-1-1,0 1,-1 0,-1 0,0-2,-4 48,-1 68,6-99,0 1,-1-1,1 0,0 0,0 0,1 0,-1 0,1-1,-1 1,1 0,0-1,0 1,0-1,0 1,1-1,-1 0,1 0,-1 0,1 0,0-1,0 1,-1-1,1 0,0 1,0-1,1-1,-1 1,0 0,0-1,0 1,2-1,3-1,0 1,0-2,0 1,0-1,0 0,-1-1,1 0,-1 0,0 0,0-1,0 0,0-1,-1 0,1 0,-1 0,-1 0,1-1,-1 0,0 0,0-1,0 0,-1 1,0-1,-1-1,0 1,0 0,0-1,-1 0,0 1,0-1,-1 0,0-3,-1-53,0 65,0-1,0 0,0 0,0 1,0-1,0 0,0 0,-1 0,1 1,0-1,0 0,0 0,0 0,0 1,0-1,0 0,-1 0,1 0,0 1,0-1,0 0,0 0,-1 0,1 0,0 0,0 0,0 0,-1 1,1-1,0 0,0 0,-1 0,1 0,0 0,0 0,-1 0,1 0,0 0,0 0,0 0,-1 0,1 0,0 0,0 0,-1-1,1 1,0 0,0 0,0 0,-1 0,-3 25,3-13,-1 7,0 0,2 0,0-1,1 1,1 0,0 0,4 10,-4-26,-1 1,1-1,0 0,0 1,0-1,1 0,-1 0,1-1,-1 1,1 0,0-1,0 1,0-1,1 0,-1 0,0 0,1-1,-1 1,1-1,0 0,-1 0,4 0,83 6,-54-10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9:49.4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133 146,'-2'20,"-1"17,0 12,1 10,1 6,-1 4,0-2,-4 0,-2-4,0-7,-1-9,1-9,2-11</inkml:trace>
  <inkml:trace contextRef="#ctx0" brushRef="#br0" timeOffset="331.224">0 26,'0'-1,"0"-1,0 1,1 0,-1 0,0 0,0 0,1 0,-1 0,1 0,-1 0,1 0,-1 0,1 0,0 0,0 0,-1 1,1-1,0 0,0 0,0 1,0-1,0 0,0 1,0-1,0 1,0 0,0-1,0 1,0 0,0-1,0 1,0 0,0 0,0 0,0 0,1 0,-1 0,0 0,0 0,0 1,0-1,24 0,0 1,0 1,0 2,-1 0,0 2,1 0,-2 2,7 3,-18-7,-1 1,1 0,-1 1,-1 1,1-1,-1 1,-1 1,1 0,-1 1,-6-6,0 0,0 0,-1 1,1-1,-1 1,0-1,0 1,0 0,0 0,-1 0,0 0,0 0,0 0,0 0,-1 0,1 0,-1 1,0-1,0 0,-1 0,1 0,-1 1,0-1,0 0,0 0,-1 0,1 0,-1 0,-10 13,0 0,-1 0,0-1,-2-1,0 0,0-1,-2-1,0 0,0-1,-1-1,-15 7,-8 8,-25 23,51-35</inkml:trace>
  <inkml:trace contextRef="#ctx0" brushRef="#br0" timeOffset="608.482">601 13,'3'18,"0"17,-1 17,-2 13,-3 11,-6 7,-4 0,0-3,3-5,2-9,4-11,1-11,5-12,3-12,1-9</inkml:trace>
  <inkml:trace contextRef="#ctx0" brushRef="#br0" timeOffset="863.81">320 494,'12'-3,"19"0,23 3,20 0,16 6,6 4,-13 0</inkml:trace>
  <inkml:trace contextRef="#ctx0" brushRef="#br0" timeOffset="1200.291">895 854,'28'-131,"-14"71,-2 0,3-58,-15 118,0 1,0-1,1 0,-1 0,0 1,1-1,-1 0,0 0,1 0,-1 1,0-1,1 0,-1 0,1 0,-1 0,0 0,1 0,-1 0,0 0,1 0,-1 0,1 0,-1 0,0 0,1 0,-1 0,1 0,-1 0,0 0,1 0,-1-1,0 1,1 0,-1 0,0 0,1-1,-1 1,0 0,0 0,1-1,-1 1,0 0,0-1,1 1,-1 0,0-1,0 1,0 0,0-1,1 1,-1-1,0 1,0 0,0-1,8 10,178 104,-184-110,0 0,0 0,0 0,-1 1,0-1,0 0,0 1,0-1,0 1,0-1,-1 1,0-1,0 1,0-1,0 1,0 0,-1-1,0 1,1-1,-1 0,-1 1,1-1,0 0,-1 1,0-1,1 0,-1 0,0 0,-1-1,1 1,-3 2,-9 20,12-23,0 0,1 0,-1 0,1 0,0 1,0-1,0 0,0 0,0 1,0-1,0 1,1-1,-1 1,1-1,0 1,-1-1,1 1,1-1,-1 1,0-1,0 1,1-1,0 1,-1-1,1 1,0-1,0 0,0 0,1 1,-1-1,0 0,1 0,0 0,-1 0,1 0,0-1,0 1,0-1,0 1,0-1,0 1,2 0,15 2,-1 0,1-1,0-1,0 0,0-2,0 0,0-1,0-1,17-4,33-7,-7-1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9:52.8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80 720,'-7'0,"5"-1,0 0,0 0,0 1,0-1,-1 1,1-1,0 1,0 0,-1 0,1 0,0 0,0 1,0-1,-1 0,1 1,0 0,0-1,0 1,0 0,0 0,0 0,0 0,0 1,0-1,0 0,1 1,-1-1,0 1,1 0,0 0,-1-1,1 1,0 0,0 0,0 0,0 0,0 0,0 1,1-1,-1 0,1 0,0 0,-1 1,1-1,5 13,0 0,1 0,0-1,1 0,1 0,7 11,1 1,-6-9,-3-8,-2-1,1 1,-1 0,0 0,-1 0,0 1,0 0,-1-1,0 1,-1 1,0-1,-1 0,0 0,-1 1,0-1,0 6,0-16,0 1,0 0,0 0,0 0,0 0,0-1,-1 1,1 0,0 0,0 0,0 0,-1-1,1 1,-1 0,1 0,0-1,-1 1,1 0,-1-1,0 1,1 0,-1-1,1 1,-1-1,0 1,0-1,1 0,-1 1,0-1,0 1,1-1,-1 0,0 0,0 0,0 1,1-1,-1 0,0 0,0 0,0 0,0 0,0 0,1-1,-1 1,0 0,0 0,0 0,1-1,-1 1,0-1,0 1,1 0,-1-1,0 1,1-1,-1 0,0 1,1-1,-1 1,1-1,-1 0,1 0,-1 1,1-1,0 0,-1 0,-1-11,0 1,1 0,0-1,1 1,1-1,-1 1,2-1,0 1,0 0,1 0,0 0,1 0,0 0,1 1,5-10,-9 17,200-425,-197 420,46-106,-5-2,-3-5,-35 88,-11 26,-5 22,-7 25,2 0,2 1,1 0,3 1,1 0,2 0,0 34,3 12,3 0,5 0,3-1,4 0,24 82,-31-141</inkml:trace>
  <inkml:trace contextRef="#ctx0" brushRef="#br0" timeOffset="294.247">160 466,'23'9,"25"8,26 5,20 5,14 4,-10-4</inkml:trace>
  <inkml:trace contextRef="#ctx0" brushRef="#br0" timeOffset="1162.984">909 760,'0'0,"-21"2,0 0,0 1,1 1,-1 1,1 1,0 1,0 0,1 2,0 0,1 1,-9 7,24-15,0 1,1-1,0 1,0-1,-1 1,1 0,1 0,-1 0,0 0,1 0,0 0,-1 0,1 0,0 1,1-1,-1 0,1 1,-1-1,1 1,0-1,0 0,1 1,-1-1,1 1,-1-1,1 0,0 0,0 1,1-1,-1 0,1 0,-1 0,1 0,0 0,0-1,1 1,-1 0,0-1,1 0,-1 0,1 1,0-1,1 0,4 4,1 0,-1-1,1-1,0 1,1-1,-1-1,1 0,-1 0,1-1,0 0,0 0,0-1,0-1,0 0,0 0,0-1,0 0,0-1,0 0,0 0,-1-1,1 0,-1-1,0 0,0-1,0 0,0 0,-1-1,0 0,0 0,-1-1,0 0,0 0,0-1,-1 0,0-1,-3 5,0 0,-1-1,0 0,0 1,0-1,-1 0,1 0,-1 0,0 0,-1 0,1-1,-1 1,0-4,-1 8,1 1,-1 0,1-1,0 1,-1 0,1 0,-1-1,1 1,-1 0,1 0,-1 0,1 0,0 0,-1 0,1-1,-1 1,1 0,-1 0,1 1,-1-1,1 0,-1 0,1 0,-1 0,1 0,-1 0,1 1,-1-1,1 0,0 0,-1 1,1-1,-1 0,1 1,0-1,-1 0,1 1,0-1,0 0,-1 1,1-1,0 1,0-1,-1 1,1-1,0 1,0-1,-5 8,1-1,0 0,1 1,-1 0,1 0,1 0,0 0,0 0,0 0,1 1,0-1,1 1,0-1,0 1,1-1,0 0,2 8,-2-13,1 0,-1 0,1 0,-1 0,1 0,0 0,0 0,0-1,1 1,-1-1,1 1,-1-1,1 0,0 0,0 0,-1-1,1 1,1-1,-1 1,0-1,0 0,0 0,1-1,-1 1,0-1,1 1,-1-1,3 0,1 0,0-1,0 0,0 0,0 0,0-1,0 0,0 0,-1 0,1-1,-1 0,0-1,0 1,4-3,4-9,-1 0,0-1,-1 0,0-1,-2-1,0 1,-1-2,0 1,-2-1,0 0,-1-1,-1 0,-1 0,-1 0,-1 0,28-178,3-165,-30 318,-4 28,-6 28,-8 40,2 0,3 0,-2 26,8-47,-10 59,4 0,4 1,4 0,5 29,-2-108,17 72,-17-82,1 0,-1 0,1 0,-1 0,1 0,-1 0,1-1,-1 1,1-1,0 1,-1-1,1 0,0 1,-1-1,1 0,0 0,0 0,-1 0,1-1,0 1,-1 0,1-1,0 1,-1-1,1 0,-1 1,1-1,-1 0,1 0,-1 0,1 0,-1 0,0 0,0 0,1-1,-1 1,0 0,0-1,0 1,-1-1,1 1,0-1,0-1,6-3,1-4,1 1,0 0,1 1,0 0,0 0,1 1,0 1,0 0,1 0,-1 1,1 1,0 0,1 0,8 0,-17 4,-1 0,1 0,-1 0,0 1,1 0,-1-1,1 1,-1 1,0-1,0 0,0 1,0 0,0-1,0 1,0 0,0 1,-1-1,1 0,-1 1,0 0,1-1,-1 1,-1 0,1 0,0 0,-1 0,1 0,-1 1,0-1,0 0,0 1,-1-1,1 1,1 5,-1 0,0 0,-1 1,1-1,-2 0,1 0,-1 0,-1 0,0 0,0 0,-1 0,-1 2,2-6,0 0,0 0,-1 0,1 0,-1 0,-1-1,1 0,-1 1,1-1,-1 0,0-1,-1 1,1-1,-1 0,1 0,-1 0,0 0,0-1,0 0,-1 0,1 0,0-1,-1 0,1 0,-1 0,1-1,2-1,0-1,1 0,-1 0,1 0,0 0,0 0,0 0,0 0,0-1,0 1,0-1,1 0,0 1,-1-1,1 0,0 0,0 0,0 0,1 0,-1 0,1 0,0 0,-1 0,2 0,-1 0,0 0,0 0,1 0,0 0,-1 0,1 0,0 0,1 0,-1 1,1-2,5-13,0 0,1 1,1 0,1 0,0 1,1 0,0 1,2 0,-1 1,2 1,-1 0,2 0,5-2,-18 12,0 0,-1 1,1-1,0 1,0-1,0 1,0 0,0-1,0 1,1 0,-1 1,0-1,1 0,-1 1,0-1,1 1,-1 0,1-1,-1 1,0 0,1 1,-1-1,1 0,-1 1,0-1,1 1,-1 0,0 0,0 0,1 0,-1 0,0 0,0 1,0-1,-1 1,2 0,0 7,0 0,-1 0,0 0,-1 0,0 1,0-1,-1 1,0-1,-1 0,0 1,0 9,-3 123,13-118,0-19</inkml:trace>
  <inkml:trace contextRef="#ctx0" brushRef="#br0" timeOffset="1382.876">1711 426,'-13'-5,"-8"-1,1 5,8 6,12 9,14 5,4-1</inkml:trace>
  <inkml:trace contextRef="#ctx0" brushRef="#br0" timeOffset="1698.066">1952 827,'48'-43,"-2"-2,-2-1,-1-3,-3-1,9-20,-28 38,-2 0,-2-1,-1-1,-1-1,-2 0,-2-1,-1 0,-2-1,3-27,-15-30,3 91,0 0,0 0,0 1,0-1,0 0,0 1,-1-1,1 0,-1 1,0 0,0-1,0 1,0 0,0 0,0 0,-1 0,1 1,0-1,-1 0,0 1,1 0,-1 0,0 0,0 0,0 0,1 0,-1 1,0-1,-2 1,-6 2,0 0,0 1,0 1,1 0,-1 0,1 1,0 0,0 1,1 0,0 1,0 0,0 0,1 1,0 0,0 0,1 1,0 0,1 0,0 1,0-1,0 3,-7 11,0 0,1 1,1 1,2-1,0 2,2-1,1 1,0 0,2 1,2-1,0 1,1-1,2 1,1 0,1-1,1 0,1 1,1-2,2 1,1-1,0 0,2-1,1 0,1 0,1-2,0 1,2-2,1 0,1-1,0-1,1-1,3 1,-3-5,1-1,0-1,0-1,2-1,-1-1,1-1,0 0,1-2,0-1,18 2,10-2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9:52.2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100 1,'-5'103,"-4"0,-14 57,20-144,-53 274,52-269,24-40,-12 5,1 1,0 0,1 1,0 0,1 0,1 1,-1 1,2 0,0 0,0 1,0 1,1 0,12-4,-23 11,1 0,-1 0,0 0,0 1,1-1,-1 1,0 0,1 0,-1 0,0 1,1-1,-1 1,0 0,0 0,1 0,-1 0,0 0,0 1,0-1,-1 1,1 0,0 0,0 0,-1 0,0 1,1-1,-1 0,0 1,0 0,0 0,0-1,0 3,4 7,0 1,0 0,-1 0,-1 0,-1 0,0 1,0 3,-1-14,-1 0,0-1,0 1,0 0,-1 0,1 0,-1 0,0 0,1 0,-1 0,-1 0,1 0,0 0,-1 0,1 0,-1 0,0-1,0 1,0 0,0 0,-1-1,1 1,-1-1,0 1,1-1,-1 0,0 1,0-1,-1 0,1 0,0 0,-1-1,1 1,-1-1,1 1,-1-1,-2 1,0-2,1-1,-1 1,1-1,0-1,-1 1,1 0,0-1,0 0,0 0,0 0,0 0,1-1,-1 0,1 1,-1-1,1 0,0-1,0 1,0-1,1 1,-1-1,1 0,0 0,0 0,0 0,1 0,-1 0,1-1,0 1,0 0,1-1,-1 1,1-1,0 1,0-1,0 1,1 0,0-1,0 1,0 0,0-1,2-3,4-2,1 0,-1 1,2 0,-1 0,1 1,1 0,-1 0,1 1,1 1,-1-1,1 2,0 0,0 0,1 1,0 0,-1 1,1 0,0 1,1 0,0 1,-9-1,0 1,0 0,0 0,0 0,0 0,0 1,0-1,1 1,-1 0,0 1,0-1,0 1,0-1,1 1,-1 1,0-1,0 0,-1 1,1 0,0 0,0 0,-1 0,0 1,1 0,-1-1,0 1,0 0,0 0,-1 1,1-1,-1 0,0 1,0 0,0 0,1 2,12 171,-15-175,0-1,0 1,0-1,1 1,-1-1,0 1,1-1,-1 0,1 1,0-1,-1 0,1 1,0-1,0 0,0 0,0 0,0 0,0 0,0 0,0 0,1 0,-1 0,0 0,0-1,1 1,-1-1,1 1,-1-1,0 1,1-1,0 1,11-4</inkml:trace>
  <inkml:trace contextRef="#ctx0" brushRef="#br0" timeOffset="287.748">568 201,'11'16,"4"5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9:58.8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1099 682,'-6'-3,"0"1,0 0,0 0,0 1,0 0,0 0,0 0,-1 1,1 0,0 0,0 1,0-1,-1 1,1 1,0-1,0 1,0 0,1 1,-1-1,0 1,1 0,0 0,0 1,0 0,-2 1,-10 10,-1 0,2 1,0 1,2 1,-1 0,-1 6,-3 2,1 1,2 1,1 0,1 1,1 1,2 0,1 0,1 1,1 6,7-35,0 1,0-1,0 1,1-1,-1 1,1 0,0-1,0 1,0-1,0 1,0 0,0-1,1 1,-1-1,1 1,0-1,0 1,0-1,0 0,0 1,0-1,1 0,-1 0,1 0,0 0,-1 0,1 0,0 0,0 0,0-1,0 1,1-1,1 1,3-2,0 0,1 0,-1-1,0 0,0-1,0 0,0 0,0 0,0-1,-1 0,1 0,-1-1,1 0,-1 0,-1 0,3-3,-2 3,28-19,-1-2,-2-2,0 0,-2-2,-1-1,-2-2,-1 0,-1-2,-2 0,-1-2,-2 0,11-31,-21 43,-2 0,0-1,-1 0,-2 0,1-14,-4 30,0 0,-1 0,0-1,0 1,-1 0,-1 0,0 0,0 0,0 1,-1-1,0 0,-1 1,0 0,0 0,-1 0,0 0,-1 1,2 2,0 1,0 1,0-1,-1 1,1-1,-1 1,0 1,0-1,0 1,-1-1,1 1,0 1,-1-1,1 1,-1 0,0 0,1 1,-1 0,0 0,1 0,-1 1,0-1,1 1,-1 1,1-1,-1 1,1 0,-3 1,-4 2,1 1,0 0,0 0,1 1,-1 0,1 1,1 0,0 1,0 0,0 0,2 1,-5 6,3 1,0 2,1-1,2 1,-1 0,2 1,1-1,0 1,2 0,0 0,1 0,1 0,1 0,1 0,0 0,2 0,0-1,1 1,1-1,1 0,1 0,0-1,1 0,8 10,203 365,-205-361</inkml:trace>
  <inkml:trace contextRef="#ctx0" brushRef="#br0" timeOffset="675.497">1432 508,'18'2,"18"1,16-2,13-4,9-1,3 0,-2 0,-10 2,-13 0,-15 1</inkml:trace>
  <inkml:trace contextRef="#ctx0" brushRef="#br0" timeOffset="983.689">1793 241,'-14'23,"-6"21,0 14,3 11,5 5,4 0,6-3,3-3,2-7,0-13</inkml:trace>
  <inkml:trace contextRef="#ctx0" brushRef="#br0" timeOffset="1244.988">2368 896,'20'-2,"21"-4,17 0,12-1,4 0,-3 1,-8 4,-15 5,-15 2</inkml:trace>
  <inkml:trace contextRef="#ctx0" brushRef="#br0" timeOffset="1435.579">2301 1150,'21'2,"20"1,19-3,15-3,11-3,7-6,1-2,-16 0</inkml:trace>
  <inkml:trace contextRef="#ctx0" brushRef="#br0" timeOffset="1709.812">3612 548,'-7'16,"-4"14,-1 14,2 10,5 8,6 5,6 1,6-1,-1-2,-1-7,-4-7,-2-11,-4-10,-5-10,-4-12,-1-9</inkml:trace>
  <inkml:trace contextRef="#ctx0" brushRef="#br0" timeOffset="2048.283">3492 468,'110'80,"-79"-61,0 1,-1 2,-1 0,-1 2,-1 1,-2 2,0 0,-2 1,-1 2,-1 0,-1 1,4 13,-20-33,0 0,0 1,-1 0,0 0,-1 0,-1 0,0 0,0 0,-2 1,1-1,-1 0,-1 0,0 0,-1 0,0 0,-1-1,0 1,-1-1,0 0,-1 0,0 0,-1-1,0 0,0-1,-1 1,0-1,-1-1,-10 8,8-7,0 0,-1-1,-1 0,1-1,-1 0,0-1,-1-1,1 0,-1-1,0 0,-1-1,1-1,0 0,-1-1,1 0,-10-2,-8-9,7-4</inkml:trace>
  <inkml:trace contextRef="#ctx0" brushRef="#br0" timeOffset="4132.209">4441 214,'9'25,"0"0,-1 1,-2 0,0 0,-2 0,-1 2,2 6,114 930,-107-887,-1-16,-3 0,-2 1,-3 0,-3-56,1 0,-1 0,0 1,-1-1,0 0,0 0,0 0,0 0,-1 0,0-1,-1 1,1 0,-1-1,0 1,0-1,-1 0,1 0,-1 0,0-1,-1 0,1 1,-1-1,0-1,0 1,-1 0,-10 1,-1 0,1-1,-1-1,0 0,0-1,-1-1,1-1,0-1,0 0,-1-1,1-1,1 0,-3-2,-26-2,-137-10,0 8,-71 10,151 0,-385 19,-120 36,470-42,-831 57,477-33,81-28,375-7,17 0,-1-2,1 0,0-1,-1-1,1-1,-10-2,13-2,1-1,1 0,-1 0,1-2,1 1,-1-2,1 1,1-2,0 0,-2-3,-3-4,2-1,0 0,1 0,1-2,1 1,0-2,2 1,1-1,0-1,2 1,1-1,0 0,2-1,0 1,2 0,1-21,-22-745,19 739,1 0,4-1,1 1,2-1,3 2,7-24,-12 63,1 0,0 0,0 0,1 0,0 1,0-1,1 1,1 1,-1-1,1 1,1 0,0 1,0-1,0 2,1-1,0 1,0 0,1 1,-1 0,1 1,2-1,234-66,-202 63,0 1,0 3,1 1,23 3,22-2,859-48,106-13,266 49,-868 24,-356-9,-88-6,-4-1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9:56.4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264 109,'-10'-2,"-1"1,1 0,0 0,0 1,-1 1,1-1,0 2,0-1,0 1,0 1,0 0,0 0,1 1,-1 0,1 1,0 0,1 1,-1-1,1 1,0 1,0 0,1 0,0 0,0 1,1 0,0 1,-2 3,6-9,1-1,-1 1,1 0,0 0,0-1,0 1,0 0,0 0,1 0,-1 0,1 0,0 0,0 0,0 0,0 0,1 0,-1 0,1 0,-1 0,1-1,0 1,0 0,1 0,-1 0,1-1,-1 1,1-1,0 1,-1-1,1 0,1 0,-1 0,0 0,0 0,1 0,-1-1,1 1,0 0,3 0,-1 0,1-1,-1 1,1-1,-1 0,1 0,0-1,-1 0,1 0,0 0,-1-1,1 0,0 0,-1 0,1-1,-1 0,0 0,1 0,-1 0,0-1,0 0,-1 0,2-1,4-3,-1 0,-1-1,1 0,-1 0,-1 0,1-1,-2 0,1-1,-1 1,0-1,0-3,-4 8,1 1,-1-1,0 1,-1-1,1 0,-1 0,0 0,0 0,0 0,-1 0,0 0,0 0,0 0,0 0,-1 0,0 0,0 0,0 0,-1 1,0-3,1 6,0 1,0 0,-1-1,1 1,0 0,0 0,0-1,0 1,0 0,0 0,0 0,0 0,0 0,0 1,0-1,-1 0,1 0,0 1,0-1,0 1,0-1,0 1,1-1,-1 1,0-1,0 1,0 0,0 0,1-1,-1 1,0 0,1 0,-1 0,0 0,1 0,-1 0,1 0,0 0,-1 0,1 0,0 0,-1 0,1 0,0 0,0 0,0 0,0 1,0-1,0 0,1 0,-1 0,0 0,-1 7,1-1,-1 1,2 0,-1-1,1 1,0-1,0 1,1-1,0 1,1-1,0 0,0 0,0 0,1 0,0-1,0 1,0-1,1 0,0 0,0-1,1 1,0-1,0 0,0-1,0 0,1 1,2 0,23 10</inkml:trace>
  <inkml:trace contextRef="#ctx0" brushRef="#br0" timeOffset="330.082">558 30,'2'17,"1"-1,1 1,0 0,2-1,0 0,0 0,2 0,0-1,0 0,6 6,-9-12,0 0,-1 0,1-1,1 1,-1-1,1 0,1 0,0-1,0 0,0 0,1 0,0-1,0 0,0-1,1 0,7 3,-14-7,0-1,0 0,0 0,0 1,0-1,0 0,0-1,0 1,0 0,0-1,0 1,0-1,0 1,0-1,-1 0,1 0,0 0,0 0,-1 0,1 0,0 0,-1-1,1 1,-1-1,0 1,1-1,-1 1,0-1,0 0,0 0,0 1,0-1,-1 0,1-2,17-71,-17 70,2-22,-2 13,1 1,0-1,0 1,1 0,1 0,0 0,1 0,0 0,1 1,2-2,-7 12,0 1,0-1,1 1,-1-1,0 1,1 0,-1-1,1 1,-1 0,1 0,0 0,-1 0,1 0,0 0,0 1,0-1,0 1,0-1,0 1,-1 0,1-1,0 1,0 0,0 0,0 1,0-1,0 0,0 1,1-1,14 8</inkml:trace>
  <inkml:trace contextRef="#ctx0" brushRef="#br0" timeOffset="1158.908">1106 283,'25'-17,"-2"0,0-2,-1-1,-1-1,-1 0,-1-2,-1 0,-1-1,1-4,-17 27,1 0,-1-1,0 1,0 0,0-1,0 1,0-1,0 1,-1-1,1 0,0 1,-1-1,1 1,-1-1,0 0,0 0,1 1,-1-1,0 0,0 0,-1 1,1-1,0 0,-1 1,1-1,0 0,-1 1,0-1,1 0,-1 1,0-1,0 1,0 0,0-1,0 1,0 0,-1-1,1 1,0 0,-1 0,1 0,-1 0,1 0,-1 0,1 1,-1-1,1 0,-1 1,0 0,1-1,-1 1,-1 0,-4-1,0 2,1-1,-1 1,0 0,0 0,1 1,-1 0,1 0,0 1,-1-1,1 1,0 1,1-1,-1 1,0 0,1 1,0-1,0 1,1 0,-1 0,1 0,-2 3,4-5,-1 1,0 0,1 0,0-1,0 1,0 1,1-1,-1 0,1 0,0 1,0-1,0 0,1 1,0-1,0 1,0-1,0 1,1-1,-1 0,1 1,0-1,0 0,1 1,0-1,-1 0,1 0,0 0,1-1,-1 1,1 0,0-1,0 1,0-1,1 0,6 4,0 0,1-1,-1-1,1 0,1 0,-1-1,1-1,-1 0,1 0,0-2,0 1,0-1,0-1,0 0,0-1,0 0,0-1,0 0,11-3,-14 1,0 1,1-1,-2-1,1 0,0 0,-1-1,0 0,0 0,-1-1,0 1,0-2,0 1,-1-1,0 0,-1-1,0 1,0-1,0 0,-1 0,-1 0,0-1,0 1,-1-1,10-26,-7 57,-4-2,-2-13,0 0,0 0,0 0,1 0,0 0,1 0,-1 0,1 0,0 0,1-1,-1 1,1 0,0-1,1 1,-1-1,1 0,0 1,1-1,-1-1,1 1,0 0,0-1,0 0,0 0,1 0,0-1,0 1,1 0,1-2,0 0,1-1,-1 0,0 0,0 0,1-1,-1 0,0 0,0-1,1 0,-1 0,0-1,0 0,0 0,0-1,-1 1,1-2,-1 1,1-1,-1 0,0 0,-1 0,1-1,-1 0,0 0,0-1,0 1,-1-1,0 0,0 0,0-1,-1 1,0-1,1-4,16-55,-23 76,1-5,1 0,-1 1,1-1,0 0,0 0,0 1,1-1,0 0,0 1,0-1,0 1,1-1,0 0,0 1,1-1,0 0,-1 0,2 0,-1 0,0-1,1 1,0 0,0-1,1 0,3 4,0-5,1 1,0-2,0 1,1-1,-1 0,0-1,1 0,-1 0,1-1,-1 0,1-1,-1 0,1 0,-1 0,0-1,1-1,-1 1,0-1,-1-1,1 1,0-1,-1-1,0 1,0-1,3-3,-5 3,1 0,-1 0,0 0,-1-1,1 0,-1 0,0 0,-1 0,1 0,-1-1,0 0,-1 0,0 0,0 0,0 0,-1 0,0 0,-1 0,1 0,-1-1,-1 1,0-7,1 14,0 0,0-1,1 1,-1 0,0-1,0 1,0 0,0-1,0 1,0 0,0-1,0 1,0 0,0-1,0 1,0 0,0-1,0 1,0-1,0 1,0 0,0-1,0 1,-1 0,1-1,0 1,0 0,0 0,-1-1,1 1,0 0,0 0,-1-1,1 1,0 0,-1 0,1 0,0-1,-1 1,1 0,0 0,-1 0,1 0,0 0,-1 0,1 0,0-1,-1 1,1 0,0 0,-1 0,1 1,-1-1,1 0,0 0,-1 0,1 0,0 0,-1 0,1 0,0 1,-1-1,1 0,0 0,0 0,-1 1,1-1,0 0,0 1,-1-1,-9 26,9-19,1 0,0 0,0 0,0 0,1 0,0 0,1 0,-1-1,1 1,1 0,-1-1,1 0,0 1,0-1,1 0,0-1,0 1,0-1,1 1,0-1,0-1,0 1,1-1,-1 0,1 0,0 0,0-1,0 0,6 2,16 6,0-1,1-1,0-1,1-2,0-1,26 1,17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9:55.4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84 152,'-1'20,"1"21,0 17,0 12,0 8,0 2,0-4,3-7,0-12,2-12,1-15</inkml:trace>
  <inkml:trace contextRef="#ctx0" brushRef="#br0" timeOffset="339.549">70 72,'-10'-70,"10"71,1-1,-1 0,0 1,0-1,0 0,1 0,-1 1,0-1,0 0,1 0,-1 1,0-1,1 0,-1 0,0 0,1 1,-1-1,0 0,0 0,1 0,-1 0,1 0,-1 0,0 0,1 0,-1 0,0 0,1 0,-1 0,0 0,1 0,-1 0,0 0,1 0,-1 0,0-1,1 1,-1 0,0 0,1 0,-1-1,0 1,0 0,1 0,-1-1,0 1,0 0,0 0,1-1,-1 1,0 0,0-1,0 1,0 0,1-1,-1 1,0 0,0-1,180 199,-167-184,29 32,-2 1,-2 2,-2 1,-2 2,-3 2,3 10,-30-57,0 0,-1 0,0 0,0 1,-1-1,0 1,0 0,0-1,-1 1,-1 0,1 0,-1 0,0 0,-1 0,0-1,0 1,-1 0,0-1,0 1,-1-1,0 1,0-1,-1 0,0 0,-1 1,-9 3,0-1,-1 0,-1-1,1-1,-1 0,0-1,-1-1,0-1,0 0,0-1,0-1,-1-1,1 0,-1-1,-10-1,-215 2,238-3,12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0:04.0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6270 26,'-2'16,"-1"17,0 14,0 10,2 7,2 6,1 3,3 0,1-3,-2-7,0-7,-2-11,-1-13</inkml:trace>
  <inkml:trace contextRef="#ctx0" brushRef="#br0" timeOffset="282.592">6203 106,'2'0,"1"5,2 5,3 9,0 8,0 3,4 4,5-2,1-2,2-5,2-6,3-5,0-8,2-6,-5-5</inkml:trace>
  <inkml:trace contextRef="#ctx0" brushRef="#br0" timeOffset="575.808">6644 106,'-16'9,"-10"8,-5 3,1 3,1-1,5-1,4 0,4-1,6-4,6-5</inkml:trace>
  <inkml:trace contextRef="#ctx0" brushRef="#br0" timeOffset="853.679">6631 0,'0'4,"-3"12,0 13,-2 16,0 13,1 12,0 6,2 5,3-1,2-2,1-3,2-8,-1-8,-2-14</inkml:trace>
  <inkml:trace contextRef="#ctx0" brushRef="#br0" timeOffset="1151.446">6083 642,'7'18,"9"15,10 9,11 4,10 3,8-2,4-4,1-6,-2-8,-5-10,-11-7</inkml:trace>
  <inkml:trace contextRef="#ctx0" brushRef="#br0" timeOffset="1152.446">7019 561,'2'-16,"1"-12,0-3,-1 1,-3 5,-5 10,-9 14,-9 18,-7 21,-7 19,-5 18,0 13,1 4,4 3,8-15</inkml:trace>
  <inkml:trace contextRef="#ctx0" brushRef="#br0" timeOffset="11804.474">3289 2406,'16'0,"16"0,17 0,14-2,6-1,5 0,-3 1,-8 2,-13 7,-14 6,-14 1</inkml:trace>
  <inkml:trace contextRef="#ctx0" brushRef="#br0" timeOffset="12093.795">3476 2660,'22'9,"22"5,19 1,15-3,9-3,5-6,-5-2,-17-3</inkml:trace>
  <inkml:trace contextRef="#ctx0" brushRef="#br0" timeOffset="203103.636">5267 2580,'0'0</inkml:trace>
  <inkml:trace contextRef="#ctx0" brushRef="#br0" timeOffset="12665.854">4518 2085,'0'4,"0"9,0 11,3 13,2 12,3 10,3 7,1 7,1 1,1-3,0-3,0-8,-3-11,-2-11,-2-13,-1-15,-2-9</inkml:trace>
  <inkml:trace contextRef="#ctx0" brushRef="#br0" timeOffset="13085.773">4518 2005,'0'0,"0"1,-1-1,1 0,0 1,-1-1,1 0,0 1,0-1,-1 1,1-1,0 0,0 1,0-1,0 1,-1-1,1 1,0-1,0 1,0-1,0 0,0 1,0-1,0 1,0-1,0 1,1-1,-1 1,0-1,0 1,0-1,0 0,1 1,-1-1,0 1,0-1,1 0,-1 1,0-1,1 0,-1 1,0-1,1 0,-1 1,1-1,-1 0,0 0,1 0,-1 1,15 16,1 0,0-1,1 0,0-2,2 0,8 4,-2 1,20 14,7 3,-1 2,-2 2,-1 2,-3 2,-2 3,10 15,-44-49,0 0,-2 0,1 1,-2-1,0 2,-1-1,0 1,1 10,-4-20,-1 1,-1 0,1 0,-1 0,0 0,0 0,-1-1,0 1,0 0,0 0,0 0,-1-1,0 1,-1-1,1 0,-1 1,0-1,0 0,0 0,-1-1,0 1,0-1,-3 3,-10 3,0 0,-1-2,0 0,0-1,-1 0,0-2,0 0,0-1,-1-1,1-1,-1-1,1-1,-5 0,21 0,-291 2,261 4,41-1,61 4,-25-6</inkml:trace>
  <inkml:trace contextRef="#ctx0" brushRef="#br0" timeOffset="13909.717">5147 2673,'22'-24,"107"-127,-129 150,1 1,-1-1,0 1,0-1,0 1,1-1,-1 1,0-1,1 1,-1-1,0 1,1 0,-1-1,0 1,1 0,-1-1,1 1,-1 0,1-1,-1 1,1 0,-1 0,1 0,-1-1,1 1,-1 0,1 0,-1 0,1 0,-1 0,1 0,-1 0,1 0,-1 0,1 0,-1 0,1 1,-1-1,1 0,-1 0,1 0,-1 1,1-1,-1 0,1 1,-1-1,1 0,-1 1,0-1,1 0,-1 1,0-1,1 1,5 30,-5-28,48 345,-43-307,-2 0,-2 1,-1 0,-3 5,2-45,0-1,0 1,0 0,-1 0,1-1,-1 1,1 0,-1-1,0 1,0-1,1 1,-1-1,0 1,0-1,-1 1,1-1,0 0,0 0,-1 0,1 0,0 0,-1 0,1 0,-1 0,1 0,-1-1,0 1,1 0,-1-1,0 0,0 1,1-1,-1 0,0 0,1 0,-1 0,0 0,0 0,1 0,-1-1,0 1,1-1,-1 1,0-1,1 0,-1 0,1 1,-2-2,-97-25,91 22,25 3,437-11,-377 26,-72-10,-4-1</inkml:trace>
  <inkml:trace contextRef="#ctx0" brushRef="#br0" timeOffset="14396.51">6070 2031,'0'5,"0"8,2 11,1 15,2 15,0 11,2 9,2 5,1 1,2-3,0-6,2-10,-3-12,-3-12,-2-17,-3-12</inkml:trace>
  <inkml:trace contextRef="#ctx0" brushRef="#br0" timeOffset="14883.479">5855 1872,'15'28,"0"0,2 0,1-2,1 0,1-1,1-1,1-1,1-1,24 17,39 30,3-4,17 5,21 15,-111-75,-1-1,0 2,-1 0,0 1,-1 0,0 1,-1 0,0 1,-1 1,-1 0,0 0,-1 1,3 8,-11-19,0-1,0 2,0-1,0 0,-1 0,0 0,0 0,0 0,-1 0,1 0,-1 0,-1 0,1 0,-1 0,1 0,-2 0,1-1,0 1,-1-1,0 0,0 1,0-1,0-1,-1 1,1 0,-1-1,-1 1,-7 6,-1-1,-1 0,1-1,-2-1,1 0,-1-1,0 0,-2 0,-29 5,1-1,-1-3,0-1,0-3,-1-2,1-1,-31-6,169-4,-54 4</inkml:trace>
  <inkml:trace contextRef="#ctx0" brushRef="#br0" timeOffset="15289.922">6817 2767,'-1'8,"-1"-1,0 0,1 0,-1 1,1-1,1 0,0 0,0 1,0-1,1 0,0 1,0-1,0 0,1 0,1 0,-1 0,1-1,0 1,0 0,1-1,0 0,0 0,3 3,-1-4,1-1,-1 0,1 0,-1 0,1 0,1-1,-1-1,0 1,1-1,-1 0,1-1,0 1,-1-2,1 1,0-1,0 0,7-2,-10 2,0-1,1 0,-1 0,0 0,0-1,0 0,0 0,-1 0,1 0,0-1,-1 0,0 0,1 0,-1-1,-1 1,1-1,0 0,-1 0,0 0,0-1,0 1,0-1,-1 1,0-1,0 0,1-4,-1 4,-1-1,0 1,-1 0,0-1,1 1,-2 0,1-1,-1 1,1 0,-1-1,-1 1,1 0,-1 0,0 0,0 0,-1 0,1 1,-1-1,0 1,0-1,-1 1,1 0,-1 0,-1-1,-3-2,0 1,0-1,-1 1,1 1,-2 0,1 0,0 1,-1 0,0 0,1 1,-2 0,-1 1,3-1,-1 2,1-1,0 1,-1 1,1 0,0 0,-1 1,1 0,0 1,0-1,0 2,0 0,0 0,0 0,1 1,-1 0,1 1,0 0,0 0,1 1,0 0,0 0,0 0,1 1,-1 0,2 1,-1-1,1 1,0 0,1 1,0-1,0 1,-2 8,2 66,9-49</inkml:trace>
  <inkml:trace contextRef="#ctx0" brushRef="#br0" timeOffset="2307.458">962 2138,'-31'16,"0"0,1 2,1 1,1 1,0 2,2 1,0 1,2 1,-5 7,12-12,0 0,1 2,1-1,1 2,1 0,1 0,1 1,1 1,-4 18,11 31,4-72,0 1,0-1,0 0,0 0,0 0,0 0,1 0,-1 0,0 0,1 0,0-1,-1 1,1-1,0 1,0-1,0 1,0-1,0 0,0 0,1 0,-1 0,0-1,0 1,1-1,-1 1,0-1,1 0,-1 1,2-1,12-3,1 0,-1 0,-1-1,1-1,-1-1,1 0,-2-1,1-1,-1 0,0-1,-1-1,0 0,11-10,4-3,-2 0,0-2,-1-1,-2 0,-1-2,-1-1,-1-1,1-5,-10 14,-1 1,0-1,-2-1,0 1,-2-1,-1-1,0 1,-1-1,-2 0,0 0,-2 0,0 0,-2-4,0 14,0 0,-1 1,0-1,-1 1,-1 0,0 0,0 0,-1 1,-1-1,0 1,-3-3,7 10,-1-1,1 1,-1 0,0 1,0-1,0 1,-1-1,1 1,-1 0,0 1,0-1,0 1,0 0,0 0,0 1,0 0,-1 0,1 0,-1 0,1 1,0 0,-1 0,1 0,-1 1,1-1,-1 2,-3 0,2 1,0 0,0 0,0 0,0 1,1 0,0 1,0-1,0 1,0 0,1 1,0-1,0 1,0 0,1 1,0-1,0 1,1-1,-1 1,1 0,1 1,-2 6,-1 4,1 0,0 1,2 0,0 0,1 0,1 0,1 0,2 7,7 31,3-2,2 1,3-2,22 47,15 44,34 152,-77-266,-1-10</inkml:trace>
  <inkml:trace contextRef="#ctx0" brushRef="#br0" timeOffset="2546.818">1270 2660,'-3'-7,"0"5,-2 14,0 16,1 17,0 13,2 7,3 4,4-1,3-2,0-13</inkml:trace>
  <inkml:trace contextRef="#ctx0" brushRef="#br0" timeOffset="4015.986">1992 2085,'-19'9,"1"0,0 2,1 0,0 1,1 1,0 0,1 1,1 1,0 0,1 1,0 1,2 0,-3 4,-7 11,1 1,2 1,1 1,2 0,1 1,2 0,2 1,1 1,1-1,0 29,6-56,1 0,-1 0,2 0,0 1,0-1,1 0,0 0,1 0,0 0,0 0,1 0,1 0,0-1,0 1,0-1,1 0,1 0,0-1,0 0,0 0,1 0,0-1,1 0,0 0,0-1,0 0,1 0,5 2,-7-5,0 0,0-1,1-1,-1 1,0-1,1 0,-1-1,1 1,-1-1,1-1,-1 0,0 0,1 0,-1-1,0 0,0 0,0-1,0 0,0 0,5-5,0 1,-1-1,0-1,-1 0,0-1,0 0,-1 0,-1-1,1 0,-2-1,0 1,0-2,6-15,-1 0,-1-1,-1 0,-2 0,-1-1,-1 0,-2-1,0-8,-1-247,-3 280,0-7,1-4,-1-1,-1 0,0 0,-2 0,0 1,0-1,-2 1,0 0,-1 0,-1 1,-7-15,13 30,0-1,0 1,-1-1,1 1,0-1,0 1,-1 0,1-1,-1 1,1 0,-1 0,0 0,1 0,-1 1,0-1,0 0,0 1,1-1,-1 1,0 0,0-1,0 1,0 0,0 0,0 0,0 0,1 1,-1-1,0 0,0 1,0-1,0 1,0 0,-47 46,35-19,2 1,1 0,1 0,2 1,0 0,2 1,2 0,1 0,1 0,2 28,0-18,2 1,2 0,1 0,3-1,10 33,-12-53,1 0,1 0,1-1,1 0,1-1,0 0,2-1,0 0,1-1,0-1,16 14,-22-23,1 0,0-1,0 0,1 0,0-1,0 0,0-1,1 0,-1-1,6 1,-12-3,0 0,0 0,0-1,1 0,-1 1,0-1,0-1,0 1,1-1,-1 0,0 0,0 0,0 0,0-1,0 1,-1-1,1 0,0 0,-1-1,1 1,-1-1,0 1,0-1,0 0,0-1,-1 1,1 0,0-2,1-2,-4 6,0 0,0 0,0 0,0 0,1 0,-1 0,0 0,1 0,-1 0,0 1,1-1,-1 0,1 0,-1 0,1 0,0 1,-1-1,1 0,0 0,0 1,-1-1,1 1,0-1,0 1,0-1,0 1,0-1,-1 1,1 0,0-1,0 1,0 0,0 0,0 0,0 0,0 0,0 0,0 0,0 0,0 0,0 0,0 1,0-1,1 1,24 41,-23-36,0 0,1 0,-1 0,1-1,0 1,1-1,-1 0,1 0,0 0,1-1,-1 1,4 1,-2-3,0 0,0 0,0-1,0 0,0-1,0 1,1-1,-1-1,0 1,1-1,-1-1,0 1,1-1,-1-1,0 1,0-1,0 0,0-1,0 0,-1 0,1 0,-1-1,0 0,0 0,0 0,0-1,-1 0,1 0,-1-1,-1 1,1-1,-1 0,0 0,0-1,-1 1,0-1,0 1,-1-1,1 0,-1 0,-1-1,0 1,0 0,0 0,-1-1,0 1,0 0,-1-6,0 9,1-1,-1 1,-1-1,1 1,0-1,-1 1,0 0,0 0,-1 0,1 0,-1 0,1 1,-1-1,0 1,-1-1,1 1,-1 0,1 0,-1 1,0-1,0 1,0 0,0 0,0 0,-1 0,1 1,-1 0,1 0,-1 0,-2 0,-4 0,1 0,-1 1,1 0,0 1,-1 0,1 0,0 1,-1 1,1 0,1 0,-1 1,0 0,-1 1,4-2,1 1,-1-1,1 1,0 1,0-1,0 1,0 0,1 0,0 0,0 1,1 0,-1 0,1 0,0 0,1 1,0 0,0-1,-2 7,9 5,6-5</inkml:trace>
  <inkml:trace contextRef="#ctx0" brushRef="#br0" timeOffset="10353.954">1350 1430,'1'0,"-1"0,0 0,1 1,-1-1,0 0,0 0,1 0,-1 0,0 0,1 0,-1 0,0 0,0 0,1 0,-1 0,0 0,1 0,-1 0,0 0,1 0,-1 0,0 0,0 0,1-1,-1 1,0 0,0 0,1 0,-1 0,0-1,0 1,1 0,-1 0,0 0,0-1,0 1,1 0,-1 0,0-1,0 1,2 36,-2-32,1 485,-1-472,0-9,1 1,-1 0,-1 0,1-1,-2 1,1 0,-1-1,0 1,-1-1,0 0,0 1,-6 2</inkml:trace>
  <inkml:trace contextRef="#ctx0" brushRef="#br0" timeOffset="10662.107">1003 1670,'-11'0,"-2"0,8 0,14 0,22 0,21 0,20 0,18 0,10 0,4 0,-2 0,-12 0,-21 0</inkml:trace>
  <inkml:trace contextRef="#ctx0" brushRef="#br0" timeOffset="11136.686">2567 1511,'0'4,"0"11,0 12,0 15,2 14,1 11,2 8,1 2,-2-3,-1-6,0-9,-2-12,-1-11,0-13</inkml:trace>
  <inkml:trace contextRef="#ctx0" brushRef="#br0" timeOffset="11425.911">2353 1844,'-9'-4,"1"-2,9 0,19 2,18-2,22 1,19 1,16 2,7 4,1 6,-17 0</inkml:trace>
  <inkml:trace contextRef="#ctx0" brushRef="#br0" timeOffset="19248.603">0 1163,'23'271,"-3"-87,-13-5,-9 0,-17 112,3-128,8 1,7 0,7 0,8 9,2-69,-6-48,-2 1,-3-1,-3 1,-3 55,-1-101,1-10,1 1,-1-1,1 1,-1-1,1 1,-1 0,1-1,0 1,0 0,0 0,0-1,0 1,0 0,1-1,-1 1,0 0,1-1,0 1,-1-1,1 1,0-1,-1 1,1-1,0 1,0-1,0 0,1 1,-1-1,0 0,0 0,1 0,-1 0,0 0,1 0,114 8,558 65,-180-13,651 20,228-14,-891-48,579 55,-188-9,-593-50,527 32,301 74,-990-106,-116-16,1-1,0 1,0 0,-1-1,1 0,-1 1,0-1,1 0,-1 0,0 0,0-1,0 1,-1-1,1 1,0-1,-1 1,0-1,1 0,-1 1,0-1,-1 0,1 0,0 0,-1 0,1 0,-1 0,0 0,0 0,-1-3,2-2,50-370,-17-2,-15-91,-20-199,0 614,-2 0,-2 0,-3 0,-6-17,13 67,0 0,-1 1,1-1,-1 1,0-1,-1 1,1 0,-1 0,0 0,0 0,-1 0,1 1,-1-1,0 1,-1 0,1 0,0 0,-1 1,0 0,0 0,0 0,0 0,-3 0,-9 0,0 1,1 0,-1 2,0 0,0 0,0 2,0 0,0 1,-7 2,-52 7,-42-9,1-4,-1-6,2-5,-100-24,16 5,-617-90,-376-31,164 20,421 51,-103 21,-409-48,603 51,-336 13,302 46,549-2,-1 0,1 0,-1 1,1-1,0 1,-1 0,1-1,0 1,0 0,-1 0,1 1,0-1,0 0,0 1,0-1,1 1,-1-1,0 1,1 0,-1 0,1 0,-1 0,1 0,0 0,-1 1,0 0,-11 16</inkml:trace>
  <inkml:trace contextRef="#ctx0" brushRef="#br0" timeOffset="21608.064">1978 4465,'2'-3,"0"0,0-1,0 1,0 0,0-1,-1 1,0-1,0 1,0-1,0 0,0 1,-1-1,0 0,1 0,-1 1,-1-1,1 0,0 0,-1 1,0-1,0 0,0 1,0-1,-1 1,0-1,1 1,-1 0,0 0,0 0,-1 0,1 0,-1 0,1 0,-1 1,0 0,0-1,0 1,0 0,-1 0,1 1,0-1,-1 1,-3-2,0 2,0 0,0 1,-1 0,1 0,0 0,0 1,-1 0,1 1,0-1,0 1,0 1,0-1,1 1,-1 0,1 1,0 0,0 0,0 0,0 1,1-1,-1 1,1 1,0-1,1 1,0 0,0 0,0 0,0 0,1 1,0-1,0 1,1 0,0 0,0 0,1 0,0 0,0 1,0-1,1 0,0 1,1-1,0 0,0 0,0 0,1 0,1 4,0-7,0 0,0 1,0-1,1 0,0-1,0 1,0-1,0 0,0 1,1-2,-1 1,1 0,0-1,0 0,0 0,0-1,0 1,0-1,0 0,0-1,1 1,-1-1,0 0,0 0,1-1,-1 1,0-1,0 0,0-1,1 1,-1-1,-1 0,1 0,0-1,0 1,-1-1,0 0,1 0,-1-1,0 1,-1-1,4-4,2-7,-1 0,-1-1,-1 0,0 0,0 0,-2-1,0 0,-1 0,0-15,-1 24,-8 35,4-21,0 0,0 0,1 0,-1 1,2-1,-1 0,1 1,-1-1,2 1,-1-1,1 1,0-1,0 0,1 1,0-1,0 0,0 0,1 0,0 0,0-1,4 5,2-3,0-2,1 1,0-1,0 0,1-1,-1 0,1-1,0 0,0-1,0 0,0-1,1 0,-1 0,0-2,0 1,0-1,1-1,-1 0,7-2,-1-1,-1 0,1-2,-1 1,0-2,0 0,-1-1,-1-1,1 0,-1-1,-1 0,0-1,-1 0,0-1,-1-1,0 0,-1 0,-1-1,0-1,-1 1,-1-1,0-1,-1 1,-1-1,-1 0,0 0,-1 0,-1-1,0-1,0-1,0-1,-1 0,-1 1,-1-1,0 0,-2 1,-1-1,0 1,-1 0,-2 0,-1-1,8 18,-1 1,1-1,-1 0,0 1,0 0,0-1,0 1,0-1,-1 1,1 0,-1 0,0 0,1 0,-1 0,0 0,0 1,0-1,0 0,-1 1,1 0,0-1,-1 1,1 0,-1 0,1 0,-1 1,1-1,-1 1,1-1,-1 1,0 0,1 0,-1 0,0 0,1 0,-1 1,1-1,-1 1,1 0,-1 0,1 0,-1 0,1 0,0 0,-1 1,1-1,-2 2,-4 10,0 0,1 1,1-1,0 2,1-1,0 0,1 1,1 0,0 0,1 0,1 0,0 0,1 10,-1 14,0 0,3 0,1 0,2 0,2 0,2-1,1 0,1 0,16 30,-22-57,0 0,1-1,1 1,0-1,0-1,1 1,0-1,1 0,1 0,-7-6,1 0,-1-1,1 1,0-1,0 0,0 0,0 0,0-1,0 1,0-1,1 0,-1 0,0 0,1-1,-1 1,1-1,-1 0,1-1,-1 1,0-1,1 0,-1 0,0 0,0 0,1-1,-1 0,4-2,0-1,-1 0,0 0,0 0,0-1,-1 0,0-1,0 1,-1-1,1 0,-1-1,-1 1,0-1,0 0,2-6,32-128,-38 156,0-1,1 0,1 0,0 0,0 0,2-1,-1 1,1-1,1 0,1 0,-1 0,2 0,0-1,0 0,8 9,26 4,-22-19</inkml:trace>
  <inkml:trace contextRef="#ctx0" brushRef="#br0" timeOffset="21880.837">2874 4171,'-7'4,"1"5,4 2,4-1</inkml:trace>
  <inkml:trace contextRef="#ctx0" brushRef="#br0" timeOffset="22101.767">3195 4398,'0'16,"0"14,0 14,0 8,0 7,0 4,0 4,0 0,0 0,0-4,0-8,0-10,0-16,0-13</inkml:trace>
  <inkml:trace contextRef="#ctx0" brushRef="#br0" timeOffset="22470.439">3155 4625,'-3'-26,"0"16,2 0,-1 0,1 0,1 0,0 0,0 0,1 0,0 0,1 0,3-9,-4 17,1 0,0 1,0-1,1 1,-1-1,0 1,0-1,1 1,-1 0,1 0,-1 0,1 1,-1-1,1 1,-1-1,1 1,0 0,-1 0,1 0,0 0,-1 0,1 1,-1-1,1 1,0 0,-1-1,1 1,-1 0,0 1,1-1,-1 0,0 1,0-1,0 1,0 0,1 0,4 2,1 0,-1 0,0 1,0 0,-1 0,1 0,-1 1,0 0,-1 1,1-1,-1 1,-1 0,1 0,-1 0,0 1,-1 0,0-1,0 1,-1 0,0 1,0-1,-1 0,1 5,-5-7,0-1,0 1,0-1,-1 1,0-1,0 0,0-1,0 1,-1-1,0 1,0-1,0-1,0 1,-1-1,1 0,-1 0,0-1,0 1,0-1,0-1,0 1,0-1,-1 0,1 0,-3-1,8 1,0-1,1 0,-1 1,0-1,0 0,0 0,0 0,-1 0,1 0,0 0,0 0,0 0,0 0,0 0,0 0,0-1,0 1,0 0,1-1,-1 1,0-1,0 1,0-1,0 1,0-1,1 0,-1 1,0-1,0 0,1 0,-1 0,1 1,-1-1,1 0,-1 0,1 0,-1 0,1 0,0 0,-1 0,1 0,0 0,0 0,0 0,0 0,0 0,0 0,0 0,0 0,23-47,-11 33,0 0,2 1,0 0,0 1,1 1,1 0,0 1,0 1,1 0,1 2,-1 0,2 1,-1 0,13-2,-26 8,-1 0,1 0,-1 1,1-1,0 1,-1 0,1 0,0 1,-1-1,1 1,0 0,-1 0,1 1,-1-1,0 1,1 0,-1 0,0 1,0-1,-1 1,1 0,0 0,-1 0,1 0,-1 1,0-1,-1 1,1 0,0 0,0 3,70 143,-52-121,-12-22</inkml:trace>
  <inkml:trace contextRef="#ctx0" brushRef="#br0" timeOffset="22634.608">3609 4171,'0'16,"5"11,1 3</inkml:trace>
  <inkml:trace contextRef="#ctx0" brushRef="#br0" timeOffset="23192.276">3836 4772,'8'-74,"-4"-1,-3 1,-4-22,3 92,-1 3,1 0,-1 0,1 0,-1 0,1 0,0 0,0 0,-1 0,1 0,0 0,0 0,0 0,0 0,0 0,0 0,0 0,0 0,1 0,-1 1,0-1,1 0,-1 0,0 0,1 0,-1 0,1 0,0 0,-1 1,1-1,0 0,-1 0,1 1,0-1,0 1,-1-1,1 0,0 1,0 0,0-1,0 1,0-1,0 1,0 0,0 0,0 0,0-1,0 1,0 0,115 59,-103-53,-7-4,1 0,-1 1,0 0,0 0,0 0,0 0,0 1,-1 0,1 0,-1 1,0-1,-1 1,1 0,-1 1,0-1,0 1,-1-1,1 1,-1 0,-1 1,1-1,-1 0,0 1,-1-1,1 1,-1 0,0 0,-25 104,24-108,1-1,0 1,-1-1,1 1,0 0,0-1,1 0,-1 1,0-1,1 0,-1 0,1 1,0-1,0 0,0-1,0 1,0 0,0-1,0 1,1-1,-1 1,1-1,-1 0,1 0,-1 0,1-1,-1 1,3 0,77 5,-71-7,0 0,-1-1,1-1,-1 1,1-2,-1 1,0-1,0-1,0 0,-1 0,0-1,0 0,0-1,-1 0,0 0,0-1,-1 0,0 0,0-1,-1 0,0 0,-1 0,0-1,0 0,-1 0,0 0,-1-1,0 1,-1-1,0 1,0-1,-1 0,-1 0,0 0,0 0,0 9,-1 0,1-1,0 1,-1 0,1 0,-1 0,0 0,1-1,-1 1,0 0,0 0,-1 1,1-1,0 0,-1 0,1 1,-1-1,1 0,-1 1,0 0,0-1,1 1,-1 0,0 0,0 0,0 0,0 0,-1 1,1-1,0 0,0 1,0 0,-1 0,1-1,0 1,0 0,0 1,-1-1,1 0,0 1,0-1,0 1,0 0,0-1,-1 1,1 0,1 0,-1 1,0-1,0 0,0 1,1-1,-1 1,-2 2,0 1,0-1,1 1,0 0,0 0,0 0,0 1,1-1,0 0,0 1,1 0,-1-1,1 1,0 0,1 0,-1 0,1 0,0 0,1-1,0 1,0 0,0 0,0 0,1-1,0 1,0-1,0 1,1-1,0 0,0 0,0 0,1 0,0-1,0 1,0-1,0 0,3 2,5 3,1-1,0 0,0-1,1 0,0-1,0-1,0 0,1-1,13 2,22 4</inkml:trace>
  <inkml:trace contextRef="#ctx0" brushRef="#br0" timeOffset="23814.036">722 4063,'2'-15,"1"-9,2 1,0 6,0 11,-2 13,-1 17,-3 17,-1 16,-1 12,1 8,0 4,1 0,5-5,4-6,5-8,0-15</inkml:trace>
  <inkml:trace contextRef="#ctx0" brushRef="#br0" timeOffset="24111.085">802 4960,'1'2,"1"0,0 0,-1 0,1 0,0 0,0 0,0 0,1-1,-1 1,0-1,0 0,1 0,-1 1,1-1,-1-1,1 1,0 0,-1-1,1 1,0-1,-1 0,1 0,0 0,-1 0,1 0,0-1,-1 1,1-1,0 0,-1 0,1 0,-1 0,1 0,-1 0,0-1,1 1,-1-1,0 0,0 1,0-1,0 0,-1 0,2-1,-3 0,0 1,0 0,0 0,-1 0,1 0,-1 0,1 0,-1 0,0 0,0 0,0 0,0 0,0 0,0 1,0-1,-1 0,1 1,0-1,-1 1,0-1,1 1,-1 0,0 0,1 0,-1 0,0 0,0 0,0 0,0 0,0 1,0-1,0 1,0 0,0-1,-1 1,1 0,0 0,0 0,0 1,0-1,0 0,0 1,0 0,0-1,-1 1,1 0,0 0,0 0,-1 0,1 0,0 1,1-1,-1 0,0 1,0 0,1-1,-1 1,0 0,1 0,0-1,-1 1,1 0,0 1,0-1,0 0,1 0,-1 0,0 1,1-1,-1 0,1 0,0 1,0-1,0 0,0 1,0-1,0 0,1 1,-1-1,1 0,0 2,18 13,5-4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0:31.0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1598 86,'-55'0,"14"-2,-1 1,1 3,0 1,-1 2,2 2,-1 2,-31 11,15 6,1 2,2 3,1 2,2 2,1 2,-28 29,11-9,3 2,2 4,3 2,3 3,4 1,2 4,3 1,4 2,3 2,-24 69,43-75,4 0,3 2,3 0,4 0,2 0,4 1,4-1,3 6,-4-29,3 0,2 0,2-1,2 0,3 0,2-1,2-1,1-1,3-1,2 0,11 11,6-2,2-2,2-1,3-3,2-2,2-3,1-1,3-3,37 19,17 3,2-5,2-6,3-4,31 4,-5-4,2-6,1-7,137 14,-190-40,0-4,1-4,-1-4,0-4,23-8,265-58,117-49,-409 98,-2-3,-1-5,-1-3,-2-4,27-21,-34 15,-2-3,-2-3,21-23,-69 51,-1-1,-1-1,-1-1,-1 0,-2-2,0 0,-2-1,9-26,7-26,-4-2,13-68,-29 103,-2-1,-3 1,-1-2,-3 1,-2-1,-2 1,-2 0,-2-1,-5-10,-11-24,-4 1,-4 1,-3 1,-3 2,-4 2,-4 1,-2 2,-4 3,-3 1,-4 3,-2 3,-2 2,-4 2,-15-7,-5-1,-2 3,-3 5,-3 3,-38-14,73 44,0 2,-2 3,-1 3,-1 2,0 3,-1 3,-1 3,-13 1,-28 8,0 6,0 3,1 6,0 3,2 6,0 3,-78 35,23-8</inkml:trace>
  <inkml:trace contextRef="#ctx0" brushRef="#br0" timeOffset="1478.081">475 3789,'-18'6,"1"2,1 0,-1 0,2 2,-1 0,1 0,0 2,1 0,1 1,0 0,1 0,0 2,-3 5,-18 24,2 2,1 0,3 3,2 0,2 1,3 1,2 1,-6 27,12-19,2-1,3 1,3 1,2-1,2 1,4-1,2 0,3 0,13 49,-4-48,2-1,2-1,3-1,3-1,2-2,3 0,2-3,2 0,2-3,3-1,1-2,3-2,10 6,-2-13,2-2,1-3,1-2,1-3,2-2,1-3,0-3,55 9,47 19,57 22,3-11,14-6,-129-33,2-4,-1-5,2-5,-1-5,0-5,29-8,405-96,-492 100,0-2,-1-3,0-1,-1-3,-1-2,-1-3,37-22,-35 5,-1-1,-3-2,-1-3,-2-1,-3-2,-2-2,-2-2,6-14,-8 9,-2-1,-3-1,-2-2,-3-1,-3-1,-3-1,-2 0,-4-2,3-38,-6 17,-3 0,-4-1,-5 1,-3 0,-4 0,-3 0,-16-50,11 86,-1 1,-3 2,-2 0,-2 1,-2 1,-2 1,-2 2,-2 1,-2 2,-14-12,8 16,-3 2,0 2,-3 2,0 2,-2 2,0 3,-2 1,-1 3,-1 2,0 2,-30-3,25 3,-1 3,-1 3,0 2,0 2,-1 4,1 2,-1 2,1 4,0 2,-31 9,-38 22,3 6,1 6,-18 15,-43 22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07.3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160 79,'0'-1,"-1"0,1 0,-1 0,1 0,-1 1,1-1,-1 0,0 0,1 1,-1-1,0 0,1 1,-1-1,0 1,0-1,0 1,0-1,0 1,1 0,-1-1,0 1,0 0,0 0,0 0,0 0,0 0,0 0,0 0,0 0,0 0,0 0,0 0,0 0,0 1,1-1,-1 0,0 1,0-1,0 1,0-1,0 1,1-1,-1 1,0 0,0-1,-22 38,23-36,1-1,0 0,-1 0,1 1,0-1,0 0,0 0,0 0,0 0,0 0,1-1,-1 1,0 0,0 0,1-1,-1 1,0-1,1 1,-1-1,0 1,1-1,-1 0,1 0,-1 0,0 0,1 0,-1 0,1 0,-1 0,1 0,-1-1,0 1,1-1,-1 1,0-1,1 1,-1-1,0 0,0 0,0 1,1-1,-1 0,0 0,0 0,0 0,0 0,1-1,0 0,0 1,0-1,0 0,0 0,0 0,0 0,-1 0,1 0,-1-1,1 1,-1-1,0 1,0-1,0 1,0-1,0 1,-1-1,1 0,-1 1,0-1,0 0,0 0,0 1,0-1,0 0,-1 1,0-1,1 0,-1 1,0-1,0 1,0-1,-1 1,1-1,-1 1,1 0,-1 0,0 0,1 0,-1 0,0 0,0 0,-1 0,1 1,0-1,-1 1,0 0,-1-1,-1 1,0 0,0 0,0 1,0-1,0 1,0 0,0 1,0-1,0 1,1 0,-1 0,0 0,0 1,1 0,-1 0,1 0,-1 0,1 1,0 0,0 0,0 0,0 0,1 1,-1-1,1 1,0 0,0 0,0 0,0 0,1 0,0 1,0-1,0 1,0 0,1 0,0-1,0 1,0 0,1 0,-1 0,1 2,0 20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07.6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46 103,'0'1,"0"0,1 0,0 0,-1 0,1 0,0 0,-1 0,1-1,0 1,0 0,-1 0,1-1,0 1,0-1,0 1,0-1,0 1,0-1,0 1,0-1,0 0,0 0,1 1,-1-1,0 0,0 0,0 0,0 0,0 0,0 0,0-1,0 1,1 0,-1-1,0 1,0 0,0-1,0 1,0-1,-1 0,1 1,0-1,0 0,0 0,28-41,-28 40,0 1,1-1,-2 1,1-1,0 1,0-1,0 0,-1 1,1-1,-1 0,0 1,1-1,-1 0,0 0,0 0,0 1,0-1,0 0,0 0,-1 1,1-1,-1 0,1 0,-1 1,1-1,-1 0,0 1,0-1,0 1,0-1,0 1,0 0,0-1,-1 1,1 0,0 0,-1 0,1 0,-1 0,1 0,-1 0,0 0,1 1,-1-1,0 1,1-1,-1 1,0-1,0 1,0 0,1 0,-1 0,0 0,0 0,1 1,-1-1,0 0,0 1,-3 1,0 1,0 0,0 0,0 0,1 0,-1 1,1 0,0 0,0 0,0 0,1 1,-3 3,5-7,0 1,-1-1,1 1,0 0,0-1,0 1,0 0,0 0,1 0,-1 0,0 0,1 0,0 0,-1 0,1 0,0 0,0 0,0 0,0 0,0 0,1 0,-1 0,1 0,-1 0,1-1,0 1,-1 0,1 0,0 0,0 0,0-1,1 1,-1-1,0 1,1-1,0 1,24 12,4-6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05.6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111 190,'-9'29,"1"1,2 0,1 0,1 0,1 1,2-1,1 1,1-1,2 1,1-1,2 0,3 11,-8-37,-1 0,1-1,0 1,0-1,1 1,-1-1,1 1,-1-1,1 0,0 0,0 0,1 0,-1 0,1 0,-1-1,1 1,0-1,0 0,0 1,0-1,0-1,0 1,1 0,-1-1,1 0,-1 0,1 0,-1 0,1 0,0-1,-1 0,1 1,0-1,-1-1,5 1,0-6,1-1,-1 1,1-1,-2-1,1 0,-1 0,-1 0,1-1,-1 0,-1 0,0 0,0-1,-1 0,1-3,3-4,0 0,-2-1,0 0,-1 0,-1 0,-1 0,-1-1,0 1,-1-1,-1 0,-1 1,0-1,-2 0,0 1,-1 0,-1 0,0 0,-2 0,0 1,-3-4,8 16,-1 1,0 0,0-1,0 1,0 0,-1 0,0 1,0-1,0 1,0 0,0 0,-1 0,1 0,-1 1,0 0,1 0,-1 0,0 0,-1 1,1 0,0 0,0 1,0-1,0 1,-1 0,1 0,0 1,0-1,-1 1,1 1,0-1,0 1,0-1,1 1,-1 1,0-1,1 1,-3 2,-5 5,2 1,-1 1,1 0,1 1,1 0,-1 0,2 0,0 1,1 0,0 1,1 0,1 0,0 0,1 0,0 0,2 1,-1-1,2 1,0-1,2 5,20 81,-4-63</inkml:trace>
  <inkml:trace contextRef="#ctx0" brushRef="#br0" timeOffset="497.329">499 29,'-5'-28,"-3"62,-51 567,60-557,6-45,44-76,-50 75,7-13,1 0,1 0,0 1,1 0,1 1,0 1,0 0,2 0,-1 1,12-6,-23 16,0 0,0 0,0 0,0 1,0-1,0 1,1-1,-1 1,0 0,0 0,1 0,-1 0,0 0,0 1,1-1,-1 1,0-1,0 1,0 0,0 0,0 0,0 0,0 0,0 0,0 1,0-1,-1 1,1-1,0 1,-1 0,0-1,1 1,-1 0,0 0,0 0,0 0,0 0,0 0,27 84,-27-82,1-1,-1 1,0 0,0 0,-1 0,1 1,-1-1,0 0,0 0,0 0,0 0,-1 0,0 0,0 0,0 0,0 0,-1 0,1-1,-1 1,0 0,0-1,0 1,-1-1,1 0,-1 0,0 0,0 0,0 0,0-1,0 1,-1-1,1 0,-1 1,-91 14,79-17</inkml:trace>
  <inkml:trace contextRef="#ctx0" brushRef="#br0" timeOffset="870.376">1261 350,'-18'-4,"-1"1,1 1,-1 1,0 0,0 2,0 0,1 1,-1 1,1 0,-1 2,1 0,0 1,1 1,15-7,0 1,0 0,0 0,0 0,0 0,0 0,1 0,-1 1,0-1,1 0,-1 1,1-1,0 1,-1 0,1-1,0 1,0 0,0 0,0 0,1 0,-1 0,0 0,1 0,-1 0,1 0,0 0,0 0,-1 0,1 0,1 0,-1 1,0-1,0 0,1 0,0 0,-1 0,1 0,0 0,0 0,0-1,0 1,0 0,0 0,0-1,1 1,-1 0,12 9,0-1,0 0,1-1,1 0,-1-1,9 2,31 19,-46-25,1 0,-1 1,0 0,0 1,0-1,-1 2,0-1,0 1,0 0,-1 0,0 1,-1-1,1 2,-2-1,1 0,-1 1,0 0,1 5,-5-11,0 0,0 0,0 0,0 0,0 0,-1 0,0 0,1 0,-1 0,0-1,0 1,-1 0,1 0,-1-1,1 1,-1-1,0 1,0-1,0 0,0 0,0 0,0 0,-1 0,1 0,-1-1,1 1,-1-1,-1 1,-81 28,37-21,2-2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16.2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254 187,'-11'-5,"-1"0,-1 1,1 0,0 1,-1 1,0 0,1 1,-1 0,-4 1,11 0,1 0,0 1,-1 0,1 0,0 1,-1-1,1 1,0 0,0 0,1 1,-1-1,0 1,1 0,-1 1,1-1,0 1,0 0,1 0,-1 0,1 0,0 1,-3 3,4-5,0 0,0 0,0 1,0-1,1 0,-1 1,1 0,0-1,0 1,0-1,1 1,-1 0,1 0,0-1,0 1,0 0,0 0,1 0,0-1,-1 1,1 0,1-1,-1 1,0-1,1 1,0-1,0 0,0 0,0 0,0 0,1 0,-1 0,1 0,0-1,0 1,3 1,-1-2,0 0,1-1,0 0,-1 0,1 0,-1-1,1 0,0 0,0 0,-1-1,1 1,-1-1,1-1,-1 1,1-1,-1 0,0 0,1-1,-1 0,-1 1,1-2,0 1,-1 0,1-1,-1 0,0 0,0 0,-1-1,1 1,-1-1,0 0,0 0,-1 0,0 0,1 0,-2-1,1 1,0-3,5-13,0 0,-2 0,-1-1,0 0,-2 1,0-3,-3 51,1 0,2 0,0 0,2 0,3 13,-4-30,0 0,0 0,1-1,0 1,0-1,1 0,0 0,1-1,0 0,0 0,1 0,0 0,0-1,1 0,0-1,2 1,19 10</inkml:trace>
  <inkml:trace contextRef="#ctx0" brushRef="#br0" timeOffset="345.812">469 93,'-1'7,"1"1,1-1,-1 0,1 1,1-1,-1 0,1 0,0 0,1 0,0 0,0 0,0-1,1 0,0 1,2 1,-2-1,2 5,1 0,0 0,1-1,0 0,1 0,0-1,0 0,2-1,9 8,-18-16,-1 0,1 0,0 0,-1-1,1 1,0 0,0-1,-1 1,1-1,0 0,0 1,0-1,0 0,0 0,0 0,-1-1,1 1,0 0,0-1,0 1,0-1,-1 0,1 1,0-1,-1 0,1 0,0 0,-1 0,1 0,-1-1,0 1,1 0,-1-1,0 1,0-1,0 1,0-1,0 0,29-68,-3-120,-20 175,0 5</inkml:trace>
  <inkml:trace contextRef="#ctx0" brushRef="#br0" timeOffset="1148.259">802 267,'19'-4,"1"-1,-1-1,0 0,-1-2,0 0,0-1,-1 0,0-2,0 0,8-8,-17 13,-1 1,0-1,-1 0,1 0,-1-1,-1 0,1 0,-1-1,0 1,-1-1,0 0,0 0,-1 0,0-1,0 0,0-1,-3 8,0 1,0-1,1 0,-1 1,-1-1,1 0,0 1,0-1,-1 1,1-1,-1 0,1 1,-1-1,1 1,-1-1,0 1,0 0,0-1,0 1,0 0,0-1,0 1,0 0,-1 0,1 0,0 0,-1 0,1 0,-1 1,1-1,-1 0,1 1,-1-1,1 1,-1 0,0-1,-1 1,-60 8,56-5,0 0,1 0,0 0,-1 1,1 0,1 0,-1 1,1 0,-1 0,2 0,-1 0,0 1,1 0,0 0,0 0,1 0,0 0,0 1,0 0,1 0,0-1,0 1,1 1,0-1,0 0,1 0,-1 0,2 0,-1 0,1 1,0-1,0 0,1 0,0 0,1-1,-1 1,1 0,0-1,1 0,-1 1,1-1,1-1,0 1,3 3,0-1,1 0,0-1,1 0,-1-1,1 0,1 0,-1-1,1 0,0-1,0 0,0-1,0 0,1-1,0 0,-1-1,1 0,0-1,-1 0,1-1,0-1,6-1,-12 0,1 0,-1 0,0-1,0 0,-1-1,1 1,-1-1,0 0,0 0,0-1,-1 0,0 1,0-1,0-1,-1 1,0 0,0-1,0 0,-1 0,0 1,-1-1,1-1,-2 1,1 0,-1 0,1 0,-2 0,1 0,-1-1,0 1,-1 0,0 0,-1-1,-13-25,16 32,-1 1,1-1,0 1,-1 0,1-1,-1 1,1 0,-1-1,1 1,-1 0,1-1,-1 1,1 0,-1 0,0 0,1 0,-1-1,1 1,-1 0,1 0,-1 0,0 0,1 0,-1 0,1 1,-1-1,1 0,-1 0,0 0,1 0,-1 1,1-1,-1 0,1 1,-1-1,1 0,-1 1,1-1,0 0,-1 1,1-1,-1 1,1-1,0 1,0-1,-1 1,1-1,0 1,0-1,-1 1,1-1,0 1,0 0,0-1,0 1,0-1,0 1,-3 5,1 0,-1 0,1 0,1 0,-1 0,1 1,0-1,1 0,-1 1,1-1,0 1,1-1,0 0,0 1,0-1,1 0,0 0,0 0,0 0,1 0,0 0,0-1,0 1,1-1,0 0,0 0,0 0,1-1,-1 1,1-1,0 0,0 0,1-1,-1 0,1 0,0 0,0 0,0-1,0 0,0 0,0-1,0 0,6 1,-7-3,0 1,0-1,0 0,0 0,-1 0,1-1,0 0,-1 0,1 0,-1 0,0-1,0 1,0-1,0 0,0-1,0 1,-1-1,0 1,0-1,0 0,0 0,0 0,-1-1,0 1,3-7,0 0,-1 0,0 0,-1 0,-1-1,1 1,-2-1,0 1,0-8,-7-9,6 28,0-1,-1 1,1 0,0 0,0 0,-1-1,1 1,0 0,-1 0,1 0,0 0,-1-1,1 1,-1 0,1 0,0 0,-1 0,1 0,0 0,-1 0,1 0,0 0,-1 0,1 0,-1 0,1 0,0 1,-1-1,1 0,0 0,-1 0,1 0,0 1,-1-1,1 0,0 0,0 1,-1-1,1 0,0 1,0-1,-1 0,1 0,0 1,0-1,0 0,0 1,0-1,-1 1,1-1,0 0,0 1,0-1,0 0,0 1,0-1,0 1,0-1,0 0,0 1,0-1,1 0,-1 1,0-1,0 0,0 1,-2 6,1-1,-1 1,1 0,0 0,1-1,-1 1,2 0,-1 0,1 0,-1 0,2-1,1 6,-3-9,1 0,0-1,0 1,1 0,-1-1,0 1,1-1,0 1,0-1,-1 1,1-1,1 0,-1 0,0 0,0 0,1-1,-1 1,1-1,-1 1,1-1,0 0,0 0,0 0,-1 0,1-1,0 1,0-1,0 1,0-1,1 0,2-2,1 0,-1-1,-1 1,1-1,0 0,-1-1,1 1,-1-1,0 0,0-1,0 1,-1-1,0 0,0 0,0 0,0 0,-1-1,0 0,0 1,-1-1,1 0,-1 0,0-1,-1 1,0 0,0-1,0 1,-1-6,1 12,-1-1,1 1,-1 0,0-1,1 1,-1-1,0 1,1-1,-1 1,0-1,0 1,1-1,-1 1,0-1,0 0,0 1,0-1,0 1,0-1,0 1,0-1,0 1,0-1,0 0,0 1,0-1,-1 1,1-1,0 1,0-1,-1 1,1-1,0 1,0-1,-1 1,1-1,-1 1,1 0,0-1,-1 1,1 0,-1-1,1 1,-1 0,1-1,-1 1,1 0,-1 0,1 0,-1-1,1 1,-1 0,0 0,1 0,-1 0,1 0,-1 0,1 0,-1 0,1 0,-1 1,0-1,-5 11,0 0,0 0,1 0,1 1,0 0,0 0,1 0,1 1,-2 11,-2 22,2-5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14.9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148 121,'-2'18,"-1"18,0 18,1 14,0 6,1 3,1-1,0-4,0-8,0-12,0-13,0-13</inkml:trace>
  <inkml:trace contextRef="#ctx0" brushRef="#br0" timeOffset="323.064">1 1,'98'126,"5"-4,51 42,-64-69,-76-80,1 0,-1-1,-1 2,0 0,-1 0,0 2,-2-1,0 1,3 9,-12-24,1 1,-1 0,0-1,-1 1,1 0,-1 0,0-1,0 1,0 0,0 0,0-1,-1 1,0 0,0-1,0 1,0 0,0-1,-1 1,0-1,1 0,-1 1,-1-1,1 0,0 0,-1-1,1 1,-1 0,0-1,0 1,0-1,0 0,-9 6,-1-1,1-1,-1 0,0 0,-1-2,1 1,-11 0,-26 6,0-3,-1-2,0-3,0-1,-14-4,43-1,13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06.9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57,'1'0,"-1"0,1 0,-1 0,0 0,1 0,-1 0,1 0,-1 0,0 0,1-1,-1 1,0 0,1 0,-1 0,0-1,1 1,-1 0,0-1,0 1,1 0,-1 0,0-1,0 1,1 0,-1-1,0 1,0-1,0 1,0 0,0-1,0 1,0 0,1-1,-1 1,0-1,0 1,0 0,0-1,-1 1,1-1,0 1,0 0,0-1,0 1,0 0,0-1,-1 1,1 0,0-1,0 1,0 0,-1-1,1 1,0 0,-1 0,1-1,0 1,-1 0,1 0,0-1,-1 1,1 0,0 0,-1 0,1 0,0 0,-1-1,0 1,39-5,-33 4,738-28,-727 29,75-1,63-2,1 7,67 14,-99 0,-108-20,-6-3</inkml:trace>
  <inkml:trace contextRef="#ctx0" brushRef="#br0" timeOffset="3355.073">187 993,'19'0,"16"-2,17-1,11-2,5 0,2 0,-6 4,-4 4,-8 6,-5 2,-5 1,-4-2,-9-2</inkml:trace>
  <inkml:trace contextRef="#ctx0" brushRef="#br0" timeOffset="4230.628">1217 472,'0'550,"3"-501,13-60,11-39,-22 38,0 1,1 0,0 0,1 1,0-1,1 2,0-1,1 1,8-7,-15 15,0 0,-1 0,1 0,0 0,0 0,0 1,0-1,0 1,-1-1,1 1,0 0,0 0,0 0,0 0,0 0,0 0,0 0,0 1,0-1,0 1,0-1,0 1,0 0,-1 0,1 0,0 0,-1 0,1 0,-1 1,1-1,-1 0,1 1,-1-1,1 2,38 58,-15 7,-24-66,-1 0,1 0,-1 0,0 0,0 0,0 0,0 0,0 0,-1 0,1 0,-1 0,1 0,-1-1,1 1,-1 0,0 0,0 0,0-1,0 1,0 0,0-1,-1 1,1-1,-1 0,1 1,-1-1,1 0,-1 0,1 0,-1 0,0 0,0 0,0 0,0 0,-2 0,1 0,-1-1,0 1,0 0,0-1,1 0,-1 0,0 0,0 0,0-1,1 0,-1 1,0-1,1-1,-1 1,0 0,1-1,0 0,-1 0,1 0,0 0,0 0,0-1,0 1,1-1,-1 0,1 0,-1 0,1 0,0 0,0-1,0 1,1 0,-1-1,1 0,0 1,0-1,0 0,0 1,1-1,0 0,-1 0,1 0,1-1,2-1,1-1,0 1,0 0,0 0,1 1,0 0,0-1,0 1,1 1,0-1,0 1,0 0,0 1,1-1,-1 1,1 0,0 1,0 0,0 0,4 0,13-7,1 1,0 2,0 0,0 2,1 1,-1 0,4 2,-25 2,0 0,-1 0,1 0,0 1,0 0,-1-1,1 1,-1 0,1 1,-1-1,0 0,0 1,0 0,0 0,0 0,-1 0,1 0,-1 1,0-1,0 1,0-1,-1 1,1 0,-1-1,0 1,0 0,0 0,0 0,-1 0,1 0,-1 0,0 0,-1 0,1 0,-1 1,2 1,-1-3,0 1,0-1,0 1,1-1,-1 0,1 1,0-1,0 0,0 0,0 0,0 0,1 0,-1 0,1 0,0 0,0 0,0-1,0 1,1-1,-1 1,1-1,-1 0,1 0,0 0,0-1,0 1,0 0,0-1,0 0,0 0,0 0,0 0,1 0,-1-1,0 0,1 1,-1-1,0 0,2-1,11-4</inkml:trace>
  <inkml:trace contextRef="#ctx0" brushRef="#br0" timeOffset="4526.898">1698 579,'5'11,"1"4</inkml:trace>
  <inkml:trace contextRef="#ctx0" brushRef="#br0" timeOffset="5020.576">2166 712,'-27'4,"0"0,0 2,1 1,0 1,0 1,0 2,-20 12,43-23,1 1,0 0,0 0,-1 0,1 1,0-1,0 0,0 1,0-1,1 1,-1 0,0 0,1-1,-1 1,1 0,0 1,-1-1,1 0,0 0,0 0,1 1,-1-1,0 0,1 1,-1-1,1 1,0-1,0 0,0 1,0-1,0 1,0-1,1 1,-1-1,1 0,0 1,0-1,0 0,0 0,0 0,0 1,10 7,1 0,-1-1,2 0,-1-1,1 0,0-1,0-1,1 0,14 4,16 8,-31-12,-4-3,-1 1,1 0,-1 0,0 1,0 0,0 0,-1 1,1 0,-2 0,6 6,-11-11,0 0,-1 0,1 0,-1-1,1 1,-1 0,0 0,1 0,-1 0,0 0,0 0,0 0,0 0,0 0,0 0,0 0,0 0,0 0,0 0,0 0,0 0,-1 0,1 0,0 0,-1 0,1 0,-1-1,1 1,-1 0,0 0,1 0,-1-1,0 1,1 0,-1-1,0 1,0 0,1-1,-1 1,0-1,0 1,0-1,0 0,0 1,0-1,0 0,0 0,-49 12,44-11,0 1,0-1,0 0,0 0,-1-1,1 1,0-1,0-1,-1 1,1-1,0 0,0-1,0 1,0-1,0 0,0-1,-2-1,6 2,1-1,-1 1,1-1,0 1,0-1,0 1,0-1,1 1,-1-1,1 0,0 1,-1-1,1 0,0 0,1 1,-1-1,0 0,1 1,-1-1,1 0,0 1,0-1,0 1,0-1,1 1,-1 0,1-1,-1 1,1 0,0-1,22-34,2 0,1 1,16-15,1-1,-22 28,-1 0,-1-2,-1 0,-1-1,-2-1,-1-1,-1 0,-1-1,-2 0,-1-1,-1 0,-2 0,2-21,-12 7,3 44,0 0,-1 0,1 0,0 0,0 0,0 0,-1 0,1 0,-1 0,1 0,0 0,-1 0,0 0,1 0,-1 0,0 0,1 0,-1 1,0-1,0 0,0 1,1-1,-1 0,0 1,0-1,0 1,0 0,0-1,0 1,0 0,0-1,-1 1,1 0,0 0,0 0,0 0,0 0,-2 2,0 0,0 0,0 1,0-1,1 1,-1 0,1 0,0 0,-1 0,1 0,1 0,-1 1,0-1,1 1,0-1,0 1,0-1,0 1,0 0,1 1,-5 26,1 1,2-1,1 1,1 0,2 0,2-1,0 1,2-1,2 0,0-1,2 0,2 0,0-1,14 22,-15-27,-2-8,-1 1,-1 1,-1 0,0 0,-1 0,-1 1,0-1,-1 9,-4-10</inkml:trace>
  <inkml:trace contextRef="#ctx0" brushRef="#br0" timeOffset="5330.827">2072 592,'21'0,"24"2,23 2,19 1,12 2,3 3,-16-1</inkml:trace>
  <inkml:trace contextRef="#ctx0" brushRef="#br0" timeOffset="6121.745">2915 699,'-157'39,"147"-36,1 1,0 1,0-1,0 2,1-1,-1 1,1 0,1 1,-1 0,1 0,1 1,-1 0,1 0,-3 6,7-12,0 0,1 0,-1 0,1 1,-1-1,1 0,0 1,0-1,0 1,0 0,0-1,0 1,1 0,0-1,-1 1,1 0,0 0,0-1,1 1,-1 0,0-1,1 1,0 0,-1-1,1 1,0-1,1 1,-1-1,0 1,1-1,-1 0,1 1,0-1,-1 0,1 0,0-1,0 1,1 0,-1 0,0-1,0 0,2 1,6-1,0-1,-1 0,1 0,0-1,0-1,-1 0,1 0,-1 0,0-2,0 1,0-1,0 0,0-1,-1 0,0 0,0-1,0 0,-1 0,0-1,0 0,0 0,3-6,9 3,-14 36,-6-18,1 0,1 0,-1 0,2 0,-1 0,1 0,0 0,0-1,1 1,0-1,0 0,1 0,0 0,3 4,-4-9,0-1,1 0,-1 0,0 0,0 0,1 0,-1-1,0 1,1-1,-1 0,0 0,1 0,-1-1,0 1,1-1,-1 1,0-1,0 0,1-1,-1 1,0-1,0 1,0-1,-1 0,1 0,0 0,-1 0,1 0,-1-1,0 1,0-1,0 0,0 1,0-1,1-3,14-19,-1-2,-1 1,-1-2,-2 0,0 0,-2-1,-1 0,-2-1,-1 0,-1 0,-1-9,8-44,-4 0,-4 0,-4-13,-2 69,2 27,0 0,0 1,0-1,0 0,0 1,0-1,0 1,0-1,0 0,0 1,0-1,0 0,0 1,0-1,-1 0,1 1,0-1,0 1,0-1,0 0,-1 0,1 1,0-1,0 0,-1 1,1-1,0 0,-1 0,1 0,0 1,-1-1,1 0,0 0,-1 0,1 0,0 0,-1 1,1-1,0 0,-1 0,1 0,0 0,-1 0,1 0,-1 0,1 0,0 0,-1-1,1 1,0 0,-1 0,1 0,0 0,-1 0,1-1,0 1,-1 0,1 0,0-1,-1 1,1 0,-9 34,1 1,1-1,3 1,0 1,2 14,1-38,0 1,-3 51,1 0,4 0,9 60,-10-119,0 0,0 0,1 0,0 0,0 1,1-1,-1-1,1 1,0 0,0 0,1-1,-1 1,1-1,0 0,0 0,1 0,-1 0,1 0,0-1,0 0,-1-3,0 0,0 0,0-1,0 0,0 1,-1-1,1 0,0 0,0-1,-1 1,1 0,-1-1,1 0,-1 0,0 1,1-1,-1-1,0 1,0 0,0 0,-1-1,1 1,-1-1,1 0,-1 1,0-1,0 0,0 3,12-23,-9 15,0 0,1 0,0 1,0 0,1 0,0 0,0 1,0 0,1 0,0 0,0 1,1-1,-5 5,-1 0,1 1,0-1,-1 1,1-1,0 1,0 0,-1 0,1 0,0 0,0 0,-1 1,1-1,0 1,0 0,-1 0,1 0,-1 0,1 0,-1 1,1-1,-1 1,0-1,0 1,0 0,0 0,0 0,0 0,0 1,45 69,-27 13,-19-82,-1 0,0 0,-1 0,1 0,0 1,-1-1,0 0,0 0,0 0,0 0,0 0,0-1,-1 1,1 0,-1 0,0-1,0 1,0-1,0 0,0 0,-1 1,1-1,-1-1,1 1,-1 0,-1 0,-1 0,-1 0,1 0,-1-1,0 0,1 0,-1 0,0-1,0 1,0-1,0-1,1 1,-1-1,0 0,-3-2,6 3,0-1,0 0,1 0,-1 0,0 0,1 0,-1 0,1-1,-1 0,1 1,0-1,0 0,-1 0,1 0,1 0,-1-1,0 1,1 0,-1-1,1 1,-1-1,1 0,0 1,0-1,1 0,-1 0,0 1,1-1,0 0,-1-2,3-1,1 0,0 0,0 0,0 0,0 0,1 0,0 1,0 0,0 0,1 0,0 0,0 1,0 0,1 0,-1 0,1 1,0 0,0 0,0 0,0 0,0 1,1 0,3 0,-4-1,0 0,1 0,-1 0,1 1,-1 0,1 1,0-1,0 1,0 1,0-1,0 1,0 0,-1 1,1 0,0 0,0 0,0 1,-1 0,1 0,-1 0,1 1,-1 0,0 1,0-1,0 1,-1 0,1 1,2 3,38 127,-46-133,1-1,-1 0,1 0,0 0,-1 0,1 0,0 0,0 0,-1 0,1-1,0 1,0 0,0 0,0-1,0 1,0 0,1-1,-1 1,0-1,0 0,0 1,0-1,1 0,-1 0,0 0,0 1,1-1,-1 0,0-1,1 1,9-3</inkml:trace>
  <inkml:trace contextRef="#ctx0" brushRef="#br0" timeOffset="6389.583">3583 392,'-9'18,"1"11,10 7,3-3</inkml:trace>
  <inkml:trace contextRef="#ctx0" brushRef="#br0" timeOffset="6593.667">3784 819,'24'-23,"-2"0,0-2,-1-1,-2-1,-1 0,-1-1,-1-1,-2-1,0 0,-2-1,-2 0,-1-1,0-5,-2 3,-2 0,-1-1,-1 0,-2 0,-2 0,-4-27,-17-2,21 63,0-1,0 0,0 1,0-1,0 1,-1-1,1 1,0-1,-1 1,0 0,1 0,-1 0,1 0,-1 0,0 0,0 0,0 0,1 1,-1-1,0 1,0-1,0 1,0 0,0 0,0 0,0 0,0 0,0 0,0 1,0-1,-1 1,-6 4,1 1,-1 0,2 1,-1-1,1 2,0-1,0 1,1 0,0 0,0 1,1-1,0 1,1 0,0 1,0-1,1 1,0 1,-6 12,1 1,1 0,1 0,2 1,0 0,1-1,2 1,0 0,2 0,1 0,1 0,0 0,2-1,2 1,0-1,1-1,1 0,1 0,1 0,1-2,12 17,-14-27,1 0,0 0,0-1,1-1,0 0,1-1,0 0,0-1,0 0,1-1,0-1,0 0,10 2,23 3</inkml:trace>
  <inkml:trace contextRef="#ctx0" brushRef="#br0" timeOffset="7643.052">4372 699,'-1'55,"10"123,-8-174,-1 0,1 0,0 0,0-1,0 1,0 0,1 0,0 0,-1-1,1 1,1-1,-1 0,0 1,1-1,0 0,-1 0,1-1,0 1,1 0,-1-1,0 0,1 0,-1 0,1 0,0-1,0 1,0-1,-1 0,1 0,0 0,0-1,0 1,0-1,0 0,1 0,-1-1,0 1,0-1,0 0,-1 0,2 0,8-5,0-1,-1 0,0-1,0-1,0 1,-1-2,-1 0,1 0,-2-1,1 0,-2-1,1 1,-2-2,1 1,-2-1,0-1,0 1,-1-1,-1 1,0-2,-1 1,1-11,-6 33,0 0,1 0,0 0,0 0,1 0,0 0,0 0,1 0,0 0,1 0,0 0,0 0,0 0,1 0,1-1,-1 0,1 0,0 0,0 0,1 0,0-1,0 0,1 0,0 0,0-1,4 4,0-5,-1-1,1 0,0 0,0 0,0-2,0 1,0-1,0 0,0-1,1-1,-1 1,0-1,0-1,0 0,0-1,0 0,0 0,-1-1,0 0,0-1,5-3,-1 1,0-1,0-1,-1 0,-1-1,0 0,0 0,-1-2,0 1,-1-1,0 0,-1-1,-1 0,0 0,2-8,1-6,-3-1,0 0,-1 0,-2-1,-1 0,-2 1,0-1,-2 0,-1 0,-18-48,19 74,0 1,0 0,0 0,-1-1,1 1,-1 0,0 0,1 0,-1 1,0-1,0 0,0 1,0-1,0 1,-1 0,1-1,0 1,-1 0,1 0,-1 1,1-1,-1 1,1-1,-1 1,1 0,-1-1,1 1,-1 1,0-1,-7 4,0 0,1 1,0 0,0 0,0 1,0 0,1 1,0 0,0 0,1 1,0 0,0 0,1 1,0 0,1 0,0 0,0 1,1-1,0 1,0 1,-2 1,0 0,1 1,0-1,1 1,0 0,1 1,1-1,0 0,1 1,0 0,1-1,0 1,2-1,-1 1,2-1,-1 0,2 0,0 0,0 0,2 0,-1-1,1 0,1 0,0 0,1-1,2 2,11 5,1-1,0 0,1-2,1 0,0-2,1-1,1-1,0-1,0-1,1-1,0-1,0-2,4 0,68 11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47.7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1 122,'97'280,"-80"-228,54 135,-19-123,-51-63,1 0,-1 0,1 0,0 0,0 0,0 0,0 0,-1 0,1-1,0 1,0-1,0 0,0 1,0-1,1 0,-1 0,0 0,0 0,0-1,0 1,0-1,0 1,0-1,0 1,-1-1,1 0,0 0,0 0,0 0,-1 0,1-1,-1 1,1 0,-1-1,1 1,-1-1,1-1,5-9,-1 0,0 0,-1 0,-1-1,0 0,0 0,-1 0,-1 0,-1 0,1-1,-2 1,0-1,-1 0,1 8,0-188,-1 192,1 0,0 0,0-1,0 1,0 0,0 0,0 0,1 0,-1 0,1 0,-1 0,1 0,0 0,-1 0,1 0,0 0,1 1,-1-1,0 0,0 1,1-1,-1 0,1 1,-1 0,1-1,0 1,-1 0,2 0,3 0</inkml:trace>
  <inkml:trace contextRef="#ctx0" brushRef="#br0" timeOffset="336.909">629 549,'5'16,"3"10,1 7,1 2,-2 1,1-5,-1-6</inkml:trace>
  <inkml:trace contextRef="#ctx0" brushRef="#br0" timeOffset="539.425">616 281,'-11'14,"2"9,11 5,13 0,4-5</inkml:trace>
  <inkml:trace contextRef="#ctx0" brushRef="#br0" timeOffset="778.776">990 549,'0'18,"0"11,2 5,4 1,2-1,2-4,0-4,-2-6,-2-4</inkml:trace>
  <inkml:trace contextRef="#ctx0" brushRef="#br0" timeOffset="1031.098">977 242,'-9'4,"-1"7,4 3,7 1,3-1</inkml:trace>
  <inkml:trace contextRef="#ctx0" brushRef="#br0" timeOffset="1322.846">1471 0,'-2'16,"-1"15,2 15,4 13,2 11,1 9,3 3,-1-1,1-6,1-11,2-12,0-9,0-14,2-10,-3-11,-3-8</inkml:trace>
  <inkml:trace contextRef="#ctx0" brushRef="#br0" timeOffset="1635.071">1244 495,'17'-2,"102"-15,1 5,47 4,-162 7,1 0,-1 1,0 0,1-1,-1 2,1-1,-1 1,1 0,-1 0,0 0,1 0,-1 1,0 0,0 1,0-1,-1 1,1-1,0 2,-1-1,0 0,0 1,0 0,0 0,-1 0,1 0,-1 0,0 1,0 0,1 2,7 55,-10-52,0 0,1 1,0-1,0 0,1 0,1 0,0-1,0 1,6 8,-6-12,1 1,0-1,0 0,0-1,1 0,0 1,0-2,0 1,1-1,-1 0,1 0,0-1,0 1,1-2,-1 1,1-1,-1 0,1-1,0 0,-1 0,1 0,0-1,0 0,0-1,-1 0,7-1,-10 0,0 0,0 0,0-1,-1 1,1-1,-1 1,0-1,1 0,-1-1,-1 1,1 0,0-1,-1 0,0 1,0-1,0 0,0 0,-1 0,1 0,-1 0,0-1,0 1,-1 0,1-1,-1-2,1-3,-1 0,-1 0,1-1,-2 1,1 0,-1 0,-1 0,0 1,0-1,-3-4,4 9,0-1,-1 1,1 0,-1 0,0 0,0 1,-1-1,1 1,-1 0,0-1,0 2,-1-1,1 0,-1 1,1 0,-1 0,0 1,0-1,-1 1,1 0,0 0,-1 1,1-1,-1 1,0 1,1-1,-1 1,0 0,1 0,-1 0,0 1,1 0,-1 0,1 1,-1-1,1 1,0 0,0 1,0-1,0 1,0 0,0 0,0 1,2-2,0 1,1 0,-1-1,0 1,1 0,-1 1,1-1,0 0,0 1,0-1,1 1,-1-1,1 1,0 0,0 0,0 0,0-1,1 1,-1 0,1 0,0 0,0 0,1 0,-1 0,1 0,0 0,0-1,0 1,1 0,-1 0,2 0,21 21,4-5</inkml:trace>
  <inkml:trace contextRef="#ctx0" brushRef="#br0" timeOffset="2451.731">2327 682,'8'-1,"-2"0,1 1,-1-1,0 0,0-1,1 0,-1 0,0 0,0 0,-1-1,1 0,-1 0,1-1,-1 0,0 0,0 0,0 0,-1-1,0 1,0-1,0-1,0 1,-1 0,1-2,-5 1,0 0,-1 0,0 0,0 0,0 0,-1 1,1-1,-2 1,1 0,0 0,-1 0,0 1,0-1,-1 1,1 0,-1 0,0 0,0 0,0 1,0 0,-1 0,1 1,-1-1,0 1,-3 0,5-1,-1 1,1 0,0 1,-1-1,0 1,1 0,-1 0,0 0,1 1,-1-1,0 1,0 1,0-1,1 0,-1 1,0 0,1 0,-1 1,0-1,1 1,0 0,-1 0,1 1,0-1,0 1,0 0,1 0,-1 0,1 0,-1 1,1-1,0 1,0 0,-1 3,1-2,0 0,0 1,0 0,1 0,0 0,0 0,0 0,1 0,0 0,0 1,0-1,1 0,0 1,0-1,1 0,0 0,0 1,0-1,1 0,0 0,0 0,0 0,1 0,0-1,0 1,1-1,-1 0,1 0,0 0,1 0,-1-1,1 0,2 2,2-2,-1 0,1-1,0 0,0 0,0-1,1-1,-1 1,0-2,1 1,-1-1,1-1,-1 1,0-2,1 1,-1-1,0-1,0 1,0-2,-1 1,1-1,-1 0,0-1,0 0,0 0,0-1,-1 0,1-2,-7 7,-1 0,0 1,0-1,0 1,1-1,-1 0,0 1,1-1,-1 1,1-1,-1 1,1-1,-1 1,0-1,1 1,0-1,-1 1,1 0,-1-1,1 1,0 0,-1-1,1 1,-1 0,1 0,0 0,-1 0,1-1,0 1,-1 0,1 0,0 0,-1 1,1-1,0 0,-1 0,1 0,0 0,-1 1,1-1,0 0,-1 0,1 1,-1-1,1 1,-1-1,1 0,0 1,-1-1,0 1,1-1,-1 1,1-1,-1 1,0 0,1-1,-1 1,0-1,0 1,1 0,-1-1,0 1,0 0,0-1,0 1,0 0,0 0,1 13,6 47,-7-60,0 1,1-1,-1 0,1 1,-1-1,1 0,0 1,-1-1,1 0,0 0,0 0,0 0,0 0,0 0,0 0,0 0,0 0,0 0,0 0,1 0,-1-1,0 1,0-1,1 1,-1-1,1 1,-1-1,0 0,1 0,-1 0,1 1,-1-1,0-1,1 1,-1 0,1 0,-1 0,4-3,0 0,-1-1,0 1,1-1,-1 0,-1 0,1 0,0 0,-1 0,0-1,0 0,0 0,-1 0,0 0,0 0,0 0,0 0,-1-1,0 1,0-1,0 1,-1-1,0-2,6-35,-4 27,0 1,0 0,2 0,0 0,0 1,7-13,-10 24,1 0,0 0,1 0,-1 0,0 1,1-1,-1 1,1-1,0 1,0 0,0 0,0 1,0-1,0 0,0 1,1 0,-1 0,1 0,-1 0,1 1,-1-1,1 1,-1 0,1 0,-1 0,1 0,-1 1,3 0,4 1,1 0,-1 1,0 0,0 1,0 0,-1 0,1 1,-1 0,1 2,2 3,0 0,0 1,-2 0,1 1,-1 0,-1 1,0 0,-1 1,0 0,-1 0,-1 0,4 15,-8-24,0 1,0-1,1 1,-1-1,1 0,0 0,1 0,-1 0,1-1,0 1,0-1,0 0,1 0,-1-1,1 1,0-1,0 0,0 0,0-1,1 1,-1-1,1 0,0-1,-1 1,1-1,0-1,0 1,1-1,4 0,0-1,-1-1,1 0,-1-1,0 0,0 0,0-1,0 0,0-1,-1 0,0-1,0 0,0 0,-1 0,0-2,0 1,-1-1,0 0,0 0,-1-1,0 1,0-2,-1 1,-1 0,2-3,-5 8,0 0,0 0,0 0,0 0,0 0,-1 0,0 0,0 0,0 0,0 0,-1 0,1 0,-1 1,0-1,0 0,-1 0,1 0,-1 1,0-1,0 1,0-1,0 1,0 0,-1 0,0 0,1 0,-1 0,0 1,-1-1,1 1,0 0,-1 0,1 0,-1 0,1 0,-1 1,0 0,0 0,0 0,0 0,0 1,0-1,0 1,0 0,0 0,0 0,1 1,-3 0,1 2,0 1,0 0,1 0,-1 1,1 0,0-1,0 1,1 0,0 1,-1-1,2 1,-1-1,1 1,-1 0,2 0,-1 0,1 0,0 0,0 1,0-1,1 0,0 0,0 1,1-1,0 0,1 4,-1-1,1-1,0 0,1 0,-1 0,2 0,-1-1,1 1,0-1,1 0,-1 0,1 0,1-1,-1 0,1 0,0 0,1 0,0-1,-1-1,1 1,1-1,-1 0,1 0,-1-1,1 0,0-1,7 2,19 5,0-2,0-2,0-1,1-2,28-1,35-3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45.8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262 242,'-9'-3,"1"0,-1 1,0 0,0 0,0 1,0 0,0 0,0 1,0 0,0 1,1 0,-1 1,0-1,0 2,0-1,1 1,-1 1,1-1,0 1,0 1,1 0,-1 0,1 0,-5 5,9-8,0 1,-1-1,1 1,0 0,0 0,0 0,1 0,-1 1,1-1,0 1,0 0,0-1,0 1,1 0,-1 0,1 0,0 0,0 0,1 0,-1 1,1-1,0 0,0 0,0 0,1 0,-1 1,1-1,0 0,0 0,1 0,0 2,8 5,1-1,0 0,0-1,1 0,0 0,0-2,1 1,0-2,1 1,-1-2,13 4,6 4,-15-6,-1 1,0 0,0 1,-1 1,0 1,6 5,-18-13,1 0,-1 0,1 1,-1-1,0 1,0 0,-1 0,1 0,-1 0,0 1,0-1,0 1,-1-1,1 1,-1 0,0-1,0 1,-1 0,0 0,0 0,0 0,0-1,-1 1,1 0,-1 0,-1 1,0-1,1 0,-1 0,0-1,-1 1,1-1,-1 0,0 1,0-1,0-1,0 1,-1 0,0-1,-2 3,5-6,1 1,-1-1,1 1,-1-1,0 0,1 1,-1-1,0 0,1 1,-1-1,0 0,1 0,-1 1,0-1,0 0,1 0,-1 0,0 0,0 0,1 0,-1 0,0-1,1 1,-1 0,0 0,0 0,1-1,-1 1,0 0,1-1,-1 1,1-1,-1 1,0 0,1-1,-1 1,1-1,-1 0,1 1,-1-1,1 1,0-1,-1 0,1 1,0-1,0 0,-1 1,1-1,0 0,0 0,0 1,0-1,0 0,0 0,-3-44,12 0,2 0,2 0,2 1,2 1,19-35,-29 63,38-89,-4-3,16-71,-64 308,10 16,6 0,8 12,4-55,-12-84</inkml:trace>
  <inkml:trace contextRef="#ctx0" brushRef="#br0" timeOffset="976.134">343 403,'401'18,"-209"-7,-179-8,-18 0,-22 0,19-3,0 0,0 0,0 1,-1 0,1 0,0 1,0 0,0 0,1 1,-1 0,0 0,1 1,0 0,0 0,0 1,0 0,1 0,0 1,0-1,0 1,1 1,0-1,0 1,1 0,-1 0,2 0,-1 1,1-4,1 0,0 1,1-1,-1 0,1 1,0-1,0 1,0-1,0 1,1 0,0-1,0 1,0 0,1-1,-1 1,1-1,0 1,0-1,1 1,0-1,-1 0,1 1,1-1,-1 0,1 0,-1-1,1 1,0 0,0-1,1 0,-1 0,1 0,-1 0,1 0,0-1,0 0,0 1,1-1,1-1,0 1,1-1,-1 0,0 0,1-1,-1 0,1 0,-1 0,1-1,-1 0,0-1,0 1,1-1,-1 0,0 0,-1-1,1 0,0 0,-1 0,1-1,-1 0,0 0,2-3,1 0,-1 0,0-1,-1 0,0 0,0 0,0-1,-1 0,-1 0,0 0,0-1,0 1,-1-1,-1 0,1-6,-4 22,0 0,1 0,-1-1,1 1,1 0,-1 0,1 0,0-1,0 1,0 0,1-1,0 1,0-1,1 0,-1 1,1-1,0 0,1-1,-1 1,1-1,0 1,0-1,0 0,0 0,1-1,0 1,0-1,1 1,1-3,0 0,0 0,0-1,0 0,0 0,0 0,0-1,0 0,-1-1,1 1,0-1,-1-1,1 1,-1-1,1 0,-1 0,0-1,-1 0,1 0,-1 0,1-1,-1 0,-1 0,1 0,-1-1,0 1,0-1,0 0,-1 0,0 0,0-1,-1 1,1-1,-1 0,1-6,5-126,-8 138,-1 0,1 0,0 0,-1 0,1 0,0 0,0-1,0 1,0 0,0 0,0 0,0 0,0 0,0-1,0 1,1 0,-1 0,0 0,1 0,-1 0,1 0,-1 0,1 0,0 0,-1 0,1 0,0 1,-1-1,1 0,0 0,0 0,0 1,0-1,0 1,0-1,0 1,0-1,0 1,0-1,0 1,0 0,0 0,1-1,-1 1,0 0,0 0,0 0,0 0,0 1,1-1,-1 0,0 0,0 1,1-1,9 6,0 0,0 0,-1 1,0 0,0 1,0 0,-1 1,0 0,-1 0,0 1,0 0,-1 1,-1-1,0 1,0 1,-1-1,0 1,-1 0,-1 0,3 10,-2 3,-5-20,1-1,0 1,1 0,-1 0,1 0,0 0,0 0,0-1,1 1,0 0,0-1,0 0,0 1,1-1,0 0,0 0,0 0,0-1,0 1,1-1,-1 1,1-1,0 0,0-1,1 1,-1-1,0 0,1 0,6-1,0 0,1-1,-1-1,0 0,1 0,-1-1,0-1,0 0,0 0,-1-1,1 0,-1-1,0 0,0-1,0 0,-1 0,0-1,0-1,-1 1,0-1,3-5,-5 6,0 0,-1 0,0 0,-1-1,0 0,0 0,0 0,-1 0,0-1,0-4,-2 10,0 0,-1 0,1 0,-1 0,1 0,-1 0,0 0,-1 0,1-1,0 1,-1 0,0 0,0 1,0-1,0 0,0 0,0 0,-1 1,1-1,-1 0,0 1,0 0,0-1,0 1,0 0,0 0,-1 0,1 0,-1 0,1 1,-3-2,3 2,0 0,-1 0,1 0,-1 0,0 1,1-1,-1 0,0 1,1 0,-1 0,0 0,1 0,-1 0,0 0,0 1,1-1,-1 1,1 0,-1 0,1 0,-1 0,1 0,-1 1,1-1,0 1,0-1,0 1,0 0,0 0,0 0,0 0,0 0,-1 3,-1 0,1 0,0 0,0 1,1-1,-1 1,1 0,1-1,-1 1,1 0,0 0,0 0,1 0,-1 0,2 0,-1 0,1 0,0-1,1 1,-1 0,1-1,0 1,0-1,1 0,0 1,0-1,0-1,0 1,1 0,0-1,0 0,0 0,0 0,1 0,-1 0,1-1,0 0,0 0,0-1,1 1,-1-1,1 0,-1-1,7 2,35 8,-1-5</inkml:trace>
  <inkml:trace contextRef="#ctx0" brushRef="#br0" timeOffset="1370.18">2240 536,'-12'-5,"0"0,0 0,-1 1,1 1,-1 0,0 1,0 1,0 0,0 0,0 1,0 1,0 0,-5 1,14 0,0 0,0 1,0-1,1 0,-1 1,0 0,1 0,0 0,0 0,0 1,0-1,0 1,1 0,0 0,-1 0,2 0,-1 0,0 0,1 1,0-3,0 0,0 1,0-1,1 0,-1 1,1-1,0 0,0 1,0-1,0 0,0 1,0-1,0 1,1-1,0 0,-1 0,1 1,0-1,0 0,0 0,0 0,0 0,1 0,-1 0,1 0,-1 0,1-1,0 1,-1 0,1-1,0 0,0 1,0-1,0 0,0 0,2 0,5 1,1 0,0-1,-1 0,1-1,0 0,0-1,-1 0,1 0,0-1,-1-1,0 1,1-1,-1-1,0 0,0 0,-1-1,1 0,-1 0,0-1,-1 0,1-1,-1 1,-1-1,1-1,1-3,19-38,-28 55,1-1,0 0,0 1,1-1,-1 0,1 1,0-1,1 0,-1 0,1 0,0 0,0 0,1 0,0 1,7 2,-1-1,1-1,1 0,-1 0,1-1,0-1,0 0,0 0,1-1,-1 0,1-1,0 0,-1-1,1-1,0 0,5 0,66 2,-2-3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53.5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13,'18'0,"15"0,14 0,10 0,6-2,4-1,-2 0,-6 1,-8 0,-8 1,-10 3,-9 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53.8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13,'18'3,"15"0,16 0,11-3,6-1,4-1,-2-2,-7-1,-12 1,-12 1,-14 1,-12 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52.5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238 254,'-18'15,"1"0,1 2,0-1,2 2,0 0,0 1,2 0,0 1,-4 12,2-8,2 1,0 0,2 1,0 0,2 1,1 0,1 0,1 1,1 4,4-28,0 1,0 0,0 0,0 0,1-1,-1 1,1 0,0-1,1 1,-1-1,1 1,0-1,0 1,1-1,-1 0,1 0,0 0,0-1,0 1,0-1,1 1,-1-1,1 0,0 0,0-1,0 1,0-1,1 0,-1 0,0 0,1-1,0 0,-1 0,1 0,3 0,5 0,-1 0,1-1,0-1,0 0,-1-1,1-1,-1 1,0-2,0 0,0 0,0-1,-1-1,1 0,-1 0,-1-1,1-1,-1 0,-1 0,0-1,0 0,0 0,-1-1,-1 0,1-1,-2 0,1 0,-2 0,1-1,-2 1,2-8,1-7,-1-1,-2 0,0 0,-2 0,-1 0,-2-1,0 1,-2 0,-1 0,-1 0,-1 1,-1-1,-2 1,-9-20,-31-29,47 72,-1 1,1-1,-1 1,1 0,-1 0,0 0,0 1,0-1,0 1,0-1,0 1,0 0,0 0,-1 1,1-1,0 0,-1 1,1 0,0 0,-1 0,1 0,0 1,-1-1,1 1,0 0,-5 3,0 1,1 0,0 1,0-1,0 2,1-1,0 1,0-1,0 2,1-1,0 1,1-1,0 1,0 0,0 1,1-1,1 1,-1-1,1 1,1 0,-1 0,1 4,-2 7,1 0,0 1,2-1,0 1,1-1,1 1,1-1,1 0,1 0,0 0,2-1,0 1,1-2,1 1,1-1,1-1,0 1,1-2,3 3,18 17,2-1,2-2,0-1,3-3,0-1,5 1,48 11,-89-39,0 0,0-1,0 1,-1-1,1 0,0 0,0 0,0-1,0 1,0-1,-1 0,1 0,0-1,-1 1,1-1,0 1,-1-1,0 0,1 0,-1-1,0 1,0-1,-1 0,2 0,-4 1,1 1,0 0,0-1,0 1,0-1,0 1,0 0,0 0,0-1,0 1,0 0,1 0,-1 0,1 1,-1-1,1 0,-1 0,1 1,-1-1,1 1,-1-1,1 1,0 0,-1-1,1 1,0 0,-1 0,1 0,0 1,-1-1,1 0,-1 1,1-1,0 1,-1-1,1 1,-1 0,1-1,-1 1,0 0,1 0,-1 0,0 0,0 0,1 0,-1 1,0-1,0 1,4 5,1 0,0-1,1 1,-1-1,1-1,0 1,1-1,-1 0,9 3,-13-6,0-1,0 0,0 0,0 0,0 0,0 0,0-1,1 1,-1-1,0 0,0 0,1 0,-1 0,0-1,0 0,1 1,-1-1,0 0,0 0,0-1,0 1,0-1,-1 1,1-1,0 0,-1 0,1 0,-1 0,1-1,1-2,-1 0,1 0,-1 0,1 0,-2-1,1 1,-1-1,1 0,-2 0,1 0,-1 0,1 0,-2 0,1 0,-1 0,0-1,0 1,0 0,-1 0,-1-1,2 3,-1 0,0 0,0 0,0 1,0-1,-1 1,0-1,0 1,1-1,-2 1,1 0,0 0,-1 0,1 0,-1 1,0-1,0 1,0-1,0 1,-1 0,1 0,-1 1,1-1,-1 1,1-1,-1 1,0 0,0 1,1-1,-1 0,0 1,-2 0,-3 1,-1 0,1 1,0 0,1 1,-1 0,0 0,1 1,-1 0,1 0,0 1,1 0,-1 1,1-1,0 1,0 1,1-1,0 1,0 0,0 1,1-1,0 1,5-7,-1 0,0 0,1 0,-1 0,0 0,1 0,-1 0,1 0,-1 0,1 0,0 0,-1 0,1 0,0 1,0-1,0 0,0 0,0 0,0 0,0 0,0 1,1-1,-1 0,0 0,1 0,-1 0,0 0,1 0,-1 0,1 0,0 0,-1 0,1 0,0 0,0 0,0-1,-1 1,12 4</inkml:trace>
  <inkml:trace contextRef="#ctx0" brushRef="#br0" timeOffset="287.294">558 201,'3'2,"4"3,9 1,11-1,9-1,10-1,9-2,4 0,1-3,-5-3,-12-1</inkml:trace>
  <inkml:trace contextRef="#ctx0" brushRef="#br0" timeOffset="579.511">786 1,'-12'13,"-3"14,1 12,2 10,6 6,6 4,6 5,6-3,3-1,2-8,-3-12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50.8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289 389,'-20'9,"1"1,0 2,0 0,2 0,-1 2,2 0,0 1,0 1,2 0,0 1,0 0,-6 15,12-22,0 0,1 1,1 0,0 0,0 0,1 1,1 0,0 0,0 0,1 1,1-1,0 1,1 0,0-1,1 6,1-15,0-1,0 1,0 0,0-1,0 1,0-1,1 1,-1-1,1 0,-1 1,1-1,0 0,0 0,0 0,0 0,1-1,-1 1,0-1,1 1,-1-1,1 0,-1 0,1 0,0 0,0 0,-1-1,1 1,0-1,0 0,-1 1,1-2,0 1,0 0,1 0,94-25,-81 17,0-1,-1 0,0-1,0 0,-2-2,1 0,-1 0,-1-1,0-1,-1 0,-1-1,0 0,-1-1,0 0,-2-1,0 0,0 0,-2 0,0-1,-1-2,1-3,0 0,-2 0,-1-1,-1 1,0-1,-2 1,-1-1,-1 1,-1-1,-1 1,-1 0,-1 0,-8-20,12 38,0 0,-1 0,1 0,-1 0,0 1,-1-1,1 1,-1 0,0 0,0 0,0 1,0-1,-1 1,1 0,-1 0,0 0,0 1,0 0,0 0,0 0,-1 1,1-1,-1 1,1 1,-1-1,1 1,-1 0,1 0,-1 0,1 1,-1 0,1 0,0 0,-1 1,1 0,0 0,0 0,0 0,0 1,-1 1,-2 3,-1 1,1 1,0-1,1 1,0 1,0-1,1 1,0 0,1 1,0-1,1 1,0 0,1 0,0 0,1 1,0-1,0 1,1-1,1 1,0-1,1 1,0-1,0 1,2-1,-1 1,1-1,1 0,1 2,10 19,1-1,1-1,2 0,1-1,1-1,1-1,22 19,-17-17,-1 1,-1 2,-1 0,-2 2,13 26,3 28,-29-73</inkml:trace>
  <inkml:trace contextRef="#ctx0" brushRef="#br0" timeOffset="257.359">797 683,'-2'9,"-1"10,0 10,0 8,4 6,3 3,4 1,2-4,0-7,0-6,1-10,-1-7</inkml:trace>
  <inkml:trace contextRef="#ctx0" brushRef="#br0" timeOffset="533.177">583 215,'16'0,"14"0,11 0,10 0,6 0,2 0,-1 0,-2 0,-9 0,-12 0</inkml:trace>
  <inkml:trace contextRef="#ctx0" brushRef="#br0" timeOffset="839.38">850 1,'-7'13,"-2"17,1 14,3 11,5 9,5 6,4 2,3-2,3-4,2-8,-2-15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55.8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94,'-2'23,"-1"18,0 14,1 12,0 5,1 0,1-4,0-4,0-8,0-9,0-11,0-13,0-11</inkml:trace>
  <inkml:trace contextRef="#ctx0" brushRef="#br0" timeOffset="382.224">0 0,'55'49,"2"-2,1-3,46 25,93 71,-178-124,-2 0,0 0,0 2,-2 0,0 1,3 7,-13-20,-1 1,-1-1,1 1,-1 0,0 0,-1 0,1 0,-1 0,-1 0,0 1,0-1,0 1,-1-1,0 1,0-1,-1 1,0-1,0 1,-1-1,0 0,0 0,-1 0,-1 1,-1 0,0 0,0-1,-1 0,0 0,0-1,0 1,-1-1,0-1,0 1,-1-1,0-1,0 1,0-1,-6 2,-132 34,114-34,-1-2,1-2,-1-1,-23-2,69-4,7 2</inkml:trace>
  <inkml:trace contextRef="#ctx0" brushRef="#br0" timeOffset="721.339">816 709,'-1'5,"-1"1,2-1,-1 1,0-1,1 1,0 0,1-1,-1 1,1 0,0-1,1 1,-1-1,1 1,0-1,0 0,1 0,-1 0,1 0,0 0,1-1,-1 1,1-1,0 0,0 0,0 0,1 0,-1-1,1 0,0 0,4 2,0-1,0 0,0-1,1 0,-1-1,1 0,-1 0,1-1,0-1,0 1,-1-1,1-1,0 0,0-1,5-1,-10 2,1 0,-1-1,0 0,0 0,0 0,0-1,0 0,-1 0,1 0,-1 0,1-1,-1 1,-1-1,1 0,0 0,-1-1,0 1,0-1,0 0,-1 1,1-1,-1 0,0-1,-1 1,1 0,0-3,-1 2,-1 0,1 0,-1 0,0-1,-1 1,1 0,-1 0,0 0,-1 0,1 0,-1 1,-1-1,1 0,-1 1,0-1,0 1,0 0,-1 0,0 0,0 1,0-1,0 1,-1 0,0 0,1 1,-1-1,-1 1,1 0,-1 0,1 1,-1 0,0 0,1 0,-1 0,0 1,0 0,0 0,-1 1,-2 0,-5 4,1 1,1 1,-1 0,1 1,0 0,0 1,1 0,0 1,0 0,1 1,1 0,-1 0,2 1,-1 0,1 1,1 0,0 0,1 1,-4 11,-6 12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54.7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68 81,'0'2,"0"10,2 12,1 12,2 9,1 10,1 7,-1 1,1 0,0-5,0-5,0-7,0-9,2-10,-1-18,-2-10</inkml:trace>
  <inkml:trace contextRef="#ctx0" brushRef="#br0" timeOffset="352.146">1 0,'182'146,"-145"-119,0 2,-2 2,-2 1,0 1,-3 2,-1 1,-1 2,-2 0,2 9,-24-41,-1 0,0 0,0 0,0 0,-1 1,0-1,0 1,0-1,-1 1,0 0,-1-1,1 1,-1 0,-1 0,1 0,-1-1,0 1,-1 0,1-1,-1 1,-1-1,1 0,-1 0,0 1,-1-2,1 1,-1 0,0-1,-1 0,-1 2,-9 2,-1-1,0-1,-1 0,1-1,-1-1,0-1,0 0,-1-1,1-1,-1-1,1 0,-1-2,1 0,-4-1,10 2,-72-4,97 3</inkml:trace>
  <inkml:trace contextRef="#ctx0" brushRef="#br0" timeOffset="740.834">670 762,'11'-22,"0"0,-2-1,-1 0,0-1,-2 0,-1 0,-1 0,-1-1,0-16,-4 236,0-153,-1-25,1 0,2 0,-1 0,2 0,0 0,4 14,13-4,-9-20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9:01.4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320 44,'-16'5,"-12"8,-11 8,-7 11,-3 8,3 9,6 7,10 9,11 3,12 3,15 0,17-3,16-6,14-10,10-8,-7-12</inkml:trace>
  <inkml:trace contextRef="#ctx0" brushRef="#br0" timeOffset="978.118">814 486,'-21'-7,"0"2,-1 0,0 1,0 1,0 2,0 0,0 1,-6 1,24 0,-1-1,1 1,-1 0,1 1,-1-1,1 1,0-1,0 1,-1 1,1-1,1 1,-1-1,0 1,1 0,-1 0,1 1,0-1,0 1,0-1,1 1,-1 0,1 0,0 0,0 0,0 1,1-1,-1 1,1-1,0 1,1-1,-1 1,1-1,0 1,0 0,0-1,0 1,1-1,0 1,0-1,0 1,1-1,-1 1,1-1,0 0,0 0,1 0,-1 0,1 0,0-1,0 1,0-1,10 5,0-2,0 0,0 0,1-1,0-1,0 0,0-1,1-1,-1 0,1-1,0 0,-1-1,1-1,0 0,28-2,-1-2,0-1,0-2,0-2,-1-2,-1-2,0-1,-1-2,29-18,-61 31,-3 2,0 0,0 0,1 0,-2-1,1 0,0 1,0-2,-1 1,0 0,0-1,0 1,0-1,2-4,-5 8,-1-1,1 0,-1 0,0 0,1 1,-1-1,0 0,0 0,1 1,-1-1,0 1,0-1,0 1,0-1,0 1,1-1,-1 1,0 0,0 0,0-1,0 1,0 0,0 0,0 0,0 0,0 0,0 0,0 0,0 1,0-1,0 0,0 0,0 1,0-1,0 1,0-1,0 1,0-1,1 1,-2 0,-13 4,0 0,1 1,0 1,0 0,0 1,1 1,0 0,0 1,-3 4,15-14,0 1,0-1,0 1,0-1,0 1,0 0,0 0,0 0,0-1,0 1,0 0,0 0,1 0,-1 0,0 0,1 0,-1 1,1-1,-1 0,1 0,0 0,-1 0,1 1,0-1,0 0,0 0,0 1,0-1,0 0,0 0,0 1,1-1,-1 0,0 0,1 0,-1 1,1-1,-1 0,1 0,-1 0,1 0,0 0,0 0,-1 0,1 0,0 0,0-1,0 1,0 0,0 0,0-1,0 1,1-1,9 2,0-2,0 1,0-2,-1 1,1-1,0-1,0 0,0-1,-1 0,0 0,1-1,-1-1,6-3,35-18,-42 61,-7-29,1 0,-1 0,1 0,0 0,0 0,1-1,0 0,0 1,0-1,0 0,1-1,0 1,0-1,0 0,1 0,-1-1,1 0,0 0,0 0,0 0,0-1,0 0,1 0,-1-1,1 0,-1 0,1-1,-1 1,1-1,-1-1,1 1,-1-1,1 0,-1-1,1 1,-1-1,0-1,0 1,3-2,5-3,-1 0,1 0,-1-2,-1 1,0-1,0-1,-1-1,0 1,0-1,-1-1,-1 0,0-1,-1 1,0-2,-1 1,-1-1,0 0,1-5,3-10,-2-1,0 0,-2-1,-2 0,-1 0,-1 0,-1 0,-3-17,-21-62,22 106,0 1,-1-1,1 1,-1-1,0 1,0 0,0 0,0 0,-1 0,1 0,-1 0,0 0,0 1,0 0,0-1,0 1,0 0,-1 1,1-1,-1 0,1 1,-1 0,0 0,1 0,-1 0,0 1,0-1,0 1,-4 3,0 0,1 0,-1 1,1-1,0 2,0-1,0 1,1 0,0 0,0 1,0 0,0 0,1 0,0 1,1 0,-1 0,1 0,1 0,-1 1,1 0,0-1,1 1,-1 3,-3 5,0 0,1 1,1-1,1 1,0 0,1 0,1 1,0-1,1 0,1 0,1 1,1-1,0 0,1 0,1-1,0 1,1-1,1 0,1-1,0 0,1 0,0 0,1-1,6 6,-1-7,1 0,0 0,0-2,1 0,1-1,0-1,0 0,0-1,1-2,4 2,39 9</inkml:trace>
  <inkml:trace contextRef="#ctx0" brushRef="#br0" timeOffset="2489.257">2138 539,'-9'1,"0"-1,1 1,-1 0,0 1,1 0,-1 0,1 1,0 0,0 1,0 0,0 0,1 0,0 1,0 0,0 1,0 0,-5 5,-30 48,41-57,0 0,1-1,-1 1,1 0,0 0,-1 0,1 0,0 0,0-1,0 1,0 0,0 0,1 0,-1 0,1 0,-1-1,1 1,-1 0,1 0,0-1,0 1,0 0,0-1,0 1,0-1,1 0,-1 1,0-1,1 0,-1 1,1-1,-1 0,1 0,0-1,-1 1,2 1,11 3,0-1,0 0,0-1,1-1,-1 0,1 0,-1-2,14 0,-17 0,17 1,1-2,-1 0,0-2,0-1,0-1,0-2,-1 0,0-2,23-11,-47 19,0 0,-1 1,1-2,-1 1,1 0,-1 0,1-1,-1 0,0 1,1-1,-1 0,0 0,0 0,-1 0,1 0,0-1,-1 1,1-1,-1 1,0-1,0 1,0-1,0 0,0 1,0-1,-1 0,0 0,1 0,-1 1,0-1,-1 2,1 0,-1 1,0-1,1 1,-1-1,0 1,1 0,-1-1,0 1,0 0,1-1,-1 1,0 0,0 0,0 0,0 0,1-1,-1 1,0 0,0 1,0-1,1 0,-1 0,0 0,0 0,0 1,1-1,-1 0,0 1,0-1,1 0,-1 1,0-1,1 1,-1 0,0-1,1 1,-1-1,1 1,-1 0,1-1,-1 1,1 0,0 0,-1-1,1 1,0 0,0 0,-1-1,1 1,0 0,0 0,0 0,-1 2,0-1,0 1,1 0,-1 0,1 0,-1 0,1 0,0-1,0 1,1 0,-1 0,1 0,-1 0,1 0,0-1,0 1,0 0,0-1,0 1,1-1,-1 1,1-1,0 1,0-1,-1 0,1 0,1 0,-1 0,0 0,2 1,4 2,-1-1,1 0,-1 0,1 0,1-1,-1 0,0 0,1-1,6 1,-3-2,0 0,-1-1,1-1,0 0,0 0,0-1,0-1,-1 0,0 0,1-1,-1 0,0-1,-1-1,1 0,-1 0,-1-1,1 0,-1-1,0 0,-1 0,1-1,1-3,-10 11,0 0,1 1,-1-1,0 1,0-1,1 1,-1-1,0 0,1 1,-1-1,0 1,1-1,-1 1,1-1,-1 1,1 0,-1-1,1 1,-1 0,1-1,-1 1,1 0,-1-1,1 1,0 0,-1 0,1 0,-1 0,1 0,0 0,-1 0,1 0,0 0,-1 0,1 0,0 0,-1 0,1 0,-1 0,1 1,0-1,-1 0,1 0,-1 1,1-1,-1 0,1 1,-1-1,1 1,-1-1,1 1,-1-1,0 1,1-1,-1 1,0-1,1 1,-1-1,0 1,0 0,1-1,-1 1,0-1,0 1,0 0,4 6,0 0,0 0,1-1,0 1,0-1,1 0,0-1,0 1,0-1,1 0,-1 0,1-1,0 0,1 0,-1-1,1 0,-1 0,1-1,0 0,0 0,7 0,-5-1,-1 0,1-1,-1-1,1 1,-1-1,0-1,1 0,-1 0,0-1,0 0,0 0,-1-1,1 0,-1-1,0 0,0 0,0-1,-1 0,0 0,0-1,-1 0,1 0,-2 0,1-1,-1 0,0 0,0 0,0-3,7-21,0 1,-3-2,-1 1,-1-1,-1 0,-2-1,-2 1,-1-1,-1 0,-3-12,2 17,-1 0,-1 1,-1 0,-2-1,-6-16,12 42,-1 0,1 0,-1 0,0 1,0-1,0 0,0 1,0-1,0 1,-1-1,1 1,-1 0,0-1,0 1,0 0,0 0,0 0,0 1,0-1,-1 0,1 1,0-1,-1 1,0 0,1 0,-1 0,0 0,1 1,-1-1,0 1,0-1,1 1,-1 0,0 0,-2 0,-3 5,1 0,-1 0,1 1,1 0,-1 0,1 1,0-1,1 1,-1 1,1-1,1 1,-1 0,1 0,1 0,0 0,-2 8,-4 1,1 1,1 0,1 0,1 0,0 1,1 0,1 0,1 0,1 0,1 1,0-1,1 0,1 0,1 0,1 0,1 0,0-1,1 1,1-2,1 1,0-1,2 0,8 13,1-13,0 0,1-1,0-1,2-1,0-1,0-1,1-1,0-1,1-1,0-1,0-1,1-1,0-1,0-2,1 0,-1-1,0-2,23-2,-28 2,-1 0,1-1,-1-1,1-1,-1-1,0 0,0-1,-1-1,1-1,-1-1,-1-1,0 0,0-1,0-1,2-3,-17 12,1 0,-1 0,0-1,0 1,-1-1,1 0,0 0,-1 1,1-1,-1 0,0 0,0 0,0 0,-1 0,1-1,-1 1,1 0,-1 0,0 0,0-1,-1 1,1 0,-1 0,1 0,-1 0,0 0,0 0,-1 0,1 0,0 0,-1 0,0 1,0-1,0 0,0 1,0 0,0-1,0 1,-1 0,1 0,-1 1,0-1,1 0,-4-1,1 1,1 0,-1 0,0 0,1 0,-1 1,0 0,0 0,0 0,0 1,0 0,0-1,0 2,0-1,-1 1,1-1,1 1,-1 1,0-1,0 1,0 0,1 0,-1 0,1 1,-1-1,1 1,0 0,0 0,0 1,1-1,-1 1,1 0,0 0,0 0,0 0,1 1,-1-1,1 1,0-1,0 1,1 0,-1 0,1 0,0 0,1 0,-1 0,1 0,0 0,0 0,1 4,-1-6,1 1,-1-1,1 0,0 0,0 0,1 0,-1 0,1-1,-1 1,1 0,0-1,0 1,0-1,0 1,0-1,1 0,-1 0,1 0,-1 0,1 0,0-1,0 1,0-1,0 0,0 0,0 0,0 0,0 0,0-1,0 0,0 1,3-1,4 0,1 1,-1-2,1 1,0-2,-1 1,0-1,1-1,-1 0,4-2,-5 1,1-1,-1-1,1 1,-2-1,1-1,-1 0,0 0,0 0,0-1,4-8,5 7,-15 32,-3-18,0 0,1-1,-1 1,1 0,0 0,0-1,1 1,-1 0,1 0,0-1,1 1,-1-1,1 1,-1-1,1 0,1 1,-1-1,1 0,-1 0,1-1,0 1,1-1,-1 1,0-1,1 0,0 0,0 0,0-1,0 1,0-1,4 1,-2-1,0-1,0-1,0 1,0-1,1 0,-1 0,0 0,0-1,0 0,0-1,0 1,0-1,0 0,0-1,0 1,-1-1,1 0,-1 0,0-1,0 0,2-2,5-4,-2 0,0-1,0 0,-1 0,0-1,-1 0,0-1,4-10,4-20,-1-1,-3 0,-1-1,-3 0,-1-1,0-35,-4 52,2-120,-4 148,-1 1,0-1,0 0,0 1,1-1,-1 0,0 1,0-1,0 0,0 1,0-1,-1 0,1 1,0-1,0 0,0 1,0-1,-1 0,1 1,0-1,-1 1,1-1,0 0,-1 1,1-1,-1 1,1-1,-1 1,1-1,-1 1,1 0,-1-1,0 1,1 0,-1-1,0 1,1 0,-1 0,1 0,-1-1,0 1,0 0,1 0,-1 0,0 0,1 0,-1 0,-22 26,12-1,1 0,1 1,1 0,1 0,2 1,0-1,2 1,0 16,2-28,-1 1,2-1,0 0,1 0,0 0,2 0,-1 0,2 0,0 0,1-1,0 1,1-1,1-1,0 1,1-1,0 0,1-1,0 0,1-1,0 0,1 0,1-1,-1 0,2-1,-1 0,1-1,0-1,5 2,-6-4,0-2,0 1,0-1,0-1,1 0,-1-1,0 0,1-1,-1 0,1-1,6-1,-13 1,0-1,1 1,-1-1,0 0,0 0,0-1,-1 0,1 0,-1 0,1-1,-1 1,0-1,0-1,-1 1,1-1,-1 1,0-1,0-1,-1 1,1 0,-1-1,0 0,-1 0,1 0,-1-1,1 1,-2 0,1-1,-1 0,0 1,0-1,-1 1,0-1,0 0,0 1,-1-1,0 0,-1 1,1-1,-2-2,3 9,0-1,0 1,-1-1,1 1,0-1,0 1,0-1,-1 1,1-1,0 1,0 0,-1-1,1 1,0 0,-1-1,1 1,0 0,-1-1,1 1,-1 0,1 0,-1-1,1 1,0 0,-1 0,1 0,-1 0,1-1,-1 1,1 0,-1 0,1 0,-1 0,1 0,-1 0,1 0,-1 1,1-1,-1 0,1 0,-1 0,1 0,-1 1,1-1,0 0,-1 0,1 1,-1-1,1 0,0 1,-1-1,1 0,0 1,-1-1,1 0,0 1,0-1,-1 1,1-1,0 1,0-1,0 1,0-1,0 1,-1-1,-10 35,9-28,1-1,1 1,-1 0,1 0,0 0,0 0,1-1,0 1,0 0,1 0,0-1,0 1,0-1,1 1,0-1,0 0,1 0,0-1,0 1,0-1,0 1,1-1,0-1,0 1,0-1,1 0,0 0,-1 0,1-1,1 0,-1 0,4 1,2 0,0-1,0 0,0-1,0 0,0-1,0 0,0-1,0-1,5 0,14-5</inkml:trace>
  <inkml:trace contextRef="#ctx0" brushRef="#br0" timeOffset="2838.718">4157 258,'16'-4,"30"-2,39 0,44 1,38 4,35 4,18 5,-27-1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28:19.4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1659 321,'-17'-1,"0"0,0 2,0 0,0 1,0 1,0 0,0 1,1 1,0 1,0 0,1 1,-1 0,1 2,-10 7,5-1,1 2,1 0,0 1,2 1,0 1,1 0,1 1,0 0,2 1,1 1,1 0,0 0,2 1,1 0,1 0,1 1,1 0,1 0,0 22,3-37,0-1,0 1,0 0,2 0,-1-1,1 1,0-1,1 1,2 2,-4-9,0 1,1-1,0 0,0 0,0 0,0-1,0 1,0 0,1-1,0 1,-1-1,1 0,0 0,0 0,0 0,0-1,0 1,1-1,-1 1,0-1,1 0,-1-1,1 1,-1-1,1 1,-1-1,2 0,6-2,1-1,0 0,-1-1,0 0,0 0,0-2,-1 1,1-1,-1-1,0 1,-1-2,0 0,0 0,-1 0,0-1,6-7,10-13,-1 0,-2-1,0-1,-2-1,-2-1,-1-1,-1 0,-2-1,-1 0,-2-1,-2 0,-1-1,0-14,-5 34,-2 1,0 0,0 0,-2 0,0-1,0 1,-2 1,-4-16,6 25,0 0,-1 1,1 0,-1-1,0 1,-1 0,1 0,-1 0,0 1,0 0,0-1,-1 1,1 1,-1-1,0 1,0-1,0 1,-1 1,1-1,-1 1,0 0,1 0,-1 1,0 0,-2-1,-2 3,0-1,0 1,1 1,-1 0,0 0,1 1,0 0,0 1,0 0,0 0,0 1,1 0,0 0,0 1,0 0,1 1,0 0,0 0,1 0,0 1,0 0,0 0,1 0,1 1,-1 0,2 0,-1 0,1 0,0 1,1-1,0 1,1-1,0 1,0 0,1 0,0 0,2 8,5 9,2-1,0 0,2 0,1-1,1 0,1-1,1-1,1-1,1 0,1-1,1 0,0-2,2 0,38 46,-33-37,-2 1,-1 1,-1 1,-1 1,-3 1,0 0,-2 2,-8-12</inkml:trace>
  <inkml:trace contextRef="#ctx0" brushRef="#br0" timeOffset="630.4">1832 402,'19'0,"14"-3,11 0,9-2,8-3,4-2,0 1,-1-1,-8 2,-10 0,-12 1,-15 1,-19 3,-8 1</inkml:trace>
  <inkml:trace contextRef="#ctx0" brushRef="#br0" timeOffset="890.703">2127 121,'-3'-2,"0"1,2 8,2 9,3 12,0 9,0 8,-1 8,1 3,1 2,1 0,1-3,3-6,-1-12</inkml:trace>
  <inkml:trace contextRef="#ctx0" brushRef="#br0" timeOffset="1453.738">2661 668,'7'0,"9"0,8-2,10-1,10-2,7 0,3 1,0 0,-2 2,-9 3,-11 6,-11 2</inkml:trace>
  <inkml:trace contextRef="#ctx0" brushRef="#br0" timeOffset="1649.247">2702 870,'20'6,"18"3,15 0,9-2,7-5,6-2,4-3,0-2,-5-1,-14-1</inkml:trace>
  <inkml:trace contextRef="#ctx0" brushRef="#br0" timeOffset="1992.581">3623 361,'0'16,"3"14,0 12,2 9,0 8,0 5,-2 1,0-2,-2-2,-1-7,1-9,-2-8,1-12</inkml:trace>
  <inkml:trace contextRef="#ctx0" brushRef="#br0" timeOffset="2370.613">3543 254,'61'35,"-3"2,-1 3,8 10,-51-40,66 51,-3 3,44 48,-107-97,0 1,-1 0,-1 1,0 0,-1 1,-1 0,0 2,-8-15,1 1,-1-1,0 1,-1-1,1 1,-1 0,0 0,-1-1,1 1,-1 0,0 0,-1 0,1 0,-1-1,0 1,-1 0,0 0,1-1,-2 1,1-1,-1 0,1 0,-1 0,-1 0,1 0,-4 4,-14 7,-1-1,0-1,0-1,-1 0,-1-2,0-1,-1-1,0-1,0-1,-1-1,0-1,-13 0,-210 32,223-34</inkml:trace>
  <inkml:trace contextRef="#ctx0" brushRef="#br0" timeOffset="5604.959">4760 1,'-10'75,"2"2,4-1,4 0,3 1,3-1,4 0,17 71,2-27,1 2,8 93,-31-161,-2 1,-3-1,-2 1,-5 23,5-76,1 1,-1-1,0 0,0 0,0 0,0 0,0 0,-1 0,1 0,-1 0,1 0,-1 0,0-1,1 1,-1 0,0 0,0 0,-1-1,1 1,0 0,0-1,-1 1,1-1,-1 0,0 0,1 1,-1-1,0 0,1 0,-1 0,0-1,0 1,0 0,0-1,0 1,0-1,0 1,0-1,-216-7,66 17,-107 23,153-18,-204 20,-313-6,-440-28,229 59,491-27,216-8,121-28,1 1,-1-1,0 0,1-1,0 1,0-1,0 0,0-1,1 1,-1-1,1 0,0 0,0 0,1 0,0-1,0 1,0-1,1 0,-1 0,0-3,-11-30,1 0,1-2,3 1,0-8,-9-39,-84-282,39 150,-11-101,59 243,5 0,0-40,9 116,1 1,0-1,-1 1,1-1,0 1,-1-1,1 1,0-1,0 1,0-1,0 1,-1-1,1 1,0-1,0 1,0-1,0 0,0 1,0-1,1 1,-1-1,0 1,0-1,0 1,0-1,1 1,-1-1,0 1,0-1,1 1,-1-1,0 1,1-1,-1 1,1 0,-1-1,0 1,1-1,-1 1,1 0,-1 0,1-1,-1 1,1 0,-1 0,1 0,0 0,-1-1,1 1,-1 0,1 0,-1 0,1 0,-1 0,1 0,0 0,-1 1,1-1,-1 0,1 0,-1 0,1 0,-1 1,1-1,-1 0,1 1,-1-1,1 0,-1 1,24 6,1-1,0-1,0-1,0-1,1-2,-1 0,0-2,1 0,-1-2,2-1,4 1,453-36,416 5,-435 7,-1 21,3 21,88 5,-374-7,108-13,-193-13,52 34,-119-18</inkml:trace>
  <inkml:trace contextRef="#ctx0" brushRef="#br0" timeOffset="46059.818">309 2300,'-8'-7,"-1"0,1 1,-1 1,0-1,0 2,0-1,-1 1,1 0,-1 1,0 0,0 1,-1 0,1 1,0 0,-1 0,1 1,0 1,-1-1,1 2,0-1,-1 1,1 1,-5 2,11-4,0 1,0 0,0 0,0 0,0 0,1 1,-1-1,1 1,0 0,-1 0,1 1,0-1,1 0,-1 1,1 0,-1-1,1 1,0 0,1 0,-1 0,1 1,0-1,0 0,0 1,0-1,1 0,-1 1,1-1,1 1,-1-1,0 0,1 1,0-1,0 0,0 1,1-1,-1 0,2 2,5 1,0-1,0 0,0 0,1 0,0-1,0-1,0 1,1-1,0-1,-1 0,1 0,0-1,0-1,1 1,-1-1,0-1,0 0,4-1,3 1,-1-1,1 0,-1-2,0 0,0 0,0-2,0 0,0 0,-1-2,-9 5,0-1,0 0,-1 0,0-1,0 1,0-1,0 0,0 0,-1-1,1 1,-1-1,0 0,-1-1,1 1,-1 0,0-1,-1 0,1 1,-1-1,0 0,-1-1,1 1,-1 0,0-5,-8-35,7 45,0 0,0 0,0 0,0 0,-1 0,1 0,0 0,-1 1,1-1,-1 0,1 0,-1 0,1 0,-1 0,0 1,1-1,-1 0,0 0,0 1,0-1,1 1,-1-1,0 1,0-1,0 1,0-1,0 1,0 0,0-1,0 1,0 0,0 0,0 0,0 0,0 0,0 0,0 0,0 0,0 0,-1 1,0 1,-1 1,0 1,1-1,-1 0,1 0,0 1,0 0,0-1,1 1,0 0,-1 0,1-1,0 1,1 0,-1 0,1 0,-1 0,1 1,1-1,-1 0,0 0,1 0,0 0,0 0,2 4,0 1,0-1,1-1,0 1,1 0,-1-1,1 0,1 0,-1-1,1 1,0-1,1 0,0-1,-1 1,2-2,-1 1,1-1,-1 0,1 0,0-1,0 0,1 0,-1-1,1 0,-1-1,1 0,0 0,-1-1,1 0,0 0,-1-1,1 0,-1-1,1 0,-1 0,0-1,1 0,-1 0,-1-1,1 0,0-1,-1 1,0-1,0-1,-1 1,1-1,0-2,-2 0,0 0,-1 0,-1 0,1-1,-1 0,-1 1,1-1,-2 0,1 0,0-9,-3 29,-1-4,1-1,0 1,0 0,1 0,-1 0,2 0,-1-1,1 1,0 0,0 0,1-1,0 1,0 0,1-1,0 0,0 0,0 0,1 0,0 0,0-1,0 1,1-3,0-1,1 1,-1-1,0 0,1 0,0 0,-1-1,1 0,0 0,0-1,-1 1,1-1,0 0,0-1,0 0,0 0,-1 0,1 0,0-1,-1 0,0 0,5-3,0 1,-1-1,0 0,0-1,0 0,-1-1,0 1,0-2,-1 1,0-1,0 0,-1 0,3-4,30-70,-28 113,-10-21,1-1,0 1,1-1,0 0,0 0,1 0,0 0,1-1,0 0,0 1,1-2,0 1,0-1,0 0,1 0,1-1,-1 0,1 0,0 0,0-1,0-1,1 1,0-1,0-1,0 0,0 0,3 0,-2 0,0-1,0-1,0 0,0 0,0-1,0 0,0 0,0-1,0-1,0 0,0 0,-1-1,1 0,-1 0,0-1,0-1,0 0,0 0,-1 0,0-1,0 0,0-1,-1 0,0 0,0-1,4-6,3-14,-1 0,-1-2,-2 1,0-1,-3-1,0 1,-2-1,-1-1,-2 1,-1 0,-1-6,1 15,0 11,0 0,-1 0,0 0,0 0,-2 0,1 0,-1 0,-1 1,-1-5,4 14,-1 0,1 0,0 0,-1 1,1-1,0 0,-1 0,1 0,-1 1,1-1,-1 0,0 1,1-1,-1 1,0-1,1 0,-1 1,0-1,0 1,1 0,-1-1,0 1,0 0,0-1,0 1,1 0,-1 0,0 0,0 0,0 0,0 0,0 0,0 0,1 0,-1 0,0 0,0 1,0-1,0 0,1 1,-1-1,0 0,0 1,0-1,1 1,-1-1,0 1,1 0,-1-1,1 1,-1 0,0-1,1 1,-1 0,1 0,-31 46,21-26,2 1,0 0,2 0,0 1,2 0,0 0,2 0,0 0,2 0,0 1,3 10,-1-24,0 1,1-1,0 0,1 0,0 0,0 0,1-1,0 0,1 0,0 0,0-1,1 1,0-2,1 1,-1-1,2 0,-1 0,1-1,0-1,0 1,0-1,1-1,-1 0,1 0,0-1,1 0,-1-1,1 0,-1 0,1-1,9-1,-11-1,-1-1,1 0,-1 0,0-1,0 0,0 0,0-1,0 0,-1 0,0-1,0 0,0 0,0-1,-1 0,0 0,0 0,-1-1,0 0,0 0,0 0,-1-1,0 1,0-1,-1 0,0 0,-1-1,0 1,0 0,0-1,-1 0,-1 1,1-1,-1 1,-1-3,-11-19,12 30,-1 0,0 0,1 0,-1-1,0 1,0 0,1 0,-1 0,0 0,0 1,1-1,-1 0,0 0,1 0,-1 0,0 1,1-1,-1 0,0 1,1-1,-1 1,0-1,1 1,-1-1,1 1,-1-1,1 1,-1-1,1 1,0-1,-1 1,1 0,0-1,-1 1,1 0,0-1,0 1,-1 0,1 0,0 0,-3 5,1 0,-1 0,1 0,0 0,1 1,0-1,0 1,0-1,1 1,0-1,0 1,0-1,1 1,0-1,0 0,1 1,0-1,0 0,0 0,1 0,0 0,0 0,0-1,1 1,0-1,0 0,0 0,1 0,-1-1,1 0,1 0,-1 0,0 0,1-1,2 1,-1 0,1 0,0-1,0 0,0 0,1-1,-1 0,1-1,-1 1,1-2,-1 1,1-1,-1-1,1 1,0-1,5-2,9-6</inkml:trace>
  <inkml:trace contextRef="#ctx0" brushRef="#br0" timeOffset="46300.27">1431 2005,'-13'-6,"-8"-4,5-1,15 1,20 3,26 1,27 3,25 4,16 3,9 5,-16-1</inkml:trace>
  <inkml:trace contextRef="#ctx0" brushRef="#br0" timeOffset="46779.1">2153 2380,'3'2,"1"-1,0 0,-1-1,1 1,0-1,0 1,0-1,-1 0,1-1,0 1,0-1,-1 1,1-1,0 0,-1-1,1 1,-1-1,1 1,-1-1,0 0,1 0,-1 0,0-1,-1 1,1-1,0 0,-1 1,1-1,-1 0,0-1,0 1,1-2,4-13,-2-1,0 1,0-1,-2 0,0 0,-2-1,0 1,-1 0,-1-1,0 1,-3-6,4 19,0 1,0 0,0 1,-1-1,0 1,1-1,-2 1,1-1,0 1,-1 0,0-1,0 1,0 0,0 0,-1 0,-2-3,5 7,-1 0,1 0,-1-1,1 1,0 0,-1 0,1-1,-1 1,1 0,0 0,-1 0,1 0,-1 0,1 0,-1-1,1 1,0 0,-1 0,1 1,-1-1,1 0,-1 0,1 0,-1 0,1 0,0 0,-1 0,1 1,-1-1,1 0,0 0,-1 1,1-1,0 0,-1 1,1-1,0 0,-1 1,1-1,0 0,0 1,-1-1,1 0,0 1,0-1,0 1,-1-1,1 1,0-1,0 1,0-1,0 0,0 1,0-1,0 1,0-1,0 1,2 27,3-21,1 0,0 0,0-1,0 0,1 0,0 0,0-1,0 0,1-1,-1 0,1 0,0 0,0-1,1 0,-1-1,1 0,-1 0,3-1,-6 1,139 39,-141-38,1 0,-1 0,1 0,-1 0,0 0,0 1,0 0,-1-1,0 1,1 0,-1 0,0 1,-1-1,1 0,-1 1,0-1,0 0,0 1,-1 0,1-1,-1 5,0-4,0 1,1-1,0 0,0 0,0 1,0-1,1 0,0 0,0 0,1-1,-1 1,1 0,0-1,0 0,0 0,1 0,1 1,2 0,0-2,0 1,0-1,1 0,-1-1,1 0,-1 0,1 0,0-1,0 0,0-1,0 0,0 0,0 0,0-1,0-1,-1 1,1-1,0 0,-1-1,1 0,-1 0,0-1,0 0,0 0,-1 0,4-4,0-1,0-1,-1 0,0 0,-1-1,0 0,-1 0,0-1,-1 0,2-5,2-3,-10 20,0 1,0-1,0 0,0 0,0 0,0 0,0 1,0-1,0 0,1 0,-1 0,0 0,0 0,0 0,0 0,0 1,0-1,1 0,-1 0,0 0,0 0,0 0,0 0,1 0,-1 0,0 0,0 0,0 0,0 0,1 0,-1 0,0 0,0 0,0 0,0 0,1 0,-1 0,0 0,0 0,0 0,0 0,0-1,1 1,-1 0,0 0,0 0,0 0,0 0,0 0,0 0,-1 20,1-18,-3 26,1-19,0 0,1 1,0-1,1 0,0 0,0 1,1-1,0 0,1 0,0 0,1 2,7 3,0-4</inkml:trace>
  <inkml:trace contextRef="#ctx0" brushRef="#br0" timeOffset="47039.006">2996 1859,'-12'18,"1"15,5 9,8 4,3-6</inkml:trace>
  <inkml:trace contextRef="#ctx0" brushRef="#br0" timeOffset="47348.29">3089 2259,'30'107,"-29"-104,1 1,0-1,0 0,0 0,1 0,-1 0,1 0,-1 0,1 0,0-1,0 0,0 1,0-1,1 0,-1 0,0-1,1 1,-1-1,1 0,0 0,0 0,-1 0,1-1,0 1,0-1,0 0,1 0,-2-1,1 1,0-1,-1 0,1 0,-1-1,1 1,-1-1,1 1,-1-1,0 0,0 0,0-1,0 1,0 0,-1-1,1 0,-1 0,1 0,-1 0,0 0,0 0,-1 0,1-1,0 1,-1-1,0-1,2-2,-1 0,0 0,-1 0,0 0,0-1,0 1,-1 0,0-1,-1 1,1 0,-1-1,-1 1,0-1,1 5,-1 0,1 0,-1 1,0-1,0 0,0 0,0 1,-1 0,1-1,-1 1,1 0,-1 0,0 0,0 0,0 1,0-1,0 1,0 0,0 0,-1 0,1 0,0 1,-1-1,1 1,0 0,-1 0,1 0,0 0,-1 0,1 1,0 0,-1-1,1 1,0 1,0-1,0 0,0 1,0-1,0 1,0 0,1 0,-1 0,0 1,1-1,0 0,0 1,-1 0,0 0,0 0,0 0,0 0,0 0,0 1,0 0,1-1,0 1,0 0,0 0,0 0,1 1,-1-1,1 0,0 1,0-1,1 0,-1 1,1-1,0 1,0-1,1 1,-1-1,1 0,0 1,0-1,1 2,11 18</inkml:trace>
  <inkml:trace contextRef="#ctx0" brushRef="#br0" timeOffset="47640.863">3383 2340,'0'-263,"0"262,0 0,0 1,1-1,-1 0,0 0,1 0,-1 1,0-1,1 0,-1 1,1-1,-1 0,1 1,-1-1,1 0,0 1,-1-1,1 1,0-1,-1 1,1 0,0-1,0 1,-1-1,1 1,0 0,0 0,0 0,-1-1,1 1,0 0,0 0,0 0,-1 0,1 0,0 1,0-1,0 0,0 0,-1 0,1 1,0-1,0 0,-1 1,1-1,0 1,-1-1,1 1,0-1,-1 1,1-1,-1 1,1 0,-1-1,1 1,-1 0,1-1,-1 1,9 4,176 70,-182-74,0 0,0-1,0 1,0 0,-1 0,1 1,0-1,-1 0,1 1,-1 0,1-1,-1 1,0 0,0 0,0 1,0-1,0 0,0 1,0-1,-1 1,1-1,-1 1,0 0,0 0,0 0,0-1,-1 1,1 0,-1 0,1 0,-1 1,-32 53,28-52,0 0,0 0,1 1,-1-1,1 1,1 0,-1-1,1 1,0 0,0 1,0 4,3-8,0 0,0 0,1 0,-1 0,1 0,-1-1,1 1,0 0,0-1,1 1,-1-1,0 0,1 0,-1 0,1 0,0 0,-1-1,1 1,0-1,0 0,0 1,0-1,0-1,1 1,-1 0,0-1,0 0,0 0,1 0,-1 0,1 0,13 2,1-1,-1-1,0 0,0-2,0 0,0 0,-1-2,1 0,-1-1,16-6,9-9</inkml:trace>
  <inkml:trace contextRef="#ctx0" brushRef="#br0" timeOffset="47894.356">4105 1832,'9'9,"6"14,1 20,4 18,0 18,-1 20,-3 18,-15 11,-26 5,-45-5,-9-24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0:50.0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156 1325,'0'0,"0"0,1 0,-1 0,0-1,0 1,0 0,1 0,-1 0,0 0,0 0,0 0,0 0,1-1,-1 1,0 0,0 0,0 0,0 0,0-1,1 1,-1 0,0 0,0 0,0-1,0 1,0 0,0 0,0 0,0-1,0 1,0 0,0 0,0-1,0 1,0 0,0 0,0 0,0-1,0 1,0 0,0 0,0 0,0-1,0 1,-1 0,1 0,0 0,0-1,0 1,0 0,0 0,-1 0,1 0,0 0,0-1,26-1,-24 2,565-2,604 16,-360-6,-728-6,-81-4,1 1,0 0,-1-1,1 1,-1-1,0 0,0 0,0 0,1 0,-2 0,1 0,0-1,0 1,-1-1,1 1,-1-1,0 1,0-1,0 0,0 0,0 1,-1-1,1 0,-1 0,0 0,0 0,0 0,0 0,0 0,-1 1,1-1,-1 0,0 0,2-16,56-508,-48 388,-7 1,-7-27,4 152,1 1,-1 1,0-1,-1 0,0 0,-1 1,0 0,-1-1,-3-7,4 16,0 0,0 0,0 1,0-1,0 1,-1 0,1-1,0 2,-1-1,0 0,1 1,-1 0,0-1,0 2,0-1,0 0,0 1,0 0,0-1,0 2,0-1,0 0,0 1,0 0,0 0,-10-1,-259 11,0-12,-1-13,-91-22,301 26,-105-18,-1 8,-2 7,47 15,0 4,-32 11,51-3,-28-3,-40 40,57 0,111-45,0-1,1 1,-1 0,1 0,1 1,-1 0,1-1,0 2,1-1,-1 0,1 1,1-1,0 1,0 0,-1 7,-6 29,3 0,1 1,2-1,2 14,1-57,25 589,-29-451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0:57.3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56,'22'-13,"6"3,0 2,1 1,0 1,26-1,-55 7,0 0,1-1,-1 1,0-1,1 1,-1 0,0 0,1-1,-1 1,0 0,1 0,-1-1,1 1,-1 0,0 0,1 0,-1 0,1 0,-1 0,1 0,-1-1,0 1,1 0,-1 1,1-1,-1 0,1 0,-1 0,0 0,1 0,-1 0,1 0,-1 1,0-1,1 0,-1 0,1 0,-1 1,0-1,1 0,-1 1,0-1,0 0,1 1,-1-1,0 0,0 1,1-1,-1 1,0-1,0 0,0 1,0-1,0 1,1-1,-1 1,0-1,0 0,0 1,0-1,0 1,-1-1,-23 18,-141 48,162-56,22-7,5-3,0 0,0-2,0 0,-1-2,1-1,2-2,18-4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1:47.2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1 950,'34'-21,"198"-66,119-24,-32 34,-284 69,-26 5</inkml:trace>
  <inkml:trace contextRef="#ctx0" brushRef="#br0" timeOffset="398.219">576 468,'88'-8,"0"4,29 4,-92 0,-23 0,21-1,1 1,-1 2,1 0,-1 1,0 1,0 2,5 1,-26-6,1 0,0 0,-1 0,1 0,-1 0,1 0,-1 1,1-1,-1 1,0-1,0 1,0 0,0 0,0 0,0 0,0 1,-1-1,1 0,-1 1,0-1,1 1,-1-1,0 1,-1 0,1-1,0 1,-1 0,0 0,1-1,-1 1,0 0,0 0,-1 0,1-1,0 1,-1 0,0-1,0 1,0 0,-1 1,-6 13,-2 0,0-1,-1 0,-1 0,0-1,-2-1,1 0,-2-1,-10 13,-170 189,172-183</inkml:trace>
  <inkml:trace contextRef="#ctx0" brushRef="#br0" timeOffset="1202.768">1939 228,'-20'9,"0"1,0 1,1 1,1 1,0 0,1 2,0-1,1 2,1 0,1 1,0 1,1 0,1 1,1 0,0 1,2 0,0 1,1 0,0 5,6-23,1 0,0 0,0 0,1 0,-1 0,1 0,-1 1,1-1,0 0,0 1,0-1,1 0,-1 0,1 1,0-1,0 0,0 0,0 0,0 0,1 0,-1 0,1-1,0 1,0 0,0-1,0 1,1-1,-1 0,0 0,1 1,0-2,-1 1,1 0,0-1,0 1,0-1,0 0,2 1,5-2,0-1,0 0,0-1,-1 0,1 0,0-1,-1 0,0 0,0-1,0-1,0 0,-1 0,1 0,-1-1,-1 0,1-1,-1 0,2-2,13-13,0-2,-2 0,-1-1,0-2,-2 1,-1-2,-2 0,0-1,-2 0,-1-1,-2-1,-1 1,5-31,-12 51,0-1,0 1,-1-1,0 1,0-1,-1 0,-1 1,-2-8,3 14,0 0,0 1,-1-1,1 1,-1 0,0-1,0 1,0 0,-1 0,1 0,0 0,-1 1,0-1,0 1,0 0,0-1,0 1,0 0,-1 1,1-1,-1 1,1-1,-1 1,1 0,-1 1,0-1,-2 0,-1 1,1-1,0 1,0 1,0-1,0 1,-1 0,1 1,0 0,0-1,1 2,-1-1,0 1,1 0,0 0,-1 0,1 1,0 0,1 0,-1 0,1 0,-3 4,0 0,1 1,0-1,0 1,1 0,0 0,1 0,0 1,0-1,1 1,0 0,1 0,0 0,0 4,3 7,1-1,1 0,1 0,1 0,0 0,1-1,2 1,0-2,0 1,2-1,7 10,-1 2,-4-10,-1 0,-1 1,-1 0,-1 0,-1 1,-1-1,-1 2,0-1,-2 1,-1-1,0 1,-2 0,-1 0,0 0,-2-1,-1 4,-2-6</inkml:trace>
  <inkml:trace contextRef="#ctx0" brushRef="#br0" timeOffset="1463.072">2300 496,'-3'18,"1"13,-1 8,-2 6,1 3,0-1,1-3,1-4,1-6,1-5,2-8,5-7,3-7</inkml:trace>
  <inkml:trace contextRef="#ctx0" brushRef="#br0" timeOffset="1772.535">2541 268,'16'-2,"10"-1,7 0,7 1,3 0,2 1,0 1,-3 0,-7 0,-7 0,-8 2,-10 3,-6 1</inkml:trace>
  <inkml:trace contextRef="#ctx0" brushRef="#br0" timeOffset="1960.302">2594 509,'16'0,"14"0,14 0,12 0,9-2,2-4,-1 1,-7-3,-14 1</inkml:trace>
  <inkml:trace contextRef="#ctx0" brushRef="#br0" timeOffset="2257.087">3196 442,'2'6,"0"0,0 0,0 0,1 0,0 0,0-1,1 0,-1 1,1-1,1-1,-1 1,0 0,1-1,0 0,0 0,0-1,1 1,-1-1,1 0,0-1,0 1,0-1,0 0,0-1,5 2,-2-3,-1 0,0 0,0-1,0 0,0 0,0-1,0 0,0-1,0 0,-1 0,1 0,-1-1,0 0,0 0,-1-1,1 0,-1 0,0-1,0 1,0-1,-1-1,0 1,-1-1,1 0,-1 0,0 0,-1 0,0-1,0 0,1-1,0 0,-1 1,0-1,-1-1,0 1,0 0,-1 0,0-1,-1 1,0 0,0-1,-1 1,0-1,-1 1,0 0,0 0,-1 0,0 0,-1 1,0-1,0 1,-1 0,0 0,0 0,-3-1,3 4,0 0,-1 1,1 0,-1 0,0 1,0-1,0 1,-1 1,1-1,-1 1,1 0,-1 1,0-1,0 2,0-1,0 0,0 1,1 1,-1-1,0 1,0 0,-2 1,-14 3,1 2,-1 0,1 1,1 2,-17 9,-25 15</inkml:trace>
  <inkml:trace contextRef="#ctx0" brushRef="#br0" timeOffset="3058.838">81 1071,'0'0,"0"0,0 0,0-1,0 1,0 0,1 0,-1 0,0 0,0 0,0 0,0-1,0 1,0 0,0 0,0 0,1 0,-1 0,0-1,0 1,0 0,0 0,0 0,0 0,0-1,0 1,0 0,0 0,0 0,0 0,0-1,0 1,0 0,0 0,0 0,-1 0,1-1,0 1,0 0,0 0,19 9,357 184,-341-177,83 38,-2 5,73 51,-161-97,-18-33,-11 3</inkml:trace>
  <inkml:trace contextRef="#ctx0" brushRef="#br0" timeOffset="3435.855">896 1204,'15'25,"110"89,-92-86,0 0,-2 3,-1 0,-1 2,-2 1,6 12,-30-42,0-1,0 1,0 1,-1-1,1 0,-1 1,0-1,0 1,-1 0,1-1,-1 1,0 0,-1 0,1 0,-1 0,0 0,0 0,0 0,-1 0,1 0,-1 0,-1-1,1 1,-1 0,0 0,0-1,0 1,0-1,-1 0,0 0,0 0,0 0,-1 1,-12 6,0-1,-1 0,0-2,-1 0,0-1,0 0,0-2,-1 0,0-1,-4 0,-199 31,197-34,18-5,10-1</inkml:trace>
  <inkml:trace contextRef="#ctx0" brushRef="#br0" timeOffset="4371.579">1591 1418,'-13'4,"0"-1,1 2,-1-1,1 2,0 0,0 0,0 1,1 1,0 0,1 0,0 1,0 0,1 1,0 0,0 0,2 1,-1 0,1 1,1 0,0 0,0 0,1 0,1 1,0 0,1 1,2-11,0 1,0-1,1 1,-1 0,1-1,0 1,0 0,0 0,1-1,-1 1,1 0,0-1,0 1,0-1,1 1,-1-1,1 0,0 1,0-1,0 0,0 0,0 0,1-1,-1 1,1 0,0-1,0 0,0 1,0-1,0-1,0 1,1 0,-1-1,1 1,-1-1,1 0,-1 0,1-1,0 1,-1-1,3 1,8-3,-1 0,0-1,0 0,0-1,0 0,-1-1,1 0,-1-1,0-1,-1 0,0 0,0-1,0-1,-1 0,0 0,-1-1,7-9,1 0,-1-1,-1-1,-1 0,-1-1,-1 0,-1-1,-1-1,-1 1,-1-2,-1 1,-1-1,-1 0,-1 0,-2 0,0-1,-2 1,-2-16,3 36,-1 0,0 1,0-1,-1 0,0 1,1-1,-1 1,-1-1,1 1,-1-1,0 1,0 0,0 0,0 0,-1 0,0 0,1 1,-1-1,-1 1,1-1,0 1,-1 0,0 1,0-1,0 1,0-1,0 1,0 0,0 1,-1-1,1 1,-1 0,1 0,-1 0,1 0,-1 1,0 0,1 0,-1 0,0 1,-2 0,-4 4,1 0,-1 1,2 1,-1 0,0 0,1 1,1 0,-1 0,1 1,1 0,0 1,0 0,1 0,0 0,0 1,1-1,1 1,0 1,0-1,1 1,1-1,0 1,1 0,0-1,0 1,1 3,1 2,1 1,0-1,1-1,1 1,1 0,0-1,1 0,1 0,0-1,1 1,1-2,1 2,132 161,-107-138,-34-38,-1 1,1-1,-1 0,1 0,0 0,0 0,-1 0,1 0,0 0,0 0,0 0,0-1,0 1,0 0,0-1,1 1,-1 0,0-1,0 1,0-1,1 0,-1 1,0-1,0 0,1 0,-1 0,0 0,1 0,-1 0,0 0,0 0,1-1,-1 1,0 0,0-1,1 1,-1-1,0 1,0-1,0 0,0 1,0-1,0 0,0 0,0 0,0 0,0 0,25-28,-22 23,0 0,1 0,0 0,1 1,-1 0,1 0,0 0,0 1,0 0,1 0,-1 0,1 1,0 0,-5 3,-1 1,1-1,-1 1,0 0,1-1,-1 1,0 0,1 0,-1-1,0 1,0 0,0 1,0-1,0 0,0 0,0 0,0 0,0 1,-1-1,1 0,0 1,-1-1,1 1,-1-1,1 1,-1-1,0 1,0-1,0 1,0-1,0 1,0-1,0 1,0-1,-1 1,1-1,-1 1,3 11,-2-10,0 0,0 0,1 0,-1-1,1 1,0 0,0 0,0 0,0 0,1-1,-1 1,1-1,-1 1,1-1,0 0,0 1,0-1,0 0,0 0,1 0,-1-1,1 1,-1-1,1 1,0-1,-1 0,1 0,0 0,0 0,0 0,0-1,0 1,-1-1,1 0,0 0,0 0,0 0,0 0,0-1,0 0,2 0,1-1,-1-1,1 0,0 0,-1 0,0-1,0 1,0-1,-1-1,1 1,-1-1,0 1,0-1,0 0,-1-1,0 1,0-1,0 1,0-3,-1 5,-1-1,0 1,0-1,0 0,0 0,0 1,-1-1,1 0,-1 0,0 1,0-1,-1 0,1 0,-1 0,0 1,0-1,0 0,0 1,-1-1,0 1,1-1,-1 1,0 0,0 0,-1 0,1 0,-1 0,0 0,1 1,-2-1,-2 0,0 1,0 0,0 0,0 1,0 0,0 0,-1 0,1 1,0 0,-1 0,1 0,0 1,0 0,-1 0,1 1,0-1,0 1,0 1,1-1,-1 1,0 0,1 0,0 1,0 0,0 0,0 0,1 0,-1 1,-1 2,5-7,0 1,0 0,1 0,-1 0,0 0,0-1,0 1,1 0,-1 0,0 1,1-1,-1 0,1 0,-1 0,1 0,0 0,-1 1,1-1,0 0,0 0,0 0,0 1,0-1,0 0,0 0,1 1,-1-1,0 0,1 0,-1 0,0 0,1 0,0 1,-1-1,1 0,0 0,-1 0,1 0,0-1,0 1,0 0,0 0,0 0,0-1,0 1,0 0,0-1,0 1,0-1,0 1,0-1,1 0,-1 0,0 1,0-1,0 0,1 0,-1 0,0 0,0 0,0 0,1-1,31 2,1-3</inkml:trace>
  <inkml:trace contextRef="#ctx0" brushRef="#br0" timeOffset="4642.78">2353 1404,'7'-2,"9"-1,11 0,10 1,5 0,3 1,-2 1,-4 0,-8 2,-10 1</inkml:trace>
  <inkml:trace contextRef="#ctx0" brushRef="#br0" timeOffset="4832.275">2353 1618,'14'0,"16"-2,16-3,12-3,9-3,6-1,-2 1,-12 3</inkml:trace>
  <inkml:trace contextRef="#ctx0" brushRef="#br0" timeOffset="5026.753">2969 1565,'20'8,"0"-1,0 0,1-2,0 0,1-2,-1 0,0-1,6-1,-24-1,0 0,0 0,1-1,-1 1,0-1,0 0,0 0,0 0,0 0,0 0,-1-1,1 1,0-1,-1 0,1 0,-1 0,1 0,-1 0,0 0,0-1,0 1,0-1,0 1,-1-1,1 0,-1 0,0 1,1-1,-1 0,-1 0,1-1,0 1,-1 0,0 0,1 0,-1 0,0 0,-1-1,1 1,-1-2,1-4,-1 0,1-1,-2 1,1 0,-1 0,-1 0,0 0,0 1,0-1,-1 1,-1-1,1 1,-1 1,-1-1,1 1,-1 0,-1 0,1 0,-1 1,0 0,0 1,-1-1,-3-1,7 6,-1 0,1 1,0-1,-1 1,1 0,-1 0,1 0,0 0,-1 1,1 0,0 0,-1 0,1 0,0 1,0 0,0 0,0 0,0 0,1 0,-1 1,0 0,1-1,-1 2,-69 79,15 2,31-46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2:06.7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15,'2'0,"5"0,9 0,11 0,9 0,10 0,6-3,4 0,-1 1,-3-1,-4 2,-5 0,-5 0,-5 1,-6 0,-9 0,-13 0,-7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2:08.6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0,'7'5,"9"1,8-1,12 0,9-2,8-1,4-1,1-2,-1-2,-5 0,-9 0,-8 1,-12-1,-8-1,-8 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2:32.4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54,'18'0,"20"0,24 0,22-2,19-5,15-2,5-2,-4 2,-11 2,-17 2,-22 2,-25 4,-27 3,-29 7,-27 3,-7-1</inkml:trace>
  <inkml:trace contextRef="#ctx0" brushRef="#br0" timeOffset="275.275">82 188,'18'0,"22"0,22 0,24 0,19-2,16-4,6-2,-1 0,-14 1,-19 2,-32 2,-40 5,-44 6,-18 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2:17.5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81 848,'10'28,"-7"71,-4 0,-5 1,-4-2,-14 52,-6 157,15-111,8 102,7-40,0-257,0 0,0 1,0-1,0 0,0 1,0-1,0 1,0-1,1 0,-1 1,1-1,-1 0,1 1,-1-1,1 0,0 0,-1 1,1-1,0 0,0 0,0 0,0 0,0 0,0 0,0 0,0-1,0 1,1 0,-1-1,0 1,0 0,1-1,-1 0,0 1,1-1,-1 0,1 1,-1-1,0 0,1 0,-1 0,1 0,-1-1,0 1,1 0,-1-1,0 1,1-1,-1 1,1-1,198-44,56 38,-168 8,735 0,-367 14,-156-8,178 0,-292-9,-160 2,79-1,0 5,0 4,1 5,-25 3,-96-20,-4-2</inkml:trace>
  <inkml:trace contextRef="#ctx0" brushRef="#br0" timeOffset="3929.172">242 794,'-139'0,"2647"3,-957 22,-1464-23,-85-1,-1-1,1 1,-1-1,0 1,1 0,-1-1,0 1,1 0,-1 0,0 0,0 0,0 0,0 0,0 1,0-1,0 0,0 0,-1 1,1-1,0 0,-1 1,1-1,-1 1,1-1,-1 1,0-1,0 1,0-1,1 1,-2-1,1 1,0-1,0 1,0-1,-1 1,1-1,0 1,-1-1,0 1,1-1,-1 0,0 1,0-1,0 1,-1 5,-24 93,-11 40,5 1,7 1,-1 73,8 303,-6-232,11-199,-2 10,12-94,1 0,-1-1,0 1,0-1,-1 1,1-1,0 0,-1 0,1-1,-1 1,0-1,1 1,-1-1,0-1,0 1,0 0,0-1,0 0,0 0,0 0,0 0,0-1,1 1,-1-1,0 0,0 0,0 0,1-1,-1 0,0 1,-9-2,-100-14,0 5,-1 5,-8 5,-112 3,-64 15,-54 15,5 5</inkml:trace>
  <inkml:trace contextRef="#ctx0" brushRef="#br0" timeOffset="6595.556">4586 1342,'55'-70,"112"-104,90-65,-110 105,-97 88,121-114,59-78,-185 178,-45 59,1 1,-1 0,0 0,0-1,-1 1,1 0,0-1,0 1,0 0,0 0,0-1,0 1,0 0,0 0,0-1,-1 1,1 0,0 0,0-1,0 1,0 0,-1 0,1 0,0-1,0 1,-1 0,1 0,0 0,0 0,-1 0,1 0,0-1,0 1,-1 0,1 0,0 0,-1 0,1 0,0 0,0 0,-1 0,1 0,0 0,-1 0,1 0,0 1,0-1,-1 0,1 0,0 0,0 0,-1 0,1 0,0 1,0-1,0 0,-1 0,1 0,0 1,0-1,0 0,-1 0,1 1,0-1,0 0,0 0,0 1,0-1,-2 1,-18 8,-3 1</inkml:trace>
  <inkml:trace contextRef="#ctx0" brushRef="#br0" timeOffset="6888.873">5335 233,'1'-3,"-1"1,1-1,0 1,0 0,0-1,0 1,0 0,0 0,1 0,-1 0,1 0,-1 0,1 0,0 1,0-1,0 0,0 1,0 0,0-1,1 1,31-20,0 1,2 2,1 1,0 2,2 1,-15 5,185-61,-204 69,-2 0,-1 0,1 0,-1 0,1 0,-1 1,1-1,0 1,-1 0,1 0,0 0,-1 0,1 0,0 0,-1 1,1-1,-1 1,1 0,-1 0,1 0,-1 0,2 1,-3 1,-1 0,0 0,0 0,0 0,0-1,-1 1,1 0,-1 0,0 0,0 0,0-1,0 1,0-1,0 1,-1 0,1-1,-1 0,0 1,0-1,-2 2,1 1,-63 83,44-62,2 0,0 2,2 0,1 1,2 1,-6 14,18-34,1 0,-1-1,2 1,-1 0,1 0,1 0,-1 0,2 0,1 10,6 22</inkml:trace>
  <inkml:trace contextRef="#ctx0" brushRef="#br0" timeOffset="8426.472">4506 2265,'0'-1,"0"1,0 0,-1-1,1 1,0 0,0-1,-1 1,1-1,0 1,0 0,0-1,0 1,0-1,0 1,0-1,0 1,0-1,0 1,0 0,0-1,0 1,0-1,0 1,0-1,0 1,1 0,-1-1,0 1,0-1,0 1,1 0,-1-1,0 1,1 0,-1-1,0 1,1 0,-1 0,0-1,1 1,-1 0,0 0,1-1,-1 1,1 0,-1 0,0 0,1 0,-1 0,1 0,-1 0,1 0,-1 0,1 0,-1 0,0 0,1 0,-1 0,1 0,-1 0,31 7,-3 8,0 1,-1 1,-1 1,0 2,-2 0,5 8,-3-6,89 79,4 5,4-5,31 12,-64-55,4-4,23 7,-78-47,-47-40,-33-12,26 28</inkml:trace>
  <inkml:trace contextRef="#ctx0" brushRef="#br0" timeOffset="8981.052">4908 2812,'0'0,"0"-1,0 1,0-1,0 1,0-1,0 0,0 1,0-1,1 1,-1-1,0 1,0-1,1 1,-1-1,0 1,1-1,-1 1,0-1,1 1,-1-1,1 1,-1 0,1-1,-1 1,1 0,-1-1,1 1,-1 0,1 0,0 0,-1 0,1-1,-1 1,1 0,0 0,-1 0,1 0,-1 0,1 0,-1 0,1 0,0 1,-1-1,1 0,0 0,30 1,-1 1,1 2,0 1,-1 1,9 4,29 10,-1 3,0 4,43 24,-27-13,-82-37,1 0,-1 0,1 0,0 0,-1 0,1 0,0-1,-1 1,1-1,0 1,0-1,-1 0,1 1,0-1,0 0,0 0,0 0,-1-1,1 1,0 0,0-1,0 1,-1-1,1 0,0 1,-1-1,1 0,-1 0,1 0,-1 0,1 0,-1 0,1-1,-1 1,0 0,0-1,1-1,2-8,-1 0,0 0,-1-1,0 0,-1 1,0-1,-1 0,0 1,-1-1,0 0,-1 1,-3-10,1 3,-1-1,-1 1,0 0,-2 0,0 1,-1 0,0 1,-2 0,0 0,-1 1,0 1,-1-1,-1 2,0 0,0 1,-2 0,16 12,0-1,-1 0,1 1,0-1,-1 1,1-1,0 1,-1-1,1 1,-1-1,1 1,-1-1,1 1,-1 0,0-1,1 1,-1 0,1-1,-1 1,0 0,1 0,-1-1,0 1,1 0,-1 0,0 0,1 0,-1 0,0 0,1 0,-1 0,0 0,1 0,-1 1,0-1,1 0,-1 0,1 1,-1-1,0 0,1 1,-1-1,1 0,-1 1,1-1,-1 1,1-1,-1 1,1-1,0 1,-1 0,1-1,0 1,-1-1,1 1,0 0,0-1,0 1,-1 0,1-1,0 1,0 0,0 0,42 89,-25-61,12 21,-1 0,-3 2,-3 1,-1 1,10 47,-19-34</inkml:trace>
  <inkml:trace contextRef="#ctx0" brushRef="#br0" timeOffset="14142.07">8009 728,'1'-1,"0"1,-1 0,1 0,0-1,0 1,0 0,0 0,0 0,0 0,0 0,0 0,0 1,-1-1,1 0,0 0,0 0,0 1,0-1,0 1,-1-1,1 1,0-1,0 1,-1-1,1 1,0-1,-1 1,1 0,-1-1,1 1,-1 0,1 0,-1 0,1-1,-1 1,1 1,5 8,0 0,-1 0,0 1,-1 0,0 0,0 0,-1 0,-1 0,0 1,-1 0,0-1,0 1,-1 0,-1-1,-1 12,1 10,3 0,-2 0,-1 1,-2-1,-1 0,-2 0,-1-1,-1 1,-2-1,-1-1,-1 0,-2-1,-3 4,10-26,1 1,-1-1,0-1,0 1,-1-1,0 0,-1-1,1 0,-1 0,-1-1,1 0,-1 0,1-1,-1-1,0 0,-1 0,1-1,0 0,-1 0,1-2,-11 1,-217-3,24 47,141-34,1-4,-1-4,-16-2,-168 26,44-9,191-15,1-1,-1 0,0-2,1 0,-1-2,1 0,-10-3,24 3,0 1,0-1,1-1,-1 0,0 1,1-2,0 1,0-1,0 0,0 0,1-1,-1 0,1 0,0 0,1 0,-1-1,1 0,0 0,1 0,-1 0,1 0,0-1,1 0,-1-1,-2-16,1 0,2 1,0-1,1 0,2 0,1-16,-1 37,3-22,2 0,0 0,2 1,1 0,1 1,1 0,0 0,2 1,1 1,16-20,-21 27,1-1,0 1,1 0,0 1,2 1,-1 0,1 0,1 1,0 1,0 0,1 1,0 1,9-3,35-7,1 3,0 3,26-1,-45 6,181-28,1 11,1 8,76 12,94 30,-382-25</inkml:trace>
  <inkml:trace contextRef="#ctx0" brushRef="#br0" timeOffset="18258.42">6030 3909,'31'12,"0"-2,0-1,1-2,0-1,0-1,1-2,-1-1,1-1,11-3,2 3,188 2,0-10,0-11,27-13,-198 21,0-4,60-20,-102 27,0-2,-1 0,0 0,0-2,-1-1,-1 0,0-1,0-1,-2-1,6-6,-15 12,0 0,-1-1,0 0,-1 1,0-2,-1 1,0-1,0 1,-1-1,-1 0,0 0,0 0,-1-1,0 1,-1 0,-1 0,1-1,-2 1,0 0,0 0,-1 0,0 0,-1 1,0-1,-1 0,-34-81,-4 3,-26-39,61 114,0 0,0 0,-2 1,0 0,0 0,-1 1,-1 1,0 0,0 0,-1 1,-1 1,1 0,-4 0,-36-11,-1 2,0 3,-1 2,-1 3,0 2,0 2,-1 3,1 2,-3 3,5-3,-1 3,1 1,0 3,0 3,1 2,-51 17,25 0,0 3,-30 20,90-40,0 0,1 2,0 0,1 1,1 1,0 1,1 0,1 1,0 0,2 1,0 0,1 1,0 1,2 0,0 0,2 1,0 0,1 0,1 1,1-1,1 1,1 0,1 0,1 4,1-13,1 0,0 0,1-1,0 1,1 0,0-1,1 0,1 0,0 0,0-1,1 0,1 0,-1-1,2 1,0-2,0 1,0-1,1-1,4 3,26 18,1-2,1-1,2-3,20 8,-27-13,-8-4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2:36.9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39,'18'0,"20"0,17 0,12-3,12-2,5-1,2-2,-4 1,-7 2,-14 1,-18 6,-18 5,-22 6,-12 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2:37.1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12,'16'2,"19"1,19 0,17-3,14-4,11-1,3 1,-7 0,-14 2,-20 4,-30 8,-18 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21.11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1350 252,'-7'-13,"2"2,-1 0,0 0,0 1,-1 0,0 0,-1 0,0 1,-1 0,0 1,0 0,-1 0,0 1,0 0,-1 1,0 0,0 1,0 0,0 0,-1 1,-25 2,0 1,0 2,0 2,0 1,0 2,1 1,0 2,1 2,-2 2,-12 4,0 2,2 3,0 2,2 1,1 3,1 2,1 1,2 2,-3 5,2 8,1 1,3 2,1 1,3 2,2 2,-8 22,25-44,0-1,3 2,0 0,2 0,1 1,2 0,2 0,1 0,1 19,-10 286,17-304,2-1,1 0,2-1,0 0,3-1,1 0,1-1,1 0,2-1,1-1,2-1,10 11,-9-11,2 0,0-1,2-1,1-2,1 0,1-2,1-1,1-2,0-1,14 5,77 32,3-4,1-7,38 5,-76-31,0-4,1-3,0-5,61-4,-102-2,-1-2,1-2,0-2,-1-2,-1-3,1-1,-2-2,0-3,40-20,-50 19,-1-1,-1-2,0-2,-2-1,-1-1,8-10,-7 4,-1-1,-2-2,-1 0,-2-2,-1-1,-2-1,-2-1,-1-1,-3 0,0-1,8-42,-4-25,-4-1,0-109,-14 190,-2 0,-1 0,-1 0,-1 0,-1 1,-2-1,-1 1,-1 0,-1 0,-3-3,-61-104,51 97,1-2,1 0,3 0,-4-16,10 19,7 17,-1 0,-1 1,-1-1,0 2,-1-1,-2 1,1 0,-2 1,0 0,-11-12,-8 1,-2 2,-1 1,0 1,-10-3,-9-6,28 15,-1 2,-1 0,0 2,0 1,-1 1,-1 1,-10-1,-29-4,-1 3,0 3,-1 3,1 2,-1 4,0 3,-32 7,14 5,6 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22.6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0 118,'16'-9,"12"-5,8-3,5 0,2 0,1 3,-3 2,-4 2,-3 4,-6 4,-7 6,-10 3,-6 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22.9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 59,'-5'4,"4"2,8 0,12-1,15-4,14-7,16-6,12-7,10-3,-11 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24.2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65 255,'-8'-73,"7"73,0 0,0 0,0-1,0 1,0 0,0 0,0 0,0 1,0-1,0 0,0 0,0 1,0-1,0 0,0 1,0-1,0 1,0-1,1 1,-1-1,0 1,0 0,0 0,1-1,-1 1,0 0,1 0,-1 0,1 0,-1-1,1 1,-1 0,1 0,0 0,-1 0,1 0,0 0,0 0,0 0,0 1,0-1,-6 15,1 0,0 0,1 0,1 0,1 1,0 0,1-1,1 1,1 0,0-1,1 1,1-1,0 1,3 3,-4-14,0 0,0 0,1 0,0 0,1-1,-1 1,1-1,0 0,0 0,0-1,1 1,0-1,0 0,0 0,0 0,1-1,-1 0,1 0,0 0,0-1,0 0,0 0,0 0,0-1,1 0,-1 0,1-1,-1 0,0 0,1 0,-1-1,0 0,1 0,-1 0,0-1,0 0,0 0,0-1,0 0,2-1,-1-1,0 0,-1 0,0 0,1-1,-2 0,1-1,-1 1,0-1,0 0,0 0,-1 0,-1-1,1 1,-1-1,0 0,-1 0,0 0,0-1,0-2,1-9,-1-1,-1 1,-1-1,0 0,-2 1,0-1,-5-17,4 23,0 0,-2 0,1 1,-2-1,0 1,0 0,-2 0,1 1,-2 0,0 0,0 1,-1 0,-11-9,18 18,0 1,0 1,0-1,0 0,0 1,0 0,0-1,-1 1,1 0,0 1,-1-1,1 1,0-1,-1 1,1 0,-1 0,1 0,0 1,-1-1,1 1,0 0,-1 0,1 0,0 1,0-1,0 1,0-1,0 1,0 0,0 0,1 0,-1 1,1-1,-1 1,1-1,0 1,0 0,0 0,1-1,-1 1,-1 4,-3 3,1 0,0 0,1 1,0 0,0-1,1 2,1-1,0 0,0 0,1 1,1-1,0 1,0-1,1 1,1-1,0 0,0 1,5 9,8 16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24.6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23 147,'-6'17,"1"1,1 1,1-1,1 0,0 1,1-1,1 1,1 2,0-13,-1 0,1 0,1 0,0 0,0 0,0 0,1 0,0-1,1 1,0-1,0 0,0 0,1 0,0-1,1 0,-1 1,1-2,0 1,3 1,-3-3,0-1,0 0,1 0,-1 0,1-1,-1 0,1 0,0-1,0 0,0 0,0-1,0 0,0 0,0 0,0-1,0 0,-1 0,1-1,0 0,0 0,-1 0,0-1,1 0,3-3,2-1,0 0,-1 0,0-2,0 1,0-2,-1 1,-1-1,0-1,0 0,-1 0,0 0,-1-2,0 2,-2 0,1-1,-2 1,1-1,-2 0,0-1,0 1,-1 0,0-1,-1 1,-1-1,0 0,-1 1,0-1,-1 1,0-1,-1 1,0 0,-1 0,0 0,-1 1,-3-5,4 11,0 1,0-1,0 1,0 0,-1 1,1-1,-1 1,0 0,0 0,-1 0,1 1,0 0,-1 0,0 0,1 1,-1 0,0 0,0 0,1 1,-1 0,0 0,0 0,0 1,1 0,-1 0,0 0,-1 1,-11 3,1 1,0 1,0 0,0 1,1 1,1 1,0 0,-1 1,-39 33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25.6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0,'30'19,"-2"-11,0-1,1-2,0 0,21-1,-32-2,269 15,116-14,-263-4,427-13,-521 5,-39 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33.2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55,'42'8,"-1"-2,1-1,0-2,0-3,0-1,41-6,-11 2,598-18,-547 22,0-5,59-13,-159 10,-19 3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34.9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14,'22'10,"47"-6,0-2,43-7,-40 2,869-5,-925 7,-19-6,-10 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36.5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1 804,'41'-27,"185"-132,-169 116,2 3,2 2,1 3,2 3,20-5,90-22,112-19,-88 25,8-6,2 9,210-21,-79 51,157 17,-253 4,-217-1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39.9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2 123,'0'16,"-1"-5,1 1,0 0,1 0,0-1,1 1,0-1,1 1,0-1,1 0,3 7,-3-10,2 1,-1-1,1 0,0-1,0 0,1 0,0 0,1-1,-1 0,1 0,0-1,0 0,1 0,0-1,0 0,0 0,0-1,0-1,1 1,-1-1,1-1,0 0,-1 0,1-1,0-1,-1 1,1-1,0-1,-1 0,1 0,6-3,-7 2,0-1,0 0,-1 0,1-1,-1 0,0 0,-1-1,1 0,-1-1,0 1,0-1,-1-1,0 1,-1-1,1 0,-1 0,-1-1,0 0,0 1,0-1,-1 0,-1-1,0 1,0-2,-1 5,0 0,0 0,-1 0,0 0,-1-1,1 1,-1 0,0 0,-1 0,1 0,-1 1,0-1,-1 0,0 1,1-1,-2 1,1 0,0 0,-1 0,0 0,0 1,-1 0,-1-1,-9-5,0 1,0 1,-1 0,-1 2,1-1,-1 2,0 0,0 1,-1 1,1 1,-1 0,0 2,1-1,-8 3,23-2,-1 1,1 0,-1-1,1 1,0 0,0 1,-1-1,1 0,0 1,0-1,0 1,0-1,0 1,1 0,-1 0,0 0,1 0,0 0,-1 0,1 1,0-1,0 0,0 1,0-1,1 1,-1-1,1 1,-1-1,1 1,0-1,0 1,0-1,0 1,1-1,-1 1,-1 22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41.8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158 1,'29'13,"52"17,-58-24,1 2,-1 1,-1 1,1 1,-2 0,0 2,0 1,-1 0,9 10,-23-19,-1 1,1 0,-1 0,-1 1,1-1,-1 1,-1 0,1 0,-1 0,0 1,-1-1,1 1,-2-1,1 1,-1 0,0 0,-1 0,0 0,0-1,0 1,-1 0,0 0,-1 0,0-1,0 1,-3 6,-10 10,0 0,-2 0,0-2,-1 0,-2-1,0-1,-1-1,-10 6,-273 207,243-186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42.7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14,'168'-13,"171"13,-233 12,-104-11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43.9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1232 44,'-249'-20,"205"12,-1 2,1 2,-1 2,0 2,0 1,0 3,0 2,1 2,0 1,-19 8,39-6,0 0,0 1,1 2,1 0,0 1,1 1,1 2,1 0,0 0,1 2,1 0,1 2,1-1,1 2,1 0,1 0,1 1,-8 25,-10 52,4 1,1 22,23-121,-14 78,3 1,4 0,3 1,4 0,4 10,3-49,2-1,3 1,1-2,2 1,2-2,1 0,3-1,9 14,-8-16,2-1,1 0,2-2,2-2,0 0,3-2,0-1,2-1,1-2,1-1,36 19,-40-31,-1 0,2-3,0 0,0-2,1-1,0-2,0-1,7-2,270 0,-275-4,16-2,0-1,-1-3,0-2,0-2,0-2,-2-2,0-3,-1-1,32-19,-57 24,0-1,-1-1,-1-1,0-1,-2 0,0-2,-1 0,0-1,-2 0,-1-1,-1-1,0 0,0-6,4-5,-1 0,-2-1,-1-1,-2 0,-1-1,-2 0,-2 0,-1-1,-2 0,-2 0,-1 1,-5-29,-17-60,-27-80,19 87,19 63,-3 1,-2 1,-2 0,-3 1,-2 1,-2 2,-2 0,-11-11,21 38,-1 1,-1 1,-1 0,-1 2,0 0,-2 1,0 2,-1 0,0 1,-1 2,-1 0,0 2,-1 1,0 1,-1 1,-7-1,-5 3,1 2,-1 1,0 2,0 1,1 2,-1 3,1 0,-6 4,-17 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44.6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108 120,'-9'6,"0"1,0 0,1 1,0 0,0 1,1-1,0 1,1 1,0-1,0 1,1 0,0 0,-1 7,4-12,0 0,1 1,0-1,0 1,0-1,1 1,-1-1,1 1,1-1,-1 1,1-1,0 1,0-1,0 1,1-1,0 0,0 0,0 0,1 0,0 0,0 0,0-1,0 1,1-1,0 0,-1 0,2 0,0 0,3 2,2 0,-1 0,1-1,-1-1,1 0,1 0,-1-1,0 0,1 0,0-2,-1 1,1-1,0-1,0 0,0 0,0-1,-1 0,1-1,0-1,-1 1,0-2,1 1,-1-2,0 1,1-2,-6 3,0-1,-1 0,1 0,-1 0,0 0,0-1,-1 0,1 1,-1-1,0-1,0 1,-1 0,1-1,-1 1,0-1,-1 0,0 0,1 1,-2-1,1 0,-1 0,0 0,0 0,0 0,-1 0,-1-5,-1-5,-1 0,-1 0,0 1,-1-1,-1 1,0 1,-1-1,0 1,-4-3,7 9,0-1,-1 1,0 0,0 1,-1 0,0 0,-1 0,1 1,-1 0,-1 0,1 1,-1 0,0 0,0 1,0 0,0 1,-1 0,-7-1,13 4,0 1,0-1,0 1,0 0,0 0,0 0,0 0,0 1,0-1,1 1,-1 0,0 0,1 1,0-1,0 1,-1 0,1 0,1 0,-1 0,0 0,1 0,0 1,0-1,0 1,0 0,0 0,1 0,-4 6,1 1,1-1,0 1,0 0,1 0,1 0,0 0,0 1,1 4,3 17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44.9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4,'0'-3,"0"2,0 6,0 8,0 12,0 12,0 12,2 11,3 9,3 4,0 1,-1-3,-2-14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46.1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0,'4'0,"9"0,13 3,19-1,21 1,23 0,21-2,16 0,11 0,4-1,-4 0,-9 0,-18 0,-20 0,-23 0,-28-3,-29 0,-17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50.5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1 176,'69'-4,"0"-2,51-12,-61 9,740-79,-613 72,114-16,-295 29,-27 4,-13 1,-4 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53.4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1 205,'14'-16,"23"-1,1 2,0 1,1 3,8-1,-24 6,133-30,0 6,2 8,1 7,0 6,30 8,78 5,-258-1,-11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54.7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81,'374'-23,"-215"9,619-30,-682 46,-96-2,0 0,0 0,-1 1,1-1,0 0,0 0,0 1,0-1,0 0,0 1,0-1,0 0,0 1,0-1,0 0,0 1,0-1,0 0,0 0,0 1,0-1,0 0,1 1,-1-1,0 0,0 0,0 1,0-1,1 0,-1 0,0 0,0 1,0-1,1 0,-1 0,0 0,0 1,1-1,-1 0,0 0,1 0,-1 0,0 0,1 0,-20 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55.5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0,'24'10,"1"-2,0-1,0 0,1-2,-1-1,1-1,24-1,-36-1,540 8,-415-10,308-14,-489 15,9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3:59.3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2662 881,'-2'-15,"0"1,-1 0,-1 0,0 0,-1 0,-1 1,0-1,-1 2,0-1,-1 1,0 0,-1 0,-3-2,-33-54,-63-80,5 50,83 78,0 1,-1 1,-1 1,0 1,-2 1,0 1,0 1,-1 1,-24-7,-230-66,212 59,-1 2,-1 4,-1 2,0 4,-57-4,114 17,-18-4,-1 2,1 1,-1 1,1 2,-1 1,1 2,-25 5,-204 84,222-76,1 2,2 2,0 1,1 2,1 1,1 2,2 1,1 1,-13 18,-21 35,3 2,4 4,-16 39,44-76,3 2,2 1,2 1,2 1,3 1,-4 35,8 100,8-76,3-101,-3 17,2 0,1 1,1-1,2 1,1-1,2 0,1 0,4 11,65 158,-62-176,2-1,1 0,1-1,1 0,1-2,1 0,1-1,0-1,2-1,22 14,-40-28,86 66,3-4,6-1,-55-39,-1 1,1-2,2-1,0-3,7 0,171 43,-156-51,0-2,1-4,0-3,0-3,34-5,23 2,-103 3,7-1,-1 0,1-2,-1-1,0-1,16-6,60-13,-104 23,-1 0,1 1,-1-1,1 0,0-1,-1 1,1 0,-1 0,1-1,-1 1,1-1,-1 1,1-1,-1 0,1 1,-1-1,0 0,1 0,-1 0,0 0,0 0,0 0,0 0,0-1,0 1,0 0,0-1,0 1,0-1,-2-8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00.3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22,'17'6,"110"127,-65-71,2-3,63 44,-124-99,1-1,0 1,0-1,1 0,-1 0,1 0,-1 0,1-1,0 0,0 0,0 0,0-1,0 1,1-1,-1-1,0 1,0-1,1 1,-1-2,0 1,1-1,-1 1,0-1,0-1,0 1,1-1,-2 0,1 0,0 0,0-1,3-2,3-8,-1-1,-1 0,0 0,-1-1,0 0,-2 0,1-1,-2 0,1-4,18-45,-18 51,0 1,1 0,0 0,1 0,0 1,1 0,0 1,1 0,0 0,1 1,0 0,1 1,0 1,0 0,6-3,-4 4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03.1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7 311,'-1'-1,"1"-1,-1 1,1 0,-1 0,1 0,-1-1,1 1,0 0,0-1,0 1,-1 0,1-1,1 1,-1 0,0-1,0 1,0 0,1 0,-1-1,0 1,1 0,0 0,-1-1,1 1,-1 0,1 0,0 0,0 0,0-1,126-228,-100 187,-22 55,-7 257,27 158,-24-425,-1 0,0 0,1 0,-1 0,0 0,0 0,0 0,-1 0,1 0,0 0,-1-1,1 1,-1 0,0 0,1 0,-1 0,0-1,0 1,0 0,-1-1,1 1,0-1,0 1,-1-1,1 0,-1 1,1-1,-1 0,0 0,1 0,-1 0,0-1,0 1,0 0,0-1,0 1,1-1,-1 1,-2-1,-147 15,234-32,17-4,17-3,0 4,19 4,-168 29,15-11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29.3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140 1,'-18'58,"9"170,-65 991,52-925,22-294,1 1,-1-1,0 1,0-1,0 1,1-1,-1 1,0-1,0 1,0-1,0 1,0-1,0 1,0-1,0 1,0 0,0-1,0 1,0-1,0 1,0-1,-1 1,1-1,0 1,0-1,-1 1,1-1,0 1,0-1,-1 0,1 1,-1-1,1 0,0 1,-1-1,1 0,-1 1,1-1,-1 0,1 1,-1-1,1 0,-1 0,1 0,-1 0,1 0,-1 0,1 1,-1-1,1 0,-1 0,0-1,1 1,-5-8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33.36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295 590,'-2'-9,"-9"-29,3 0,0-1,3 0,1 0,2-40,2 76,1 0,-1 0,1 0,0 0,0 0,0 0,0 1,1-1,-1 0,1 0,-1 1,1-1,0 1,0-1,0 1,1 0,-1 0,0 0,1 0,0 1,-1-1,1 0,0 1,0 0,-1 0,1 0,1 0,86-15,208 5,205-43,135 34,-61 4,270-43,440 35,-986 21,1289-31,3 24,-1134 11,1913 62,-1910-35,402 14,914-41,-1042-1,-646 5,0 3,32 10,-60-9,-35-6,-1 1,1 1,-1 1,-1 1,12 6,-34-12,-1 0,1 0,-1 1,0-1,0 1,0 0,0-1,0 1,0 0,0 0,0 0,-1 1,1-1,-1 0,0 1,0-1,1 0,-2 1,1 0,0-1,0 1,-1-1,1 1,-1 0,0-1,0 1,0 0,-14 77,9-61,-8 34,2 0,2 0,3 1,2 0,2 43,16 33,28 119,-18-119,7 115,-27-179,1 31,4-1,15 61,-9-89,-3 0,-3 1,-3 15,-5-60,-1 1,-1-1,-1 0,-2 1,0-1,-2-1,0 1,-2-1,0 0,-11 19,18-39,0-1,0 1,0-1,-1 0,1 1,-1-1,1 0,-1 0,0 0,0 0,0 0,0 0,0-1,-1 1,1-1,0 1,-1-1,1 0,-1 0,1 0,-1 0,0-1,1 1,-1-1,0 1,1-1,-1 0,0 0,-1-1,-308-2,-8-20,-413 21,-388 54,94-24,232 13,311-10,-437 34,-93 33,342-23,-8-35,512-27,-802 39,400-42,-40 14,-51-11,-330 0,211 1,666-9,0-6,0-4,-14-7,-9-6,-122 0,-439 19,607 5,68-3,0-1,0-1,0-1,-1-1,-9-2,-99-14,8 4,-151-37,271 49,-1-1,0 0,0 0,1 0,-1 0,1 0,0-1,0 0,0 0,0 0,0 0,1-1,-1 0,1 1,0-1,0-1,0 1,1 0,-1 0,1-1,0 0,0 1,0-5,-8-25,3 0,0-1,2 0,2 0,1 0,3-30,-1 57,8-213,1 109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36.93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2264,'11'-50,"2"0,3 2,2-1,2 2,1 1,3 0,5-3,138-230,12 8,53-47,-66 103,86-79,-170 207,4 4,4 3,3 5,50-29,-34 41,-75 53,-33 10,-1 1,1-1,-1 0,0 0,1 0,-1 1,1-1,-1 0,1 0,-1 1,0-1,1 0,-1 1,1-1,-1 1,0-1,1 0,-1 1,0-1,0 1,0-1,1 1,-1-1,0 1,0-1,0 1,0-1,0 1,0-1,0 1,0-1,0 1,0-1,0 1,0-1,0 1,0-1,0 1,0-1,-1 1,1-1,0 1,0-1,-1 1,1-1,0 0,-1 1,1-1,0 1,-1-1,1 0,-1 1,1-1,0 0,-1 0,1 1,-1-1,-12 19,-2 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37.8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 6,'2'-1,"-1"0,1 1,-1-1,1 1,-1-1,1 1,-1-1,1 1,0 0,-1 0,1 0,-1 0,1 0,0 0,-1 0,1 0,0 1,-1-1,1 1,-1-1,1 1,-1 0,1-1,-1 1,0 0,1 0,-1 0,0 0,0 0,1 0,-1 1,0-1,0 0,0 0,0 1,-1-1,1 1,0-1,-1 1,1-1,-1 1,1-1,-1 1,0 0,1-1,-1 1,0-1,0 1,0 0,-1 1,8 39,-3 0,-1 1,-3 36,-1-38,-1 397,-14-501,-100-451,110 456,7 57,1-1,-1 1,1 0,-1-1,1 1,-1 0,1 0,0 0,-1 1,1-1,0 0,0 1,0-1,-1 1,1-1,0 1,0 0,0 0,0 0,0 0,0 0,0 0,0 1,0-1,-1 0,1 1,0 0,0-1,1 2,4-1,489 57,-415-32,-79-25,1 0,-1 0,0 1,0-1,1 1,-1 0,0 0,0-1,0 1,-1 0,1 1,0-1,-1 0,0 0,1 1,-1-1,0 1,0-1,0 1,0-1,-1 1,1 0,-1-1,0 1,1 0,-1-1,0 1,-1 0,1 1,-4 8,-1 0,-1-1,0 1,0-1,-1 0,0 0,-1-1,0 0,-1-1,0 1,-10 6,-1 6,-19 17,-42 46,4 2,-11 23,69-80,8-10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38.82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321 394,'-17'7,"0"1,0 0,0 2,2 0,-1 0,1 2,1 0,0 1,0 0,1 1,1 0,1 1,-3 5,-1 0,1 2,1-1,0 2,2-1,1 2,1-1,1 2,1-1,-1 10,6-30,1 1,0-1,0 0,0 0,1 0,0 1,-1-1,2 0,-1 1,0-1,1 0,0 0,0 1,0-1,0 0,1 0,-1 0,1 0,0 0,0-1,1 1,-1-1,1 1,0-1,0 0,0 0,0 0,0 0,1-1,-1 1,1-1,0 0,-1 0,1 0,2 0,2 0,0-1,0-1,0 1,1-2,-1 1,0-1,0 0,0 0,0-1,0 0,0-1,0 0,-1 0,1 0,-1-1,5-4,103-84,-94 69,0-1,-1-1,-2-1,-1 0,0-2,-2 0,-2 0,0-2,-2 1,-1-2,-2 1,0-1,-3 0,0-1,-2 1,-1-1,-2 0,-1 0,-2 1,0-1,-3-3,3 22,-1 1,0-1,-1 1,0 0,-1 1,0-1,0 1,-2 0,-1-2,7 10,0 0,-1 0,0 1,1-1,-1 0,0 1,0 0,0-1,0 1,-1 0,1 1,-1-1,1 1,-1-1,1 1,-1 0,0 0,0 1,1-1,-1 1,0 0,0 0,0 0,1 0,-1 1,0 0,0 0,1 0,-1 0,0 0,1 0,-4 3,1 0,0 0,0 0,0 1,1 0,-1 0,1 0,1 1,-1-1,1 1,0 1,0-1,1 0,-1 1,2 0,-1-1,1 1,0 0,-1 7,-2 9,2 0,0 0,2 1,0 0,2 7,6 38,2 1,4-2,5 10,-1-2,44 279,-29-176,-24-158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39.05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0,'0'12,"-2"10,-1 10,0 8,1 2,0 5,1-3,0-1,3-5,4-8,2-8,2-8,0-7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39.33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44,'16'3,"16"0,17-3,14-3,9-3,4-4,-4-1,-12 0,-16 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39.53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13,'20'7,"19"2,16-1,14-3,12-7,6-9,1-4,-14 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39.90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31 399,'83'107,"-80"-103,0 0,1 1,-1-1,1 0,0-1,0 1,0-1,1 1,-1-1,1-1,0 1,0-1,0 0,0 0,0 0,0 0,0-1,1 0,-1 0,0-1,1 1,-1-1,1-1,-1 1,1-1,-1 1,12-5,0 1,0-2,-1 0,0-1,0-1,-1 0,0-1,0-1,-1 0,0-1,-1 0,0-1,-1-1,0 0,-1 0,-1-1,9-15,-13 20,-1 1,0-1,0 0,-1-1,0 1,0-1,-1 0,0 0,-1 0,-1 0,1 0,-1 0,-1-1,0 1,0 0,-1 0,-1-1,0 1,0 0,-1 0,0 1,0-1,-1 0,-1 1,1 0,-1 0,-1 0,0 1,0 0,-1 0,-3-2,1 2,-1 1,-1 0,1 0,-1 1,0 1,-1 0,1 1,-1 0,0 0,0 1,0 1,-1 0,1 1,0 0,-1 1,1 0,0 1,-1 0,1 1,0 1,0 0,0 0,0 1,1 1,-1 0,1 0,0 1,1 1,-1 0,-7 7,7-2,0 0,0 1,1 1,1 0,0 0,1 1,1 0,0 0,1 0,1 1,0 0,1 1,1-1,0 0,1 13,-2 30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41.13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402 347,'-20'8,"1"1,0 1,0 1,1 0,1 1,0 1,0 1,1 1,1 0,1 1,0 0,1 1,1 1,-6 10,-5 5,1 1,2 2,1 0,2 1,2 0,1 1,-3 17,15-46,0 0,1 0,0 0,0-1,1 1,0 0,1 0,0 0,2 8,-2-14,0 1,0-1,0 0,0 0,1 0,-1 0,1 0,0 0,0 0,0-1,1 1,-1-1,0 1,1-1,0 0,-1 0,1 0,0 0,0-1,0 1,0-1,1 1,-1-1,0 0,0-1,3 1,6 0,1-1,-1-1,1 0,-1 0,0-1,0-1,0 0,0-1,0 0,-1-1,0 0,1-1,-2 0,5-4,12-7,0-1,-1-1,-1-1,-1-1,-1-2,-1 0,-1-1,-1-2,-1 0,-1 0,-2-2,-1 0,-1-1,-1 0,-1-1,-2-1,-1 0,-2 0,-1-1,-1 1,-2-1,-1 0,-1 0,-4-27,1 40,-1-1,0 1,-2 0,0 0,-1 1,-1 0,-8-16,11 27,0-1,-1 1,0-1,0 1,0 1,-1-1,0 1,-1 0,1 0,-1 1,0 0,-1 0,1 1,-1 0,0 0,0 1,0 0,-5-2,1 4,1 0,0 0,-1 1,1 1,-1-1,1 2,0 0,0 0,0 1,0 0,0 1,1 1,-1-1,1 2,0-1,1 1,-1 1,1 0,1 0,-1 1,1 0,0 0,1 1,0 0,0 0,1 0,0 1,1 0,0 1,1-1,0 1,0 0,1 3,-3 9,1 0,1 1,1-1,1 1,1-1,1 1,2-1,0 1,1-1,1 0,2 0,0 0,1-1,2 0,5 12,24 43,3-3,3-1,34 42,-76-111,57 85,-4 4,1 11,-56-103,0 0,0 0,0 1,1-1,-1 0,0 0,1 0,-1 1,0-1,1 0,0 0,-1 0,1 0,0 0,-1 0,1 0,0 0,0 0,0 0,0-1,0 1,0 0,0-1,0 1,0 0,0-1,0 1,0-1,1 0,-1 1,0-1,0 0,0 0,1 1,-1-1,0 0,0 0,1-1,-1 1,0 0,0 0,0-1,1 1,-1 0,0-1,0 1,0-1,0 0,0 1,1-2,36-42,25-19,-62 62,0 1,0-1,0 0,0 1,0 0,0-1,0 1,0-1,1 1,-1 0,0 0,0 0,0 0,0 0,0 0,1 0,-1 0,0 0,0 0,0 0,0 1,0-1,0 1,1-1,-1 1,0-1,0 1,0-1,-1 1,1 0,0 0,0-1,0 1,0 0,-1 0,1 0,0 0,-1 0,1 0,0 1,16 46,-16-42,0-1,-1-1,0 1,1-1,0 1,0-1,0 1,1-1,-1 0,1 0,0 0,0 0,1 0,-1 0,1 0,0-1,0 1,0-1,0 0,0 0,1 0,0 0,-1 0,1-1,0 0,0 0,1 0,-1 0,0-1,1 1,-1-1,0 0,1-1,-1 1,3-1,-1-1,0 0,1-1,-1 0,0-1,0 1,-1-1,1 0,0 0,-1-1,0 0,0 0,0 0,0-1,-1 1,0-1,1 0,-2 0,1-1,-1 1,2-4,1-3,0 0,-1 0,0 0,-1-1,-1 0,0 0,0 0,-1 0,-1-7,0 14,0 1,-1 0,0 0,0-1,0 1,0 0,-1-1,0 1,0 0,-1 0,1 0,-1 0,0 0,-1 0,1 1,-1-1,0 1,0-1,0 1,0 0,-1 0,0 1,0-1,0 1,0-1,0 1,-1 1,1-1,-1 1,0-1,0 1,0 1,-2-1,-2 1,-1 2,1-1,-1 1,1 1,-1-1,1 2,0-1,0 1,0 1,0-1,0 2,1-1,0 1,0 0,0 1,1 0,-1 0,1 1,1 0,-1 0,1 0,1 1,-1 0,1 0,-3 7,7-13,0 0,1 0,-1 0,0 0,1 0,-1 0,1 0,0 0,0 0,-1 0,1 0,1 1,-1-1,0 0,0 0,1 0,-1 0,1 0,0 0,0 0,0 0,0 0,11 13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41.47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40,'14'2,"13"1,11-2,9-4,5-4,3-2,-2-1,-4 2,-9 3,-9 1,-9 5,-9 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41.69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1,'13'9,"12"3,11 0,10-3,6-3,7-4,1-5,0-4,-10-1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42.0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154 316,'0'6,"0"0,0 0,0-1,1 1,0 0,0 0,0 0,1-1,-1 1,1-1,1 1,-1-1,1 0,0 0,0 0,1 0,-1 0,1-1,0 1,0-1,1 0,-1-1,1 1,0-1,0 0,0 0,0 0,1-1,-1 1,1-1,-1-1,6 2,5-3,-1 0,1-1,0 0,-1-2,1 1,-1-2,0 0,0-1,-1-1,1 0,-1-1,0 0,-1-1,0-1,8-6,-14 10,1 0,-1 0,1-1,-2 0,1 0,-1-1,0 0,0 0,0 0,-1-1,-1 0,1 0,-1 0,0-1,-1 1,0-1,-1 0,0 1,0-1,0-1,-1 1,-1 0,0 0,0 0,0 0,-1 0,-1 0,0 0,0 0,0 0,-1 0,-1-1,-1 1,-1 1,1 0,-2 0,1 0,-1 1,0 0,0 0,-1 1,0 0,0 0,0 1,-1 0,0 0,0 1,0 0,0 1,-1 0,0 0,1 1,-1 0,0 1,-6 0,-4 0,0 1,0 1,1 0,-1 2,1 0,0 1,-1 1,2 1,-1 1,1 0,-1 2,-104 69,76-40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43.97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491 1,'-10'1,"1"1,0 1,0 0,0 0,0 1,1 0,-1 0,1 1,0 0,1 1,-1-1,1 1,0 1,0 0,1 0,0 0,0 0,1 1,0 0,-2 4,-19 36,2 1,2 1,2 1,3 1,-5 27,14-53,2 0,1 1,0-1,2 1,1 0,2 0,0 0,2 0,1 0,1 0,1 0,7 20,13 13,3-1,2-2,28 40,-46-78,12 23,2-1,2-1,2-1,1-2,2-1,1-1,27 19,5-10,2-3,2-3,1-3,48 15,-68-28,41 20,1-3,2-5,2-4,1-4,100 13,297-10,-494-29,53 7,1-3,-1-2,1-2,-1-3,1-2,-1-2,0-3,-1-2,0-3,-17 1,0-2,-2-2,0 0,-1-3,-1-1,-1-1,-1-2,-1 0,-2-2,0-2,-2 0,16-25,9-20,-3-3,-4-1,24-62,-61 126,0 0,0 0,-1-1,-1 0,-1 1,0-1,-1 0,0-1,-1 1,-1 0,0 0,-1-1,-1 1,0 0,-2 0,-2-10,-11-11,-2 0,-1 1,-2 2,-1 0,-1 1,-2 1,-1 2,-2 1,0 1,-2 1,-33-21,-9-9,-2 3,-2 4,-2 2,-3 5,-1 3,-1 4,-3 3,0 4,-58-9,11 15,-1 6,-1 5,-1 7,1 5,0 7,0 5,1 7,2 5,-127 41,131-22,2 6,2 4,-52 36,-1 8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55.69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1 375,'57'-105,"4"3,38-45,-98 146,-1 0,0 1,0-1,0 0,0 0,0 0,0 1,1-1,-1 0,0 0,0 1,1-1,-1 0,1 0,-1 1,0-1,1 0,0 1,-1-1,1 1,-1-1,1 1,0-1,-1 1,1-1,0 1,-1-1,1 1,0 0,0 0,-1-1,1 1,0 0,0 0,0 0,-1 0,1 0,0 0,0 0,0 0,-1 0,1 0,0 0,0 0,0 1,-1-1,1 0,0 1,-1-1,1 0,0 1,-1-1,1 1,0-1,-1 1,1 0,-1-1,1 1,-1-1,1 1,0 0,7 31,-1 1,-2 0,0 0,-3 0,-1 0,-1 3,0 103,-7 0,-15 76,23-210,-2 0,1 1,0-1,-1 0,0 0,0 0,-1 0,1 0,-1-1,0 1,0 0,-1-1,1 1,-1-1,0 0,0 0,-1 0,1 0,-1-1,0 1,0-1,0 0,0 0,0 0,-1-1,1 0,-1 0,0 0,0 0,-2 0,-95-3,102 1,0 0,0 0,1 0,-1-1,0 1,0 0,0 0,0-1,0 1,0 0,0 0,0 0,0-1,0 1,0 0,0 0,0-1,0 1,0 0,0 0,0 0,0-1,0 1,0 0,0 0,-1 0,1-1,0 1,0 0,0 0,0 0,0-1,-1 1,1 0,0 0,0 0,0 0,0 0,-1 0,1-1,0 1,0 0,-1 0,1 0,0 0,0 0,0 0,24-5,-23 5,78-9,0 4,0 4,13 3,5 11,-88-13,-3-2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4:56.33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124 1,'-6'2,"-1"1,1 0,0 0,0 1,1 0,-1 0,1 0,-1 1,2-1,-1 1,0 0,1 1,0-1,0 1,0 0,1 0,0 0,0 0,1 1,-2 2,-2 12,1-1,1 1,0 0,2 0,0 1,1 0,0 3,1 0,1 0,1 0,1 0,1-1,1 1,1-1,1 0,2 0,0-1,1 0,2-1,0 0,1-1,6 6,-13-21,0 0,1 0,-1 0,1-1,0 0,1-1,-1 1,1-1,0-1,0 0,0 0,0 0,1-1,-1 0,1-1,-1 0,1 0,0-1,-1 0,1 0,0-1,-1 0,1-1,-1 0,0 0,1-1,-1 0,0 0,0-1,2-2,0 0,-1 0,1-1,-1 0,-1 0,1-1,-1 0,-1-1,0 0,0 0,0 0,-1-1,-1 0,0 0,0 0,-1-1,0 0,-1 0,0 0,0 0,-1-5,2-11,-2 0,0 0,-2 0,-1 0,-1 0,-1 0,-1 0,-5-13,5 25,-1-1,0 1,-1 0,-1 0,0 1,-1-1,-1 2,-3-5,8 13,0 0,0 0,-1 0,1 1,-1-1,0 1,0 0,-1 1,1-1,-1 1,0 0,0 0,0 1,0 0,0 0,0 0,-1 1,1 0,0 0,-1 1,1-1,-1 2,1-1,0 1,0 1,0-1,1 1,-1 0,0 1,1-1,0 1,0 0,-1 0,2 1,-1 0,0 0,1 0,0 0,0 0,0 1,-3 4,-51 97,43-62,1-1,1 2,3 0,-3 42,5-35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1:18.4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395 79,'-26'3,"-1"0,1 2,0 1,0 1,1 1,0 1,0 1,1 1,0 2,1 0,-20 16,38-26,-1 0,1 1,0 0,0 0,0 1,1-1,0 1,0 0,0 0,0 0,1 1,0-1,0 1,0 0,1 0,0 0,0 0,0 0,1 0,0 1,0-1,1 0,0 1,0-1,0 1,1-1,0 0,1 6,8 7,1-1,1 0,0-1,1 0,1-1,1 0,0-2,15 12,1 3,-23-21,15 12,-1 1,-1 0,-1 2,0 0,-2 1,-1 1,-1 1,-1 0,5 16,-18-38,0 1,0-1,-1 1,0-1,0 1,0 0,-1-1,1 1,-1 0,0 0,-1-1,1 1,-1 0,0 0,0-1,0 1,-1-1,1 1,-1-1,0 0,0 1,-1-1,0 0,1-1,-1 1,0 0,-1-1,1 0,-1 1,1-1,-1-1,0 1,0 0,0-1,0 0,-1 0,1 0,-1-1,1 1,-1-1,0 0,4-1,-1 0,0 0,0 0,0 0,1 0,-1-1,0 1,0 0,1-1,-1 1,0-1,1 0,-1 0,1 1,-1-1,1 0,-1 0,1-1,-1 1,1 0,0 0,0-1,0 1,0 0,0-1,0 0,0 1,0-1,0 1,1-1,-1 0,1 1,-1-1,1 0,0 0,-1 1,1-1,0 0,0 0,0 0,1 1,-1-2,22-76,4 33,2 1,3 1,1 1,28-27,29-40,-71 89,0-1,-2 0,-1-2,-1 0,-1 0,-1-1,-1-1,-1 0,-2 0,0-1,-2 0,3-25,-9 46,1 0,-1 0,0 0,-1 0,1 0,-1 0,0 1,-1-1,1 0,-1 0,0 1,-1-1,1 1,-1 0,0 0,-1 0,1 0,-1 0,0 1,0-1,0 1,-1 0,-2-2,4 6,1 0,-1 0,0 0,1 0,-1 0,0 0,1 1,-1-1,1 1,-1 0,1 0,-1 0,1 0,0 0,-1 0,1 0,0 1,0 0,0-1,0 1,0 0,0 0,1 0,-1 0,0 0,1 0,0 0,-1 1,1-1,0 1,0-1,1 1,-1-1,0 1,1-1,-1 1,1-1,0 1,0 0,0 0,-1 18,1 0,1-1,1 1,0 0,2-1,0 1,1-1,2 0,0-1,0 0,2 0,8 13,-8-13,28 64,-3 1,-4 2,-4 0,-3 4,6 26,-3-95,-13-24</inkml:trace>
  <inkml:trace contextRef="#ctx0" brushRef="#br0" timeOffset="179.535">382 386,'9'-4,"19"-2,25-2,24 0,19 2,12 1,1 7,-18 3</inkml:trace>
  <inkml:trace contextRef="#ctx0" brushRef="#br0" timeOffset="1415.876">1344 694,'2'-14,"-1"1,0 0,-1-1,0 1,-1-1,0 1,-1 0,-1-1,-1 0,3 9,-1 1,0-1,0 1,0-1,0 1,-1 0,1 0,-1 0,0 0,-1 0,1 1,-1 0,1-1,-1 1,0 0,0 1,0-1,0 1,-1 0,1 0,-1 0,1 1,-1-1,0 1,0 0,-2 0,-2 2,0-1,0 1,1 1,-1 0,0 0,0 0,1 1,0 1,-1-1,1 2,1-1,-1 1,0 0,1 0,0 1,1 0,-1 0,1 1,0 0,1 0,-1 0,2 0,-1 1,1 0,0 0,0 1,1-1,0 0,1 1,0 0,0 0,1 0,0 0,1 0,0 8,0-13,0-1,1 1,-1 0,1 0,0-1,0 1,0-1,1 1,-1-1,1 1,0-1,0 0,0 0,0 0,0 0,1 0,0 0,-1 0,1-1,0 0,0 1,0-1,1 0,-1-1,0 1,1 0,-1-1,1 0,2 1,3 0,-1-1,1 0,-1 0,1-1,-1 0,1 0,-1-1,1 0,-1 0,1-1,-1 0,6-3,-6 2,0 0,0-1,-1 0,0 0,1-1,-2 0,1 0,0 0,-1-1,0 0,-1 0,1-1,-1 0,0 0,-1 0,1 0,-2-1,1 1,-1-1,0 0,-1 0,1 0,-2-1,1 1,-1-1,0 1,-1 0,0-1,-1-5,-3 50,3-21,1 1,1 0,0-1,1 1,1 0,0-1,2 0,-1 0,2 0,0-1,0 1,2-1,7 11,-13-22,0-1,0 0,0 1,0-1,1 0,-1 0,0-1,1 1,0 0,-1-1,1 0,0 1,0-1,-1 0,1 0,0-1,0 1,0-1,0 1,0-1,0 0,0 0,1 0,-1-1,0 1,0-1,0 1,-1-1,1 0,0 0,0-1,0 1,-1 0,1-1,-1 0,1 1,-1-1,1 0,-1 0,0-1,0 1,0 0,0-1,-1 1,1-1,-1 0,1 1,-1-1,0-1,9-20,-2-1,-1 0,-1 0,-1 0,-1-1,-1 0,-1 0,-2 0,-1-1,2-9,-1 35,-1-1,1 0,0 0,0 0,0 0,0 0,0 0,0 0,0 0,1 1,-1-1,0 0,1 0,0 0,-1 0,1 1,0-1,0 0,0 1,0-1,1 1,-1-1,0 1,0-1,1 1,-1 0,1 0,-1-1,1 1,0 0,-1 1,1-1,0 0,0 0,0 1,0-1,-1 1,1 0,0-1,0 1,2 0,13 3,0 0,0 1,-1 0,1 2,-1 0,0 1,0 0,13 10,-24-14,1 2,-1-1,0 1,0 0,-1 0,1 0,-1 0,0 1,-1 0,1 0,-1 0,0 0,0 0,-1 1,0-1,0 1,-1-1,0 1,0 0,0 0,-1 0,0 0,0-1,-1 1,0 3,1-2,-2 0,1 0,0 1,1-1,0 0,0 1,1-1,0 0,1 1,-1-1,2 0,-1 0,1 0,0-1,1 1,0-1,0 1,0-1,1 0,0-1,1 1,-1-1,2 1,2-2,0-1,1 0,-1 0,1-1,0 0,0 0,0-1,0 0,0-1,1-1,-1 1,0-1,0-1,1 0,-1-1,0 0,0 0,0-1,0 0,-1-1,1 0,-1 0,0-1,0-1,-1 1,1-1,-1-1,-1 0,1 0,-1 0,0-1,-1 0,0 0,0-1,0 1,-1-1,2-8,-3 11,-1-1,-1 0,1 1,-1-1,-1 0,1 0,-1-1,0 1,-1 0,0 0,0 0,0-1,-1 1,0 0,-1 0,1 0,-1 0,-1 0,1 0,-1 1,0-1,-1 1,1 0,-3-3,4 7,0 1,-1 0,1-1,0 1,0 0,-1 0,1 0,0 1,-1-1,1 0,-1 1,1 0,-1-1,1 1,-1 0,1 1,0-1,-1 0,1 1,-1-1,1 1,-1 0,1-1,0 1,-1 0,1 1,0-1,0 0,0 1,0-1,0 1,-1 1,-50 65,50-62,0 1,0 0,1-1,0 1,0 0,0 0,1 0,0 1,1-1,-1 0,1 0,1 0,-1 1,1-1,1 0,-1 0,1 0,0 0,1-1,0 1,0 0,0-1,1 0,0 0,0 0,0 0,1-1,0 0,0 1,0-2,1 1,0-1,4 3,13 5,-1-2,1 0,1-2,0 0,0-2,0-1,1 0,0-2,-1-1,1-1,3-1,-9 2,-1-1,1-1,0-1,0 0,-1-2,1 0,-1-1,0 0,0-2,0 0,-1-1,0-1,0 0,-1-1,0-1,7-6,-20 12,1-1,-1 1,0 0,0-1,-1 0,1 1,-1-1,0 0,0 0,0-1,-1 1,0 0,0-1,0 1,-1 0,0-1,0 1,0 0,0-1,-1 1,0-1,0 1,-1 0,0 0,1 0,-2 0,1 0,0 0,-1 0,0 1,0 0,0-1,-1 1,0 0,0 0,0 1,0-1,0 1,0 0,-1 0,0 0,0 1,1 0,-1 0,-1 0,-1 0,-3 1,0 0,0 1,1 1,-1 0,0 0,0 1,0 0,1 1,-1 0,1 0,0 1,0 0,0 1,0 0,1 0,0 1,0 0,0 0,1 1,0 0,0 0,1 1,0 0,0 0,1 0,0 1,1 0,-1 0,0 5,3-11,0 0,1 0,0 0,-1 0,1 0,1 1,-1-1,0 0,1 1,-1-1,1 0,0 1,0-1,1 1,-1-1,1 0,-1 1,1-1,0 0,0 0,1 0,-1 0,0 0,1 0,0 0,0 0,0 0,0-1,0 1,1-1,-1 1,1-1,-1 0,1 0,0 0,2 1,6 0,0-1,0 0,0 0,0-1,0-1,0 0,1 0,-1-1,0-1,0 0,0 0,-1-1,1 0,0-1,-1 0,0-1,0 0,0 0,-1-1,0-1,0 1,0-2,2-2,-5 5,-1 0,-1-1,1 1,-1-1,0 0,0 0,0 0,-1-1,0 1,0-1,-1 0,0 0,0 0,-1 0,1 0,-2 0,1 0,-1 0,0 0,0-3,-1 8,1 1,0 0,-1 0,1 0,0 0,-1 0,1 0,-1 0,0 0,1 0,-1 0,0 0,0 0,1 0,-1 1,0-1,0 0,0 0,0 1,0-1,0 1,0-1,0 1,0-1,0 1,-1 0,1-1,0 1,0 0,0 0,0 0,-1 0,1 0,0 0,0 0,0 0,0 1,-1-1,1 0,0 1,0-1,0 1,0-1,0 1,0-1,0 1,0 0,0 0,0-1,1 1,-1 0,0 0,0 0,1 0,-1 0,0 0,1 0,-1 0,1 0,0 0,-1 0,1 0,0 0,-1 1,1-1,0 0,0 0,0 1,-2 3,0 0,0 0,1 0,-1 1,1-1,0 0,1 0,-1 1,1-1,0 1,0-1,1 0,0 1,0-1,0 0,0 0,1 0,0 0,0 0,0 0,1 0,0 0,0-1,0 0,0 1,0-1,1 0,0-1,0 1,0-1,0 1,1-1,2 1,11 6,0-2,0 0,1-1,0-1,0-1,10 2,52 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1:20.4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1 562,'6'41,"2"0,2 0,2-1,2 0,1-1,2 0,14 21,-29-56,1 4,1 0,1-1,-1 0,1 1,0-1,1-1,-1 1,1-1,1 0,-1-1,1 1,3 1,-9-7,0 1,0-1,0 1,0-1,0 0,0 1,0-1,0 0,0 0,0 0,0 0,0 0,0 0,0 0,0 0,0 0,0-1,0 1,0 0,0-1,0 1,0 0,-1-1,1 1,0-1,0 0,0 1,0-1,-1 0,1 1,0-1,-1 0,1 0,-1 0,1 1,0-1,-1 0,0 0,1 0,-1 0,0 0,1 0,-1 0,0 0,0 0,7-50,-27-174,20 221,0-1,0 1,0-1,1 0,-1 1,1-1,1 1,-1 0,0-1,1 1,0 0,0 0,0 0,1 0,0 0,-1 1,1-1,0 1,0-1,1 1,-1 0,1 1,0-1,-1 0,1 1,0 0,1 0,-1 0,0 1,67-12,-38 12</inkml:trace>
  <inkml:trace contextRef="#ctx0" brushRef="#br0" timeOffset="227.32">509 615,'7'19,"4"12,3 10,1 8,-2 4,0-1,-4-3,-2-6,0-9,-2-7,-1-8</inkml:trace>
  <inkml:trace contextRef="#ctx0" brushRef="#br0" timeOffset="401.865">442 308,'-2'0,"6"2,11 6,12 3,2 0</inkml:trace>
  <inkml:trace contextRef="#ctx0" brushRef="#br0" timeOffset="593.839">883 615,'0'14,"0"11,0 8,0 6,2 5,6 4,3-2,5-1,1-5,1-6,-1-9,-1-9,-3-7</inkml:trace>
  <inkml:trace contextRef="#ctx0" brushRef="#br0" timeOffset="872.716">829 241,'3'0,"11"5,16 1,2-1</inkml:trace>
  <inkml:trace contextRef="#ctx0" brushRef="#br0" timeOffset="1118.045">1445 1,'0'7,"0"15,0 23,2 22,1 20,2 13,3 10,2 2,1-1,2-9,0-13,1-16,-2-19,-4-23,-2-17</inkml:trace>
  <inkml:trace contextRef="#ctx0" brushRef="#br0" timeOffset="1443.098">1084 509,'72'-6,"1"2,-1 4,1 2,-1 4,3 4,68 22,-134-29,0 0,0 1,-1 0,1 0,-1 1,0 0,0 0,-1 1,1 0,-1 0,-1 1,1 0,-1 0,0 2,-2 0,0 1,0 0,-2-1,1 1,-1 1,-1-1,1 0,-2 0,0 1,0-1,-1 0,0 0,0 1,-1-1,-1 0,0 0,0-1,-1 1,-3 6,-18 89,24-102,1 0,0 0,0 0,0-1,0 1,1 0,-1 0,1 0,-1 0,1 0,0-1,0 1,0 0,1-1,-1 1,1-1,-1 1,1-1,0 0,0 0,0 0,0 0,0 0,0 0,1 0,-1-1,1 1,-1-1,1 0,0 1,-1-1,1-1,0 1,0 0,0-1,0 1,5 0,-1 0,1 0,-1 0,1-1,-1 0,1-1,-1 0,0 0,1-1,-1 1,0-2,0 1,0-1,0 0,0 0,-1-1,1 0,-1 0,0 0,0-1,-1 0,0 0,1-1,-2 1,1-1,0 0,-1-1,-1 1,1-1,-1 1,0-1,0 0,-1 0,0-1,0 1,-1 0,1-2,-1 1,0 0,0 0,-1-1,0 1,0 0,-1 0,0 0,0 0,-1 0,0 0,0 0,-1 0,0 1,-1 0,0-1,0 1,0 0,-1 1,0-1,0 1,0 0,-1 0,0 0,0 1,-1 0,0 1,1-1,-2 1,1 0,0 1,-1 0,1 0,-1 0,-4 0,6 3,1 0,-1 0,1 0,-1 1,1-1,0 2,-1-1,1 0,0 1,0 0,0 0,0 1,0-1,0 1,1 0,-1 0,1 1,0-1,0 1,0 0,0 0,1 0,0 1,-1-1,2 1,-1 0,0 0,1 0,0 0,0 0,1 0,0 1,-1-1,2 0,-1 1,1-1,-1 1,1-1,1 1,-1-1,1 1,0-1,1 0,-1 1,1-1,0 0,1 3,3 1,0 1,1-1,0 0,0 0,1-1,0 0,0-1,1 0,0 0,0 0,1-1,0-1,0 0,0 0,1-1,0 0,53 20</inkml:trace>
  <inkml:trace contextRef="#ctx0" brushRef="#br0" timeOffset="2239.187">2407 883,'1'-10,"0"1,-1-1,0 0,0 1,-1-1,0 0,-1 1,0-1,-1 1,0-1,0 1,-1 0,0 1,-1-1,0 0,0 1,0 0,-1 1,-1-1,1 1,-1 0,0 1,-4-3,7 7,0 0,0 0,-1 1,1 0,0 0,0 0,-1 0,1 1,0 0,-1-1,1 2,0-1,-1 0,1 1,0 0,-1 0,1 0,0 1,0-1,0 1,0 0,0 0,1 0,-1 1,0-1,1 1,0 0,0 0,0 0,0 1,0-1,-1 3,-1 0,0 0,1 1,0-1,0 1,1-1,0 1,0 1,0-1,1 0,0 0,1 1,0-1,0 1,0 0,1-1,0 1,1-1,0 7,1-8,0 0,1 0,-1 0,1 0,0 0,1 0,0-1,-1 0,2 0,-1 0,1 0,-1 0,1-1,0 0,1 0,-1-1,1 1,0-1,0 0,0-1,0 1,0-1,5 1,1 0,0-1,-1 0,1 0,0-1,0-1,0 0,0-1,0 0,0-1,0 0,0-1,7-2,39-17,-56 23,-1 0,-1 0,1 0,0 0,0 0,0 0,0 1,-1-1,1 0,-1 1,1-1,-1 0,1 1,-1-1,0 0,0 1,1-1,-1 0,0 1,0-1,-1 1,1-1,0 0,0 1,-1 0,1 1,0-2,-1 1,0 1,1 0,-1 0,1 0,0 0,-1 0,1 0,0-1,1 1,-1 0,0 0,1 0,0 0,0 0,0-1,0 1,0 0,0-1,1 1,-1-1,1 1,-1-1,1 0,0 1,0-1,0 0,1 0,-1-1,0 1,1 0,-1-1,1 1,-1-1,1 0,2 1,-1-2,0-1,0 1,0-1,0 0,0 0,0 0,0-1,0 1,0-1,-1 0,1 0,-1 0,1 0,-1-1,0 0,0 1,0-1,0 0,0-1,-1 1,1 0,-1-1,2-3,37-90,-4-94,-36 190,-2-1,1 0,0 0,0 0,0 1,1-1,-1 0,0 0,1 1,-1-1,1 0,-1 1,1-1,0 0,0 1,0-1,0 1,0-1,0 1,0 0,0-1,0 1,1 0,-1 0,0 0,1 0,-1 0,1 0,0 0,-1 1,1-1,0 0,-1 1,1-1,1 1,10 2,1 0,-1 1,1 1,-1 0,0 1,-1 0,1 1,-1 0,0 1,-1 0,10 8,-16-10,-1 0,1 1,-1-1,-1 1,1-1,-1 1,0 0,0 0,-1 1,1-1,-1 0,-1 1,1-1,-1 1,-1 0,1 0,-1-1,0 1,0 0,-1-1,0 1,0 0,-1-1,0 1,0-1,0 0,-1 1,-3 4,-9 56,14-63,0 0,1 0,0-1,0 1,0 0,0 0,1-1,-1 1,1 0,0 0,0-1,0 1,1-1,-1 1,1-1,0 0,0 1,0-1,0 0,1 0,-1-1,1 1,0 0,0-1,0 0,0 1,0-1,0 0,0-1,2 2,9 1,0 0,0-1,1-1,-1 0,1-1,-1 0,1-1,-1-1,1 0,-1-1,1-1,-1 0,0-1,0 0,0-1,-1-1,0 0,0-1,0 0,-1-1,0 0,0-1,-1-1,5-5,-10 10,0-1,-1 0,1 0,-1 0,0 0,-1-1,0 0,0 0,0 0,-1 0,0-1,0 1,-1-1,0 0,0 0,-1 0,0 0,0 0,-1 0,0 0,-1 0,0 0,0 0,0 0,-1 1,0-1,-1 0,0 1,0-1,0 1,-1 0,0 0,-1 0,0 0,4 6,-1-1,0 0,0 1,0-1,0 1,0 0,-1-1,1 1,0 0,-1 0,1 1,0-1,-1 0,1 1,-1-1,1 1,-1 0,1 0,-1 0,1 0,-1 0,1 1,-1-1,1 1,-1 0,1 0,0-1,-1 1,1 1,0-1,0 0,0 1,0-1,0 1,0-1,0 1,0 0,1 0,-1 0,0 0,0 1,-2 4,0 0,0 1,0 0,1 0,0 0,0 0,1 0,0 1,1-1,0 0,0 1,0-1,1 1,1 0,-1-1,2 1,-1-1,1 0,0 1,1-1,0 0,0 0,0 0,1-1,1 1,-1-1,5 5,8 5,0-1,1-1,0 0,1-2,1 0,0-1,0-1,1-1,1-1,0-1,0-1,22 4,34 11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1:23.8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42 442,'-2'25,"-3"22,-1 16,1 14,1 9,1 4,2-2,0-7,1-12,0-21,0-18</inkml:trace>
  <inkml:trace contextRef="#ctx0" brushRef="#br0" timeOffset="3179.342">149 455,'-18'32,"1"1,2 0,2 1,0 1,3 0,1 0,-2 20,-4 16,4 1,3 1,2 0,5 12,1-74,-1-3,0 0,1 0,0 0,1-1,0 1,0 0,0 0,1-1,1 1,-1-1,1 0,0 1,0-1,1 0,0-1,3 5,-3-9,0-1,0 1,0 0,0-1,0 0,0 0,0 0,0-1,0 1,0-1,0 0,1 0,-1-1,0 1,0-1,0 0,0 0,0 0,0 0,0-1,0 0,-1 1,1-1,0-1,-1 1,0-1,0 1,1-1,29-20,-1-2,-1-1,-1-1,-1-1,-2-2,-1-1,-2-1,0-1,-3-1,11-23,-14 23,-1-1,-2-1,-1 0,-2-1,-2 0,2-18,-9 36,0 1,-1-1,-1 0,-1 0,0 0,-2 0,0 0,-1 0,-1 1,-1 0,0-1,-2 1,0 1,-1-1,5 10,-2 0,1 0,-1 1,0-1,0 1,-1 0,0 1,0-1,0 1,-1 1,0-1,0 1,-1 0,0 1,1-1,-1 2,-1-1,1 1,0 0,-1 1,0 0,1 0,-1 1,0 0,0 1,0 0,0 0,0 1,0 0,1 0,-1 1,0 0,1 1,-2 0,1 3,0-1,1 1,-1 1,1 0,1 0,-1 0,1 1,0 0,1 0,0 1,0 0,1 0,0 0,1 1,0 0,0 0,1 0,0 1,-1 6,1 1,0-1,1 0,1 1,0-1,2 1,0-1,1 1,0-1,4 11,7 10,1-1,2-1,2 0,1-1,1-1,7 5,-1 2,-1 1,-2 1,13 36,15 119,3 10,-46-189</inkml:trace>
  <inkml:trace contextRef="#ctx0" brushRef="#br0" timeOffset="3517.642">604 1471,'22'-90,"-4"0,5-76,-20 143,1 20,-1 16,8 76,-4 1,-4 82,-3-127,0 2</inkml:trace>
  <inkml:trace contextRef="#ctx0" brushRef="#br0" timeOffset="3772.86">643 321,'14'-7,"16"-2,16 1,14 1,11 2,6 4,0 5,-5 5,-7 5,-13-1,-15-2</inkml:trace>
  <inkml:trace contextRef="#ctx0" brushRef="#br0" timeOffset="4036.32">1031 67,'-7'23,"-2"21,1 18,1 18,2 13,4 7,5 2,6-5,1-19</inkml:trace>
  <inkml:trace contextRef="#ctx0" brushRef="#br0" timeOffset="4832.386">1887 481,'-15'0,"0"0,0 1,0 1,0 0,0 1,0 1,0 0,1 1,0 0,0 1,0 1,1 0,0 1,0 0,1 1,0 1,1 0,0 0,0 1,1 0,1 1,0 0,0 1,1 0,1 0,0 1,1 0,1 0,-2 5,-6 17,2 0,1 1,2 0,2 0,1 1,2 0,1 0,3 11,-1-36,1-1,1 0,0 0,0 0,1 0,1 0,0-1,3 7,-5-15,-1 0,1 0,-1-1,1 1,0 0,0-1,0 1,0-1,1 1,-1-1,1 0,-1 0,1 0,0-1,0 1,-1-1,1 1,1-1,-1 0,0 0,0 0,0-1,0 1,1-1,-1 1,0-1,0 0,1-1,-1 1,0 0,0-1,1 0,-1 0,0 0,12-6,-1-1,0 0,0-1,-1-1,0 0,-1-1,0 0,-1-1,0 0,0-1,-2 0,0-1,0 0,-1-1,21-31,-3-1,-1-1,-3-1,-2-1,-2 0,-2-2,-3 0,-2-1,-2 0,-3 0,-1-18,-3 53,-1-1,-1 1,-1-1,0 1,-1 0,-1 0,-1 0,-1 0,0 0,-2 1,0 0,0 0,-2 1,0 0,-6-8,12 21,-1-1,-1 0,1 1,0 0,-1 0,1 0,-1 1,0-1,0 1,0 0,0 0,0 1,-1 0,1 0,0 0,-1 0,1 1,0 0,-1 0,1 1,-1-1,1 1,0 0,-1 1,1-1,0 1,0 0,0 0,0 1,1-1,-1 1,1 0,-1 0,1 1,0-1,0 1,-1 2,-10 11,1 1,1 0,0 1,1 1,1 0,1 0,1 1,1 1,1-1,1 1,0 1,2-1,0 1,2-1,1 1,0 0,2 0,1-1,0 1,2 0,2 6,11 27,2 0,2-2,3-1,2 0,3-2,1-1,23 26,-22-29,96 153,-124-195,-3-3,0 0,1 0,-1 0,1 0,-1 0,1 0,0 0,0-1,0 1,0 0,0 0,0-1,0 1,1-1,-1 1,1-1,-1 0,1 1,-1-1,1 0,0 0,-1 0,1 0,0-1,0 1,0 0,0-1,0 1,-1-1,1 0,0 1,0-1,0 0,0 0,0 0,0-1,0 1,0 0,0-1,0 1,0-1,0 0,0 0,11-11,0 0,0-2,-1 0,-1 0,0-1,1-2,2-3,39-55,-53 74,1 1,0 0,0 0,0-1,-1 1,1 0,0 0,0 0,0 0,0 0,0 0,-1 0,1 0,0 1,0-1,0 0,-1 0,1 1,0-1,0 0,-1 1,1-1,0 1,0-1,-1 1,1-1,-1 1,1 0,0-1,-1 1,1-1,-1 1,0 0,1 0,-1-1,1 1,-1 0,0 0,0 0,0-1,1 1,-1 0,0 0,0 0,0 0,0-1,0 1,0 0,0 0,-1 0,1 0,3 7,-1-2,0 1,1-1,0 0,0 1,0-1,1 0,-1-1,1 1,1-1,-1 0,1 0,0 0,0 0,1-1,-1 0,1 0,0-1,0 1,0-1,0-1,1 1,-1-1,1 0,0 0,-1-1,1 0,0 0,0-1,0 0,0 0,0 0,-1-1,1 0,0-1,0 1,1-2,-2 0,0-1,-1 0,1 0,-1-1,0 1,-1-1,1 0,-1 0,0-1,0 1,0-1,-1 0,0 0,0 0,-1 0,0 0,0-1,0 1,-1-1,1 0,-2 1,1-1,-1 0,0 1,0-1,-1 0,0 0,0 1,-1-1,-1-4,2 6,0-1,0 0,-1 1,1-1,-1 1,-1 0,1 0,-1 0,0 0,0 0,0 0,-1 1,1-1,-1 1,0 0,-1 0,1 0,-1 1,0 0,1 0,-1 0,-1 0,1 1,0 0,0 0,-1 0,0 1,1-1,-1 1,0 1,1-1,-1 1,0 0,0 0,-4 2,0 0,0 2,1-1,-1 1,1 1,0 0,0 0,0 1,0 0,1 0,0 1,1 0,-1 1,1-1,1 1,0 1,0-1,0 1,-2 7,-1 5</inkml:trace>
  <inkml:trace contextRef="#ctx0" brushRef="#br0" timeOffset="5152.888">2141 215,'0'-3,"2"0,4 0,4 0,8 2,10 0,12 2,12 2,9 0,7 0,2-1,-2-1,-8 0,-13-1,-13 0</inkml:trace>
  <inkml:trace contextRef="#ctx0" brushRef="#br0" timeOffset="5339.599">2502 0,'-9'21,"-4"22,2 20,2 17,7 12,6 7,5 4,1-3,-2-18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1:29.6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1161,'20'0,"23"0,23 0,20 0,11 3,3 0,-6 4,-17 3,-22 3,-20-1</inkml:trace>
  <inkml:trace contextRef="#ctx0" brushRef="#br0" timeOffset="252.772">121 1469,'18'13,"22"8,25-1,22-3,16-5,9-4,-1-4,-19-2</inkml:trace>
  <inkml:trace contextRef="#ctx0" brushRef="#br0" timeOffset="26221.265">1297 132,'-9'-7,"-1"-2,9 0,13 2,18 0,18-2,16 2,12-1,3-1,-2 1,-12 1,-15 3,-13 1,-16 2,-15 3,-17 1,-12 3,-2-1</inkml:trace>
  <inkml:trace contextRef="#ctx0" brushRef="#br0" timeOffset="27363.623">1485 39,'-267'-36,"265"35,1 1,-1 0,1-1,-1 1,1 0,-1 0,0 0,1 0,-1 0,1 0,-1 0,1 0,-1 1,1-1,-1 1,1-1,-1 1,1 0,0-1,-1 1,1 0,0 0,-1 0,1 0,0 0,0 0,0 0,0 0,0 1,0-1,0 0,1 1,-1-1,0 0,1 1,-1-1,1 1,-1-1,1 1,0-1,0 1,0 0,0-1,0 1,0-1,0 1,0-1,0 1,22 188,-15-100,-4 1,-4 0,-4-1,-7 22,-31 196,1-18,-2 244,37-286,-12 20,-19 10,-13 157,46-38,7-231,0-58,-1-106,0 0,0 0,1 0,-1 0,1 0,-1 0,1 0,0-1,0 1,0 0,0-1,0 0,0 1,0-1,0 0,0 0,1 0,-1-1,0 1,1 0,-1-1,1 1,-1-1,1 0,-1 0,0 0,1 0,-1-1,1 1,-1 0,2-1,6 0,376-9,-375 9,67-16,-72 12,-8 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09.8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66 152,'-11'-18,"-6"-11,-1-2,4 1,8 6,14 10,20 8,21 9,22 6,22 0,16 0,7-2,-2-2,-11-2,-22 1,-24 1,-28 3,-20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09.3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1,'13'23,"17"21,14 14,11 9,9 4,4 2,-1-2,-3-8,-8-8,-11-11,-11-9,-11-11</inkml:trace>
  <inkml:trace contextRef="#ctx0" brushRef="#br0" timeOffset="202.07">562 108,'-15'-4,"-11"0,-10 8,-5 10,-2 14,-4 14,-2 11,-3 10,-3 5,1 1,5-5,10-10,13-14,10-12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08.2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389 227,'-31'20,"2"1,1 2,0 0,2 2,1 2,1 0,1 1,1 1,2 1,1 1,-2 6,5-8,1 0,2 0,0 1,2 1,-5 25,14-53,1 1,0-1,0 0,0 1,0-1,1 0,-1 1,1-1,0 1,0-1,0 1,0-1,1 1,0-1,-1 1,1-1,0 0,1 0,-1 1,0-1,1 0,0 0,0 0,0 0,0-1,0 1,1-1,-1 1,1-1,-1 0,2 1,6-1,1-1,-1 0,1 0,-1-1,0-1,1 0,-1 0,0-1,1 0,-1-1,0 0,-1 0,1-1,-1-1,1 0,-1 0,-1-1,1 0,3-3,14-9,0-1,-2-2,0 0,-1-2,-1 0,-1-1,-2-2,0 0,-2-1,-1 0,-1-2,-1 1,-1-2,-2 0,-1 0,-2-1,-1-1,-1 1,-1-1,-2 0,-1-23,-3 41,0 0,0 0,-1-1,-1 1,-1 1,0-1,0 0,-4-6,7 17,-1 0,1 0,-1-1,0 1,0 0,0 1,0-1,0 0,-1 1,1-1,-1 1,0-1,1 1,-1 0,0 0,-1 1,1-1,0 1,0-1,-1 1,1 0,0 0,-1 0,1 1,-1-1,1 1,-1 0,0 0,1 0,-1 1,1-1,-1 1,1 0,0 0,-4 1,-3 3,0 1,1 1,-1-1,1 2,1-1,-1 1,1 0,1 1,0 0,0 0,0 1,1 0,1 0,0 0,0 1,1-1,0 1,1 0,0 0,1 1,-1 6,-3 38,2-1,3 1,2 0,2 0,3-1,2 0,3 0,2 0,2-2,3 0,11 20,17 32,-34-84</inkml:trace>
  <inkml:trace contextRef="#ctx0" brushRef="#br0" timeOffset="818.464">670 882,'13'1,"-16"4,1 1,0-1,0 1,0 0,1 0,0 0,0 0,1 0,-1 1,1-1,0 0,1 0,0 0,0 0,0 0,1 0,-1 0,1 0,1-1,-1 1,1 0,0-1,0 0,1 0,0 0,0 0,0-1,0 1,0-1,6 3,-2-3,1 0,-1-1,1-1,0 0,0 0,0 0,0-1,1 0,-1-1,0 0,0-1,0 0,0 0,1-1,-1 0,-1-1,1 1,0-2,-1 1,0-1,8-5,-10 5,0 1,0-1,0 0,-1 0,1 0,-1-1,-1 0,1 0,0 0,-1-1,0 1,-1-1,1 0,-1 0,0-1,0 1,-1-1,0 1,0-1,-1 1,0-1,0 0,0 0,-1 0,0 0,0 0,-1 0,0 1,0-4,-1 5,0 0,0-1,0 1,0 0,-1 0,0 1,0-1,0 0,-1 1,1 0,-1 0,0 0,-1 0,1 0,0 1,-1 0,0 0,0 0,0 1,0 0,0-1,0 2,-1-1,-4 0,-2-1,-1 1,1 1,0 0,0 0,0 2,-1-1,1 2,0-1,0 2,0 0,0 0,1 1,-1 0,1 1,1 0,-1 1,1 0,0 1,0 0,0 1,1 0,1 0,-1 1,6-6,0 0,1 0,-1 0,1 1,0-1,0 1,0-1,0 1,0 0,1-1,0 1,0 0,0 0,0 0,1 0,-1 0,1 0,0 0,0 0,0 0,1 0,0 0,0 0,0 0,0 0,0 0,1-1,-1 1,1-1,0 1,0-1,1 1,1 1,23 23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14.0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1,'-4'0,"7"2,12 3,20 4,20-1,18 1,15-1,9-2,-12-2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13.3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320 292,'-7'-2,"-1"1,1 0,0 0,0 0,-1 1,1 0,0 1,0-1,-1 1,1 1,0-1,0 1,0 0,0 1,1 0,-1 0,0 0,1 1,0 0,0 0,0 1,1 0,0 0,-1 0,0 3,-12 14,2 2,0 0,2 1,1 1,1 0,1 1,1 0,1 0,2 1,1 0,1 1,0 16,3-31,1-1,0 1,2-1,-1 1,1-1,1 0,1 1,0 0,-2-10,0 0,0-1,1 1,-1-1,1 1,0-1,0 0,0 0,0 0,0 0,1 0,0 0,-1-1,1 1,0-1,0 0,0 0,1 0,-1 0,0 0,1-1,-1 1,1-1,-1 0,1 0,0 0,0-1,-1 1,1-1,3 0,6-2,1-1,0 0,-1-1,0-1,0 0,0-1,0 0,-1-1,0 0,-1-1,1 0,-2-1,1 0,-1-1,0 0,-1-1,4-5,7-10,-1-1,-1-1,-2 0,-1-1,-1-1,-1 0,-2-1,-1 0,-1-1,-2 0,-1 0,-2 0,-1-1,-2 0,0 0,-3 1,-1-1,-1-2,2 22,-1 0,0 0,-1 0,-1 0,1 0,-2 1,0 0,-1 0,-2-2,7 10,-1 0,0 1,0-1,0 1,0-1,-1 1,0 0,1 0,-1 1,0-1,0 1,-1 0,1 0,0 0,-1 1,1-1,-1 1,1 0,-1 1,0-1,1 1,-1-1,0 2,1-1,-1 0,0 1,-3 1,-5 3,1 1,-1 0,2 1,-1 0,1 1,0 1,0 0,1 0,0 1,1 0,0 0,1 1,0 1,0-1,2 1,-1 0,1 1,1 0,0 0,1 0,1 0,0 1,0 0,0 6,0 0,2 0,0 0,1 1,1-1,1 0,1 0,1 0,0 0,2-1,0 0,1 0,1 0,1-1,0 0,9 12,18 23,2-2,2-2,3-1,31 27,-38-40,-8-9</inkml:trace>
  <inkml:trace contextRef="#ctx0" brushRef="#br0" timeOffset="328.984">680 895,'0'5,"-1"0,1 0,-1 0,1 0,1 0,-1 0,1 0,0 0,0 0,0 0,1 0,0 0,0 0,0-1,0 1,1-1,0 0,0 1,0-1,0-1,1 1,-1 0,1-1,0 0,0 0,0 0,1 0,-1 0,1-1,0 0,2 2,-1-1,1 0,0 0,0-1,0 0,0 0,0 0,0-1,0 0,1-1,-1 0,0 0,1 0,-1-1,0 0,0 0,0-1,0 0,0 0,0-1,0 0,-1 0,1-1,-1 1,0-1,0-1,0 1,-1-1,1 0,-1 0,0-1,-1 1,0-3,-1 0,0-1,0 1,-1 0,0-1,0 1,-1-1,0 0,-1 0,0 1,0-1,-1 0,0 0,0 1,-2-7,2 11,-1-1,1 0,-1 1,0-1,0 1,0-1,0 1,-1 0,0 0,0 0,0 0,0 0,0 1,-1 0,0-1,1 1,-1 0,-1 1,1-1,0 1,0 0,-1 0,0 0,1 1,-1-1,0 1,0 0,-2 0,-1 2,-1 0,1 0,0 0,-1 1,1 0,0 1,0 0,0 0,1 1,-1 0,1 0,0 1,0 0,0 0,-5 6,-11 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12.6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340 177,'-17'5,"0"0,0 1,0 1,1 1,0 0,0 1,1 1,1 0,-1 1,2 1,-1 0,2 1,-1 0,2 1,0 0,1 1,0 0,1 0,1 1,0 1,1-1,1 1,-2 8,-2 9,2 1,0 0,3 0,1 0,1 1,2-1,2 13,-2-43,1-1,-1 1,1-1,0 0,0 1,1-1,-1 1,1-1,0 0,0 1,0-1,1 0,0 0,0 0,0 0,0 0,0 0,1-1,-1 1,1-1,0 1,0-1,1 0,-1-1,1 1,-1 0,1-1,0 0,0 0,0 0,0 0,0-1,0 1,1-1,-1 0,0 0,2-1,8-3,-1-1,0 0,0-1,0-1,-1 0,0 0,0-2,0 1,-1-1,0-1,-1 0,0-1,4-4,34-33,-2-1,-2-3,-2-1,-3-2,-2-2,26-55,-49 86,-2 0,-1-1,-1 0,-2-1,0 0,-2 0,0-1,-2-1,-3 24,-1 1,1-1,-1 0,1 1,-1-1,-1 0,1 1,-1-1,0 1,0-1,0 0,0 1,-1 0,0-1,0 1,0 0,0 0,-1 0,0 0,1 1,-1-1,-1 1,1-1,0 1,-1 0,0 0,1 1,-1-1,-1 1,1 0,-2-1,-6 2,0 0,-1 1,1 1,0-1,0 2,-1 0,1 0,0 1,1 1,-1 0,1 1,-1 0,1 0,1 1,-1 1,1 0,0 0,1 1,-1 0,2 1,-3 2,-2 1,0 0,1 1,0 0,1 1,1 0,0 1,1 0,0 0,1 1,1 0,1 0,0 1,1 0,1 0,0 0,2 1,0-1,1 1,0 0,2-1,0 1,1-1,0 1,2-1,0 1,10 18,2 0,1-1,2-1,22 31,23 41,-53-84,-1 1,-1 0,-2 0,0 1,-1 0,-2 0,0 1,0 22,-2 2</inkml:trace>
  <inkml:trace contextRef="#ctx0" brushRef="#br0" timeOffset="276.109">714 939,'6'-229,"-1"207,0 16,-1 19,3 212,-7-166,10 151,-1-169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16.9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4 188,'278'-22,"-248"20,-9-1,0 2,1 0,-1 2,0 0,1 1,-1 1,0 2,3 0,-22-4,1-1,-1 1,0 0,1 0,-1 0,0 0,0 0,0 0,1 0,-1 1,-1-1,1 1,0 0,0-1,-1 1,1 0,-1 0,1 0,-1 0,0 0,0 1,0-1,0 0,0 0,0 1,-1-1,1 0,-1 1,1-1,-1 1,0-1,0 1,0-1,0 1,-1-1,1 0,-1 1,0 0,-39 127,25-4,5 1,6 1,6 29,-1-46,-23 496,-41 454,28-736,22 22,13-33,-5-274,-1 1,-3-1,-1 0,-2 0,-1-1,-3-1,-6 10,15-29,5-15,1 1,-1-1,0 0,0 0,0 0,0 0,-1 0,1 0,-1-1,0 1,0-1,-1 0,0 1,1-1,0 0,-1 0,0 0,1 0,-1-1,0 1,0-1,0 0,-1-1,1 1,0-1,-1 1,1-1,-1 0,1-1,-1 1,0-1,1 0,-1 0,1-1,-4 0,-99-20,97 16,6-1</inkml:trace>
  <inkml:trace contextRef="#ctx0" brushRef="#br0" timeOffset="1756.923">1060 188,'0'0,"0"0,0 0,0 1,1-1,-1 0,0 0,0 0,0 1,0-1,0 0,1 0,-1 0,0 0,0 1,0-1,0 0,1 0,-1 0,0 0,0 0,0 0,1 0,-1 0,0 0,0 1,0-1,1 0,-1 0,0 0,0 0,1 0,-1 0,0 0,0-1,0 1,1 0,-1 0,0 0,0 0,1 0,-1 0,0 0,0 0,0 0,0-1,1 1,-1 0,0 0,0 0,0 25,-55 335,37-260,-36 227,0 147,7 638,-36-373,51-264,25-419,3 1,2-1,3 1,5 40,-3-63,-4-28,1 0,0 1,0-1,0 0,0 1,1-1,0 1,1-1,0 0,-1 0,2 0,-1 0,1 0,0-1,0 1,0-1,1 1,0-1,0 0,1-1,-1 1,1-1,0 0,3 2,4-3,0-1,0 0,0-1,1-1,-1 0,0 0,0-1,0-1,12-3,-19 5,2-1,34-7,1 2,0 3,0 1,0 2,15 2,-37 1,1-1,-1-1,1 0,-1-2,1 0,-1-2,11-2,-31 5,-1 0,1-1,0 1,0 0,0 0,0 0,0-1,0 1,0 0,0 0,-1 0,1-1,0 1,0 0,0 0,0-1,0 1,0 0,0 0,0 0,0-1,1 1,-1 0,0 0,0 0,0-1,0 1,0 0,-29 0,28 0,-25 1,1 0</inkml:trace>
  <inkml:trace contextRef="#ctx0" brushRef="#br0" timeOffset="2489.966">1020 161,'9'-6,"10"-6,13 1,12-2,11 1,6 1,3 3,-5 3,-9 2,-12 6,-13 5,-10 6,-11 2,-5-1</inkml:trace>
  <inkml:trace contextRef="#ctx0" brushRef="#br0" timeOffset="34261.962">1902 750,'-7'-4,"-1"2,0-1,1 1,-1 0,0 1,0-1,0 2,0-1,0 1,0 0,0 1,0 0,0 0,0 1,0 0,1 0,-1 1,1 0,-1 0,-2 2,-7 5,0 0,0 1,1 1,0 0,2 1,-1 0,-9 13,11-11,0 0,2 1,0 0,0 1,2 0,0 1,1 0,1 0,0 1,1 0,-1 12,6-27,0 0,0 0,1 1,-1-1,1 0,0 0,0 1,1-1,-1 0,1 0,0 0,0 0,0 0,1 0,-1 0,1 0,0 0,0 0,0-1,1 1,-1-1,1 0,0 0,0 0,0 0,0 0,1 0,-1-1,1 0,-1 0,1 0,0 0,1 0,7-1,0 0,-1-1,1 0,0-1,0 0,-1-1,1 0,-1-1,0 0,1-1,-1 0,-1-1,1 0,-1-1,0 0,0 0,-1-1,1 0,-1-1,5-7,23-17,-3-2,0-2,-2-1,-2-1,-2-1,-1-2,-2-1,12-29,-32 63,-1 0,0 0,0 0,-1 0,0 0,0-1,-1 1,0-1,0 0,-1 0,-1 0,1 0,-1 0,-1 0,1 1,-2-1,1 0,-1 0,-1 1,-1-6,1 11,1 0,0 1,-1 0,0-1,0 1,0 0,0 0,0 0,0 1,0-1,-1 1,1 0,0 0,-1 0,1 0,-1 0,1 1,-1 0,0-1,1 2,-1-1,1 0,-1 1,1-1,-1 1,1 0,-1 0,-2 1,-6 3,1-1,0 1,-1 1,2 0,-1 1,1 0,-7 6,6-4,1 1,0 0,1 0,0 1,0 0,1 1,1-1,0 2,1-1,0 1,1 0,0 0,1 0,0 1,1 0,1-1,0 1,1 0,1 0,0 0,1 0,0 0,2 9,7 14,1 0,2 0,1-1,18 32,-17-39,-1 1,-1 1,-2 0,-1 1,-2 0,-1 1,-1 0,-4-8</inkml:trace>
  <inkml:trace contextRef="#ctx0" brushRef="#br0" timeOffset="34548.166">2170 1325,'4'-14,"5"-11,2-6,1-5,2 0,-2 3,-1 8,-2 14,-3 17,-2 17,-2 18,-3 9,-2 7,-3 2,1-4,0-8,1-10</inkml:trace>
  <inkml:trace contextRef="#ctx0" brushRef="#br0" timeOffset="34833.69">1876 228,'-7'-4,"5"-3,11 1,18 2,21 0,18 2,15 4,8 0,3 4,-8 1,-18 1</inkml:trace>
  <inkml:trace contextRef="#ctx0" brushRef="#br0" timeOffset="35543.718">3185 722,'12'16,"10"15,6 10,7 6,5 3,2 3,1 1,0-1,-3-3,-5-4,-6-7,-4-10,-6-9</inkml:trace>
  <inkml:trace contextRef="#ctx0" brushRef="#br0" timeOffset="35806.39">3573 789,'-18'0,"-13"5,-8 10,-4 12,-2 11,-2 9,-2 11,-2 7,-1 2,1-2,4-8,9-8,11-13</inkml:trace>
  <inkml:trace contextRef="#ctx0" brushRef="#br0" timeOffset="36055.94">3198 442,'16'-11,"19"-4,20 0,18 3,15 4,11 3,4 2,-1 2,-10 1,-17 3,-22 1</inkml:trace>
  <inkml:trace contextRef="#ctx0" brushRef="#br0" timeOffset="37081.585">1689 2662,'-12'4,"0"1,0 0,1 1,0 0,0 0,1 2,-1-1,1 1,1 1,0 0,0 0,1 1,0 0,1 0,0 1,-3 5,-4 8,0 1,2 0,0 1,2 0,1 1,1 0,1 0,2 1,0 0,2 0,1 22,1-48,0 0,1 1,-1-1,1 1,0-1,0 1,0-1,0 1,0 0,0-1,1 1,-1-1,1 0,0 1,0-1,-1 1,2-1,-1 0,0 0,0 0,1 1,-1-1,1 0,0-1,-1 1,1 0,0 0,0-1,0 1,0-1,1 0,-1 0,0 0,0 0,1 0,-1 0,1 0,-1-1,1 1,-1-1,2 0,4-3,-1-1,1 0,-1 0,0-1,0 0,0 0,-1-1,1 0,-1 0,-1 0,1-1,3-5,-4 6,29-35,-2-2,-2-1,-2-1,-2-1,-2-2,-2 0,10-36,-26 66,-1 0,-1 0,-1 0,-1 0,0-1,-1 1,-1-6,0 19,0 0,-1 0,1 0,-1 0,0 0,-1 0,1 0,-1 1,0-1,0 1,0-1,-1 1,0 0,1 0,-2 0,1 0,0 0,-1 1,1-1,-1 1,0 0,0 0,-1 1,1-1,0 1,-1 0,1 0,-6-1,5 2,0 0,0 0,0 0,-1 1,1 0,0 0,-1 0,1 1,0-1,0 2,0-1,-1 0,1 1,0 0,1 0,-1 0,0 1,1 0,-1 0,1 0,0 0,0 1,0-1,-1 3,-4 3,1 0,1 1,0 0,0 0,1 1,0 0,0 0,2 1,-1-1,1 1,-1 10,1-1,0 1,1-1,2 1,0 0,1 0,1-1,2 1,0 0,4 13,11 34,3-1,20 41,22 68,-32-49,-24-98</inkml:trace>
  <inkml:trace contextRef="#ctx0" brushRef="#br0" timeOffset="37343.257">2022 3089,'-2'9,"-1"12,-2 12,0 11,0 10,2 7,1 2,1 0,4-5,3-11</inkml:trace>
  <inkml:trace contextRef="#ctx0" brushRef="#br0" timeOffset="38096.098">2638 2808,'4'23,"11"18,10 15,9 8,9 7,5 1,2-3,-1-4,-2-9,-4-9,-8-12,-9-13</inkml:trace>
  <inkml:trace contextRef="#ctx0" brushRef="#br0" timeOffset="38357.92">3065 2795,'-18'2,"-13"10,-12 17,-11 19,-9 22,-11 19,-3 15,2 7,7-4,15-18</inkml:trace>
  <inkml:trace contextRef="#ctx0" brushRef="#br0" timeOffset="40195.455">4028 1,'368'3,"-354"-3,1 1,1 0,-1 0,0 2,0 0,0 0,0 1,0 1,0 1,-13-5,-1 0,1 0,0 0,-1 0,1 0,-1 0,1 1,-1-1,0 0,0 1,1-1,-1 1,0-1,0 1,0 0,0 0,-1-1,1 1,0 0,-1 0,0 0,1-1,-1 1,0 0,0 0,0 0,0 0,0 0,0 0,0 0,-1 0,1-1,-1 1,1 0,-1 0,-36 61,29-53,-15 30,2 1,2 1,1 1,2 0,3 1,1 1,2 0,2 1,-1 34,-12 101,7 2,9-1,8 1,17 105,1-42,-9 68,-15 153,-24 9,28 53,-15-424,-1-12,8-72,4-11,0-1,0 1,-1-1,0 0,-1 0,0-1,-1 1,1-1,-1 0,-2 0,6-6,-1-1,0 0,0 0,0 0,-1 0,1 0,0-1,0 1,0-1,-1 0,1 0,0 0,0 0,0 0,-1-1,1 0,0 0,0 1,0-2,0 1,0 0,0-1,0 1,0-1,-22-7,-166-15,121 18,42 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08.6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89,'5'-16,"-6"-18,-3-5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06.1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1 709,'14'48,"2"-2,3 0,1 0,3-2,1-1,25 32,-49-75,0 2,1 0,-1 0,1 0,0-1,0 1,0 0,0 0,0-1,0 1,1-1,-1 1,0-1,1 1,-1-1,1 0,-1 0,1 1,0-1,0 0,-1-1,1 1,0 0,0 0,0-1,0 0,0 1,0-1,0 0,0 0,0 0,0 0,0 0,0 0,0 0,0-1,0 1,0-1,-1 1,1-1,1-1,2-7,0 0,-1 0,0 0,0-1,-1 0,-1 0,0 0,0 0,-1 0,0 0,-1-3,1 6,12-192,-12 195,0 1,0-1,0 1,0-1,1 1,-1 0,1 0,0 0,0-1,0 2,0-1,1 0,-1 0,1 1,0-1,0 1,-1 0,1 0,1 0,2-1,16-6</inkml:trace>
  <inkml:trace contextRef="#ctx0" brushRef="#br0" timeOffset="201.822">522 763,'-2'14,"-1"8,0 9,1 2,2 3,7 0,4-2,4-2,3-4,0-7,-3-7</inkml:trace>
  <inkml:trace contextRef="#ctx0" brushRef="#br0" timeOffset="380.784">469 522,'-16'-9,"-8"-3,4 1,10 3,20 9,19 9,15 4,1 0</inkml:trace>
  <inkml:trace contextRef="#ctx0" brushRef="#br0" timeOffset="563.724">803 696,'-4'18,"-2"11,2 7,5 4,4 0,3 0,3-2,0-5,-1-9,-1-8</inkml:trace>
  <inkml:trace contextRef="#ctx0" brushRef="#br0" timeOffset="832.363">749 376,'-15'-16,"-9"-8,3 3,12 10,14 10,15 9,5 2</inkml:trace>
  <inkml:trace contextRef="#ctx0" brushRef="#br0" timeOffset="1102.635">1178 1,'-5'0,"-1"14,5 17,5 23,3 22,4 16,2 14,-2 3,-2 1,-2-6,-4-9,-3-14,-3-14,-2-15,-1-18</inkml:trace>
  <inkml:trace contextRef="#ctx0" brushRef="#br0" timeOffset="1365.734">977 616,'-18'-16,"-11"-5,0-1,11 2,21 10,28 9,26 7,24 6,17 7,3 4,-7 2,-19-2</inkml:trace>
  <inkml:trace contextRef="#ctx0" brushRef="#br0" timeOffset="1633.452">1445 857,'-18'102,"18"-98,0 0,1 0,-1 1,1-1,-1 0,1 0,1 1,-1-1,1 0,-1 0,1 0,0-1,0 1,1 0,-1-1,1 0,0 1,0-1,0 0,0 0,1-1,1 2,2 0,1 0,0 0,0-1,0 0,0 0,1-1,-1 0,1 0,-1-1,1 0,0-1,-1 0,1 0,3-1,-7 0,1 1,-1-1,0 0,0-1,0 1,0-1,0 0,0 0,-1-1,1 1,-1-1,1 0,-1 0,0-1,0 1,-1-1,1 0,-1 0,1 0,-1 0,0 0,-1-1,1 0,-1-1,1-3,0 0,-1-1,-1 1,1-1,-2 0,1 1,-1-1,-1 0,0 1,0-1,-1 1,0-1,-1 1,0-1,0 1,-1 0,0 1,0-1,-4-3,5 7,0 0,0 0,-1 0,0 0,0 1,0 0,0-1,-1 2,1-1,-1 0,0 1,0 0,-1 0,1 1,-1-1,1 1,-1 0,0 1,0-1,1 1,-1 0,0 1,0-1,0 1,0 1,0-1,0 1,0 0,0 0,0 0,-3 2,4-1,0 0,0 1,1-1,-1 1,1 0,0 0,0 0,0 1,0-1,0 1,1 0,0 0,-1 0,2 0,-1 1,0-1,1 1,0 0,0 0,0 0,1 0,0 0,0 0,0 0,0 0,1 0,0 1,0-1,0 0,1 0,0 5,18 37,8-5</inkml:trace>
  <inkml:trace contextRef="#ctx0" brushRef="#br0" timeOffset="2301.376">2100 990,'-4'-14,"-1"-1,0 1,-1 0,-1 0,0 1,0 0,-2 0,1 1,-2 0,-4-5,9 12,0-1,0 2,0-1,-1 0,0 1,0 0,0 1,0-1,0 1,-1 0,1 0,-1 1,0 0,0 0,0 1,0 0,0 0,0 1,0 0,0 0,0 0,0 1,-1 0,3 0,1 1,-1-1,0 1,1 0,-1 0,1 1,-1-1,1 1,0 0,0 0,1 0,-1 1,1-1,-1 1,1 0,0 0,0 0,1 0,-1 1,1-1,0 1,0-1,1 1,-1 0,1 0,0 0,0 0,1 0,0 0,0 0,0 0,0 0,0-1,1 1,0 0,0 0,1 0,-1 0,1-1,0 1,0-1,1 1,-1-1,3 2,4 3,0-1,0-1,1 0,0 0,0-1,0 0,1-1,0 0,0-1,1 0,-1-1,1 0,0 0,-1-2,1 1,0-2,0 1,0-2,0 1,0-2,0 0,0 0,8-3,-14 4,0-1,0 1,0-1,-1 0,1 0,-1-1,1 0,-1 0,0 0,0-1,0 1,0-1,-1 0,1-1,-1 1,0-1,0 0,-1 0,0 0,0 0,0-1,0 1,-1-1,0 0,0 1,0-1,0-6,-2 13,0 0,-1-1,1 1,0-1,-1 1,1-1,-1 1,1-1,-1 1,1-1,-1 1,1-1,-1 0,1 1,-1-1,1 0,-1 1,0-1,1 0,-1 0,1 0,-1 1,0-1,1 0,-1 0,0 0,1 0,-1 0,0 0,1 0,-1-1,0 1,1 0,-1 0,0 0,1-1,-1 1,1 0,-1 0,1-1,-1 1,1-1,-1 1,1 0,-1-1,1 1,-1-1,1 1,-1-1,1 0,0 1,0-1,-1 1,1-1,0 0,0 1,-1-1,1 1,0-1,0 0,0 1,0-1,0 0,0 1,0-1,0 0,0 0,-2 7,0 0,0 0,0 0,1 0,0 0,0 1,1-1,-1 0,1 0,1 1,-1-1,1 0,0 0,0 0,1 0,0 0,0 0,0 0,1 0,0-1,0 1,1-1,-1 0,1 0,0 0,0 0,1-1,-1 0,1 0,0 0,0 0,1-1,-1 0,1 0,0 0,3 2,0-1,1-1,-1 1,1-2,0 1,0-1,-1-1,2 1,-1-2,0 0,0 0,6-1,-11 0,0 1,0-1,0-1,0 1,0-1,-1 0,1 0,0 0,-1 0,0-1,1 0,-1 0,0 0,-1 0,1-1,-1 0,1 1,-1-1,0-1,0 1,-1 0,1-1,-1 1,0-1,1-4,2-14,-1-1,-1 0,-1-1,-2 1,0 0,-1 0,-2-1,0 1,-2 0,-1 0,0-16,5 40,1-1,-1 0,1 1,-1-1,1 1,0-1,-1 0,1 1,0-1,0 1,-1-1,1 0,0 0,0 1,0-1,0 0,0 1,0-1,0 0,0 1,0-1,0 0,1 1,-1-1,0 0,0 1,1-1,-1 0,0 1,1-1,-1 1,0-1,1 0,-1 1,1-1,-1 1,1-1,-1 1,1 0,0-1,-1 1,1 0,-1-1,1 1,0 0,-1 0,1-1,0 1,-1 0,1 0,0 0,-1 0,1 0,0 0,0 0,-1 0,1 0,0 0,152 74,-147-72,-1 1,1 0,0 1,-1-1,0 1,1 0,-1 0,-1 0,1 1,-1 0,0 0,0 0,0 0,-1 1,0 0,0-1,0 1,0 0,-1 0,0 1,0 3,-10 66,5-71,1 1,1-1,-1 1,1 0,0 0,0 0,1 0,-1 0,1-1,1 1,-1 0,1 0,0 0,0 0,1-1,0 1,0 0,0-1,0 1,1-1,0 0,0 0,1 0,-1-1,5 5,3-3,0 0,1-1,-1-1,1 1,0-2,1 0,-1 0,0-1,1-1,-1 0,1-1,-1 0,1-1,0 0,-1-1,0 0,0-1,11-4,-11 4,0-1,-1 0,1-1,-1 0,0-1,0 0,-1 0,0-1,0-1,0 0,-1 0,0-1,-1 0,0 0,0-1,-1 0,0 0,-1-1,0 0,-1 0,0-1,3-10,-8 19,1 0,-1 0,0 1,1-1,-1 0,0 0,-1 0,1 0,0 0,-1 0,0 1,1-1,-1 0,0 0,-1 1,1-1,0 1,-1-1,1 1,-1 0,0-1,0 1,0 0,0 0,0 0,0 0,-1 1,1-1,-1 1,1-1,-1 1,1 0,-1 0,0 0,0 0,1 0,-4 0,0 0,0-1,0 0,0 1,-1 0,1 1,-1 0,1 0,0 0,-1 0,1 1,0 0,-1 1,1-1,0 1,0 0,0 1,0-1,1 1,-1 0,1 1,0 0,-1-1,1 1,1 1,-1-1,1 1,0 0,0 0,0 0,1 1,-1-1,2 1,-1-1,0 1,1 0,0 0,0 1,0 5,2-4,1-1,0 1,1 0,-1-1,2 1,-1-1,1 1,0-1,0 0,1 0,0-1,0 1,0-1,1 0,0 0,1 0,3 3,6 5,1-1,0 0,0-2,1 0,1-1,6 3,1-2,1-1,0 0,1-3,0 0,0-1,0-2,6 0,10-1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04.7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1178,'19'-56,"3"1,2 0,7-7,-16 32,36-51,-49 80,0 1,0-1,0 1,0-1,0 1,0 0,0 0,0-1,0 2,0-1,0 0,0 0,0 1,0-1,0 1,0-1,0 1,0 0,0 0,-1 0,1 0,0 0,0 0,-1 1,1-1,-1 0,1 1,-1 0,0-1,1 1,-1 0,0-1,0 1,0 0,-1 0,1 0,0 0,-1 0,1 1,10 16,-1 0,-1 1,-1 0,-1 1,-1 0,-1 0,0 0,0 12,-9 22,4-54,0 0,-1 1,1-1,0 0,-1 0,1 1,-1-1,0 0,1 0,-1 0,0 0,0 0,0 1,1-2,-1 1,0 0,0 0,0 0,-1 0,1-1,0 1,0 0,0-1,-1 1,1-1,0 1,0-1,-1 0,1 0,0 1,-1-1,1 0,0 0,-1 0,1 0,0-1,-1 1,1 0,-2-2,0 0,1 1,-1-1,1-1,0 1,0 0,0 0,0-1,0 1,0-1,0 0,1 1,0-1,-1 0,1 0,0 0,0 0,1 0,-1 0,1 0,-1-1,1 1,0 0,0 0,0 0,1 0,-1 0,1 0,-1 0,1 0,0 0,1 0,-1 0,0 0,9-24,1 1,2 0,0 1,2 1,0 0,5-3,9-16,-3 2,-1 0,-1-1,-3-2,-2 0,-2-1,-1 0,5-34,-11 27,-3 0,-2 0,-3-1,-2 1,-6-52,5 96,1 3,0 0,0 0,-1 0,0 1,0-1,0 0,0 0,-1 0,0 1,0-1,0 1,0-1,-1 1,0 0,-2-2,5 6,-1-1,0 1,1 0,-1 0,0 0,0 0,1 0,-1 0,0 0,0 0,1 0,-1 0,0 0,1 0,-1 1,0-1,0 0,1 0,-1 1,1-1,-1 1,0-1,1 0,-1 1,1-1,-1 1,1-1,-1 1,1 0,-1-1,1 1,0 0,-1-1,1 1,0 0,-1-1,1 1,0 0,0-1,0 1,0 0,0 0,0 0,-5 16,1 0,1 0,0 0,1 0,1 1,1 13,0-2,2 181,10-1,12 22,-22-213,-1 5,2 0,0 0,1 0,1-1,2 1,0-2,9 19,-15-37,0-1,0 1,1-1,-1 1,1-1,-1 0,1 0,0 0,0 0,0 0,0 0,0 0,0-1,1 1,-1-1,1 1,-1-1,1 0,-1 0,1 0,-1 0,1-1,0 1,2 0,10-5</inkml:trace>
  <inkml:trace contextRef="#ctx0" brushRef="#br0" timeOffset="266.253">14 564,'23'-3,"28"3,30 2,29 4,20 5,11 5,0 5,-24-2</inkml:trace>
  <inkml:trace contextRef="#ctx0" brushRef="#br0" timeOffset="989.996">1070 844,'-33'-1,"-125"11,149-9,0 1,1 0,-1 1,1 0,0 0,0 1,0 0,0 1,1-1,0 1,0 1,0-1,0 1,1 1,0-1,-2 4,5-7,1 0,0-1,0 2,0-1,0 0,0 0,1 0,0 1,-1-1,1 1,0-1,1 1,-1 0,1-1,-1 1,1 0,0-1,0 1,1-1,-1 1,1 0,0-1,0 1,0-1,0 1,1-1,-1 0,1 1,0-1,0 0,0 0,0 0,3 2,3-1,1 1,0-2,0 1,0-1,0-1,1 1,-1-2,1 1,-1-1,1-1,0 0,-1 0,1-1,0 0,-1 0,1-1,-1-1,0 1,0-2,7-2,-6 2,-1 0,1 0,-1-1,0 0,0-1,-1 0,1 0,-1-1,-1 0,1 0,-1-1,-1 0,1-1,-1 1,-1-1,0 0,0 0,0-2,-1-6,-16 26,8-1,0 1,1-1,0 1,1 0,0 1,0-1,1 0,0 0,1 1,0-1,0 0,1 1,1-1,-1 0,1 1,0-5,-1 0,1 0,0 0,0 0,0-1,0 1,1-1,0 1,0-1,0 0,1 0,-1 0,1 0,0-1,0 0,0 0,1 0,-1 0,1 0,-1-1,1 0,0 0,0 0,0-1,0 1,0-1,3 0,-4-1,-1 0,0 1,1-1,-1-1,0 1,1 0,-1-1,1 0,-1 0,0 0,0 0,0 0,0-1,0 1,0-1,0 0,0 0,0 0,-1 0,1 0,-1-1,0 1,1-1,-1 0,0 0,-1 1,1-1,0 0,-1-1,0 1,0 0,0 0,0 0,0-3,14-118,-23-37,7 160,1 0,0 0,-1 0,1 0,0 1,0-1,0 0,0 0,0 0,0 0,0 0,0 0,0 1,0-1,0 0,0 0,1 0,-1 0,0 0,1 1,-1-1,1 0,-1 0,1 1,-1-1,1 0,-1 1,1-1,0 0,-1 1,1-1,0 1,0-1,-1 1,1-1,0 1,0 0,0-1,-1 1,1 0,0 0,0 0,0 0,0-1,0 1,-1 0,1 0,0 1,0-1,0 0,0 0,0 0,0 1,-1-1,1 0,1 1,170 60,-146-51,-12-6,0 1,0 0,-1 1,0 0,0 1,0 1,-1 0,0 1,4 4,-13-9,-1 0,0-1,0 1,0 0,0 0,0 1,-1-1,0 0,0 0,0 1,0-1,-1 1,0-1,0 0,0 1,0-1,-1 1,0-1,1 0,-2 1,1-1,0 0,-1 0,0 0,0 0,-1 1,1-1,0 0,0-1,0 1,1 0,-1 0,1 0,0 0,0 1,0-1,1 0,0 0,-1 0,2 1,-1-1,0 0,1 0,0 0,0 0,0 0,0 0,1 0,-1 0,1 0,0 0,0-1,1 1,-1-1,3 4,5-1,0-1,0 0,0 0,1-1,-1-1,1 1,0-2,0 1,0-2,1 1,-1-2,0 1,1-1,-1-1,0 0,0-1,0 0,0-1,6-2,0 1,0-2,-1 0,1 0,-1-2,-1 0,1 0,4-6,-14 11,-1-1,0 0,0 0,0 0,-1-1,1 1,-1-1,0 0,-1-1,1 1,-1-1,0 1,0-1,-1 0,0 0,0 0,0 0,-1-1,0 1,0 0,0-5,-2 6,0-1,-1 1,0 0,0 0,0 1,-1-1,1 0,-1 1,0-1,-1 1,1 0,-1 0,1 0,-1 1,0-1,-1 1,1 0,-1 0,1 1,-1-1,0 1,0 0,0 0,0 0,0 1,0 0,-1 0,1 0,0 1,0 0,-1 0,1 0,0 0,-1 1,1 0,0 0,0 1,0-1,0 1,0 0,0 1,0-1,1 1,-1 0,1 0,-1 0,1 0,0 1,1 0,-1 0,1 0,-1 0,1 0,-1 4,2-4,1 0,0 0,1 0,-1 0,1 0,-1 0,1 0,1 1,-1-1,0 0,1 0,0 0,0 0,0 0,0-1,1 1,0 0,0 0,0-1,0 1,0-1,1 0,2 3,77 61,76-4,-77-42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03.3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273 529,'6'52,"4"-63,-8 6,0-1,-1 1,0 0,0-1,0 1,0 0,-1-1,0 1,0-1,0 1,-1-1,0 1,0 0,0-1,-1 1,0 0,0 0,0 0,0 0,-1 0,0 1,0-1,0 1,-1 0,1-1,-1 2,0-1,0 0,0 1,-1 0,1 0,-1 0,0 0,0 1,0 0,0 0,-5-1,3 2,-1 0,0 1,0 0,0 1,0 0,0 0,1 1,-1-1,0 2,1-1,-1 1,1 0,0 1,0-1,0 2,1-1,-1 1,1 0,0 0,1 0,-1 1,1 0,0 0,0 0,1 1,0 0,0 0,1 0,-1 0,1 0,1 1,0-1,0 1,0 0,1 0,0-1,1 1,0 0,0 0,0 0,1 0,0 0,1-1,0 1,0 0,0-1,1 1,0-1,2 1,5 5,0-2,1 1,0-1,1-1,0 0,1-1,0 0,0-1,1-1,0 0,1 0,-1-2,1 0,0 0,1-2,-1 0,0 0,1-2,5 0,-6 1,0-1,0-1,0-1,0 0,0-1,0-1,0 0,-1-1,1 0,-1-1,0-1,6-3,-12 5,-1-1,0 1,1-1,-2-1,1 1,-1-1,0 0,0-1,0 1,-1-1,0 0,0-1,-1 1,0-1,0 0,-1 0,0 0,0 0,-1 0,0-1,-1 1,0-2,-1 18,0 0,0 0,1 0,0 0,1 0,-1-1,1 1,1 0,0-1,0 0,0 1,1-1,0-1,0 1,1 0,-1-1,2 0,-1 0,1-1,-1 1,2-1,-1 0,0-1,1 1,0-1,0-1,0 1,1-1,-1-1,1 1,-1-1,1-1,0 1,0-1,0-1,0 1,0-1,5-1,-8 0,0-1,0 0,0 0,0 0,-1 0,1-1,-1 0,1 0,-1 0,0 0,0-1,-1 1,1-1,-1 0,0 0,0-1,0 1,0 0,-1-1,1 0,-1 0,-1 0,1 1,-1-2,1-1,0-2,0 0,-1 0,0-1,-1 1,0 0,0 0,-1 0,0 0,0-1,-1 2,0-1,-1 0,0 0,-1-1,1 5,0 0,0 0,0 0,0 0,-1 1,0-1,0 1,0 0,0 0,-1 0,1 1,-1-1,0 1,0 1,-1-1,1 0,0 1,-1 0,0 1,1-1,-1 1,0 0,0 0,1 1,-1 0,0 0,0 0,0 1,0 0,1 0,-1 0,0 1,1 0,-1 0,1 0,0 1,-1-1,1 1,0 1,1-1,-1 1,1-1,-1 1,1 1,0-1,-2 4,3-4,1-1,0 1,0-1,0 1,0 0,1-1,0 1,-1 0,1 0,1 0,-1 0,0 0,1 0,0 0,0 0,0 1,1-1,-1 0,1 0,0 0,0 0,0-1,1 1,0 0,-1 0,1-1,0 1,1-1,-1 1,34 33,6-6</inkml:trace>
  <inkml:trace contextRef="#ctx0" brushRef="#br0" timeOffset="411.979">1370 610,'-26'-11,"1"1,-1 2,-1 0,1 2,-1 1,-1 1,1 1,0 2,-16 1,37 0,1 0,0 0,-1 0,1 1,0 0,-1 0,1 0,0 1,0 0,0 0,0 0,0 0,1 1,-1 0,1 0,0 0,-1 1,2-1,-1 1,0 0,1 0,-1 0,1 1,0-1,1 1,-1-1,1 1,0 0,0 0,0 0,1 0,0 1,0-1,0 0,0 1,1-1,0 2,4 2,0-1,1-1,-1 1,2 0,-1-1,1 0,0 0,0-1,1 0,0 0,0 0,0-1,1 0,0-1,0 1,0-1,0-1,1 0,-1 0,1-1,0 1,0-2,0 0,0 0,4 0,-6 0,1-1,0 1,0-1,0-1,0 1,-1-2,1 1,0-1,-1 0,1 0,-1-1,1 0,-1 0,0-1,-1 0,1 0,-1-1,1 0,-1 0,-1 0,1-1,-1 0,0 0,0 0,0 0,-1-1,0 0,-1 0,1 0,0-5,2-17,0 0,-3-1,0 0,-2 0,-1 0,-1 0,-2 0,-1 1,-1-1,-2 0,3 7,-46-258,25 226,24 54,0 1,0 0,0 0,0 0,0 1,0-1,0 0,0 0,0 0,0 1,0-1,0 0,0 1,1-1,-1 1,0-1,0 1,0 0,1-1,-1 1,0 0,0 0,1-1,-1 1,1 0,-1 0,1 0,-1 0,1-1,-1 1,1 0,0 0,0 0,-1 0,1 0,0 0,0 0,0 0,0 0,-11 38,1 1,2 0,1 1,3-1,0 37,1-51,1 0,2-1,0 1,2 0,1-1,1 1,1-1,1 0,1 0,2-1,0 0,1 0,2-1,0 0,2-1,0-1,1 0,1-1,6 4,30 18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52.2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237 40,'-13'-9,"-12"-3,-8 0,-6 5,0 8,4 11,8 10,8 10,13 7,6-4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56.4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1179,'2'-29,"10"-7,1 2,1 0,2 0,1 1,2 1,1 1,22-25,-41 52,1 1,0 0,0 0,0 1,0-1,0 0,1 1,-1-1,1 1,0-1,-1 1,1 0,0 1,0-1,0 0,1 1,-1-1,0 1,1 0,-1 0,0 1,1-1,-1 1,1-1,-1 1,1 0,-1 0,1 1,-1-1,1 1,-1 0,2 0,5 8,-2 1,1 0,-1 0,-1 1,1-1,-2 2,0-1,0 1,-1 0,0 0,-1 0,-1 2,1-6,0 0,-1 1,0 0,-1-1,0 1,0 0,-1 0,0 0,-1 0,0 0,0 0,-1 0,0 0,0 0,-1 0,-1 0,1-1,-5 9,6-16,0 1,0-1,0 0,-1 0,1 0,0 0,-1 0,1 0,-1 0,0 0,1-1,-1 1,1-1,-1 1,0-1,0 0,1 1,-1-1,0 0,1 0,-1 0,0 0,0-1,1 1,-1 0,0-1,1 1,-1-1,0 1,1-1,-1 0,1 0,-1 0,1 0,0 0,-1 0,1 0,0 0,0-1,-1 1,1 0,0-1,0 1,1-1,-1 1,0-1,0 1,1-1,-1 0,1 1,-1-1,1 0,0 1,0-1,0 0,0 0,0 1,0-1,0-1,-1-19,1 0,1-1,1 1,1 0,1 0,1 0,1 0,1 1,4-9,-7 18,60-178,-23 79,-6-1,-4-2,14-109,-44 215,0 1,1 0,-1 0,-1 0,1 0,-1 0,-1 0,1 0,-1 0,-1 0,1 0,-1 1,0-1,-2-4,3 11,0-1,0 1,1-1,-1 1,0-1,0 1,0 0,0-1,0 1,0 0,0 0,-1 0,1 0,0 0,0 0,0 0,0 0,0 0,0 0,0 1,0-1,0 0,0 1,0-1,0 1,0-1,0 1,1-1,-1 1,0 0,0-1,0 1,1 0,-1 0,0 0,1-1,-1 1,1 0,-1 0,1 0,-1 0,1 0,0 0,-1 0,1 0,0 0,0 0,0 0,0 0,0 0,0 0,0 1,-9 29,2-1,2 2,0-1,3 0,0 1,2 0,1-1,2 5,11 77,5-1,5-1,5-1,4-2,6 1,-9-20,-23-68,-3-16,-3-10</inkml:trace>
  <inkml:trace contextRef="#ctx0" brushRef="#br0" timeOffset="275.186">95 457,'20'-2,"30"-1,34 0,31 1,24 3,12 5,-1 7,-25 1</inkml:trace>
  <inkml:trace contextRef="#ctx0" brushRef="#br0" timeOffset="1365.211">1138 859,'-133'-44,"125"43,1 0,-1 0,1 1,-1 0,1 1,-1-1,1 1,-1 1,1-1,0 1,0 1,-1-1,2 1,-1 0,0 1,1 0,-3 2,2-1,0 1,1 1,-1-1,1 1,1 0,-1 1,2-1,-1 1,1 0,0 0,0 1,1-1,0 1,-1 8,3-13,0 0,0-1,1 1,-1 0,1 0,0 0,0-1,0 1,1 0,0 0,-1 0,1-1,1 1,-1 0,0-1,1 1,0-1,0 0,0 1,0-1,0 0,1 0,-1 0,1-1,0 1,0-1,0 1,0-1,0 0,0 0,1 0,-1-1,1 1,-1-1,1 0,0 0,7 1,1-1,-1 0,1-1,-1 0,1-1,0 0,-1-1,0 0,1-1,-1 0,0-1,0 0,-1-1,1 0,-1 0,0-1,-1-1,1 0,-1 0,0-1,-1 0,0 0,0-1,-1 0,3-5,-4 4,0 0,-1 0,0 0,0-1,-1 1,-1-1,0 0,0 0,-1-1,-1 1,0 0,0-9,-1 19,0 1,1-1,-1 1,1-1,-1 1,0-1,0 1,1-1,-1 0,0 1,0-1,0 1,0-1,0 0,0 1,0-1,0 1,0-1,0 0,0 1,0-1,0 1,0-1,0 0,-1 1,1-1,0 1,0-1,-1 1,1-1,0 1,-1-1,1 1,-1-1,1 1,-1-1,1 1,0 0,-1-1,0 1,1 0,-1-1,1 1,-1 0,1 0,-1-1,0 1,1 0,-1 0,1 0,-1 0,0 0,1 0,-1 0,1 0,-1 0,0 0,1 0,-1 1,1-1,-1 0,0 0,0 1,-3 8,0 1,1-1,0 1,1 0,0 0,0 0,1 0,0 0,1 1,0-1,0 0,1 0,1 0,0 0,0 0,1 1,-2-5,1 1,-1-1,1 1,0-1,1 0,-1 0,1 0,1 0,-1-1,1 1,0-1,0 0,0 0,1 0,0-1,0 0,0 0,0 0,1 0,0-1,-1 0,1 0,0 0,1-1,-1 0,0 0,1-1,-1 1,2-1,-3-3,0-1,-1 1,1-1,-1 0,0 0,0 0,0 0,0-1,-1 0,1 1,-1-2,0 1,0 0,0 0,-1-1,0 0,0 1,0-1,0 0,-1 0,1 0,-1 0,-1 0,1 0,-1-1,0 1,0 0,0-1,5-212,-5 215,-1 1,0 0,1 0,0 0,-1-1,1 1,0 0,0 0,0-1,1 1,-1 0,0 0,1 0,-1-1,1 1,0 0,0 0,0 0,0 0,0 0,0 0,1 1,-1-1,0 0,1 1,0-1,-1 1,1-1,0 1,0 0,0-1,0 1,0 0,0 0,1 0,10 2,-1 1,0 0,1 1,-1 0,0 1,-1 1,1 0,5 3,-6-3,-2-1,0-2,0 1,0 0,0 0,0 1,-1 1,1-1,-1 1,0 1,-1 0,1 0,-1 0,0 1,-1 0,0 0,0 0,0 1,-1 0,0 0,-1 1,0-1,2 7,-2 51,-5-59,0 0,1 0,0 0,0 1,1-1,-1 0,2 0,-1 0,1 0,0 0,0-1,1 1,0-1,0 1,1-1,0 0,0 0,0 0,1-1,2 3,3-2,1 0,0-1,0 0,1-1,-1 0,1-1,0 0,0-1,0-1,0 0,1 0,-1-1,0 0,0-1,0-1,0 0,0-1,0 0,0 0,-1-2,0 1,0-1,8-5,-8 4,0 0,0-1,-1 0,0-1,0 0,-1-1,0 0,0 0,-1-1,5-7,-9 12,0-1,-1 1,0-1,0 0,0-1,-1 1,0 0,0-1,0 1,-1-1,0 1,-1-1,1 0,-1 0,0 1,-1-1,0 0,0 1,0-1,-2-5,1 8,0 0,-1 0,1 0,-1 0,1 0,-1 1,-1-1,1 1,0 0,-1 0,0 0,1 0,-1 0,0 1,0 0,-1 0,1 0,0 0,-1 1,1 0,-1-1,1 2,-1-1,0 0,1 1,-1 0,0 0,0 1,1-1,-1 1,1 0,-1 0,1 0,-1 1,1 0,0 0,-1 0,1 0,0 1,0-1,1 1,-1 0,1 0,-1 0,1 1,0-1,0 1,0 0,1 0,-1 0,1 0,0 0,0 3,-1-2,1 0,1 0,-1 0,1 1,0-1,0 0,1 1,-1-1,1 1,1-1,-1 1,1-1,0 0,0 1,0-1,1 0,-1 0,1 0,1 0,-1 0,1 0,0 0,0-1,0 1,1-1,-1 0,1 0,0 0,0-1,5 3,7 7,1-1,1-1,0 0,0-2,1 0,1-1,12 3,13 2,0-2,1-2,0-2,0-2,1-2,38-2,-67-2,1 0,0-2,0 0,-1-1,18-5,-31 7,-1 1,1-1,-1 0,1 0,-1 0,0-1,0 1,0-1,0 0,0 0,0-1,-1 1,0-1,1 0,-2 1,1-2,0 1,-1 0,1 0,-1-1,-1 1,1-1,-1 0,1 1,-1-2,-1 1,0 0,0 0,0 0,-1 0,1 0,-1 0,0 0,-1 0,1 0,-1 1,0-1,0 0,-1 1,0-1,1 1,-1 0,0 0,-1 0,1 1,-1-1,0 1,0-1,0 1,0 1,0-1,-3-1,0 0,-1 0,0 0,0 1,0 0,-1 0,1 1,-1 0,1 1,-1 0,1 0,-1 0,0 1,0 1,1-1,-3 2,3 0,0 0,1 1,-1 0,0 0,1 0,0 1,0 1,0-1,0 1,1 0,0 0,0 1,0 0,0 0,1 1,-1 1,3-4,0 0,1 1,0-1,0 0,0 1,0 0,1-1,0 1,0 0,0 0,0-1,1 1,0 0,0 0,0 0,0 0,1 0,0 0,0-1,0 1,1 0,-1-1,1 1,0-1,1 1,-1-1,3 3,2 1,0-2,0 1,0-1,1 0,0 0,0-1,0 0,1 0,-1-1,1 0,0-1,1 0,-1 0,0-1,1 0,-1-1,1 0,0-1,-1 0,1 0,0-1,-1 0,1 0,-1-1,1-1,-1 0,0 0,0-1,0 0,0 0,5-5,-10 7,0-1,0 0,-1 1,1-2,-1 1,0 0,0-1,0 1,0-1,-1 0,0 0,1 0,-1 0,-1 0,1-1,-1 1,1 0,-1-1,-1 1,1-1,0 0,-1 1,0-1,0 1,-1-1,1 0,-1 1,0-1,0 1,-1 0,1-1,-1 1,-1-3,2 6,0 0,0 0,1 0,-1 0,0 0,0 1,0-1,0 0,0 1,0-1,0 0,0 1,0-1,-1 1,1 0,0-1,0 1,0 0,0 0,-1 0,1 0,0 0,0 0,0 0,-1 0,1 0,0 1,0-1,0 0,0 1,0-1,-1 1,1-1,0 1,0 0,0-1,0 1,0 0,1 0,-1-1,0 1,0 0,0 0,1 0,-2 2,0-1,0 1,1-1,-1 1,1 0,0 0,0 0,0 0,0 0,0 0,0 0,1 0,0 0,-1 0,1 0,1 0,-1 1,1 1,1-1,0 1,0 0,0-1,0 1,1-1,0 0,0 1,0-1,0-1,1 1,0 0,-1-1,1 0,1 0,-1 0,0 0,1-1,1 1,96 35,-8-19,1-7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55.1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348 371,'0'16,"0"15,-2 8,-4 7,-2 5,-5 0,0-4,0-5,2-12,3-11</inkml:trace>
  <inkml:trace contextRef="#ctx0" brushRef="#br0" timeOffset="410.484">0 11,'20'-4,"0"1,0 1,0 1,0 1,-1 0,1 2,0 0,6 2,1 0,0 1,0 1,-1 2,0 0,0 2,-1 0,5 4,-18-7,0 0,-1 0,0 1,0 1,0-1,-1 2,-1-1,0 2,0-1,-1 1,0 0,-1 1,0 0,-1 0,2 6,-1 6,0 0,-3 1,0 0,-1 0,-1 0,-2 0,-1 21,0 14,1-55,-1 0,1 0,0 1,0-1,1 0,-1 0,1 0,1 1,-1-1,0 0,1 0,0-1,0 1,1 0,0-1,-1 1,1-1,1 0,-1 0,0 0,1 0,0 0,0-1,0 0,1 0,-1 0,1 0,-1-1,1 0,0 0,0 0,0 0,2 0,1-2,1 0,0 0,-1-1,1 0,-1 0,1-1,-1 0,0 0,1-1,-1 0,0-1,-1 0,1 0,-1 0,0-1,0 0,0-1,-1 0,1 0,-2 0,1 0,-1-1,0 0,0 0,0-1,-1 1,0-1,-1 0,0 0,0 0,-1 0,0-1,1-5,0 5,-1-1,0 1,0-1,-1 0,0 1,-1-1,0 0,0 0,-1 1,0-1,-1 0,0 1,-1-2,2 10,-1 0,1 0,0 0,0 1,0-1,-1 0,1 1,0-1,-1 0,1 1,0 0,-1-1,1 1,-1 0,1 0,-1 0,1 0,0 0,-1 0,1 0,-1 0,1 1,-1-1,1 0,0 1,-1 0,1-1,0 1,0 0,-1-1,1 1,0 0,0 0,0 0,0 0,0 0,0 0,0 0,0 0,0 1,1-1,-1 0,0 1,1-1,-1 0,1 1,0-1,-1 0,1 1,0-1,0 1,0 0,-3 4,1 1,0-1,0 0,0 1,1-1,0 1,0 0,1-1,0 1,0 0,0 0,1-1,0 1,1-1,-1 1,1-1,0 1,1-1,0 0,0 0,0 0,0-1,1 1,0-1,0 1,1-1,0-1,-1 1,1-1,1 0,0 1,14 7,1-1,0 0,0-2,1-1,0 0,0-2,1 0,0-2,5 1,53 7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54.0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1197,'3'-36,"2"1,1 0,2 0,1 0,1 1,3 1,0 0,2 0,2 2,1 0,3-3,-20 32,0 1,0-1,0 0,0 1,0-1,1 0,-1 1,0 0,1-1,0 1,-1 0,1 0,-1 0,1 0,0 0,0 0,0 0,0 1,0-1,-1 1,1-1,0 1,0 0,0-1,0 1,0 0,0 1,0-1,0 0,0 0,0 1,0-1,0 1,0 0,0 0,0-1,-1 1,1 0,0 0,-1 1,1-1,-1 0,1 1,-1-1,1 1,-1-1,0 1,0-1,0 1,16 25,-1 0,-1 1,-2 1,0 0,-3 1,6 20,15 96,-31-146,-1-1,1 0,-1 1,1-1,0 0,-1 1,1-1,-1 0,0 1,1-1,-1 1,1-1,-1 1,0 0,1-1,-1 1,0-1,0 1,1 0,-1 0,0-1,0 1,1 0,-1 0,0 0,0 0,0 0,1 0,-1 0,0 0,0 0,0 1,1-1,-1 0,0 0,0 1,1-1,-1 0,0 1,1-1,-1 1,0-1,1 1,-1-1,1 1,-1-1,1 1,-1 0,1-1,-1 1,1 0,0-1,-1 1,1 0,0 0,-1-1,1 1,0 0,0 0,0-1,0 1,0 0,0 0,0 0,0-1,0 1,0 1,-9-14,0-1,1 1,1-1,-1-1,2 1,0-1,1-1,0 1,1-1,-1-9,5 21,1-1,-1 1,1 0,0 0,0 0,0 0,0 0,1 0,-1 1,1-1,0 0,-1 1,1-1,0 1,1-1,-1 1,0 0,1 0,-1 0,1 0,0 1,-1-1,1 1,0-1,0 1,0 0,0 0,0 0,0 1,0-1,0 1,1 0,1 0,1-2,274-66,-272 66,-6 1,-1 1,1-1,0 0,0 0,0 1,0-1,0 1,-1-1,1 1,0 0,0 0,0 0,0 0,0 0,0 0,0 1,0-1,0 1,0-1,0 1,0 0,0-1,-1 1,1 0,0 0,-1 1,1-1,0 0,-1 0,0 1,1-1,-1 1,0-1,0 1,1 1,1 152,-3-150,1 0,-1-1,1 1,0-1,0 1,1-1,-1 0,1 1,0-1,0 0,0 0,1 0,-1-1,1 1,0 0,0-1,0 0,1 0,-1 0,1 0,0 0,0-1,-1 1,2-1,-1 0,0-1,0 1,1-1,-1 1,1-1,-1-1,1 1,-1 0,1-1,-1 0,1 0,2-1,-1 0,-1-1,0 1,0-1,-1 0,1 0,0-1,-1 1,1-1,-1 0,0 0,0-1,0 1,0-1,-1 0,1 0,-1 0,0 0,0-1,0 1,-1-1,0 0,0 0,0 0,0 0,-1 0,0 0,0-3,2-10,-1 0,0 1,-2-1,0 0,-1 0,-1 0,-2-8,4 3,16 50,-2 0,0 1,-3 1,0 0,-1 1,0 11,-3-14</inkml:trace>
  <inkml:trace contextRef="#ctx0" brushRef="#br0" timeOffset="706.387">1190 729,'107'243,"-74"-173,-31-70,-1 0,0 1,1-1,-1 0,1 0,-1 1,1-1,-1 0,1-1,-1 1,1 0,-1 0,0-1,1 1,-1 0,0-1,1 0,-1 1,0-1,1 0,-1 0,0 1,0-1,0 0,0 0,0 0,0 0,0-1,0 1,0 0,0 0,-1 0,1-1,-1 1,1-1,17-25,-1-1,-1-1,-2-1,-1 0,3-14,10-21,-24 62,6-14,1 21,3 69,-11-60,0 0,0 0,1 0,1 0,0-1,1 1,0-1,1 0,0 0,1 0,0-1,1 0,1 0,-1-1,2 0,4 5,-6-10,-1 0,1-1,0 0,0 0,1 0,-1-1,1 0,-1-1,1 1,0-1,0-1,0 0,1 0,-1-1,0 1,0-2,0 1,0-1,0-1,0 1,0-1,0-1,0 1,-1-1,4-2,3-2,-1-1,0 0,0-1,-1 0,0-1,-1 0,0 0,-1-2,0 1,0-1,-2-1,1 0,1-4,5-19,-2 0,-2-1,-1 0,-2 0,-2-1,-1 0,-2-1,-1 1,-4-35,3 6,-3-1,-3 1,-4 0,-2 0,-5-10,-15 2,30 74,0 1,0-1,0 0,1 1,-1-1,0 0,0 1,0-1,0 1,0 0,0-1,0 1,0 0,0-1,0 1,-1 0,1 0,0 0,0 0,0 0,0 0,0 0,0 1,0-1,0 0,0 0,0 1,0-1,0 1,0-1,0 1,0-1,0 1,0 0,0 0,1-1,-1 1,0 0,0 0,1 0,-1 0,1-1,-1 1,1 0,-1 0,1 0,-1 0,1 0,0 1,0-1,-1 0,1 0,0 0,0 0,0 0,0 0,0 0,0 0,1 0,-1 0,-7 25,2 1,1-1,1 1,1 0,1 12,0-16,-2 53,3 0,4 0,3-1,3 0,4 0,2-1,6 5,43 66,-61-137,1 0,1-1,-1 1,1-1,1 0,-1-1,1 1,0-1,1-1,-1 1,1-1,0 0,1-1,-1 0,6 2,-10-5,-1-1,1 1,-1 0,1-1,-1 0,1 0,-1 0,1 0,-1-1,1 1,-1-1,1 0,-1 0,0 0,0 0,1-1,-1 1,2-2,18-15</inkml:trace>
  <inkml:trace contextRef="#ctx0" brushRef="#br0" timeOffset="965.177">1631 422,'-13'-3,"-8"0,10 1,20 1,29 3,35 0,38-1,30 1,22-1,8 2,-25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52.1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321 1,'-30'0,"0"1,1 2,-1 1,-20 5,40-7,1 1,0 0,0 0,0 1,0 0,1 0,0 1,0 0,0 1,0 0,1 0,0 1,0-1,1 1,-1 1,0 2,5-7,0 0,0 0,1 0,-1 0,1 0,0 0,0 0,0 0,0 0,0 1,1-1,0 0,-1 1,1-1,0 0,1 1,-1-1,1 0,-1 1,1-1,0 0,0 0,0 0,1 0,-1 0,1 0,0 0,0 0,0 0,0-1,0 1,0-1,1 0,-1 1,2 0,7 4,-1 1,1-2,0 1,0-1,1-1,0 0,0-1,11 3,11 1,-1-2,1-1,0-2,0-1,0-1,1-2,-1-2,0-1,-1-2,1 0,1-3,-26 6,0 1,0-1,0 0,-1-1,1 0,-1-1,0 0,0 0,0 0,-1-1,0 0,0-1,0 0,-6 6,-1 0,1 0,0 0,-1 0,0 0,1 0,-1 0,1 0,-1 0,0 0,0 0,0-1,0 1,0 0,0 0,0 0,0 0,0 0,0 0,0 0,-1 0,1 0,0-1,-1 1,1 0,-1 0,1 1,-1-1,0 0,1 0,-1 0,0 0,0 0,0 1,1-1,-1 0,0 1,0-1,0 1,0-1,0 1,0-1,0 1,0 0,0-1,0 1,0 0,-1 0,1 0,0 0,0 0,0 0,0 0,0 0,0 0,0 1,0-1,0 0,-1 1,1-1,0 1,1-1,-1 1,0-1,0 1,0 0,0-1,0 1,-1 0,1 0,-1 0,1 0,0 0,-1 0,1 1,0-1,-1 0,1 1,0-1,0 1,0-1,1 1,-1-1,0 1,0 0,1-1,-1 1,1 0,-1-1,1 1,0 0,0 0,0 0,0-1,0 1,0 0,0 0,1-1,-1 1,1 0,-1 0,1-1,0 1,-1 0,1-1,0 1,0-1,1 2,56 43,-40-39,0-1,0-1,1 0,-1-1,1-1,0-1,1-1,-1 0,0-2,0 0,1-1,-16 2,0 0,0 0,1 0,-1-1,0 0,0 1,0-1,-1-1,1 1,0-1,0 1,-1-1,1 0,-1 0,1-1,-1 1,0-1,0 1,0-1,0 0,0 0,-1-1,0 1,1 0,-1-1,0 1,-1-1,1 0,-1 0,1 0,-1 0,0 1,-1-2,1 1,-1 0,1 0,-1 0,0 0,-1 0,1 0,-1 0,0 0,-1-3,-3-2,0 0,-1 0,-1 1,0 0,0 0,0 0,-1 1,0 0,0 1,-1-1,0 2,0-1,0 1,-1 1,1 0,-1 0,0 1,-1 0,1 0,0 1,-1 1,1 0,-1 0,0 1,1 1,-1-1,-7 3,13-2,0 0,0 1,0-1,0 1,0 0,0 0,0 1,1 0,-1-1,1 1,0 1,0-1,0 1,0-1,1 1,-1 0,1 1,0-1,0 1,1-1,-1 1,1 0,0 0,1-1,-1 2,1-1,0 0,0 0,0 0,1 1,-1-1,1 0,1 0,-1 1,1-1,0 0,0 0,1 0,-1 0,1 0,0 0,0 0,2 1,1 1,1-1,0 0,1-1,-1 1,1-1,0-1,0 1,1-1,-1 0,1-1,0 0,0 0,0-1,0 1,1-2,4 1,39 6</inkml:trace>
  <inkml:trace contextRef="#ctx0" brushRef="#br0" timeOffset="361.525">1016 175,'13'18,"10"11,9 2,9-1,11-4,12-6,12-7,6-10,-2-10,-14-4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49.4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414 484,'13'27,"-14"-40,-8-2,0 0,-1 1,-1 0,0 1,-1 0,0 1,-1 0,0 1,-1 0,-1 2,1-1,-1 2,-2-1,12 5,-1 1,1-1,-1 1,1 1,-1-1,0 1,0 0,0 0,0 0,0 1,-1 0,1 0,0 1,0 0,-1 0,1 0,0 1,-1 0,1 0,0 0,0 1,0 0,0 0,0 1,0 0,1 0,-1 0,1 0,0 1,-2 1,-2 9,1 0,0 1,1 0,0 0,2 0,-1 1,2 0,0 0,1 0,1 0,0 1,1-1,1 1,0-1,2 10,0-10,0 1,0 0,2-1,0 0,0 0,2 0,0 0,1-1,1 0,0 1,-3-9,0 1,1-1,-1 0,1 0,0-1,1 0,0 0,0 0,0-1,1 0,-1 0,1-1,0 0,1-1,-1 0,1 0,-1 0,1-1,5 0,2-1,0-1,-1-1,1-1,0 0,0-1,-1-1,0 0,0-1,0 0,0-1,-1-1,0-1,0 0,-1-1,0 0,0-1,-1 0,-1-1,0 0,0-1,-1 0,6-11,-7 9,-7 8,-4 13,-1-2,0 0,0 0,1 1,0-1,0 0,0 1,1 0,-1-1,1 1,1 0,-1 0,1-1,0 1,1 0,-1 0,1-1,0 1,0 0,1-1,0 1,0-1,0 1,1-1,-1 0,1 0,0 0,1 0,-1-1,1 1,0-1,1 1,6 1,0-1,0 0,0-1,0 0,1-1,0 0,-1-1,1-1,0 1,0-2,0 0,0 0,0-1,4-1,-13 2,0-1,1 1,-1-1,0 0,0 0,0 0,0 0,0 0,0-1,0 1,0-1,0 0,-1 0,1 0,-1 0,0-1,1 1,-1-1,0 1,0-1,0 0,-1 1,1-1,-1 0,0 0,1 0,-1-1,-1 1,1 0,0 0,-1 0,1-1,-1 1,0 0,0 0,-1-1,1 1,-1 0,1 0,-1-1,0 1,0 0,0 0,-1 0,-3-7,0 1,0 0,-1 0,0 0,-1 1,1 0,-2 0,1 0,-1 1,0 1,-1-1,0 1,0 1,0 0,0 0,-1 0,0 1,0 1,0 0,-3-1,93 5,216-9,-293 8,0 0,0 0,0 0,0 1,0-1,-1 1,1-1,0 1,0 0,-1 0,1 0,-1 1,1-1,-1 0,1 1,-1 0,0-1,0 1,1 0,-1 0,-1 0,1 1,0-1,-1 0,1 1,-1-1,1 1,-1 0,0-1,0 1,0 0,-1 0,5 31,-6-30,1 0,0 1,0-1,0 0,0 1,1-1,-1 0,1 1,0-1,1 0,-1 0,1 0,-1 0,1 0,1 0,-1 0,0-1,1 1,0-1,0 1,0-1,0 0,0 0,1-1,-1 1,1-1,0 0,0 0,0 0,0 0,2 0,0-1,0-1,-1 0,1 0,0 0,-1-1,1 0,-1 0,1-1,-1 1,1-1,-1 0,0-1,0 1,0-1,0 0,-1 0,1-1,-1 1,1-1,-1 0,-1 0,4-3,1-3,-1-1,1 0,-1 0,-1 0,0-1,-1 0,0 0,-1 0,1-6,6-35,-20 118,8-55,1 0,1 0,0 0,0 0,1 0,0 0,0 0,1-1,1 1,0-1,0 0,1 0,0 0,0-1,1 0,0 0,1 0,-1 0,2-1,-1-1,1 1,0-1,0 0,0-1,1 0,0 0,5 1,37 8,-3-7</inkml:trace>
  <inkml:trace contextRef="#ctx0" brushRef="#br0" timeOffset="552.984">1871 524,'-36'-1,"-84"10,118-9,0 0,1 1,-1-1,0 1,0-1,1 1,-1 0,0-1,1 1,-1 0,1 0,-1 0,1 0,-1 0,1 1,0-1,-1 0,1 1,0-1,0 1,0-1,0 1,0-1,0 1,1 0,-1 0,1-1,-1 1,1 0,-1 0,1-1,0 1,0 0,0 0,0 0,0 0,0-1,1 1,-1 0,1 0,-1 0,1-1,0 1,-1 0,1-1,0 1,0-1,0 1,0-1,0 1,1-1,0 1,106 84,-59-52,-38-27,0 0,-1 1,0 1,-1-1,1 2,-2-1,0 1,0 1,0-1,-1 1,-1 1,3 5,-9-15,1 0,-1 0,0 0,1 0,-1 0,0 0,0 0,0 0,-1 0,1 0,0 0,-1 0,1 0,-1 0,0 0,1-1,-1 1,0 0,0 0,0-1,-1 1,1 0,0-1,-1 1,1-1,-1 0,1 1,-1-1,1 0,-1 0,0 0,0 0,0 0,1-1,-1 1,0 0,0-1,0 1,0-1,-1 0,-1 1,1 0,-1 0,0-1,1 1,-1-1,0 0,0 0,0-1,1 1,-1-1,0 0,1 0,-1 0,0 0,1-1,0 1,-1-1,1 0,0 0,0 0,-3-2,4 1,0 0,1 0,-1 0,0 0,1 0,0 0,0 0,0-1,0 1,0-1,1 1,-1 0,1-1,0 1,0-1,0 1,1-1,-1 1,1-1,0 1,-1 0,2 0,-1-1,2-2,44-73,-30 59,1 1,0 0,1 1,1 1,1 1,0 0,1 2,18-9,-38 21,-1 1,0 0,0 0,1 0,-1 0,1 0,-1 0,1 0,-1 1,1-1,-1 0,1 1,0-1,-1 1,1 0,0-1,-1 1,1 0,0 0,0 0,-1 0,1 1,0-1,-1 0,1 1,0-1,-1 1,1-1,-1 1,1 0,-1 0,1 0,-1 0,1 0,-1 0,0 0,0 0,1 0,-1 1,0-1,0 0,0 1,0-1,-1 1,1-1,0 1,20 134,-20-128,1 1,0-1,1 0,0 0,0 0,1-1,0 1,0-1,1 0,-1 0,2 0,-1-1,1 1,0-1,0-1,0 1,1-1,0 0,0-1,1 1,-1-2,1 1,5 1,9 1</inkml:trace>
  <inkml:trace contextRef="#ctx0" brushRef="#br0" timeOffset="833.127">2152 283,'0'14,"12"9,14 7,4-1</inkml:trace>
  <inkml:trace contextRef="#ctx0" brushRef="#br0" timeOffset="1746.026">2768 684,'-7'-6,"1"0,-1 0,0 0,0 1,-1 0,0 1,0-1,0 1,0 1,0 0,-1 0,1 0,-1 1,0 1,0-1,0 1,0 1,0 0,0 0,0 1,0 0,0 0,1 1,-1 0,0 1,-2 1,2 1,0 0,1 0,-1 1,1 0,1 0,-1 1,1 0,-6 8,11-13,-1 1,1 0,0 0,0 0,0 0,0 0,1 0,-1 0,1 0,0 1,0-1,0 1,0-1,1 1,-1-1,1 1,0-1,0 1,0 0,1-1,-1 1,1-1,0 1,0-1,0 0,1 2,2 0,1-1,-1 0,1 0,0-1,1 1,-1-1,1 0,-1-1,1 1,0-1,0 0,0 0,0-1,0 0,0 0,1-1,-1 1,0-1,0-1,1 1,-1-1,0 0,0 0,0-1,6-2,3 0,1 0,-1-2,0 0,0-1,0 0,-1-1,-1-1,1 0,-1-1,-1 0,0-1,0 0,-1-1,0 0,-1-1,-1 0,0-1,-1 0,0 0,-1-1,-1 0,0 0,-1 0,-1-1,1-7,1-18,-3-1,-1 0,-3 0,-1 0,-2 0,-2 1,-1-1,-3 1,-10-30,-13-4,32 74,-1 1,1-1,0 0,-1 1,1-1,0 1,-1-1,1 1,-1 0,1 0,-1-1,1 1,0 0,-1 0,1 1,-1-1,1 0,-1 0,1 1,0-1,-1 1,1-1,0 1,-1-1,1 1,0 0,0 0,-1 0,1 0,0 0,0 0,0 0,0 0,0 0,1 0,-1 0,0 1,0-1,1 0,-1 1,1-1,-1 0,1 1,0-1,-1 1,1-1,0 0,0 1,0-1,0 1,0 0,-10 32,1 0,2 0,2 0,0 1,3 0,1 0,1 0,2 0,5 27,-2-31,1 0,1-1,2 0,1 0,1-1,12 22,-15-36,0 0,1-1,1 0,0-1,0 0,2 0,0-1,0-1,1 0,0 0,1-2,0 1,5 1,-13-7,1-1,-1 0,0 0,1-1,-1 1,1-1,0-1,0 1,0-1,-1 0,1-1,0 0,0 0,0 0,0-1,0 0,0-1,0 1,0-1,-1 0,1-1,-1 0,0 0,1 0,-1-1,-1 0,1 0,-1 0,1-1,-1 0,1-1,1-5,0 1,0-1,-1-1,-1 1,0-1,-1 0,0 0,-1 0,0 0,0-1,-2 1,0-1,0 0,-1-3,0 15,1 1,-1-1,1 0,-1 1,0-1,0 0,1 1,-1-1,0 0,0 1,0-1,0 0,0 0,0 1,0-1,0 0,0 0,0 1,0-1,0 0,-1 1,1-1,0 0,0 0,-1 1,1-1,0 1,-1-1,1 0,-1 1,1-1,-1 1,1-1,-1 1,1-1,-1 1,0-1,1 1,-1 0,0-1,1 1,-1 0,0 0,1-1,-1 1,0 0,0 0,1 0,-1 0,0 0,0 0,1 0,-1 0,0 0,1 0,-1 1,0-1,0 0,1 0,-1 1,0-1,1 0,-1 1,1-1,-2 1,-2 5,0-1,0 1,0 0,1 0,-1 1,2-1,-1 1,1 0,0-1,0 1,0 0,1 0,1 0,-1 0,1 1,0-1,0 0,1 0,0 0,1 0,-1 0,1-1,0 1,1 0,2 4,2-3,0 1,0-2,0 1,1-1,1 0,-1-1,1 0,0 0,0-1,1 0,-1-1,1 0,0 0,1-1,-1-1,4 1,-11-2,1 0,-1-1,0 1,1-1,-1 0,1 0,-1 0,0 0,1-1,-1 1,0-1,1 0,-1 0,0 0,0 0,0-1,0 1,0-1,0 0,0 0,-1 0,1 0,0 0,-1-1,0 1,0-1,0 0,0 1,0-1,0 0,-1 0,1 0,-1 0,0-1,0 1,0 0,0-2,2-14,0 1,-2-1,0 0,-2 0,0 0,0 0,-2 0,-1 1,0-1,-1 1,-4-8,8 24,-5-28,6 29,0 0,1 1,-1-1,0 0,1 1,-1-1,1 1,-1-1,0 1,1-1,-1 1,1-1,0 1,-1-1,1 1,-1 0,1-1,0 1,-1 0,1 0,0-1,-1 1,1 0,0 0,-1 0,1 0,0 0,0 0,-1 0,1 0,0 0,-1 0,1 0,0 1,-1-1,1 0,0 0,-1 1,1-1,175 47,-176-47,5 0,0 1,0 0,0 0,0 0,0 1,0 0,0 0,-1 0,1 0,-1 1,0 0,1 0,-1 0,-1 0,1 1,0-1,-1 1,0 0,0 0,0 0,0 1,-1-1,1 1,-1-1,0 1,-1 0,2 4,-18 64,12-67,1 0,0 0,0 1,0-1,1 1,0-1,0 1,1 0,-1 0,2-1,-1 1,1 0,0-1,0 1,1 0,2-3,0 1,0-1,0 0,0-1,1 1,0-1,0 0,0 0,0 0,0-1,1 0,-1 0,1 0,-1-1,1 0,0 0,-1 0,1 0,0-1,0 0,1-1,18 2,-1-1,1-1,0-2,-1 0,1-2,-1 0,23-10,-1-1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46.9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325 324,'2'0,"-2"0,0 0</inkml:trace>
  <inkml:trace contextRef="#ctx0" brushRef="#br0" timeOffset="732.492">338 404,'-17'-6,"0"1,0 1,0 0,0 1,0 1,-1 1,1 0,-1 1,-14 3,25-3,0 1,0 1,-1-1,1 1,1 1,-1-1,0 1,0 0,1 1,0-1,0 1,0 0,0 1,0 0,1 0,0 0,0 0,1 1,-1 0,1 0,0 0,1 0,-1 1,0 3,3-7,-1-1,1 1,0 0,0 0,0 0,1 0,-1 0,1 0,-1 0,1 0,0 0,0 0,0 0,1 0,-1 0,1 0,0 0,0 0,0 0,0 0,0 0,1-1,-1 1,1 0,-1-1,1 1,0-1,0 0,0 0,1 0,-1 0,0 0,1 0,0 0,-1-1,1 1,0-1,-1 0,1 0,0 0,0 0,0 0,1-1,7 3,2-2,-1 1,0-2,0 0,0 0,0-1,0 0,0-1,0-1,0 0,0 0,-1-1,3-2,-7 3,0 0,0 0,0-1,0 0,0-1,-1 1,0-1,0 0,0-1,-1 0,0 1,0-2,0 1,-1 0,0-1,0 0,0 0,-1 0,0-1,1-6,-4 14,1-1,-1 1,1 0,-1-1,0 1,1 0,-1-1,0 1,0-1,1 1,-1 0,0-1,0 1,0-1,1 1,-1-1,0 1,0-1,0 1,0-1,0 1,0-1,0 1,0-1,0 1,0-1,0 1,0-1,-1 1,1 0,0-1,0 1,0-1,-1 1,1-1,0 1,-1 0,1-1,0 1,-1-1,1 1,0 0,-1 0,1-1,-1 1,1 0,0 0,-1-1,1 1,-1 0,1 0,-1 0,1 0,-1 0,1-1,-1 1,-3 10,1-1,-1 1,2-1,-1 1,2 0,-1 0,1 0,1 0,-1 0,2 0,0 4,-1-7,1 0,0 0,0 0,0 0,1 0,0-1,0 1,1-1,0 1,0-1,1 0,-1 0,1 0,1-1,-1 1,1-1,0 0,0-1,0 1,1-1,-1 0,1 0,0 0,0-1,1 0,-1 0,1-1,-1 0,1 0,0 0,0-1,-1 0,8 0,-6-1,0 0,1-1,-1 0,0 0,0-1,0 0,0-1,0 1,0-1,-1-1,1 0,-1 0,0 0,5-5,20-16</inkml:trace>
  <inkml:trace contextRef="#ctx0" brushRef="#br0" timeOffset="1010.853">752 70,'0'-16,"-2"-7,-1 2,4 12,10 16,11 21,9 21,9 21,1 16,-6 12,-8 8,-19 6,-24 2,-27 0,-23-3,-11-12,8-23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5:14.3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15083 200,'-10'-23,"-2"0,0 1,-1 0,-1 1,-1 0,-1 2,-17-18,33 36,0 0,-1 1,1-1,0 1,-1-1,1 0,-1 1,1-1,-1 1,1-1,-1 1,1-1,-1 1,0-1,1 1,-1 0,0-1,1 1,-1 0,0-1,1 1,-1 0,0 0,0 0,1 0,-1 0,0 0,0 0,1 0,-1 0,0 0,1 0,-1 0,0 0,0 1,1-1,-1 0,0 1,1-1,-1 0,0 1,1-1,-1 1,1-1,-1 1,1-1,-1 1,1-1,-1 1,1-1,-1 1,1 0,0-1,-1 1,1 0,0-1,0 1,0 0,-1 0,1-1,0 1,0 0,0 0,0-1,0 1,0 0,0 0,-36 262,-95 348,-19 100,108-529,7 1,9 1,3 72,22-231,-5 140,-28 157,11-194,-1 3,6 2,4 21,27 425,2-279,-8-225,-2-1,-6 66,0-129,-1-1,-1 1,0-1,0 0,-1 0,0 0,-1 0,0-1,0 0,-1 0,0 0,-1-1,0 1,0-2,-1 1,1-1,-2 0,1-1,-1 0,0 0,0-1,-1 0,0 0,0-1,-6 1,-223 98,199-86,-2-2,1-2,-2-1,0-3,-41 5,-36-11,-103-11,24 0,-59 1,-136-26,-438-39,454 34,-303 13,49 15,213-5,-280-18,-712-42,706 60,-1137-11,1106 6,429 8,-766-13,12-35,383 5,149 26,517 29,-1 0,0-2,1 1,0-1,-1-1,1-1,0 1,0-2,1 0,-1 0,1-1,0 0,1-1,-1 0,1-1,1 0,-1-1,-2-4,-18-28,2-2,2-1,-7-20,20 30,1 0,1-1,2 0,2-1,1 0,-1-32,5 49,-81-949,50 45,32 808,10-239,0 285,3 1,3 1,9-21,25-112,-7-141,-40 328,0 1,1 1,0-1,1 0,0 1,1-1,0 1,1 1,0-1,1 1,0 0,0 0,1 1,1 0,-1 0,4 0,77-61,-82 67,1 1,-1 0,0 0,1 1,0 0,-1 0,1 1,0-1,-1 2,6 0,7-1,388 15,892-23,-271 1,-185-42,-627 44,522-33,-508 15,0 10,92 11,768 14,-567-25,771-51,-442 17,169 36,-669 12,-339-1,952 23,-376-3,37 4,157-9,-535-16,338 1,-473-14,-11 13,-102 1,-1 0,1 0,0 0,-1 0,1 0,0 0,-1 0,1 0,0 0,-1 0,1-1,0 1,-1 0,1 0,-1-1,1 1,-1-1,1 1,-1 0,1-1,-1 1,1-1,-1 1,1-1,-1 1,0-1,1 1,-1-1,0 0,1 1,-1-1,0 0,0 1,0-1,1 1,-1-1,0 0,0 1,0-1,0 0,0 1,0-1,-1 0,1 1,0-1,0 0,0 1,-1-1,1 0,0 1,0-1,-1 1,1-1,-1 1,1-1,0 1,-1-1,1 1,-1-1,0 1,-20-31,-6-5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5:20.5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1,'161'7,"83"17,-103-8,153 7,114-13,199-3,200-1,-293 7,-352-13,469 8,-209 19,-264-13,-152-11,-12-2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5:29.8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1,'16'0,"14"0,16 0,14 0,7 0,3 2,-7 3,-14 5,-16 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5:30.0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0,'16'7,"17"4,20 1,23-3,15-4,14-5,-12-3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5:26.9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228 522,'-20'17,"1"1,0 1,2 1,0 0,2 1,0 1,1 0,1 1,1 0,1 1,2 0,0 1,1 0,2 1,-1 4,5-19,-1-3,0 1,1-1,0 1,0 0,1-1,0 1,0 0,1 0,1 0,-1 0,1-1,1 1,0 0,0-1,3 7,-4-13,0-1,1 1,-1-1,1 1,-1-1,1 1,0-1,0 0,-1 0,1 0,0 0,0 0,0 0,0-1,0 1,0 0,1-1,-1 0,0 0,0 1,0-1,0 0,0-1,0 1,1 0,-1-1,0 1,0-1,0 0,0 1,61-31,-29 6,-2-1,-1-2,-1-1,-1-1,-2-1,-1-2,-2 0,-1-2,-1 0,2-12,-9 21,-1-1,-2-1,-1 0,-1 0,-1-1,-2 0,-1-1,-1 0,0-20,-4 45,0-1,-1 0,0 0,0 1,-1-1,0 0,1 1,-2-1,1 0,-1 1,0 0,0-1,0 1,-1 0,0 0,0 0,0 0,-1 1,1-1,-1 1,0 0,0 0,-1 0,1 1,-1 0,0-1,0 2,0-1,0 0,0 1,-1 0,0 0,-5 2,1 1,0 0,0 0,-1 1,1 0,0 1,1 0,-1 1,0 0,1 1,0-1,0 2,0-1,1 1,0 1,0-1,0 1,1 1,0-1,1 1,0 1,0-1,0 1,1 0,0 0,1 1,0-1,1 1,-1 4,1 1,0 0,2 1,0-1,0 1,2 0,0-1,0 1,2-1,0 0,0 1,2-1,0-1,0 1,2-1,-1 0,2 0,0-1,1 0,0 0,2 0,5 12,0 0,-2 1,0 1,-2 0,-1 1,-2 0,0 1,3 23,4 246,-14-259</inkml:trace>
  <inkml:trace contextRef="#ctx0" brushRef="#br0" timeOffset="398.804">575 1338,'118'-389,"-96"342,-18 57,-13 132,-4 141,13-270,0 1,1-1,0 0,1 1,1-1,0 0,1 0,4 8,2-1</inkml:trace>
  <inkml:trace contextRef="#ctx0" brushRef="#br0" timeOffset="698.326">683 321,'4'-4,"9"-2,13-2,16-2,15 1,11 2,5 2,-1 2,-5 1,-12 2,-16 0</inkml:trace>
  <inkml:trace contextRef="#ctx0" brushRef="#br0" timeOffset="960.591">1004 1,'-5'18,"-3"18,-1 18,-1 16,2 14,-1 12,1 6,3 1,1-18</inkml:trace>
  <inkml:trace contextRef="#ctx0" brushRef="#br0" timeOffset="1934.192">1779 629,'-11'1,"0"0,0 1,0 0,0 0,1 1,-1 1,1 0,-1 0,1 1,1 0,-1 1,1 0,0 0,0 1,1 0,0 1,0 0,0 0,-8 11,1 0,0 2,2-1,0 2,1-1,1 2,-3 12,4-13,2 0,0 0,2 1,1 0,0 0,2 1,0-1,2 1,1 0,0-1,2 1,3 14,-4-33,0 0,0 0,1 0,-1-1,1 1,0-1,0 1,1-1,-1 0,1 0,0 0,0 0,1-1,-1 1,1-1,-1 0,1 0,0 0,0 0,0-1,1 1,-1-1,1 0,-1 0,1-1,0 0,-1 0,1 0,4 0,-1-1,0-1,0 0,-1-1,1 0,0 0,-1-1,0 0,1 0,-1-1,0 0,-1 0,1 0,-1-1,0 0,0 0,1-2,81-99,-67 69,0 0,-3-2,-1 0,-2 0,-1-2,-2 0,-3 0,-1-1,-1 0,-3-1,-1 1,-3-1,-1 1,-2-6,3 37,-1-1,0 1,0 0,-1-1,0 1,-1 0,0 0,-1 0,0 1,-1-1,0 1,-1 0,0 0,0 1,-3-3,6 10,1 0,-1 0,1 0,-1 0,0 1,1-1,-1 1,0 0,0 0,0 0,0 0,0 0,0 1,0-1,0 1,-1 0,1 0,0 0,0 0,0 1,0-1,0 1,0 0,0 0,0 0,0 0,0 1,-2 1,-4 2,0 0,1 1,0 0,0 1,1 0,0 0,0 1,-3 4,-2 6,0 1,1 1,0 0,2 1,1 0,0 0,1 0,2 1,0 0,1 0,2 1,0-1,1 1,1-1,1 1,1-1,2 0,0 1,1-1,1-1,1 1,1-1,0 0,2-1,7 11,225 331,-238-352,-3-9,-1 1,0 0,1 0,-1 0,1 0,-1-1,1 1,0 0,0-1,0 1,0 0,0-1,0 1,0-1,0 1,1-1,-1 0,0 0,1 1,-1-1,1 0,0 0,-1 0,1-1,0 1,-1 0,1-1,0 1,0-1,0 1,0-1,-1 0,1 0,0 0,0 0,0 0,0 0,0-1,0 1,-1-1,2 1,79-103,-82 103,1-1,-1 1,0 0,0-1,0 1,0-1,1 1,-1 0,0-1,0 1,1 0,-1-1,0 1,1 0,-1 0,0-1,1 1,-1 0,0 0,1 0,-1-1,0 1,1 0,-1 0,1 0,-1 0,0 0,1 0,-1 0,1 0,-1 0,0 0,1 0,-1 0,1 0,-1 0,1 0,-1 0,0 0,1 1,-1-1,0 0,1 0,-1 0,0 1,1-1,-1 0,0 1,1-1,-1 0,0 0,0 1,1-1,-1 1,0-1,0 0,0 1,1-1,-1 0,0 1,4 31,-3-18,1-8,0-1,0 1,0 0,0 0,1-1,0 0,0 1,1-1,-1 0,1-1,0 1,1-1,-1 0,1 0,0 0,0 0,0-1,0 0,0 0,1 0,0-1,-1 1,1-2,0 1,0 0,0-1,3 0,3 1,0-1,0 0,0 0,0-1,0-1,0 0,0-1,0 0,-1-1,1 0,-1-1,0 0,9-4,-14 4,-1 1,1-1,-1 0,0 0,1 0,-2-1,1 0,-1 0,1 0,-1-1,-1 1,1-1,-1 0,0 0,0 0,-1 0,0-1,0 1,0-1,-1 1,0-1,0 0,-1 1,0-1,0 0,0 0,-1 1,0-1,-1 1,1-1,-1 1,0-1,-1 1,1 0,-1 0,-1 0,1 0,-1 1,0-1,0 1,0 0,-5-3,3 3,0 1,-1 1,1-1,-1 1,0 0,0 0,0 1,0 0,-1 1,1-1,-1 1,1 1,-1-1,1 1,-1 1,1-1,0 1,-1 1,1-1,0 1,0 0,-1 1,2 0,-1 0,0 0,1 1,-1 0,1 1,0-1,0 1,1 0,0 0,0 1,0 0,0-1,1 2,0-1,-2 4,-8 15</inkml:trace>
  <inkml:trace contextRef="#ctx0" brushRef="#br0" timeOffset="2214.453">2060 335,'18'3,"13"0,12-1,11 1,9-2,4 0,-1-2,-5-2,-10-2,-12-1,-13 1</inkml:trace>
  <inkml:trace contextRef="#ctx0" brushRef="#br0" timeOffset="2498.919">2380 68,'-13'25,"-5"19,0 19,5 14,7 12,11 5,8 0,2-16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5:36.5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1919 269,'0'-2,"6"1,15 1,18 0,20 1,17-2,12-2,2 1,-5-1,-12 2,-19 2,-23 4,-24 3,-19 0,-8-2</inkml:trace>
  <inkml:trace contextRef="#ctx0" brushRef="#br0" timeOffset="-547.797">1852 509,'9'14,"8"11,9 10,8 11,7 7,3 5,4 0,2-3,0-4,-5-6,-4-9,-8-10,-9-10</inkml:trace>
  <inkml:trace contextRef="#ctx0" brushRef="#br0" timeOffset="-262.732">2226 563,'-14'18,"-11"13,-5 10,-6 10,-2 5,-3-1,0 1,4-6,6-6,11-11,9-11</inkml:trace>
  <inkml:trace contextRef="#ctx0" brushRef="#br0" timeOffset="-5482.816">20 322,'24'496,"-5"-203,-2 54,-16 0,-21 96,9-328,-8 78,7 66,13-228,1 1,2-1,1 1,2-1,0 0,3-1,1 1,-8-22,1 0,0 0,0 1,-1-1,0 0,-1 1,0 0,0 0,-1-1,-1 1,1 0,-2 0,1 0,-1 0,-1 0,0 0,-2 7,0-7,2-7,0 0,0 1,0 0,1-1,0 1,-1 0,2 0,-1-1,0 1,1 0,-1 0,1 0,0 0,1 0,-1 0,1 0,0 0,-1 0,2-1,-1 1,1 2,5 13,-7-17,1 0,-1 0,1 0,-1 0,1-1,-1 1,1 0,0 0,0-1,0 1,0-1,0 1,0-1,1 1,-1-1,0 0,1 1,-1-1,1 0,-1 0,1 0,-1 0,1 0,0 0,0-1,-1 1,3 0,135 0,-63-4,0-2,0-4,31-9,-76 10,-14 2</inkml:trace>
  <inkml:trace contextRef="#ctx0" brushRef="#br0" timeOffset="-4716.778">7 349,'-1'-25,"0"20,0 1,0-1,0 0,0 0,1 0,0 0,0 0,0 1,0-1,1 0,0 0,0 0,0 0,1 1,0-1,0 1,0-1,0 1,0 0,1 0,0 0,0 0,0 0,1 0,-1 1,1 0,0 0,-1 0,1 0,1 0,1 0,125-2,-93 7,65 1,-109-3</inkml:trace>
  <inkml:trace contextRef="#ctx0" brushRef="#br0" timeOffset="-1550.022">809 657,'-5'34,"1"1,2 0,1-1,2 1,2 3,-2-27,0-1,1 0,1 0,-1 0,2 0,-1 0,1-1,1 1,-1-1,2 0,-1 0,1-1,1 0,-1 0,1 0,1-1,-1 0,1 0,2 0,-6-4,0-1,0 1,0-1,0 0,0 0,0 0,1-1,-1 1,1-1,-1 0,1 0,0-1,-1 0,1 1,0-1,-1-1,1 1,0-1,-1 0,1 0,-1 0,1 0,-1-1,0 0,0 0,1 0,-1-1,-1 1,1-1,3-2,2-4,-1 0,0 0,0 0,-1-1,0-1,-1 1,0-1,0 0,-2 0,1 0,-1-1,-1 0,0 0,-1 0,0 0,0-10,0 1,-2-1,0 1,-1-1,-2 1,0-1,-1 1,-1 0,-1 1,-2-5,6 18,0-1,-1 1,0 0,0 0,-1 0,0 0,0 0,0 1,-1-1,0 1,0 0,-1 1,1-1,-1 1,0 0,-1 1,1 0,-1 0,0 0,0 0,0 1,-1 1,1-1,-8-1,12 5,-1-1,1 1,-1 0,1 0,-1 0,1 0,0 0,0 1,-1 0,1-1,0 1,0 0,1 1,-1-1,0 0,1 1,-1-1,1 1,0 0,0 0,0 0,0 0,1 0,-1 0,1 1,0-1,0 1,0-1,0 0,0 2,-1 6,0 1,1-1,0 0,0 1,1-1,1 1,0-1,2 10,7 20</inkml:trace>
  <inkml:trace contextRef="#ctx0" brushRef="#br0" timeOffset="-1110.665">1464 763,'-5'7,"1"0,0 0,0 1,1-1,0 1,0 0,0 0,1 0,-1 8,3-17,0 1,0-1,0 1,0-1,0 1,0-1,0 1,0-1,0 1,0-1,0 1,0-1,0 1,1-1,-1 1,0-1,0 1,0 0,1-1,-1 1,0-1,1 1,-1-1,0 1,1 0,-1-1,1 1,-1 0,0-1,1 1,-1 0,1 0,-1 0,1-1,-1 1,1 0,-1 0,1 0,-1 0,1 0,-1 0,1 0,-1 0,1 0,-1 0,1 0,-1 0,1 0,-1 0,1 0,-1 1,1-1,-1 0,1 0,-1 1,0-1,1 0,-1 0,1 1,-1-1,0 1,1-1,-1 0,0 1,1-1,-1 1,0-1,0 1,1-4,0 1,-1-1,1 0,-1 1,0-1,1 1,-1-1,-1 0,1 1,0-1,-1 0,1 1,-1-1,0 1,0-1,0 1,0-1,0 1,0 0,-1-1,1 1,-1 0,1 0,-1 0,0 0,0 1,0-1,0 0,0 1,-1-1,1 1,0 0,-1 0,1 0,-1 0,1 0,-1 0,1 1,-1-1,1 1,-1 0,0-1,-1 2,3-1,0 1,0 0,0-1,0 1,0 0,0 0,1 0,-1 0,0 0,0 0,1 0,-1 0,1 0,-1 0,1 0,-1 0,1 0,0 1,-1-1,1 0,0 0,0 0,0 1,0-1,0 0,0 0,0 1,0-1,1 0,-1 0,0 0,1 0,-1 1,1-1,-1 0,1 0,0 0,-1 0,1 0,0 0,0 0,0-1,0 1,0 0,0 0,0 0,13 10</inkml:trace>
  <inkml:trace contextRef="#ctx0" brushRef="#br0" timeOffset="2286.537">929 1953,'-12'16,"0"0,1 1,1 0,1 1,0 0,1 0,1 1,1 0,0 0,2 1,0-1,1 1,1 0,1 0,1 10,-1-19,1 0,0-1,0 1,1 0,1 0,0 0,0-1,1 1,0-1,1 1,0-1,1 0,0-1,0 1,1-1,0 0,1 0,0-1,1 0,-1 0,1-1,1 0,-1 0,1-1,1 0,-1-1,1 0,0 0,0-1,0 0,0-1,10 2,-15-5,1 0,-1 0,1 0,-1 0,1-1,-1 0,1 0,-1-1,1 1,-1-1,0 0,0-1,0 1,0-1,-1 0,1 0,-1-1,1 1,-1-1,0 0,-1 0,1-1,-1 1,1-1,-1 1,1-4,3-6,0 0,-1-1,0 0,-2 0,1 0,-2 0,0-1,-1 1,-1-1,2-4,-2 0,0 0,-2 0,0 0,-1 0,-1 0,-1 1,-1-1,0 1,-1 0,-2 0,0 1,0 0,-9-12,14 25,0 1,-1 0,1 0,-1 0,1 1,-1-1,0 1,0 0,-1 0,1 0,-1 1,1-1,-1 1,0 0,0 1,0-1,0 1,0 0,0 0,-1 0,1 1,0 0,0 0,0 0,-1 1,1 0,0 0,0 0,0 0,0 1,0 0,0 0,1 0,-1 1,0 0,-2 1,0 2,0-1,1 1,0 0,0 0,0 1,1 0,-1 0,2 0,-1 0,1 1,0 0,1 0,0 0,0 0,0 1,1-1,1 1,-1-1,2 1,-1 0,1 7,5 27</inkml:trace>
  <inkml:trace contextRef="#ctx0" brushRef="#br0" timeOffset="3352.927">1504 2247,'6'6,"20"18,-25-24,-1 0,1 0,-1 1,1-1,0 0,-1 0,1 0,-1 0,1 0,0 0,-1 0,1 0,0 0,-1 0,1 0,-1 0,1 0,0 0,-1 0,1-1,-1 1,1 0,-1 0,1-1,-1 1,1 0,-1-1,1 1,-1-1,1 1,-1-1,1 1,-1-1,0 1,1-1,-1 1,0-1,0 1,1-1,-1 1,0-1,0 0,0 1,0-1,0 1,0-1,0 0,0 1,0-1,0 0,1 0,-1-1,0 1,0 0,0-1,0 1,0-1,0 1,0 0,-1-1,1 1,0 0,-1-1,1 1,-1 0,1 0,-1-1,0 1,0 0,1 0,-1 0,0 0,0 0,0 0,0 0,0 0,0 0,0 0,-1 1,1-1,0 0,0 1,-1-1,1 1,0-1,-1 1,1 0,0 0,-1-1,1 1,-1 0,1 0,0 0,-1 1,1-1,0 0,-1 0,1 1,0-1,-1 1,1-1,0 1,0-1,-1 1,1 0,0 0,0 0,0 0,0 0,0-1,0 2,0-1,0 0,1 0,-2 1,-1 1,0 0,0 1,0-1,1 1,-1 0,1 0,0 0,0 0,0 0,0 0,1 0,0 0,0 1,0-1,0 1,1-1,0 3,0 7</inkml:trace>
  <inkml:trace contextRef="#ctx0" brushRef="#br0" timeOffset="6257.412">1958 2167,'2'3,"12"-17,-13 13,132-181,-74 96,-47 71,-8 34,-18 119,4 130,9-225,-1-1,-2 0,-2 0,-1-1,-4 5,11-45,-14 37,14-37,0 0,-1-1,1 1,0 0,-1-1,1 1,-1 0,1-1,-1 1,1-1,-1 1,1-1,-1 1,1-1,-1 1,0-1,1 1,-1-1,0 0,1 0,-1 1,0-1,0 0,1 0,-1 0,0 0,0 0,1 0,-1 0,0 0,0 0,1 0,-1 0,0 0,0 0,1-1,-1 1,0 0,1 0,-1-1,0 1,1-1,-1 1,0-1,1 1,-1-1,0 0,-10-10,9 9,0-1,0 1,0 0,0 0,-1 0,1 0,-1 0,1 1,-1-1,1 1,-1-1,0 1,0 0,0 0,0 0,-1 0,11 9,20-1,1-1,-1-1,1-1,0-2,23-1,-9 1,124 13,-157-8,-17-4</inkml:trace>
  <inkml:trace contextRef="#ctx0" brushRef="#br0" timeOffset="8198.984">2747 1,'43'9,"54"4,-29-5,0 3,-1 3,39 14,-104-27,-1-2,0 1,0 0,0 0,-1 0,1 0,0 0,0 0,0 0,-1 0,1 0,0 0,0 0,-1 0,1 1,0-1,0 0,-1 1,1-1,0 0,-1 1,1-1,0 1,-1-1,1 1,-1-1,1 1,-1 0,1-1,-1 1,1 0,-1-1,0 1,1 0,-1-1,0 1,1 0,-1 0,0 0,0-1,0 1,0 0,0 0,0-1,0 1,0 0,0 0,0 0,0-1,-1 1,1 0,0 0,-1 0,-4 3,0 0,0 0,0 0,1 1,-1 0,1 0,0 0,1 1,-1-1,1 1,0 0,0 0,1 0,0 0,0 0,0 1,0 4,-4 38,2 0,1 0,5 40,-1-26,0 848,-14-552,13 605,14-781,-8-118,-4 44,-11 40,8-147,0 0,0 0,0 0,-1 0,1 0,-1 0,1 0,-1-1,0 1,1 0,-1-1,0 0,0 1,0-1,0 0,0 0,0 0,-1 0,1-1,0 1,0 0,-1-1,1 0,0 1,-1-1,1 0,0 0,-1 0,1-1,0 1,0-1,-1 1,1-1,-2 0,-7 0,-16 1,0-1,0-1,0-2,0-1,0-1,-9-4,20 3,3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02.4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1,'14'2,"15"1,17 3,14 1,9 1,-2 3,-7 2,-11 3,-15 1,-12-2</inkml:trace>
  <inkml:trace contextRef="#ctx0" brushRef="#br0" timeOffset="170.832">134 228,'24'5,"26"3,23 3,18 0,7 2,-13-1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5:46.6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137 201,'9'702,"-15"113,3-667,-4-9,-5-1,-7-1,-8 14,7-51,4 0,5 2,2 98,0-43,6-143,2 1,-1-1,2 0,0 0,1 1,0-1,1 0,0 0,2 0,2 7,0-5,-6-13,0-1,1 1,-1 0,1-1,0 1,0 0,0-1,0 1,0-1,0 1,1-1,-1 0,1 1,0-1,-1 0,1 0,0 0,0-1,1 1,-1 0,0-1,0 1,1-1,-1 0,1 0,-1 0,1 0,0 0,-1 0,1-1,0 1,-1-1,1 0,0 0,0 0,-1 0,2-1,143-11,164 13,-263 6,-48-7,0 0,1 0,-1 0,0 0,0 0,1 0,-1 0,0 1,0-1,0 0,0 0,1 0,-1 0,0 1,0-1,0 0,0 0,1 0,-1 0,0 1,0-1,0 0,0 0,0 1,0-1,0 0,0 0,0 0,0 1,0-1,0 0,0 0,0 1,0-1,0 0,0 0,0 1,0-1,0 0,0 0,0 0,0 1,-1-1,1 0,0 0,0 0,0 1,0-1,0 0,-1 0,1 0,0 0,0 1,0-1,-1 0,1 0,0 0,0 0,0 0,-1 0,1 0,0 0,0 0,-1 0,1 0,0 0,0 0,-1 0,-10 4</inkml:trace>
  <inkml:trace contextRef="#ctx0" brushRef="#br0" timeOffset="734.499">218 308,'4'0,"9"0,9 0,7 0,6 0,3 0,1 0,-5 0,-8 2,-9 6,-8 3,-12 2,-4 0</inkml:trace>
  <inkml:trace contextRef="#ctx0" brushRef="#br0" timeOffset="7800.187">793 964,'27'-81,"4"3,3 0,15-19,-19 49,-30 48,0 0,1-1,-1 1,0 0,0-1,1 1,-1 0,0 0,1-1,-1 1,0 0,1 0,-1-1,0 1,1 0,-1 0,0 0,1 0,-1 0,1 0,-1-1,0 1,1 0,-1 0,0 0,1 0,-1 0,1 1,-1-1,0 0,1 0,-1 0,1 0,-1 0,0 0,1 1,-1-1,0 0,1 0,-1 0,0 1,1-1,-1 0,0 1,0-1,1 0,-1 1,0-1,0 0,0 1,1-1,-1 0,0 1,0-1,0 0,0 1,0-1,0 1,0-1,0 0,0 1,0-1,0 1,0-1,0 0,0 1,2 33,-2-31,5 254,-2-227,-2 0,-2-1,0 1,-2-1,-1 0,-1 0,-2 0,-1 0,-5 11,-13-5,26-34,0-1,-1 0,1 1,-1-1,1 1,-1-1,1 1,-1-1,0 0,1 0,-1 1,1-1,-1 0,0 0,1 1,-1-1,0 0,1 0,-1 0,1 0,-1 0,0 0,1 0,-1 0,0 0,1-1,-1 1,0 0,1 0,-1-1,1 1,-1 0,0 0,1-1,-1 1,1-1,-1 1,1 0,-1-1,1 1,0-1,-1 1,1-1,0 0,-1 1,1-1,0 1,-1-1,1 0,0 1,0-1,0 1,0-1,0 0,0 1,0-1,0 0,0 1,0-1,0 0,0 0,1-1,-1 1,1 0,0-1,-1 1,1 0,0 0,0 0,0-1,0 1,0 0,0 0,0 0,0 1,0-1,1 0,-1 0,0 1,1-1,-1 1,0-1,1 1,-1-1,1 1,-1 0,0 0,1-1,-1 1,1 0,-1 0,1 1,-1-1,0 0,1 0,-1 1,1-1,-1 1,0-1,1 1,-1 0,0-1,7 1,244 16,-251-17,-1 0,1 0,0 0,0-1,-1 1,1 0,0 0,0 0,-1 0,1 0,0 0,-1 0,1 0,0 1,0-1,-1 0,1 0,0 1,-1-1,1 0,0 1,-1-1,1 0,-1 1,1-1,0 1,-1-1,1 1,-1 0,1-1,-1 1,0-1,1 1,-1 0,0-1,1 1,-1 0,0-1,0 2,-19-1,11-4</inkml:trace>
  <inkml:trace contextRef="#ctx0" brushRef="#br0" timeOffset="9977.729">1594 415,'23'0,"23"0,23-2,16-4,14 1,2-3,-6 1,-15 1,-19 2,-22 2,-24 1,-15 0</inkml:trace>
  <inkml:trace contextRef="#ctx0" brushRef="#br0" timeOffset="9413.662">1675 736,'16'0,"7"0,5 2,2 6,0 8,0 10,-1 10,-1 8,0 3,-1 3,2 0,1-5,0-7,-1-8,-1-8,0-10,-3-9,-6-7</inkml:trace>
  <inkml:trace contextRef="#ctx0" brushRef="#br0" timeOffset="9706.093">2090 655,'-12'5,"-12"8,-9 11,-9 13,-5 11,-2 9,0 7,2-2,5-4,7-7,9-13</inkml:trace>
  <inkml:trace contextRef="#ctx0" brushRef="#br0" timeOffset="13202.31">860 2327,'-10'11,"0"0,2 0,-1 1,1 1,1-1,0 1,1 1,1-1,0 1,0 0,1 0,1 0,1 0,0 1,1-1,0 1,1 0,1-1,0 1,1-1,2 9,-1-15,0 0,0 0,1 0,0-1,0 1,1-1,0 0,0-1,1 1,0-1,0 0,0 0,1-1,0 0,0 0,0 0,1-1,-1 0,1-1,0 1,0-2,0 1,1-1,-1 0,1-1,-1 0,1 0,-1-1,1 0,-1-1,1 1,-1-2,1 1,1-2,-2 0,1 0,-1-1,0 0,0 0,-1-1,0 0,1 0,-2-1,1 0,0 0,-1 0,-1-1,1 0,-1 0,0-1,0 0,-1 1,0-1,-1-1,0 1,0-1,0 1,-1-1,-1 0,0 1,0-1,0 0,-1 0,0 0,-1 0,0 0,0 0,-1 1,-1-1,0-2,-1-7,-1 0,0 1,-1 0,-1 0,-1 0,0 1,-1 0,-1 1,0 0,-1 0,-1 1,0 1,-1 0,-8-6,18 16,0 1,0-1,0 1,-1 0,1 0,-1 0,0 1,0-1,1 1,-1 0,0 0,0 0,0 0,0 1,0-1,0 1,0 0,0 0,-1 1,1-1,0 1,1 0,-1 0,0 0,0 1,0-1,1 1,-1 0,1 0,-1 0,1 1,0-1,0 1,0 0,0 0,-2 2,1 1,1 0,-1 0,1 0,0 0,1 1,0-1,0 1,0-1,1 1,0 0,0 0,0 0,1 0,0 0,1 0,-1-1,2 5,7 28</inkml:trace>
  <inkml:trace contextRef="#ctx0" brushRef="#br0" timeOffset="13559.356">1542 2567,'-1'2,"1"-1,0 1,0-1,0 0,0 1,0-1,0 1,0-1,0 1,1-1,-1 0,1 1,-1-1,1 1,-1-1,1 0,0 0,-1 1,1-1,0 0,0 0,0 0,0 0,0 0,0 0,0 0,0 0,1 0,-1-1,0 1,1 0,-1-1,0 1,1-1,0-2,-1 0,1 0,-1 0,1 0,-1 0,0 0,0 0,0-1,0 1,-1 0,1-1,0 1,-1-1,0 1,1-1,-1 1,0-1,-1 1,1-1,0 1,-1 0,1-1,-1 1,0-1,1 1,-2-2,1 2,0 0,1 0,-1 1,0-1,0 0,0 1,0-1,-1 1,1-1,0 1,-1 0,1 0,-1-1,1 1,-1 0,1 0,-1 0,0 0,1 1,-1-1,0 0,0 1,0-1,0 1,0 0,1 0,-1 0,0-1,0 2,0-1,0 0,0 0,0 1,0-1,1 1,-1-1,0 1,0 0,1 0,-1-1,0 1,1 1,-1-1,1 0,-1 0,1 0,0 1,-1-1,1 1,0-1,0 1,0 0,0-1,0 1,1 0,-1 0,0-1,1 2,0 10</inkml:trace>
  <inkml:trace contextRef="#ctx0" brushRef="#br0" timeOffset="13824.036">1836 2220,'13'16,"12"12,11 10,7 6,5 4,-1 1,0-1,-2-2,-1-4,-4-7,-5-10,-5-8,-6-10,-7-7</inkml:trace>
  <inkml:trace contextRef="#ctx0" brushRef="#br0" timeOffset="14076.208">2304 2233,'-14'2,"-9"8,-7 11,-8 14,-4 11,-4 10,-4 7,-1 6,2 1,6-5,9-14</inkml:trace>
  <inkml:trace contextRef="#ctx0" brushRef="#br0" timeOffset="15269.955">2557 1,'200'15,"-194"-15,15 0,1 1,-1 1,0 1,0 1,0 1,-1 0,0 2,0 0,7 5,-24-10,0 0,0 0,0 1,0-1,0 1,0-1,-1 1,1 0,-1 0,0 0,0 1,0-1,0 0,-1 1,1-1,-1 1,0 0,0-1,0 1,-1 0,1-1,-1 1,0 0,0 0,0 0,-1-1,1 1,-1 0,0 0,0 0,-2 54,2 0,3-1,6 31,1 33,29 728,-32-780,12 146,-9 1,-10 0,-10 19,-2-123,4 0,6 1,4-1,7 21,-4-105,0-9,-1 1,0 0,-2 0,0 0,-2-1,0 1,-1 0,0 0,-2 0,-1-1,0 0,-2 3,-20 51,26-72,0 0,0 0,-1 0,1-1,-1 1,1 0,0-1,-1 1,1-1,-1 1,1-1,-1 0,1 0,-1 0,1 0,-1 0,0 0,1 0,-1 0,1 0,-1-1,1 1,-1-1,1 1,0-1,-1 0,-8-1,-28-3,0 1,0 2,-1 2,-11 2,30-2,14-5,9-1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15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1,'21'0,"17"0,15 0,11 0,4 0,-2 0,-9 0,-13 0</inkml:trace>
  <inkml:trace contextRef="#ctx0" brushRef="#br0" timeOffset="257.392">94 175,'25'11,"24"7,22 1,20-1,12-2,4-4,-6-4,-21-3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05.8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46 549,'22'-105,"-32"130,-11 74,6 1,3 1,5 0,4 0,7 38,-4-110,29 984,-29-838,-20 146,17-304,2-14,0 1,0-1,0 0,1 1,-1-1,1 0,0 1,0-1,0 1,0-1,0 1,1-1,0 0,-1 1,1-1,1 0,-1 1,0-1,1 0,0 0,-1 0,1 0,0-1,1 1,1 2,21 7,1-2,0-1,0-1,0-1,1-1,0-1,1-2,-1-1,1-1,-1-1,25-3,-11 2,67-5,-87 0</inkml:trace>
  <inkml:trace contextRef="#ctx0" brushRef="#br0" timeOffset="499.43">33 268,'73'-190,"-73"189,0-1,0 1,0-1,1 1,-1-1,0 1,1-1,0 1,-1 0,1-1,0 1,-1 0,1 0,0-1,0 1,0 0,0 0,0 0,0 0,1 0,-1 0,0 0,0 1,1-1,-1 0,0 1,1-1,-1 1,1-1,-1 1,1 0,-1 0,1-1,-1 1,1 0,-1 0,1 1,-1-1,1 0,175 60,-72-39,-58-14</inkml:trace>
  <inkml:trace contextRef="#ctx0" brushRef="#br0" timeOffset="990.04">581 603,'-12'13,"0"1,2 1,0 0,0 0,2 1,0 0,0 0,2 1,0 0,1 1,1-1,0 1,1-1,1 10,1-21,2 0,-1 0,1 0,0 0,0 0,1-1,-1 1,1 0,1-1,-1 1,1-1,0 0,0 1,0-1,1-1,0 1,0-1,0 1,1-1,-1 0,1 0,0-1,0 0,0 0,0 0,1 0,-1-1,1 0,0 0,0 0,1-1,3 2,0-2,-1 1,1-1,0-1,0 0,0 0,0-1,0 0,0-1,0 0,0 0,-1-1,1-1,-1 1,0-2,0 1,0-1,4-4,-5 2,0 0,-1 0,0-1,0 0,-1 0,0-1,0 1,-1-2,0 1,-1 0,0-1,-1 0,1 0,-2 0,0 0,0 0,-1-1,0 1,0 0,-1-1,-1 1,0-1,0 1,-1 0,0 0,-1 0,0 0,-1 0,0 0,0 1,-1 0,-1 0,1 0,-1 1,-1-1,1 1,-1 1,-1-1,0 1,-2-1,5 5,0 0,0 1,0 0,0 0,0 0,0 1,0-1,-1 1,1 1,0-1,-1 1,1 0,-1 0,1 0,0 1,-1 0,1 0,0 0,0 1,0-1,-1 1,2 1,-1-1,0 1,0-1,1 2,-9 4,2 1,-1 1,1 0,0 0,1 1,1 1,-1-1,-6 14,-22 45,8-1</inkml:trace>
  <inkml:trace contextRef="#ctx0" brushRef="#br0" timeOffset="1499.865">527 1806,'-6'15,"0"0,2 0,-1 1,2-1,0 1,1 0,1-1,0 1,1 0,1 11,0-19,0-1,1 1,0 0,0-1,0 1,1-1,0 1,1-1,0 0,0-1,0 1,1-1,0 1,0-2,0 1,1 0,0-1,0 0,0 0,1-1,0 0,0 0,-3-1,0 0,0 0,1-1,-1 1,1-1,-1 0,1-1,0 1,0-1,-1 0,1 0,0 0,0-1,0 0,0 0,0 0,0 0,0-1,0 0,0 0,0 0,0-1,-1 1,1-1,0 0,-1-1,0 1,1-1,-1 0,0 0,-1 0,1 0,0-1,-1 0,0 1,0-1,0-1,1-1,1-10,-1-1,-1 0,-1 0,0 0,-1 0,0-1,-2 1,0 0,-1 0,-1 0,0 0,-1 0,-1 1,-1-1,0 1,-1 1,-6-10,9 17,0 1,-1 0,0 0,0 0,0 1,-1 0,0 0,0 0,-1 1,-5-4,9 7,1 0,-1 1,0 0,1-1,-1 1,0 0,0 1,0-1,0 0,1 1,-1 0,0-1,0 1,0 0,0 1,0-1,0 0,0 1,0 0,0 0,0 0,1 0,-1 0,0 0,1 1,-1-1,1 1,-1 0,1-1,0 1,-2 2,-36 66,29-31</inkml:trace>
  <inkml:trace contextRef="#ctx0" brushRef="#br0" timeOffset="2708.808">1076 28,'379'-9,"-374"9,1-1,1 1,-1 0,1 0,-1 1,1 0,-1 0,1 0,-1 1,0 0,0 0,0 1,0 0,0 0,0 0,-1 1,0-1,2 3,-6-3,-1 0,0 0,0-1,0 1,0 0,0 0,0 0,-1 0,0 0,1 0,-1 0,0-1,-1 1,1 0,0-1,-1 1,1-1,-1 1,0-1,0 0,0 0,0 0,0 0,0 0,-1 0,1 0,-2 0,-3 4,0 2,0 1,0 0,1 0,0 0,0 1,1 0,0 0,1 0,0 0,1 1,0 0,0 0,1 0,1 0,0 0,0 0,2 8,-7 518,-46 278,31-93,14-530,2 47,5-238,1 0,-1 0,0 1,1-1,-1 0,0 1,0-1,0 0,0 1,0-1,0 0,0 1,0-1,-1 0,1 1,-1-1,1 0,-1 0,1 1,-1-1,1 0,-1 0,0 0,0 0,0 0,0 0,0 0,0 0,0 0,0-1,0 1,0 0,0 0,0-1,-1 1,1-1,0 1,0-1,-1 0,1 1,0-1,-1 0,1 0,0 0,-1 0,0 0,-149-40,127 38,-64-19,77 13</inkml:trace>
  <inkml:trace contextRef="#ctx0" brushRef="#br0" timeOffset="4266.185">2012 15,'-22'166,"-17"118,12 2,13 0,20 236,0-425,7 63,-7 0,-7 1,-17 109,5-195,-6 94,21-162,0 0,1 0,-1 0,1-1,1 1,-1-1,1 0,0 0,0 0,1-1,0 1,0-1,0 0,0 0,1-1,0 0,0 0,0 0,1-1,-1 0,1 0,0 0,0-1,14 9,-2 1,2 0,0-2,0 0,0-1,1-2,1 0,-1-1,1-1,0-2,0 0,0-1,24-2,87-30,-118 21,-5 1</inkml:trace>
  <inkml:trace contextRef="#ctx0" brushRef="#br0" timeOffset="5205.621">2025 15,'-5'-3,"4"0,10 1,16-1,16 2,18 0,10 0,5 1,-2 0,-8 2,-14 1</inkml:trace>
  <inkml:trace contextRef="#ctx0" brushRef="#br0" timeOffset="5821.762">2853 549,'3'5,"4"5,9 11,8 11,7 9,7 6,4 5,0 2,-4-1,-3-5,-5-6,-8-8,-8-7,-5-14,-6-8</inkml:trace>
  <inkml:trace contextRef="#ctx0" brushRef="#br0" timeOffset="6068.659">3147 576,'-13'3,"-10"7,-5 11,-2 11,1 11,2 11,0 6,-1 3,-2-1,1-3,0-11,6-12</inkml:trace>
  <inkml:trace contextRef="#ctx0" brushRef="#br0" timeOffset="6279.232">2746 336,'23'-2,"19"-2,18-1,12 0,10 0,3 2,-4 1,-12 0,-17 4,-20 5,-26 5,-15-1</inkml:trace>
  <inkml:trace contextRef="#ctx0" brushRef="#br0" timeOffset="8059.668">2493 2100,'0'0,"0"0,0-1,0 1,0-1,0 1,0-1,-1 1,1-1,0 1,0-1,0 1,0 0,0-1,-1 1,1-1,0 1,0 0,-1-1,1 1,0 0,-1-1,1 1,0 0,-1-1,1 1,0 0,-1 0,1 0,-1-1,1 1,0 0,-1 0,1 0,-1 0,1 0,-1 0,1-1,0 1,-1 0,1 0,-1 1,1-1,-1 0,1 0,-1 0,1 0,0 0,-1 0,1 1,-1-1,1 0,0 0,-1 0,1 1,-1-1,1 0,0 1,0-1,-1 0,1 1,0-1,-1 0,1 1,0-1,-11 31,10-22,-1 1,1 0,1 0,0 0,1 0,0-1,0 1,1 0,0 0,0-1,1 0,1 1,0-1,0 0,0 0,1-1,1 0,-1 0,1 0,1 0,-1-1,1 0,1 0,-1-1,1 0,0-1,1 1,-1-1,1-1,5 3,-1-2,0-1,-1 0,1 0,1-1,-1-1,0 0,1-1,-1 0,1-1,0-1,-1 0,0-1,1 0,-1-1,0 0,0-1,0-1,-1 0,0-1,0 0,0-1,0 0,-1-1,-1 0,1-1,-1 0,-1-1,0 0,5-6,-10 9,0 0,-1 0,0-1,0 0,0 1,-1-1,0 0,-1 0,1-1,-2 1,1 0,-1 0,0 0,-1 0,0-1,0 1,-1 0,0 0,0 0,-1 1,0-1,-1 1,1-1,-1 1,-1 0,-4-5,1 0,0 1,-1 0,-1 0,0 1,-1 0,0 1,0 0,0 1,-1 0,-1 1,1 0,-1 1,-1 0,1 1,-3 0,8 3,0 0,0 1,0-1,0 1,0 1,0 0,0 0,0 0,0 1,0 1,0-1,0 1,0 0,1 1,-1 0,1 0,-1 1,1 0,0 0,1 0,-1 1,1 0,0 1,0-1,0 1,1 0,0 0,0 1,1 0,-1 0,2 0,-1 0,1 0,-2 5,4-4,-1-1,1 1,1-1,-1 1,2 0,-1 0,1-1,0 1,0-1,1 1,0-1,0 1,2 1,17 37</inkml:trace>
  <inkml:trace contextRef="#ctx0" brushRef="#br0" timeOffset="9150.596">3456 81,'407'13,"-276"-9,-131-4,1 0,0 1,0-1,0 1,0-1,-1 0,1 1,0-1,0 1,-1 0,1-1,0 1,-1 0,1-1,-1 1,1 0,-1 0,1-1,-1 1,1 0,-1 0,0 0,1 0,-1-1,0 1,0 0,0 0,0 0,0 0,0 0,0 0,0 0,0 0,0 0,0-1,0 1,-1 0,1 0,0 0,-1 0,1 0,-1-1,1 1,-1 0,1 0,-1-1,1 1,-1 0,0-1,1 1,-1-1,0 1,0-1,0 1,1-1,-1 1,0-1,0 0,0 1,0-1,0 0,-5 8,-5 11,2 0,0 1,1 0,1 1,1-1,1 1,1 0,0 1,2-1,1 1,0-1,2 1,0 2,-1-1,-15 565,-8 713,23-1281,-12 280,-17-148,29-151,-1 0,1 1,0-1,-1 0,1 1,-1-1,0 0,1 0,-1 1,0-1,0 0,1 0,-1 0,0 0,0 0,0 0,-1 0,1 0,0-1,0 1,0 0,-1-1,1 1,0 0,0-1,-1 0,1 1,-1-1,1 0,0 0,-1 0,1 0,-1 0,1 0,0 0,-1 0,1 0,0-1,-1 1,1-1,0 1,-1-1,-60-24,60 24,-118-60,113 56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18.6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108 91,'-69'354,"59"-292,3 0,2 0,3 0,3 1,2-1,3 0,7 23,-7-62,1-1,0-1,2 0,1 0,0 0,1-2,2 1,0-1,12 13,-20-28,0 0,1-1,-1 1,1-1,-1-1,1 1,0-1,0 0,0 0,0-1,1 0,-1 0,0 0,0-1,1 0,-1 0,0 0,4-2,7 2,83-2,-72-1</inkml:trace>
  <inkml:trace contextRef="#ctx0" brushRef="#br0" timeOffset="323.749">1 64,'16'-11,"16"-4,13 0,9 4,5 3,-1 5,-4 5,-8 3,-12 0</inkml:trace>
  <inkml:trace contextRef="#ctx0" brushRef="#br0" timeOffset="965.984">482 599,'-5'3,"0"0,1 1,0-1,0 1,0 0,0 0,1 1,0-1,0 1,0 0,0 0,1 0,-1 0,1 0,1 0,-1 0,1 1,0-1,0 1,0-1,1 1,0-1,0 5,0-4,0 1,0-1,1 0,0 1,0-1,1 0,0 0,0 0,0 0,0 0,1 0,0-1,1 1,-1-1,1 0,0 0,0 0,1 0,-1-1,1 0,0 0,0 0,0-1,1 1,-1-1,1 0,0-1,0 1,0-1,0-1,0 1,0-1,1 0,-1 0,0-1,1 1,-1-2,0 1,7-2,-3-1,0 0,0-1,0 0,-1-1,0 0,0-1,0 0,0 0,-1-1,0 0,-1 0,1-1,-1 0,-1 0,0-1,0 0,0 0,-1 0,-1-1,1 1,-2-1,1 0,-1 0,-1-1,0 1,0-1,-1 1,-1-1,0 1,0-1,-1 1,0-1,-1 1,0-1,0 1,-4-9,3 15,1-1,-1 0,0 1,0 0,-1 0,1 0,-1 0,0 0,0 1,0 0,-1 0,1 0,-1 0,1 1,-1-1,0 1,0 0,0 1,0-1,0 1,-1 0,1 1,0-1,-1 1,1 0,0 0,0 0,-1 1,1 0,0 0,0 0,0 1,0 0,0 0,0 0,0 0,0 1,1 0,0 0,-1 0,1 1,0-1,1 1,-1 0,0 0,1 0,0 0,-1 3,1-3,1 1,-1-1,1 1,0 0,0-1,1 1,-1 0,1 0,0 0,1 0,-1 0,1 0,0 0,0 0,0 1,1-1,0 0,0 0,0-1,1 1,0 0,11 23</inkml:trace>
  <inkml:trace contextRef="#ctx0" brushRef="#br0" timeOffset="1611.379">977 77,'87'-8,"1"3,18 5,-47 0,24 2,-83-2,1 0,-1 0,1 0,-1-1,1 1,-1 0,1 0,-1 0,1 0,-1 0,1 0,-1 0,1 0,-1 0,1 0,-1 0,1 0,-1 0,1 0,-1 1,1-1,-1 0,1 0,-1 1,1-1,-1 0,0 0,1 1,-1-1,1 1,-1-1,0 0,1 1,-1-1,0 1,0-1,1 1,-1-1,0 0,0 1,0-1,1 1,-1 0,0-1,0 1,0-1,0 1,0-1,0 1,0-1,0 1,0-1,-1 1,1-1,0 1,0-1,0 1,-1-1,-25 18,6-10,14-6,-1 0,1 1,0 0,-1 0,1 0,1 0,-1 1,0 0,1 1,0-1,0 1,-4 4,8-5,1-1,-1 1,1-1,0 1,0 0,0-1,0 1,0-1,1 1,0-1,0 1,0-1,0 1,0-1,1 0,-1 0,1 1,0-1,0 0,0 0,0-1,1 1,-1 0,9 14,0 5,-1 1,-1 0,0 0,-2 1,-1 0,-1 0,-1 1,-2 0,1 13,-14 228,2-156,9-100,-3 29,1-1,2 1,2 0,2 0,1 2,-4-36,0-4,0 0,-1 0,1 0,0 0,-1 1,1-1,-1 0,0 0,1 1,-1-1,0 0,0 1,0-1,0 0,0 1,0-1,0 0,-1 1,1-1,0 0,-1 0,1 1,-1-1,1 0,-1 0,1 0,-1 0,0 1,0-1,0 0,1 0,-1 0,0-1,0 1,0 0,-1 0,1 0,0-1,0 1,0-1,0 1,-1-1,1 1,0-1,-1 0,-140-13,116 10,5 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21.7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62 281,'-1'128,"-17"120,-23 121,39-349,2-1,1 1,0 0,2-1,3 17,-4-29,0-1,0 1,0-1,1 0,0 0,0 0,0 0,1-1,0 1,0-1,1 0,-1 0,1 0,0-1,0 1,1-1,-1-1,6 4,11 0,0 0,0-2,1 0,0-2,-1 0,1-1,0-2,0 0,0-2,0 0,8-3,42-4,-46 5</inkml:trace>
  <inkml:trace contextRef="#ctx0" brushRef="#br0" timeOffset="299.489">36 241,'18'-13,"17"-6,15 2,9 3,7 4,1 6,-5 6,-9 5,-15 6,-13 0</inkml:trace>
  <inkml:trace contextRef="#ctx0" brushRef="#br0" timeOffset="599.499">583 615,'12'21,"7"15,6 11,6 7,6 5,6 2,4 0,5-5,-1-6,-2-7,-7-9,-9-8,-11-11,-11-7</inkml:trace>
  <inkml:trace contextRef="#ctx0" brushRef="#br0" timeOffset="858.627">998 763,'-16'-5,"-10"4,-7 5,-7 10,-4 12,-3 9,2 9,1 4,7 0,4-6,8-10</inkml:trace>
  <inkml:trace contextRef="#ctx0" brushRef="#br0" timeOffset="1427.078">744 428,'-2'-2,"6"-1,11 0,17 1,17 0,15 1,11 1,4 0,-4 0,-16 0</inkml:trace>
  <inkml:trace contextRef="#ctx0" brushRef="#br0" timeOffset="2379.217">1386 1,'32'13,"0"-2,1-1,1-1,0-2,0-1,29 0,84 17,-145-23,0 0,0 1,0-1,0 0,0 1,0-1,0 1,0-1,0 1,0 0,-1 0,1 0,0 0,0 0,-1 1,1-1,-1 0,1 1,-1-1,1 1,-1 0,0-1,0 1,0 0,0 0,0-1,0 1,-1 0,1 0,0 0,-1 0,0 0,1 0,-1 0,0 1,0-1,0 0,0 0,-1 0,1 0,0 0,-1 0,0 0,1 0,-78 158,64-122,0 0,3 0,1 2,2-1,1 1,3 0,0 12,10 286,0-211,-6-117,4 46,-3-1,-2 1,-2-1,-3 0,-2 0,-4 6,11-59,1-1,0 0,0 1,0-1,0 0,0 0,0 0,-1 0,1 0,0 0,0 0,-1 0,1 0,-1 0,1-1,-1 1,1 0,-1 0,1 0,-1 0,0-1,0 1,1 0,-1-1,0 1,0 0,0-1,0 1,0-1,0 1,1-1,-1 0,0 1,0-1,0 0,0 0,-1 0,1 1,0-1,0 0,0-1,0 1,0 0,0 0,-109-65,9 28,94 35,8 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30.3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0,'2'0,"8"2,11 4,16-1,17 0,16-1,11 1,6 0,0-1,-9-1,-10-2,-15 0,-14-1,-11 0,-9 0,-6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32.1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162 18,'-16'-5,"-10"-1,-3 0,0 6,4 7,6 7,7 9,7 8,5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33.9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0 255,'14'0,"18"3,19 0,22 0,16 1,14 1,5-2,-4 3,-14-2,-21 0</inkml:trace>
  <inkml:trace contextRef="#ctx0" brushRef="#br0" timeOffset="261.406">121 509,'15'7,"22"4,21 1,20-2,20-3,13-4,7-6,-4-6,-20-2</inkml:trace>
  <inkml:trace contextRef="#ctx0" brushRef="#br0" timeOffset="531.252">775 1,'-85'3,"84"-3,0 0,1 0,-1 0,1 0,-1 0,1 1,-1-1,1 0,-1 0,1 0,-1 1,1-1,-1 0,1 0,-1 1,1-1,-1 0,1 1,0-1,-1 1,1-1,0 0,-1 1,1-1,0 1,0-1,-1 1,1-1,0 1,0-1,0 1,-1 0,1-1,0 1,0-1,0 1,0-1,0 1,0-1,0 1,1-1,-1 1,0 0,0-1,0 1,0-1,1 1,-1-1,0 1,1-1,-1 0,0 1,1 0,26 23,3-8,1-1,1-1,1-1,0-2,15 3,-20-6,79 22,-29-9,0 4,-2 3,19 12,-86-37,-1 1,1 1,-1-1,0 1,0 1,0 0,-1 0,0 0,0 1,-1 0,1 0,2 5,-8-9,0-1,0 1,0 0,-1-1,1 1,-1 0,1 0,-1-1,0 1,0 0,0 0,0 0,0 0,-1-1,0 1,1 0,-1-1,0 1,0 0,0-1,-1 1,1-1,-1 1,1-1,-1 0,0 0,-1 1,-60 52,12-24,-1-2,-53 21,-97 57,163-74,18-7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32.6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 1,'18'18,"12"18,9 13,7 11,4 5,3 4,1-3,-4-9,-10-13</inkml:trace>
  <inkml:trace contextRef="#ctx0" brushRef="#br0" timeOffset="281.599">328 68,'-19'15,"-14"16,-9 10,-6 10,-2 8,3 5,7-2,10-4,11-12</inkml:trace>
  <inkml:trace contextRef="#ctx0" brushRef="#br0" timeOffset="282.599">755 188,'18'0,"18"0,13-2,13-1,4 0,-1 1,-11 0,-13 1</inkml:trace>
  <inkml:trace contextRef="#ctx0" brushRef="#br0" timeOffset="537.425">795 428,'21'10,"20"4,19 0,17-1,12-5,4-2,0-5,-15-2</inkml:trace>
  <inkml:trace contextRef="#ctx0" brushRef="#br0" timeOffset="804.323">1637 308,'-3'18,"1"0,1-1,1 1,0 0,1 0,1 0,1 5,-2-18,1 0,-1 1,1-1,0 0,1 0,-1 0,1 0,0 0,0-1,0 1,1-1,-1 0,1 0,0 0,0-1,1 1,-1-1,1 0,0 0,0 0,0-1,0 0,0 0,0 0,2 0,0 0,0-1,0 0,-1 0,1-1,0 1,0-1,0-1,0 1,0-1,0-1,0 1,0-1,-1 0,1-1,-1 0,1 0,-1 0,0-1,0 1,-1-1,1-1,-1 1,0-1,0 0,0 0,2-5,-1 3,0-2,-1 1,0-1,-1 1,1-1,-2 0,1-1,-1 1,-1-1,0 1,0-1,-1 0,0 0,-1 1,0-1,0 0,-1 0,-2-7,2 9,-1 1,0 0,0-1,-1 1,0 0,0 0,-1 1,1-1,-1 1,-1 0,0 0,1 0,-2 0,1 1,-1 0,1 0,-1 0,-1 1,1 0,-1 0,1 1,-1 0,0 0,0 0,-1 1,1 0,0 0,-1 1,1 0,-1 0,0 1,1 0,-1 1,1-1,-1 1,1 1,-2 0,1 0,1 2,-1-1,1 1,-1 0,1 1,0-1,1 1,-1 1,1-1,0 1,0 0,1 1,0-1,0 1,0 0,1 1,0-1,1 1,0-1,0 1,0 0,0 4,-6 29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31.8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248 74,'-7'-4,"1"1,-1 0,0 0,0 1,-1 0,1 0,0 1,-1-1,1 2,-1-1,1 1,-1 0,1 1,-1-1,1 1,0 1,-1 0,1 0,0 0,0 1,0 0,0 0,1 1,-1 0,1 0,0 0,0 1,0 0,1 0,0 1,0-1,0 1,-3 5,6-7,0-1,0 1,0 0,1 0,-1 0,1 0,0 0,0 0,0 0,0 1,1-1,0 0,0 0,0 1,0-1,1 0,0 0,0 0,0 0,0 1,0-1,1-1,0 1,0 0,0 0,0-1,1 1,-1-1,1 0,0 1,0-1,0 0,2 1,7 2,0-1,1 0,0 0,0-1,0-1,0 0,1-1,-1-1,1 0,0 0,-1-2,1 1,-1-2,1 0,-1 0,0-2,0 1,0-2,0 0,9-2,-1-1,0-1,0-2,-1 0,0 0,14-13,-34 23,1 0,-1 0,1 0,-1 1,1-1,-1 0,1 0,0 1,-1-1,1 0,0 1,-1-1,1 1,0-1,0 1,0-1,-1 1,1-1,0 1,0 0,0 0,0-1,0 1,0 0,0 0,0 0,0 0,0 0,0 0,-1 0,1 0,0 0,0 1,0-1,0 0,0 1,0-1,0 0,-1 1,1-1,0 1,0 0,-1-1,1 1,0-1,-1 1,1 0,0 0,-1-1,1 1,-1 0,1 0,-1 0,0 0,1-1,-1 2,2 3,0 0,1-1,-1 1,1-1,0 1,0-1,1 0,-1 0,1-1,0 1,0-1,0 1,0-1,1-1,-1 1,1 0,0-1,-1 0,1 0,0-1,0 1,0-1,1 0,-1-1,0 1,0-1,1 0,-1 0,0 0,2-1,0 0,1-1,-1 1,0-1,0 0,0-1,-1 1,1-1,-1-1,1 1,-1-1,0 0,0-1,-1 1,1-1,-1 0,0-1,0 1,-1-1,0 0,0 0,3-6,-4 5,-1 0,1 0,-1 0,0 0,-1-1,0 1,0-1,-1 1,1-1,-2 1,1-1,-1 1,-2-8,3 12,-1-1,-1 0,1 1,0-1,-1 1,0 0,0-1,0 1,0 0,0 0,0 0,-1 1,0-1,1 0,-1 1,0 0,0 0,-1 0,1 0,0 0,-1 0,1 1,-1 0,1 0,-1 0,1 0,-1 0,-2 0,-3 2,1-1,-1 1,1 0,-1 1,1 0,0 0,0 1,0 0,0 0,0 1,0 0,1 0,0 1,0 0,0 0,1 1,-1 0,1 0,1 0,-1 1,1 0,0 0,1 0,-1 1,1-1,1 1,0 0,0 0,0 0,1 1,0-1,1 4,0-8,1 0,0-1,0 1,1 0,-1 0,1 0,0 0,0 0,0 0,1-1,-1 1,1-1,0 1,0-1,0 1,0-1,1 0,-1 0,1 0,0 0,0-1,0 1,0-1,0 0,1 0,-1 0,1 0,-1 0,1-1,0 1,-1-1,1 0,0 0,0-1,31 8</inkml:trace>
  <inkml:trace contextRef="#ctx0" brushRef="#br0" timeOffset="535.858">769 168,'16'11,"12"9,13 5,12 1,14 0,-4-4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30.8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259 507,'-8'-3,"-1"1,1 0,0 0,-1 0,1 1,-1 1,0 0,1 0,-1 0,1 1,-1 0,1 1,-1 0,1 0,0 1,0 0,0 1,0-1,1 1,-1 1,1 0,0 0,0 0,1 1,0 0,0 0,0 0,1 1,-1 0,3-4,0 1,1-1,-1 1,1 0,-1 0,1 0,0 0,1 0,-1 0,1 0,0 1,0-1,0 1,0-1,1 1,0-1,0 1,0-1,0 1,1-1,0 1,0-1,0 0,0 1,1-1,-1 0,1 0,0 0,1 0,-1 0,1 0,-1-1,1 1,0-1,1 0,-1 0,0 0,4 2,-3-3,1-1,0 0,0 0,-1 0,1-1,0 1,0-1,0 0,0 0,0-1,-1 0,1 0,0 0,0 0,-1-1,1 0,-1 1,1-2,-1 1,0-1,3-1,4-4,0-1,-1 1,0-2,0 1,-1-1,0-1,1-3,5-13,-1-1,-2-1,-1 0,-1-1,-2 0,0 0,-2-1,-2 0,-1 0,-1 0,-1 0,-2-1,-2 1,-2-11,-21-109,27 150,-1 0,0 1,0-1,1 0,-1 0,0 0,0 0,0 0,0 1,0-1,0 0,0 0,-1 0,1 0,0 1,0-1,-1 0,1 0,0 0,-1 1,1-1,-1 0,1 1,-1-1,1 0,-1 1,1-1,-1 1,0-1,1 1,-1-1,0 1,0-1,1 1,-1 0,0-1,0 1,0 0,1 0,-1-1,0 1,0 0,0 0,0 0,0 0,1 0,-1 0,0 0,0 1,0-1,0 0,1 0,-1 1,0-1,0 0,1 1,-1-1,0 1,0-1,1 1,-1-1,1 1,-2 0,-4 14,0 0,1 0,0 1,1-1,1 1,1 0,-1 11,1-14,-2 14,0-1,1 0,2 1,1 0,1-1,1 1,1-1,1 0,2 1,1-2,0 1,2-1,1 0,1-1,1-1,10 15,15 5</inkml:trace>
  <inkml:trace contextRef="#ctx0" brushRef="#br0" timeOffset="411.767">807 600,'-12'-8,"0"0,-1 1,0 1,0 0,0 1,0 0,-1 1,-14-2,21 4,1 1,-1 0,0 1,0 0,0 0,0 0,0 1,0 0,1 0,-1 1,0-1,1 2,-1-1,1 1,0 0,-1 0,1 1,1-1,-2 2,4-3,1 1,-1-1,1 0,0 1,0-1,0 1,0 0,0 0,0 0,1 0,-1 0,1 0,0 0,0 0,0 0,1 1,-1-1,1 0,0 1,-1-1,1 0,1 1,-1-1,1 0,-1 1,1-1,0 0,0 0,0 1,0-1,1 0,0 0,-1 0,1-1,0 1,0 0,0-1,1 1,-1-1,1 0,-1 0,1 0,0 0,0 0,0 0,0-1,0 0,0 1,0-1,1 0,2 1,1 1,0-1,0-1,0 1,0-1,-1-1,2 1,-1-1,0 0,0-1,0 1,-1-1,1-1,0 0,0 1,0-2,-1 1,1-1,-1 0,0-1,0 1,0-1,0 0,-1-1,0 1,0-1,0 0,0-1,-1 1,0-1,0 0,0 0,-1 0,0 0,2-4,19-88,-24 98,0 0,0 1,0-1,0 0,-1 0,1 0,0 0,0 0,0 0,-1 0,1 0,0 0,0 0,0 0,0 0,-1 0,1 0,0 0,0 0,0 0,-1 0,1 0,0 0,0 0,0 0,0 0,-1 0,1 0,0-1,0 1,0 0,0 0,-1 0,1 0,0 0,0-1,0 1,0 0,0 0,0 0,0 0,-1-1,1 1,0 0,0 0,0 0,0 0,0-1,0 1,0 0,0 0,0 0,0-1,0 1,0 0,0 0,0 0,0-1,1 1,-12 15,8-11,0 0,1 1,0-1,-1 0,1 1,1 0,-1-1,1 1,0 0,0 0,0 0,1-1,-1 1,1 0,1 0,-1 0,0 0,1 0,0 0,1 0,-1-1,1 1,-1 0,1-1,1 0,-1 1,1-1,-1 0,1 0,1 0,4 2,-1-1,1-1,0 0,0 0,1 0,-1-1,1 0,0-1,6 1,37 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42.8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62 83,'-7'8,"0"0,1 1,1 0,-1 1,1-1,1 1,0 0,0 0,1 0,0 1,1-1,0 1,0 0,1-1,1 1,0 0,0 0,1-1,1 1,0 0,0-1,1 1,0-1,1 0,0 0,1 0,0-1,0 1,1-1,0 0,1-1,0 0,0 0,0 0,1-1,1 0,-1 0,1-1,0 0,1-1,-1 0,1-1,7 3,-10-5,-1-1,1 1,0-1,-1-1,1 0,0 0,0 0,-1-1,1 1,0-2,-1 1,1-1,-1 0,1 0,-1-1,0 0,0 0,0 0,0-1,-1 0,1 0,-1 0,0-1,-1 0,1 1,-1-2,0 1,0-1,0 1,2-5,1-7,-1 1,0-1,-1 1,0-2,-2 1,0 0,-1-1,0 1,-2-1,0 0,-1 1,0-1,-2 1,0-1,-5-13,6 25,1 0,-1 0,-1 0,1 1,-1 0,0-1,0 1,0 0,-1 0,0 0,0 1,0-1,0 1,-1 0,0 0,0 1,0 0,0-1,0 1,-1 1,1-1,-1 1,0 0,1 1,-1-1,0 1,0 0,0 0,0 1,0 0,-1 0,-2 1,-3 3,0 0,1 1,0 0,0 1,0 0,1 0,-1 2,2-1,-1 1,1 0,0 1,1 0,0 1,1 0,0 0,0 0,1 1,0 0,-4 11,-15 36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42.2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30,'18'-7,"16"-2,12 0,11 4,4 6,1 4,-3 6,-12 1</inkml:trace>
  <inkml:trace contextRef="#ctx0" brushRef="#br0" timeOffset="171.152">81 217,'14'11,"17"6,20 5,20 1,15 1,8-4,-14-5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40.8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466 295,'-25'-9,"-1"2,-1 0,1 2,-1 1,0 1,-24 0,41 4,0-1,0 1,0 1,1 0,-1 0,0 1,1 0,0 0,0 1,0 1,0-1,0 1,1 1,0 0,0 0,1 0,0 1,0 0,0 1,0 1,-3 4,1 1,1 0,0 1,1 0,1 0,0 0,1 1,1 0,0 0,1 0,1 1,0-1,1 1,1-1,1 1,0-1,1 0,1 1,1-1,0 0,1 0,0-1,1 0,1 0,1 0,8 12,-12-21,0-1,1-1,0 1,0-1,0 1,0-2,1 1,-1 0,1-1,0 0,0 0,0-1,1 0,-1 0,0 0,1-1,-1 0,1 0,0-1,-1 0,1 0,-1 0,1-1,0 0,-1 0,1-1,-1 1,0-1,0-1,0 1,0-1,3-2,9-8,0-1,-1-1,-1 0,0-1,-2-1,1 0,-2-1,-1 0,0-1,-1 0,-1-1,-1-1,0 1,-2-1,-1-1,0 1,1-17,0 6,0 0,-3-1,-1 0,-1-23,-1 43,-2 0,0 0,-1 1,0-1,-1 0,0 1,-1-1,0 1,-1 0,0 0,-1 1,-1 0,-2-4,7 11,-1 1,0-1,0 0,0 1,-1-1,1 1,-1 0,0 0,0 1,0-1,0 1,0 0,0 0,-1 0,1 1,-1-1,1 1,-1 0,0 0,1 1,-1-1,0 1,0 0,1 1,-1-1,0 1,1 0,-1 0,0 0,1 1,-1-1,1 1,0 0,0 0,0 1,-2 0,-2 7,0-1,0 1,1 1,0-1,1 1,0 1,0-1,2 1,-1 0,1 0,1 0,0 0,1 1,1-1,-1 1,2-1,0 1,0 0,2-1,-1 1,1-1,4 13,12 44,4-1,2-1,3 0,2-2,15 18,9 25,4 7,-56-113,0 0,1 1,0-1,-1 0,1 0,0-1,0 1,0 0,0-1,1 1,-1-1,0 1,1-1,-1 0,1 0,-1 0,1 0,-1-1,1 1,0-1,-1 0,1 1,1-1,14-2</inkml:trace>
  <inkml:trace contextRef="#ctx0" brushRef="#br0" timeOffset="294.868">708 923,'-1'8,"1"-1,0 1,0-1,1 1,0-1,1 0,-1 0,1 1,1-1,-1 0,1-1,1 1,-1 0,1-1,0 0,0 0,1 0,0 0,0-1,0 0,1 0,0 0,1 1,1 0,0-1,0 0,1-1,-1 0,1 0,0-1,0 0,0 0,0-1,1-1,-1 1,0-1,1-1,-1 0,8-1,-14 0,0 0,0 0,1-1,-1 1,0-1,0 0,-1 0,1 0,0 0,-1 0,1-1,-1 1,0-1,0 1,0-1,0 0,0 0,0 0,-1 0,0 0,1 0,-1-1,0 1,-1 0,1-1,0-1,0-4,0 0,0 0,-1-1,0 1,-1 0,1 0,-2-1,0 1,-1-3,3 8,-1-1,-1 1,1 0,-1 0,1 0,-1 0,0 0,0 0,-1 1,1-1,-1 1,0-1,0 1,0 0,0 0,-1 1,1-1,-1 1,1-1,-1 1,0 0,0 0,0 1,0-1,0 1,-1 0,1 0,0 0,-1 1,1-1,0 1,-1 0,1 1,0-1,-1 1,1-1,0 1,0 1,0-1,-1 1,1-1,-2 2,-31 37,26-21</inkml:trace>
  <inkml:trace contextRef="#ctx0" brushRef="#br0" timeOffset="565.3">814 189,'11'-5,"16"1,16 4,15 3,9 4,1 1,-5-1,-11-2,-16-2</inkml:trace>
  <inkml:trace contextRef="#ctx0" brushRef="#br0" timeOffset="736.491">1082 1,'-5'16,"-1"16,0 15,6 13,5 11,4 11,0 4,-1-12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39.6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534 322,'-15'-5,"-1"1,1 1,-1 1,0 0,1 1,-1 1,0 0,0 1,0 1,1 1,-1 0,1 1,0 0,0 1,0 1,0 0,1 1,0 1,1 0,-1 1,-4 4,1 0,0 1,1 1,0 0,1 1,1 1,0 0,1 1,2 1,-1 0,2 0,1 1,0 0,0 4,7-18,-1 0,1 0,0 0,0 0,1 1,0-1,0 0,0 1,1-1,0 1,0-1,0 1,1-1,0 1,1-1,-1 0,1 0,0 0,1 0,0 0,0 0,0 0,0-1,1 1,0-1,0 0,0 0,1-1,0 1,0-1,0 0,1 0,7 0,1-1,-1-1,1 0,0 0,0-2,-1 1,1-2,0 0,0-1,-1 0,1-1,-1 0,0-1,0-1,0 0,0-1,-1 0,5-3,14-7,-1-2,0 0,-1-2,-1-1,-1-1,-1-1,0-2,-2-1,-2 0,0-2,-2 0,0-2,-3 0,0-1,-2 0,-1-2,3-13,-13 38,-1 0,0 1,-1-1,0 0,0-1,0 1,-1 0,-1 0,1-1,-1 1,-1 0,1-1,-1 1,-1 0,0 0,0-1,0 2,-1-1,0 0,-1 0,0 1,0 0,-1 0,1 0,-1 0,-1 1,-4-5,1 7,-1 0,0 0,-1 0,1 2,-1-1,1 1,-1 1,0 0,1 0,-1 1,0 0,0 1,1 1,-1-1,0 2,1-1,0 1,0 1,0 0,0 1,0-1,1 2,0-1,0 2,0-1,1 1,0 0,0 1,1 0,0 0,0 0,1 1,-2 4,1-1,1 0,1 0,0 1,0 0,1 0,1 1,0-1,1 1,1-1,0 1,1 0,0 0,1-1,0 1,1 0,1-1,0 0,2 3,11 33,3 0,1-2,3 0,6 7,-14-27,1 0,-1 0,-1 1,-2 0,-1 1,-1 0,-1 1,-1 0,-2 0,-1 1,-2 0,0 26,-8-15</inkml:trace>
  <inkml:trace contextRef="#ctx0" brushRef="#br0" timeOffset="267.955">854 1056,'5'-13,"1"-12,2-11,2-3,1 0,2 5,-2 12,-3 19,-3 19,-4 19,-4 14,-3 8,1 2,0-6,2-6,4-12,0-12</inkml:trace>
  <inkml:trace contextRef="#ctx0" brushRef="#br0" timeOffset="502.292">761 121,'25'-3,"22"3,16 0,12 2,4 5,-3-1,-6 2,-14 0,-14-3,-14-1</inkml:trace>
  <inkml:trace contextRef="#ctx0" brushRef="#br0" timeOffset="696.604">1082 0,'-3'16,"0"15,3 15,0 13,2 11,-1 9,0 7,-2 1,-2-16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37.7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1 683,'2'24,"1"1,2-1,0 0,2 0,0-1,2 0,0 0,2-1,0 0,2-1,9 12,-21-30,1 0,0 0,0 0,0 0,0-1,0 1,0-1,1 0,-1 1,1-1,0 0,0 0,0-1,0 1,0-1,0 1,0-1,0 0,0 0,1 0,-1-1,0 1,1-1,-1 0,1 1,-1-2,0 1,1 0,-1-1,0 1,1-1,-1 0,0 0,0-1,0 1,0-1,0 1,0-1,0 0,0 0,-1 0,1 0,-1-1,2-1,6-12,-2-1,0-1,-1 1,-1-1,0 0,-2-1,0 1,1-11,-1 5,0 8,-2 0,1 0,1 0,1 1,0 0,1-1,6-9,-2 11</inkml:trace>
  <inkml:trace contextRef="#ctx0" brushRef="#br0" timeOffset="264.284">496 669,'4'16,"2"10,2 4,0 5,-2 3,-2 2,-1 1,-2-2,0-6,-1-5,0-9</inkml:trace>
  <inkml:trace contextRef="#ctx0" brushRef="#br0" timeOffset="538.708">442 456,'7'2,"9"3,2 1</inkml:trace>
  <inkml:trace contextRef="#ctx0" brushRef="#br0" timeOffset="832.819">763 576,'2'13,"1"12,3 8,1 8,1 3,-2 2,1-1,-1-3,-2-4,-1-7,1-8,0-8</inkml:trace>
  <inkml:trace contextRef="#ctx0" brushRef="#br0" timeOffset="833.819">763 308,'7'-7,"11"0,3 2</inkml:trace>
  <inkml:trace contextRef="#ctx0" brushRef="#br0" timeOffset="1087.297">1151 1,'2'13,"3"17,3 16,3 14,1 13,-1 10,-2 8,-4 6,-1-1,-3-5,0-6,-1-12,-1-11,3-11,1-12,1-13,2-13,-2-9</inkml:trace>
  <inkml:trace contextRef="#ctx0" brushRef="#br0" timeOffset="1343.511">1017 562,'7'-12,"18"0,23 1,24 4,17 7,15 2,-10 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36.0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1056,'64'-256,"-63"251,0 0,0-1,1 0,-1 1,1 0,1-1,-1 1,1 0,0 0,0 0,0 0,4-3,-5 7,0 1,1 0,-1-1,1 1,-1 0,1 0,-1 0,0 0,1 1,-1-1,1 1,-1-1,0 1,1 0,-1 0,0 0,0 0,0 0,1 1,-1-1,-1 1,1-1,0 1,0 0,0-1,-1 1,1 0,-1 0,0 0,0 1,1-1,-1 2,0-4,12 16,0 1,-1 0,-1 0,-1 1,0 0,-1 1,-1 0,-1 1,-1 0,-1 0,1 7,-5-24,-1 0,1 1,-1-1,0 0,0 1,0-1,-1 0,1 0,-1 1,0-1,0 0,0 0,0 0,0 1,-1-2,1 1,-1 0,0 0,0 0,0-1,0 1,0-1,-1 1,1-1,-1 0,0 0,1 0,-1-1,0 1,0-1,0 1,0-1,-1 0,1 0,0 0,0-1,-1 1,1-1,-2 0,3 0,1 0,0-1,0 1,0-1,0 1,0-1,0 1,0-1,0 0,0 0,0 1,1-1,-1 0,0 0,0 0,1 0,-1 0,0 0,1 0,-1 0,1 0,0 0,-1 0,1-1,0 1,0 0,-1 0,1 0,0 0,0-1,0 1,0 0,1 0,-1 0,0 0,0 0,1-1,13-46,-14 47,104-206,-40 91,-39 64,-1 0,-3-2,-2 0,-3-1,-2-1,-2 0,-3-1,-1-10,-7 57,0 0,0 1,0-1,-2 0,1 0,-1 0,0 0,-1 0,0 1,-1-1,0 1,-1-1,1 1,-2 0,1 1,-2-1,6 8,-1 0,0 0,1 0,-1 1,0-1,0 0,1 1,-1-1,0 0,0 1,0-1,0 1,0 0,0-1,0 1,0 0,0-1,0 1,0 0,0 0,0 0,0 0,0 0,0 0,0 0,0 0,0 1,0-1,0 0,0 1,0-1,0 0,0 1,0-1,0 1,1 0,-1-1,0 1,0 0,0-1,1 1,-1 0,0 0,1 0,-1 0,-21 47,16-10,2 1,2-1,1 1,2 0,1 0,3-1,1 1,6 18,-12-54,14 79,2 0,4-1,4-1,3-1,12 17,-36-90,-1 1,1 0,0 0,0 0,1 0,0-1,0 1,1-1,0 0,0-1,0 1,1-1,-1 0,1 0,1 0,-1-1,1 0,7-2</inkml:trace>
  <inkml:trace contextRef="#ctx0" brushRef="#br0" timeOffset="284.169">268 428,'16'2,"21"4,27 2,28 2,22 2,16 3,3 5,-7 2,-25-2</inkml:trace>
  <inkml:trace contextRef="#ctx0" brushRef="#br0" timeOffset="951.663">1136 669,'-11'1,"0"1,0 1,0 0,1 1,-1 0,1 0,0 1,0 1,0-1,1 1,0 1,0 0,0 0,1 1,1 0,-1 1,1-1,0 1,1 1,0-1,1 1,0 0,0 0,-2 8,7-15,-1 0,1 0,0 0,0 0,0 0,0-1,0 1,0 0,1 0,0 0,-1 0,1-1,0 1,0 0,1 0,-1-1,1 1,-1-1,1 0,0 1,-1-1,1 0,1 0,-1 0,0 0,0 0,1-1,-1 1,1-1,-1 1,1-1,0 0,-1 0,1 0,0-1,0 1,0 0,0-1,-1 0,1 0,0 0,0 0,0 0,1-1,4 0,-1-1,0 1,0-1,0-1,0 0,-1 0,1 0,-1 0,0-1,0 0,0-1,0 1,-1-1,1 0,-1-1,0 1,-1-1,0 0,0 0,1-3,4-6,0-1,-2-1,0 0,0 0,-2 0,0-1,1-11,-8 41,1 0,0 0,1 0,1-1,0 1,0 0,1 0,1-1,0 1,0-1,1 0,1 0,0 0,0 0,1-1,0 0,1 0,0-1,1 0,0 0,2 1,-8-8,0 0,0-1,0 0,0 1,0-1,1 0,-1 0,0 0,1 0,-1-1,1 1,-1 0,0-1,1 0,-1 0,1 0,-1 0,1 0,-1 0,1-1,-1 1,1-1,-1 1,1-1,-1 0,0 0,0 0,1 0,-1-1,0 1,0-1,0 1,0-1,-1 0,1 1,0-2,3-3,0-1,0 0,-1 0,0 0,0 0,-1-1,0 1,0-1,-1 0,1-6,23-247,-26 259,0 0,0 0,-1 0,1 0,1 0,-1 0,0 0,0 0,1 0,-1 0,1 0,0 0,-1 0,1 0,0 0,0 0,0 0,1 1,-1-1,0 1,1-1,-1 1,1-1,-1 1,1 0,-1-1,1 1,0 0,0 0,0 0,0 1,0-1,0 0,0 1,0-1,0 1,0 0,11 4,-1 1,1 0,-1 1,0 1,0 0,0 0,-1 1,-1 1,1 0,4 5,-13-12,5 4,-1 0,1 1,-1-1,-1 1,1 1,-1-1,0 1,-1 0,0 0,0 0,-1 1,0-1,0 1,-1 0,0 0,-1 0,0 0,0 0,-1 0,0 0,0 25,-2-27,1 0,0 0,1 0,0 1,0-1,0 0,1 0,0 1,0-1,1 0,0 0,0 0,1 0,0-1,0 1,0-1,1 1,0-1,0 0,1-1,-1 1,1-1,1 0,-1 0,1 0,0 0,4-1,-1-1,1 1,0-2,-1 1,1-1,1-1,-1 1,0-2,0 0,0 0,0-1,0 0,0 0,0-1,0-1,0 1,0-2,-1 1,0-2,1 1,-2-1,1 0,0-1,-1 0,0 0,-1-1,1 0,-1 0,-1-1,1 0,-1 0,-1-1,1 1,-1-1,-1 0,0-1,0 1,-1-1,0 0,-1 1,2-10,-4 16,0 0,0 0,0 0,-1-1,1 1,-1 0,0 0,0 0,0 0,0 0,0 0,-1 1,1-1,-1 0,1 1,-1-1,0 1,0-1,-1 1,1 0,0 0,-1 0,1 0,-1 0,0 1,1-1,-1 1,0 0,0-1,0 2,0-1,0 0,0 0,0 1,-1 0,1-1,0 1,0 0,0 1,0-1,0 1,0-1,0 1,-3 1,1-1,1 1,0 0,-1 0,1 0,0 0,0 1,0 0,0 0,0 0,1 0,-1 1,1-1,0 1,0 0,0 0,1 0,-1 0,1 0,0 1,0-1,1 1,-1-1,1 1,0 0,0-1,1 1,-1 0,1 0,0 0,0-1,1 1,-1 0,1 0,0 0,1-1,-1 1,1 0,3 4,0 0,0-1,1 0,0 0,1 0,0-1,0 1,0-2,1 1,0-1,1-1,-1 1,1-1,0-1,8 4,11 3,0-1,0-2,1 0,21 2,25 1</inkml:trace>
  <inkml:trace contextRef="#ctx0" brushRef="#br0" timeOffset="1266.523">2580 935,'-1'-9,"-1"0,0 0,-1 0,0 1,0-1,-1 1,0-1,-1 1,1 0,-2 1,1-1,-1 1,0 0,0 0,-1 1,0 0,0 0,-1 1,1 0,-1 0,-1 0,1 1,0 1,-1-1,0 1,0 1,0 0,0 0,0 1,5 1,-1 1,1-1,0 1,-1 0,1 1,0-1,0 1,0 0,0 0,1 0,-1 1,0-1,1 1,0 0,-1 0,1 0,0 0,1 0,-1 1,0-1,1 1,0 0,0 0,0 0,1 0,-1 0,1 0,0 0,0 1,0-1,0 0,1 1,0-1,0 0,0 1,1-1,-1 0,1 1,0-1,0 0,1 0,-1 1,1-1,0 0,0-1,0 1,0 0,1-1,0 1,-1-1,3 2,2 1,0 0,0-1,1 0,-1-1,1 0,0 0,0 0,0-1,1-1,-1 1,1-1,0 0,-1-1,1 0,0-1,0 0,0 0,0-1,-1 0,1 0,0-1,-1 0,1-1,-1 0,0 0,1-1,-2 0,1 0,0-1,-1 0,0 0,0-1,0 0,-1 0,0 0,0-1,-1 0,0 0,0 0,0-1,-1 0,0 0,0-3,-3 8,0 1,0-1,-1 1,1-1,-1 1,0-1,0 0,0 1,0-1,0 1,0-1,-1 1,1-1,-1 0,0 1,0 0,0-1,0 1,0-1,0 1,-1 0,1 0,-1 0,1 0,-1 0,0 0,0 0,-1-1,2 3,0 0,0 0,1 0,-1 0,0 0,0 0,0 0,0 0,1 0,-1 0,0 0,0 0,0 1,1-1,-1 0,0 0,0 1,1-1,-1 1,0-1,1 1,-1-1,0 1,1-1,-1 1,1-1,-1 1,1 0,-1-1,1 1,0 0,-1-1,1 1,0 0,-1 0,1 0,0-1,0 1,0 0,0 0,-1 0,1-1,0 1,1 0,-1 0,0 0,0-1,0 1,0 0,1 0,1 6,0-1,1 1,0-1,0 0,1 0,0-1,0 1,0-1,0 1,1-1,0-1,0 1,0-1,1 0,0 0,-1 0,7 2,-5-1,51 33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44.7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1 316,'9'-23,"2"1,0 0,1 1,1 0,1 1,1 1,1 0,1 1,7-6,13-17,18-25,-55 66,0 1,0-1,0 0,0 0,0 0,0 1,0-1,0 0,0 0,0 0,0 1,0-1,0 0,0 0,0 1,0-1,0 0,0 0,0 0,0 1,0-1,0 0,0 0,1 0,-1 1,0-1,0 0,0 0,0 0,0 0,1 1,-1-1,0 0,0 0,0 0,0 0,1 0,-1 0,0 0,0 0,0 1,1-1,-1 0,0 0,0 0,1 0,-1 0,0 0,0 0,0 0,1 0,-1 0,0 0,0-1,0 1,1 0,-1 0,0 0,0 0,0 0,1 0,-1 0,0 0,-4 22,4-21,-29 157,-3 85,12-127,19-114,0-1,0 1,0-1,0 1,0-1,0 1,0-1,0 0,0 0,-1 1,1-1,0 0,-1 0,1 0,-1 0,1-1,-1 1,0 0,1-1,-1 1,0-1,0 1,1-1,-1 0,0 0,0 0,1 0,-1 0,0 0,0 0,1 0,-1-1,0 1,1-1,-1 1,0-1,1 0,-1 0,1 0,-1 0,1 0,-1 0,1 0,0 0,-1 0,1-1,0 1,0 0,1 1,0 0,-1 0,1 0,-1 0,1 0,0-1,-1 1,1 0,0 0,-1 0,1-1,0 1,-1 0,1-1,0 1,0 0,0-1,-1 1,1 0,0-1,0 1,0 0,-1-1,1 1,0 0,0-1,0 1,0-1,0 1,0 0,0-1,0 1,0-1,0 1,0 0,0-1,0 1,1-1,-1 1,0 0,0-1,0 1,0 0,1-1,-1 1,0 0,0-1,1 1,-1 0,0 0,0-1,1 1,-1 0,0 0,1-1,-1 1,1 0,-1 0,0 0,1 0,-1 0,0-1,1 1,-1 0,1 0,-1 0,32-5,267 11,-175 3,-122-4,-25 0,2-1,34 2,-2-5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46.9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1,'20'2,"21"1,19 0,20-1,17-3,12-1,6 0,-3 0,-21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49.7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54 267,'29'-40,"-3"-1,-1-1,-3-1,-1-1,3-13,-49 186,-14 134,19-188,7-47</inkml:trace>
  <inkml:trace contextRef="#ctx0" brushRef="#br0" timeOffset="274.955">1 533,'18'3,"15"0,14 0,7 0,4-2,-3 0,-7 0,-11-1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49.1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48 1,'14'20,"11"17,8 10,8 6,3 4,4-1,2-6,2-6,-1-9,-6-8,-12-9</inkml:trace>
  <inkml:trace contextRef="#ctx0" brushRef="#br0" timeOffset="1">436 28,'-14'9,"-13"12,-14 14,-13 15,-12 10,-3 6,6 3,13-5,17-10,15-13</inkml:trace>
  <inkml:trace contextRef="#ctx0" brushRef="#br0" timeOffset="181.293">717 202,'16'0,"16"0,19 0,14 0,11 0,0 0,-5 0,-16 0</inkml:trace>
  <inkml:trace contextRef="#ctx0" brushRef="#br0" timeOffset="361.09">863 376,'23'4,"21"2,17 0,13-2,9-3,-11-2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47.4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319 426,'-20'1,"0"1,0 1,0 1,0 0,1 2,0 0,0 1,1 1,0 1,0 1,1 0,-13 10,25-17,0 1,-1 0,2 0,-1 0,0 1,1 0,0 0,0 0,0 0,0 0,1 1,0-1,-2 6,5-10,0 1,1-1,-1 0,0 0,1 0,-1 0,1 0,-1 0,1 0,-1 0,1 0,0 0,0 0,-1 0,1-1,0 1,0 0,0 0,0-1,0 1,0-1,0 1,0-1,0 1,0-1,0 1,0-1,0 0,0 0,0 0,0 1,1-1,-1 0,0 0,0-1,0 1,0 0,0 0,1 0,-1-1,0 1,0-1,0 1,0-1,0 1,0-1,0 0,0 1,15-6,-1 0,1-1,-1-1,0 0,-1-1,0 0,-1-2,0 1,0-1,-1-1,0 0,-2-1,1 0,-1-1,-1 0,0-1,5-13,-8 15,-1-1,0 0,-1 0,0 0,-1-1,-1 1,0-1,-1 0,-1 0,0 0,-1 1,0-1,-1 0,-1 1,-1-1,0 1,0 0,-2 0,0 1,0-1,-1 1,-3-3,9 14,0 0,0 0,0 0,0 0,0 1,0-1,0 0,0 1,-1-1,1 1,-1 0,1-1,-1 1,0 0,1 0,-1 0,0 0,0 0,1 0,-1 0,0 1,0-1,0 1,0-1,0 1,0 0,0 0,0 0,0 0,0 0,0 0,0 1,0-1,0 1,-2 0,1 3,-1 0,1 0,-1 1,1-1,1 1,-1 0,1 0,0 0,0 0,0 1,0-1,1 2,-9 30,1 0,2 1,2 0,2 0,1 1,2 12,0-37,1-1,0 1,1-1,1 0,0 0,0 0,2 0,-1 0,2-1,0 0,0 0,1 0,4 5,22 20</inkml:trace>
  <inkml:trace contextRef="#ctx0" brushRef="#br0" timeOffset="389.765">706 453,'-5'-5,"-1"0,1 1,-1-1,1 1,-1 1,-1-1,1 1,0 0,-1 0,0 1,1 0,-1 0,0 1,0-1,0 2,0-1,0 1,-1 0,1 0,0 1,0 0,0 0,0 1,1 0,-1 0,0 0,1 1,-1 0,1 0,0 1,0 0,0 0,1 0,-1 1,1 0,0 0,0 0,1 1,-2 1,4-4,1-1,-1 0,1 1,0-1,-1 1,1-1,0 1,1 0,-1-1,0 1,1 0,-1 0,1-1,0 1,0 0,0 0,0-1,1 1,-1 0,1 0,0-1,-1 1,1 0,1-1,-1 1,0-1,0 1,1-1,0 0,-1 1,1-1,0 0,0 0,0 0,0-1,2 3,6 0,-1-1,1 1,0-2,-1 1,1-1,0-1,1 0,-1 0,0-1,0 0,0-1,0 0,0-1,0 0,0 0,0-1,-1 0,1-1,-1 0,0-1,0 0,5-4,-9 6,0 0,0 0,0-1,0 0,-1 0,1 0,-1-1,0 1,-1-1,1 0,-1 0,0 0,0-1,-1 1,1-1,-1 1,0-1,-1 0,1 0,-1 0,-1 0,1 0,-1 0,0 0,0 0,0 0,-1 0,0 0,-1 0,1 0,-2-3,3 8,0 1,-1-1,1 1,0-1,0 1,0 0,0-1,-1 1,1-1,0 1,0 0,-1-1,1 1,0 0,-1-1,1 1,0 0,-1 0,1-1,0 1,-1 0,1 0,-1 0,1-1,0 1,-1 0,1 0,-1 0,1 0,-1 0,1 0,0 0,-1 0,1 0,-1 0,1 0,-1 0,1 0,-1 0,1 1,0-1,-1 0,1 0,-1 0,1 1,0-1,-1 0,1 0,0 1,-1-1,1 0,0 1,0-1,-1 0,1 1,0-1,0 0,-1 1,1-1,0 1,0-1,0 0,0 1,0-1,0 1,0-1,0 1,-7 33,8-25,1-1,-1 1,2 0,-1-1,1 1,0-1,1 0,0 0,0 0,1-1,0 1,0-1,1-1,0 1,0-1,0 1,1-2,0 1,0-1,0 0,1 0,0-1,0 0,0-1,0 0,44 20</inkml:trace>
  <inkml:trace contextRef="#ctx0" brushRef="#br0" timeOffset="923.264">1348 372,'-9'-1,"0"0,0 1,0 0,0 0,0 1,0 0,0 1,0 0,0 0,1 1,-1 0,1 0,0 1,0 0,0 1,0-1,1 2,0-1,0 1,0 0,1 0,0 1,0 0,-1 1,6-5,0-1,0 1,-1 0,2 0,-1 0,0 0,1-1,-1 1,1 0,0 0,0 0,0 0,0 0,0 0,1 0,-1 0,1 0,0 0,0-1,0 1,0 0,1-1,-1 1,1 0,-1-1,1 0,0 1,0-1,0 0,0 0,1 0,0 1,5 2,0 1,1-1,0 0,0-1,0 0,0 0,0-1,1 0,2 0,14 2,0 0,0-2,0-1,1-1,-1-2,1 0,-1-2,0 0,0-2,0-1,-1-1,0-1,16-9,-36 16,0-1,0 0,0 0,-1-1,1 1,-1-1,1 0,-1-1,0 1,-1 0,1-1,0 0,-1 0,0 0,0-1,0 1,-1-1,1 1,-1-2,-2 6,0 1,0-1,0 0,0 0,0 1,0-1,0 0,0 0,0 0,0 1,-1-1,1 0,0 0,0 1,0-1,0 0,0 0,-1 0,1 0,0 1,0-1,0 0,-1 0,1 0,0 0,0 0,-1 0,1 0,0 1,0-1,-1 0,1 0,0 0,0 0,-1 0,1 0,0 0,0 0,-1 0,1 0,0-1,0 1,-1 0,1 0,0 0,0 0,-1 0,1 0,0 5,1 0,0 1,0-1,0 0,0 0,1 1,0-1,0 0,0-1,1 1,0 0,0-1,0 1,0-1,1 0,-1 0,1 0,0-1,0 1,1-1,-1 0,1 0,-1-1,1 1,0-1,5 1,-3 1,0-1,0 0,1 0,-1-1,1 0,0-1,0 0,0 0,0 0,0-1,1 0,-6-1,0 1,0 0,0-1,0 0,0 0,0 0,0 0,-1 0,1-1,0 1,0-1,-1 1,1-1,-1 0,0 0,1-1,-1 1,0 0,0-1,-1 1,1-1,0 1,-1-1,1 0,-1 0,0 0,0 0,0 0,0-1,-1-3,1 1,-1-1,0 1,-1-1,1 1,-1-1,0 1,-1-1,0 1,0 0,0 0,-1 0,0 0,0 0,0 1,-1-1,0 1,0 0,0 0,-1 0,1 1,-1 0,0-1,-1 2,1-1,-1 1,1-1,-1 2,0-1,0 1,0-1,-1 2,1-1,0 1,-1 0,1 0,-1 1,1 0,-1 0,1 0,-1 1,1 0,-1 0,1 1,-4 0,3 2,-1 0,1 0,0 0,0 1,0 0,1 0,0 1,0 0,0 0,1 0,-1 1,1 0,1 0,-3 5,5-9,0 0,1 0,-1 0,1 1,0-1,0 0,0 0,0 1,1-1,-1 0,1 1,0-1,0 1,0-1,0 0,1 1,-1-1,1 0,0 1,0-1,0 0,1 0,-1 0,1 0,-1 0,1 0,0 0,0 0,0-1,1 1,-1-1,1 0,-1 1,1-1,0-1,2 3,31 12,1-6</inkml:trace>
  <inkml:trace contextRef="#ctx0" brushRef="#br0" timeOffset="1189.521">2043 105,'-9'-16,"-6"-7,-4-3,-3 4,-1 8,-1 10,1 15,3 13,2 12,5-2</inkml:trace>
  <inkml:trace contextRef="#ctx0" brushRef="#br0" timeOffset="1457.859">1989 492,'16'16,"10"8,9 4,13-1,12-4,11-4,-6-6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01.0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24,'22'-4,"20"-2,13 0,12 2,5 0,-1 5,-7 3,-15 3,-15 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01.2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0,'20'2,"23"4,20 2,20 0,14-1,4-2,-4-2,-18-1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59.6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338 294,'-11'0,"1"-1,-1 1,1 1,-1 0,1 0,0 1,-1 0,1 1,0 0,1 1,-1 0,0 1,1 0,0 0,0 1,1 0,-6 5,-1 1,1 2,0-1,1 2,1-1,0 2,1 0,1 0,0 1,0 2,4-6,1 0,0 0,0 1,1-1,1 1,1 0,0 1,0 8,2-18,0 0,0 1,0-1,1 1,0-1,0 0,0 0,1 1,-1-1,2 0,-1 0,0 0,1-1,0 1,0-1,0 1,0-1,1 0,0 0,0-1,0 1,0-1,1 0,-1 0,6 1,0 0,1-1,-1-1,1 0,-1 0,1-1,0-1,0 1,-1-2,1 1,0-2,-1 1,1-2,-1 1,1-1,-1-1,0 0,0 0,-1-1,1 0,-1-1,0 0,-1 0,1-1,-1 0,7-6,-1-1,0-1,-1 0,-1 0,0-1,-1-1,-1 0,0 0,-2-1,0 0,-1-1,2-7,1-10,-1-1,-1 0,-3 0,-1-1,-2 1,-1-4,-1 26,0 0,-2 0,0 0,0 0,-2 1,1-1,-2 1,-1-3,5 13,-1 0,0 1,0-1,0 0,0 0,-1 1,1 0,-1-1,0 1,0 0,0 0,0 1,-1-1,1 1,-1-1,1 1,-1 0,0 0,0 1,0-1,0 1,0 0,0 0,0 0,-1 1,1-1,0 1,0 0,-1 0,-2 1,-5 3,-1 0,1 1,0 1,1 0,-1 1,1 0,0 0,1 1,0 1,0-1,1 2,0-1,0 1,1 1,1 0,-1 0,2 0,-5 12,0-7,2 0,0 1,1 0,1 0,0 1,1 0,1 0,1 1,1-1,0 1,2 0,0 0,1 0,1 0,0-1,1 1,2 0,0-1,1 1,0-1,2-1,0 1,9 15,-1-14,2-1,0-1,1 0,1-2,0 0,1-1,1 0,0-2,1-1,0 0,1-2,0 0,0-2,1-1,-1 0,2-2,15 1,12 1</inkml:trace>
  <inkml:trace contextRef="#ctx0" brushRef="#br0" timeOffset="279.372">713 762,'-1'9,"1"-1,1 1,-1-1,2 1,-1-1,1 1,0-1,1 0,0 0,0 0,1 0,0-1,0 0,0 1,1-1,1-1,-1 1,1-1,0 0,0 0,1-1,0 1,0-2,0 1,0-1,1 0,0 0,-1-1,1 0,1-1,-1 1,0-2,1 1,-1-1,1 0,-1-1,1 0,4-1,-8-1,0 0,0 0,-1-1,1 0,0 0,-1 0,0-1,0 1,0-1,0 0,0 0,-1 0,0-1,1 1,-2-1,1 0,-1 0,1 0,-1 0,-1 0,1 0,-1-1,0 1,0 0,0-1,-1 1,0-1,0 1,0-1,-1 1,0-1,0 1,0 0,-1-1,1 1,-1 0,-1 0,1 0,-1 0,0 1,0-1,0 1,0-1,-4-2,1 1,-1 0,1 0,-1 0,-1 1,1 0,-1 1,0-1,0 1,0 1,0 0,-1 0,1 1,-1-1,0 2,-2-1,5 1,0 1,1-1,-1 1,0 0,1 1,-1-1,1 1,-1 1,0-1,1 1,0-1,-1 1,1 1,0-1,0 1,0 0,1 0,-1 1,1-1,-1 1,1 0,0 0,1 0,-2 1,-11 23</inkml:trace>
  <inkml:trace contextRef="#ctx0" brushRef="#br0" timeOffset="1035.675">646 228,'16'2,"16"3,17 1,13-1,10 1,2 0,-2-2,-12-3,-16-2</inkml:trace>
  <inkml:trace contextRef="#ctx0" brushRef="#br0" timeOffset="1248.885">900 0,'-12'19,"-3"14,1 11,4 9,12 8,12 4,12 0,9-1,-2-12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58.3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261 402,'-12'2,"-1"1,1 0,0 0,0 1,1 1,-1 0,1 1,0 0,1 1,-1 0,1 0,1 1,-1 0,2 1,-1 0,1 1,0 0,1 0,0 0,1 1,0 0,0 0,-2 10,2-8,1 0,0 0,1 0,1 1,0 0,1-1,0 1,1 0,1 1,-1-11,1 0,1 0,-1 0,0 0,1 0,0-1,0 1,0 0,1 0,-1-1,1 1,0 0,-1-1,2 0,-1 0,0 1,1-1,-1 0,1-1,0 1,0 0,0-1,1 0,-1 0,0 0,1 0,-1 0,1-1,0 1,-1-1,1 0,0 0,3 0,8-2,1 0,0 0,-1-2,1 0,-1-1,0 0,0-1,0-1,-1 0,0-1,0-1,-1 0,0-1,0 0,-1-1,0-1,-1 0,0 0,4-6,-2 2,0 1,-1-2,0 0,-1 0,-1-1,-1 0,0-1,-1 0,-1 0,-1-1,0 1,-2-1,0-1,-1 1,-1-1,-1 1,-1-1,0 0,-1 1,-2-2,2 14,-1 0,0 0,0 0,-1 1,0-1,0 1,-1 0,1 0,-1 0,-1 0,1 1,-1 0,0 0,0 0,0 0,-1 1,0 0,0 0,0 0,0 1,0 0,-1 0,1 1,-1 0,0 0,0 0,0 1,0 0,0 0,0 1,0 0,0 0,0 0,-5 2,4-1,0 1,0 0,1 0,-1 1,1 0,0 0,0 1,0 0,0 0,1 0,-1 1,1 0,0 1,1-1,-1 1,1 0,0 0,1 1,-1-1,1 1,0 0,1 0,0 1,0-1,1 0,0 1,0 0,0 0,1-1,0 1,1 0,0 0,0 0,1 0,1 6,6 18,2 0,2 0,1-1,1-1,1 0,2-1,1-1,13 15,-2 1,112 198,-120-200</inkml:trace>
  <inkml:trace contextRef="#ctx0" brushRef="#br0" timeOffset="246.974">675 963,'82'-255,"-72"243,-6 31,-2 46,-2-38,1-1,1 1,1-1,1 0,2 0,0 0,7 13,-1-15,0-8</inkml:trace>
  <inkml:trace contextRef="#ctx0" brushRef="#br0" timeOffset="511.09">662 121,'18'2,"20"3,21 6,17 2,14 2,4 1,-1-3,-10-4,-15-2,-19-4</inkml:trace>
  <inkml:trace contextRef="#ctx0" brushRef="#br0" timeOffset="702.859">997 1,'-3'13,"0"17,0 16,0 16,4 12,1 8,1 5,-1-13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56.0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3 429,'-2'13,"1"0,1 0,1 0,0-1,0 1,1 0,1 0,0-1,1 1,0-1,1 0,0 0,1-1,0 0,1 0,0 0,1-1,0 0,1 0,0-1,0 0,1 0,0-1,1-1,0 0,0 0,0-1,1 0,0-1,5 1,-14-5,0 1,0-1,0 0,0-1,1 1,-1-1,0 1,1-1,-1 0,1 0,-1 0,0-1,1 1,-1-1,0 0,0 0,0 0,1 0,-1 0,0-1,0 0,-1 1,1-1,0 0,0 0,-1-1,0 1,1 0,-1-1,0 0,0 1,0-1,0 0,-1 0,1 0,-1 0,0 0,1-1,4-21,-1 0,-1-1,-1 1,-2-1,0 1,-1-1,-2-6,-8-76,15 93,2 20</inkml:trace>
  <inkml:trace contextRef="#ctx0" brushRef="#br0" timeOffset="255.213">578 549,'-5'18,"4"11,3 7,4 4,6 0,1-4,0-7,-2-8</inkml:trace>
  <inkml:trace contextRef="#ctx0" brushRef="#br0" timeOffset="510.885">524 322,'7'2,"11"6,3 1</inkml:trace>
  <inkml:trace contextRef="#ctx0" brushRef="#br0" timeOffset="511.885">912 603,'-2'16,"3"9,9 6,12-1,6-5,4-7,-5-7</inkml:trace>
  <inkml:trace contextRef="#ctx0" brushRef="#br0" timeOffset="773.426">792 202,'0'0</inkml:trace>
  <inkml:trace contextRef="#ctx0" brushRef="#br0" timeOffset="952.749">1326 0,'11'22,"-2"0,0 1,-2 0,0 0,-2 0,0 1,-2-1,-1 1,0 0,-2 1,-2 384,2-394,1 0,0 0,1-1,1 1,0 0,1-1,0 0,6 12,-8-20,1 0,1 0,0-1,-1 1,2-1,-1 0,0 0,1 0,0 0,0-1,1 0,-1 0,1 0,0-1,0 0,0 0,0 0,1-1,-1 0,2 0,-3-1,-1 0,1 0,-1 0,1-1,-1 0,1 0,-1 0,1 0,-1-1,0 0,1 1,-1-2,1 1,-1-1,0 1,0-1,0 0,0 0,0-1,1-1,15-14</inkml:trace>
  <inkml:trace contextRef="#ctx0" brushRef="#br0" timeOffset="1151.769">1541 629,'-21'-16,"-18"-12,-11-5,-7-1,0 5,8 4,9 6,14 7,18 6,22 3,27 2,26 2,28 0,20 0,10 0,-15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55.2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1071,'139'-223,"-113"175,-18 31,0 1,1 0,1 0,0 1,1 0,1 0,0 2,1-1,0 2,4-3,-15 14,1-1,0 1,0-1,0 1,0 0,0 0,1 1,-1-1,0 1,0-1,0 1,1 0,-1 0,0 0,0 1,1-1,-1 1,0 0,0 0,0 0,0 0,0 0,0 1,0-1,-1 1,1 0,0 0,-1 0,1 0,-1 0,0 0,0 1,0-1,0 1,0 0,0 0,0 1,13 18,0 1,-2 1,0 0,-2 1,0 0,-2 0,-1 1,-1 1,-1 1,-5-26,0 0,0 0,-1 0,1 0,-1 0,1 0,-1 0,0 0,1 0,-1 0,0 1,0-1,-1 0,1 0,0 0,-1 0,1 0,-1 0,0 0,0 0,1 0,-1-1,0 1,-1 0,1 0,0-1,0 1,-1 0,1-1,-1 0,0 1,1-1,-2 1,0-4,0 0,0 0,0-1,1 1,-1-1,1 1,0-1,-1 0,2 0,-1 0,0 0,0 0,1-1,0 1,-1 0,1-1,1 1,-1-1,0 1,1-1,0 1,0-1,0 0,0 1,1-4,1-25,2 0,1 0,1 1,2-1,1 2,2-1,8-16,2-10,4-12,-2-1,-4-1,-3-1,-3 0,3-53,-16 122,1-2,-1 1,1-1,-1 0,0 0,0 0,0 0,-1 0,0 1,0-1,0 0,0 0,-1 1,0-1,0 1,0 0,-1-1,1 1,-2-2,2 6,0 0,0 0,0 0,0 0,1 0,-1 0,0 0,0 1,0-1,1 1,-1-1,0 1,1 0,-1 0,0 0,1 0,-1 0,1 0,0 0,-1 0,1 1,0-1,-1 0,1 1,0-1,0 1,0-1,1 1,-1 0,0-1,0 1,1 0,-1 0,1-1,0 1,-1 0,1 1,-8 26,2-1,1 2,1-1,1 0,2 1,0-1,3 1,2 15,2 19,3-1,3-1,3 0,2 0,3-2,2 0,3-1,24 39,2-23,-30-62,-18-33,-11-3</inkml:trace>
  <inkml:trace contextRef="#ctx0" brushRef="#br0" timeOffset="256.367">482 563,'-23'-20,"-16"-12,-7-5,1 2,5 7,14 8,21 10,27 8,32 8,32 2,31 2,23 2,13 1,3 3,-25-2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6:54.1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27 187,'25'5,"22"1,19 0,16-2,13 0,3-2,-7-1,-20-1</inkml:trace>
  <inkml:trace contextRef="#ctx0" brushRef="#br0" timeOffset="204.165">0 388,'23'0,"25"0,28 0,23-2,18-1,10-5,-2-2,-21-1</inkml:trace>
  <inkml:trace contextRef="#ctx0" brushRef="#br0" timeOffset="446.866">575 0,'17'5,"38"7,-1 3,0 3,-1 1,-2 3,0 2,-1 3,28 20,-71-43,0 0,-1 1,0 0,0 0,0 0,0 1,-1-1,0 1,0 1,-1-1,0 1,0-1,0 1,-1 0,0 1,0-1,-1 0,0 1,0 0,-1-1,0 1,0 0,-1 0,0 0,0-1,-1 1,0 0,0 0,-1-1,0 1,-3 5,-8 7,-1-1,0-1,-2-1,0 0,-1-1,-1 0,0-2,-1 0,-1-1,-17 9,7-2,-76 54,105-74,0 1,0-1,0 0,0 1,0-1,0 1,0 0,0-1,0 1,0 0,0 0,1-1,-1 1,0 0,0 0,1 0,-1 0,1 0,-1 0,1 0,-1 0,1 0,0 0,-1 0,1 1,0-1,0 0,0 0,0 0,0 0,0 0,0 0,0 1,0-1,1 0,-1 0,0 0,1 0,-1 0,1 0,-1 0,1 0,0 0,19 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03.0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71 122,'-10'17,"1"1,0-1,1 2,0-1,2 1,0 0,2 0,0 1,-1 13,4-24,1 0,-1-1,2 1,-1 0,1-1,0 1,1-1,0 1,1-1,-1 0,2 1,-1-2,1 1,0 0,1-1,-1 0,2 0,-1 0,1 0,0-1,0 0,1 0,-1-1,7 3,0 0,1-2,0 1,0-2,0 0,1-1,-1 0,1-1,0 0,0-2,0 1,1-2,-1 0,0-1,0-1,0 0,0-1,0 0,-1-1,1-1,-1-1,0 0,-1 0,1-1,-1-1,-1 0,1-1,0-2,-5 3,0 0,-1 0,0 0,-1-1,0 0,0-1,-1 1,0-1,0 0,-1 0,-1 0,0-1,0 1,-1-1,0 0,-1 0,0 0,-1 1,0-1,-1 0,0 0,-1 0,0 0,-2-4,1 2,-1 0,0 1,-1-1,-1 1,0 0,0 0,-1 1,0 0,-1 0,-1 0,0 1,0 0,-1 1,0 0,0 1,-1 0,0 1,-1 0,-7-4,13 9,0-1,-1 1,1 0,0 0,-1 0,1 1,-1 0,0 1,1-1,-1 1,0 0,1 1,-1 0,1 0,-1 0,1 1,-1 0,1 0,0 1,0-1,0 1,0 1,0-1,-3 4,-2 3,0 1,1 0,0 1,1 0,0 1,1-1,-5 12,-16 34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09.5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51,'61'-13,"1"2,0 3,59 0,-85 6,362-6,211 28,-583-18,-14-1,0 0,0 0,0-1,0-1,0 0,-1 0,1-1,11-4,-23 6,-1 1,1-1,0 0,-1 0,1 0,-1 0,1 1,0-1,-1 0,1 0,-1 0,1 0,-1 0,1 0,0 0,-1 0,1 0,-1 0,1 0,-1 0,1-1,0 1,-1 0,1 0,0 0,-1-1,1 1,-1 0,1 0,0-1,-1 1,1 0,0 0,0-1,-1 1,1-1,0 1,0 0,0-1,-1 1,1 0,0-1,0 1,0-1,0 1,0 0,0-1,0 1,0-1,0 1,0-1,0 1,0 0,0-1,0 1,0-1,0 1,0-1,0 1,1 0,-1-1,0 1,-34 8,15-2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11.2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281 249,'-7'-5,"-1"1,0 0,0 0,-1 1,1-1,-1 2,1-1,-1 2,0-1,0 1,0 0,0 1,0 0,0 0,0 1,0 0,0 1,0 0,1 0,-1 1,1 0,-1 0,1 1,0 0,0 1,1 0,-1 0,-3 4,8-5,-1 1,1 0,0-1,0 1,0 1,1-1,-1 0,2 1,-1-1,0 1,1-1,0 1,0 0,1-1,0 1,0 0,0 0,0-1,1 1,0 0,0-1,1 1,0-1,-1 1,2-1,-1 0,1 0,0 0,0 0,0 0,1-1,-1 1,2 0,16 15,0 0,2-1,0-1,1-1,1-1,1-2,0 0,24 8,-30-11,2-1,0 0,0-2,0-1,1 0,0-2,0 0,0-2,1-1,0 0,-1-2,14-2,-31 1,0-1,-1 0,1 0,0 0,0-1,-1 0,0 0,1-1,-1 1,0-1,-1 0,1-1,-1 1,0-1,0 0,0 0,-1 0,1 0,-1-1,-1 1,1-1,1-4,1-6,-1-1,0 1,-1-1,0 0,-2 0,0 0,-1-15,-1 1,-2 0,-1-1,-1 1,-1 1,-2-1,-1 1,-2 1,-1-1,-1 2,-1 0,-4-3,16 26,-1 1,1-1,-1 1,-1 0,1 0,-1 0,1 1,-1-1,0 1,0 0,0 0,-1 0,1 1,-1-1,0 1,0 0,1 0,-1 1,0 0,0 0,-1 0,1 0,0 1,0-1,0 1,0 1,-1-1,1 1,0 0,0 0,0 0,0 1,0 0,-4 2,-22 12,0 2,1 1,1 1,0 1,0 4,17-15,-95 77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27.45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2221 267,'-43'-29,"0"2,-2 2,-1 2,-28-9,16 7,-1 3,-1 2,-1 3,-1 2,0 4,0 1,-1 4,0 2,-1 4,-40 4,37 6,0 3,1 2,1 3,0 4,2 2,0 2,-13 12,15-1,2 4,2 1,1 3,3 3,-29 33,52-51,2 2,0 0,2 2,2 1,1 0,2 2,1 1,-5 17,-1 8,3 2,3 1,3 1,3 0,2 1,4 0,2 21,7 288,2-332,2 0,2 0,2 0,2-1,2 0,1-1,8 12,36 72,54 84,-92-170,1-2,2 0,2-2,1 0,2-2,1-1,2-1,1-2,2-1,26 17,0-14,1-3,1-3,2-2,6-1,-29-9,1-3,1-1,0-2,0-1,1-3,0-2,0-1,0-3,0-1,0-2,-1-2,12-5,21-9,0-4,-1-2,-2-4,-1-3,42-28,-79 38,-1-1,-1-2,-1 0,-2-3,-1 0,-1-2,-1-1,17-29,0 0,-2-2,-3-1,-3-2,-3-2,-3-1,-3-1,-3-2,9-46,20-252,-35 217,-12 106,-1-1,-2 0,-2 0,-3 1,-2-1,-4-21,-9-14,-2 2,-4 0,-4 1,-17-30,21 68,-2 2,-1 1,-3 1,-1 1,-1 2,-10-6,7 4,27 29,0 0,-1 0,0 0,0 1,-1 0,0 1,0 0,-1 0,1 1,-1 1,-1-1,1 1,0 1,-8-2,-25-3,-2 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30.49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161 181,'-11'6,"0"1,0 0,1 0,0 1,1 0,0 1,0 0,0 0,1 1,1 0,0 1,0 0,1 0,1 0,-1 0,2 1,0 0,0 0,1 0,0 1,1-1,1 1,0 1,2-5,-1 0,2 0,-1 0,1 0,1 0,0-1,0 1,1-1,-1 0,2 0,-1 0,1-1,1 1,-1-1,1-1,0 1,1-1,-1 0,1 0,1-1,-1 0,1 0,0 0,0-1,0-1,0 1,1-1,-1-1,1 0,0 0,0 0,0-1,0-1,0 1,0-2,0 1,0-1,0 0,0-1,-1 0,9-3,-9 1,0 0,0 0,0-1,0 0,-1-1,0 1,0-1,0-1,-1 1,0-1,0-1,-1 1,0-1,0 0,0 0,-1 0,-1 0,2-4,4-15,0 0,-2 0,-1-1,-1 0,-1-10,0 19,-2 0,0 0,-1 0,-1 0,0 0,-2 0,0 1,-1-1,-1 0,-1 1,-1 0,-1-4,4 17,0 1,-1-1,1 1,-1-1,0 1,0 0,0 1,0-1,-1 1,0 0,0 0,1 0,-2 0,1 1,0 0,0 0,-1 1,1-1,-1 1,1 0,-1 1,0-1,1 1,-1 0,-1 1,-5-1,0 2,0 0,0 0,0 1,0 1,1 0,-1 0,1 1,0 0,1 1,-5 3,3 1,-1 1,1 0,1 1,0 0,1 0,0 1,1 0,0 1,1 0,1 1,0-1,1 1,0 1,2-1,-1 1,2 0,0 0,1 0,1 0,0 14,21 52,-2-53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30.83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104 202,'-10'20,"1"0,0 1,1-1,2 2,0-1,1 1,1 0,1 0,1 0,1 0,1 5,1-17,0 0,1 0,0-1,1 1,0-1,0 1,1-1,0 0,1-1,0 1,0-1,1 0,0 0,1 0,-1-1,1 0,1 0,-1-1,1 0,0-1,1 1,-1-1,1-1,0 0,0 0,1-1,-1 0,1 0,-1-1,1-1,0 1,0-2,0 1,0-1,-1-1,1 0,5-1,-5 0,-1 0,0-1,0 0,0 0,0-1,0 0,-1-1,0 0,0 0,0-1,0 0,-1 0,0-1,0 0,-1 0,0 0,0-1,-1 0,0 0,0-1,-1 1,0-1,0 0,-1 0,-1-1,4-11,0 0,-2-1,-1 0,-1 1,-1-1,0 0,-2 0,0 0,-2 0,-2-11,1 15,-1 0,0 1,-1 0,-1 0,-1 0,0 1,-1 0,0 0,-2 1,-5-6,11 15,0 0,-1 0,0 1,0-1,0 1,-1 1,1-1,-1 1,0 0,-1 1,1 0,-1 0,1 0,-1 1,0 0,0 1,0-1,0 2,0-1,0 1,0 0,0 1,0 0,-5 1,3 0,0 1,1 1,0-1,0 1,0 1,0 0,1 0,-1 1,1 0,1 0,-1 1,1-1,0 2,1-1,0 1,-3 5,-3 6,0 1,2 1,0-1,1 2,2-1,-4 14,-1 12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50.41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149 389,'-10'-18,"1"1,1-1,0-1,2 1,0-1,0-1,3 13,3 22,0-11,-4 109,-6 0,-4 0,-2 15,2-2,-4 29,6 0,7 40,18-102,-12-90,0 0,0 0,0 0,0 0,1 0,-1 0,1-1,0 1,0-1,0 1,0-1,0 0,1 0,-1 0,1 0,-1 0,1 0,0-1,0 1,0-1,0 0,0 0,0 0,0 0,0 0,0-1,2 1,147-24,-103 19,0 3,0 2,0 2,-1 2,1 2,19 7,87 10,97-4,48-11,-193-7,748 10,-590-9,-12-2,212 31,-370-22,-91-12,0 0,-1 0,1-1,0 1,-1-1,0 0,1 0,-1 0,0 0,-1 0,1-1,0 1,-1-1,0 0,0 0,0 0,0 0,-1 0,0 0,0 0,0-1,0 1,0-4,1 0,14-59,-3-1,-3 0,-3-1,-3 0,-3-12,-3-47,-6-1,-5 2,-25-100,37 221,-3-19,0 0,-2 0,-1 1,-1 0,-1 0,-1 1,-1 0,-4-4,6 18,0 1,-1 0,1 1,-2-1,1 2,-1 0,0 0,0 1,-1 0,1 1,-1 0,0 1,0 1,-1 0,1 0,0 1,-5-2,-96-13,-1 4,-1 6,-22 5,-114-6,-551-75,361 41,-336 15,770 26,-22 0,0 1,0 2,0 0,1 2,-17 6,45-11,1 0,-1 0,1 0,0 0,-1 1,1-1,0 0,-1 0,1 1,-1-1,1 1,-1-1,1 0,-1 1,1-1,-1 1,1-1,-1 1,1-1,-1 1,0 0,1-1,-1 1,0-1,0 1,1 0,-1-1,0 1,0 0,0-1,0 1,0 0,0-1,0 1,0 0,0-1,0 1,0 0,0-1,-1 1,1 0,0-1,0 1,-1-1,1 1,0 0,-1-1,1 1,-1-1,1 1,-1-1,1 1,-1-1,1 0,-1 1,1-1,-1 0,1 1,-1-1,0 0,1 1,-1-1,0 0,1 0,-1 0,0 0,17 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53.1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255 1409,'684'70,"95"-30,-532-29,-244-11,0 1,0-1,0 0,0-1,0 1,0 0,-1-1,1 0,0 0,0 0,0 0,-1 0,1 0,-1-1,1 1,-1-1,1 0,-1 1,0-1,0 0,0-1,0 1,0 0,0 0,-1-1,1 1,-1-1,0 0,0 1,1-1,-2 0,1 0,0 1,-1-1,1-3,16-198,-16 172,48-620,-44 610,0 21,-2-1,0 1,-1-1,-1 0,-1 0,-1 1,-1-1,0 0,-2 1,-1 0,-1 0,0 0,-2 0,-2-4,5 18,0 1,0 0,0 0,-1 1,0 0,0-1,-1 2,1-1,-1 1,0 0,0 1,0-1,0 1,-1 1,0-1,1 1,-5 0,-138-9,129 10,-90 1,-126-3,-2-11,-89-22,-270-18,401 37,195 17,1 0,0 0,0 0,-1 0,1 0,0 0,0 0,-1 0,1 1,0-1,0 0,0 1,0 0,-1-1,1 1,0-1,0 1,0 0,0 0,0-1,1 1,-1 0,0 0,0 0,0 0,1 0,-1 0,1 1,-1-1,1 0,-1 0,1 0,-1 0,1 1,0-1,0 0,0 0,0 1,0-1,0 0,0 0,0 1,0-1,0 0,1 0,-1 0,1 1,-1-1,1 0,0 1,-1 3,1 69,-4 0,-10 58,3-30,-10 213,15 74,11-343,7-73,8-3,-15 21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54.8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 2855,'-1'-1,"0"0,0 1,1-1,-1 0,0 0,0 0,0 0,1 0,-1 0,1 0,-1 0,1 0,-1 0,1 0,-1 0,1-1,0 1,0 0,0 0,-1 0,1-1,0 1,1 0,-1 0,0 0,0-1,2-7,1 0,0 0,0 0,0 0,1 1,1 0,0 0,0 0,0 0,1 1,0-1,6-8,165-216,11 9,94-80,-72 87,9 9,8 10,9 9,8 12,8 10,192-91,-118 104,179-51,-219 77,-261 114,-13 5,1 1,0 1,0 0,0 1,1 0,0 1,0 0,1 2,17 11,-23 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55.6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0,'7'5,"9"8,11 9,12 9,9 7,7 6,6 2,4 0,0-1,-5-3,-5-7,-7-10,-13-8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55.8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303 1,'-16'2,"-8"11,-4 13,-1 17,-1 12,2 10,2 8,0 3,1 0,2-5,2-8,5-12,6-14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56.20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96,'4'0,"9"-2,9-3,9-6,9-2,7-2,4-1,0 3,-3 1,-11 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56.46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10,'14'3,"13"0,14 0,11-1,10-2,6-5,1-2,-12-1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57.9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95 190,'-9'7,"1"0,0 1,1 0,0 0,0 1,1-1,0 2,1-1,0 1,0 0,1 0,0 0,1 0,0 1,0-1,2 1,-1 0,1 0,1-1,0 1,0 0,1 0,0 0,1 0,0-1,1 1,0-1,1 0,0 1,1-2,3 7,-1-6,0-1,1 0,0 0,0-1,1 0,0-1,0 0,1 0,0-1,0 0,1 0,-1-2,1 1,0-1,1-1,-1 0,0 0,1-1,0-1,-1 0,1-1,0 0,0 0,-1-1,1-1,0 0,-1-1,0 0,1 0,-1-1,-1-1,1 0,-1-1,0 0,0 0,0-1,-1 0,0-1,0 0,2-7,0 0,-2-1,0 0,-1-1,0 0,-1 0,-1 0,-1-1,-1 0,0 0,-1 0,-1-1,-1 1,0-1,-1 1,-2 0,1-1,-2 1,-1 0,-2-9,2 15,1-1,-2 1,0 0,0 0,-1 0,0 1,-1 0,-1 0,-7-9,11 15,0 1,0 0,-1 0,1 0,-1 1,0-1,0 1,0 0,0 1,0-1,-1 1,1 0,-1 0,1 1,-1 0,0 0,0 0,1 0,-1 1,0 0,0 0,0 1,0 0,-4 2,1 0,0 0,0 1,0 1,0 0,1 0,0 0,0 1,0 0,1 1,0-1,0 2,0-1,1 1,0 0,1 0,0 0,-1 4,-25 46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59.05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1043 122,'-38'-5,"-1"1,0 2,0 1,0 3,0 1,0 1,1 3,0 1,0 1,1 3,-34 14,37-10,1 1,1 2,1 1,1 2,0 0,2 2,0 2,2 0,1 2,2 0,0 2,2 0,1 2,-14 30,9-1,2 1,3 1,2 0,4 2,2 0,3 0,3 1,3 0,2 3,2-18,2 0,2-1,3 1,2-1,1-1,3 0,2-1,2-1,3 0,1-1,2-2,2 0,17 19,-20-31,2 0,1-3,2 0,0-1,2-2,1-1,1-1,1-2,1-2,1 0,1-3,0-1,1-1,0-2,2-2,-1-2,19 2,-39-7,0-1,0-2,0 1,0-2,0 0,0-2,0 0,0 0,0-2,-1 0,1-1,-1-1,0-1,-1 0,1-1,-2-1,1 0,0-2,22-24,-3-1,0-1,-3-2,-1-2,20-35,-23 39,-2-1,-2 0,-2-2,-1-1,-2-1,-2-1,-2 0,-2-1,-1 0,-1-12,-5-38,-4 1,-4-1,-4 0,-4 0,-5 2,-17-59,19 93,-2 2,-3 0,-2 1,-2 0,-3 2,-2 1,-3 1,-1 2,-3 1,-2 1,-2 2,-3 0,30 34,-1-1,0 2,0 0,-1 1,-1 0,1 0,-1 2,-1 0,1 0,-1 1,0 1,-1 1,1 0,-1 1,0 1,0 0,-6 1,-49 4,2 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7:59.98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12,'0'-1,"0"1,0-1,0 1,0-1,0 1,1-1,-1 1,0-1,0 1,1-1,-1 1,0-1,1 1,-1 0,1-1,-1 1,0 0,1-1,-1 1,1 0,-1-1,1 1,-1 0,1 0,-1 0,1-1,-1 1,1 0,-1 0,1 0,0 0,-1 0,1 0,-1 0,1 0,-1 0,1 0,-1 0,1 1,-1-1,1 0,-1 0,1 0,-1 1,1-1,-1 0,1 1,-1-1,2 0,853 8,-775-5,-79-2,-1-1,1 0,-1 0,1 0,-1 1,1-1,-1 0,0 1,1-1,-1 0,1 1,-1-1,0 1,1-1,-1 0,0 1,0-1,1 1,-1-1,0 1,0-1,0 1,1-1,-1 1,0-1,0 1,0-1,0 1,0-1,0 1,0 0,0-1,0 1,0-1,-1 1,1-1,0 1,0-1,0 1,-1-1,1 0,0 1,-1-1,1 1,0-1,-1 1,1-1,0 0,-1 1,1-1,-1 0,1 1,-1-1,1 0,-1 2,-54 88,5 2,3 2,5 3,4 1,4 2,-19 94,31-98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02.00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155 23,'-9'4,"0"0,0 0,0 1,0 0,0 0,1 1,0 1,1-1,-1 1,1 0,0 1,1 0,0 0,0 0,1 1,0 0,0 0,1 0,0 0,1 1,0-1,1 1,0 0,0 0,1 0,0 0,1 0,0 0,0 1,1-1,1 0,0 0,0-1,1 1,0 0,0-1,1 1,4 6,0-4,0 0,1 0,0 0,1-2,1 1,-1-1,2 0,-1-1,1 0,0-1,1-1,0 0,0-1,1 0,0 0,0-2,13 3,-22-6,0-1,0 0,-1 0,1 0,0-1,-1 1,1-1,0 0,-1 0,1-1,-1 0,1 0,-1 0,0 0,0 0,0-1,0 0,0 0,-1 0,1 0,-1 0,0-1,0 1,0-1,-1 0,1 0,-1 0,0-1,0 1,0 0,0-1,-1 1,1-3,4-18,-2 0,0 0,-1-1,-2 1,0-1,-2 1,-1-1,-1-1,3 17,-1 0,1 0,-2 0,1 0,-1 0,-1 1,0-1,0 1,-1 0,0 0,-1 0,0 0,0 1,0-1,-1 1,-1 1,1-1,-1 1,-1 1,-7-7,12 12,-1 0,1-1,0 2,-1-1,1 0,-1 1,0-1,1 1,-1 0,1 0,-1 1,1-1,-1 1,1 0,-1-1,1 2,-1-1,1 0,0 1,0-1,-1 1,1 0,1 0,-1 0,0 0,0 1,1-1,-1 1,0 1,-5 6,1-1,0 1,0 1,1-1,1 1,0 0,-4 11,-8 32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02.3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0 358,'23'-61,"-3"-1,-2-2,8-60,-17 77,-10 224,11-25,18 80,-28-229,12 84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13.79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70 190,'-1'0,"0"0,1 0,-1-1,0 1,1 0,-1 0,0 0,1 0,-1 0,0 0,1 0,-1 0,0 0,1 0,-1 0,0 1,1-1,-1 0,0 0,1 1,-1-1,0 0,1 1,-1-1,1 1,-1-1,1 0,-1 1,1-1,-1 1,1 0,0-1,-1 1,1-1,0 1,-1 0,1-1,0 1,0 0,0-1,-1 1,1 0,0-1,0 1,0 0,0-1,0 1,0 0,0-1,1 1,-1 0,0-1,0 1,0 0,1-1,-1 1,0 0,-33 316,29-258,-6 111,11 99,-2-267,1 1,-1-1,1 1,0-1,0 1,0 0,0-1,0 1,0-1,1 1,-1-1,1 1,0-1,0 1,0-1,0 1,0-1,1 0,-1 0,1 0,-1 1,1-2,0 1,0 0,0 0,0 0,0-1,0 1,0-1,0 0,1 0,-1 0,0 0,1 0,-1 0,1 0,-1-1,1 1,0-1,110-34,-58 27,0 3,0 2,0 2,0 3,23 5,-56-6,344 16,65-18,-212-1,727 1,-745-11,-200 11,1 0,-1-1,0 1,1 0,-1-1,0 0,0 1,0-1,1 1,-1-1,0 0,0 0,0 0,0 0,0 0,0 0,-1 0,1 0,0 0,0 0,-1 0,1 0,-1-1,1 1,-1 0,1 0,-1-1,0 1,0 0,1-1,-1 1,0 0,0-1,-1 1,1 0,0-1,0 1,0 0,-1-1,1 1,-1-1,0-15,28-163,-13 99,-4 0,-3 0,-4-1,-4 0,-7-49,5 107,-1 1,-2-1,0 1,-2 0,0 1,-10-19,14 33,0 1,-1-1,0 1,0 0,0 0,-1 0,0 1,-1 0,1 0,-1 1,0-1,-1 2,1-1,-1 1,0 0,0 0,0 1,0 1,-1-1,0 1,-15-1,0 1,0 2,0 0,0 1,-22 5,-35 1,-549-5,-24 18,557-14,-100 6,-179 35,258-38,68 1,87-33,-25 13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16.29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337 1548,'43'8,"342"23,-242-24,1096 80,-790-51,-437-35,-8 0,0 0,0 0,0 0,0 0,0-1,0 0,0 0,0 0,0-1,1 1,-1-1,0 0,0 0,0 0,-1-1,1 1,0-1,0 0,-1 0,1-1,-1 1,0 0,0-1,0 0,0 0,0 0,1-3,6-18,-1-1,-1-1,-1 0,-2 0,-1 0,0-1,-2-2,2-9,138-1224,-139 1239,-2 14,1-1,-1 0,0 0,-1 0,0 0,-1 0,0 0,0 0,-1 1,-1-1,1 0,-2-1,1 8,0 1,-1-1,1 1,0 0,-1 1,1-1,-1 0,1 1,-1 0,0 0,0 0,0 0,1 1,-1 0,0-1,0 1,0 1,0-1,0 0,0 1,1 0,-1 0,0 0,0 0,1 1,-1-1,1 1,-1 0,-1 2,-98 56,85-47,0-1,-1-1,0-1,-1 0,0-1,-8 1,-19-1,0-2,0-3,-1-1,1-3,-1-1,1-3,-4-2,34 5,-1164-129,914 112,-61 12,320 7,0 0,0 1,1 0,-1 1,0 0,1 0,0 0,0 1,0 0,0 1,1-1,-1 1,1 1,-5 4,8-6,0-1,0 1,0 0,0 0,1 0,-1 0,1 0,0 0,0 1,1-1,-1 1,1-1,0 1,0-1,1 1,-1 0,1 0,0-1,1 1,-1 0,1 0,-1 5,0 92,-3-1,-6 4,-16 41,-37 115,29-136,6 1,-6 91,30-181,2 0,2-1,1 1,2-1,1 0,1 0,11 30,-14-42,-21-26,-29-47,42 40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19.64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1114 67,'-52'-36,"29"28,0 2,-1 1,0 0,0 2,0 1,0 1,0 1,-1 1,1 1,0 1,0 1,1 1,-1 1,1 1,0 2,-8 4,-9 6,1 2,1 2,1 2,1 1,1 2,2 1,1 1,1 2,1 2,-7 12,16-24,2 1,0 1,1 1,2 0,0 2,2-1,1 2,1 0,1 0,1 1,-3 24,-47 378,49-323,4 1,5 0,5 0,6 15,-7-73,3-1,2 0,2 0,2-1,2 0,3-1,1 0,20 35,13 0,5-2,3-3,42 43,-85-103,0-1,1 0,1-1,0-1,1 0,1-1,1-2,-1 1,2-2,0-1,17 6,-8-5,0-2,0-1,1-1,0-2,1-1,-1-1,1-2,0-1,-1-1,1-2,-1-2,0 0,0-2,-1-1,28-12,-15-2,-2-1,0-2,-1-2,-2-2,0-2,-3-1,0-1,-2-2,-2-1,-1-2,-2-1,8-17,4-15,-2-1,-4-2,20-65,-34 72,-2-2,-4 1,-3-2,-2-3,38-194,-23 184,20-98,8-181,-43 295,-10 67,0 0,0 0,-1 0,1 0,0 0,0 0,0 0,0 1,0-1,0 0,0 1,0-1,0 1,0 0,0-1,0 1,0 0,0-1,0 1,0 0,0 0,1 0,-1 0,0-1,1 1,-1 0,1 0,-1 1,1-1,-1 0,1 0,0 0,-7 24,8-15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20.51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408 70,'-379'338,"351"-300,28-37,0 0,1-1,-1 1,1 0,-1 0,1 0,-1-1,1 1,0 0,-1-1,1 1,0 0,0-1,-1 1,1-1,0 1,0-1,0 1,0-1,0 0,0 1,-1-1,1 0,0 0,0 0,0 0,0 0,0 0,0 0,0 0,0 0,0 0,0 0,0-1,0 1,0 0,0-1,-1 1,1-1,0 1,0-1,0 1,0-1,19-8,0 0,-1-2,0 0,-1-1,0-1,-1 0,0-2,-2 0,1-1,4-7,214-265,-212 270,-21 18,-1-1,0 1,1 0,-1 0,1 0,-1 0,1 0,-1 0,1 0,-1 0,1 0,-1 0,0 0,1 0,-1 0,1 0,-1 0,1 1,-1-1,0 0,1 0,-1 0,1 1,-1-1,0 0,1 0,-1 1,0-1,1 0,-1 1,0-1,0 0,1 1,-1-1,0 1,0-1,1 1,-1-1,0 0,0 1,0-1,0 1,0-1,0 1,0-1,0 1,0-1,0 0,0 1,0-1,0 1,0-1,0 1,-1-1,2 7,-1 0,1 0,0 1,0-1,0 0,1 0,0 0,0-1,1 1,0 0,0-1,2 3,161 178,-136-154,-1 0,-2 3,-1 0,-2 1,7 19,-30-55,0 0,0-1,0 1,0 0,0 0,0 0,0 0,-1 0,1 0,0 1,-1-1,1 0,-1 0,1 0,-1 0,0 1,0-1,1 0,-1 0,0 1,0-1,0 0,0 1,0-1,0 0,-1 0,1 1,0-1,-1 0,1 0,-1 0,1 1,-1-1,0 0,1 0,-1 0,0 0,0 0,0 0,1 0,-1 0,0-1,0 1,0 0,-1-1,1 1,0 0,0-1,0 1,0-1,-1 0,1 1,-1-1,-181-26,61 11,-100 2,178 12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21.31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1,'19'13,"11"15,9 12,7 13,-1 9,0 9,-2 5,-3 4,-4-3,-4-5,-2-11,-2-11,-1-13,-1-14,-5-11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21.56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543 0,'-14'9,"-11"12,-8 12,-10 11,-9 12,-7 10,-7 8,-2 4,7-1,9-5,13-10,15-12,17-13,10-14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21.81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12,'20'-2,"21"-1,16 0,13 1,8 0,2 3,-3 6,-11 6,-16 6,-17 2,-14-4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21.99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1,'14'13,"17"8,23 1,19-2,16-4,9-6,4-4,-17-3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22.26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4 349,'-1'8,"0"1,0-1,1 0,0 0,0 0,1 0,0 1,0-1,1 0,0 0,0-1,1 1,0 0,0-1,1 0,0 1,1-2,-1 1,1 0,0-1,1 0,0 0,0-1,0 1,0-1,1 0,0-1,0 0,0 0,1-1,-1 1,1-1,0-1,5 2,-4 0,0-1,0 1,1-1,-1-1,1 0,-1 0,1-1,-1 0,1-1,0 0,0 0,-1-1,1 0,0-1,-1 0,1 0,-1-1,0-1,0 1,0-2,-1 1,1-1,-1 0,0-1,0 0,-1 0,0 0,0-1,2-4,0-6,0 0,-2 0,0-1,-1 0,-1-1,-1 1,-1-1,0 0,-1 0,-1 0,-1 0,-1 0,0 0,-2 0,0 0,-1 0,-2-2,3 4,-2 1,0 1,-1-1,0 1,-1 0,-5-7,9 17,1 1,-1 0,0 0,0 0,-1 0,1 0,-1 1,0-1,0 1,0 0,0 0,0 1,-1-1,1 1,-1 0,0 0,0 1,1-1,-1 1,0 0,0 0,0 1,-1-1,-5 4,-1 0,0 0,1 1,0 1,0 0,0 0,1 1,0 1,0 0,0 0,1 0,0 1,1 1,-1 0,2 0,-1 0,1 2,7-11,-55 65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36.01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242 32,'-24'-32,"23"32,0 1,-1-1,1 1,0-1,0 1,0-1,0 1,0 0,0-1,0 1,0 0,1 0,-1 0,0 0,0 0,1 0,-1 0,0 0,1 0,-1 0,1 0,-1 0,1 0,0 0,-1 1,1-1,0 0,0 0,0 0,0 1,0-1,0 0,0 0,1 1,-2 0,-53 376,30-213,-38 267,16 34,36-254,11 83,24-109,-19-41,-3-134,-1 0,-1 0,0 1,0-1,-1 1,0-1,-1 0,-1 1,0-1,0 0,-1 0,-2 5,4-8,-1 0,2 1,-1-1,1 0,0 1,1-1,0 1,0-1,1 0,0 0,0 0,3 5,-2-4,-1-5,0-1,1 0,-1 0,1 0,0 0,0 0,0-1,0 1,0-1,1 0,-1 0,1 0,-1 0,1 0,0-1,0 0,0 0,0 0,0 0,0-1,0 1,0-1,0 0,0 0,0-1,0 1,0-1,2 0,6 1,54 3,0 2,0 4,43 11,-6 0,1-4,0-5,37-4,-44-5,32 0,98 16,-179-9,0 2,-1 3,-1 1,12 8,-4-3,-13-7,0-2,1-2,1-2,-1-2,1-1,0-3,19-2,9 7,-69 4,-10-5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5:00.7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4224 1403,'-7'8,"-1"0,1 0,1 1,-1 0,1 0,1 1,0-1,0 1,1 0,0 1,1-1,0 1,1-1,0 1,1 0,0 0,0 0,1 0,1 0,0 0,0-1,1 1,0 0,1-1,1 1,-1-1,2 0,-1 0,1 0,1-1,0 1,0-1,1-1,0 1,0-1,1-1,8 8,-10-10,0 0,0 0,0-1,1 1,0-1,0-1,0 1,0-1,1 0,-1-1,1 0,0 0,-1-1,1 1,0-2,0 1,0-1,0 0,0-1,-1 0,1 0,0-1,0 0,-1 0,1-1,-1 0,0 0,0-1,0 0,0 0,-1 0,1-1,1-2,-2-4,1 0,-1-1,-1 1,0-1,-1 0,0-1,-1 1,0-1,-1 0,0 1,-1-1,-1 0,0 0,-1 0,0 0,-1 0,0 1,-1-1,-1-3,0 5,1 0,-1 1,-1-1,0 1,0 0,-1 1,0-1,-1 1,0 0,0 1,-1-1,0 1,-1 1,5 3,-1 0,0 0,-1 1,1 0,0 0,-1 0,0 1,1-1,-1 1,0 1,0-1,-1 1,1 0,0 1,0-1,0 1,0 1,-1-1,1 1,0 0,0 0,0 1,0 0,-2 1,0 1,1 0,-1 1,1 1,0-1,0 1,1 0,0 1,0-1,0 1,1 1,0-1,1 1,-1-1,1 1,1 1,0-1,0 0,0 1,1-1,1 1,-1 0,1 0,1 0,0 0,0-1,0 1,1 0,1 0,0 0,0-1,0 1,1-1,0 1,1-1,0 0,0-1,1 1,0-1,2 3,40 42,4-10</inkml:trace>
  <inkml:trace contextRef="#ctx0" brushRef="#br0" timeOffset="391.237">4879 1509,'-6'9,"-1"0,2 0,-1 1,1-1,1 1,0 1,0-1,1 0,0 1,1-1,0 1,0 0,2 0,-1 0,1 0,1 0,0 0,0-1,1 1,1 0,0-1,0 1,1-1,0 0,1 0,0 0,0-1,1 0,6 7,-3-7,2 0,0 0,0-1,0 0,1-1,0-1,1 0,-1 0,1-1,0-1,0 0,1-1,-1 0,1-1,0 0,-1-1,1-1,0 0,0-1,0-1,-1 0,13-4,-20 4,-1 0,1-1,-1 1,1-1,-1-1,0 1,0-1,0 0,-1 0,1 0,-1-1,0 1,-1-1,1 0,-1 0,0-1,0 1,0-1,-1 1,0-1,0 0,0 0,-1 0,0 0,2-9,-1 1,-1-1,-1 0,0 0,-1 0,-1 1,0-1,0 0,-4-7,0 3,0 0,-2 0,0 1,-1 0,0 0,-2 1,0 0,-5-4,10 13,0 1,0 1,0-1,-1 1,0 0,0 0,0 1,-1 0,0 0,0 1,0 0,0 1,-1-1,0 2,1-1,-1 1,0 0,0 1,-4 0,7 1,-1 1,0-1,1 1,-1 1,1-1,-1 1,1 0,0 1,0 0,0-1,0 2,0-1,0 1,1 0,0 0,0 0,0 1,0 0,1 0,0 0,0 1,0-1,1 1,0 0,0 0,-2 5,-2 7,0 1,2-1,0 1,1 0,1 0,1 1,1-1,0 16,6 38,4-10</inkml:trace>
  <inkml:trace contextRef="#ctx0" brushRef="#br0" timeOffset="-2173.367">883 1256,'-18'4,"1"0,1 2,-1 0,1 1,0 0,0 1,1 1,1 1,-1 0,1 1,1 0,0 1,1 1,0 0,1 0,0 1,-3 7,3-5,0 0,2 0,0 1,0 0,2 1,0 0,1 0,1 0,1 1,1-1,0 1,1 0,1 0,1 0,1 0,0 0,1 0,2 2,-1-14,0 0,1 0,0 0,0-1,1 1,0-1,0 0,0-1,0 1,1-1,0 0,1 0,-1-1,1 0,-1 0,1 0,0-1,1 0,-1 0,1-1,-1 0,1-1,-1 1,1-1,0-1,0 1,0-1,-1-1,1 0,0 0,0 0,-1-1,1 0,-1 0,0-1,1 0,-1 0,0-1,-1 0,1 0,-1-1,3-1,12-16,0 0,-2-1,0-1,-1-1,-2-1,-1 0,-1-1,-1 0,-1-1,-1 0,-1-6,-8 31,29-75,-3-1,-4-2,-3 0,-1-12,-21 13,1 77,-1 1,0-1,1 1,-1 0,0 0,0-1,-1 1,1 0,0 0,-1 0,1 0,-1 1,0-1,0 0,0 1,1-1,-1 1,-1-1,1 1,0 0,0 0,0 0,-1 0,1 0,0 1,-1-1,1 1,-1-1,1 1,-1 0,-8 1,0 0,0 1,0 1,0-1,1 2,-1-1,1 2,0-1,0 1,1 1,-1 0,1 0,0 1,1 0,0 0,0 1,0 0,-1 3,-2 4,0 0,0 1,2 0,0 1,1 0,0 1,2-1,0 1,1 1,0-1,2 1,0-1,1 1,1 18,2 1,1 0,1 0,3 0,1-1,1 0,14 35,126 293,-129-261,-18-82</inkml:trace>
  <inkml:trace contextRef="#ctx0" brushRef="#br0" timeOffset="-1896.692">1310 1964,'2'-20,"1"-14,0-6,-1 2,0 10,-1 16,-3 20,-1 19,1 17,-1 12,2 5,2 2,1-3,3-5,2-12,1-13</inkml:trace>
  <inkml:trace contextRef="#ctx0" brushRef="#br0" timeOffset="-1063.026">1898 1322,'-5'-1,"0"1,-1-1,1 1,0 0,-1 0,1 0,0 1,-1 0,1 0,0 0,0 1,0 0,0 0,0 0,0 0,1 1,-1 0,1 0,0 0,-1 0,1 1,1 0,-1 0,-2 3,-5 7,0 0,2 0,0 1,0 0,2 1,0 0,0 1,-3 11,1 0,1 0,2 1,1 0,1 1,0 21,4-37,0 1,1-1,0 0,1 0,0 0,1 0,1 0,0 0,1-1,1 0,0 0,1 0,0-1,8 11,-10-17,0 0,1 0,-1 0,1-1,0 0,1 0,-1 0,1-1,0 0,0 0,1-1,-1 0,1 0,-1-1,1 0,0 0,0-1,0 0,0-1,0 1,0-1,0-1,0 0,0 0,-1 0,1-1,0 0,0-1,-1 1,1-1,-1-1,1-1,5-2,-1-1,0 0,-1-1,0-1,-1 0,1 0,-2-1,0 0,0-1,-1 0,0 0,-1-1,-1 0,2-5,4-13,-1 0,-1-1,-2-1,-1 1,1-26,-2 19,-3 0,-1 0,-1 0,-2-1,-2 1,-2 0,-2 0,-1 1,-11-31,15 58,-1 1,0 0,-1 0,0 0,0 1,-1 0,-1 0,1 0,-1 1,-1 0,-1 0,7 5,0 1,-1-1,0 1,0 0,1-1,-1 2,0-1,-1 0,1 1,0 0,0 0,-1 0,1 1,0-1,-1 1,1 0,-1 0,1 1,0-1,-1 1,1 0,0 0,0 0,-1 1,1-1,0 1,0 0,1 0,-4 3,1 2,-1 0,2 0,-1 1,1 0,0 0,0 1,1-1,0 1,1 0,0 0,0 0,1 1,0-1,1 0,0 1,1-1,0 1,0 0,1-1,0 1,1 4,7 48,3-1,2-1,3-1,3 0,2-1,2-1,3-1,3-2,2 1,-28-49,77 109,-78-111,1 0,0-1,0 1,0-1,1 0,-1 0,1-1,-1 1,1-1,0 0,0 0,0-1,0 1,0-1,0 0,1-1,-1 1,0-1,0 0,1 0,-1-1,0 1,0-1,4-2,3-1,-1-1,1 0,-2-1,1 0,0-1,-1 0,5-6,26-17,-40 30,0 0,-1-1,1 1,0 0,0 0,-1 0,1 0,0 0,-1 0,1 0,0 0,0 0,-1 0,1 0,0 1,-1-1,1 0,0 0,-1 1,1-1,-1 0,1 1,0-1,-1 1,1-1,-1 0,1 1,-1-1,1 1,-1 0,1-1,-1 1,0-1,1 1,-1 0,0-1,0 1,1 0,-1-1,0 1,0 0,0 0,0-1,0 1,0 0,0-1,0 1,0 0,0-1,0 1,0 0,-1 0,1-1,0 1,0-1,-1 1,1 0,-1-1,1 1,0-1,-1 1,1 0,-1-1,0 1,1 6,-1-2,0-1,1 1,0 0,0-1,0 1,0-1,1 1,0 0,0-1,0 0,1 1,-1-1,1 0,0 0,0 1,0-2,1 1,0 0,-1 0,1-1,1 1,-1-1,0 0,1 0,-1 0,1-1,0 1,0-1,0 0,0 0,4 1,-4-2,0 1,1-1,-1 0,0 0,1 0,-1-1,1 1,-1-1,1 0,-1-1,1 1,-1-1,0 0,1 0,-1 0,0 0,0-1,1 0,-1 0,0 0,-1 0,1-1,0 1,-1-1,1 0,-1 0,0 0,0-1,0 1,-1-1,1 1,-1-1,0 0,0 0,0 0,0 0,0-4,1 2,-1 0,0 0,-1 1,1-2,-1 1,-1 0,1 0,-1 0,0 0,0 0,-1-1,1 1,-2 0,1 0,-1 0,1 0,-2 0,1 1,-1-1,1 1,-1-1,-1 1,1 0,-1 0,0 0,0 1,-1 0,1-1,-1 1,0 1,0-1,0 1,-1 0,-1-1,1 1,0 1,0 1,0-1,-1 1,1 0,0 0,0 0,-1 1,1 0,0 1,-1-1,1 1,0 0,0 1,0-1,0 1,0 1,0-1,0 1,1 0,-1 0,1 0,0 1,0 0,0 0,1 0,-1 1,1 0,0-1,0 2,1-1,-1 0,1 1,-2 4,5-7,-1 0,1 0,-1 1,1-1,0 0,0 1,0-1,1 0,-1 1,1-1,0 0,0 0,0 0,0 1,0-1,1 0,0-1,-1 1,1 0,0 0,0-1,1 1,-1-1,0 0,1 1,-1-1,1 0,0-1,2 3,28 14</inkml:trace>
  <inkml:trace contextRef="#ctx0" brushRef="#br0" timeOffset="-847.82">2861 1483,'9'-2,"17"-1,17 0,15 3,12 1,2 1,-8 0,-15 2,-16-1</inkml:trace>
  <inkml:trace contextRef="#ctx0" brushRef="#br0" timeOffset="-667.787">2928 1683,'18'7,"18"2,18 2,16-1,12 0,5 1,0-2,-6 1,-16-3</inkml:trace>
  <inkml:trace contextRef="#ctx0" brushRef="#br1" timeOffset="-140360.126">0 427,'97'32,"0"-4,2-5,54 5,-132-25,1219 163,-604-100,939 120,-20 83,-1474-256,1-4,0-3,3-4,441 4,-230 0,-295-7,0 2,-1-1,1 0,0 0,0 0,0 0,-1 0,1 1,0-1,0 0,0 1,-1-1,1 0,0 1,-1-1,1 1,0-1,-1 1,1-1,-1 1,1 0,-1-1,1 1,-1 0,1-1,-1 1,0 0,1 0,-1-1,0 1,0 0,0 0,1 0,-1-1,0 1,0 0,0 0,0 0,0-1,0 1,-1 0,1 0,0 0,0-1,-1 1,1 0,0 0,-1-1,1 1,0 0,-1-1,1 1,-1 0,0-1,1 1,-1-1,1 1,-1-1,0 1,1-1,-1 1,0-1,0 0,1 1,-2-1,-4 10,-49 128,27-54,-133 241,135-266,4 2,2 0,3 1,2 1,4 0,-4 63,-9 165,21-275,-1 0,-1 0,0-1,-1 0,0 0,-2-1,0 0,0 0,-1 0,-1-1,0-1,-1 0,-1 1,4-6,1-1,-1 1,-1-2,1 1,-1-1,0-1,0 1,0-2,-1 1,1-1,-1-1,0 0,0 0,0-1,0 0,0 0,-7-2,-21-1,0-2,1-2,-1-2,-2-2,11 4,-392-69,-2 18,-223 7,540 42,-578-24,-323-30,270-46,492 69,97 20,-1 6,-114 7,254 6,4 0,0 1,0-1,0 0,0 0,0-1,0 0,-1 0,2 0,-1 0,0-1,0 1,0-1,1-1,-1 1,1-1,0 1,-1-2,-10-12,0 0,0-2,2 0,0 0,1-1,1-1,-4-12,-4-3,-8-13,3-2,1-1,3-1,1-4,-9-67,5-2,6 0,6-1,4-118,11 92,6 1,7 0,7 1,17-46,-33 158,6-27,-2 0,-2 0,-4-1,-3-9,-6 59,-1 15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1:18.4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395 79,'-26'3,"-1"0,1 2,0 1,0 1,1 1,0 1,0 1,1 1,0 2,1 0,-20 16,38-26,-1 0,1 1,0 0,0 0,0 1,1-1,0 1,0 0,0 0,0 0,1 1,0-1,0 1,0 0,1 0,0 0,0 0,0 0,1 0,0 1,0-1,1 0,0 1,0-1,0 1,1-1,0 0,1 6,8 7,1-1,1 0,0-1,1 0,1-1,1 0,0-2,15 12,1 3,-23-21,15 12,-1 1,-1 0,-1 2,0 0,-2 1,-1 1,-1 1,-1 0,5 16,-18-38,0 1,0-1,-1 1,0-1,0 1,0 0,-1-1,1 1,-1 0,0 0,-1-1,1 1,-1 0,0 0,0-1,0 1,-1-1,1 1,-1-1,0 0,0 1,-1-1,0 0,1-1,-1 1,0 0,-1-1,1 0,-1 1,1-1,-1-1,0 1,0 0,0-1,0 0,-1 0,1 0,-1-1,1 1,-1-1,0 0,4-1,-1 0,0 0,0 0,0 0,1 0,-1-1,0 1,0 0,1-1,-1 1,0-1,1 0,-1 0,1 1,-1-1,1 0,-1 0,1-1,-1 1,1 0,0 0,0-1,0 1,0 0,0-1,0 0,0 1,0-1,0 1,1-1,-1 0,1 1,-1-1,1 0,0 0,-1 1,1-1,0 0,0 0,0 0,1 1,-1-2,22-76,4 33,2 1,3 1,1 1,28-27,29-40,-71 89,0-1,-2 0,-1-2,-1 0,-1 0,-1-1,-1-1,-1 0,-2 0,0-1,-2 0,3-25,-9 46,1 0,-1 0,0 0,-1 0,1 0,-1 0,0 1,-1-1,1 0,-1 0,0 1,-1-1,1 1,-1 0,0 0,-1 0,1 0,-1 0,0 1,0-1,0 1,-1 0,-2-2,4 6,1 0,-1 0,0 0,1 0,-1 0,0 0,1 1,-1-1,1 1,-1 0,1 0,-1 0,1 0,0 0,-1 0,1 0,0 1,0 0,0-1,0 1,0 0,0 0,1 0,-1 0,0 0,1 0,0 0,-1 1,1-1,0 1,0-1,1 1,-1-1,0 1,1-1,-1 1,1-1,0 1,0 0,0 0,-1 18,1 0,1-1,1 1,0 0,2-1,0 1,1-1,2 0,0-1,0 0,2 0,8 13,-8-13,28 64,-3 1,-4 2,-4 0,-3 4,6 26,-3-95,-13-24</inkml:trace>
  <inkml:trace contextRef="#ctx0" brushRef="#br0" timeOffset="179.535">382 386,'9'-4,"19"-2,25-2,24 0,19 2,12 1,1 7,-18 3</inkml:trace>
  <inkml:trace contextRef="#ctx0" brushRef="#br0" timeOffset="1415.876">1344 694,'2'-14,"-1"1,0 0,-1-1,0 1,-1-1,0 1,-1 0,-1-1,-1 0,3 9,-1 1,0-1,0 1,0-1,0 1,-1 0,1 0,-1 0,0 0,-1 0,1 1,-1 0,1-1,-1 1,0 0,0 1,0-1,0 1,-1 0,1 0,-1 0,1 1,-1-1,0 1,0 0,-2 0,-2 2,0-1,0 1,1 1,-1 0,0 0,0 0,1 1,0 1,-1-1,1 2,1-1,-1 1,0 0,1 0,0 1,1 0,-1 0,1 1,0 0,1 0,-1 0,2 0,-1 1,1 0,0 0,0 1,1-1,0 0,1 1,0 0,0 0,1 0,0 0,1 0,0 8,0-13,0-1,1 1,-1 0,1 0,0-1,0 1,0-1,1 1,-1-1,1 1,0-1,0 0,0 0,0 0,0 0,1 0,0 0,-1 0,1-1,0 0,0 1,0-1,1 0,-1-1,0 1,1 0,-1-1,1 0,2 1,3 0,-1-1,1 0,-1 0,1-1,-1 0,1 0,-1-1,1 0,-1 0,1-1,-1 0,6-3,-6 2,0 0,0-1,-1 0,0 0,1-1,-2 0,1 0,0 0,-1-1,0 0,-1 0,1-1,-1 0,0 0,-1 0,1 0,-2-1,1 1,-1-1,0 0,-1 0,1 0,-2-1,1 1,-1-1,0 1,-1 0,0-1,-1-5,-3 50,3-21,1 1,1 0,0-1,1 1,1 0,0-1,2 0,-1 0,2 0,0-1,0 1,2-1,7 11,-13-22,0-1,0 0,0 1,0-1,1 0,-1 0,0-1,1 1,0 0,-1-1,1 0,0 1,0-1,-1 0,1 0,0-1,0 1,0-1,0 1,0-1,0 0,0 0,1 0,-1-1,0 1,0-1,0 1,-1-1,1 0,0 0,0-1,0 1,-1 0,1-1,-1 0,1 1,-1-1,1 0,-1 0,0-1,0 1,0 0,0-1,-1 1,1-1,-1 0,1 1,-1-1,0-1,9-20,-2-1,-1 0,-1 0,-1 0,-1-1,-1 0,-1 0,-2 0,-1-1,2-9,-1 35,-1-1,1 0,0 0,0 0,0 0,0 0,0 0,0 0,0 0,1 1,-1-1,0 0,1 0,0 0,-1 0,1 1,0-1,0 0,0 1,0-1,1 1,-1-1,0 1,0-1,1 1,-1 0,1 0,-1-1,1 1,0 0,-1 1,1-1,0 0,0 0,0 1,0-1,-1 1,1 0,0-1,0 1,2 0,13 3,0 0,0 1,-1 0,1 2,-1 0,0 1,0 0,13 10,-24-14,1 2,-1-1,0 1,0 0,-1 0,1 0,-1 0,0 1,-1 0,1 0,-1 0,0 0,0 0,-1 1,0-1,0 1,-1-1,0 1,0 0,0 0,-1 0,0 0,0-1,-1 1,0 3,1-2,-2 0,1 0,0 1,1-1,0 0,0 1,1-1,0 0,1 1,-1-1,2 0,-1 0,1 0,0-1,1 1,0-1,0 1,0-1,1 0,0-1,1 1,-1-1,2 1,2-2,0-1,1 0,-1 0,1-1,0 0,0 0,0-1,0 0,0-1,1-1,-1 1,0-1,0-1,1 0,-1-1,0 0,0 0,0-1,0 0,-1-1,1 0,-1 0,0-1,0-1,-1 1,1-1,-1-1,-1 0,1 0,-1 0,0-1,-1 0,0 0,0-1,0 1,-1-1,2-8,-3 11,-1-1,-1 0,1 1,-1-1,-1 0,1 0,-1-1,0 1,-1 0,0 0,0 0,0-1,-1 1,0 0,-1 0,1 0,-1 0,-1 0,1 0,-1 1,0-1,-1 1,1 0,-3-3,4 7,0 1,-1 0,1-1,0 1,0 0,-1 0,1 0,0 1,-1-1,1 0,-1 1,1 0,-1-1,1 1,-1 0,1 1,0-1,-1 0,1 1,-1-1,1 1,-1 0,1-1,0 1,-1 0,1 1,0-1,0 0,0 1,0-1,0 1,-1 1,-50 65,50-62,0 1,0 0,1-1,0 1,0 0,0 0,1 0,0 1,1-1,-1 0,1 0,1 0,-1 1,1-1,1 0,-1 0,1 0,0 0,1-1,0 1,0 0,0-1,1 0,0 0,0 0,0 0,1-1,0 0,0 1,0-2,1 1,0-1,4 3,13 5,-1-2,1 0,1-2,0 0,0-2,0-1,1 0,0-2,-1-1,1-1,3-1,-9 2,-1-1,1-1,0-1,0 0,-1-2,1 0,-1-1,0 0,0-2,0 0,-1-1,0-1,0 0,-1-1,0-1,7-6,-20 12,1-1,-1 1,0 0,0-1,-1 0,1 1,-1-1,0 0,0 0,0-1,-1 1,0 0,0-1,0 1,-1 0,0-1,0 1,0 0,0-1,-1 1,0-1,0 1,-1 0,0 0,1 0,-2 0,1 0,0 0,-1 0,0 1,0 0,0-1,-1 1,0 0,0 0,0 1,0-1,0 1,0 0,-1 0,0 0,0 1,1 0,-1 0,-1 0,-1 0,-3 1,0 0,0 1,1 1,-1 0,0 0,0 1,0 0,1 1,-1 0,1 0,0 1,0 0,0 1,0 0,1 0,0 1,0 0,0 0,1 1,0 0,0 0,1 1,0 0,0 0,1 0,0 1,1 0,-1 0,0 5,3-11,0 0,1 0,0 0,-1 0,1 0,1 1,-1-1,0 0,1 1,-1-1,1 0,0 1,0-1,1 1,-1-1,1 0,-1 1,1-1,0 0,0 0,1 0,-1 0,0 0,1 0,0 0,0 0,0 0,0-1,0 1,1-1,-1 1,1-1,-1 0,1 0,0 0,2 1,6 0,0-1,0 0,0 0,0-1,0-1,0 0,1 0,-1-1,0-1,0 0,0 0,-1-1,1 0,0-1,-1 0,0-1,0 0,0 0,-1-1,0-1,0 1,0-2,2-2,-5 5,-1 0,-1-1,1 1,-1-1,0 0,0 0,0 0,-1-1,0 1,0-1,-1 0,0 0,0 0,-1 0,1 0,-2 0,1 0,-1 0,0 0,0-3,-1 8,1 1,0 0,-1 0,1 0,0 0,-1 0,1 0,-1 0,0 0,1 0,-1 0,0 0,0 0,1 0,-1 1,0-1,0 0,0 0,0 1,0-1,0 1,0-1,0 1,0-1,0 1,-1 0,1-1,0 1,0 0,0 0,0 0,-1 0,1 0,0 0,0 0,0 0,0 1,-1-1,1 0,0 1,0-1,0 1,0-1,0 1,0-1,0 1,0 0,0 0,0-1,1 1,-1 0,0 0,0 0,1 0,-1 0,0 0,1 0,-1 0,1 0,0 0,-1 0,1 0,0 0,-1 1,1-1,0 0,0 0,0 1,-2 3,0 0,0 0,1 0,-1 1,1-1,0 0,1 0,-1 1,1-1,0 1,0-1,1 0,0 1,0-1,0 0,0 0,1 0,0 0,0 0,0 0,1 0,0 0,0-1,0 0,0 1,0-1,1 0,0-1,0 1,0-1,0 1,1-1,2 1,11 6,0-2,0 0,1-1,0-1,0-1,10 2,52 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1:20.4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1 562,'6'41,"2"0,2 0,2-1,2 0,1-1,2 0,14 21,-29-56,1 4,1 0,1-1,-1 0,1 1,0-1,1-1,-1 1,1-1,1 0,-1-1,1 1,3 1,-9-7,0 1,0-1,0 1,0-1,0 0,0 1,0-1,0 0,0 0,0 0,0 0,0 0,0 0,0 0,0 0,0 0,0-1,0 1,0 0,0-1,0 1,0 0,-1-1,1 1,0-1,0 0,0 1,0-1,-1 0,1 1,0-1,-1 0,1 0,-1 0,1 1,0-1,-1 0,0 0,1 0,-1 0,0 0,1 0,-1 0,0 0,0 0,7-50,-27-174,20 221,0-1,0 1,0-1,1 0,-1 1,1-1,1 1,-1 0,0-1,1 1,0 0,0 0,0 0,1 0,0 0,-1 1,1-1,0 1,0-1,1 1,-1 0,1 1,0-1,-1 0,1 1,0 0,1 0,-1 0,0 1,67-12,-38 12</inkml:trace>
  <inkml:trace contextRef="#ctx0" brushRef="#br0" timeOffset="227.32">509 615,'7'19,"4"12,3 10,1 8,-2 4,0-1,-4-3,-2-6,0-9,-2-7,-1-8</inkml:trace>
  <inkml:trace contextRef="#ctx0" brushRef="#br0" timeOffset="401.865">442 308,'-2'0,"6"2,11 6,12 3,2 0</inkml:trace>
  <inkml:trace contextRef="#ctx0" brushRef="#br0" timeOffset="593.839">883 615,'0'14,"0"11,0 8,0 6,2 5,6 4,3-2,5-1,1-5,1-6,-1-9,-1-9,-3-7</inkml:trace>
  <inkml:trace contextRef="#ctx0" brushRef="#br0" timeOffset="872.716">829 241,'3'0,"11"5,16 1,2-1</inkml:trace>
  <inkml:trace contextRef="#ctx0" brushRef="#br0" timeOffset="1118.045">1445 1,'0'7,"0"15,0 23,2 22,1 20,2 13,3 10,2 2,1-1,2-9,0-13,1-16,-2-19,-4-23,-2-17</inkml:trace>
  <inkml:trace contextRef="#ctx0" brushRef="#br0" timeOffset="1443.098">1084 509,'72'-6,"1"2,-1 4,1 2,-1 4,3 4,68 22,-134-29,0 0,0 1,-1 0,1 0,-1 1,0 0,0 0,-1 1,1 0,-1 0,-1 1,1 0,-1 0,0 2,-2 0,0 1,0 0,-2-1,1 1,-1 1,-1-1,1 0,-2 0,0 1,0-1,-1 0,0 0,0 1,-1-1,-1 0,0 0,0-1,-1 1,-3 6,-18 89,24-102,1 0,0 0,0 0,0-1,0 1,1 0,-1 0,1 0,-1 0,1 0,0-1,0 1,0 0,1-1,-1 1,1-1,-1 1,1-1,0 0,0 0,0 0,0 0,0 0,0 0,1 0,-1-1,1 1,-1-1,1 0,0 1,-1-1,1-1,0 1,0 0,0-1,0 1,5 0,-1 0,1 0,-1 0,1-1,-1 0,1-1,-1 0,0 0,1-1,-1 1,0-2,0 1,0-1,0 0,0 0,-1-1,1 0,-1 0,0 0,0-1,-1 0,0 0,1-1,-2 1,1-1,0 0,-1-1,-1 1,1-1,-1 1,0-1,0 0,-1 0,0-1,0 1,-1 0,1-2,-1 1,0 0,0 0,-1-1,0 1,0 0,-1 0,0 0,0 0,-1 0,0 0,0 0,-1 0,0 1,-1 0,0-1,0 1,0 0,-1 1,0-1,0 1,0 0,-1 0,0 0,0 1,-1 0,0 1,1-1,-2 1,1 0,0 1,-1 0,1 0,-1 0,-4 0,6 3,1 0,-1 0,1 0,-1 1,1-1,0 2,-1-1,1 0,0 1,0 0,0 0,0 1,0-1,0 1,1 0,-1 0,1 1,0-1,0 1,0 0,0 0,1 0,0 1,-1-1,2 1,-1 0,0 0,1 0,0 0,0 0,1 0,0 1,-1-1,2 0,-1 1,1-1,-1 1,1-1,1 1,-1-1,1 1,0-1,1 0,-1 1,1-1,0 0,1 3,3 1,0 1,1-1,0 0,0 0,1-1,0 0,0-1,1 0,0 0,0 0,1-1,0-1,0 0,0 0,1-1,0 0,53 20</inkml:trace>
  <inkml:trace contextRef="#ctx0" brushRef="#br0" timeOffset="2239.187">2407 883,'1'-10,"0"1,-1-1,0 0,0 1,-1-1,0 0,-1 1,0-1,-1 1,0-1,0 1,-1 0,0 1,-1-1,0 0,0 1,0 0,-1 1,-1-1,1 1,-1 0,0 1,-4-3,7 7,0 0,0 0,-1 1,1 0,0 0,0 0,-1 0,1 1,0 0,-1-1,1 2,0-1,-1 0,1 1,0 0,-1 0,1 0,0 1,0-1,0 1,0 0,0 0,1 0,-1 1,0-1,1 1,0 0,0 0,0 0,0 1,0-1,-1 3,-1 0,0 0,1 1,0-1,0 1,1-1,0 1,0 1,0-1,1 0,0 0,1 1,0-1,0 1,0 0,1-1,0 1,1-1,0 7,1-8,0 0,1 0,-1 0,1 0,0 0,1 0,0-1,-1 0,2 0,-1 0,1 0,-1 0,1-1,0 0,1 0,-1-1,1 1,0-1,0 0,0-1,0 1,0-1,5 1,1 0,0-1,-1 0,1 0,0-1,0-1,0 0,0-1,0 0,0-1,0 0,0-1,7-2,39-17,-56 23,-1 0,-1 0,1 0,0 0,0 0,0 0,0 1,-1-1,1 0,-1 1,1-1,-1 0,1 1,-1-1,0 0,0 1,1-1,-1 0,0 1,0-1,-1 1,1-1,0 0,0 1,-1 0,1 1,0-2,-1 1,0 1,1 0,-1 0,1 0,0 0,-1 0,1 0,0-1,1 1,-1 0,0 0,1 0,0 0,0 0,0-1,0 1,0 0,0-1,1 1,-1-1,1 1,-1-1,1 0,0 1,0-1,0 0,1 0,-1-1,0 1,1 0,-1-1,1 1,-1-1,1 0,2 1,-1-2,0-1,0 1,0-1,0 0,0 0,0 0,0-1,0 1,0-1,-1 0,1 0,-1 0,1 0,-1-1,0 0,0 1,0-1,0 0,0-1,-1 1,1 0,-1-1,2-3,37-90,-4-94,-36 190,-2-1,1 0,0 0,0 0,0 1,1-1,-1 0,0 0,1 1,-1-1,1 0,-1 1,1-1,0 0,0 1,0-1,0 1,0-1,0 1,0 0,0-1,0 1,1 0,-1 0,0 0,1 0,-1 0,1 0,0 0,-1 1,1-1,0 0,-1 1,1-1,1 1,10 2,1 0,-1 1,1 1,-1 0,0 1,-1 0,1 1,-1 0,0 1,-1 0,10 8,-16-10,-1 0,1 1,-1-1,-1 1,1-1,-1 1,0 0,0 0,-1 1,1-1,-1 0,-1 1,1-1,-1 1,-1 0,1 0,-1-1,0 1,0 0,-1-1,0 1,0 0,-1-1,0 1,0-1,0 0,-1 1,-3 4,-9 56,14-63,0 0,1 0,0-1,0 1,0 0,0 0,1-1,-1 1,1 0,0 0,0-1,0 1,1-1,-1 1,1-1,0 0,0 1,0-1,0 0,1 0,-1-1,1 1,0 0,0-1,0 0,0 1,0-1,0 0,0-1,2 2,9 1,0 0,0-1,1-1,-1 0,1-1,-1 0,1-1,-1-1,1 0,-1-1,1-1,-1 0,0-1,0 0,0-1,-1-1,0 0,0-1,0 0,-1-1,0 0,0-1,-1-1,5-5,-10 10,0-1,-1 0,1 0,-1 0,0 0,-1-1,0 0,0 0,0 0,-1 0,0-1,0 1,-1-1,0 0,0 0,-1 0,0 0,0 0,-1 0,0 0,-1 0,0 0,0 0,0 0,-1 1,0-1,-1 0,0 1,0-1,0 1,-1 0,0 0,-1 0,0 0,4 6,-1-1,0 0,0 1,0-1,0 1,0 0,-1-1,1 1,0 0,-1 0,1 1,0-1,-1 0,1 1,-1-1,1 1,-1 0,1 0,-1 0,1 0,-1 0,1 1,-1-1,1 1,-1 0,1 0,0-1,-1 1,1 1,0-1,0 0,0 1,0-1,0 1,0-1,0 1,0 0,1 0,-1 0,0 0,0 1,-2 4,0 0,0 1,0 0,1 0,0 0,0 0,1 0,0 1,1-1,0 0,0 1,0-1,1 1,1 0,-1-1,2 1,-1-1,1 0,0 1,1-1,0 0,0 0,0 0,1-1,1 1,-1-1,5 5,8 5,0-1,1-1,0 0,1-2,1 0,0-1,0-1,1-1,1-1,0-1,0-1,22 4,34 11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1:23.8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42 442,'-2'25,"-3"22,-1 16,1 14,1 9,1 4,2-2,0-7,1-12,0-21,0-18</inkml:trace>
  <inkml:trace contextRef="#ctx0" brushRef="#br0" timeOffset="3179.342">149 455,'-18'32,"1"1,2 0,2 1,0 1,3 0,1 0,-2 20,-4 16,4 1,3 1,2 0,5 12,1-74,-1-3,0 0,1 0,0 0,1-1,0 1,0 0,0 0,1-1,1 1,-1-1,1 0,0 1,0-1,1 0,0-1,3 5,-3-9,0-1,0 1,0 0,0-1,0 0,0 0,0 0,0-1,0 1,0-1,0 0,1 0,-1-1,0 1,0-1,0 0,0 0,0 0,0 0,0-1,0 0,-1 1,1-1,0-1,-1 1,0-1,0 1,1-1,29-20,-1-2,-1-1,-1-1,-1-1,-2-2,-1-1,-2-1,0-1,-3-1,11-23,-14 23,-1-1,-2-1,-1 0,-2-1,-2 0,2-18,-9 36,0 1,-1-1,-1 0,-1 0,0 0,-2 0,0 0,-1 0,-1 1,-1 0,0-1,-2 1,0 1,-1-1,5 10,-2 0,1 0,-1 1,0-1,0 1,-1 0,0 1,0-1,0 1,-1 1,0-1,0 1,-1 0,0 1,1-1,-1 2,-1-1,1 1,0 0,-1 1,0 0,1 0,-1 1,0 0,0 1,0 0,0 0,0 1,0 0,1 0,-1 1,0 0,1 1,-2 0,1 3,0-1,1 1,-1 1,1 0,1 0,-1 0,1 1,0 0,1 0,0 1,0 0,1 0,0 0,1 1,0 0,0 0,1 0,0 1,-1 6,1 1,0-1,1 0,1 1,0-1,2 1,0-1,1 1,0-1,4 11,7 10,1-1,2-1,2 0,1-1,1-1,7 5,-1 2,-1 1,-2 1,13 36,15 119,3 10,-46-189</inkml:trace>
  <inkml:trace contextRef="#ctx0" brushRef="#br0" timeOffset="3517.642">604 1471,'22'-90,"-4"0,5-76,-20 143,1 20,-1 16,8 76,-4 1,-4 82,-3-127,0 2</inkml:trace>
  <inkml:trace contextRef="#ctx0" brushRef="#br0" timeOffset="3772.86">643 321,'14'-7,"16"-2,16 1,14 1,11 2,6 4,0 5,-5 5,-7 5,-13-1,-15-2</inkml:trace>
  <inkml:trace contextRef="#ctx0" brushRef="#br0" timeOffset="4036.32">1031 67,'-7'23,"-2"21,1 18,1 18,2 13,4 7,5 2,6-5,1-19</inkml:trace>
  <inkml:trace contextRef="#ctx0" brushRef="#br0" timeOffset="4832.386">1887 481,'-15'0,"0"0,0 1,0 1,0 0,0 1,0 1,0 0,1 1,0 0,0 1,0 1,1 0,0 1,0 0,1 1,0 1,1 0,0 0,0 1,1 0,1 1,0 0,0 1,1 0,1 0,0 1,1 0,1 0,-2 5,-6 17,2 0,1 1,2 0,2 0,1 1,2 0,1 0,3 11,-1-36,1-1,1 0,0 0,0 0,1 0,1 0,0-1,3 7,-5-15,-1 0,1 0,-1-1,1 1,0 0,0-1,0 1,0-1,1 1,-1-1,1 0,-1 0,1 0,0-1,0 1,-1-1,1 1,1-1,-1 0,0 0,0 0,0-1,0 1,1-1,-1 1,0-1,0 0,1-1,-1 1,0 0,0-1,1 0,-1 0,0 0,12-6,-1-1,0 0,0-1,-1-1,0 0,-1-1,0 0,-1-1,0 0,0-1,-2 0,0-1,0 0,-1-1,21-31,-3-1,-1-1,-3-1,-2-1,-2 0,-2-2,-3 0,-2-1,-2 0,-3 0,-1-18,-3 53,-1-1,-1 1,-1-1,0 1,-1 0,-1 0,-1 0,-1 0,0 0,-2 1,0 0,0 0,-2 1,0 0,-6-8,12 21,-1-1,-1 0,1 1,0 0,-1 0,1 0,-1 1,0-1,0 1,0 0,0 0,0 1,-1 0,1 0,0 0,-1 0,1 1,0 0,-1 0,1 1,-1-1,1 1,0 0,-1 1,1-1,0 1,0 0,0 0,0 1,1-1,-1 1,1 0,-1 0,1 1,0-1,0 1,-1 2,-10 11,1 1,1 0,0 1,1 1,1 0,1 0,1 1,1 1,1-1,1 1,0 1,2-1,0 1,2-1,1 1,0 0,2 0,1-1,0 1,2 0,2 6,11 27,2 0,2-2,3-1,2 0,3-2,1-1,23 26,-22-29,96 153,-124-195,-3-3,0 0,1 0,-1 0,1 0,-1 0,1 0,0 0,0-1,0 1,0 0,0 0,0-1,0 1,1-1,-1 1,1-1,-1 0,1 1,-1-1,1 0,0 0,-1 0,1 0,0-1,0 1,0 0,0-1,0 1,-1-1,1 0,0 1,0-1,0 0,0 0,0 0,0-1,0 1,0 0,0-1,0 1,0-1,0 0,0 0,11-11,0 0,0-2,-1 0,-1 0,0-1,1-2,2-3,39-55,-53 74,1 1,0 0,0 0,0-1,-1 1,1 0,0 0,0 0,0 0,0 0,0 0,-1 0,1 0,0 1,0-1,0 0,-1 0,1 1,0-1,0 0,-1 1,1-1,0 1,0-1,-1 1,1-1,-1 1,1 0,0-1,-1 1,1-1,-1 1,0 0,1 0,-1-1,1 1,-1 0,0 0,0 0,0-1,1 1,-1 0,0 0,0 0,0 0,0-1,0 1,0 0,0 0,-1 0,1 0,3 7,-1-2,0 1,1-1,0 0,0 1,0-1,1 0,-1-1,1 1,1-1,-1 0,1 0,0 0,0 0,1-1,-1 0,1 0,0-1,0 1,0-1,0-1,1 1,-1-1,1 0,0 0,-1-1,1 0,0 0,0-1,0 0,0 0,0 0,-1-1,1 0,0-1,0 1,1-2,-2 0,0-1,-1 0,1 0,-1-1,0 1,-1-1,1 0,-1 0,0-1,0 1,0-1,-1 0,0 0,0 0,-1 0,0 0,0-1,0 1,-1-1,1 0,-2 1,1-1,-1 0,0 1,0-1,-1 0,0 0,0 1,-1-1,-1-4,2 6,0-1,0 0,-1 1,1-1,-1 1,-1 0,1 0,-1 0,0 0,0 0,0 0,-1 1,1-1,-1 1,0 0,-1 0,1 0,-1 1,0 0,1 0,-1 0,-1 0,1 1,0 0,0 0,-1 0,0 1,1-1,-1 1,0 1,1-1,-1 1,0 0,0 0,-4 2,0 0,0 2,1-1,-1 1,1 1,0 0,0 0,0 1,0 0,1 0,0 1,1 0,-1 1,1-1,1 1,0 1,0-1,0 1,-2 7,-1 5</inkml:trace>
  <inkml:trace contextRef="#ctx0" brushRef="#br0" timeOffset="5152.888">2141 215,'0'-3,"2"0,4 0,4 0,8 2,10 0,12 2,12 2,9 0,7 0,2-1,-2-1,-8 0,-13-1,-13 0</inkml:trace>
  <inkml:trace contextRef="#ctx0" brushRef="#br0" timeOffset="5339.599">2502 0,'-9'21,"-4"22,2 20,2 17,7 12,6 7,5 4,1-3,-2-18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1:29.6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1161,'20'0,"23"0,23 0,20 0,11 3,3 0,-6 4,-17 3,-22 3,-20-1</inkml:trace>
  <inkml:trace contextRef="#ctx0" brushRef="#br0" timeOffset="252.772">121 1469,'18'13,"22"8,25-1,22-3,16-5,9-4,-1-4,-19-2</inkml:trace>
  <inkml:trace contextRef="#ctx0" brushRef="#br0" timeOffset="26221.265">1297 132,'-9'-7,"-1"-2,9 0,13 2,18 0,18-2,16 2,12-1,3-1,-2 1,-12 1,-15 3,-13 1,-16 2,-15 3,-17 1,-12 3,-2-1</inkml:trace>
  <inkml:trace contextRef="#ctx0" brushRef="#br0" timeOffset="27363.623">1485 39,'-267'-36,"265"35,1 1,-1 0,1-1,-1 1,1 0,-1 0,0 0,1 0,-1 0,1 0,-1 0,1 0,-1 1,1-1,-1 1,1-1,-1 1,1 0,0-1,-1 1,1 0,0 0,-1 0,1 0,0 0,0 0,0 0,0 0,0 1,0-1,0 0,1 1,-1-1,0 0,1 1,-1-1,1 1,-1-1,1 1,0-1,0 1,0 0,0-1,0 1,0-1,0 1,0-1,0 1,22 188,-15-100,-4 1,-4 0,-4-1,-7 22,-31 196,1-18,-2 244,37-286,-12 20,-19 10,-13 157,46-38,7-231,0-58,-1-106,0 0,0 0,1 0,-1 0,1 0,-1 0,1 0,0-1,0 1,0 0,0-1,0 0,0 1,0-1,0 0,0 0,1 0,-1-1,0 1,1 0,-1-1,1 1,-1-1,1 0,-1 0,0 0,1 0,-1-1,1 1,-1 0,2-1,6 0,376-9,-375 9,67-16,-72 12,-8 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09.8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66 152,'-11'-18,"-6"-11,-1-2,4 1,8 6,14 10,20 8,21 9,22 6,22 0,16 0,7-2,-2-2,-11-2,-22 1,-24 1,-28 3,-20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09.3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1,'13'23,"17"21,14 14,11 9,9 4,4 2,-1-2,-3-8,-8-8,-11-11,-11-9,-11-11</inkml:trace>
  <inkml:trace contextRef="#ctx0" brushRef="#br0" timeOffset="202.07">562 108,'-15'-4,"-11"0,-10 8,-5 10,-2 14,-4 14,-2 11,-3 10,-3 5,1 1,5-5,10-10,13-14,10-12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08.2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389 227,'-31'20,"2"1,1 2,0 0,2 2,1 2,1 0,1 1,1 1,2 1,1 1,-2 6,5-8,1 0,2 0,0 1,2 1,-5 25,14-53,1 1,0-1,0 0,0 1,0-1,1 0,-1 1,1-1,0 1,0-1,0 1,0-1,1 1,0-1,-1 1,1-1,0 0,1 0,-1 1,0-1,1 0,0 0,0 0,0 0,0-1,0 1,1-1,-1 1,1-1,-1 0,2 1,6-1,1-1,-1 0,1 0,-1-1,0-1,1 0,-1 0,0-1,1 0,-1-1,0 0,-1 0,1-1,-1-1,1 0,-1 0,-1-1,1 0,3-3,14-9,0-1,-2-2,0 0,-1-2,-1 0,-1-1,-2-2,0 0,-2-1,-1 0,-1-2,-1 1,-1-2,-2 0,-1 0,-2-1,-1-1,-1 1,-1-1,-2 0,-1-23,-3 41,0 0,0 0,-1-1,-1 1,-1 1,0-1,0 0,-4-6,7 17,-1 0,1 0,-1-1,0 1,0 0,0 1,0-1,0 0,-1 1,1-1,-1 1,0-1,1 1,-1 0,0 0,-1 1,1-1,0 1,0-1,-1 1,1 0,0 0,-1 0,1 1,-1-1,1 1,-1 0,0 0,1 0,-1 1,1-1,-1 1,1 0,0 0,-4 1,-3 3,0 1,1 1,-1-1,1 2,1-1,-1 1,1 0,1 1,0 0,0 0,0 1,1 0,1 0,0 0,0 1,1-1,0 1,1 0,0 0,1 1,-1 6,-3 38,2-1,3 1,2 0,2 0,3-1,2 0,3 0,2 0,2-2,3 0,11 20,17 32,-34-84</inkml:trace>
  <inkml:trace contextRef="#ctx0" brushRef="#br0" timeOffset="818.464">670 882,'13'1,"-16"4,1 1,0-1,0 1,0 0,1 0,0 0,0 0,1 0,-1 1,1-1,0 0,1 0,0 0,0 0,0 0,1 0,-1 0,1 0,1-1,-1 1,1 0,0-1,0 0,1 0,0 0,0 0,0-1,0 1,0-1,6 3,-2-3,1 0,-1-1,1-1,0 0,0 0,0 0,0-1,1 0,-1-1,0 0,0-1,0 0,0 0,1-1,-1 0,-1-1,1 1,0-2,-1 1,0-1,8-5,-10 5,0 1,0-1,0 0,-1 0,1 0,-1-1,-1 0,1 0,0 0,-1-1,0 1,-1-1,1 0,-1 0,0-1,0 1,-1-1,0 1,0-1,-1 1,0-1,0 0,0 0,-1 0,0 0,0 0,-1 0,0 1,0-4,-1 5,0 0,0-1,0 1,0 0,-1 0,0 1,0-1,0 0,-1 1,1 0,-1 0,0 0,-1 0,1 0,0 1,-1 0,0 0,0 0,0 1,0 0,0-1,0 2,-1-1,-4 0,-2-1,-1 1,1 1,0 0,0 0,0 2,-1-1,1 2,0-1,0 2,0 0,0 0,1 1,-1 0,1 1,1 0,-1 1,1 0,0 1,0 0,0 1,1 0,1 0,-1 1,6-6,0 0,1 0,-1 0,1 1,0-1,0 1,0-1,0 1,0 0,1-1,0 1,0 0,0 0,0 0,1 0,-1 0,1 0,0 0,0 0,0 0,1 0,0 0,0 0,0 0,0 0,0 0,1-1,-1 1,1-1,0 1,0-1,1 1,1 1,23 23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14.0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1,'-4'0,"7"2,12 3,20 4,20-1,18 1,15-1,9-2,-12-2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13.3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320 292,'-7'-2,"-1"1,1 0,0 0,0 0,-1 1,1 0,0 1,0-1,-1 1,1 1,0-1,0 1,0 0,0 1,1 0,-1 0,0 0,1 1,0 0,0 0,0 1,1 0,0 0,-1 0,0 3,-12 14,2 2,0 0,2 1,1 1,1 0,1 1,1 0,1 0,2 1,1 0,1 1,0 16,3-31,1-1,0 1,2-1,-1 1,1-1,1 0,1 1,0 0,-2-10,0 0,0-1,1 1,-1-1,1 1,0-1,0 0,0 0,0 0,0 0,1 0,0 0,-1-1,1 1,0-1,0 0,0 0,1 0,-1 0,0 0,1-1,-1 1,1-1,-1 0,1 0,0 0,0-1,-1 1,1-1,3 0,6-2,1-1,0 0,-1-1,0-1,0 0,0-1,0 0,-1-1,0 0,-1-1,1 0,-2-1,1 0,-1-1,0 0,-1-1,4-5,7-10,-1-1,-1-1,-2 0,-1-1,-1-1,-1 0,-2-1,-1 0,-1-1,-2 0,-1 0,-2 0,-1-1,-2 0,0 0,-3 1,-1-1,-1-2,2 22,-1 0,0 0,-1 0,-1 0,1 0,-2 1,0 0,-1 0,-2-2,7 10,-1 0,0 1,0-1,0 1,0-1,-1 1,0 0,1 0,-1 1,0-1,0 1,-1 0,1 0,0 0,-1 1,1-1,-1 1,1 0,-1 1,0-1,1 1,-1-1,0 2,1-1,-1 0,0 1,-3 1,-5 3,1 1,-1 0,2 1,-1 0,1 1,0 1,0 0,1 0,0 1,1 0,0 0,1 1,0 1,0-1,2 1,-1 0,1 1,1 0,0 0,1 0,1 0,0 1,0 0,0 6,0 0,2 0,0 0,1 1,1-1,1 0,1 0,1 0,0 0,2-1,0 0,1 0,1 0,1-1,0 0,9 12,18 23,2-2,2-2,3-1,31 27,-38-40,-8-9</inkml:trace>
  <inkml:trace contextRef="#ctx0" brushRef="#br0" timeOffset="328.984">680 895,'0'5,"-1"0,1 0,-1 0,1 0,1 0,-1 0,1 0,0 0,0 0,0 0,1 0,0 0,0 0,0-1,0 1,1-1,0 0,0 1,0-1,0-1,1 1,-1 0,1-1,0 0,0 0,0 0,1 0,-1 0,1-1,0 0,2 2,-1-1,1 0,0 0,0-1,0 0,0 0,0 0,0-1,0 0,1-1,-1 0,0 0,1 0,-1-1,0 0,0 0,0-1,0 0,0 0,0-1,0 0,-1 0,1-1,-1 1,0-1,0-1,0 1,-1-1,1 0,-1 0,0-1,-1 1,0-3,-1 0,0-1,0 1,-1 0,0-1,0 1,-1-1,0 0,-1 0,0 1,0-1,-1 0,0 0,0 1,-2-7,2 11,-1-1,1 0,-1 1,0-1,0 1,0-1,0 1,-1 0,0 0,0 0,0 0,0 0,0 1,-1 0,0-1,1 1,-1 0,-1 1,1-1,0 1,0 0,-1 0,0 0,1 1,-1-1,0 1,0 0,-2 0,-1 2,-1 0,1 0,0 0,-1 1,1 0,0 1,0 0,0 0,1 1,-1 0,1 0,0 1,0 0,0 0,-5 6,-11 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12.6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340 177,'-17'5,"0"0,0 1,0 1,1 1,0 0,0 1,1 1,1 0,-1 1,2 1,-1 0,2 1,-1 0,2 1,0 0,1 1,0 0,1 0,1 1,0 1,1-1,1 1,-2 8,-2 9,2 1,0 0,3 0,1 0,1 1,2-1,2 13,-2-43,1-1,-1 1,1-1,0 0,0 1,1-1,-1 1,1-1,0 0,0 1,0-1,1 0,0 0,0 0,0 0,0 0,0 0,1-1,-1 1,1-1,0 1,0-1,1 0,-1-1,1 1,-1 0,1-1,0 0,0 0,0 0,0 0,0-1,0 1,1-1,-1 0,0 0,2-1,8-3,-1-1,0 0,0-1,0-1,-1 0,0 0,0-2,0 1,-1-1,0-1,-1 0,0-1,4-4,34-33,-2-1,-2-3,-2-1,-3-2,-2-2,26-55,-49 86,-2 0,-1-1,-1 0,-2-1,0 0,-2 0,0-1,-2-1,-3 24,-1 1,1-1,-1 0,1 1,-1-1,-1 0,1 1,-1-1,0 1,0-1,0 0,0 1,-1 0,0-1,0 1,0 0,0 0,-1 0,0 0,1 1,-1-1,-1 1,1-1,0 1,-1 0,0 0,1 1,-1-1,-1 1,1 0,-2-1,-6 2,0 0,-1 1,1 1,0-1,0 2,-1 0,1 0,0 1,1 1,-1 0,1 1,-1 0,1 0,1 1,-1 1,1 0,0 0,1 1,-1 0,2 1,-3 2,-2 1,0 0,1 1,0 0,1 1,1 0,0 1,1 0,0 0,1 1,1 0,1 0,0 1,1 0,1 0,0 0,2 1,0-1,1 1,0 0,2-1,0 1,1-1,0 1,2-1,0 1,10 18,2 0,1-1,2-1,22 31,23 41,-53-84,-1 1,-1 0,-2 0,0 1,-1 0,-2 0,0 1,0 22,-2 2</inkml:trace>
  <inkml:trace contextRef="#ctx0" brushRef="#br0" timeOffset="276.109">714 939,'6'-229,"-1"207,0 16,-1 19,3 212,-7-166,10 151,-1-169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3:16.9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4 188,'278'-22,"-248"20,-9-1,0 2,1 0,-1 2,0 0,1 1,-1 1,0 2,3 0,-22-4,1-1,-1 1,0 0,1 0,-1 0,0 0,0 0,0 0,1 0,-1 1,-1-1,1 1,0 0,0-1,-1 1,1 0,-1 0,1 0,-1 0,0 0,0 1,0-1,0 0,0 0,0 1,-1-1,1 0,-1 1,1-1,-1 1,0-1,0 1,0-1,0 1,-1-1,1 0,-1 1,0 0,-39 127,25-4,5 1,6 1,6 29,-1-46,-23 496,-41 454,28-736,22 22,13-33,-5-274,-1 1,-3-1,-1 0,-2 0,-1-1,-3-1,-6 10,15-29,5-15,1 1,-1-1,0 0,0 0,0 0,0 0,-1 0,1 0,-1-1,0 1,0-1,-1 0,0 1,1-1,0 0,-1 0,0 0,1 0,-1-1,0 1,0-1,0 0,-1-1,1 1,0-1,-1 1,1-1,-1 0,1-1,-1 1,0-1,1 0,-1 0,1-1,-4 0,-99-20,97 16,6-1</inkml:trace>
  <inkml:trace contextRef="#ctx0" brushRef="#br0" timeOffset="1756.923">1060 188,'0'0,"0"0,0 0,0 1,1-1,-1 0,0 0,0 0,0 1,0-1,0 0,1 0,-1 0,0 0,0 1,0-1,0 0,1 0,-1 0,0 0,0 0,0 0,1 0,-1 0,0 0,0 1,0-1,1 0,-1 0,0 0,0 0,1 0,-1 0,0 0,0-1,0 1,1 0,-1 0,0 0,0 0,1 0,-1 0,0 0,0 0,0 0,0-1,1 1,-1 0,0 0,0 0,0 25,-55 335,37-260,-36 227,0 147,7 638,-36-373,51-264,25-419,3 1,2-1,3 1,5 40,-3-63,-4-28,1 0,0 1,0-1,0 0,0 1,1-1,0 1,1-1,0 0,-1 0,2 0,-1 0,1 0,0-1,0 1,0-1,1 1,0-1,0 0,1-1,-1 1,1-1,0 0,3 2,4-3,0-1,0 0,0-1,1-1,-1 0,0 0,0-1,0-1,12-3,-19 5,2-1,34-7,1 2,0 3,0 1,0 2,15 2,-37 1,1-1,-1-1,1 0,-1-2,1 0,-1-2,11-2,-31 5,-1 0,1-1,0 1,0 0,0 0,0 0,0-1,0 1,0 0,0 0,-1 0,1-1,0 1,0 0,0 0,0-1,0 1,0 0,0 0,0 0,0-1,1 1,-1 0,0 0,0 0,0-1,0 1,0 0,-29 0,28 0,-25 1,1 0</inkml:trace>
  <inkml:trace contextRef="#ctx0" brushRef="#br0" timeOffset="2489.966">1020 161,'9'-6,"10"-6,13 1,12-2,11 1,6 1,3 3,-5 3,-9 2,-12 6,-13 5,-10 6,-11 2,-5-1</inkml:trace>
  <inkml:trace contextRef="#ctx0" brushRef="#br0" timeOffset="34261.962">1902 750,'-7'-4,"-1"2,0-1,1 1,-1 0,0 1,0-1,0 2,0-1,0 1,0 0,0 1,0 0,0 0,0 1,0 0,1 0,-1 1,1 0,-1 0,-2 2,-7 5,0 0,0 1,1 1,0 0,2 1,-1 0,-9 13,11-11,0 0,2 1,0 0,0 1,2 0,0 1,1 0,1 0,0 1,1 0,-1 12,6-27,0 0,0 0,1 1,-1-1,1 0,0 0,0 1,1-1,-1 0,1 0,0 0,0 0,0 0,1 0,-1 0,1 0,0 0,0 0,0-1,1 1,-1-1,1 0,0 0,0 0,0 0,0 0,1 0,-1-1,1 0,-1 0,1 0,0 0,1 0,7-1,0 0,-1-1,1 0,0-1,0 0,-1-1,1 0,-1-1,0 0,1-1,-1 0,-1-1,1 0,-1-1,0 0,0 0,-1-1,1 0,-1-1,5-7,23-17,-3-2,0-2,-2-1,-2-1,-2-1,-1-2,-2-1,12-29,-32 63,-1 0,0 0,0 0,-1 0,0 0,0-1,-1 1,0-1,0 0,-1 0,-1 0,1 0,-1 0,-1 0,1 1,-2-1,1 0,-1 0,-1 1,-1-6,1 11,1 0,0 1,-1 0,0-1,0 1,0 0,0 0,0 0,0 1,0-1,-1 1,1 0,0 0,-1 0,1 0,-1 0,1 1,-1 0,0-1,1 2,-1-1,1 0,-1 1,1-1,-1 1,1 0,-1 0,-2 1,-6 3,1-1,0 1,-1 1,2 0,-1 1,1 0,-7 6,6-4,1 1,0 0,1 0,0 1,0 0,1 1,1-1,0 2,1-1,0 1,1 0,0 0,1 0,0 1,1 0,1-1,0 1,1 0,1 0,0 0,1 0,0 0,2 9,7 14,1 0,2 0,1-1,18 32,-17-39,-1 1,-1 1,-2 0,-1 1,-2 0,-1 1,-1 0,-4-8</inkml:trace>
  <inkml:trace contextRef="#ctx0" brushRef="#br0" timeOffset="34548.166">2170 1325,'4'-14,"5"-11,2-6,1-5,2 0,-2 3,-1 8,-2 14,-3 17,-2 17,-2 18,-3 9,-2 7,-3 2,1-4,0-8,1-10</inkml:trace>
  <inkml:trace contextRef="#ctx0" brushRef="#br0" timeOffset="34833.69">1876 228,'-7'-4,"5"-3,11 1,18 2,21 0,18 2,15 4,8 0,3 4,-8 1,-18 1</inkml:trace>
  <inkml:trace contextRef="#ctx0" brushRef="#br0" timeOffset="35543.718">3185 722,'12'16,"10"15,6 10,7 6,5 3,2 3,1 1,0-1,-3-3,-5-4,-6-7,-4-10,-6-9</inkml:trace>
  <inkml:trace contextRef="#ctx0" brushRef="#br0" timeOffset="35806.39">3573 789,'-18'0,"-13"5,-8 10,-4 12,-2 11,-2 9,-2 11,-2 7,-1 2,1-2,4-8,9-8,11-13</inkml:trace>
  <inkml:trace contextRef="#ctx0" brushRef="#br0" timeOffset="36055.94">3198 442,'16'-11,"19"-4,20 0,18 3,15 4,11 3,4 2,-1 2,-10 1,-17 3,-22 1</inkml:trace>
  <inkml:trace contextRef="#ctx0" brushRef="#br0" timeOffset="37081.585">1689 2662,'-12'4,"0"1,0 0,1 1,0 0,0 0,1 2,-1-1,1 1,1 1,0 0,0 0,1 1,0 0,1 0,0 1,-3 5,-4 8,0 1,2 0,0 1,2 0,1 1,1 0,1 0,2 1,0 0,2 0,1 22,1-48,0 0,1 1,-1-1,1 1,0-1,0 1,0-1,0 1,0 0,0-1,1 1,-1-1,1 0,0 1,0-1,-1 1,2-1,-1 0,0 0,0 0,1 1,-1-1,1 0,0-1,-1 1,1 0,0 0,0-1,0 1,0-1,1 0,-1 0,0 0,0 0,1 0,-1 0,1 0,-1-1,1 1,-1-1,2 0,4-3,-1-1,1 0,-1 0,0-1,0 0,0 0,-1-1,1 0,-1 0,-1 0,1-1,3-5,-4 6,29-35,-2-2,-2-1,-2-1,-2-1,-2-2,-2 0,10-36,-26 66,-1 0,-1 0,-1 0,-1 0,0-1,-1 1,-1-6,0 19,0 0,-1 0,1 0,-1 0,0 0,-1 0,1 0,-1 1,0-1,0 1,0-1,-1 1,0 0,1 0,-2 0,1 0,0 0,-1 1,1-1,-1 1,0 0,0 0,-1 1,1-1,0 1,-1 0,1 0,-6-1,5 2,0 0,0 0,0 0,-1 1,1 0,0 0,-1 0,1 1,0-1,0 2,0-1,-1 0,1 1,0 0,1 0,-1 0,0 1,1 0,-1 0,1 0,0 0,0 1,0-1,-1 3,-4 3,1 0,1 1,0 0,0 0,1 1,0 0,0 0,2 1,-1-1,1 1,-1 10,1-1,0 1,1-1,2 1,0 0,1 0,1-1,2 1,0 0,4 13,11 34,3-1,20 41,22 68,-32-49,-24-98</inkml:trace>
  <inkml:trace contextRef="#ctx0" brushRef="#br0" timeOffset="37343.257">2022 3089,'-2'9,"-1"12,-2 12,0 11,0 10,2 7,1 2,1 0,4-5,3-11</inkml:trace>
  <inkml:trace contextRef="#ctx0" brushRef="#br0" timeOffset="38096.098">2638 2808,'4'23,"11"18,10 15,9 8,9 7,5 1,2-3,-1-4,-2-9,-4-9,-8-12,-9-13</inkml:trace>
  <inkml:trace contextRef="#ctx0" brushRef="#br0" timeOffset="38357.92">3065 2795,'-18'2,"-13"10,-12 17,-11 19,-9 22,-11 19,-3 15,2 7,7-4,15-18</inkml:trace>
  <inkml:trace contextRef="#ctx0" brushRef="#br0" timeOffset="40195.455">4028 1,'368'3,"-354"-3,1 1,1 0,-1 0,0 2,0 0,0 0,0 1,0 1,0 1,-13-5,-1 0,1 0,0 0,-1 0,1 0,-1 0,1 1,-1-1,0 0,0 1,1-1,-1 1,0-1,0 1,0 0,0 0,-1-1,1 1,0 0,-1 0,0 0,1-1,-1 1,0 0,0 0,0 0,0 0,0 0,0 0,0 0,-1 0,1-1,-1 1,1 0,-1 0,-36 61,29-53,-15 30,2 1,2 1,1 1,2 0,3 1,1 1,2 0,2 1,-1 34,-12 101,7 2,9-1,8 1,17 105,1-42,-9 68,-15 153,-24 9,28 53,-15-424,-1-12,8-72,4-11,0-1,0 1,-1-1,0 0,-1 0,0-1,-1 1,1-1,-1 0,-2 0,6-6,-1-1,0 0,0 0,0 0,-1 0,1 0,0-1,0 1,0-1,-1 0,1 0,0 0,0 0,0 0,-1-1,1 0,0 0,0 1,0-2,0 1,0 0,0-1,0 1,0-1,-22-7,-166-15,121 18,42 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06.1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1 709,'14'48,"2"-2,3 0,1 0,3-2,1-1,25 32,-49-75,0 2,1 0,-1 0,1 0,0-1,0 1,0 0,0 0,0-1,0 1,1-1,-1 1,0-1,1 1,-1-1,1 0,-1 0,1 1,0-1,0 0,-1-1,1 1,0 0,0 0,0-1,0 0,0 1,0-1,0 0,0 0,0 0,0 0,0 0,0 0,0 0,0-1,0 1,0-1,-1 1,1-1,1-1,2-7,0 0,-1 0,0 0,0-1,-1 0,-1 0,0 0,0 0,-1 0,0 0,-1-3,1 6,12-192,-12 195,0 1,0-1,0 1,0-1,1 1,-1 0,1 0,0 0,0-1,0 2,0-1,1 0,-1 0,1 1,0-1,0 1,-1 0,1 0,1 0,2-1,16-6</inkml:trace>
  <inkml:trace contextRef="#ctx0" brushRef="#br0" timeOffset="201.822">522 763,'-2'14,"-1"8,0 9,1 2,2 3,7 0,4-2,4-2,3-4,0-7,-3-7</inkml:trace>
  <inkml:trace contextRef="#ctx0" brushRef="#br0" timeOffset="380.784">469 522,'-16'-9,"-8"-3,4 1,10 3,20 9,19 9,15 4,1 0</inkml:trace>
  <inkml:trace contextRef="#ctx0" brushRef="#br0" timeOffset="563.724">803 696,'-4'18,"-2"11,2 7,5 4,4 0,3 0,3-2,0-5,-1-9,-1-8</inkml:trace>
  <inkml:trace contextRef="#ctx0" brushRef="#br0" timeOffset="832.363">749 376,'-15'-16,"-9"-8,3 3,12 10,14 10,15 9,5 2</inkml:trace>
  <inkml:trace contextRef="#ctx0" brushRef="#br0" timeOffset="1102.635">1178 1,'-5'0,"-1"14,5 17,5 23,3 22,4 16,2 14,-2 3,-2 1,-2-6,-4-9,-3-14,-3-14,-2-15,-1-18</inkml:trace>
  <inkml:trace contextRef="#ctx0" brushRef="#br0" timeOffset="1365.734">977 616,'-18'-16,"-11"-5,0-1,11 2,21 10,28 9,26 7,24 6,17 7,3 4,-7 2,-19-2</inkml:trace>
  <inkml:trace contextRef="#ctx0" brushRef="#br0" timeOffset="1633.452">1445 857,'-18'102,"18"-98,0 0,1 0,-1 1,1-1,-1 0,1 0,1 1,-1-1,1 0,-1 0,1 0,0-1,0 1,1 0,-1-1,1 0,0 1,0-1,0 0,0 0,1-1,1 2,2 0,1 0,0 0,0-1,0 0,0 0,1-1,-1 0,1 0,-1-1,1 0,0-1,-1 0,1 0,3-1,-7 0,1 1,-1-1,0 0,0-1,0 1,0-1,0 0,0 0,-1-1,1 1,-1-1,1 0,-1 0,0-1,0 1,-1-1,1 0,-1 0,1 0,-1 0,0 0,-1-1,1 0,-1-1,1-3,0 0,-1-1,-1 1,1-1,-2 0,1 1,-1-1,-1 0,0 1,0-1,-1 1,0-1,-1 1,0-1,0 1,-1 0,0 1,0-1,-4-3,5 7,0 0,0 0,-1 0,0 0,0 1,0 0,0-1,-1 2,1-1,-1 0,0 1,0 0,-1 0,1 1,-1-1,1 1,-1 0,0 1,0-1,1 1,-1 0,0 1,0-1,0 1,0 1,0-1,0 1,0 0,0 0,0 0,-3 2,4-1,0 0,0 1,1-1,-1 1,1 0,0 0,0 0,0 1,0-1,0 1,1 0,0 0,-1 0,2 0,-1 1,0-1,1 1,0 0,0 0,0 0,1 0,0 0,0 0,0 0,0 0,1 0,0 1,0-1,0 0,1 0,0 5,18 37,8-5</inkml:trace>
  <inkml:trace contextRef="#ctx0" brushRef="#br0" timeOffset="2301.376">2100 990,'-4'-14,"-1"-1,0 1,-1 0,-1 0,0 1,0 0,-2 0,1 1,-2 0,-4-5,9 12,0-1,0 2,0-1,-1 0,0 1,0 0,0 1,0-1,0 1,-1 0,1 0,-1 1,0 0,0 0,0 1,0 0,0 0,0 1,0 0,0 0,0 0,0 1,-1 0,3 0,1 1,-1-1,0 1,1 0,-1 0,1 1,-1-1,1 1,0 0,0 0,1 0,-1 1,1-1,-1 1,1 0,0 0,0 0,1 0,-1 1,1-1,0 1,0-1,1 1,-1 0,1 0,0 0,0 0,1 0,0 0,0 0,0 0,0 0,0-1,1 1,0 0,0 0,1 0,-1 0,1-1,0 1,0-1,1 1,-1-1,3 2,4 3,0-1,0-1,1 0,0 0,0-1,0 0,1-1,0 0,0-1,1 0,-1-1,1 0,0 0,-1-2,1 1,0-2,0 1,0-2,0 1,0-2,0 0,0 0,8-3,-14 4,0-1,0 1,0-1,-1 0,1 0,-1-1,1 0,-1 0,0 0,0-1,0 1,0-1,-1 0,1-1,-1 1,0-1,0 0,-1 0,0 0,0 0,0-1,0 1,-1-1,0 0,0 1,0-1,0-6,-2 13,0 0,-1-1,1 1,0-1,-1 1,1-1,-1 1,1-1,-1 1,1-1,-1 1,1-1,-1 0,1 1,-1-1,1 0,-1 1,0-1,1 0,-1 0,1 0,-1 1,0-1,1 0,-1 0,0 0,1 0,-1 0,0 0,1 0,-1-1,0 1,1 0,-1 0,0 0,1-1,-1 1,1 0,-1 0,1-1,-1 1,1-1,-1 1,1 0,-1-1,1 1,-1-1,1 1,-1-1,1 0,0 1,0-1,-1 1,1-1,0 0,0 1,-1-1,1 1,0-1,0 0,0 1,0-1,0 0,0 1,0-1,0 0,0 0,-2 7,0 0,0 0,0 0,1 0,0 0,0 1,1-1,-1 0,1 0,1 1,-1-1,1 0,0 0,0 0,1 0,0 0,0 0,0 0,1 0,0-1,0 1,1-1,-1 0,1 0,0 0,0 0,1-1,-1 0,1 0,0 0,0 0,1-1,-1 0,1 0,0 0,3 2,0-1,1-1,-1 1,1-2,0 1,0-1,-1-1,2 1,-1-2,0 0,0 0,6-1,-11 0,0 1,0-1,0-1,0 1,0-1,-1 0,1 0,0 0,-1 0,0-1,1 0,-1 0,0 0,-1 0,1-1,-1 0,1 1,-1-1,0-1,0 1,-1 0,1-1,-1 1,0-1,1-4,2-14,-1-1,-1 0,-1-1,-2 1,0 0,-1 0,-2-1,0 1,-2 0,-1 0,0-16,5 40,1-1,-1 0,1 1,-1-1,1 1,0-1,-1 0,1 1,0-1,0 1,-1-1,1 0,0 0,0 1,0-1,0 0,0 1,0-1,0 0,0 1,0-1,0 0,1 1,-1-1,0 0,0 1,1-1,-1 0,0 1,1-1,-1 1,0-1,1 0,-1 1,1-1,-1 1,1-1,-1 1,1 0,0-1,-1 1,1 0,-1-1,1 1,0 0,-1 0,1-1,0 1,-1 0,1 0,0 0,-1 0,1 0,0 0,0 0,-1 0,1 0,0 0,152 74,-147-72,-1 1,1 0,0 1,-1-1,0 1,1 0,-1 0,-1 0,1 1,-1 0,0 0,0 0,0 0,-1 1,0 0,0-1,0 1,0 0,-1 0,0 1,0 3,-10 66,5-71,1 1,1-1,-1 1,1 0,0 0,0 0,1 0,-1 0,1-1,1 1,-1 0,1 0,0 0,0 0,1-1,0 1,0 0,0-1,0 1,1-1,0 0,0 0,1 0,-1-1,5 5,3-3,0 0,1-1,-1-1,1 1,0-2,1 0,-1 0,0-1,1-1,-1 0,1-1,-1 0,1-1,0 0,-1-1,0 0,0-1,11-4,-11 4,0-1,-1 0,1-1,-1 0,0-1,0 0,-1 0,0-1,0-1,0 0,-1 0,0-1,-1 0,0 0,0-1,-1 0,0 0,-1-1,0 0,-1 0,0-1,3-10,-8 19,1 0,-1 0,0 1,1-1,-1 0,0 0,-1 0,1 0,0 0,-1 0,0 1,1-1,-1 0,0 0,-1 1,1-1,0 1,-1-1,1 1,-1 0,0-1,0 1,0 0,0 0,0 0,0 0,-1 1,1-1,-1 1,1-1,-1 1,1 0,-1 0,0 0,0 0,1 0,-4 0,0 0,0-1,0 0,0 1,-1 0,1 1,-1 0,1 0,0 0,-1 0,1 1,0 0,-1 1,1-1,0 1,0 0,0 1,0-1,1 1,-1 0,1 1,0 0,-1-1,1 1,1 1,-1-1,1 1,0 0,0 0,0 0,1 1,-1-1,2 1,-1-1,0 1,1 0,0 0,0 1,0 5,2-4,1-1,0 1,1 0,-1-1,2 1,-1-1,1 1,0-1,0 0,1 0,0-1,0 1,0-1,1 0,0 0,1 0,3 3,6 5,1-1,0 0,0-2,1 0,1-1,6 3,1-2,1-1,0 0,1-3,0 0,0-1,0-2,6 0,10-1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04.7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1178,'19'-56,"3"1,2 0,7-7,-16 32,36-51,-49 80,0 1,0-1,0 1,0-1,0 1,0 0,0 0,0-1,0 2,0-1,0 0,0 0,0 1,0-1,0 1,0-1,0 1,0 0,0 0,-1 0,1 0,0 0,0 0,-1 1,1-1,-1 0,1 1,-1 0,0-1,1 1,-1 0,0-1,0 1,0 0,-1 0,1 0,0 0,-1 0,1 1,10 16,-1 0,-1 1,-1 0,-1 1,-1 0,-1 0,0 0,0 12,-9 22,4-54,0 0,-1 1,1-1,0 0,-1 0,1 1,-1-1,0 0,1 0,-1 0,0 0,0 0,0 1,1-2,-1 1,0 0,0 0,0 0,-1 0,1-1,0 1,0 0,0-1,-1 1,1-1,0 1,0-1,-1 0,1 0,0 1,-1-1,1 0,0 0,-1 0,1 0,0-1,-1 1,1 0,-2-2,0 0,1 1,-1-1,1-1,0 1,0 0,0 0,0-1,0 1,0-1,0 0,1 1,0-1,-1 0,1 0,0 0,0 0,1 0,-1 0,1 0,-1-1,1 1,0 0,0 0,0 0,1 0,-1 0,1 0,-1 0,1 0,0 0,1 0,-1 0,0 0,9-24,1 1,2 0,0 1,2 1,0 0,5-3,9-16,-3 2,-1 0,-1-1,-3-2,-2 0,-2-1,-1 0,5-34,-11 27,-3 0,-2 0,-3-1,-2 1,-6-52,5 96,1 3,0 0,0 0,-1 0,0 1,0-1,0 0,0 0,-1 0,0 1,0-1,0 1,0-1,-1 1,0 0,-2-2,5 6,-1-1,0 1,1 0,-1 0,0 0,0 0,1 0,-1 0,0 0,0 0,1 0,-1 0,0 0,1 0,-1 1,0-1,0 0,1 0,-1 1,1-1,-1 1,0-1,1 0,-1 1,1-1,-1 1,1-1,-1 1,1 0,-1-1,1 1,0 0,-1-1,1 1,0 0,-1-1,1 1,0 0,0-1,0 1,0 0,0 0,0 0,-5 16,1 0,1 0,0 0,1 0,1 1,1 13,0-2,2 181,10-1,12 22,-22-213,-1 5,2 0,0 0,1 0,1-1,2 1,0-2,9 19,-15-37,0-1,0 1,1-1,-1 1,1-1,-1 0,1 0,0 0,0 0,0 0,0 0,0 0,0-1,1 1,-1-1,1 1,-1-1,1 0,-1 0,1 0,-1 0,1-1,0 1,2 0,10-5</inkml:trace>
  <inkml:trace contextRef="#ctx0" brushRef="#br0" timeOffset="266.253">14 564,'23'-3,"28"3,30 2,29 4,20 5,11 5,0 5,-24-2</inkml:trace>
  <inkml:trace contextRef="#ctx0" brushRef="#br0" timeOffset="989.996">1070 844,'-33'-1,"-125"11,149-9,0 1,1 0,-1 1,1 0,0 0,0 1,0 0,0 1,1-1,0 1,0 1,0-1,0 1,1 1,0-1,-2 4,5-7,1 0,0-1,0 2,0-1,0 0,0 0,1 0,0 1,-1-1,1 1,0-1,1 1,-1 0,1-1,-1 1,1 0,0-1,0 1,1-1,-1 1,1 0,0-1,0 1,0-1,0 1,1-1,-1 0,1 1,0-1,0 0,0 0,0 0,3 2,3-1,1 1,0-2,0 1,0-1,0-1,1 1,-1-2,1 1,-1-1,1-1,0 0,-1 0,1-1,0 0,-1 0,1-1,-1-1,0 1,0-2,7-2,-6 2,-1 0,1 0,-1-1,0 0,0-1,-1 0,1 0,-1-1,-1 0,1 0,-1-1,-1 0,1-1,-1 1,-1-1,0 0,0 0,0-2,-1-6,-16 26,8-1,0 1,1-1,0 1,1 0,0 1,0-1,1 0,0 0,1 1,0-1,0 0,1 1,1-1,-1 0,1 1,0-5,-1 0,1 0,0 0,0 0,0-1,0 1,1-1,0 1,0-1,0 0,1 0,-1 0,1 0,0-1,0 0,0 0,1 0,-1 0,1 0,-1-1,1 0,0 0,0 0,0-1,0 1,0-1,3 0,-4-1,-1 0,0 1,1-1,-1-1,0 1,1 0,-1-1,1 0,-1 0,0 0,0 0,0 0,0-1,0 1,0-1,0 0,0 0,0 0,-1 0,1 0,-1-1,0 1,1-1,-1 0,0 0,-1 1,1-1,0 0,-1-1,0 1,0 0,0 0,0 0,0-3,14-118,-23-37,7 160,1 0,0 0,-1 0,1 0,0 1,0-1,0 0,0 0,0 0,0 0,0 0,0 0,0 1,0-1,0 0,0 0,1 0,-1 0,0 0,1 1,-1-1,1 0,-1 0,1 1,-1-1,1 0,-1 1,1-1,0 0,-1 1,1-1,0 1,0-1,-1 1,1-1,0 1,0 0,0-1,-1 1,1 0,0 0,0 0,0 0,0-1,0 1,-1 0,1 0,0 1,0-1,0 0,0 0,0 0,0 1,-1-1,1 0,1 1,170 60,-146-51,-12-6,0 1,0 0,-1 1,0 0,0 1,0 1,-1 0,0 1,4 4,-13-9,-1 0,0-1,0 1,0 0,0 0,0 1,-1-1,0 0,0 0,0 1,0-1,-1 1,0-1,0 0,0 1,0-1,-1 1,0-1,1 0,-2 1,1-1,0 0,-1 0,0 0,0 0,-1 1,1-1,0 0,0-1,0 1,1 0,-1 0,1 0,0 0,0 1,0-1,1 0,0 0,-1 0,2 1,-1-1,0 0,1 0,0 0,0 0,0 0,0 0,1 0,-1 0,1 0,0 0,0-1,1 1,-1-1,3 4,5-1,0-1,0 0,0 0,1-1,-1-1,1 1,0-2,0 1,0-2,1 1,-1-2,0 1,1-1,-1-1,0 0,0-1,0 0,0-1,6-2,0 1,0-2,-1 0,1 0,-1-2,-1 0,1 0,4-6,-14 11,-1-1,0 0,0 0,0 0,-1-1,1 1,-1-1,0 0,-1-1,1 1,-1-1,0 1,0-1,-1 0,0 0,0 0,0 0,-1-1,0 1,0 0,0-5,-2 6,0-1,-1 1,0 0,0 0,0 1,-1-1,1 0,-1 1,0-1,-1 1,1 0,-1 0,1 0,-1 1,0-1,-1 1,1 0,-1 0,1 1,-1-1,0 1,0 0,0 0,0 0,0 1,0 0,-1 0,1 0,0 1,0 0,-1 0,1 0,0 0,-1 1,1 0,0 0,0 1,0-1,0 1,0 0,0 1,0-1,1 1,-1 0,1 0,-1 0,1 0,0 1,1 0,-1 0,1 0,-1 0,1 0,-1 4,2-4,1 0,0 0,1 0,-1 0,1 0,-1 0,1 0,1 1,-1-1,0 0,1 0,0 0,0 0,0 0,0-1,1 1,0 0,0 0,0-1,0 1,0-1,1 0,2 3,77 61,76-4,-77-42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4:03.3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273 529,'6'52,"4"-63,-8 6,0-1,-1 1,0 0,0-1,0 1,0 0,-1-1,0 1,0-1,0 1,-1-1,0 1,0 0,0-1,-1 1,0 0,0 0,0 0,0 0,-1 0,0 1,0-1,0 1,-1 0,1-1,-1 2,0-1,0 0,0 1,-1 0,1 0,-1 0,0 0,0 1,0 0,0 0,-5-1,3 2,-1 0,0 1,0 0,0 1,0 0,0 0,1 1,-1-1,0 2,1-1,-1 1,1 0,0 1,0-1,0 2,1-1,-1 1,1 0,0 0,1 0,-1 1,1 0,0 0,0 0,1 1,0 0,0 0,1 0,-1 0,1 0,1 1,0-1,0 1,0 0,1 0,0-1,1 1,0 0,0 0,0 0,1 0,0 0,1-1,0 1,0 0,0-1,1 1,0-1,2 1,5 5,0-2,1 1,0-1,1-1,0 0,1-1,0 0,0-1,1-1,0 0,1 0,-1-2,1 0,0 0,1-2,-1 0,0 0,1-2,5 0,-6 1,0-1,0-1,0-1,0 0,0-1,0-1,0 0,-1-1,1 0,-1-1,0-1,6-3,-12 5,-1-1,0 1,1-1,-2-1,1 1,-1-1,0 0,0-1,0 1,-1-1,0 0,0-1,-1 1,0-1,0 0,-1 0,0 0,0 0,-1 0,0-1,-1 1,0-2,-1 18,0 0,0 0,1 0,0 0,1 0,-1-1,1 1,1 0,0-1,0 0,0 1,1-1,0-1,0 1,1 0,-1-1,2 0,-1 0,1-1,-1 1,2-1,-1 0,0-1,1 1,0-1,0-1,0 1,1-1,-1-1,1 1,-1-1,1-1,0 1,0-1,0-1,0 1,0-1,5-1,-8 0,0-1,0 0,0 0,0 0,-1 0,1-1,-1 0,1 0,-1 0,0 0,0-1,-1 1,1-1,-1 0,0 0,0-1,0 1,0 0,-1-1,1 0,-1 0,-1 0,1 1,-1-2,1-1,0-2,0 0,-1 0,0-1,-1 1,0 0,0 0,-1 0,0 0,0-1,-1 2,0-1,-1 0,0 0,-1-1,1 5,0 0,0 0,0 0,0 0,-1 1,0-1,0 1,0 0,0 0,-1 0,1 1,-1-1,0 1,0 1,-1-1,1 0,0 1,-1 0,0 1,1-1,-1 1,0 0,0 0,1 1,-1 0,0 0,0 0,0 1,0 0,1 0,-1 0,0 1,1 0,-1 0,1 0,0 1,-1-1,1 1,0 1,1-1,-1 1,1-1,-1 1,1 1,0-1,-2 4,3-4,1-1,0 1,0-1,0 1,0 0,1-1,0 1,-1 0,1 0,1 0,-1 0,0 0,1 0,0 0,0 0,0 1,1-1,-1 0,1 0,0 0,0 0,0-1,1 1,0 0,-1 0,1-1,0 1,1-1,-1 1,34 33,6-6</inkml:trace>
  <inkml:trace contextRef="#ctx0" brushRef="#br0" timeOffset="411.979">1370 610,'-26'-11,"1"1,-1 2,-1 0,1 2,-1 1,-1 1,1 1,0 2,-16 1,37 0,1 0,0 0,-1 0,1 1,0 0,-1 0,1 0,0 1,0 0,0 0,0 0,0 0,1 1,-1 0,1 0,0 0,-1 1,2-1,-1 1,0 0,1 0,-1 0,1 1,0-1,1 1,-1-1,1 1,0 0,0 0,0 0,1 0,0 1,0-1,0 0,0 1,1-1,0 2,4 2,0-1,1-1,-1 1,2 0,-1-1,1 0,0 0,0-1,1 0,0 0,0 0,0-1,1 0,0-1,0 1,0-1,0-1,1 0,-1 0,1-1,0 1,0-2,0 0,0 0,4 0,-6 0,1-1,0 1,0-1,0-1,0 1,-1-2,1 1,0-1,-1 0,1 0,-1-1,1 0,-1 0,0-1,-1 0,1 0,-1-1,1 0,-1 0,-1 0,1-1,-1 0,0 0,0 0,0 0,-1-1,0 0,-1 0,1 0,0-5,2-17,0 0,-3-1,0 0,-2 0,-1 0,-1 0,-2 0,-1 1,-1-1,-2 0,3 7,-46-258,25 226,24 54,0 1,0 0,0 0,0 0,0 1,0-1,0 0,0 0,0 0,0 1,0-1,0 0,0 1,1-1,-1 1,0-1,0 1,0 0,1-1,-1 1,0 0,0 0,1-1,-1 1,1 0,-1 0,1 0,-1 0,1-1,-1 1,1 0,0 0,0 0,-1 0,1 0,0 0,0 0,0 0,0 0,-11 38,1 1,2 0,1 1,3-1,0 37,1-51,1 0,2-1,0 1,2 0,1-1,1 1,1-1,1 0,1 0,2-1,0 0,1 0,2-1,0 0,2-1,0-1,1 0,1-1,6 4,30 18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5:14.3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15083 200,'-10'-23,"-2"0,0 1,-1 0,-1 1,-1 0,-1 2,-17-18,33 36,0 0,-1 1,1-1,0 1,-1-1,1 0,-1 1,1-1,-1 1,1-1,-1 1,1-1,-1 1,0-1,1 1,-1 0,0-1,1 1,-1 0,0-1,1 1,-1 0,0 0,0 0,1 0,-1 0,0 0,0 0,1 0,-1 0,0 0,1 0,-1 0,0 0,0 1,1-1,-1 0,0 1,1-1,-1 0,0 1,1-1,-1 1,1-1,-1 1,1-1,-1 1,1-1,-1 1,1-1,-1 1,1 0,0-1,-1 1,1 0,0-1,0 1,0 0,-1 0,1-1,0 1,0 0,0 0,0-1,0 1,0 0,0 0,-36 262,-95 348,-19 100,108-529,7 1,9 1,3 72,22-231,-5 140,-28 157,11-194,-1 3,6 2,4 21,27 425,2-279,-8-225,-2-1,-6 66,0-129,-1-1,-1 1,0-1,0 0,-1 0,0 0,-1 0,0-1,0 0,-1 0,0 0,-1-1,0 1,0-2,-1 1,1-1,-2 0,1-1,-1 0,0 0,0-1,-1 0,0 0,0-1,-6 1,-223 98,199-86,-2-2,1-2,-2-1,0-3,-41 5,-36-11,-103-11,24 0,-59 1,-136-26,-438-39,454 34,-303 13,49 15,213-5,-280-18,-712-42,706 60,-1137-11,1106 6,429 8,-766-13,12-35,383 5,149 26,517 29,-1 0,0-2,1 1,0-1,-1-1,1-1,0 1,0-2,1 0,-1 0,1-1,0 0,1-1,-1 0,1-1,1 0,-1-1,-2-4,-18-28,2-2,2-1,-7-20,20 30,1 0,1-1,2 0,2-1,1 0,-1-32,5 49,-81-949,50 45,32 808,10-239,0 285,3 1,3 1,9-21,25-112,-7-141,-40 328,0 1,1 1,0-1,1 0,0 1,1-1,0 1,1 1,0-1,1 1,0 0,0 0,1 1,1 0,-1 0,4 0,77-61,-82 67,1 1,-1 0,0 0,1 1,0 0,-1 0,1 1,0-1,-1 2,6 0,7-1,388 15,892-23,-271 1,-185-42,-627 44,522-33,-508 15,0 10,92 11,768 14,-567-25,771-51,-442 17,169 36,-669 12,-339-1,952 23,-376-3,37 4,157-9,-535-16,338 1,-473-14,-11 13,-102 1,-1 0,1 0,0 0,-1 0,1 0,0 0,-1 0,1 0,0 0,-1 0,1-1,0 1,-1 0,1 0,-1-1,1 1,-1-1,1 1,-1 0,1-1,-1 1,1-1,-1 1,1-1,-1 1,0-1,1 1,-1-1,0 0,1 1,-1-1,0 0,0 1,0-1,1 1,-1-1,0 0,0 1,0-1,0 0,0 1,0-1,-1 0,1 1,0-1,0 0,0 1,-1-1,1 0,0 1,0-1,-1 1,1-1,-1 1,1-1,0 1,-1-1,1 1,-1-1,0 1,-20-31,-6-5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8:36.01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242 32,'-24'-32,"23"32,0 1,-1-1,1 1,0-1,0 1,0-1,0 1,0 0,0-1,0 1,0 0,1 0,-1 0,0 0,0 0,1 0,-1 0,0 0,1 0,-1 0,1 0,-1 0,1 0,0 0,-1 1,1-1,0 0,0 0,0 0,0 1,0-1,0 0,0 0,1 1,-2 0,-53 376,30-213,-38 267,16 34,36-254,11 83,24-109,-19-41,-3-134,-1 0,-1 0,0 1,0-1,-1 1,0-1,-1 0,-1 1,0-1,0 0,-1 0,-2 5,4-8,-1 0,2 1,-1-1,1 0,0 1,1-1,0 1,0-1,1 0,0 0,0 0,3 5,-2-4,-1-5,0-1,1 0,-1 0,1 0,0 0,0 0,0-1,0 1,0-1,1 0,-1 0,1 0,-1 0,1 0,0-1,0 0,0 0,0 0,0 0,0-1,0 1,0-1,0 0,0 0,0-1,0 1,0-1,2 0,6 1,54 3,0 2,0 4,43 11,-6 0,1-4,0-5,37-4,-44-5,32 0,98 16,-179-9,0 2,-1 3,-1 1,12 8,-4-3,-13-7,0-2,1-2,1-2,-1-2,1-1,0-3,19-2,9 7,-69 4,-10-5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9:33.0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419 153,'-25'-4,"1"1,-1 2,1 0,-1 2,1 1,-1 0,1 2,0 1,0 1,0 1,1 1,0 1,-4 3,21-9,1 0,0 0,0 0,1 0,-1 1,1 0,-1 0,1 0,1 1,-1 0,0-1,1 1,0 0,0 0,1 1,-1-1,1 1,1-1,-1 1,1 0,-1-1,2 1,-1 0,1 0,0 0,0 0,0-1,1 1,1 4,5 6,2-1,-1-1,2 0,0 0,1 0,0-2,1 1,1-1,0-1,0 0,1-1,0-1,1 0,0-1,9 3,10 10,-15-9,-4-4,1 1,-1 0,-1 2,0-1,0 2,-1 0,-1 0,0 1,-1 1,5 7,-14-18,-1 0,1 0,-1 0,0 0,0 1,0-1,-1 0,1 1,-1-1,1 0,-1 1,0-1,0 0,-1 1,1-1,-1 0,0 1,0-1,0 0,0 0,0 0,-1 0,1 0,-1 0,0 0,0 0,0-1,0 1,0-1,-1 1,1-1,-1 0,1 0,-1 0,0 0,0-1,-2 2,-3 2,-1 0,0 0,0-1,0 0,-1 0,1-1,-1 0,0-1,0 0,0-1,0 0,0 0,0-1,0 0,8-1,0 0,0 0,1 0,-1 0,1 0,-1 0,1 0,-1-1,1 1,0-1,-1 1,1-1,0 1,0-1,0 1,0-1,1 0,-1 0,0 0,1 1,-1-1,1 0,-1 0,1 0,0 0,0 0,0 0,0 0,0 0,1 0,-1 1,0-1,1 0,-1 0,1 0,0 0,0 1,0-1,0 0,0 1,0-1,0 1,0-1,1 1,0-2,17-29,2 0,1 2,1 0,16-13,-10 9,8-10,6-3,-2-1,-3-2,-2-2,-2-1,26-57,-55 99,-1 0,-1 0,0 0,0 0,-1-1,-1 1,0 0,0-4,-1 12,0 0,0 1,0-1,-1 0,1 0,-1 0,1 0,-1 0,0 1,0-1,0 0,-1 1,1-1,-1 1,1-1,-1 1,0 0,0-1,0 1,0 0,0 0,0 1,-1-1,1 0,-1 1,1-1,-1 1,0 0,1 0,-1 0,0 0,0 0,0 1,0-1,0 1,-1 0,1 0,-1 0,1 0,-1 1,1-1,-1 1,1 0,0 0,-1 0,1 0,0 1,0-1,0 1,0 0,0 0,0 0,0 0,1 0,-1 1,1-1,-1 1,1 0,0 0,0 0,0 0,1 0,-2 2,-2 5,1 0,0 0,0 1,1 0,0-1,1 1,0 0,0 7,5 13,0 1,2 0,2-1,0 0,2-1,2 0,1 0,1-1,1-1,1 0,13 16,-23-35,39 69,-5-11,-3 1,12 37,-36-70</inkml:trace>
  <inkml:trace contextRef="#ctx0" brushRef="#br0" timeOffset="259.934">406 447,'20'4,"25"3,26-1,21-4,-6-2</inkml:trace>
  <inkml:trace contextRef="#ctx0" brushRef="#br0" timeOffset="1429.611">1221 594,'-141'-59,"139"59,-1 0,0-1,1 1,-1 0,1 0,-1 0,1 1,-1-1,1 0,-1 1,1 0,-1 0,1 0,0 0,-1 0,1 0,0 0,0 1,0-1,0 1,0 0,0-1,0 1,1 0,-1 0,0 0,1 0,0 1,0-1,-1 0,1 1,0-1,0 1,-23 84,23-80,-1 2,0 0,0-1,1 1,0 0,1 0,-1 0,2 0,0 0,0 0,0 0,1-1,0 1,1-1,3 8,-4-14,0 1,0-1,0 0,0 0,1 0,-1 0,1-1,0 1,-1-1,1 1,0-1,0 0,0 0,0 0,0 0,0-1,0 1,0-1,0 0,0 0,0 0,0 0,0-1,0 1,0-1,0 1,0-1,77-35,-70 29,-1 0,-1-1,1 0,-1 0,-1-1,1 0,-2 0,1-1,-1 0,-1 0,1 0,-2 0,0-1,0 0,-1 0,0 0,1-10,-16 42,2 81,11-99,-1 1,0 0,1-1,0 0,0 1,0-1,0 1,0-1,1 0,-1 0,1 0,0 0,0 0,0 0,0 0,1-1,-1 1,1-1,0 0,-1 1,1-1,0-1,0 1,0 0,1-1,-1 1,3 0,0-2,-1 0,0 0,1-1,-1 1,0-1,0 0,0-1,1 1,-1-1,-1 0,1 0,0-1,0 0,-1 1,0-2,1 1,-1 0,0-1,-1 0,1 0,-1 0,1 0,-1 0,0-1,-1 1,1-1,-1 0,0 0,0 0,-1 0,1 0,-1 0,0-3,3-11,0 0,-2-1,0 0,-1 1,-1-1,-1 0,-1 1,-1-1,0 1,-2 0,-3-10,9 28,0 0,0 1,1-1,-1 1,0-1,0 1,0 0,1-1,-1 1,0 0,0 0,1 0,-1 0,0 0,0 0,1 0,-1 0,0 1,0-1,0 0,1 1,-1-1,0 1,0-1,0 1,0 0,0-1,0 1,0 0,1 1,6 1,173 53,-176-53,-1 0,1 1,-1 0,0 0,-1 0,1 0,-1 1,1-1,-1 1,-1 0,1 0,-1 0,0 0,0 1,0-1,-1 0,1 1,-1-1,-1 1,1 0,-1-1,0 1,0-1,-1 1,0 0,-1 4,6 57,-3-60,1-1,1 0,-1 0,1 0,0 0,1 0,-1 0,1-1,0 0,1 0,-1 0,1 0,0-1,0 1,0-1,1-1,-1 1,1-1,0 0,0 0,0-1,0 1,1-1,-1-1,1 1,-1-1,1 0,0-1,-1 0,1 0,2 0,5 0,0 0,0-1,-1-1,1 0,-1-1,1 0,-1-1,0 0,0-1,0-1,11-6,-18 8,0 1,0-1,-1 0,1-1,-1 0,0 1,0-1,0-1,-1 1,0-1,0 0,0 0,-1 0,0 0,0-1,-1 1,1-1,-1 0,-1 0,1 0,-1 1,-1-1,1 0,-1-1,0 4,1 0,-1 1,0-1,0 1,0-1,-1 0,1 1,-1-1,0 1,0-1,0 1,-1 0,1-1,-1 1,0 0,0 0,0 0,0 0,0 0,-1 1,1-1,-1 1,0-1,1 1,-1 0,0 0,-1 0,1 0,0 1,0 0,-1-1,1 1,-1 0,1 0,-1 1,1-1,-1 1,1 0,-1 0,0 0,1 0,-1 1,1-1,-1 1,1 0,-1 0,1 0,-1 1,0-1,0 3,-1-1,0 1,1-1,0 1,0 0,0 1,0-1,1 1,-1 0,1 0,0 0,1 0,-1 0,1 1,0-1,1 1,-1-1,1 1,0 0,0-1,1 1,0 0,0 0,0 0,1-1,0 1,0 0,0 0,1-1,-1 1,1-1,1 0,-1 1,1-1,0 0,0 0,1-1,-1 1,4 2,8 3,1-1,1 0,-1-2,1 0,1 0,-1-2,1 0,0-1,0-1,0-1,1 0,-1-1,12-2,-2 3,0-2,-1-1,1-1,-1-1,0-1,0-2,0-1,0-1,-1-1,-1-1,8-5,-29 14,-1-1,0 1,0-1,0 1,0-1,0 0,0 0,0 0,0-1,-1 1,1-1,-1 1,0-1,0 0,0 0,0 0,0 0,-1 0,1 0,-1 0,0-1,0 1,0-1,0 1,-1 0,0-1,1 1,-1-1,0 0,0 1,-1-1,1 1,-1 0,0-1,0 1,0-1,0 1,-1 0,1 0,-1 0,-1-2,-4 1,0 1,0 0,-1 0,1 0,-1 1,0 1,1-1,-1 1,0 0,0 1,0 0,0 0,0 1,0 0,0 0,-1 1,-4-1,1 1,-1 0,0 0,1 2,-1 0,1 0,0 1,1 0,-1 1,1 1,-5 3,15-9,0-1,0 1,0-1,0 1,0 0,0 0,1-1,-1 1,0 0,0 0,1 0,-1 0,1 0,-1 0,1 0,-1 0,1 0,-1 0,1 0,0 0,0 0,-1 0,1 1,0-1,0 0,0 0,0 0,1 0,-1 0,0 0,0 0,1 1,-1-1,0 0,1 0,-1 0,1 0,0 0,-1 0,1 0,0-1,-1 1,1 0,0 0,0 0,0-1,0 1,1 0,52 23,-31-19,1-1,-1-1,1-1,-1-1,1-1,0-1,-1-1,11-3,-30 5,-1 0,1-1,-1 0,1 1,-1-1,1-1,-1 1,1 0,-1-1,0 0,0 0,0 0,0 0,0 0,0 0,-1-1,1 0,-1 1,0-1,1 0,-1 0,-1 0,1 0,0-1,1-2,-3 8,0 0,0 0,1 0,-1 0,1 0,0 0,-1 0,1 0,0 0,0 0,0-1,1 1,-1 0,0-1,1 1,-1-1,1 1,-1-1,1 1,-1-1,1 0,0 0,0 0,0 0,0 0,0-1,0 1,65 23,-33-18,0-1,1-1,-1-2,1-2,0-1,-1-1,23-6,-13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9:31.7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54 199,'-16'-25,"16"25,-1 0,1-1,0 1,-1 0,1 0,-1 0,1 0,-1 0,1 0,-1 0,1 0,-1 0,1 0,-1 0,1 0,-1 0,1 1,-1-1,1 0,-1 0,1 1,-1-1,1 0,0 0,-1 1,1-1,-1 0,1 1,0-1,-1 1,1-1,0 0,0 1,-1-1,1 1,0-1,0 1,0-1,0 1,-1-1,1 1,0-1,0 1,0-1,0 1,0-1,0 1,0-1,0 1,1-1,-1 1,0-1,-5 33,1-1,2 1,1 0,2 11,-1 19,-11 281,12-361,1-1,0 1,1 0,1 0,1 0,4-10,-8 23,0 1,0 0,1-1,-1 1,1 0,-1 0,1 0,0 0,0 0,1 0,-1 1,1-1,-1 1,1-1,0 1,0 0,0 0,0 0,0 0,0 1,0-1,1 1,-1 0,1 0,-1 0,1 1,-1-1,1 1,-1 0,1 0,-1 0,1 0,-1 0,1 1,-1 0,1 0,-1 0,1 0,-1 0,0 1,1-1,6 4,-1 0,1 1,-1 0,0 1,0 0,-1 0,0 0,0 1,-1 1,0-1,0 1,-1 0,0 2,-5-9,0 0,0 0,0 0,-1 1,1-1,0 1,-1-1,0 0,0 1,0-1,0 1,0-1,0 1,0-1,-1 0,0 1,1-1,-1 0,0 1,0-1,0 0,0 0,0 0,-1 0,1 0,-1 0,1 0,-1 0,0-1,1 1,-1-1,0 1,0-1,0 0,-1 1,1-1,0 0,0 0,-1-1,1 1,0 0,-1-1,1 0,-1 1,-115 20,117-21,1 0,-1-1,1 1,-1 0,1 0,0 0,-1-1,1 1,-1 0,1 0,-1 0,1 0,-1 0,1 0,-1 0,1 0,-1 0,1 0,-1 0,1 0,-1 0,1 1,-1-1,1 0,-1 0,1 0,0 1,-1-1,1 0,-1 0,1 1,0-1,-1 1,1-1,0 0,-1 1,1-1,0 1,0-1,-1 0,1 1,0-1,0 1,0-1,0 1,-1-1,1 1,0-1,0 1,0-1,0 1,0-1,0 1,0-1,1 1,-1-1,0 1,0-1,0 1,0-1,1 0,-1 1,0-1,0 1,13 3</inkml:trace>
  <inkml:trace contextRef="#ctx0" brushRef="#br0" timeOffset="286.382">496 79,'-7'-18,"-4"-11,3 4,11 18,14 22,13 23,10 25,8 21,0 14,-6 12,-10 5,-15 1,-21-3,-31-3,-30-6,-4-21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0:04.7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236 312,'-12'5,"0"0,0 1,0 0,1 1,0 0,1 1,-1 0,1 1,1 0,0 1,0-1,1 2,0-1,1 1,0 1,0-1,2 1,-1 0,-1 8,-2-1,0 1,2 1,0-1,1 1,2 1,0-1,1 1,1-1,1 1,1 0,0-1,3 7,-3-24,0 1,1-1,0 0,0 0,0 0,0 1,0-1,1-1,0 1,0 0,0 0,0 0,1-1,-1 0,1 1,0-1,0 0,0 0,0 0,1-1,-1 1,1-1,0 0,-1 0,1 0,0 0,0-1,0 0,0 1,1-2,-1 1,0 0,0-1,1 0,-1 0,0 0,0 0,1-1,-1 1,1-1,10-7,-1 0,0 0,0-1,-1-1,0 0,-1-1,0 0,-1-1,0 0,0-1,-2 0,0-1,0 0,-1 0,1-4,11-19,-2-2,-1 0,-2-1,-2-1,-1 0,-3 0,-1-1,-2-1,-2 1,-2-1,-1-12,-20-55,18 106,-1-1,1 1,-1 0,0 0,0 0,0 0,-1 0,1 0,-1 1,0-1,0 1,0 0,-1 0,1 0,-1 0,1 1,-1-1,0 1,0 0,0 0,-1 0,-2 0,2 1,0 1,0-1,-1 1,1 1,0-1,0 1,0 0,0 0,0 0,0 1,1 0,-1 0,0 0,1 0,-1 1,1 0,0 0,0 0,0 0,-1 1,-64 82,58-65,1-1,1 2,1-1,1 2,1-1,1 0,1 1,1 0,1 0,1 0,1 0,1 0,1 0,1 0,1 0,1 0,0-1,2 0,2 1,18 48,3 0,4-3,2 0,3-3,11 9,-47-69,3 5,0 0,1-1,0 1,1-1,0 0,0-1,1 0,0 0,1-1,-1-1,2 1,4 2,-10-9,-1 0,0-1,0 1,1-1,-1 0,0 0,0 0,0 0,0-1,0 0,0 1,0-2,0 1,-1 0,1-1,-1 1,0-1,0 0,0 0,0 0,0-1,-1 1,1-1,-1 0,0 1,0-1,0 0,72-151,-79 244,5-84,1 0,-1 0,1 0,0 0,0 0,1 0,-1 0,1 0,0-1,1 1,-1-1,1 1,0-1,0 0,0 0,1 0,-1 0,1-1,0 0,0 1,0-1,0 0,1-1,-1 1,1-1,-1 0,1 0,0-1,0 1,0-1,0 0,0 0,0-1,0 0,1 0,-1 0,4 0,-3-2,0 0,0 0,-1 0,1 0,-1-1,1 0,-1 0,0-1,0 1,0-1,-1 0,1 0,-1-1,0 1,0-1,0 0,-1 0,0 0,0-1,0 1,-1-1,1 0,-1 1,-1-1,1 0,-1 0,0 0,0 0,-1 0,0-1,0 1,0 0,-1 0,0 0,0 0,-1 0,1 0,-1 0,0 1,-1-1,0 0,0 1,0 0,0 0,-1 0,0 0,0 0,0 1,0 0,-2-1,-1 1,0 1,0 1,-1-1,1 1,-1 0,1 1,-1 0,0 0,0 1,1 0,-1 0,0 1,0 0,1 0,-1 1,1-1,-1 2,1-1,0 1,0 0,0 1,0 0,0 0,1 0,0 1,0 0,0 0,1 1,-1-1,1 1,1 0,-1 1,1-1,-4 8,-1 8</inkml:trace>
  <inkml:trace contextRef="#ctx0" brushRef="#br0" timeOffset="286.339">610 232,'23'2,"21"1,17 0,11-1,5 0,-1-1,-10-1,-10-2,-14-3,-13-1</inkml:trace>
  <inkml:trace contextRef="#ctx0" brushRef="#br0" timeOffset="539.19">958 18,'-16'11,"-5"13,1 12,6 10,10 12,10 7,9 7,6-1,0-12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0:02.9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241 334,'-10'4,"-1"0,1 1,0 0,0 1,1 0,0 1,0 0,0 0,1 1,0 0,1 1,0-1,0 1,0 1,2-1,-1 1,1 0,0 1,-2 7,-7 12,1-1,2 2,0 0,2 0,2 1,1 0,1 0,2 0,1 1,2 24,-1-52,1 0,0-1,0 1,0 0,1-1,-1 1,1 0,0-1,1 1,-1-1,1 1,0-1,0 0,0 0,0 0,1 0,0 0,0 0,0-1,0 1,0-1,1 0,-1 0,1 0,0-1,0 1,0-1,0 0,1 0,-1 0,0-1,1 1,-1-1,4 1,2-5,-1 0,0 0,0-1,0 0,0-1,-1 0,0 0,0-1,0 0,-1 0,1-1,-2 0,1 0,-1 0,3-6,15-13,-1-2,-2-1,-1 0,-1-2,-1 0,-2-1,-2 0,0-2,-3 1,0-2,-3 1,0-1,-3-1,0 1,-3-1,-1-30,-2 55,-1-1,0 0,0 1,-2 0,1-1,-1 1,-1 1,-2-5,6 12,-1 0,0 0,1 0,-1 1,0-1,0 0,-1 1,1 0,0-1,-1 1,0 0,1 0,-1 0,0 1,0-1,0 1,0 0,0-1,0 1,0 1,-1-1,1 0,0 1,-1-1,1 1,0 0,-1 0,1 1,0-1,0 1,-2 0,-5 3,1 1,-1 1,1-1,0 2,1-1,-1 1,2 0,-1 1,1 0,0 0,0 1,1 0,0 0,1 0,0 1,0-1,1 1,0 0,1 1,0-1,1 1,0-1,0 4,1-3,0 0,0 1,2-1,-1 0,1 0,1 0,0 0,0-1,1 1,1-1,0 1,0-1,1 0,5 9,101 120,-36-52,-60-66,0 2,-2 0,0 0,-2 1,0 1,-2-1,-1 2,-1-1,-1 1,-1 0,-1 1,-2-1,0 1,-2-1,-2 19,-2-6</inkml:trace>
  <inkml:trace contextRef="#ctx0" brushRef="#br0" timeOffset="278.501">696 1110,'48'-397,"-43"385,-3 29,2 365,1-347,0-12</inkml:trace>
  <inkml:trace contextRef="#ctx0" brushRef="#br0" timeOffset="555.714">656 200,'18'-2,"17"-1,15 0,10 3,6 2,-2 2,-4 0,-11 3,-10-1,-13-1</inkml:trace>
  <inkml:trace contextRef="#ctx0" brushRef="#br0" timeOffset="826.23">923 0,'-11'18,"-2"18,6 16,9 12,9 12,2 7,-1-12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29:35.1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184 512,'-2'23,"-1"21,0 19,0 17,1 11,1 8,1 3,-3-5,-2-9,-1-20</inkml:trace>
  <inkml:trace contextRef="#ctx0" brushRef="#br0" timeOffset="271.339">10 820,'-9'-226,"9"222,0 0,0 0,1 0,-1-1,1 1,0 0,0 0,0 0,1 1,0-1,-1 0,1 0,0 1,1-1,-1 1,1 0,-1 0,1 0,0 0,0 0,0 1,1-1,-1 1,1 0,-1 0,1 0,0 0,0 1,0-1,-1 1,1 0,2 0,2 0,0 1,1 0,-1 0,0 1,1 0,-1 0,0 1,0 0,0 1,0-1,0 2,-1-1,1 1,-1 0,0 0,0 1,-1 0,1 1,-1-1,0 1,-1 0,1 0,-1 1,0 0,-1 0,0 0,0 0,0 1,0 1,-3-5,0 0,0 0,-1 1,1-1,-1 0,0 0,0 0,0 1,0-1,-1 0,0 0,0 0,0 0,0 0,-1 0,1 0,-1 0,0 0,0-1,-1 1,1-1,-1 0,1 1,-1-1,0 0,0 0,-1-1,1 1,-1-1,-10 8,0-1,-1-1,0 0,0 0,-1-2,-9 3,-14 3,7-4</inkml:trace>
  <inkml:trace contextRef="#ctx0" brushRef="#br0" timeOffset="869.97">464 820,'13'-140,"-7"108,-3-1,0 0,-2 0,-2-10,1 39,0 1,-1-1,1 0,-1 0,0 1,0-1,0 0,0 1,-1-1,1 1,-1-1,0 1,0 0,0 0,0 0,-1-1,147 31,-122-25,-1 0,0 1,0 1,0 1,0 1,-1 1,8 4,-24-9,0 1,0 0,0 0,0 0,0 0,0 1,-1-1,0 1,0 0,0 0,0 0,0 1,-1-1,0 1,0-1,0 1,-1 0,1-1,-1 1,0 0,0 0,-1 0,0 0,0 0,0 0,0 0,-1 0,1 0,-2 0,0 5,-7 25,7-27,-1 0,1 0,1 1,-1-1,1 0,1 1,0-1,0 1,1 3,0-9,0-1,0 1,1 0,-1-1,1 1,-1-1,1 0,0 0,0 1,0-1,0 0,0 0,0-1,1 1,-1 0,1-1,-1 0,1 1,0-1,-1 0,1 0,0-1,0 1,-1 0,1-1,0 0,1 0,81-2,-73 1,0-1,0-1,0 0,-1-1,1 0,-1 0,0-2,0 1,0-1,-1-1,0 0,0 0,-1-1,0 0,0-1,-1 0,0 0,-1-1,1 0,-2 0,6-11,-11 19,0 0,-1 0,1-1,-1 1,1 0,-1 0,1-1,-1 1,0 0,0 0,0-1,-1 1,1 0,-1 0,1 0,-1-1,1 1,-1 0,0 0,0 0,0 0,0 0,-1 0,1 0,0 1,-1-1,1 0,-1 1,0-1,0 1,1 0,-1-1,0 1,0 0,0 0,0 0,0 0,-1 1,1-1,0 0,0 1,0 0,-1-1,1 1,-1 0,-2 1,-1 0,1 0,0 0,-1 1,1 0,0 0,0 0,0 0,0 1,0 0,1 0,-1 0,1 1,0 0,0-1,0 1,0 1,1-1,0 1,-1-1,2 1,-1 0,1 0,-1 0,1 0,1 0,-1 1,1-1,0 1,0-1,0 1,1-1,0 1,0-1,0 1,1-1,0 1,0-1,0 1,1-1,0 0,0 0,0 0,1 0,1 4,7-1,-1 1,1-1,0-1,0 0,1-1,0 0,0-1,1 0,-1-1,1 0,0-1,0-1,0 0,0 0,1-2,9 0,42 1,-9-6</inkml:trace>
  <inkml:trace contextRef="#ctx0" brushRef="#br0" timeOffset="1390.912">1521 486,'2'-2,"0"0,0 0,0 0,0 0,0 1,0-1,1 1,-1-1,0 1,1 0,-1 0,1 0,0 0,-1 0,1 1,0-1,-1 1,1 0,0-1,-1 1,1 0,0 1,0-1,-1 1,1-1,2 2,4-1,0 1,0 0,0 0,-1 1,1 0,-1 1,0 0,0 0,0 1,-1 0,1 0,-1 1,0 0,-1 0,1 1,-1 0,-1 0,1 0,-1 0,-1 1,1 0,-1 0,0 1,-1-1,0 1,-1-1,1 1,-2 0,2 7,-1 14,-1 1,-1-1,-1 0,-2 1,-1-1,-7 24,-10 110,21-155,0 0,0 0,1 1,0-1,1 0,0 0,1 0,-1 0,2 0,-1-1,1 0,1 1,-1-1,1-1,1 1,0-1,0 0,0 0,1 0,-1-1,2 0,-1-1,1 1,0-2,0 1,0-1,0 0,1 0,0-1,0-1,0 1,0-1,0-1,7 1,-12-2,0 1,0-1,0 1,0-1,0-1,0 1,0 0,0-1,0 0,-1 0,1 0,0 0,0-1,-1 0,1 1,-1-1,1-1,-1 1,0 0,0-1,0 0,0 1,0-1,-1 0,1 0,-1-1,0 1,0-1,0 1,0-1,-1 1,1-1,-1 0,0 0,0 0,0 0,-1 0,1-2,-4-6,-1 0,0 0,-1 0,0 0,0 1,-1 0,-1 0,0 1,0-1,-1 1,-1 1,0 0,0 0,0 1,-1 0,0 0,-1 1,-5-2,-39-25,-2 4,-1 1,-1 4,-1 2,-29-6,85 28,-23-11,27 11,-1 1,1 0,0-1,0 1,0 0,0-1,0 1,0-1,0 1,0 0,0-1,0 1,0-1,0 1,0 0,0-1,0 1,0 0,0-1,0 1,0-1,1 1,-1 0,0-1,0 1,0 0,1-1,-1 1,0 0,1 0,-1-1,0 1,0 0,1 0,-1-1,0 1,1 0,-1 0,1 0,-1 0,0 0,1 0,-1-1,0 1,1 0,-1 0,1 0,-1 0,0 0,1 0,-1 0,1 1,-1-1,0 0,1 0,-1 0,0 0,1 0,-1 1,0-1,1 0,-1 0,0 0,1 1,-1-1,0 0,1 1,-1-1,174-15,176 7,-287 11</inkml:trace>
  <inkml:trace contextRef="#ctx0" brushRef="#br0" timeOffset="1649.392">2363 806,'2'0,"3"0,1-2,-1-1</inkml:trace>
  <inkml:trace contextRef="#ctx0" brushRef="#br0" timeOffset="4974.772">7243 579,'-94'-63,"91"61,0 1,0 0,-1 0,1 0,0 0,-1 1,1 0,0-1,-1 1,1 0,0 0,-1 1,1-1,0 1,0 0,-1 0,1 0,0 0,0 0,0 1,0-1,0 1,0 0,0 0,1 0,-1 0,1 0,-1 1,1-1,0 1,-2 2,0 2,0 1,0-1,1 1,0 0,0 0,1 0,0 0,1 1,0-1,0 0,0 1,1-1,0 1,1-1,0 0,0 1,1-1,0 0,1 0,-1 0,2 0,-1 0,1-1,0 1,0-1,1 0,0-1,1 1,-1-1,1 0,0 0,1 0,-1-1,1 0,0-1,0 1,1-1,3 1,2 1,0 0,1-1,0-1,0 0,0-1,0 0,1-1,-1-1,1 0,-1-1,1 0,-1-1,14-3,-19 2,0 0,0-1,0 0,0 0,0-1,-1 0,0-1,0 1,0-2,0 1,-1-1,0 0,0 0,-1-1,1 0,-2 0,1-1,-1 0,0 0,0 0,-1 0,0-2,1-5,0 1,-2-1,1 0,-2 0,0 0,-1 0,-1 0,0 0,-1-1,0 1,-1 0,-1 0,-1 1,0-2,2 8,-1-1,0 1,0-1,-1 1,0 0,0 1,-1-1,0 1,-1 0,1 0,-1 0,-1 1,1 0,-1 0,0 1,0 0,-1 0,1 0,-1 1,0 0,0 1,-1 0,1 0,-5 0,4 2,1 0,-1 1,0 0,0 1,0 0,1 0,-1 1,0 0,1 1,-1-1,1 2,0-1,0 1,0 1,1-1,0 1,-1 0,2 1,-1 0,1 0,-1 0,2 1,-1 0,1 0,0 0,1 1,-1 0,1 0,1 0,0 0,0 0,0 1,1-1,1 1,-1 0,1 0,1 0,0-1,0 1,1 0,-1 0,2 0,1 1,1 0,0 0,1-1,0 0,1 0,-1 0,2-1,-1 1,1-2,5 5,31 28</inkml:trace>
  <inkml:trace contextRef="#ctx0" brushRef="#br0" timeOffset="5317.579">7777 512,'7'-30,"2"-1,0 1,2 0,1 1,2 0,15-24,20-43,-41 88,-8 29,-6 34,2 0,3 1,2-1,3 0,2 0,2 0,3-1,11 32,9 14,-28-82</inkml:trace>
  <inkml:trace contextRef="#ctx0" brushRef="#br0" timeOffset="5581.87">7831 847,'14'2,"15"1,15 0,13-1,10 0,9-1,-1-1,-11 1,-17-1,-19 0</inkml:trace>
  <inkml:trace contextRef="#ctx0" brushRef="#br0" timeOffset="3087.55">4181 85,'-19'-2,"0"1,1 1,-1 0,0 2,0 0,1 1,-1 1,1 0,0 2,0 0,1 1,0 1,0 0,1 1,0 1,0 1,1 0,0 1,-2 4,0 0,0 1,1 1,1 0,1 2,0-1,2 2,0 0,1 0,1 1,1 0,2 0,0 1,1 0,-3 21,7-35,1 0,-1 0,2-1,-1 1,1 0,0 0,1 0,0 0,0 0,1 0,0-1,1 1,0-1,0 0,1 1,0-2,0 1,1 0,0-1,0 0,1 0,0 0,0-1,1 0,-1 0,1 0,1-1,0 1,0-3,0 0,0-1,1 0,-1 0,0-1,1 0,-1 0,1-1,-1 0,1 0,0-1,-1 0,0-1,1 0,-1 0,0-1,0 0,0 0,0-1,-1 0,1 0,3-4,7-4,-1-1,0-1,-1 0,-1-2,0 0,-1 0,-1-1,6-9,-1-3,-2-1,0 0,-2-1,-1-1,-2 0,-1 0,-1-1,-2-1,-1 1,-2-1,-2 0,0-14,-3 39,1-1,-1 1,-1-1,0 1,0-1,-1 1,0 0,0 0,-1 0,-2-3,4 9,0 0,0 0,0 0,0 0,-1 1,1-1,-1 1,0-1,0 1,1 0,-1 0,-1 1,1-1,0 0,0 1,-1 0,1 0,0 0,-1 0,1 0,-1 1,0-1,1 1,-1 0,1 0,-1 1,1-1,-1 1,0 0,-9 3,1 1,-1 1,1 0,0 1,1 0,0 1,0 0,0 1,1 0,1 1,-1 0,1 0,1 1,0 0,1 1,0-1,1 1,0 1,-4 11,3-5,1 0,1 1,1 0,0 0,2 0,0 1,1-1,1 1,1-1,1 1,1-1,0 0,2 0,0 0,1-1,2 0,3 8,17 31,2-1,3-1,3-2,36 43,23 43,-79-106</inkml:trace>
  <inkml:trace contextRef="#ctx0" brushRef="#br0" timeOffset="3370.859">4449 1034,'0'-18,"0"-13,0-8,0-7,0-1,0-1,2 4,1 14,2 19,0 20,0 22,0 18,0 14,2 7,1 1,0-5,0-11,0-15</inkml:trace>
  <inkml:trace contextRef="#ctx0" brushRef="#br0" timeOffset="4200.187">5170 312,'-9'-2,"0"1,-1-1,1 2,0-1,-1 1,1 0,-1 1,1 0,0 1,-1 0,1 1,0-1,0 2,1-1,-1 1,1 0,0 1,0 0,0 1,0-1,-6 8,-1 2,1 1,1 1,0 0,1 1,1 0,1 1,0 0,2 1,0 0,1 0,1 0,1 1,0 0,2 0,1 1,0-1,2 1,0-1,2 0,2 16,-3-30,-1 1,2-1,-1 0,1 1,0-1,0 0,1 0,0 0,1-1,-1 1,1-1,0 0,1 0,-1 0,1 0,0-1,1 0,-1 0,1 0,0-1,1 0,-1 0,1 0,-1-1,1 0,0 0,0-1,0 0,1 0,-1-1,0 0,1 0,-1 0,1-1,1-2,1 0,-1 0,0-1,0 0,0 0,0-1,0 0,-1-1,0 0,0 0,0-1,-1 0,0 0,0-1,0 0,-1 0,0 0,0-1,4-8,2-4,-1-1,-1 0,-1-1,-1 0,-1 0,-1-1,2-15,3-27,-4 0,-2 0,-3-1,-3 1,-3-1,-4-14,7 75,-20-97,19 97,1 0,-1 1,0-1,0 1,-1-1,1 1,-1 0,0 0,0 0,0 0,0 1,-1-1,0 1,1 0,-1 0,0 0,-1 0,1 1,-1 0,2 1,0 0,-1 0,1 0,-1 1,0 0,1 0,-1 0,1 0,-1 0,1 1,-1-1,1 1,-1 0,1 0,0 1,-1-1,1 1,0-1,0 1,0 0,0 0,0 1,1-1,-2 2,-53 70,49-54,-1 1,2-1,1 2,1-1,0 1,2-1,1 1,0 0,2 0,0 1,1-1,2 0,0-1,1 1,2 0,5 22,3-2,1 1,2-2,2 0,2-1,24 34,-26-44,1-1,1-1,2-1,0-1,2-1,1-1,2 0,-24-21,0 1,0-1,1 0,-1 0,1 0,0 0,0-1,0 0,0 0,0 0,0-1,0 0,1 0,-1 0,1-1,-1 1,0-1,1-1,-1 1,1-1,-1 0,0 0,1 0,-1-1,0 0,0 0,2-1,3-4,-2-1,1 0,-1 0,0-1,-1 0,0 0,0-1,-1 0,0 0,-1-1,0 1,1-7,-2 8,1 31,-6-16,1-1,0 1,0 0,1-1,-1 1,1 0,0-1,1 1,0-1,-1 1,2-1,-1 0,0 0,1 0,0 0,1 0,-1-1,1 1,-1-1,1 0,1 0,-1-1,0 1,1-1,0 0,0 0,0 0,0-1,0 1,0-1,1-1,0 1,-3-1,0 0,1-1,-1 0,0 1,0-1,1 0,-1 0,0-1,1 1,-1-1,0 0,0 0,0 0,0 0,0 0,0 0,0-1,0 0,0 0,0 1,-1-1,1-1,-1 1,0 0,0-1,1 1,-2-1,1 0,0 1,0-1,-1 0,1 0,-1 0,0 0,0-1,0 1,0-3,0 2,1-1,-1 0,0 0,0 0,0 0,0 0,-1 0,0 0,0-1,-1 1,1 0,-1 0,0 0,-1 0,1 0,-1 1,0-1,0 0,0 1,-1-1,1 1,-1 0,0 0,-1 0,1 0,-1 0,0 1,1 0,-1-1,-1 1,1 1,0-1,-1 1,1 0,-1 0,0 0,0 0,0 1,0 0,0 0,0 0,-5 0,3 3,1-1,-1 1,0 0,1 0,-1 0,1 1,0 0,0 1,0-1,1 1,-1 0,1 1,0-1,0 1,0 0,1 0,-1 0,1 1,0 0,1 0,0 0,0 0,0 0,1 1,-1-1,2 1,-2 3,3-7,1 1,-1-1,0 1,1-1,0 1,0-1,0 0,0 1,1-1,-1 0,1 0,0 0,0 0,0 0,0 0,0 0,1-1,-1 1,1-1,0 0,0 0,0 0,0 0,0 0,0 0,0-1,0 0,1 1,2-1,34 13</inkml:trace>
  <inkml:trace contextRef="#ctx0" brushRef="#br0" timeOffset="4449.968">5932 512,'9'3,"19"0,23-1,24 1,14 1,6 0,-7 2,-17-1</inkml:trace>
  <inkml:trace contextRef="#ctx0" brushRef="#br0" timeOffset="4696.161">6093 727,'20'4,"26"2,22 0,23-2,16 0,11-2,-16-1</inkml:trace>
  <inkml:trace contextRef="#ctx0" brushRef="#br0" timeOffset="30427.793">90 2652,'21'4,"17"2,17 0,12-2,9 0,-3-2,-8-1,-15-1</inkml:trace>
  <inkml:trace contextRef="#ctx0" brushRef="#br0" timeOffset="30428.793">118 2959,'15'14,"22"4,23-1,21-3,20-8,-8-6</inkml:trace>
  <inkml:trace contextRef="#ctx0" brushRef="#br0" timeOffset="47010.208">1133 1515,'-13'-2,"-8"-1,5 0,15 1,18 0,20 1,17 0,14 1,6 0,-3 2,-13 2</inkml:trace>
  <inkml:trace contextRef="#ctx0" brushRef="#br0" timeOffset="40056.492">2496 1676,'12'2,"14"3,20 1,19 0,18-2,10-2,0 0,-5-4,-15-1,-16 0,-21 1,-18 0,-15 0,-10 4,-6 1,-1 0</inkml:trace>
  <inkml:trace contextRef="#ctx0" brushRef="#br0" timeOffset="39402.284">2524 1890,'13'16,"12"14,8 9,8 4,6 5,3 3,1-1,1-1,-4-6,-6-4,-5-5,-7-6,-9-7</inkml:trace>
  <inkml:trace contextRef="#ctx0" brushRef="#br0" timeOffset="39689.096">2938 1956,'-14'5,"-11"8,-8 11,-8 12,-6 13,-1 8,0 6,4 2,7-4,7-7,10-9,12-12,9-11,6-10</inkml:trace>
  <inkml:trace contextRef="#ctx0" brushRef="#br0" timeOffset="31080.023">1066 1689,'10'663,"28"8,2-313,67 266,-60-383,-49-215,2-26,0 1,0-1,0 0,0 1,0-1,0 0,0 0,0 1,0-1,-1 0,1 1,0-1,0 0,0 1,0-1,-1 0,1 0,0 1,0-1,0 0,-1 0,1 0,0 1,-1-1,1 0,0 0,0 0,-1 0,1 0,0 1,-1-1,1 0,0 0,-1 0,1 0,0 0,-1 0,1 0,0 0,-1 0,1 0,0 0,-1 0,1-1,0 1,0 0,-1 0,1 0,0 0,-1 0,1-1,0 1,0 0,-1 0,1 0,0-1,0 1,0 0,-1 0,1-1,0 1,0 0,0-1,0 1,-1 0,1-1,0 1,-5-8</inkml:trace>
  <inkml:trace contextRef="#ctx0" brushRef="#br0" timeOffset="37976.261">1507 2224,'2'-14,"0"-1,1 1,1 0,0 0,1 0,0 1,1 0,1 0,0 0,7-8,5-13,88-177,-96 192,-11 19,1 0,-1 0,1-1,-1 2,1-1,-1 0,1 0,-1 0,1 0,-1 0,1 0,-1 0,1 1,-1-1,1 0,-1 0,1 1,-1-1,0 0,1 1,-1-1,1 0,-1 1,0-1,1 1,-1-1,0 1,0-1,1 1,-1-1,0 0,0 1,0 0,1-1,-1 1,0-1,0 1,0-1,0 1,0-1,0 1,0-1,0 1,0-1,-1 1,1-1,0 1,0-1,0 1,0-1,-1 1,1-1,0 1,-1-1,1 1,0-1,-1 0,1 1,0-1,-1 0,-15 225,16-112,-7 97,5-197,3-8,-1-1,0 1,0 0,0-1,-1 1,1-1,-1 1,0-1,-1 1,1-1,-1 0,0 1,0-1,0 0,0 0,-1-1,0 1,1 0,-1-1,-1 0,1 1,0-1,-1 0,0-1,0 1,0-1,-3 2,-47-5,129-2,0 4,1 4,9 3,-46-6,-28-5</inkml:trace>
  <inkml:trace contextRef="#ctx0" brushRef="#br0" timeOffset="38603.393">2136 2130,'-1'2,"-1"-1,1 0,1 1,-1 0,0-1,0 1,0-1,1 1,-1 0,1-1,0 1,-1 0,1-1,0 1,0 0,0 0,0-1,0 1,0 0,1 0,-1-1,0 1,1 0,0-1,-1 1,1 0,0-1,0 1,0-1,0 1,0-1,0 0,0 1,0-1,1 0,-1 0,0 0,1 0,-1 0,1 0,-1 0,1 0,0-1,-1 1,1-1,0 1,-1-1,1 0,0 1,0-1,-1 0,1 0,0 0,0 0,1-1,-1 0,-1 0,1 0,0 0,0 0,-1-1,1 1,-1 0,1-1,-1 1,1-1,-1 0,0 1,0-1,0 0,0 0,0 0,0 0,-1 0,1 0,-1 0,1 0,-1 0,0 0,0 0,1 0,-1 0,-1 0,1 0,0 0,-1 0,1 0,-1 0,1 0,-1 0,0 0,0 0,0 0,0 0,0 1,0-1,0 0,-1 1,1-1,-1 1,1-1,-1 1,0 0,1 0,-1 0,0 0,0 0,0 0,0 0,0 0,0 1,1-1,0 1,1 0,-1 0,0 0,0 0,1 0,-1 0,0 0,0 0,1 0,-1 0,0 1,1-1,-1 0,0 0,1 1,-1-1,0 0,1 1,-1-1,1 1,-1-1,0 1,1-1,-1 1,1-1,0 1,-1-1,1 1,-1 0,1-1,0 1,0 0,-1-1,1 1,0 0,0-1,0 1,0 0,-1 0,3 7</inkml:trace>
  <inkml:trace contextRef="#ctx0" brushRef="#br0" timeOffset="43974.917">1748 3494,'-7'2,"0"2,0-1,1 1,0 0,0 1,0-1,0 1,1 0,-1 0,1 1,1 0,-1 0,1 0,0 0,0 1,1 0,0-1,0 1,1 0,-1 1,2-1,-1 0,0 5,1-2,-1 1,2-1,-1 1,2-1,-1 0,1 1,1-1,0 0,0 0,1 0,0 0,1 0,0 0,1-1,0 0,0 0,1 0,0-1,1 0,-1 0,2 0,-1-1,1 0,0-1,0 1,1-2,0 1,0-1,0 0,1-1,-1 0,4 0,-8-3,0 0,0 0,-1-1,1 0,0 0,0 0,0 0,0-1,0 1,0-1,0-1,-1 1,1-1,0 1,-1-2,1 1,-1 0,0-1,0 0,0 1,0-2,0 1,-1 0,1-1,-1 0,2-2,1-3,0 0,-1 0,0 0,0-1,-1 0,0 0,-1 0,0-1,-1 1,0-1,1-9,-3 4,0-1,0 1,-2 0,0 0,-1-1,0 1,-1 1,-1-1,-1 1,0-1,-1 2,0-1,-2 1,1 0,-2 1,-7-9,15 19,0-1,-1 1,0 0,0 0,0 0,0 0,0 0,0 1,-1-1,1 1,-1 0,0 0,1 1,-1-1,0 1,0-1,0 1,0 1,0-1,-1 0,1 1,0 0,0 0,0 0,0 1,0-1,-1 1,1 0,0 0,0 0,0 1,1-1,-1 1,0 0,1 0,-1 1,1-1,-1 1,-1 2,1 0,0 0,1 0,-1 1,1 0,1-1,-1 1,1 0,0 0,0 0,1 0,0 1,0-1,0 0,1 1,0-1,0 0,1 7,6 25</inkml:trace>
  <inkml:trace contextRef="#ctx0" brushRef="#br0" timeOffset="44388.454">2256 3534,'-1'20,"0"-15,1 0,0 1,0-1,0 0,0 1,1-1,0 0,0 1,0-1,0 0,1 0,0 0,2 3,-4-8,0 1,1-1,-1 1,0 0,1-1,-1 1,1-1,-1 1,1-1,-1 1,1-1,-1 0,1 1,0-1,-1 0,1 1,-1-1,1 0,0 0,-1 1,1-1,0 0,-1 0,1 0,0 0,-1 0,1 0,0 0,-1 0,1 0,0 0,-1-1,1 1,0 0,-1 0,1-1,0 1,-1 0,1-1,-1 1,1 0,-1-1,1 1,-1-1,1 1,-1-1,1 1,-1-1,0 1,1-1,-1 0,0 1,1-1,-1 0,13-36,-12 35,-1 1,1 0,-1-1,0 1,0 0,1-1,-1 1,0-1,0 1,-1 0,1-1,0 1,0-1,-1 1,1 0,-1-1,1 1,-1 0,1 0,-1-1,0 1,0 0,0 0,0 0,1 0,-1 0,0 0,-1 0,1 0,0 0,0 1,0-1,-1 0,1 1,0-1,0 1,-1-1,1 1,0 0,-1-1,1 1,-1 0,1 0,0 0,-1 0,1 0,-1 0,1 1,1 0,-1-1,0 1,0-1,0 1,1 0,-1 0,1-1,-1 1,0 0,1 0,-1 0,1 0,0 0,-1 0,1-1,0 1,-1 0,1 0,0 0,0 0,0 0,0 0,0 0,0 0,0 0,0 0,0 0,1 0,-1 0,0 0,1 0,-1 0,1 0,-1 0,1 0,-1-1,1 1,-1 0,1 0,0-1,-1 1,1 0,0-1,0 1,0 0,-1-1,1 1,0-1,0 0,0 1,0-1,0 0,0 1,0-1,0 0,0 0,1 0,14 6</inkml:trace>
  <inkml:trace contextRef="#ctx0" brushRef="#br0" timeOffset="46291.559">2697 3494,'-7'7,"1"1,0 1,0 0,0-1,1 2,0-1,1 0,0 1,1 0,0 0,0 0,1 1,0-1,1 0,0 1,1-1,0 1,1-1,0 1,0-1,1 0,0 1,1-1,0 0,1-1,3 7,-2-8,0-1,0 0,1 0,0 0,1-1,-1 1,1-2,0 1,0-1,1 0,0 0,0-1,0 0,0-1,1 0,-1 0,1 0,0-1,0-1,0 0,-1 0,2 0,-1-1,0 0,0-1,-1 0,1-1,0 0,0 0,0-1,-1 0,0 0,1-1,1-1,0-2,-1-1,0 0,0 0,0-1,-1 0,-1 0,1-1,-2 0,1 0,-1-1,-1 1,0-1,-1-1,0 1,0-1,-1 1,-1-1,0 0,-1 0,0 0,0 0,-2 0,1-1,-2 1,1 0,-3-5,2 11,0 0,-1 1,1-1,-1 1,0 0,-1 0,1 0,-1 0,0 1,0-1,-1 1,1 0,-1 1,0-1,0 1,0-1,-1 2,1-1,-1 1,1-1,-1 1,0 1,0-1,0 1,0 0,0 1,0-1,-1 1,-6 0,0 0,0 1,0 1,0 0,0 0,0 1,1 1,-1 0,1 1,0 0,0 1,-6 5,-49 49,48-33</inkml:trace>
  <inkml:trace contextRef="#ctx0" brushRef="#br0" timeOffset="47995.556">1267 4349,'6'-2,"13"-3,11-3,12 0,8 1,7 1,0 3,-4 4,-12 1</inkml:trace>
  <inkml:trace contextRef="#ctx0" brushRef="#br0" timeOffset="49436.804">3286 1461,'27'-10,"-5"9,2 0,-1 2,-1 0,1 2,0 0,0 2,-1 0,0 1,0 2,19 9,-38-16,0 0,1 0,-1 1,0-1,0 1,0 0,0 0,-1 0,1 0,0 1,-1-1,0 1,1-1,-1 1,0 0,-1 0,1 0,0 0,-1 0,1 0,-1 1,0-1,0 0,-1 1,1-1,-1 1,1-1,-1 0,0 1,0-1,-1 3,-50 122,45-98,2 1,0 0,2 0,2 0,1 0,1 0,2-1,4 19,3 41,41 425,4 90,-41-373,20 68,-17-187,-5 1,-3 100,-11-109,1-104,-1 0,1 0,-1-1,0 1,1 0,-1 0,0-1,0 1,0 0,0-1,1 1,-1-1,0 1,0-1,0 1,0-1,0 0,0 0,0 1,0-1,0 0,-1 0,1 0,0 0,0 0,0 0,0 0,0-1,0 1,0 0,0 0,0-1,0 1,0-1,0 1,0-1,1 1,-1-1,0 0,0 1,0-1,0 0,-5-2,-34-8,0 1,-1 2,0 2,-37-1,10 0,4-5,46 5</inkml:trace>
  <inkml:trace contextRef="#ctx0" brushRef="#br0" timeOffset="54082.725">4048 1596,'0'0,"0"0,0 0,0 1,0-1,0 0,0 0,0 0,0 0,0 1,0-1,0 0,0 0,0 0,1 1,-1-1,0 0,0 0,0 0,0 0,0 0,1 0,-1 1,0-1,0 0,0 0,1 0,-1 0,0 0,0 0,0 0,0 0,1 0,-1 0,0 0,0 0,0 0,1 0,-1 0,0 0,0 0,0 0,1 0,-1 0,0 0,0 0,0 0,1 0,-1 0,0-1,0 1,0 0,1 0,23 197,2 31,-3 222,-27 189,-15-430,9-134,4 1,3 0,3 5,33 54,-30-124,29 94,-30-95,0-1,1 1,0 0,0-1,1 1,0-1,1 0,0 0,0-1,1 0,6 8,21 34,-32-48,0 1,0 0,-1-1,1 0,1 1,-1-1,0 1,1-1,-1 0,1 0,-1 0,1 0,0 0,0 0,0-1,0 1,0 0,1-1,-1 0,0 1,1-1,-1 0,1 0,-1-1,1 1,-1 0,1-1,0 1,-1-1,1 0,0 0,0 0,179-27,-32 33,-117-11,-29-2</inkml:trace>
  <inkml:trace contextRef="#ctx0" brushRef="#br0" timeOffset="54696.932">4061 1583,'16'0,"14"0,12-3,9 0,3 0,-1 0,-4 2,-11 0</inkml:trace>
  <inkml:trace contextRef="#ctx0" brushRef="#br0" timeOffset="57686.578">4595 2130,'111'-262,"-105"247,-5 15,-1 0,1 0,-1 1,1-1,0 0,-1 1,1-1,-1 0,1 1,0-1,-1 0,1 1,-1-1,1 1,-1-1,0 1,1-1,-1 1,1-1,-1 1,0 0,0-1,1 1,-1-1,0 1,0 0,0-1,0 1,1 0,-1-1,0 1,0 0,0-1,-1 1,1 0,0-1,0 1,0 0,6 194,-6-186,-6 77,-4-1,-13 52,23-135,0-1,-1 1,1-1,0 1,-1-1,1 1,-1-1,0 0,1 1,-1-1,0 0,0 0,0 1,0-1,0 0,0 0,0 0,0 0,-1 0,1 0,0 0,0-1,-1 1,1 0,-1-1,1 1,0-1,-1 1,1-1,-1 0,1 0,-1 0,0 1,1-1,-1-1,1 1,-1 0,-5 1,12 1,15 1,253-15,-255 12</inkml:trace>
  <inkml:trace contextRef="#ctx0" brushRef="#br0" timeOffset="59179.088">5331 1890,'7'0,"6"4,7 9,5 6,9 10,4 6,6 4,1 2,1 1,-1 1,-4-4,-6-5,-8-6,-7-8</inkml:trace>
  <inkml:trace contextRef="#ctx0" brushRef="#br0" timeOffset="59457.534">5705 1863,'-14'2,"-8"8,-6 11,-5 9,-3 8,-3 10,-1 2,-1 3,3-1,4-5,9-6,8-10</inkml:trace>
  <inkml:trace contextRef="#ctx0" brushRef="#br0" timeOffset="59756.166">5198 1729,'11'-7,"13"-2,14-2,14 1,14 2,11 3,10 2,0 1,-3-1,-9 0,-12 1,-15 0,-18 1,-17 0,-14 3,-10 1,-2 0</inkml:trace>
  <inkml:trace contextRef="#ctx0" brushRef="#br0" timeOffset="63019.992">4689 3467,'-3'0,"0"-1,0 0,0 1,0 0,0 0,0 0,0 0,0 0,0 1,0-1,0 1,0 0,0 0,0 0,0 0,1 0,-1 1,0-1,1 1,-1 0,1 0,0 0,-1 0,1 0,0 0,0 1,0-1,1 1,-1-1,1 1,-1 0,1 0,0-1,0 1,0 0,0 0,0 3,-5 10,0 0,1 0,0 1,2 0,0 0,1 0,0 0,2 0,0 0,0 0,2 0,0 0,1 0,1 0,1 0,2 6,-2-14,-1-2,1 1,0 0,0-1,1 0,0 0,0 0,1-1,0 0,0-1,0 1,1-1,0-1,0 1,0-1,0-1,1 1,0-1,-1-1,1 0,0 0,0-1,0 0,0 0,0-1,1 0,-1-1,0 0,3-1,-3 1,-1 0,1-1,0 0,-1-1,0 0,1 0,-1-1,0 1,-1-2,1 1,-1-1,0-1,0 1,0-1,-1 0,0 0,0-1,-1 0,1 0,-2 0,1-1,-1 0,0 0,0 0,-1 0,0 0,-1-1,0 1,0-1,-1-3,-1-6,-1 1,-1-1,-1 1,-1-1,0 1,-1 0,-1 0,-1 1,0 0,-1 0,-1 1,0-1,-1 2,-3-4,5 7,0 0,-1 0,0 1,-1 0,0 1,-1 0,-5-4,13 11,0 0,0 0,0 0,-1 1,1-1,0 1,-1-1,1 1,0 0,-1 1,1-1,-1 0,0 1,1 0,-1 0,1 0,-1 0,0 1,1-1,-1 1,1 0,-1 0,1 0,0 0,-1 1,1 0,0-1,0 1,0 0,-2 2,-1 3,0 0,1 0,0 0,0 0,0 1,1 0,0 0,1 0,0 1,0-1,1 1,0 0,0-1,1 1,1 0,-1 0,1 0,0 0,1 0,1 2,5 36</inkml:trace>
  <inkml:trace contextRef="#ctx0" brushRef="#br0" timeOffset="63665.246">5304 3695,'0'-1,"1"1,0 0,-1-1,1 1,0 0,0 0,-1 0,1 0,0 0,-1 0,1 0,0 0,0 0,-1 0,1 0,0 0,0 0,-1 1,1-1,0 0,-1 0,1 1,0-1,-1 1,1-1,-1 0,1 1,0-1,-1 1,1-1,-1 1,1 0,-1-1,0 1,1 0,-1-1,0 1,1 0,-1-1,0 1,0 0,0-1,1 1,-1 0,0 0,0-1,0 1,0 0,0 0,0-1,-1 1,1 0,0-1,0 1,0 0,-1 0,1-1,-1 1,27-52,-26 49,0 1,0-1,0 1,0 0,0-1,0 1,0-1,0 1,0 0,-1-1,1 1,0 0,-1-1,1 1,-1 0,0 0,1-1,-1 1,0 0,0 0,0 0,0 0,0 0,0 0,0 0,0 0,0 0,0 1,-1-1,1 0,0 1,0-1,-1 1,1-1,0 1,-1 0,1-1,-1 1,0 0,-1 0,0 0,0 1,0-1,0 0,0 1,0 0,1 0,-1 0,0 0,1 0,-1 0,0 1,1-1,0 1,-1 0,1 0,0 0,0 0,0 0,0 0,0 0,0 1,1-1,-1 1,1-1,0 1,0 0,0-1,0 1,0 0,0 0,1 0,-1 0,1 0,0-1,0 1,0 0,0 0,1 0,-1 0,1 0,0 0,0 0,4 7</inkml:trace>
  <inkml:trace contextRef="#ctx0" brushRef="#br0" timeOffset="63986.706">5545 3414,'0'7,"5"8,7 10,12 6,11 8,8 4,3 3,2 1,-2 0,-3-2,-5-4,-6-7,-7-6,-5-9,-3-11,-6-8</inkml:trace>
  <inkml:trace contextRef="#ctx0" brushRef="#br0" timeOffset="64249.581">6026 3560,'-11'-16,"-7"-5,-6 4,-6 8,-8 15,-5 21,-6 17,0 14,0 11,3 3,6-1,11-14</inkml:trace>
  <inkml:trace contextRef="#ctx0" brushRef="#br0" timeOffset="65277.092">6146 1328,'28'16,"11"-5,-1-2,2-2,-1-2,1-1,0-2,18 2,-34-2,17 1,-1 2,0 1,-1 2,21 7,-55-14,-1 0,1 1,-1-1,0 1,1 0,-1 0,0 1,0-1,-1 1,1 0,0 0,-1 0,0 0,0 0,0 1,0 0,0-1,-1 1,1 0,-1 0,0 0,-1 1,1-1,-1 0,1 1,-1-1,-1 1,1 0,-1-1,1 5,-23 154,8 14,10 137,3-106,-1-82,5 706,14-81,-28-649,10-101,0 0,0 0,0 0,1 0,-1 0,0 0,0-1,0 1,0 0,-1-1,1 1,0-1,0 1,0-1,0 0,0 1,-1-1,1 0,0 0,0 0,-1 0,1 0,0 0,0 0,0 0,-1 0,1-1,0 1,0 0,0-1,0 1,-1-1,1 1,0-1,0 0,0 1,0-1,0 0,0 0,1 0,-1 0,0 0,0 0,1 0,-1 0,0 0,1 0,-1 0,1 0,-1-1,-9-6,-10-6,0 2,-1 0,0 1,-1 2,0 0,0 1,-16-3,-12-3,39 7</inkml:trace>
  <inkml:trace contextRef="#ctx0" brushRef="#br0" timeOffset="65832.136">7510 2531,'16'0,"16"0,17 0,11 0,7 0,-1 3,-7 2,-14 3,-17 5,-13 0</inkml:trace>
  <inkml:trace contextRef="#ctx0" brushRef="#br0" timeOffset="66096.553">7576 2732,'23'2,"26"1,24 0,24-1,12 2,5 2,-12 3,-22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0:42.9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0 297,'0'-24,"15"341,-3 618,-12-500,4-316,5 0,23 108,-16-105,-19-105</inkml:trace>
  <inkml:trace contextRef="#ctx0" brushRef="#br0" timeOffset="2099.06">454 632,'2'7,"6"9,5 10,8 13,7 11,6 6,3 2,3 1,-1-3,-3-8,-5-11,-5-9,-8-12,-6-8</inkml:trace>
  <inkml:trace contextRef="#ctx0" brushRef="#br0" timeOffset="2363.593">722 725,'-12'9,"-10"12,-10 14,-7 15,-6 7,-4 7,1-2,7-9,8-11,10-13</inkml:trace>
  <inkml:trace contextRef="#ctx0" brushRef="#br0" timeOffset="2610.177">374 377,'14'-2,"17"-1,23-2,20 0,13 0,5 2,-3 1,-15 0,-20 4,-19 1</inkml:trace>
  <inkml:trace contextRef="#ctx0" brushRef="#br0" timeOffset="3120.739">13 203,'0'-2,"2"-1,6-2,8-2,8-1,9 2,8 2,6 1,2 1,-7 2</inkml:trace>
  <inkml:trace contextRef="#ctx0" brushRef="#br0" timeOffset="4762.603">655 1728,'-7'0,"0"1,0 0,0 0,1 0,-1 1,0-1,1 2,-1-1,1 1,0 0,-1 0,2 1,-1 0,0 0,1 0,0 1,0-1,0 1,0 1,1-1,0 0,0 1,0 0,1 0,0 0,0 1,0-1,1 1,0-1,1 1,-1 0,1 0,0 0,1-1,0 1,0 0,0 0,1 0,0 0,-1 0,2 0,-1 0,1 0,0 0,0-1,1 1,0-1,0 1,0-1,1 0,0 0,0-1,1 1,-1-1,1 0,1 0,-1 0,0-1,1 0,0 0,0-1,0 1,1-1,-1 0,1-1,0 0,-1 0,1 0,0-1,0 0,0 0,0-1,0 0,0 0,0 0,0-1,2-1,0 0,-1-1,0 1,-1-2,1 1,0-1,-1 0,0-1,0 1,0-2,-1 1,0-1,0 0,0 0,0 0,-1-1,0 0,-1 0,1 0,-2-1,1 1,-1-1,0 0,0 0,-1 0,0 0,-1-1,1 1,-2-1,1 1,-1 0,-1-1,1 1,-1-1,-1 1,1 0,-2 0,1-1,-1 2,0-1,-1 0,0 1,0-1,0 1,-1 0,0 0,-1 1,1 0,-1 0,-6-5,4 7,-1-1,1 2,-1-1,0 1,0 0,0 1,0 0,-1 1,1 0,-1 0,1 1,0 0,-1 1,1 0,-1 0,1 1,0 0,0 1,0 0,0 0,1 1,-1 0,1 0,0 1,0 0,0 1,-3 3,-38 26</inkml:trace>
  <inkml:trace contextRef="#ctx0" brushRef="#br0" timeOffset="5182.034">39 2530,'5'2,"6"1,3 2,4 1,6-1,5 0,7 0,7 2,5-2,3 0,2 1,4-1,1-1,-10-2</inkml:trace>
  <inkml:trace contextRef="#ctx0" brushRef="#br0" timeOffset="6586.371">1082 3,'28'-2,"105"26,1-6,4-6,-113-10,-24-1,0-2,0 1,0 0,0-1,0 1,0 0,0 0,0 0,1 0,-1 0,0 0,0 0,0 0,0 1,0-1,0 0,0 1,0-1,-1 0,1 1,0-1,0 1,0 0,0-1,0 1,-1 0,1-1,0 1,0 0,-1 0,1-1,-1 1,1 0,-1 0,1 0,-1 0,0 0,1 0,-1 1,-80 64,74-61,0 1,1 0,0 0,1 0,-1 0,1 1,1 0,-1 0,1 0,0 0,1 1,0-1,0 1,0-1,1 1,0 0,1 0,-1 0,2-1,-1 1,1 0,1 4,84 334,-73-233,-4 0,-6 1,-4 0,-9 40,1-6,7 0,9 30,12-2,-6-71,-4-1,-5 38,-8-78,2-63,0 0,1-1,-1 0,0 1,0-1,1 0,-1 0,0 0,0 0,0 0,1 0,-1 0,0-1,0 1,1-1,-1 1,0-1,1 1,-1-1,1 0,-1 0,1 0,-1 0,1 0,-1 0,1-1,-6-2,-19-5,0 0,-1 2,0 1,0 2,0 0,0 2,-1 1,1 1,-1 1,-10 3,-12-2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0:54.0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147 201,'14'-6,"-7"27,-10 241,1-30,-12 282,-5-367,-7-1,-29 87,50-212,-6 15,2 0,1 1,2 0,1 1,2-1,2 1,1 0,2-1,7 38,7-15,-5-21,-1 1,-3 0,-1 0,0 22,-6-60,0-1,-1 1,1-1,0 0,0 1,0-1,0 1,0-1,0 1,1-1,-1 0,0 1,1-1,-1 1,1-1,-1 0,1 0,0 1,0-1,-1 0,1 0,0 0,0 0,0 0,0 0,0 0,0 0,1 0,-1 0,0-1,0 1,1 0,-1-1,0 1,1-1,-1 1,1-1,-1 0,0 0,1 0,-1 1,2-2,187 7,54 24,-199-33,-28-2</inkml:trace>
  <inkml:trace contextRef="#ctx0" brushRef="#br0" timeOffset="616.484">200 187,'7'0,"9"0,11-2,10-1,10 0,10 1,8 1,-1 0,-9 0,-14 1</inkml:trace>
  <inkml:trace contextRef="#ctx0" brushRef="#br0" timeOffset="4065.421">882 215,'23'-12,"23"-5,22-1,20 4,16 3,8 4,-2 8,-10 8,-17 7,-23 6,-22-2</inkml:trace>
  <inkml:trace contextRef="#ctx0" brushRef="#br0" timeOffset="3537.135">909 468,'14'16,"11"15,10 10,9 10,3 8,3 3,-2 0,-5-2,-8-4,-7-7,-7-7,-6-11</inkml:trace>
  <inkml:trace contextRef="#ctx0" brushRef="#br0" timeOffset="3795.365">1283 535,'-13'0,"-12"7,-6 11,-5 12,0 10,1 9,4 6,3 2,4 1,6-3,4-6,4-9,5-12</inkml:trace>
  <inkml:trace contextRef="#ctx0" brushRef="#br0" timeOffset="5345.874">815 1846,'-8'12,"0"0,1 0,0 1,1 0,1 1,0-1,0 1,1 0,1 0,1 1,-1 9,2-17,1 0,0 0,1 0,-1 0,1 0,1 0,-1 0,1 0,1 0,-1 0,1-1,0 1,1-1,-1 0,1 0,0 0,1-1,0 1,-1-1,2 0,-1 0,0-1,1 0,2 2,2-1,0 0,0 0,0-1,0-1,1 1,0-2,-1 1,1-2,0 1,0-1,0-1,1 0,-1-1,0 0,0 0,-1-1,1-1,0 0,-1 0,1-1,-1-1,0 1,0-2,-1 1,0-1,0-1,0 0,-1 0,1 0,-2-1,1-1,-1 1,-1-1,1 0,-2 0,1-1,-1 0,-1 0,3-8,-4 6,-1 1,0-1,-1 0,0 0,-1 0,-1 0,0 0,0 0,-1 0,0 0,-1 1,-1-1,0 1,0 0,-3-4,4 9,0 0,0 1,0-1,-1 0,0 1,0 0,0 0,-1 0,0 1,1 0,-2 0,1 0,0 0,-1 1,0-1,1 2,-1-1,-1 1,1-1,0 2,0-1,-1 1,1 0,-1 0,1 1,-1 0,1 0,-4 0,3 1,1 0,0 1,0-1,0 1,0 0,0 1,0-1,1 1,-1 1,1-1,0 1,-1-1,2 1,-1 1,0-1,1 1,0 0,0 0,1 0,-1 0,1 1,0-1,0 1,1 0,0 0,0 0,0 0,0 5,0 27</inkml:trace>
  <inkml:trace contextRef="#ctx0" brushRef="#br0" timeOffset="6329.489">1777 1,'322'2,"-233"15,-86-15,0-1,0 0,-1 1,1-1,0 1,-1 0,1 0,-1 0,0 0,1 0,-1 1,0-1,0 1,-1-1,1 1,0 0,-1 0,0 0,0 0,0 0,0 0,0 0,0 0,-1 0,1 0,-1 0,0 1,-2 13,0-1,-1 0,0 0,-2 0,0 0,0 0,-2-1,0 1,-11 29,7-11,1 0,2 0,1 1,1 1,3-1,0 1,3-1,0 1,3-1,1 1,4 12,48 188,-30-140,-4 1,1 39,-9 36,-9 58,-4-100,5 0,6 0,8 11,72 220,-91-354,1-4,-1-1,0 1,0-1,0 1,-1-1,1 1,-1 0,1 0,-1-1,0 1,0 0,0 0,0-1,0 1,-1 0,0 0,1-1,-1 1,0-1,0 1,0 0,0-1,-1 0,1 1,-1-1,0 0,1 0,-1 0,-2 2,-6-2,0 0,0 0,0-1,0 0,0-1,0 0,0-1,0 0,0-1,0 0,0 0,0-1,0-1,1 2,-257-68,238 63,28 7,1 0,-1 0,0 0,1 0,-1 0,0 0,1 0,-1 0,0 0,1 0,-1 0,0 0,1 0,-1-1,0 1,1 0,-1 0,0 0,0 0,1-1,-1 1,0 0,0 0,1 0,-1-1,0 1,0 0,1-1,-1 1,0 0,0 0,0-1,0 1,0 0,0-1,1 1,-1 0,0-1,0 1,0 0,0-1,0 1,0 0,0-1,0 1,0 0,0-1,-1 1,1 0,0-1,0 1,0 0,0 0,0-1,-1 1,1 0,0-1,0 1,1 0,25-7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12.2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26,'21'-3,"20"0,17 1,14-1,7-1,-4 0,-10 0,-16 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12.4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1,'25'9,"25"3,19-1,13-1,6-4,-14-2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12.8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18 125,'-2'5,"-1"0,1 1,0-1,0 1,0-1,1 1,0 0,0 0,0 0,1 0,0 0,0 0,1-1,-1 1,1 0,0 0,1 0,0-1,0 1,0-1,0 1,1-1,0 0,0 0,0 0,1 0,0 0,0-1,0 0,0 0,0 0,6 3,-2-2,2 0,-1 0,1-1,-1-1,1 1,0-2,1 1,-1-1,0-1,0 0,1 0,-1-1,1 0,-1-1,0-1,1 1,-1-1,0-1,0 0,8-4,-13 5,0-1,-1 0,0 0,0-1,0 1,0-1,0 0,-1 0,1 0,-1-1,0 1,0-1,-1 1,0-1,0 0,0 0,0 0,0 0,-1 0,0-1,0 1,-1 0,0 0,0-1,0 1,0 0,-1-3,0-3,-1 1,0 0,0 0,-1 0,-1 0,1 0,-1 1,-1-1,0 1,0 0,-1 1,0-1,-6-4,9 8,-1 1,0-1,0 1,-1 0,1 1,-1-1,0 1,0-1,0 2,0-1,0 0,-1 1,1 0,-1 0,0 1,1 0,-1 0,0 0,0 0,0 1,0 0,0 1,0-1,1 1,-1 0,0 0,0 1,1 0,-1 0,1 0,-1 1,1-1,0 1,0 0,0 1,-2 2,3-1,0-1,0 1,0 1,1-1,0 0,0 1,1-1,-1 1,1 0,0 0,1 0,-1 0,1 0,1 0,-1 1,1-1,0 0,0 0,1 0,0 1,1 3,10 34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17.3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11,'23'-3,"18"0,15 1,5-1,3 4,-10 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17.5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0,'25'7,"24"2,22 0,17-2,12-4,-11-3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18.0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0 363,'61'-230,"-56"218,-8 28,-15 60,2 0,4 2,3 0,4 10,5-35</inkml:trace>
  <inkml:trace contextRef="#ctx0" brushRef="#br0" timeOffset="248.307">321 323,'7'-23,"7"-19,3-13,3-4,0 3,0 9,-4 16,-5 22,-3 25,-5 23,-1 24,-2 19,-1 14,2 9,6 2,1-17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14.3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365 442,'-29'16,"1"3,0 0,2 2,0 0,1 2,2 1,0 1,1 1,2 1,1 1,-5 10,14-24,2 0,-1 1,2 0,0 0,1 1,0 0,1 0,1 0,0 0,2 1,-1 10,3-24,0 0,0 0,0 0,1 0,-1 0,1 0,0 0,0 0,0-1,0 1,1 0,-1-1,1 1,-1 0,1-1,0 0,0 1,0-1,0 0,1 0,-1 0,0 0,1-1,-1 1,1-1,0 1,-1-1,1 0,2 0,2 1,1 0,-1-1,1-1,-1 1,1-1,-1 0,1-1,-1 0,0 0,1 0,4-2,6-4,1 0,-1-1,0-1,0 0,-1-1,-1-1,0-1,0 0,-1-1,0-1,-2 0,1-1,-2-1,5-7,0-2,-1 0,-2-1,0 0,-2-1,-1-1,-1 1,-2-2,0 0,0-12,-4 26,-2-1,0 1,0 0,-2-1,1 1,-2 0,0-1,-1 1,-1 0,0 0,-1 0,-1 0,0 1,-1 0,0 0,-1 0,-2-2,7 14,-1-1,1 0,-1 1,1 0,-1-1,0 1,0 0,0 1,0-1,0 0,0 1,-1 0,1-1,0 1,-1 1,1-1,-1 0,1 1,-1 0,1 0,-1 0,0 0,1 0,-1 1,1 0,0-1,-1 1,1 1,0-1,-1 0,1 1,0-1,0 1,0 0,0 0,0 1,1-1,-1 0,1 1,-1 0,1-1,0 1,-1 2,-7 12,1 1,1 0,0 0,1 1,2 0,0 0,0 0,2 0,0 1,2 0,0-1,1 1,1 0,2 10,7 66,4-1,4 0,5 0,28 156,-45-207</inkml:trace>
  <inkml:trace contextRef="#ctx0" brushRef="#br0" timeOffset="279.692">659 1097,'52'-257,"-51"301,-12 258,11-289,0 1,2 0,-1-1,1 0,1 1,1-1,0 0,0 0,3 3,7 8</inkml:trace>
  <inkml:trace contextRef="#ctx0" brushRef="#br0" timeOffset="833.259">1488 495,'-7'-2,"0"1,-1-1,1 2,0-1,0 1,-1 0,1 0,0 1,-1 0,1 0,0 1,0 0,0 0,0 0,0 1,1 0,-1 1,1 0,0 0,0 0,0 0,0 1,1 0,0 0,-4 5,-3 5,0 1,1 0,1 0,0 1,2 0,0 1,0 0,2 0,-1 5,2-8,0 1,1 0,1 0,0 0,1 0,1 0,0 1,1-1,1 0,1 1,0-1,1 0,1 0,0-1,2 2,-4-12,0-1,0 0,0-1,1 1,0 0,-1-1,2 1,-1-1,0 0,1 0,-1 0,1-1,0 1,0-1,0 0,0 0,0 0,0 0,0-1,1 0,-1 0,1 0,-1 0,1-1,-1 0,1 0,-1 0,1 0,-1-1,1 1,2-2,4-1,1-1,-1 0,0 0,-1-1,1 0,-1-1,0-1,0 1,-1-2,0 1,6-8,4-8,-1-1,-1-1,-1-1,-1-1,-2 0,-1 0,0-1,-3-1,0 0,-2 0,-1-1,-1 0,-2 0,0 0,-3-16,1 24,-1 0,-2 0,0 0,-1 1,-1-1,-2-2,5 18,-1 0,0 0,0 0,-1 1,1-1,-1 0,-1 1,1 0,-1 0,0 0,0 0,0 0,-1 1,1 0,-1 0,0 0,0 1,-1-1,1 1,-1 1,0-1,1 1,-4-1,4 1,-1 1,1 1,-1-1,1 1,0-1,-1 1,1 1,-1-1,1 1,-1 0,1 0,0 1,0 0,0 0,0 0,0 0,0 1,0 0,1 0,-1 0,1 0,0 1,0 0,0 0,0 0,-2 4,1-1,0 0,0 1,1 0,0 1,0-1,1 0,0 1,0 0,1 0,1 0,-1 0,1 0,1 0,0 0,0 9,6 10,1 1,2-1,1 0,0-1,2 0,2-1,0-1,17 23,-20-29,-2-4,131 241,-127-226,-1 0,-2 1,-1 0,-1 0,-2 1,-1 0,1 31,-6-39</inkml:trace>
  <inkml:trace contextRef="#ctx0" brushRef="#br0" timeOffset="1547.11">620 215,'23'0,"14"2,9 1,7 0,1-1,-2 0,-5-1,-9-5,-10-2</inkml:trace>
  <inkml:trace contextRef="#ctx0" brushRef="#br0" timeOffset="1810.551">820 1,'-9'20,"-3"19,0 13,5 12,6 7,7 4,6 1,-1-12</inkml:trace>
  <inkml:trace contextRef="#ctx0" brushRef="#br0" timeOffset="2235.928">1996 1003,'-5'8,"-1"0,1 0,0 0,1 0,0 1,0-1,1 1,0 0,1 0,0 1,0-1,1 0,0 1,1-1,0 0,0 1,1-1,0 1,1-1,0 2,3-6,-1 0,1-1,0 1,0-1,0 0,1 0,-1-1,1 1,0-1,0 0,0-1,0 0,1 0,-1 0,1-1,-1 1,1-2,-1 1,1-1,0 0,-1 0,1-1,0 1,-1-2,1 1,-1-1,0 0,1 0,-1-1,2-1,-4 3,0-1,1 1,-2-1,1 0,0 0,0-1,-1 1,1-1,-1 0,1 0,-1 0,0 0,-1-1,1 1,0-1,-1 1,0-1,0 0,0 0,0 0,-1 0,1 0,-1-1,0 1,-1 0,1-1,-1 1,0 0,0-1,0 1,0-1,-1 1,0 0,1-1,-2 1,1 0,0 0,-1 0,0 0,0 0,0 0,-1 0,1 1,-1-1,-1-1,-5-2,1 0,-2 0,1 1,-1 0,0 1,0 0,0 1,-1 0,1 0,-1 1,0 1,0-1,0 2,-1 0,1 0,0 1,0 0,-1 1,1 0,0 1,0 0,0 1,0 0,1 1,-5 2,-8 6</inkml:trace>
  <inkml:trace contextRef="#ctx0" brushRef="#br0" timeOffset="2477.452">1850 308,'18'-2,"17"-1,15-2,9 0,5 0,-3 0,-8-1,-15 2</inkml:trace>
  <inkml:trace contextRef="#ctx0" brushRef="#br0" timeOffset="2679.357">2050 68,'2'11,"3"15,6 15,2 14,2 13,-1 10,-4 4,-1 2,-2-13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13.2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1 348,'22'0,"27"0,24 0,21 0,12 0,5 0,-6 3,-18 2,-24 1</inkml:trace>
  <inkml:trace contextRef="#ctx0" brushRef="#br0" timeOffset="271.39">14 535,'23'0,"23"0,24 0,21 0,16 0,7-2,-2-3,-20-1</inkml:trace>
  <inkml:trace contextRef="#ctx0" brushRef="#br0" timeOffset="499.945">576 1,'6'6,"0"1,1-1,0-1,1 1,-1-1,1-1,0 1,0-1,1 0,6 3,61 31,-34-19,0 2,-1 2,-2 1,0 2,-2 2,18 18,-49-41,1 1,-1 0,-1 0,1 1,-1 0,0 0,0 0,-1 0,0 1,-1 0,1-1,-1 1,-1 1,0-1,0 0,0 1,-1-1,-1 1,1-1,-1 1,-1 3,-5 4,0-1,-2 0,0-1,0 1,-1-2,-1 1,0-1,-1-1,-1 0,0 0,0-1,-1-1,0 0,-10 5,-4 7,21-18,-21 17,0 2,2 0,1 2,-18 22,19-13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11.8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67,'11'18,"11"16,8 12,9 11,6 4,4 1,4-1,-1-6,-4-8,-9-12,-10-12</inkml:trace>
  <inkml:trace contextRef="#ctx0" brushRef="#br0" timeOffset="276.164">349 0,'-16'12,"-13"14,-7 15,-5 12,-4 8,1 5,3 2,4 0,9-6,8-13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10.2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202 592,'-11'2,"1"0,-1 2,1-1,0 1,0 0,0 1,1 1,-1-1,1 1,1 1,-1-1,1 2,0-1,1 1,0 0,0 1,1 0,0 0,0 0,1 0,0 1,1 0,0 0,0 0,1 1,-1 8,4-16,-1 1,1 0,1 0,-1-1,0 1,1 0,0-1,-1 1,1-1,1 1,-1-1,1 1,-1-1,1 0,0 0,0 0,0 0,1 0,-1 0,1 0,-1-1,1 1,0-1,0 0,0 0,0 0,0 0,1-1,-1 1,1-1,-1 0,1 0,-1 0,1 0,0 0,-1-1,1 0,1 0,100 20,-103-20,1 1,0-1,0 0,-1 0,1 0,0 0,0 0,0 0,-1-1,1 1,0-1,-1 0,1 0,0 0,-1 0,1-1,-1 1,0-1,1 1,-1-1,0 0,0 0,0 0,0 0,0 0,-1 0,1 0,0-1,-1 1,32-79,-14 2,-5-1,-3-1,1-78,-10 135,-1 13,5-71,-4 0,-7-71,5 149,0 2,0 0,0 0,0 1,0-1,0 0,0 0,-1 0,1 0,-1 1,1-1,-1 0,0 1,1-1,-1 0,0 1,0-1,0 1,-1-1,1 1,0-1,0 1,-1 0,0 1,0 1,0 0,1 0,-1 1,0-1,1 0,-1 1,1-1,0 1,-1-1,1 1,0-1,0 1,0 0,0 0,0 0,0-1,1 1,-1 0,1 0,-1 0,1 1,-1-2,-12 44,1 1,3 0,2 1,1 0,2 22,0-33,1-1,2 0,2 1,1-1,1 0,3 0,0 0,2 0,2-1,1-1,13 26,-18-48,2 1,-1-2,2 1,-1-1,2 0,-1-1,1 0,7 4,26 15</inkml:trace>
  <inkml:trace contextRef="#ctx0" brushRef="#br0" timeOffset="443.269">937 779,'-11'-12,"-1"0,-1 1,0 1,-1 0,1 1,-2 1,-2-1,12 6,1 1,-1 0,0 1,0-1,0 1,0 0,0 0,0 1,0 0,0-1,0 2,0-1,-1 0,1 1,0 0,0 0,0 1,1 0,-1-1,0 1,1 1,-1-1,1 1,-5 3,3-1,0 1,0 0,0 0,1 1,0 0,0 0,1 0,0 0,0 1,0-1,1 1,0 0,1 0,0 0,0 1,0 5,1-10,1 0,-1 0,1 0,0 0,0 0,1 1,-1-1,1 0,0 0,0 0,1 0,-1 0,1-1,0 1,0 0,0-1,0 1,0-1,1 1,0-1,-1 0,1 0,1-1,-1 1,0-1,0 1,1-1,0 0,-1 0,1 0,0-1,0 1,0-1,0 0,4 0,-1 0,1 0,-1 0,1-1,-1 0,1-1,-1 0,0 0,1-1,-1 1,0-2,0 1,0-1,0 0,0 0,-1-1,1 0,-1 0,0 0,0-1,-1 0,1 0,-1-1,0 1,-1-1,1 0,-1-1,0 1,-1-1,0 1,0-1,0 0,-1 0,1-1,2-8,-1 0,-1 1,0-1,-1 0,-1-1,0-14,-6 18,-2 28,4-7,1 0,-1 1,2-1,-1 1,1-1,0 1,1-1,0 1,1-1,-1 1,2 0,-1-1,1 0,0 1,1-1,0 0,1 0,-1 0,1-1,1 1,-1-1,1 0,1 0,-1-1,1 0,0 0,1 0,-1 0,3 0,5 2,1-1,-1 0,1-2,1 1,-1-2,16 3,31 4</inkml:trace>
  <inkml:trace contextRef="#ctx0" brushRef="#br0" timeOffset="991.111">1619 779,'-14'-4,"-1"1,0 1,0 0,-1 1,1 1,0 0,0 1,-7 2,17-2,1-1,0 1,-1 0,1 1,0-1,0 1,0 0,0 0,0 0,0 0,0 1,1 0,-1-1,1 1,0 1,0-1,0 0,0 1,0-1,1 1,0 0,0 0,0 0,0 0,0 0,1 1,0-1,0 0,0 1,0 1,1-4,0 1,0 0,0 0,0 0,0 0,1 0,-1-1,1 1,0 0,0 0,0-1,0 1,1-1,-1 1,0-1,1 1,0-1,0 0,-1 0,1 0,1 0,-1 0,0 0,0 0,1-1,-1 1,1-1,-1 0,1 0,0 0,-1 0,91 18,-72-18,0 0,1-2,-1 0,0-1,0-2,0 0,0-1,-1-1,0-1,0 0,-1-2,0 0,0-2,-1 0,17-13,-35 24,0-1,0 0,0 0,1 1,-1-1,0 0,1 1,-1-1,0 0,1 1,-1-1,1 1,-1-1,1 1,-1-1,1 1,-1-1,1 1,0-1,-1 1,1 0,0-1,-1 1,1 0,0 0,-1-1,1 1,0 0,0 0,-1 0,1 0,0 0,0 0,-1 0,1 0,0 0,0 1,-1-1,1 0,0 0,-1 0,1 1,0-1,-1 1,1-1,0 0,-1 1,1-1,-1 1,1-1,-1 1,1-1,-1 1,1 0,-1-1,0 1,1 0,-1-1,0 1,1 0,-1-1,0 1,0 0,0 0,0-1,0 1,0 0,0 0,2 4,-1-1,1 1,0 0,0-1,0 1,0-1,1 0,0 0,0 0,0 0,0 0,1-1,0 1,-1-1,1 0,0 0,1 0,-1-1,0 1,1-1,-1 0,1-1,0 1,-1-1,1 0,0 0,0 0,0 0,3-1,2 0,0 0,0-1,0 0,0 0,0-1,0-1,0 1,-1-2,1 1,-1-1,0-1,0 1,0-2,-1 1,6-6,-10 8,0 0,0 0,0-1,-1 0,1 0,-1 0,0 0,0 0,-1-1,1 1,-1-1,0 0,0 1,-1-1,1 0,-1 0,0 0,0-1,-1 1,1 0,-1 0,0 0,-1 0,1 0,-1-1,0 1,-1 0,1 0,-1 0,0 1,0-1,-2-2,-1 0,1 0,-2 1,1-1,-1 1,0 0,0 1,0 0,-1 0,0 0,0 1,0 0,0 0,-1 1,1-1,-1 2,0-1,0 1,0 1,-1-1,1 1,0 1,0-1,-1 1,1 1,0 0,0 0,0 0,0 1,0 1,0-1,0 1,0 0,1 1,0 0,0 0,0 1,0-1,0 2,1-1,0 1,0 0,1 0,-1 0,0 4,4-7,0 0,1 0,-1 0,1 0,0 1,0-1,0 0,0 1,1-1,-1 1,1-1,0 1,0-1,0 1,1-1,-1 1,1-1,0 1,0-1,0 0,0 1,1-1,-1 0,1 0,0 0,0 0,0 0,0 0,0-1,1 1,-1-1,1 1,0-1,0 0,-1 0,1 0,1-1,-1 1,1 0,85 19,-43-19</inkml:trace>
  <inkml:trace contextRef="#ctx0" brushRef="#br0" timeOffset="1252.288">2154 204,'-18'-7,"-11"-2,-5 5,2 5,3 8,7 8,9 9,14 6,7-2</inkml:trace>
  <inkml:trace contextRef="#ctx0" brushRef="#br0" timeOffset="1420.348">2287 752,'7'14,"7"9,7 4,13 1,10-2,15-4,-3-5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19.6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256 328,'-5'-2,"0"0,1 0,-1 1,0 0,0-1,0 1,0 1,1-1,-1 1,0 0,0 0,0 0,0 1,0 0,0 0,0 0,0 0,0 1,1 0,-1 0,1 0,-1 0,1 1,0 0,0 0,-2 2,-4 4,0 0,1 1,0 0,0 1,1 0,1 0,0 0,0 1,-1 5,1-1,0 0,1 0,0 1,2-1,0 2,1-1,0 0,1 0,2 1,-1-1,2 7,-1-22,1 1,-1-1,0 1,1-1,-1 0,1 1,0-1,0 0,0 1,0-1,0 0,0 0,1 0,-1 0,1 0,-1 0,1 0,0 0,0-1,0 1,0-1,0 1,0-1,0 0,0 0,1 0,-1 0,0 0,1 0,-1-1,0 1,1-1,-1 0,1 1,-1-1,1 0,-1-1,1 1,-1 0,1-1,-1 1,1-1,-1 0,0 0,0 0,1 0,-1 0,0 0,1-1,9-8,0 0,0 0,-1-1,0-1,-1 0,0 0,-1-1,0 0,-1-1,-1 0,0 0,-1 0,0-1,-2 0,1 0,-2-1,1-4,3-11,-2-1,0 0,-3 0,0 0,-2 0,-1 0,-2 1,-1-1,-2 0,-1 1,-6-18,-23-16,35 64,0 0,1 1,-1-1,0 0,1 1,-1-1,0 1,0 0,1-1,-1 1,0-1,0 1,0 0,1 0,-1-1,0 1,0 0,0 0,0 0,0 0,0 0,1 0,-1 0,0 1,0-1,0 0,0 0,0 1,1-1,-1 0,0 1,0-1,1 1,-1-1,0 1,1-1,-1 1,0-1,1 1,-1 0,1-1,-1 1,1 0,-1 0,-17 37,11-13,2 0,0 0,2 0,1 1,0-1,2 1,1-1,1 0,2 1,0-1,1 0,2-1,0 1,2-1,1-1,11 22,-10-27,1 0,1-1,1 0,0-1,1 0,5 2,31 25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0.0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233 139,'-6'-5,"1"1,-1 0,0 1,0-1,0 1,0 1,-1-1,1 1,-1 0,0 0,1 1,-1 0,0 0,0 1,0-1,0 2,0-1,1 1,-1 0,0 0,0 1,1 0,-1 0,1 0,-1 1,1 0,0 1,-5 2,8-4,0 0,1 0,-1 1,0-1,0 1,1-1,0 1,-1 0,1 0,0 0,1 0,-1 0,0 0,1 1,0-1,-1 1,1-1,1 1,-1-1,0 1,1-1,0 1,0 0,0-1,0 1,1-1,-1 1,1-1,0 1,0-1,0 1,1-1,-1 0,1 1,0-1,-1 0,1 0,1 0,-1 0,0-1,1 1,0-1,-1 1,1-1,1 1,5 0,0-1,0 0,0 0,0 0,0-1,0-1,0 0,1 0,-1 0,0-1,0-1,0 0,0 0,0 0,0-1,0-1,-1 1,0-1,1-1,-2 0,1 0,0 0,-1-1,0 0,-1 0,1-1,-1 0,0 0,-1-1,0 1,0-1,0 0,-1-1,0 1,-1-1,1-2,-3 5,0 0,0 1,0-1,0 0,-1 1,0-1,0 0,-1 0,0 1,0-1,0 0,0 1,-1-1,0 1,0 0,-1-1,1 1,-1 0,0 1,-1-1,1 0,-1 1,-2-3,4 7,1 0,-1 0,1 0,-1 0,1 0,-1 0,1 0,-1 1,1-1,0 0,-1 1,1-1,-1 1,1 0,0-1,-1 1,1 0,0 0,0 0,0 0,-1 0,1 0,0 0,0 0,1 0,-1 1,0-1,0 0,1 0,-1 1,0-1,1 1,-1-1,1 1,0-1,0 1,-1-1,1 1,0-1,0 1,0-1,0 1,1-1,-1 1,0-1,1 0,-1 1,1 5,0 0,0 1,1-1,0 0,0-1,1 1,0 0,0-1,0 1,1-1,0 0,0 0,1 0,-1-1,1 0,0 0,1 0,-1 0,1-1,0 0,0 0,3 1,34 20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0.8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74 0,'-13'2,"-8"4,1 2,3 5,14 0,19 0,22-2,21-3,16-5,7-5,-4-3,-15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1.5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9,'20'0,"23"-2,27-1,22 0,13 5,1 9,-19 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1.7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0,'4'14,"9"9,11 3,15-1,21-5,24-5,19-10,16-8,3-6,-19-2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3.1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0 407,'21'-29,"-1"0,-2-1,-1-1,-1 0,-2-1,-1-1,-2-1,-1 1,-1-1,-1-10,-11-2,1 46,1 0,0 1,0-1,0 0,0 1,0-1,0 1,-1-1,1 1,0-1,0 1,1 0,-1 0,0-1,0 1,0 0,0 0,1 0,-1 0,0 0,1 0,-1 0,1 0,-1 0,1 1,-1-1,1 0,0 1,-6 13,0 0,1 0,1 1,0 0,2 0,-1 0,2 1,0-1,1 0,1 1,0-1,2 0,-1 0,5 13,-1-16,0 0,0-1,1 0,1 0,0 0,0-1,1 0,1-1,0 0,0-1,1 0,0 0,1-1,3 2,48 29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7.0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0,'16'3,"14"0,12 2,5 0,-1-1,-9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7.2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1,'16'7,"19"2,17 0,15-2,11-2,-9-2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7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193 43,'-14'6,"1"1,0 0,0 1,1 0,0 1,0 1,1 0,0 0,1 1,0 0,1 1,0 0,1 1,0 0,1 0,1 0,-3 9,8-17,-1 0,1 0,1-1,-1 1,1 0,0 0,0 0,0 0,1 0,0-1,0 1,0 0,0 0,1-1,0 1,0-1,0 1,0-1,1 0,0 0,-1 0,2 0,-1 0,0-1,1 1,-1-1,1 0,0 0,0-1,1 1,-1-1,0 0,1 0,-1 0,1 0,0-1,-1 0,6 1,-1 0,0 0,1-1,-1 1,1-2,-1 1,0-2,1 1,-1-1,1 0,-1-1,0 0,0-1,0 0,0 0,0-1,-1 0,1 0,-1-1,0 0,-1-1,1 0,-1 0,0-1,-1 1,1-1,-1-1,-1 1,1-1,-1 0,-1 0,1-1,-2 1,1-1,-1 0,0 0,-1 0,0-1,0 1,-1-3,-1 2,-1 1,0-1,0 0,-1 1,-1-1,1 1,-1 0,-1 0,0 0,0 0,-1 1,0-1,-2-1,4 5,-1 0,1 1,-1-1,0 1,0 0,0 1,-1-1,1 1,-1-1,0 1,0 1,0-1,0 1,-1 0,1 0,0 0,-1 1,0 0,1 0,-1 0,0 1,1 0,-2 0,3 1,0-1,-1 1,1 1,0-1,0 1,0 0,0 0,0 0,0 0,0 1,1-1,-1 1,1 0,0 0,0 0,0 1,0-1,0 1,1-1,0 1,0 0,0 0,0 0,0 0,1 0,0 1,0-1,0 0,0 1,1-1,-1 1,1-1,0 1,1 2,3 32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7.7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32 106,'-2'21,"-4"135,6-151,1 0,0 1,1-1,-1 0,1 0,0 0,0 0,0-1,1 1,0-1,0 1,0-1,0 0,1 0,0 0,0-1,0 1,0-1,0 0,0 0,1 0,0-1,-1 0,1 0,0 0,0 0,0-1,5 1,0 0,1 0,-1-1,0-1,0 0,0 0,1-1,-1 0,0-1,0 0,0-1,0 0,-1 0,1-1,5-3,-7 2,-1 0,1 0,-1 0,0-1,0 0,0 0,-1-1,0 0,-1 0,1 0,-1-1,-1 0,0 0,0 0,0 0,-1-1,0 1,-1-1,1 0,-2 0,1 0,-2 0,1 0,-1 0,0 0,-1 0,0 0,0 0,-1 0,-1 0,1 1,-1-1,-1 1,1-1,-1 1,-1 0,0 1,0-1,0 1,-1 0,-2-2,2 4,-1 1,0-1,0 1,0 1,0-1,-1 1,1 0,-1 1,0 0,0 0,0 1,0 0,0 0,0 0,0 1,0 1,-1 0,1 0,0 0,0 1,1 0,-1 0,0 1,1 0,-1 1,1 0,0 0,0 0,1 1,-1 0,1 0,-4 4,-35 36,8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6.3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438 308,'-16'0,"1"1,0 0,0 2,0-1,0 2,0 0,0 1,1 0,0 1,0 1,0 0,1 1,0 0,1 1,0 0,0 1,1 1,0 0,0 1,-6 5,1-1,2 2,-1 0,2 1,1 1,0-1,1 2,1 0,1 0,1 1,1 0,1 0,1 0,1 1,1 0,0 15,3-31,1 0,-1-1,1 1,1 0,-1 0,1-1,1 1,-1-1,1 0,0 1,0-1,1 0,0-1,0 1,0-1,1 0,-1 0,1 0,0 0,1-1,-1 0,1 0,0-1,0 1,0-1,1-1,-1 1,0-1,1 0,0 0,0-1,8 0,0 0,-1-1,1-1,0 0,0-1,0 0,-1-2,1 0,-1 0,0-1,0-1,0 0,-1-1,0 0,-1-1,1-1,-1 0,-1-1,0 0,0 0,-1-1,-1-1,1 0,-2 0,0 0,0-1,-1-1,-1 1,0-1,2-11,-1 7,-1-1,0 0,-2-1,0 1,-1-1,-1 1,-1-1,-1 0,0 0,-2 1,0-1,-1 0,-1 1,-1 0,-1 0,0 0,-2 1,0-1,6 14,0 1,-1-1,1 0,-1 1,-1-1,1 1,0 0,-1 0,0 0,0 1,0-1,0 1,-1 0,1 0,-1 1,0-1,0 1,0 0,0 0,0 0,0 1,0 0,-1 0,1 0,0 1,-1 0,1 0,0 0,-1 1,1-1,0 1,-1 1,1-1,0 1,0 0,-5 2,-1 6,-1 1,1 0,1 1,0 0,1 1,0 0,0 0,2 1,0 0,0 0,2 0,-1 1,2 0,0 0,1 1,0-1,2 1,-1-1,2 1,0 0,1 2,1 1,0 0,1 0,1-1,1 1,1-1,0 0,1-1,1 1,1-1,0-1,1 0,1 0,1-1,0 0,3 2,9 7,0-1,1-2,1 0,1-1,1-2,1-1,0-1,9 2,-38-18,10 6,1-1,-1 0,1-1,0-1,0 1,0-2,0 1,1-2,-1 1,1-2,5 1,-14-2,-1 0,1-1,-1 1,1 0,-1-1,0 1,1-1,-1 0,0 0,0 0,0 0,0 0,-1 0,1 0,-1-1,1 1,-1-1,0 1,0-1,1 0,22-30,-23 33,1 0,-1 1,1-1,-1 0,0 0,1 1,-1-1,0 0,1 1,-1 0,0-1,0 1,0 0,1-1,-1 1,0 0,0 0,0 0,0 0,0 0,0 0,-1 0,1 1,0-1,0 0,-1 0,1 1,-1-1,1 0,-1 1,0-1,1 0,-1 1,0-1,0 1,0-1,0 0,0 1,0-1,0 0,1 5,-1-1,1 0,-1-1,1 1,-1-1,1 1,1-1,-1 1,1-1,-1 0,1 0,1 1,-1-1,0-1,1 1,0 0,0-1,0 1,0-1,1 0,-1 0,1 0,0-1,-1 1,1-1,1 0,-1 0,0 0,0 0,1-1,-1 0,1 0,0 0,2-2,0 0,1 0,-1-1,0 0,0 0,0-1,-1 0,1 0,-1-1,1 1,-1-1,0-1,0 1,-1-1,0 0,1-1,-2 1,1-1,-1 0,0 0,0 0,0 0,-1-1,0 0,0 0,-1 1,0-2,0 1,0 0,-1 0,-1 0,1-1,-1 1,0 0,0-1,-1 1,0 0,-1-1,-1-4,2 9,-1 0,1 0,-1 0,0 0,0 0,0 0,0 0,-1 1,1 0,-1-1,0 1,1 0,-1 0,0 0,0 0,0 1,0-1,-1 1,1 0,0 0,0 0,-1 0,1 1,-1-1,1 1,-1 0,-6 0,1 0,0 0,0 1,0 0,0 1,0 0,0 1,0-1,-3 3,3-2,1 1,-1 0,0 1,1-1,0 2,0-1,1 1,-1 0,1 1,1 0,-1 0,1 0,0 1,1 0,-4 7,3 5</inkml:trace>
  <inkml:trace contextRef="#ctx0" brushRef="#br0" timeOffset="285.214">625 215,'13'0,"17"2,16 4,12 2,9 0,3 1,-4-1,-8-2,-15-2</inkml:trace>
  <inkml:trace contextRef="#ctx0" brushRef="#br0" timeOffset="453.925">878 1,'-13'18,"-8"20,1 17,6 15,7 11,10 6,8 0,3-16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4.4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233 481,'-24'23,"0"0,2 1,1 1,2 1,0 1,1 1,2 0,1 1,1 1,2 0,1 1,-6 54,17-82,-1 0,1-1,1 1,-1 0,0 0,1 0,-1 0,1-1,0 1,0 0,0 0,0-1,0 1,1-1,-1 1,1-1,0 0,0 1,-1-1,1 0,1 0,-1 0,0-1,0 1,1-1,-1 1,3 0,5 0,0-1,0 0,0-1,0 0,0-1,0 0,0-1,0 1,0-2,0 0,-1 0,1-1,-1 0,0 0,0-1,0 0,-1-1,1 0,3-4,4-1,0-2,-1 1,0-2,-1 0,-1-1,0 0,-1-1,-1 0,0-1,-1 0,-1-1,-1 0,0 0,-2-1,0 0,-1 0,-1-1,0 1,-2-1,0 0,-1 1,-1-1,-2-13,1 28,1-1,-1 1,0 0,0 0,0 0,-1 0,1 0,-1 1,0-1,-1 0,1 1,-1 0,0-1,0 1,0 0,-1 1,0-1,1 0,-1 1,0 0,-1 0,1 0,0 1,-1-1,0 1,1 0,-1 0,0 1,0-1,0 1,0 0,0 1,0-1,0 1,-1 0,1 0,0 0,0 1,0 0,0 0,0 0,-3 3,0 0,1 0,0 1,-1 0,2 0,-1 0,1 1,-1 0,2 1,-1-1,1 1,0 0,0 0,1 1,0-1,0 1,1 0,0 0,0 0,1 0,0 1,0-1,1 1,0-1,1 1,0 0,0-1,1 1,0-1,1 1,-1-1,2 1,1 4,10 25,2-1,1-1,2 0,1-1,16 19,39 68,-60-92,0 1,-2 0,-2 1,0 0,-2 1,8 24,-8-40</inkml:trace>
  <inkml:trace contextRef="#ctx0" brushRef="#br0" timeOffset="257.92">835 1070,'0'-13,"0"-10,0-3,0 1,0 7,-2 13,-1 14,0 15,1 13,0 6,1 3,5 1,4-6,0-8,2-8,-1-10</inkml:trace>
  <inkml:trace contextRef="#ctx0" brushRef="#br0" timeOffset="441.009">460 255,'14'-5,"20"-1,20 0,20 2,15 0,8 2,1 3,-6 4,-13 3,-19 1</inkml:trace>
  <inkml:trace contextRef="#ctx0" brushRef="#br0" timeOffset="786.097">902 0,'-7'19,"-5"14,-4 16,-2 13,0 9,2 7,7 1,10-1,8-7,3-17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3.4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80,'13'0,"19"0,21 0,21 0,13 3,8 0,-4 2,-16 0</inkml:trace>
  <inkml:trace contextRef="#ctx0" brushRef="#br0" timeOffset="186.293">94 295,'18'2,"22"1,23 0,18-1,14-3,4-1,-14 0</inkml:trace>
  <inkml:trace contextRef="#ctx0" brushRef="#br0" timeOffset="425.452">589 0,'225'60,"-169"-48,-1 2,1 2,51 23,-94-33,0 1,0 0,-1 1,0 0,-1 0,0 1,3 4,-11-11,0 1,-1 0,1 0,-1 0,1 1,-1-1,0 1,0-1,-1 1,1 0,-1 0,0-1,0 1,0 0,0 0,-1 0,1 0,-1 0,0 0,0 0,-1 0,1 0,-1 0,0 0,0 0,0 0,-1 2,-7 8,0 1,-2-1,1-1,-2 0,1 0,-2-1,0-1,0 0,-1 0,0-2,-3 2,4-2,-41 27,30-20,0 0,0 2,2 0,0 1,1 2,-11 14,15-8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2.3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0,'4'18,"9"18,13 11,14 9,16 5,12 0,10 0,1-3,-3-3,-11-7,-14-9,-15-11</inkml:trace>
  <inkml:trace contextRef="#ctx0" brushRef="#br0" timeOffset="272.366">482 120,'-14'7,"-13"9,-11 13,-9 13,-5 13,-3 6,2 3,6-4,12-7,17-13,11-13</inkml:trace>
  <inkml:trace contextRef="#ctx0" brushRef="#br0" timeOffset="557">736 307,'18'-4,"20"-2,17 0,12 1,7 2,0 1,-9 3,-12 4,-16 1</inkml:trace>
  <inkml:trace contextRef="#ctx0" brushRef="#br0" timeOffset="558">976 468,'16'9,"19"3,19 0,19-5,13-6,5-5,-12-2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20.5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246 1,'-15'0,"0"1,0 1,0 0,0 1,1 0,-1 2,1-1,0 2,0 0,0 1,1 0,0 1,-5 4,16-11,-1 1,0 0,0-1,1 1,-1 0,1 1,-1-1,1 0,0 1,0-1,0 1,1-1,-1 1,0 0,1 0,0 0,-1 0,1 0,1 0,-1 0,0 0,1 0,-1 1,1-1,0 0,0 0,1 1,-1-1,0 0,1 0,0 0,0 0,0 0,0 0,1 2,5 0,-1 0,1-1,1 1,-1-1,1-1,-1 1,1-2,0 1,0-1,1 0,-1 0,0-1,1 0,-1-1,1 0,12 3,1-2,-1 0,0-1,1-1,-1-2,0 0,0-1,0-1,0 0,-1-2,0-1,-1 0,1-1,8-7,-26 15,1 0,-1-1,1 1,-1-1,0 0,0 0,0 0,0 0,0 0,0 0,-1 0,1 0,-1-1,1 1,-1-1,0 1,0-1,1-2,-17 25,14-18,0 1,0 0,1 0,0 0,-1-1,1 1,0 0,0 0,0 0,1 0,-1-1,1 1,0 0,-1 0,1-1,0 1,1 0,-1-1,0 1,1-1,-1 0,1 1,0-1,0 0,0 0,0 0,0 0,0 0,1-1,-1 1,1-1,-1 1,1-1,-1 0,1 0,0 0,-1 0,1-1,0 1,0-1,0 0,2 1,11 1,0-1,0 0,1-1,-1-1,0 0,0-2,0 1,0-2,0 0,-1-1,0-1,0 0,5-3,-17 8,-1 0,1 0,-1 0,1 0,-1-1,1 1,-1-1,0 1,0-1,0 0,0 0,0 0,0 0,0 0,-1 0,1 0,-1-1,1 1,-1-1,0 1,0-1,0 1,0-1,-1 0,1 1,-1-1,0 0,1 1,-1-1,0 0,-1 0,1 1,0-1,-1 0,1 1,-1-1,0 0,0 1,0-1,-1-1,-5-3,-1 1,0-1,0 1,0 0,-1 1,0 0,0 1,0 0,-1 0,1 0,-1 2,0-1,0 1,0 0,0 1,0 1,0-1,-1 1,1 1,-3 1,9-3,-1 1,1 1,0-1,0 1,0 0,0-1,0 2,0-1,0 0,0 1,0 0,0 0,1 0,-1 0,1 1,0-1,-1 1,1 0,0 0,1 0,-1 0,0 1,1-1,0 1,0-1,0 1,0 0,1 0,-1 0,1 0,0 0,0 0,0 1,4 15</inkml:trace>
  <inkml:trace contextRef="#ctx0" brushRef="#br0" timeOffset="579.197">741 80,'12'19,"10"9,12 6,15-1,13-7,6-7,1-9,-8-8,-15-6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1:08.1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4519 39,'2'-3,"0"1,1 0,-1 0,1 0,0 0,-1 1,1-1,0 1,0-1,0 1,0 0,0 0,0 1,0-1,0 0,2 1,-3-1,43-5,-1 1,1 3,0 1,-1 2,10 4,31 7,-85-13,1 2,0-1,0 0,-1 0,1 0,0 0,0 0,-1 0,1 1,0-1,-1 0,1 1,0-1,-1 0,1 1,0-1,-1 1,1-1,-1 1,1-1,-1 1,1 0,-1-1,1 1,-1 0,0-1,1 1,-1 0,0-1,0 1,1 0,-1 0,0-1,0 1,0 0,0 0,0-1,0 1,0 0,0 0,0-1,0 1,-1 1,-22 25,17-22,-3 4,0 2,1-1,0 1,1 0,0 0,1 1,0 0,1 0,0 1,1-1,0 1,1 0,1 0,0 1,0-1,2 0,-1 0,2 3,2 35,3 0,1 0,3 0,4 4,-8-26,12 42,-3 1,-3 0,-4 1,-2-1,-4 1,-3 1,-3 2,-51 180,11-68,36-85,9-102,-1-1,1 1,-1 0,0 0,0 0,1-1,-1 1,0 0,0 0,0 0,0 0,0 0,0-1,0 1,0 0,0 0,0 0,-1 0,1-1,0 1,-1 0,1 0,0 0,-1-1,1 1,-1 0,1-1,-1 1,1 0,-1-1,0 1,1-1,-1 1,0-1,1 1,-1-1,0 1,0-1,0 0,1 1,-1-1,0 0,0 0,0 0,0 1,1-1,-1 0,0 0,0 0,0-1,0 1,0 0,1 0,-1 0,0 0,0-1,0 1,1 0,-1-1,0 1,-149-83,143 79,0 1,0-1,0 2,0-1,-1 1,1 0,-1 0,1 0,-1 1,0 1,2-1</inkml:trace>
  <inkml:trace contextRef="#ctx0" brushRef="#br0" timeOffset="-3816.392">2461 279,'109'-11,"-79"10,126 8,-155-7,0-1,0 1,0 0,0 0,0-1,0 1,0 0,0 0,0 0,0 0,0 1,0-1,0 0,0 0,0 0,0 1,0-1,0 1,0-1,0 1,0-1,-1 1,1-1,0 1,0 0,-1-1,1 1,0 0,-1 0,1-1,0 1,-1 0,1 0,-1 0,0 0,1 0,-1 0,0 0,0 0,1 0,-1 0,0 0,0 0,0 0,0 0,0 0,0 0,0 0,-1 0,1 0,0 0,-1-1,1 1,0 0,-1 0,1 0,-1 0,0 0,-28 39,-31 55,51-62,2 0,1 0,2 1,1 0,2-1,1 1,1 0,2 0,2-1,1 1,2 3,1 23,5 46,-4 1,-6 0,-3 0,-9 42,-9 73,17-221,1-1,-1 1,0 0,0 0,0 0,1-1,-1 1,0 0,0 0,0 0,0-1,0 1,-1 0,1 0,0 0,0-1,0 1,-1 0,1 0,0-1,-1 1,1 0,-1-1,1 1,-1 0,1-1,-1 1,1-1,-1 1,1-1,-1 1,0-1,1 1,-1-1,0 0,0 1,1-1,-1 0,0 1,0-1,1 0,-1 0,0 0,0 0,0 0,1 0,-1 0,0 0,0 0,0 0,1 0,-1-1,0 1,0 0,1-1,-1 1,0 0,1-1,-1 1,0-1,1 1,-1-1,0 1,1-1,-1 1,1-1,-1 0,-17-12,0 0,-1 2,0 0,-1 2,0 0,-1 1,1 0,-2 2,-14-2,11 5</inkml:trace>
  <inkml:trace contextRef="#ctx0" brushRef="#br0" timeOffset="-2007.713">3182 400,'26'-77,"-26"77,0 0,0 1,0-1,0 0,0 0,-1 1,1-1,0 0,0 1,0-1,0 0,0 0,0 1,0-1,0 0,0 1,0-1,0 0,0 1,0-1,0 0,0 1,1-1,-1 0,0 0,0 1,0-1,0 0,0 0,1 1,-1-1,0 0,0 0,1 1,-1-1,0 0,0 0,1 0,-1 0,0 1,0-1,1 0,-1 0,0 0,1 0,-1 0,0 0,0 0,1 0,-1 0,0 0,1 0,-1 0,0 0,1 0,-1 0,0 0,1 0,-1 0,0 0,0-1,1 1,-1 0,0 0,0 0,1 0,-1-1,3 41,-3 0,0 0,-3 0,-2-1,-3 12,7-40,-79 383,14-89,60-269,1 0,1 1,2 0,3 31,-1-58,1 0,0 0,1 0,0 0,1 0,0 0,0-1,1 1,0-1,1 0,0 0,1-1,-1 1,2-1,-1 0,1-1,0 1,1-2,4 5,-5-7,1 0,-1 0,1 0,0-1,0 0,0 0,1-1,-1 0,0-1,1 0,-1 0,1-1,-1 0,1 0,-1-1,1 0,0-1,141-44,-131 38,47-34,-51 23</inkml:trace>
  <inkml:trace contextRef="#ctx0" brushRef="#br0" timeOffset="-1723.582">3196 186,'12'-13,"12"-6,11 2,12 3,6 4,4 4,-2 5,-7 5,-12 2</inkml:trace>
  <inkml:trace contextRef="#ctx0" brushRef="#br0" timeOffset="-1174.618">3744 828,'5'4,"5"11,9 12,10 13,8 13,8 9,3 3,2-1,-3-4,-4-7,-8-12,-10-13,-8-13</inkml:trace>
  <inkml:trace contextRef="#ctx0" brushRef="#br0" timeOffset="-913.584">4078 921,'-16'-2,"-9"3,-11 9,-7 12,-6 11,-3 9,-1 6,6 5,7-1,11-6,11-11</inkml:trace>
  <inkml:trace contextRef="#ctx0" brushRef="#br0" timeOffset="-649.985">3703 560,'16'-2,"22"1,19 1,19 3,12 1,7-1,-12 0</inkml:trace>
  <inkml:trace contextRef="#ctx0" brushRef="#br0" timeOffset="-7258.895">1 867,'23'7,"20"2,18 2,9-1,2 3,-7 1,-14 0,-16-2</inkml:trace>
  <inkml:trace contextRef="#ctx0" brushRef="#br0" timeOffset="-6999.286">1 1135,'18'2,"22"1,20 2,21 1,16 1,13 1,0 0,-17-1</inkml:trace>
  <inkml:trace contextRef="#ctx0" brushRef="#br0" timeOffset="-5173.625">1484 761,'20'17,"166"177,-137-149,-2 3,-2 1,-3 2,21 33,-9 38,-50-115</inkml:trace>
  <inkml:trace contextRef="#ctx0" brushRef="#br0" timeOffset="-4886.279">1952 774,'-13'-2,"-10"6,-7 11,-5 13,-5 10,-1 10,0 6,-4 5,-2 2,0-3,3-6,8-11,8-11</inkml:trace>
  <inkml:trace contextRef="#ctx0" brushRef="#br0" timeOffset="-4619.8">1311 534,'27'-2,"30"-4,25 0,22 1,13 1,1 1,-8 1,-19 2,-22-1,-30 2,-31 1,-25 1,-17 3,-10 2,3-1</inkml:trace>
  <inkml:trace contextRef="#ctx0" brushRef="#br0" timeOffset="-2826.54">963 346,'0'-1,"0"-1,0 1,0-1,1 1,-1 0,0-1,1 1,-1 0,1 0,-1-1,1 1,0 0,-1 0,1 0,0 0,0-1,0 1,0 0,0 1,0-1,0 0,0 0,0 0,1 1,-1-1,0 0,0 1,1-1,-1 1,0 0,1-1,-1 1,0 0,1 0,-1 0,0 0,1 0,-1 0,1 0,0 0,51-9,0 3,1 1,9 3,-346-22,282 23,-1 1,1 0,0 0,-1 0,1-1,0 2,-1-1,1 0,-1 0,1 0,0 1,-1-1,1 0,0 1,0 0,-1-1,1 1,0 0,0-1,0 1,0 0,0 0,0 0,0 0,0 0,0 0,0 0,0 0,1 0,-1 1,0-1,1 0,-1 0,1 1,0-1,-1 0,1 1,0-1,0 1,0-1,0 0,0 1,0-1,0 1,-3 196,-15 482,19-235,-1-443,-1-1,1 1,0-1,0 1,0-1,0 1,0-1,0 1,0-1,0 1,1-1,-1 0,0 1,1-1,-1 1,1-1,0 0,-1 1,1-1,0 0,0 0,0 0,0 0,0 0,0 0,0 0,0 0,1 0,-1 0,0 0,0-1,1 1,-1 0,0-1,1 1,-1-1,1 0,-1 1,1-1,-1 0,1 0,-1 0,2 0,182-26,-114 12,-3 0</inkml:trace>
  <inkml:trace contextRef="#ctx0" brushRef="#br0" timeOffset="23922.528">5455 5119,'-25'-19,"0"1,-2 1,0 1,0 1,-1 2,-1 1,0 1,-1 1,0 2,-1 1,1 2,-1 0,-22 1,-23-1,-1 2,0 4,1 3,0 4,0 3,1 3,-25 10,72-14,0 1,1 1,0 2,1 0,1 2,0 1,1 0,1 2,1 1,1 1,0 0,2 2,0 0,-6 13,-20 34,4 3,3 1,3 1,-5 27,19-40,3 1,3 1,2 0,4 1,2 1,3-1,3 1,5 41,8 12,4-1,6-1,5-1,15 35,-25-93,2 0,3-1,2-1,3-1,2-2,3 0,1-2,3-2,16 16,-2-10,1-3,3-2,2-2,2-3,2-2,1-3,3-3,1-3,1-2,2-3,0-4,73 18,-35-23,2-4,-1-5,1-5,1-5,78-9,-113 2,1-3,-1-3,-1-4,-1-3,0-2,-1-4,-2-3,-1-3,-1-3,-2-3,-1-3,-3-2,27-25,-49 29,-2-1,-1-2,-2-2,-2-1,-2-2,-2 0,-3-2,-1-1,-2-1,-3-1,-1-1,-4 0,-1-1,-3 0,-2-1,0-34,-1 18,-3-1,-3 1,-3-1,-4 1,-2 0,-3 0,-4 1,-2 1,-4 0,-20-44,2 29,-4 1,-3 3,-3 2,-4 2,-3 2,-3 3,-3 3,-60-50,83 82,-1 3,-2 1,-1 2,-1 2,-1 2,-1 2,-2 2,0 2,-1 2,0 2,-1 3,-1 1,-23 0,0 7,0 4,1 2,-1 4,-36 9,-79 18</inkml:trace>
  <inkml:trace contextRef="#ctx0" brushRef="#br0" timeOffset="25212.137">4827 5854,'-6'-1,"-1"0,0 0,0 0,0 1,0 0,1 0,-1 1,0 0,0 0,0 0,1 1,-1 0,1 0,-1 1,1 0,0 0,0 0,0 1,1 0,-1 0,1 1,0-1,0 1,0 0,1 0,0 1,0-1,-3 7,4-4,0 0,0 1,1-1,0 1,0 0,1-1,1 1,-1 0,1 0,1 0,0 0,0-1,0 1,1 0,1-1,-1 1,1-1,1 0,0 0,0 0,3 4,1 1,0-1,1 1,1-1,0-1,0 0,1-1,1 0,0 0,0-1,1-1,-1 0,6 1,-8-3,1-1,-1 0,1-1,0 0,0-1,1-1,-1 1,1-2,-1 1,1-2,-1 1,1-2,0 0,-1 0,1-1,-1 0,0-1,0 0,0-1,0 0,0-1,-1 0,0-1,0 0,0 0,-1-1,0 0,0-1,-1 0,0-1,0 1,1-8,-2 1,1-1,-2-1,0 1,-1-1,-1 0,0 0,-2 0,1-1,-2 1,-1 0,0-1,-1 1,-1-1,0 1,-2 0,0 0,0 0,-2 0,0 1,-1 0,-3-5,6 12,0 1,0 0,-1 0,0 0,-1 1,1-1,-1 1,-1 1,1-1,-1 1,0 0,-1 1,1 0,-1 0,0 0,0 1,-1 0,1 1,-1 0,0 0,0 1,0 0,0 0,0 1,0 1,-1-1,1 1,0 1,0 0,0 0,0 1,-1 0,-1 4,1 1,-1 0,1 0,0 1,1 0,-1 1,2 0,-1 0,2 1,-1 0,1 1,1-1,-1 1,2 1,0-1,0 1,1 0,1 0,-1 0,2 0,0 1,1-1,0 1,0-1,2 1,0 9,5 46</inkml:trace>
  <inkml:trace contextRef="#ctx0" brushRef="#br0" timeOffset="25497.91">5522 6041,'22'-115,"-6"-1,0-74,-16 165,-4 23,-15 78,10-22,3 0,1 1,4-1,1 1,3-1,3 1,2-1,3 4,4 2</inkml:trace>
  <inkml:trace contextRef="#ctx0" brushRef="#br0" timeOffset="29523.648">5295 4852,'26'-53,"-17"40,230-303,46-49,126-109,-224 279,8 8,7 9,9 10,6 8,233-127,-229 172,6 9,3 10,34 0,-161 58,-85 28,-32 7,-46 29,26-9</inkml:trace>
  <inkml:trace contextRef="#ctx0" brushRef="#br0" timeOffset="30140.207">6471 2994,'54'-25,"41"-4,0 5,2 4,88-6,-168 24,0 0,0 1,1 1,-1 1,0 1,11 2,-26-4,0 0,-1 0,1 1,0-1,0 1,0 0,0-1,-1 1,1 0,0 0,-1 0,1 0,0 0,-1 1,0-1,1 0,-1 1,0-1,1 1,-1-1,0 1,0-1,0 1,-1 0,1 0,0 0,-1-1,1 1,-1 0,1 0,-1 0,0 0,0 0,0 0,0 0,0 0,0-1,-1 1,1 0,-1 0,1 0,-1 0,0 0,0 0,-48 78,-37 25,38-50,4 1,1 3,3 1,-23 50,36-47</inkml:trace>
  <inkml:trace contextRef="#ctx0" brushRef="#br0" timeOffset="31018.558">6124 2045,'11'18,"11"15,8 11,9 7,6 2,4 1,0-2,-6-3,-4-5,-9-8,-11-10</inkml:trace>
  <inkml:trace contextRef="#ctx0" brushRef="#br0" timeOffset="31234.015">6444 2058,'-20'22,"-14"18,-10 12,-5 12,0 5,3 6,10-4,11-14</inkml:trace>
  <inkml:trace contextRef="#ctx0" brushRef="#br0" timeOffset="31526.109">6645 2084,'21'-9,"19"-5,18-1,10 3,2 1,-3 2,-14 3</inkml:trace>
  <inkml:trace contextRef="#ctx0" brushRef="#br0" timeOffset="31725.356">6819 2245,'18'13,"13"5,8 0,6-7,3-8,0-11,-2-5,-8 0</inkml:trace>
  <inkml:trace contextRef="#ctx0" brushRef="#br0" timeOffset="33476.564">7500 1897,'-5'2,"-1"-1,1 1,-1 1,1-1,0 1,0 0,1 0,-1 0,0 1,1 0,0-1,0 2,0-1,0 0,1 1,0 0,0-1,0 1,0 0,1 1,0-1,0 0,0 1,1-1,0 1,0 0,0-1,1 1,-1 0,1 0,1-1,-1 1,1 0,0-1,0 1,1-1,0 1,1 3,3 0,1-1,0 1,1-1,-1-1,1 1,1-1,-1-1,1 0,0 0,1 0,0-1,-1-1,1 0,1 0,-1-1,1 0,-1-1,1 0,0 0,0-1,-1-1,1 0,0 0,0-1,0-1,0 0,-1 0,1-1,-1 0,0-1,0 0,0-1,1-1,1-3,-1-1,-1-1,0 0,0 0,-1-1,0 0,-1 0,-1-1,0 0,0 0,-2-1,1 0,-2 0,0 0,-1-1,0 0,-1 1,-1-1,0 0,-1 0,0 1,-1-1,-4-13,4 15,-2 0,1 1,-2-1,0 1,0 0,-1 0,0 0,-1 1,-5-6,9 13,0 1,-1-1,1 1,-1 0,0-1,0 1,0 1,-1-1,1 0,-1 1,1 0,-1-1,0 2,0-1,0 0,0 1,0-1,0 1,0 1,0-1,-1 0,1 1,0 0,0 0,-1 0,1 1,0-1,0 1,-4 1,0 1,1 0,-1 1,1 0,0 0,0 0,1 1,0 0,-1 0,2 1,-1 0,1 0,-1 0,2 1,-1 0,1 0,-2 4,-46 123,34-56</inkml:trace>
  <inkml:trace contextRef="#ctx0" brushRef="#br0" timeOffset="34593.916">10616 159,'-29'-13,"-1"0,0 2,0 2,-1 1,0 1,0 1,-1 2,0 1,0 2,0 1,1 1,-1 2,0 1,1 1,-17 7,-10 9,0 4,3 1,0 3,1 3,2 1,2 3,1 2,2 3,-27 30,2 2,3 3,4 3,4 3,-11 24,41-53,2 2,2 1,3 1,2 1,3 1,3 1,2 0,2 1,4 0,2 1,3 0,2 0,3 0,3 0,5 17,3-23,1-1,3 0,3-1,1 0,3-2,3-1,1-1,3-2,1-1,3-1,2-2,1-1,3-2,1-2,2-2,19 11,10 3,1-3,3-4,1-3,2-4,1-3,2-4,1-3,2-4,50 5,-70-15,0-3,1-2,1-4,-1-3,1-3,32-5,-77 2,1-1,-1 0,0-2,-1 0,0-2,0 0,-1-2,0 0,-1-2,-1 0,0-1,-1 0,0-2,1-3,21-25,-3-1,-1-3,-3 0,-1-2,0-8,14-32,-5-1,-3-3,-4-1,-5-1,-4-2,-4 0,-4-2,-4-13,-6 34,-3-1,-4 0,-3 1,-4-1,-3 1,-16-58,16 96,-2 1,-2 0,-1 1,-2 1,-2 1,-2 0,-1 1,-1 2,-3 0,0 2,-3 0,0 2,-19-14,20 24,0 1,-2 1,0 2,-1 1,0 1,-1 1,-1 3,0 0,-1 2,0 1,0 2,0 2,-15 0,-25 1,-1 4,1 3,1 3,-1 4,-50 14,-10 7</inkml:trace>
  <inkml:trace contextRef="#ctx0" brushRef="#br0" timeOffset="37675.415">10107 1322,'38'-273,"-66"380,11-38,3 0,3 1,3 1,3 0,4 23,5-39</inkml:trace>
  <inkml:trace contextRef="#ctx0" brushRef="#br0" timeOffset="37942.822">10388 1389,'7'-23,"4"-18,3-12,-1-4,0 4,-3 8,-3 10,0 10,-2 15,-1 18,1 20,-1 23,2 22,-1 22,2 17,1 10,-1-15</inkml:trace>
  <inkml:trace contextRef="#ctx0" brushRef="#br0" timeOffset="42143.251">7059 6990,'131'7,"0"4,66 19,-26-5,190 17,157-9,-355-29,231 6,153 33,-463-31,-4-1,-1-2,1-4,36-5,-88-5,-28 5,-1 0,1 0,0-1,-1 1,1 0,0 0,-1 0,1 0,0 0,-1-1,1 1,0 0,0 0,-1 0,1-1,0 1,0 0,-1-1,1 1,0 0,0 0,0-1,-1 1,1 0,0-1,0 1,0 0,0-1,0 1,0-1,0 1,0 0,0-1,0 1,0 0,0-1,0 1,0 0,0-1,0 1,0 0,0-1,1 1,-1 0,0-1,0 1,0 0,0-1,1 1,-1 0,0 0,0-1,1 1,-1 0,0 0,1-1,-1 1,0 0,1 0,-1 0,0 0,1 0,-1-1,0 1,1 0,-1 0,0 0,1 0,-1 0,1 0,-21-9,-3 1</inkml:trace>
  <inkml:trace contextRef="#ctx0" brushRef="#br0" timeOffset="42494.082">8918 6803,'27'19,"70"67,70 45,-64-52,-89-68,-2-3,0 1,-1 0,0 1,-1 0,0 0,0 1,-1 1,0-1,-1 1,-1 1,0 0,-6-10,-1 0,0 1,0-1,0 1,0-1,-1 0,1 1,-1-1,0 0,0 0,0 1,-1-1,1 0,-1 0,1 0,-1 0,0-1,0 1,0 0,-1-1,1 0,0 1,-1-1,0 0,1 0,-1 0,0-1,0 1,0-1,0 1,-1-1,1 0,0 0,0-1,-1 1,1-1,-1 1,1-1,-55 16,0-3,-1-2,-21 0,-25 4,23 0,15-1</inkml:trace>
  <inkml:trace contextRef="#ctx0" brushRef="#br0" timeOffset="43341.407">11191 6429,'-12'-4,"1"0,0 1,-1 0,1 1,-1 0,0 1,0 1,0-1,0 2,1 0,-1 0,0 1,1 0,-1 1,1 0,-1 1,-3 3,-5 2,0 1,1 0,1 2,0 0,0 1,2 1,-1 0,2 2,-2 2,-23 32,3 2,1 1,4 1,1 2,4 1,1 2,3 0,-1 14,10-34,1 0,2 2,2-1,1 1,3 0,1 1,2-1,1 1,3 0,1-1,2 0,2 1,2-2,1 1,3-2,1 1,6 8,0-11,1-1,2-1,2-1,0-1,3-1,1-2,1-1,1-1,1-1,2-2,1-2,0-1,2-1,0-2,2-2,0-2,0-1,1-2,1-1,24 1,-29-7,-1-1,1-3,0-1,0-1,0-2,-1-1,1-2,-1-2,-1-1,1-2,-2-1,1-1,23-15,-7-5,-2-3,-1-1,-2-3,-1-1,-3-3,-1-1,-2-2,-3-1,27-49,-20 33,-3-1,-3-2,-2-1,7-30,-29 64,-1-1,-1-1,-2 0,-2 0,-1 0,-2-1,-1 0,-2 0,-2 1,-1-6,-4 2,-2-1,-1 1,-3 0,0 1,-3 1,-1 0,-2 2,-2 0,-1 1,-1 1,-2 1,-2 1,0 1,-2 1,-3 1,-9-6,-1 1,-1 2,-2 3,-1 1,-1 2,-1 2,-2 3,0 1,-1 3,0 2,-22-2,26 8,0 2,-1 3,0 1,0 2,0 3,-15 3,36-2,-1 2,1 1,0 1,1 1,0 2,0 0,1 2,0 1,1 1,1 0,-13 12,4 4,2 1,1 1,1 2,2 1,1 1,2 1,2 1,1 0,-10 32,-14 29</inkml:trace>
  <inkml:trace contextRef="#ctx0" brushRef="#br0" timeOffset="44011.123">7915 7833,'5'14,"5"13,7 11,6 9,6 5,6 3,3 1,0-2,-3-6,-3-9,-9-10</inkml:trace>
  <inkml:trace contextRef="#ctx0" brushRef="#br0" timeOffset="44264.839">8182 7793,'-13'7,"-12"11,-9 12,-4 12,-1 8,2 7,4 2,7 1,6-5,8-12</inkml:trace>
  <inkml:trace contextRef="#ctx0" brushRef="#br0" timeOffset="44453.787">8450 7873,'20'0,"21"2,17 1,10 2,2 3,-10 0</inkml:trace>
  <inkml:trace contextRef="#ctx0" brushRef="#br0" timeOffset="44639.02">8570 8060,'23'3,"23"2,20 1,-2-1</inkml:trace>
  <inkml:trace contextRef="#ctx0" brushRef="#br0" timeOffset="44811.386">9251 7966,'0'-27,"-1"-20,2-1,2 1,2-1,10-40,-12 77,-5 21,-12 48,3 2,2 0,3 0,2 0,3 1,3-1,3 0,2 5,4-10</inkml:trace>
  <inkml:trace contextRef="#ctx0" brushRef="#br0" timeOffset="46191.708">11284 6910,'-10'16,"1"0,1 1,0 0,1 0,1 1,1-1,-2 15,5-24,1 0,0 0,1 1,0-1,0 0,0 1,1-1,1 0,-1 0,1 0,1 0,0 0,0 0,0 0,1-1,0 0,0 0,2 2,-4-6,1 1,0-1,0 1,0-1,1 0,-1 0,1-1,0 1,0-1,0 0,0 0,0 0,0 0,0 0,1-1,-1 0,0 0,1 0,-1-1,1 0,-1 1,1-1,0-1,-1 1,1-1,-1 0,0 0,1 0,-1 0,0-1,0 0,1 0,-1 0,-1 0,1-1,0 1,-1-1,1 0,-1 0,0-1,0 1,2-3,3-6,-1-1,-1 0,0 0,-1-1,0 0,-1 0,-1 0,0 0,-1-1,0 1,-1-1,-1 1,0-1,-1 1,-1-1,-1-8,2 18,0-1,1 1,-2-1,1 1,-1 0,0 0,0-1,0 1,0 0,-1 1,0-1,0 0,-1 1,1 0,-1-1,0 1,0 1,0-1,-1 1,1-1,-1 1,0 1,0-1,0 1,0-1,0 2,0-1,-1 0,1 1,0 0,-1 0,0 1,1 0,-1 0,1 0,-6 1,7 0,0 1,0-1,0 1,0 0,0 1,1-1,-1 0,1 1,-1 0,1 0,0 0,0 0,0 1,1-1,-1 1,1-1,0 1,0 0,0 0,1 0,-1 0,1 0,0 1,0-1,0 0,1 0,-1 1,1-1,0 0,0 1,1-1,-1 0,1 1,0-1,0 0,1 0,-1 0,1 0,0 1,16 28</inkml:trace>
  <inkml:trace contextRef="#ctx0" brushRef="#br0" timeOffset="46486.098">11658 7125,'-1'4,"-1"0,1 1,0-1,0 0,0 1,1-1,-1 1,1 0,0-1,1 1,-1-1,1 1,0-1,0 1,0-1,0 0,1 0,0 1,0-1,0 0,0 0,1-1,0 1,-1 0,1-1,1 0,-1 1,0-1,1-1,-1 1,5 2,-1 0,-1-1,2 1,-1-1,0-1,1 1,0-1,0 0,0-1,0 0,0-1,0 1,0-1,1-1,-1 0,0 0,1 0,-1-1,0 0,0-1,0 0,0 0,0-1,0 0,-1 0,1-1,-1 0,0 0,0-1,0 0,-1 0,1-1,-1 1,-1-1,1-1,-1 1,0-1,0 0,-1 0,1-5,0 0,-1-1,0 0,-1 1,-1-1,0 0,-1 0,0 0,-1 0,0 0,-1 0,0 0,-2 0,1 0,-1 0,-1 0,0 1,-1 0,-4-7,7 15,0 1,0-1,0 1,-1-1,0 1,1 0,-1 0,0 0,0 1,-1-1,1 1,-1-1,1 1,-1 0,1 0,-1 1,0-1,0 1,0 0,0 0,0 0,0 1,0-1,-1 1,1 0,0 0,0 0,0 1,0-1,-4 2,-9 5,1 1,0 0,0 1,1 1,0 1,1 0,0 0,0 2,2 0,-7 7,0-1,-47 48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14.3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17.4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1112 97,'-236'-12,"50"57,100-21,44-13,16-6,1 1,-1 2,2 0,-1 2,1 0,0 2,-19 13,-185 155,217-171,1 1,0-1,1 2,0-1,0 1,1 1,1 0,0 0,0 0,1 1,1 0,0 0,1 0,0 1,1-1,1 2,4 190,-1-188,1-1,0 0,1 0,1-1,0 1,2-1,0 0,0 0,1 0,1-1,0 0,8 8,5 6,1-1,1-1,2-1,0-1,12 7,27 13,1-2,2-3,2-4,2-2,68 21,-97-37,55 22,2-5,1-3,27 0,-42-19,0-4,1-4,0-4,12-4,7-2,0-4,-1-5,0-4,-1-5,-2-4,57-26,-121 40,-1-3,-2-1,1-1,-2-2,-1-1,0-2,-2-1,22-24,-24 21,-12 16,-1-2,-1 0,0 0,-1-1,0-1,-1 0,-1-1,-1 0,0-1,-1 0,-1 0,-1-1,-1 0,3-12,-6-13,-2-1,-2 0,-2 0,-2 0,-2 1,-2 0,-1 0,-13-31,10 40,0 1,-2 0,-2 1,-1 0,-2 2,0 0,-2 1,-2 1,-1 2,0 0,-2 2,-25-19,18 26,0 1,-2 1,1 2,-2 2,0 1,0 1,0 3,-1 1,-1 2,1 1,-5 2,-186-7,-4 10,83 4,1 6,0 7,-59 18,129-19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18.8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512 377,'-24'4,"-1"1,1 2,0 0,1 1,0 2,0 0,1 2,0 0,-7 7,9-7,0 1,1 1,0 0,2 2,-1 0,2 1,0 0,1 2,1 0,1 0,1 1,0 1,1 0,2 1,0 0,1 0,2 0,0 1,1 0,0 7,4-23,0 0,1-1,-1 1,1 0,1-1,-1 1,1 0,0 0,1-1,-1 1,1-1,1 0,-1 1,1-1,0 0,1 0,-1-1,1 1,0-1,1 0,-1 0,1 0,0 0,0-1,0 0,4 2,-1-2,0-2,0 1,1-1,-1 0,0-1,1 0,-1 0,1-1,-1 0,1-1,-1 1,0-2,1 1,-1-1,0 0,0-1,0 0,0 0,1-2,11-4,-1-2,-1 0,0-2,0 0,-1 0,-1-2,1-1,22-26,-1-2,-3-2,-1-1,-3-1,-1-2,-3-1,-1-4,-14 31,0 0,-2 0,0-1,-2 0,-1-1,-1 1,-1-1,-1-1,-2 1,0 0,-2-1,-1 1,-1-1,-3-16,3 35,-1 1,0-1,0 0,0 1,-1 0,0 0,0 0,-1 0,1 1,-2-1,1 1,-1 1,0-1,0 1,0 0,-1 0,0 1,0 0,0 0,0 0,-1 1,1 0,-1 1,0 0,0 0,0 1,0-1,0 2,0-1,0 1,0 0,0 1,0 0,0 0,-7 3,7-1,0 0,1 0,0 1,-1 0,1 0,1 1,-1 0,1 0,0 1,0-1,0 2,1-1,0 0,0 1,1 0,-1 0,2 0,-1 1,1-1,0 1,0 0,1 0,-1 7,-1 10,1-1,1 1,1 0,1 0,1 0,1 0,3 9,112 475,-102-406,-4 1,-5 0,-4 33,-3-108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19.11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 1,'-7'16,"-4"12,-1 10,2 8,3 5,2 4,5-2,4-2,4-4,3-5,-1-9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19.9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363 433,'-15'2,"0"1,0 1,0 0,0 1,0 1,1 0,0 1,1 0,-1 2,1-1,1 1,0 1,0 0,1 1,0 0,1 1,0 0,1 1,-4 8,-2 4,1 1,1 1,1 0,2 1,1 0,1 0,1 1,1 0,-1 26,5-37,1 0,1 0,0 1,1-1,1 0,1 0,0 0,1 0,1-1,1 1,1-1,4 9,-9-22,0-1,0 1,0-1,1 0,-1 0,1 0,0 0,0 0,0-1,0 1,0-1,0 0,1 1,-1-2,1 1,-1 0,1-1,0 0,0 1,0-2,0 1,0 0,-1-1,1 0,0 0,0 0,0 0,0 0,0-1,0 0,0 0,0 0,0 0,19-12,-1-1,-1-1,0 0,-1-2,0 0,-2-2,0 0,-1-1,-1 0,-1-1,5-10,-18 29,33-47,-1-2,-3-1,-2-1,-2-1,-2-2,-4 0,-1-2,-3 0,-3-1,-2-1,-1-19,-9 61,-2 0,0 0,-1-1,0 1,-2 0,0 0,-5-13,6 23,0 1,-1 1,0-1,0 0,-1 1,0-1,0 1,0 0,-1 0,0 1,0 0,0-1,-1 2,0-1,0 1,0-1,0 2,-1-1,1 1,-3-1,1 1,-1 1,1 0,0 0,-1 0,1 1,-1 1,0-1,1 2,-1-1,0 1,1 0,-1 1,1 0,0 0,-1 1,1 0,0 0,1 1,-1 0,1 0,-1 1,1 0,1 1,-1-1,1 1,0 0,0 1,1-1,-1 1,2 0,-1 1,1-1,-2 5,-1 13,2-1,0 1,2 1,1-1,1 0,1 1,1-1,1 0,1 0,5 16,19 98,33 96,-15-68,-37-133,4 15,1 0,3-1,7 12,-21-54,1 0,-1 0,1-1,1 1,-1-1,1 0,-1 0,2 0,-1 0,0 0,1-1,0 0,0 0,0 0,0-1,1 0,0 0,-1 0,1-1,0 1,0-2,0 1,1 0,-1-1,0 0,1-1,-1 0,5 0,6-4,0 0,0-1,-1-1,0-1,0 0,-1-1,0-1,0 0,-1-1,1-1,30-19,-44 29,-1 0,1 0,0 0,-1 0,1 1,0-1,-1 0,1 0,0 1,0-1,0 1,0-1,-1 1,1-1,0 1,0-1,0 1,0 0,0-1,0 1,0 0,0 0,0 0,0 0,0 0,0 0,1 0,-1 0,0 0,0 1,0-1,0 0,0 1,-1-1,1 0,0 1,0 0,0-1,0 1,0-1,0 1,-1 0,1 0,0-1,-1 1,1 0,0 0,-1 0,1 0,-1 0,0-1,1 1,-1 0,0 0,1 0,-1 0,0 0,0 1,6 30,-6-24,1 0,-1 0,2 1,-1-1,1 0,0 0,1 0,0 0,0-1,0 1,1-1,0 0,1 0,0 0,0-1,0 1,1-1,0 0,0-1,0 0,1 0,0 0,1 0,0-2,0-1,0 0,0 0,0-1,0 0,0-1,1 0,-1 0,0-1,0 1,0-2,0 1,0-1,0-1,0 1,-1-1,1-1,-1 1,0-1,0-1,0 1,0-1,-1 0,0-1,0 0,0 1,3-6,0 1,-1 0,-1 0,1-1,-2 0,1 0,-2 0,1-1,-2 0,1 0,-2 0,1-1,-2 1,0-1,0 0,-1 0,-1 1,0-8,-1 14,-1-1,0 1,0-1,0 1,-1 0,1 0,-1 0,-1 0,1 1,-1-1,0 1,-1 0,1 0,-1 0,0 1,0 0,0 0,-1 0,1 0,-1 1,0 0,0 0,0 1,0-1,-1 1,1 1,0-1,-1 1,0 0,1 1,-1 0,1 0,-1 0,0 1,1-1,-1 2,-5 1,3-2,-1 2,1 0,0 0,-1 0,2 1,-1 1,0-1,1 2,0-1,0 1,0 0,-2 3,7-5,-1-1,0 1,1 0,0 0,0 1,0-1,0 1,1-1,0 1,0 0,0 0,0 0,1 0,0 0,0 0,0 0,1 0,0 1,0-1,0 0,1 0,-1 0,2 4,8 20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0.2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1,'10'4,"15"2,21 0,15 1,12-1,2 2,-5 0,-15 3,-15-2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0.4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14,'25'5,"26"1,26-3,19-3,14-5,7-6,-17-1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0.7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159 150,'-13'15,"1"1,1 1,0 0,2 0,0 1,0 0,2 1,0 0,1 0,1 0,1 1,1 0,0 0,2 0,0 0,1 0,2 1,-2-13,2 0,-1-1,1 1,0-1,0 1,1-1,0 0,1 0,-1 0,1-1,1 1,-1-1,1 0,0 0,1 0,-1-1,1 0,0 0,0-1,1 1,-1-1,1 0,0-1,0 0,0 0,1-1,-1 1,1-2,-1 1,6 0,-3-1,0 0,0-1,0 0,0-1,0 0,0-1,-1 1,1-2,0 0,-1 0,1 0,-1-1,0-1,-1 0,1 0,-1 0,0-1,0 0,0-1,-1 0,3-3,0-2,-1 0,0 0,0-1,-1 0,-1-1,-1 1,0-2,0 1,-1 0,-1-1,-1 0,0 0,1-12,-3 9,-1 1,0 0,-1 0,-1 0,-1 0,0 0,-1 0,-1 1,-1-1,0 1,-1 1,-1-1,-2-1,5 7,-2 0,1 1,-1 0,-1 0,1 1,-2 0,1 0,-1 1,0 0,0 0,-1 1,0 0,0 1,-1 0,1 1,-1 0,0 1,0 0,0 1,-2 0,3 1,0 1,0 0,0 0,0 1,0 1,0 0,1 0,-1 1,0 0,1 1,0-1,0 2,0 0,1 0,-1 0,1 1,0 0,1 1,-1 0,2 0,-1 0,1 1,0 0,0 1,1-1,0 1,0 0,1 0,1 0,-1 1,2-1,-1 1,1 0,1 0,-1 3,-1 39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1.3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1 347,'80'-113,"55"-106,-126 205,-2 27,-24 175,11-80,4 1,9 56,-3-118,-1-14,-1 1,-1 0,-2 0,-3 13,4-42,-1-1,1 1,-1-1,0 1,0-1,-1 1,1-1,-1 0,0 0,0 0,-1 0,1 0,-1 0,0-1,0 1,0-1,0 0,-1 0,1 0,-1 0,0 0,1-1,-1 0,-1 0,1 0,0 0,0-1,-1 1,1-1,-1 0,1 0,-1-1,1 0,-1 1,1-2,-1 1,-30-24,34 23,1 0,0 0,0 0,-1 1,1-1,0 0,0 0,0 0,0 0,0 0,0 1,0-1,0 0,0 0,0 0,0 0,1 0,-1 1,0-1,0 0,1 0,-1 0,1 1,-1-1,1 0,-1 1,1-1,-1 0,1 1,0-1,-1 1,1-1,0 1,0-1,-1 1,1-1,0 1,0 0,0-1,-1 1,1 0,0 0,0 0,0 0,0-1,0 1,-1 0,1 1,25-5,-1 1,0 1,0 2,1 0,4 3,-1-2,211 8,-164-7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1.9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1 514,'25'-13,"26"-12,25-11,25-8,18-5,11-4,4-2,0 1,-10 6,-11 6,-19 9,-21 6,-20 9,-22 7,-18 6,-15 5,-9 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2.2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1,'124'5,"96"18,-218-23,228 38,-155-7,-73-30,0 1,0 0,0-1,0 1,0 0,-1 0,1 0,-1 1,1-1,-1 0,0 1,0-1,0 0,0 1,0-1,-1 1,1-1,-1 1,1 0,-1-1,0 1,0-1,0 1,-1 0,1-1,-1 1,1-1,-2 3,-4 11,-1 0,0 0,-1-1,-1-1,0 1,-1-1,-4 3,-6 10,-5 7,2 1,1 2,2 0,2 1,-13 37,15-23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3.1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329 490,'-1'-1,"1"0,-1 0,1-1,-1 1,0 0,0 0,1 0,-1 0,0 0,0 0,0 0,0 1,0-1,0 0,-1 0,1 1,0-1,0 1,0-1,-1 1,1-1,0 1,0 0,-1 0,1 0,0 0,-1-1,1 2,0-1,-1 0,1 0,0 0,-1 1,1-1,0 0,-1 1,-47 21,27-8,1 2,1 1,0 0,2 1,0 1,0 1,2 1,1 0,0 1,-9 21,-6 46,29-87,1 0,-1 0,1 0,0 1,0-1,0 0,0 0,1 1,-1-1,1 0,-1 0,1 0,0 1,0-1,0 0,0 0,0 0,0-1,0 1,1 0,-1 0,1-1,-1 1,1 0,0-1,-1 0,1 1,0-1,0 0,0 0,0 0,0 0,0 0,1-1,-1 1,0-1,0 1,0-1,2 0,11 0,1-1,-1-1,0-1,0 0,0 0,-1-2,1 0,-1 0,0-2,-1 1,1-2,-1 0,2-3,10-5,-1-2,0 0,-2-2,0 0,-2-2,0 0,-1-1,-2-1,0-1,-1-1,-2 0,-1 0,-1-2,-1 1,-1-2,-2 1,0-1,-3 0,0-1,-2 1,0-26,-2 46,0-1,-1 1,0 0,-1-1,0 1,0 0,-1-1,0 1,-1 0,0 0,0 0,-1 1,0-1,-1 1,0 0,0 0,0 1,-1-1,0 1,-1 0,0 1,0 0,0 0,-1 0,1 1,-1 0,-1 0,1 1,-1 0,1 1,-6-1,8 3,-1 0,1 1,-1 0,1 0,0 1,-1-1,1 2,0-1,-1 1,1-1,0 2,0-1,1 1,-1 0,0 0,1 0,0 1,0 0,0 0,0 0,0 1,1 0,0-1,0 1,0 1,1-1,0 1,0-1,0 1,1 0,-1 0,1 0,0 2,-3 13,0 0,1 0,1 0,0 1,2-1,1 1,1-1,0 1,2-1,0 1,58 213,-31-138,67 335,-90-401,0-10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3.5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0,'-2'20,"-1"17,0 19,1 9,1 2,0-4,0-7,1-9,0-11,2-9,1-9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3.7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3,'16'-2,"15"1,12 1,12 1,9 0,5-1,3 1,-5-1,-6 0,-15 3,-13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4.0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1,'18'2,"15"1,11 0,8 0,5-1,3-1,-2-3,-5-1,-10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4.3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202 195,'-4'7,"1"1,0 0,0 0,1 1,0-1,0 0,1 1,0-1,0 1,1-1,0 1,1-1,0 1,0-1,1 1,0-1,0 0,1 0,0 0,0 0,1 0,0-1,1 1,-1-1,2 0,-1-1,1 1,-1-1,2 0,-1-1,2 2,5-1,0 0,1 0,0-1,0-1,0-1,1 0,-1 0,1-2,-1 0,1 0,-1-1,1-1,0-1,-1 0,0-1,1 0,11-5,-18 6,0 0,1-1,-1 0,-1 0,1-1,0 0,-1 0,0 0,0-1,0-1,0 1,-1-1,0 0,0 0,-1-1,1 0,-1 0,-1 0,0 0,0-1,0 0,-1 0,0 0,0 0,-1 0,0-1,-1 1,0-1,0-1,-1-2,-1 1,0 0,-1-1,0 1,-1 0,0 0,-1 0,0 1,0-1,-2 1,1 0,-1 0,0 1,-1 0,0 0,-1 0,0 1,0 0,0 1,-1 0,0 0,-1 1,-1-1,-2-1,-1 1,1 0,-1 1,0 1,0 0,-1 1,0 1,1 0,-1 1,0 1,0 0,0 1,0 0,0 1,0 1,0 0,-6 3,2 2,1 0,0 2,0 0,1 1,0 0,1 1,0 1,1 1,0 0,1 1,1 1,0 0,1 1,1 0,0 1,-5 11,-9 20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5.2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0,'75'76,"4"-18,3-3,3-4,82 36,-57-29,-85-45,61 30,-3 3,-1 5,-3 2,-2 4,22 25,-42-23,-57-59,0 0,0 0,0 0,0-1,0 1,-1 0,1 0,0-1,0 1,0 0,0 0,0-1,0 1,0 0,0-1,0 1,0 0,0 0,0-1,0 1,0 0,0 0,0-1,0 1,0 0,1 0,-1-1,0 1,0 0,0 0,0-1,0 1,1 0,-1 0,0 0,0-1,1 1,-1 0,0 0,0 0,0 0,1 0,-1 0,0-1,0 1,1 0,-1 0,0 0,1 0,-1 0,0 0,0 0,1 0,-1 0,0 0,0 0,1 0,-1 0,0 0,0 1,1-1,-1 0,0 0,-6-24,-1 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5.5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125 1,'11'10,"167"233,-125-179,-16-21,-1 1,-3 1,-1 2,8 22,-38-66,0-1,0 1,-1 0,1 0,-1 1,1-1,-1 0,0 0,-1 0,1 1,0-1,-1 0,0 1,0-1,0 1,0-1,0 0,-1 1,0-1,1 0,-1 1,-1-1,1 0,0 0,-1 0,1 0,-2 2,-4 1,-1 0,0-1,0 0,0 0,-1-1,1 0,-1 0,0-1,0 0,0 0,-1-1,-8 1,5-1,-72 16,0-4,-88 3,131-16,13-3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6.2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297 466,'-35'34,"1"2,2 1,2 2,1 1,3 1,-13 26,27-46,1 1,0 0,2 0,1 1,0 0,0 6,7-26,1-1,-1 0,0 1,1-1,-1 1,1-1,0 1,0-1,0 1,0-1,0 0,1 1,-1-1,1 1,0-1,-1 0,1 1,0-1,0 0,0 0,1 0,-1 1,1-1,-1-1,1 1,-1 0,1 0,0-1,0 1,0-1,0 1,0-1,0 0,0 0,1 0,-1 0,1 0,12 1,1-1,0 0,0-1,-1-1,1 0,0-2,-1 1,1-2,-1 0,0-1,0 0,-1-2,8-3,8-4,-1-2,0-1,-1-1,-1-1,-1-1,-1-2,-1 0,0-2,-2 0,-1-2,-1 0,-1-1,-2-1,0-1,-2-1,-1 0,-2-1,-1 0,-1 0,-2-1,3-18,-8 30,-1 1,-1-1,-1 1,0-1,-1 1,-1-1,-1 1,-1 0,-1 0,-4-12,5 20,0 1,0 1,-1-1,-1 1,0 0,0 0,0 0,-1 1,0 0,-1 0,0 1,0 0,-1 0,1 1,-2 0,1 1,0 0,-1 0,-9-2,9 4,1 0,0 1,-1 1,1-1,-1 1,0 1,1 0,-1 0,0 1,1 0,-1 1,1 0,-1 1,1-1,0 2,0-1,0 1,1 1,-1 0,1 0,0 0,1 1,-1 1,1-1,0 1,1 0,-1 0,1 1,1 0,0 0,-1 2,-2 5,1 1,1 0,1 0,0 0,1 1,0 0,2 0,0 0,1 0,0 0,2 0,0 0,0 0,2 1,5 27,3 0,1-1,2 0,14 27,192 390,-144-310,-74-149,-1 0,1 0,0 0,-1 0,1 0,0 0,0-1,1 1,-1-1,0 1,0-1,1 0,-1 0,1 0,-1 0,1 0,-1-1,1 1,0-1,-1 1,1-1,-1 0,1 0,1-1,18-3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6.5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46 148,'-13'95,"13"-91,0-1,1 1,0 0,0-1,0 1,1 0,-1-1,1 1,0-1,0 0,0 0,0 0,0 0,1 0,-1 0,1 0,0-1,0 1,0-1,0 0,0 0,1 0,2 1,4 1,0 0,0-1,1 0,-1 0,1-1,-1-1,1 0,-1 0,1-1,0 0,0-1,-1-1,1 1,-1-2,1 1,-1-1,0-1,0 0,-3 1,0 0,0 0,-1-1,1 0,-1 0,0 0,0-1,-1 0,1 0,-1-1,0 1,-1-1,1 0,-1 0,0-1,-1 1,0-1,0 0,0 0,0 0,-1 0,-1 0,1-1,-1 1,0-8,-1 9,0-1,0 0,-1 1,0-1,0 1,-1 0,0-1,0 1,0 0,-1 0,0 0,0 0,0 1,-1-1,0 1,0 0,0 0,-1 0,0 1,1-1,-2 1,1 0,0 1,-1-1,0 1,0 0,0 1,0-1,-6-1,2 1,-1 1,1 0,-1 0,0 1,1 0,-1 1,0 0,0 0,1 2,-1-1,0 1,1 1,0 0,-1 0,1 1,1 0,-1 1,0 0,1 1,0 0,0 0,1 1,0 0,0 0,-4 6,10-11,0 0,0 1,0 0,0-1,0 1,0 0,1 0,0 0,-1 0,1 0,0 0,1 0,-1 0,0 1,1-1,0 0,0 0,0 1,0-1,0 0,0 1,1-1,0 0,0 0,0 0,0 0,0 0,1 0,0 2,16 16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6.9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0,'9'2,"12"4,14 0,13-1,6-1,4-1,-6-2,-11 2,-14 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7.2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1,'25'9,"22"3,18-1,15-1,10-4,2-2,-5-4,-16-2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27.9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27 479,'103'-332,"-50"186,-53 146,0 0,0 0,0 1,0-1,0 0,0 0,0 0,0 0,0 0,0 1,0-1,0 0,0 0,0 0,1 0,-1 0,0 1,0-1,0 0,0 0,0 0,0 0,1 0,-1 0,0 0,0 0,0 0,0 0,0 0,1 0,-1 1,0-1,0 0,0 0,0 0,1 0,-1 0,0 0,0-1,0 1,0 0,1 0,-1 0,0 0,0 0,0 0,-1 21,-45 344,44-287,3 0,3-1,4 0,6 20,-12-85,-1-10,0-1,0 1,0 0,0-1,-1 1,1 0,-1-1,1 1,-1 0,0 0,0 0,0-1,0 1,0 0,0 0,0 0,-1-1,1 1,0 0,-1 0,0-1,1 1,-1 0,0-1,0 1,0-1,0 1,0-1,0 0,0 1,-1-1,1 0,0 0,-1 1,1-1,-1 0,1-1,-1 1,0 0,1 0,-2 0,-8-1,-1 0,0 0,1-1,-1 0,0-1,1 0,0-1,-1 0,1-1,0 0,-2-2,7-5,24 5,269 2,15 6,-271-2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37.6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74,'225'-9,"34"-12,-76 4,-163 16,179-14,73 8,-270 6,-3 1,-10-3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38.8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76,'1056'-42,"-975"39,-80 3,0 0,0 0,0 1,-1-1,1-1,0 1,0 0,-1 0,1 0,0 0,0 0,-1-1,1 1,0 0,-1-1,1 1,0 0,-1-1,1 1,0-1,-1 1,1-1,-1 1,1-1,-1 0,1 1,-1-1,0 0,1 1,-1-1,0 0,1 1,-1-1,0 0,0 0,0 1,1-1,-1 0,0 0,-4-13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39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43,'52'16,"2"-12,0-2,1-2,52-9,-79 7,168-14,114-9,55 13,-350 13,-20 1,-23 2,26-4,-27 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40.0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0,'2'5,"5"3,11 1,16 1,18-1,20-5,21-5,13-2,9-3,-2-3,-8 0,-15 2,-19 1,-19 3,-19 6,-16 5,-12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45.9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1766 277,'-85'-22,"-2"5,0 4,0 3,-1 4,0 4,0 4,0 3,-43 11,91-9,1 2,0 2,1 1,0 2,1 2,1 2,0 0,2 3,0 1,1 1,2 2,0 1,-26 29,15-6,3 1,1 2,3 1,2 2,2 2,3 1,3 0,2 2,2 2,-5 28,4 1,4 1,4 1,4 0,2 81,7-122,3 0,2 0,2-1,2 1,3-2,1 1,3-1,2-1,2-1,3-1,1-1,2 0,9 9,-2-9,2-2,2-1,2-1,1-2,2-2,2-2,2-2,0-1,3-3,0-2,15 5,39 9,2-5,1-4,2-5,0-5,2-4,15-3,62-1,0-7,141-14,-230 1,0-4,-1-5,0-4,-1-4,-2-4,0-4,-2-4,50-28,-102 40,0-1,-2-3,-1-1,0-1,-3-2,0-2,-2 0,-1-3,-2 0,20-34,-16 16,-2-1,-2-2,-3 0,-2-2,-3-1,-3 0,7-42,-14 36,-2-1,-4 1,-2-1,-3 0,-3 0,-2 1,-4 0,-2 0,-4 1,-15-40,4 35,-3 2,-3 1,-3 2,-2 1,-3 2,-19-18,-12-23,46 60,-2 1,-1 1,-3 2,-1 1,-1 2,-2 1,-30-20,-15 5,-2 3,-55-20,68 34,26 9,-1 2,-1 2,-1 2,0 2,-2 3,1 1,-1 3,0 1,-1 3,-28 2,19 10,0 3,0 2,1 3,1 2,0 3,2 2,0 3,2 2,1 2,2 3,1 2,-3 5,-213 176,154-113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47.2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76 157,'-9'11,"1"0,0 1,1 0,0 0,1 1,0-1,1 2,1-1,0 0,0 1,2 0,0 0,0 0,1 6,1-12,0-1,0 1,1 0,0 0,0-1,1 1,0-1,0 1,1-1,0 0,0 0,1 0,0 0,0 0,0-1,1 0,0 0,0 0,1-1,0 1,0-1,0-1,0 1,1-1,0 0,2 1,-2-2,0-1,1 1,-1-1,1 0,-1-1,1 0,-1 0,1 0,0-1,-1-1,1 1,0-1,-1 0,1-1,-1 0,1 0,-1 0,0-1,0 0,0-1,0 0,-1 0,1 0,-1-1,0 1,0-2,-1 1,0 0,0-1,0 0,0-1,-1 1,0-1,0 1,-1-2,3-5,-1-1,0 1,-1-1,-1 0,0 0,-1-1,-1 1,0 0,-1-1,0 1,-1-1,-1 1,0 0,-1 0,-1 0,0 0,0 0,-2 1,0 0,0 0,-1 0,-1 1,0 0,0 0,-1 1,-1 0,0 1,0 0,-1 1,-1 0,-5-4,14 10,-1 1,1-1,-1 0,0 1,0 0,0 0,0 0,0 1,0-1,0 1,0 0,-1 0,1 0,-1 1,1-1,0 1,-1 0,1 0,-1 1,1-1,0 1,-1 0,1 0,0 1,0-1,0 1,0 0,0 0,0 0,-1 2,-3 6,1 1,0 0,1 1,0-1,1 1,0 1,0-1,2 1,0-1,0 1,1 0,0 0,2 0,-1 10,9 94,3-71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47.6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0 567,'36'-65,"-2"-1,-4-2,-3-1,-2-1,-4-2,-3 0,0 9,-7 41,0 38,-6 22,-1 0,-2 1,-2 0,-2-1,-3 16,4-35,-11 145,10 136,4-255,0-8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48.3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69,'268'-16,"-102"10,944-40,-863 47,-238-1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52.6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2443,'2'-7,"-1"0,1 0,0 0,0 1,1-1,0 1,0-1,1 1,0 0,0 0,1-1,7-11,64-105,5 3,61-65,16 10,7 6,8 8,6 8,125-78,-110 102,5 8,5 9,120-42,660-231,-643 264,-322 115,-44 25,1-5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53.29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65,'139'-15,"83"-12,2 11,116 9,-336 8,20-1,0 2,0 0,0 2,0 1,5 2,-24-6,0 0,0 1,0 0,-1 0,1 0,-1 1,1 0,-1-1,0 1,0 1,0-1,0 1,-1-1,1 1,-1 0,0 0,0 1,-1-1,1 0,-1 1,0 0,0 0,0-1,-1 1,0 0,0 0,1 4,-3 11,-1 1,0 0,-1-1,-1 0,-1 0,-1 0,-1-1,0 0,-4 5,10-22,-190 459,163-385,4-14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53.8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1,'20'9,"14"10,13 11,9 9,7 7,4 6,1 2,0-2,-7-1,-7-4,-13-7,-11-8,-12-10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54.1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529 1,'-4'2,"-9"8,-9 13,-11 17,-17 19,-13 19,-12 11,-5 6,5 2,10-10,17-19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55.0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0 144,'14'-5,"16"-6,13-3,12-4,8-1,1-2,0 3,-7 2,-10 3,-14 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55.3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0 163,'19'-2,"16"-3,17-6,13-2,8-4,5-4,-1-3,-6-1,-9 0,-14 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55.6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70 298,'-6'18,"1"0,1 0,1 1,1 0,0-1,2 1,0 0,1 0,2 13,-1-27,-1 0,1 0,0 0,1-1,-1 1,1-1,0 0,0 1,0-1,1 0,0-1,-1 1,1-1,0 1,1-1,-1-1,0 1,1 0,0-1,0 0,-1 0,1-1,0 1,1-1,-1 0,0 0,0-1,0 0,0 0,1 0,-1 0,0-1,0 0,0 0,0 0,0 0,0-1,5-2,6-2,0-1,0 0,0-1,-1-1,0-1,-1 0,0-1,0 0,-1-1,-1 0,0-1,0-1,-2 0,0 0,0-1,-1 0,-1-1,-1 0,0 0,-1-1,-1 0,0-1,-2 9,-1-1,-1 0,0 0,0 0,-1 0,0 0,0 1,-1-1,-1 0,0 0,0 0,-1 1,0 0,0-1,-1 1,-1 0,1 0,-1 1,-1 0,0 0,0 0,0 0,-1 1,0 0,-1 1,1-1,-1 1,-1 1,1 0,-1 0,1 0,-2 1,1 1,0-1,-7 0,7 2,0 1,0 1,0-1,0 1,0 1,0 0,0 0,0 1,0 0,0 0,0 1,1 0,0 1,-1 0,1 0,1 0,-1 1,1 1,-1-1,1 1,1 0,-4 5,-3 3,1 1,0 1,1 0,1 1,0-1,1 2,1 0,1 0,1 0,0 1,-11 51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5:57.0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1670 3,'-45'0,"-12"-2,1 2,0 3,0 2,0 3,1 2,-40 13,-60 33,4 7,-12 13,122-56,1 3,1 0,1 3,1 1,1 2,2 1,1 2,2 1,1 2,1 1,-2 7,-18 44,4 3,5 1,3 2,4 2,4 1,2 16,14-70,3 0,2 1,1 0,3 1,1 0,2-1,2 1,2 0,2-1,9 34,9 5,4-2,3-1,4-1,3-2,3-1,4-2,2-2,4-3,3-1,35 32,-57-68,1-1,2-2,1-1,1-2,1-1,1-2,1-2,0-2,35 11,70 19,3-6,2-7,51 2,-120-25,1-2,1-5,0-3,27-5,-80 0,-1-1,0-2,-1-1,0-2,0 0,0-1,-1-2,-1-1,0-1,9-7,7-8,-1-1,-1-3,-2 0,-2-3,15-18,-13 2,-2 0,-2-2,-3-2,-2 0,-3-2,-3-1,-1-1,-4-1,-2 0,-1-13,0 13,-2 0,-3-1,-3 0,-2 0,-3 0,-3 0,-3 0,-2 0,-12-43,-27-48,-6 2,-7 3,-7 2,-7 1,36 69,-4 2,-2 2,-4 3,-22-24,53 75,0 0,-1 1,-1 1,-1 1,0 1,-1 0,-14-6,-11-2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6:04.9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1 417,'60'-84,"-4"-3,-3-3,18-48,-62 120,-8 18,-1 0,1 0,-1 0,1 0,-1 0,0 1,1-1,-1 0,1 0,-1 0,0 0,1 1,-1-1,0 0,1 0,-1 1,0-1,1 0,-1 0,0 1,1-1,-1 0,0 1,0-1,0 1,1-1,-1 0,0 1,0-1,0 1,0-1,0 0,0 1,0-1,0 1,0-1,0 0,0 1,0-1,0 1,0-1,0 1,0-1,0 0,0 1,-1-1,1 0,0 1,0-1,0 1,-1-1,-24 221,17-145,2 0,5 61,20-35,-5-68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6:05.2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0 361,'23'-84,"3"0,27-54,-23 84,-30 54,0 0,-1 1,1-1,0 0,0 1,0-1,0 0,0 1,0-1,0 0,0 1,0-1,0 0,0 1,0-1,0 0,0 1,0-1,1 0,-1 1,0-1,0 0,0 1,0-1,1 0,-1 0,0 1,0-1,1 0,-1 0,0 1,0-1,1 0,-1 0,0 0,1 1,-1-1,0 0,1 0,-1 0,0 0,1 0,-1 0,0 0,1 0,-1 0,0 0,1 0,-1 0,0 0,1 0,-1 0,0 0,1 0,-1 0,0 0,1-1,-1 1,0 0,1 0,-1 0,0-1,-25 148,5-42,4 1,5 1,4 17,6-71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6:05.6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0,'20'0,"21"0,22 0,19 0,20 0,15 0,10 0,4 0,-2 0,-7 0,-13 0,-18 0,-18 3,-19 0,-16 0,-15-5,-11-3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6:08.4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1996 163,'-15'-11,"-1"0,-1 1,0 1,0 1,-1 0,0 1,0 1,-1 1,1 0,-1 2,-5-1,-38-2,-1 3,-49 5,41-1,-274 36,48-13,92-10,-62 13,249-24,1 1,-1 0,1 1,-1 0,1 2,1 0,-1 1,1 1,1 0,0 1,0 1,1 0,0 1,1 0,0 1,1 1,1 0,0 0,-5 10,6 2,0-1,2 1,0 1,2 0,1 0,1 0,2 0,0 0,2 1,2 16,0-31,0 1,1-2,0 1,1 0,0-1,1 1,0-1,1 0,1-1,0 0,0 0,5 5,111 114,-99-107,1-2,1 0,1-2,1-1,0-1,1-1,1-2,0-1,8 1,24 1,1-3,0-2,1-4,0-2,0-3,10-3,-40 1,48-2,-1-4,1-3,-2-4,0-4,-1-3,-1-3,-1-4,46-25,-96 42,-1-1,-1-2,0 0,-1-2,-1 0,0-2,-1 0,-1-2,-1 0,-1-2,0 0,-2-1,-1 0,3-7,-11 14,0-2,-1 1,0-1,-2 0,0 0,-1-1,-1 1,0-1,-2 0,0 0,-1 0,-3-16,-1 10,-2 1,-1 0,0 0,-2 0,-1 1,-1 1,-1 0,0 0,-2 1,-1 1,0 0,-1 1,-8-6,8 10,0 1,-1 1,-1 0,0 1,-1 1,0 0,-1 2,0 0,0 2,-1 0,-1 1,-28-6,0 2,-1 2,0 2,-6 3,25 2,-1 1,1 2,0 1,-12 3,-2 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6:09.9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839 28,'-42'-9,"-1"2,1 1,-1 3,0 1,-1 2,-6 3,28 0,1 2,-1 0,1 1,1 1,-1 1,2 1,-1 1,1 1,0 0,1 2,1 0,0 1,0 0,2 1,0 1,0 1,2 0,0 1,1 0,1 1,0 1,-12 17,1 2,2 1,2 1,2 0,1 1,3 1,1 0,-4 41,13-64,2-1,1 1,0-1,1 1,1-1,1 0,1 0,1 0,0 0,1-1,1 0,1-1,1 1,4 5,9 10,1-1,1-1,2-1,1-2,2 0,17 12,-29-26,1 0,0-2,1 0,1-1,-1-1,2 0,-1-2,1-1,0 0,1-2,0-1,0 0,0-2,0-1,0 0,4-2,6 1,0-2,0-1,0-2,0-1,-1-1,1-2,-2-2,0 0,0-2,-1-2,-1 0,0-2,-1-1,-1-1,-1-2,3-3,-5-5,-1-1,-1-1,-1-1,-2 0,-2-2,0 0,-3-1,-1 0,-1-1,-2-1,-2 0,-1 0,-2 0,-1-1,-2-10,-1 29,-1 1,0 0,-1-1,-1 1,-1 0,0 0,-2 0,0 0,-1 1,0 0,-2 0,0 0,-1 1,0 0,-1 1,-1 0,-1 1,0 0,0 1,-2 0,0 1,0 0,-6-3,-8-1,0 1,-1 1,0 2,-1 1,-1 1,0 1,0 2,-17-1,-39-3,0 4,-41 3,-70 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6:20.8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6:23.1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6:38.4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6:53.6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1,'54'10,"419"-7,398 8,-838-9,-21-1,-1 0,1-1,-1 0,1 0,-1-2,1 1,-1-1,3-2,-1-1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6:54.55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14,'22'0,"20"-2,20-1,16 0,12 1,10 1,1-1,-5 2,-8 0,-11 0,-18 0,-15 0,-17 2,-18 1,-20 3,-9-1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6:54.87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1,'21'7,"20"4,19 1,17-2,15-5,6-6,1-2,-5-1,-14 0,-21 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6:55.59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78,'21'0,"22"-2,24-4,24-2,22-4,15-4,10 3,0 2,-9 4,-16 4,-26 9,-27 2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01.9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6038 0,'-34'15,"-8"-8,-1-2,1-3,-1-1,-16-2,0 0,-731 34,-477 27,466-28,-687 77,1129-68,-373 33,459-62,267-12,7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02.70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722 0,'-452'236,"230"-114,219-121,0 0,0 0,1 1,-1-1,0 1,1-1,-1 1,1 0,0 0,0 0,0 0,0 0,0 1,0-1,1 1,-1-1,1 1,-1 0,1-1,0 1,0 0,0 0,1 0,-1 0,1 0,-1 0,1 0,0 0,0 0,0 0,1 0,-1 0,1-1,0 2,4 2,1-1,1 0,-1-1,1 1,0-1,0 0,0-1,0 0,0 0,1 0,0-1,-1 0,1-1,0 1,-4-2,91 19,0-4,10-4,3 2,33 7,-2 6,133 43,-209-57,-55-16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03.15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3,'0'-2,"2"3,6 7,8 8,10 11,10 8,8 4,8 3,4-2,1 0,-1-3,-6-3,-10-4,-11-9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03.48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441 0,'-16'14,"-12"18,-8 17,-7 14,-8 10,-3 6,-1 1,3-4,8-8,12-11,10-13,15-14,7-13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03.75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68,'16'0,"14"-3,16-2,13-3,11-2,5-2,2 1,-1 2,-10 3,-16 3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04.11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1 663,'23'0,"18"0,15-3,10-2,9-3,2-3,-1-1,-12 1</inkml:trace>
  <inkml:trace contextRef="#ctx0" brushRef="#br0" timeOffset="1">844 529,'28'-65,"-7"19,-2 0,-2-2,-2-1,-2 1,-2-5,-5 22,-2 0,-2-1,-1 1,-1-17,-3 48,-14 119,16-88,-3 51,4 1,4-1,3 1,18 79,-6-72,-1-15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05.49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2742 963,'3'-18,"2"-4,-1 0,-1 0,-1 0,0 0,-2-1,-1 1,-1 0,-1 0,0 0,-4-8,-2 6,-1 1,0 0,-2 1,-1 1,0-1,-2 2,0 0,-1 1,-1 1,-1 0,-1 1,-3-1,-22-16,-2 2,0 3,-2 1,-2 3,-2 1,-74-28,-3 7,-1 5,-2 5,-2 7,-7 4,47 9,0 5,0 4,-67 5,118 3,1 2,0 2,0 1,1 3,0 1,1 2,0 1,1 3,-16 10,15-4,2 3,0 1,2 2,1 1,2 2,0 2,3 0,1 2,1 1,-2 9,-5 11,2 1,4 1,2 2,2 1,3 0,-10 54,17-33,4 1,4 0,3 1,4 0,4-1,3 1,4-1,4-1,3 0,4-1,28 65,-32-94,2 0,2-1,3-2,2-1,2 0,2-2,2-2,2-1,2-1,1-3,32 26,-13-22,2-3,2-2,2-2,1-4,1-2,2-3,1-3,1-3,0-3,2-3,0-3,1-4,46 0,-37-3,0-4,-1-4,1-3,-1-4,0-3,-1-4,11-6,23-17,-2-5,-1-5,-3-4,54-40,-126 74,-1-1,-1-2,-2-2,0-1,-1-1,-1-1,-2-2,-1-1,-1-1,-2 0,-1-3,4-22,-2-2,-2-1,-4-1,-1 0,-4-1,-2-1,-3 0,-3-1,-2-7,3 12,-4 0,-1 0,-4 0,-1 0,-4 1,-2-1,-2 1,-3 1,-2 1,-3 0,-21-41,11 39,-3 2,-3 0,-1 3,-3 1,-2 2,-2 2,-36-29,57 57,-1 1,-1 1,0 1,-2 1,1 2,-2 0,0 2,0 1,-1 1,0 2,-6-1,-90-3,10 12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06.2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60 200,'-4'3,"-1"1,0 0,1 0,0 0,0 1,0-1,0 1,1 0,0 0,0 0,0 1,1-1,-1 1,1-1,1 1,-1 0,1 0,0 0,0 0,1 0,0 0,0 0,0 0,1 1,-1 2,1 0,0 0,0 0,1 0,1-1,-1 1,1 0,1-1,-1 0,2 1,-1-2,1 1,0 0,1-1,-1 0,1 0,1-1,0 0,-1 0,2 0,-1-1,1 0,0 0,0-1,0 0,0-1,3 1,-1 0,0-1,1 0,-1 0,1-1,0-1,0 0,0 0,-1-1,1-1,0 1,0-2,0 1,-1-2,1 1,-1-2,1 1,-1-1,0-1,-1 0,1 0,-1-1,6-5,-7 4,0-1,0 0,-1 0,0-1,-1 0,0 0,0 0,-1-1,0 0,-1 0,0 0,0-1,-1 0,-1 1,0-1,0 0,-1 0,-1 0,1 0,-2 0,0 0,0 0,-1 0,0 0,-1 1,0-4,0 1,-2 0,1 1,-2-1,0 1,0 0,-1 0,0 1,-1 0,-1 0,0 1,0 0,-1 0,0 1,0 1,-1 0,0 0,-1 1,0 0,-3 0,7 4,0 0,0 1,-1 0,1 0,-1 1,1 1,-1-1,1 1,-1 1,0-1,1 1,-1 1,1 0,0 0,0 1,-1-1,2 2,-1-1,0 1,1 1,-1-1,1 1,1 0,-1 1,1 0,-1 0,2 0,-1 1,1 0,0 0,0 0,1 0,0 1,0 0,1 0,0 0,1 0,-1 0,1 1,1-1,0 1,0-1,1 1,0 6,1-7,0 0,1-1,0 1,0-1,1 1,0-1,0 0,0 0,1 0,0-1,1 1,-1-1,1 0,1 0,-1-1,1 0,0 0,0 0,0 0,6 2,37 20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06.7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90 370,'-1'10,"1"1,1-1,-1 1,2-1,0 1,0-1,0 0,2 0,-1 0,1 0,0-1,1 0,0 0,1 0,0 0,0-1,1 0,0 0,0 0,1-1,0-1,0 1,1-1,0 0,0-1,0 0,1-1,-1 0,1 0,0-1,0 0,0-1,1 0,-1-1,1 0,-1 0,1-1,-1-1,1 1,-2-3,1 1,-1-1,0-1,0 0,-1 0,1-1,-1 0,0 0,0-1,0 0,-1 0,0-1,0 0,-1 0,0-1,0 1,-1-1,0-1,0 1,-1-1,2-5,3-9,0-1,-2 0,-1 0,-1 0,-1-1,-1 1,-1-24,0 33,-1 0,-1 0,0 0,-1 1,-1-1,0 0,-1 0,-1 1,0 0,-1 0,-1 0,0 0,0 1,-1 0,-1 0,-3-3,7 13,1 0,-1 1,0-1,1 0,-1 1,0 0,-1 0,1 0,0 1,-1-1,1 1,-1 0,1 0,-1 1,1-1,-1 1,1 0,-1 0,0 1,1-1,-1 1,1 0,-1 1,1-1,-3 1,-8 4,0 1,1 1,-1 0,1 0,1 1,-10 9,-27 26,1 2,3 2,-24 33,11-9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07.3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0 129,'5'0,"3"0,8 0,9 0,15-2,19-4,21-2,23-3,23-3,20-2,17-1,12 1,7 0,-4 4,-8 3,-16 8,-20 4,-32 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17.76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29 310,'-1'0,"-1"-1,1 0,-1 1,1-1,-1 0,1 0,0 0,-1 0,1 0,0 0,0 0,0 0,0-1,0 1,0 0,0-1,0 1,1-1,-1 1,0-1,1 1,-1-1,1 1,0-1,0 1,-1-1,1 0,0 1,0-1,0 0,1 1,-1-1,0 1,1-2,-1 1,-3-49,2 0,2 0,3 0,2-2,-3 49,0 16,1 24,19 434,-20-439,0-7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18.2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0 271,'0'20,"1"0,1 0,0 0,1-1,2 1,5 17,-8-31,0 0,1 0,0 0,-1-1,2 1,-1-1,1 0,-1 0,1 0,1-1,-1 1,1-1,0 0,0 0,0-1,0 1,0-1,1 0,0-1,-1 1,1-1,0-1,6 2,-5-2,-1 0,0-1,1 0,-1-1,1 1,-1-1,1 0,-1-1,0 1,0-1,0-1,0 1,0-1,0 0,-1 0,1-1,-1 0,0 0,0 0,0 0,-1-1,1 0,-1 0,0 0,-1 0,1 0,1-6,4-2,-1-1,-1 0,0 0,-1-1,-1 1,0-1,-1-1,0 1,-1 0,-1-1,-1 0,0 1,-1-1,-1 0,0 0,-1 1,-1-1,0 1,-1 0,-1-1,0 2,-1-1,0 1,-2 0,-1-2,7 12,0 0,-1 0,1 1,-1-1,0 1,0 0,0 0,0 0,-1 0,1 0,-1 1,0-1,0 1,0 0,0 1,0-1,0 0,0 1,0 0,-1 0,1 0,-1 1,1 0,0 0,-1 0,1 0,-1 0,1 1,-3 0,-6 6,1 0,1 1,-1 0,2 1,-1 0,1 1,0 0,1 1,0-1,1 2,0-1,1 1,-2 5,5-11,-25 41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34.1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972 335,'-20'0,"4"-1,0 1,0 1,-1 0,1 0,0 2,0 0,0 1,1 1,-14 5,-6 9,0 2,1 1,1 2,1 1,1 2,2 0,-3 7,-11 17,3 3,2 0,2 3,3 1,-4 15,32-64,-43 98,4 1,5 2,-25 114,49-168,0-4,2 0,3 1,2 1,-1 46,-4 172,5 3,36-38,-18-200,2-2,1 0,1 0,2-1,1-1,2-1,1 0,2-2,1 0,25 25,-43-49,30 33,3-1,0-1,2-3,2-1,8 3,71 58,78 54,133 58,-34-29,-254-154,0-2,1-1,1-3,0-2,2-1,-1-3,16 0,134 20,-116-16,1-4,37-1,347 12,-232-20,-1-9,33-15,-190 15,0-3,-1-4,-1-3,0-3,-1-4,-1-2,-2-4,-1-3,9-8,-45 18,0-2,-1 0,-2-3,0 0,-2-2,-2-1,0-1,-2-1,-2-1,-1-1,-1-1,7-22,5-23,-3-1,-4-1,11-71,-32 135,11-60,-3 0,-4-1,-3-1,-4-27,-3-483,-4 526,-3 0,-2 1,-3 1,-5-8,12 43,-15-63,-4 1,-4 1,-4 2,-4 1,-43-70,38 89,-2 2,-4 2,-2 2,-11-5,14 18,-2 3,-2 2,-2 2,-87-66,89 63,-3 2,-1 3,-1 2,-3 3,0 2,-12-1,-30 2,-1 3,-1 6,-49-3,96 16,-69-7,-118 2,-514 12,657 5,0 5,-60 14,119-15,0 2,1 2,0 2,1 1,-27 15,-103 78,80-45,-29 12,-4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36.4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494 58,'-14'-8,"0"0,-1 1,0 0,-1 1,1 1,-1 1,0 0,0 1,0 0,0 2,-1 0,1 0,0 2,-1 0,1 1,0 0,0 2,0 0,0 0,1 2,-1 0,1 0,1 1,-1 2,6-3,1 1,-1 1,2 0,-1 0,1 0,0 1,1 0,0 0,1 1,0-1,0 1,1 1,0-1,1 0,0 1,0 0,1 0,1-1,0 1,0 0,1 0,1 0,0 0,0 0,1 0,0 0,1 0,1-1,-1 0,2 1,-1-2,2 2,8 4,1 0,0-1,1-1,1-1,0 0,1-1,0 0,1-2,0 0,0-2,1 0,0-1,12 2,25 12,-50-18,123 55,-123-54,0 1,0 1,-1-1,0 1,0 0,0 1,-1-1,1 1,-1 0,0 1,-1-1,0 1,0 0,0 0,-1 0,1 4,-3-7,0-1,-1 1,1 0,-1-1,0 1,0 0,0 0,-1-1,1 1,-1 0,0-1,0 1,0-1,0 1,-1-1,0 1,1-1,-1 0,0 0,0 0,-1 0,1 0,-1-1,1 1,-1 0,0-1,-2 2,-94 44,67-40,-1 0,0-3,0 0,0-3,-1 0,-12-3,-7-9,40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36.8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0 100,'29'-93,"-19"86,-3 27,-1 35,-2 0,-3 0,-2 7,0 26,5 24,4-1,6 0,21 82,-26-154,-3-11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37.9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 1,'-42'0,"42"6,60 11,75 0,1-5,8-7,31 4,-52-2,98 21,-156-6,-64-21,-1 0,1 0,-1 0,0 0,0 0,1 0,-1 1,0-1,0 0,0 0,0 0,0 1,-1-1,1 0,0 0,0 0,-1 0,1 1,-1-1,1 0,-1 0,1 0,-1 0,0 0,1 0,-1 0,0-1,0 1,0 0,0 0,0 0,0-1,0 1,0-1,0 1,0-1,0 1,0-1,0 1,0-1,-1 0,1 0,0 0,0 1,-1-1,0 1,-68 34,50-28,0 2,1 0,1 1,-1 1,2 0,0 1,0 2,1-1,0 2,2 0,0 1,0 0,-4 9,16-23,1 0,-1 1,1-1,0 0,-1 1,1-1,0 1,1-1,-1 1,0 0,1-1,0 1,-1 0,1-1,0 1,0 0,1-1,-1 1,0 0,1-1,0 1,0 0,-1-1,1 1,1-1,-1 1,0-1,1 0,-1 0,1 1,0-1,-1 0,1-1,0 1,0 0,2 0,5 2,-1-2,2 1,-1-1,0-1,0 0,1 0,-1-1,0 0,1 0,-1-1,0-1,0 1,1-1,-1-1,-1 0,1 0,0-1,-1 0,1 0,-1-1,-1 0,1-1,3-3,0-1,-1 0,-1 0,1-1,-2 0,0-1,0 0,-1 0,0-1,-1 0,-1 0,0 0,3-14,0 16,-7 32,-1-13,0 12,2-1,0 0,1 0,1 0,0 0,2 0,1 3,-5-16,1 0,0 0,0-1,0 1,0-1,1 0,0 0,0 0,1 0,-1 0,1-1,0 0,0 0,0 0,1-1,-1 0,1 0,0 0,0-1,0 0,0 0,0 0,4 0,-4-1,-1-1,1 1,-1-1,0 0,1-1,-1 1,1-1,-1 0,0-1,0 1,1-1,-1 0,0 0,-1-1,1 1,0-1,-1 0,1-1,-1 1,0-1,0 1,0-1,-1-1,0 1,1-1,2-4,0-1,-1 1,0-1,-1 0,0 0,0-1,-1 1,-1-1,0 0,0 1,-1-1,0-2,-2-13,0 0,-2 0,-1 0,-1 0,-2 1,0 0,-1 0,-2 1,-10-19,20 43,-1-1,0 1,1-1,-1 0,1 1,-1-1,0 0,1 1,-1-1,1 0,0 1,-1-1,1 0,0 0,-1 1,1-1,0 0,0 0,-1 0,1 0,0 1,0-1,0 0,0 0,0 0,1 0,-1 1,0-1,0 0,0 0,1 0,-1 1,0-1,1 0,-1 0,1 1,-1-1,1 0,-1 1,1-1,-1 0,1 1,0-1,-1 1,1-1,0 1,-1-1,1 1,0 0,0-1,0 1,-1 0,1 0,0-1,0 1,0 0,0 0,-1 0,1 0,1 0,29 2,0 2,0 1,-1 1,15 6,-19-6,-25-5,15 1,0 1,0 1,0 0,-1 1,1 1,-1 0,-1 1,1 1,-1 0,0 1,-1 1,0 0,-1 1,8 8,-17-13,0 1,0-1,-1 1,0-1,-1 1,1 0,-1 0,0 0,-1 0,0 0,0-1,0 1,-1 0,0 0,0 0,-1 0,0-1,0 1,-1 0,1-1,-2 2,0 2,0-1,1 1,1 0,0 1,0-1,1 0,0 0,1 1,0 3,1-10,0 0,0 0,0 1,0-1,1-1,0 1,0 0,0 0,0-1,1 1,-1-1,1 0,0 0,0 0,0 0,0 0,1 0,-1-1,1 0,-1 0,1 0,0 0,0 0,0-1,3 1,107 15,-96-16,1-1,-1-1,0 0,0-2,0 0,0-1,-1 0,1-2,-1 0,0-1,-1 0,0-2,0 0,0-1,-1 0,-1-1,0-1,-1 0,0-1,0 0,-2-1,1-1,-2 1,0-2,2-6,-6 9,0 0,-2-1,0 1,0-1,-1 0,-1 0,-1 0,0-1,0 1,-2-5,1 13,0 0,-1 1,0-1,0 0,-1 0,1 1,-1-1,-1 1,1 0,-1-1,0 1,0 0,0 0,-1 1,1-1,-1 1,0 0,-1 0,1 0,-1 0,0 1,0 0,0 0,0 0,-5-2,5 3,0 1,1 0,-1-1,0 1,0 1,1-1,-1 1,0 0,0 0,0 0,0 1,0 0,1-1,-1 2,0-1,1 1,-1-1,1 1,-1 1,1-1,0 0,0 1,0 0,0 0,0 0,1 1,-3 3,0-1,1 1,0 0,0 0,1 0,0 0,1 1,-1-1,1 1,1 0,-1 0,2 1,-1-1,1 0,0 1,1-1,0 1,1 4,0 0,2-1,-1 1,2-1,0 0,0 0,1 0,0-1,1 1,1-1,0-1,0 1,1-1,0 0,1-1,0 0,7 5,9 7,2 0,1-2,0-1,1-2,1 0,4-1,41 17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38.6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1,'0'13,"2"17,5 14,5 13,3 13,3 8,-3 7,-1 4,-2 2,-5-4,-2-6,-5-6,-5-13,-3-14,-3-15,0-13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38.8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97,'-1'-3,"1"0,0 0,0 1,0-1,0 0,0 0,1 0,-1 0,1 0,0 0,-1 0,1 1,1-1,-1 0,0 1,1-1,-1 1,1-1,0 1,0 0,0-1,0 1,0 0,0 1,1-1,-1 0,1 1,-1-1,1 1,0 0,-1-1,1 1,0 1,0-1,0 0,0 1,0-1,20-4,0 1,1 0,0 2,-1 1,1 0,0 2,0 1,0 1,-1 1,8 3,-26-7,0 1,-1-1,1 1,-1 0,0 0,1 1,-1 0,0-1,0 1,0 1,0-1,0 1,0-1,-1 1,1 0,-1 0,0 1,0-1,0 1,0-1,-1 1,1 0,-1 0,0 0,0 0,-1 1,1-1,-1 0,0 1,0-1,0 1,-1-1,0 1,1 0,-7 6,0-1,0 0,0 0,-1 0,-1-1,0 0,0-1,-1 0,0 0,0-1,0 0,-1 0,-1-1,1 0,-1-1,-3 1,-10 6,-1-1,0-2,-1 0,0-1,-8 0,21-6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39.5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0 424,'8'-5,"0"0,0-1,-1 0,0-1,0 1,-1-1,0 0,0-1,0 0,-1 1,0-2,-1 1,0-1,0 1,-1-1,0 0,1-9,0-9,-1-1,-2 0,-1 0,-1 0,-1 0,-2 0,-4-18,7 43,1 2,-1 0,1 0,-1 0,1 1,-1-1,1 0,0 0,0 0,-1 0,1 0,0 0,0 0,0-1,0 1,0 0,0 0,0 0,0 0,1 0,-1 0,0 0,1 0,-1 0,0 1,1-1,-1 0,1 0,0 0,-1 0,1 0,0 1,-1-1,1 0,0 1,0-1,0 0,0 1,-1-1,1 1,0 0,0-1,0 1,0-1,0 1,0 0,100 32,-60-17,-2-2,-1 2,-1 2,0 1,29 20,-61-35,0 0,0 1,0-1,-1 1,0 0,0 0,0 1,0-1,0 1,-1 0,0 0,0 0,0 0,-1 1,0-1,0 1,0-1,0 1,-1 0,0 0,-1-1,1 1,-1 0,0 0,0 0,-1 0,0 0,0 0,-1 3,-55 132,58-139,-1 0,1 1,-1-1,1 0,0 0,-1 1,1-1,0 0,1 0,-1 0,0 0,0 0,1 0,-1-1,1 1,0 0,0-1,-1 1,1-1,0 0,0 0,0 1,0-1,1 0,-1-1,0 1,0 0,1-1,-1 1,0-1,0 0,1 0,-1 0,0 0,1 0,-1 0,0 0,1-1,0 0,20 1,0-1,0-1,0-1,0-1,-1-1,1-1,-1-1,-1-1,1-1,-1 0,-1-2,0-1,0 0,10-10,-22 17,-1-1,1-1,-1 0,0 0,-1 0,1 0,-2-1,1 0,-1-1,0 1,-1-1,0 0,0 0,-1 0,0 0,-1-1,0 0,0 1,-1-1,0 0,-1 1,0-1,-1-7,0 14,1 1,-1-1,1 1,-1 0,0-1,0 1,0 0,0 0,-1-1,1 1,-1 0,1 0,-1 1,0-1,1 0,-1 0,0 1,0-1,0 1,-1 0,1 0,0 0,0 0,-1 0,1 0,0 0,-1 1,1-1,-1 1,1 0,-1-1,1 1,-1 0,1 1,-1-1,1 0,-1 1,1-1,0 1,-1 0,1 0,0 0,-1 0,1 0,0 1,0-1,0 0,0 1,0 0,0-1,1 1,-1 0,1 0,-2 2,-1 2,0-1,1 1,-1 0,1 0,1 0,-1 0,1 0,0 1,1-1,-1 1,1-1,1 1,-1-1,1 1,0 0,1-1,-1 1,1 0,1-1,-1 0,1 1,0-1,1 0,-1 0,3 3,3 7,0-1,2-1,-1 0,2 0,0 0,1-2,0 1,1-2,3 3,28 19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40.8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17 516,'4'-3,"1"1,0 0,0 1,0-1,1 1,-1 0,0 0,1 0,-1 1,0 0,1 0,-1 0,0 1,1-1,-1 1,0 1,0-1,0 1,0 0,0 0,0 0,0 1,-1 0,1 0,-1 0,0 0,0 1,0-1,0 1,0 0,-1 0,0 1,0-1,0 1,5 15,0-1,-2 1,-1 0,0 1,-1 0,-1-1,-1 1,-1 0,-1 0,-3 20,-4 42,-3-1,-11 31,7-40,3 0,3 1,3 18,4-80,0-1,1 1,1-1,0 0,0 1,1-1,0 0,1 0,1 0,-1 0,2 0,0-1,0 0,0 0,2 0,-1 0,1-1,0 0,1-1,2 2,-8-8,1-1,-1 1,0-1,1 0,-1 0,0 0,1 0,-1-1,1 1,-1-1,1 1,0-1,-1 0,1 0,-1 0,1 0,0-1,-1 1,1-1,-1 1,1-1,-1 0,1 0,-1 0,0 0,1-1,-1 1,0 0,0-1,0 0,0 1,0-1,0 0,-1 0,1-1,45-83,-40 65,0 0,-2 0,0 0,-1-1,-1 1,-1-1,-1 0,-1 0,-1 1,-1-1,-1 0,-1 1,-1-1,0 1,-2 0,0 1,-2 0,0 0,-1 1,-1 0,-1 0,0 1,-1 1,-2 0,1 1,-2 1,-16-14,7 13,0 2,-1 1,0 0,-1 2,0 1,-6 0,31 9,-8-2,19 1,117 5,-11 0,0-4,0-5,97-18,-195 22,-1-1,0-1,0 0,0-1,0 0,-1-1,0-1,0-1,-1 0,0-1,0 0,-1-1,6-6,-18 15,1-1,-1 0,1 1,-1-1,0 0,0 0,0 0,0 0,0 0,0 0,-1 0,1 0,-1-1,1 1,-1 0,0 0,0 0,0-1,0 1,0 0,0 0,-1 0,1 0,-1-1,1 1,-1 0,0 0,0 0,0 0,0 0,0 1,-1-1,1 0,-1 0,-1-2,-1 1,0-1,0 1,-1 0,1 0,-1 0,0 1,1-1,-1 1,0 0,0 1,-1-1,-2 1,1-1,1 2,-1-1,0 1,1 0,-1 0,1 1,-1 0,0 0,1 1,0 0,-1 0,1 0,0 1,0-1,0 2,1-1,-1 1,1-1,-1 2,1-1,1 0,-1 1,0 0,1 0,0 1,1-1,-1 1,1-1,0 1,0 0,1 1,-1-1,2 0,-1 1,1-1,-1 2,0 3,1 0,0 0,1 0,0 0,1 0,0 0,0 0,1 0,1 0,0 0,0-1,1 1,0-1,1 0,0 0,1-1,0 1,1-1,-1-1,2 1,-1-1,1 0,0-1,1 0,0 0,0-1,0 0,1-1,0 1,0-2,4 2,-6-2,1 0,-1-1,1 0,0 0,0-1,0 0,0 0,0-1,0 0,0-1,0 0,1-1,-1 1,0-2,0 1,0-1,0-1,0 0,-1 0,1 0,-1-1,0-1,0 1,0-1,-1-1,1 1,-1-1,3-5,-2-2,-1 0,0-1,-1 1,0-2,-2 1,1 0,-2-1,0 0,-1 0,0 0,-1 0,-1 0,-1-4,1 18,1-2,-1 0,0 0,0 1,0-1,0 0,0 0,-1 0,0 0,1 1,-1-1,0 0,0 1,0-1,-1 1,1-1,0 1,-1-1,0 1,-1-1,2 4,-1-1,0 2,0-1,1 0,-1 0,0 0,1 1,-1-1,1 1,0 0,-1-1,1 1,0 0,0-1,0 1,0 0,1 0,-1 0,0 0,1 0,-1 0,1 0,0 1,-2 4,0 0,0 0,1 1,0-1,0 1,1-1,0 1,0-1,1 1,0-1,0 1,1-1,0 0,0 1,0-1,1 0,0-1,1 1,0 0,0-1,0 0,1 0,-1 0,2-1,-1 1,0-1,1 0,0-1,0 1,1-1,-1-1,1 1,0-1,0 0,6 2,-6-3,0-1,0 1,0-1,0 0,0-1,1 1,-1-2,0 1,0-1,0 0,0 0,0-1,0 0,0 0,0 0,-1-1,1 0,-1-1,0 0,1 1,-2-2,1 1,-1-1,1 0,-1 0,0 0,-1-1,3-3,5-11,-1-1,0 0,-2 0,0-1,-2 0,0-3,2-3,-18 121,9-82,0 1,1 0,0 0,1-1,0 1,1-1,0 0,1 1,0-1,1-1,0 1,2 2,-4-9,-1 0,1 0,0 0,0 0,0 0,1 0,0-1,-1 0,1 0,0 0,0 0,1 0,-1-1,1 0,-1 0,1 0,0 0,-1-1,1 0,0 0,0 0,0 0,0-1,0 0,0 0,0-1,0 1,0-1,3-1,1-2,0-1,-1 0,0 0,0-1,0 0,-1-1,1 1,-2-2,1 1,-1-1,0 0,0 0,-1 0,-1-1,1 0,-1 0,-1 0,1 0,-2-1,1 1,-1-1,-1 0,1-3,11-68,-2-1,-5 0,-3 0,-5-26,2 60,1-24,0 1,-3 0,-9-59,2 96,9 33,0 1,0-1,0 1,-1-1,1 1,0-1,-1 1,1-1,0 1,-1-1,1 1,-1 0,1-1,0 1,-1 0,1-1,-1 1,1 0,-1-1,1 1,-1 0,1 0,-1 0,0 0,1-1,-1 1,1 0,-1 0,1 0,-1 0,0 0,1 0,-1 0,1 1,-1-1,1 0,-1 0,1 0,-1 1,1-1,-1 0,1 0,-1 1,1-1,-1 0,1 1,-1-1,1 1,0-1,-1 0,1 1,0-1,-1 1,1-1,0 1,0-1,-1 1,1 0,0-1,0 1,0-1,0 1,0-1,0 1,0-1,0 1,0 0,-11 25,1 1,1 0,1 1,2 0,1 0,1 1,0 24,0-6,1 0,2 0,3 0,1-1,2 1,3-1,1 0,3 0,1-1,3-1,13 28,-3-23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41.1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0,'18'4,"22"5,23 4,16 3,6 3,-12-2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41.7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1 138,'9'13,"0"-1,1-1,1 0,0 0,0-1,1 0,1-1,4 2,-13-8,1 0,-1-1,1 1,-1-1,1 0,0-1,0 1,0-1,0 0,0 0,0-1,1 1,-1-1,0 0,0-1,0 1,0-1,0 0,0 0,0-1,0 1,0-1,0 0,0 0,-1-1,1 0,-2 1,1-1,-1 1,0-1,0 0,0 0,0 0,-1-1,1 1,-1-1,0 1,0-1,0 0,-1 0,1 0,-1 0,0 0,0 0,0 0,-1 0,1 0,-1 0,0 0,0-1,0 1,-1 0,0 0,0 0,0-2,-1-2,-1 1,0-1,0 1,0 0,-1 0,0 0,-1 0,1 1,-1-1,-1 1,1 0,-1 1,0-1,-3-1,6 4,0 0,-1 1,1-1,-1 1,1-1,-1 1,0 0,0 0,0 1,0-1,0 1,0 0,0 0,-1 0,1 1,0 0,0-1,-1 1,1 1,0-1,-1 1,1-1,0 1,0 1,0-1,0 0,0 1,0 0,0 0,0 0,1 0,-1 1,1 0,-1-1,1 1,0 0,0 1,0 0,-1 4,0 0,0 0,1 0,0 0,0 1,1-1,0 1,1 0,0 0,0 0,1 0,0 4,3 25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43.2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1,'-5'0,"1"0,4 0,3 0,2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7:55.21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507 654,'-14'3,"0"2,1-1,0 2,0 0,0 0,1 2,0-1,0 1,1 1,0 0,0 1,1 0,0 0,1 1,0 0,1 1,-5 10,-10 26,3 1,2 1,-7 37,5-20,-30 112,8 2,8 2,8 1,4 61,6 13,13 191,6-404,1 0,3 0,1-1,3 0,1-1,2 0,2 0,2-2,1 0,4 2,235 337,-196-280,-28-41,2-1,2-1,3-2,2-2,3-2,1-3,41 32,-20-37,2-4,2-2,1-4,2-2,1-4,1-4,1-3,1-3,45 2,7 6,1-5,1-7,0-5,0-7,1-5,-1-6,-1-5,85-24,-29-19,-2-8,136-72,-181 77,-3-5,-3-7,-3-6,37-34,-130 81,-1-1,-2-2,-1-2,-2-1,-2-2,-1-1,-3-1,-1-1,-2-2,-2 0,-2-2,8-28,28-112,-8-2,-8-3,-9-1,-8-1,-3-161,-17 263,-5 0,-3 0,-4 0,-5 1,-10-34,4 48,-2 1,-4 1,-3 2,-16-27,26 63,-3 0,0 1,-3 2,-1 0,-1 1,-1 2,-2 1,-2 2,-1 0,-38-22,-3 3,-1 3,-7 1,-17-10,21 10,-37-25,-3 6,-3 5,-2 5,-110-30,142 61,-1 4,-1 4,0 4,-1 4,1 4,-1 4,1 5,0 3,0 5,2 3,-63 23,-401 165,251-88,243-96,-111 42,-86 48,205-86,1 3,1 1,2 3,2 2,0 1,-31 36,36-26,3 2,1 1,3 2,-17 35,3 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04.85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74 220,'-5'12,"0"1,1 0,1 1,1-1,-1 1,2-1,0 1,1 4,-1-13,0 1,1-1,0 1,0-1,0 1,1-1,0 1,0-1,0 0,1 0,0 1,0-1,0 0,0 0,1-1,0 1,0 0,0-1,0 0,1 0,0 0,0 0,0 0,0-1,1 0,-1 1,1-2,0 1,0-1,0 1,0-1,0-1,3 2,-3-2,0 0,0-1,1 1,-1-1,0 0,1-1,-1 1,0-1,0 0,0 0,1 0,-1-1,0 0,-1 0,1 0,0-1,-1 1,1-1,-1 0,0-1,0 1,0-1,0 1,-1-1,1 0,-1-1,0 1,0 0,-1-1,1 0,-1 0,0 1,0-1,-1-1,1 1,-1-2,3-9,-1-1,0 1,-1-1,-1 0,-1 0,0 0,-1 0,-1 1,0-1,-1 0,-1 1,-1 0,0 0,-1 0,-1 1,-1-1,0 2,0-1,-2 1,0 0,-4-3,12 14,0 0,-1 0,1 0,-1 1,0-1,0 1,0 0,0 0,0 0,0 0,0 1,-1-1,1 1,-1 0,1 0,-1 0,1 0,-1 0,0 1,1 0,-1 0,0 0,1 0,-1 0,0 1,1 0,-1 0,0 0,1 0,0 0,-1 1,1-1,0 1,-2 1,-5 7,1 0,0 1,1 0,0 0,1 1,0 0,1 0,0 1,1-1,1 1,0 1,0-1,2 0,-1 1,2 0,-1 11,3 23,5-8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05.33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109 167,'36'133,"-33"-126,0 0,1-1,0 1,0-1,0 0,1 0,0-1,0 1,1-1,-1 0,1 0,0-1,1 0,-1 0,1 0,-1-1,3 0,0 0,1 0,0-1,0-1,1 0,-1 0,0-1,0 0,0-1,1 0,-1-1,0 0,0 0,-1-1,1 0,0-1,-1 0,0-1,0 0,0 0,-1-1,1 0,-1 0,-1-1,2-1,-2 2,-1 0,1 0,-1-1,-1 1,1-1,-1 0,0-1,-1 1,0-1,0 0,0 0,-1-1,-1 1,1-1,-1 1,-1-1,1 0,-2 1,1-1,-1 0,0 0,-1 0,0 1,-1-1,0 0,0 1,-3-9,2 11,-1-1,0 0,0 1,0 0,-1 0,1 0,-1 1,-1-1,1 1,-1 1,0-1,0 1,-1 0,1 0,-1 0,0 1,1 0,-2 1,1 0,0 0,0 0,-1 1,1 0,-6 0,-4 0,0 2,0 0,0 0,0 2,1 0,-1 1,1 0,0 2,0 0,-7 4,-119 77,85-41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06.34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1376 285,'-339'-170,"315"157,0 1,0 1,-1 1,-1 1,0 1,0 1,0 1,-13 0,1 4,-1 1,1 2,-1 1,1 2,0 2,0 1,1 2,0 2,0 1,1 2,1 2,1 1,0 1,-1 3,16-8,1 1,0 1,1 0,1 2,0-1,1 2,1 0,1 1,0 0,2 1,0 1,1-1,1 2,2-1,0 1,0 0,2 1,-1 14,1-7,2 1,1-1,1 0,1 1,2-1,1 0,1 0,2 0,1 0,1-1,2 0,1 0,1-1,1-1,1 0,2-1,16 21,-6-15,1-1,1-1,2-1,1-2,1-1,1-2,1-1,1-1,1-2,33 13,-15-12,0-1,1-3,1-3,0-2,1-2,0-3,29-1,-66-4,1-2,-1-1,1 0,-1-1,0-2,0 0,0-1,0 0,0-2,-1-1,-1 0,1-1,-1-1,16-12,-12 4,0-1,-1-1,-1 0,-1-2,-1-1,-1 0,-1-1,-1 0,-1-2,9-21,-4 1,-3 0,-1-1,-2-1,-3 0,5-48,-11 65,0 0,-2 0,-1 0,-1-1,-2 1,-1 0,-2 0,-1 0,-1 1,-2-1,-1 2,-1-1,-1 2,-2-1,-1 2,-1 0,-1 1,-1 0,-2 2,0 0,-5-2,-1 6,0 1,-1 1,-1 2,-1 0,0 2,-1 1,0 2,-1 1,0 1,0 1,-1 2,0 2,-1 0,-19 2,-27 2,-1 3,2 4,-1 3,1 4,-24 9,-130 38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22.7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1441 150,'-48'-7,"0"3,-1 1,1 3,0 2,-1 2,1 2,1 2,-22 7,10 6,1 2,0 3,2 2,2 2,1 3,1 2,2 3,1 1,2 3,-20 25,26-23,3 2,2 2,2 1,2 1,2 2,2 1,3 1,2 2,3 0,2 1,-8 49,15-53,2 1,2 1,3 0,2-1,3 1,2 0,2 0,3-1,3 3,4 6,2 0,3-2,2 0,4-2,2 0,2-2,3-1,2-2,2-1,3-2,2-2,2-2,2-2,3-1,15 8,-5-11,2-3,1-3,2-3,2-2,0-3,2-3,0-3,21 1,18 0,2-5,0-5,0-4,1-5,8-6,48-9,0-8,-1-8,-1-6,129-47,-218 58,-1-4,-1-2,62-35,-100 44,-1-1,-1-2,-1-1,-1-1,-2-2,0-1,-2-1,15-21,-8-2,-1-1,-3-2,-2 0,-2-2,-3-2,-3 0,-2-1,-3 0,-3-1,-2-1,-3 0,-2-1,-4 1,-2 0,-3-1,-2 1,-3 0,-3 1,-3 0,-2 1,-3 1,-2 0,-3 2,-3 1,-26-40,7 29,-4 1,-2 3,-3 2,-2 3,-4 2,-1 3,-3 3,-52-30,56 41,-2 2,-2 3,-1 3,-1 4,-2 2,0 3,-1 3,-49-5,71 16,-2 2,1 3,0 2,-1 2,1 2,0 2,0 3,-23 7,-39 20,3 6,1 4,3 5,2 4,-92 66,80-45,-70 62,109-74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24.1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0 547,'28'-64,"3"1,33-50,-15 26,61-113,-98 180,-11 37,-50 242,45-152,4 1,8 37,-7-134,0 1,-1-1,-1 1,0-1,0 0,-1 1,-3 10,-4-1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24.4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0,'9'7,"10"2,8-1,9-1,7-2,9-2,3-1,2-4,-2-1,-10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24.7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205 256,'-9'13,"1"0,0 1,2 1,-1-1,2 1,0 0,1 0,0 1,-1 12,4-22,1 1,0 0,0 0,0-1,0 1,1 0,1-1,-1 1,1-1,0 1,0-1,1 0,-1 1,2-1,-1-1,1 1,-1 0,1-1,1 0,-1 0,1 0,0-1,0 1,1-1,4 2,1 0,0-1,0 0,0-1,0 0,1-1,0 0,0-1,0 0,0-1,0 0,0-1,0 0,0-1,0-1,0 0,0 0,-1-1,1 0,-1-1,0-1,0 0,0 0,0-1,-1 0,0-1,0 0,-1-1,0 0,0-1,4-5,-1-1,-1-1,-1 0,0-1,-1 0,0-1,-2 0,0 0,-1 0,-1-1,-1 0,0 0,-2-1,0 1,-1 0,-1-1,-1 1,-1-8,1 19,1 0,-2 0,1 0,-1 1,0-1,-1 1,0-1,0 1,0 0,-1 0,0 0,-1 0,0 1,1 0,-2 0,1 0,-1 0,0 1,0 0,-1 0,1 1,-1 0,0 0,0 1,0-1,-1 1,1 1,-1 0,0 0,-1 0,-10 2,-1 1,1 0,-1 2,1 0,0 1,0 1,0 0,1 2,0 0,0 1,1 1,0 1,0 0,1 1,0 1,1 1,1 0,0 0,0 2,-4 7,-4 4,2 1,1 0,1 2,-8 17,-10 28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25.1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57,'-1'-1,"1"0,-1 0,1-1,0 1,0 0,-1 0,1 0,0 0,0 0,0-1,0 1,1 0,-1 0,0 0,0 0,1 0,-1 0,1 0,-1 0,1 0,-1 0,1 0,-1 0,1 0,0 0,0 0,-1 0,1 1,0-1,0 0,0 0,0 1,0-1,0 1,0-1,0 1,0-1,1 1,49-10,-45 9,317-9,-238 11,886 26,-885-17,-121-10,-5-1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26.8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1414 68,'-12'-8,"-1"-1,0 2,0 0,-1 0,0 1,0 1,0 0,-1 1,0 1,1 0,-10 0,-3 3,0 1,-1 1,1 1,0 2,1 1,-1 0,1 3,0 0,1 1,0 1,1 2,0 0,1 2,0 1,1 0,1 2,1 0,0 1,2 1,-16 21,19-19,0 1,1 0,2 1,0 0,2 1,1 0,0 1,2 0,1 0,1 1,2-1,0 1,2 0,1 0,1 0,2 9,3 11,1 0,3 0,2-1,1-1,3 0,2-1,1 0,23 35,-22-46,1 0,2-1,1-1,1-1,2-2,1 0,1-2,22 15,-32-27,1-1,1-1,0-1,0-1,1 0,0-2,0-1,1-1,0 0,0-2,1-1,-1 0,1-2,22-2,-24-1,0-2,0 0,-1-1,0-1,0-2,0 0,-1-1,0-1,-1 0,0-2,-1 0,0-1,-1-1,0-1,-1 0,-1-1,-1-1,0 0,-1-1,0 0,-2-1,0-1,-2 0,2-6,11-27,-3-1,-3 0,-2-2,-2 1,-3-2,-2 0,-3 1,-2-7,-1 21,-3 1,-1-1,-2 0,-2 1,-1 0,-3 0,-6-15,9 35,-1 0,0 0,-2 1,0 0,-1 1,-1 0,-1 1,-1 0,0 2,-2-1,1 2,-2 0,0 1,-7-3,3 5,-1 0,0 2,0 0,-1 2,0 1,0 0,-1 2,0 1,0 1,0 1,0 1,0 1,0 2,-3 1,-22 3,0 3,1 3,0 1,1 2,1 3,-31 16,-13 14,2 5,3 3,2 4,2 3,4 4,2 3,-28 39,-83 97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27.9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26 107,'-4'7,"1"-1,-1 1,1 0,1 0,-1 1,1-1,1 0,-1 1,1-1,0 1,1 0,0-1,0 1,1 0,-1-6,0 7,1 0,-1 0,2-1,-1 1,1 0,1-1,0 1,0-1,0 0,1 0,0 0,1-1,5 7,-7-10,0 0,0 0,0-1,1 1,0-1,-1 0,1 0,0-1,1 1,-1-1,0 0,1 0,-1 0,1 0,0-1,-1 0,1 0,0 0,0-1,0 1,0-1,0-1,-1 1,1 0,0-1,0 0,2-1,0-1,0 1,0-1,0-1,-1 1,1-1,-1 0,0 0,0-1,-1 0,1 0,-1 0,0-1,-1 0,1 1,-1-2,0 1,-1 0,1-1,-1 0,1-2,0-4,0 1,0-1,-1 0,-1 1,0-1,0 0,-2 0,1-1,-2 1,0 0,-2-10,3 18,-1 0,0-1,-1 1,1 0,-1 0,0 0,0 0,0 0,-1 0,0 0,0 1,0-1,0 1,-1 0,0 0,0 0,0 1,0-1,0 1,-1 0,1 0,-1 1,0-1,0 1,0 0,0 0,0 1,-1-1,1 1,0 0,-1 1,1 0,-1-1,1 1,0 1,-1-1,1 1,0 0,-1 0,1 1,-5 2,5-2,0 1,-1 0,2 0,-1 1,0 0,1 0,0 0,0 0,0 0,0 1,0 0,1 0,0 0,0 0,1 0,-1 1,1-1,0 1,1-1,-1 1,1 0,0 0,1 0,-1 0,1 0,0-1,1 1,0 6,6 22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28.2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0 370,'5'-21,"3"-15,1-11,1-7,-2-1,-1 3,-3 7,-1 9,-2 15,0 19,-2 20,1 21,0 18,-1 12,3 11,3 5,1 2,-1-14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40.7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0 721,'300'-354,"-261"318,2 2,1 3,2 1,1 1,1 3,1 2,1 2,1 3,13-3,18-2,2 3,0 4,1 4,0 3,41 2,-42 8,-1 3,1 4,-1 4,-1 3,0 3,-1 4,58 24,-5 8,-2 5,-3 5,-3 6,3 9,-45-27,-2 3,-2 3,-3 4,-3 3,-2 3,-4 3,31 44,-70-74,-2 1,-2 2,-2 0,-2 1,-2 1,-2 1,-1 0,-3 1,-2 1,-2-1,-2 4,3 75,-6 0,-5 0,-15 79,9-109,-5-1,-4-1,-16 41,21-91,-3-1,-1 0,-2-1,-2-1,-2-1,-1-1,-2-1,-9 8,6-13,-2-1,-2-1,0-2,-2-1,-1-1,-1-3,-2-1,0-1,-1-3,-1-1,0-2,-2-1,0-3,0-1,-1-3,-8 0,-73 2,-1-6,0-5,-87-14,-27 1,-336 9,555 5,-1 0,1-2,-1 0,1-2,0 0,0-1,0-1,1-2,-13-5,20 8,1 1,-1 0,0 1,0 0,0 1,0 0,-14 1,-32-5,-151-10,135-7,75 23,1 0,-1 0,0 0,0 1,1-1,-1 0,0 0,0 0,1 0,-1 0,0 0,1 0,-1 0,0 0,0 0,1 0,-1 0,0 0,0 0,1 0,-1 0,0 0,1 0,-1 0,0-1,0 1,1 0,-1 0,0 0,0 0,0-1,1 1,-1 0,0 0,0 0,0-1,1 1,-1 0,0 0,0-1,0 1,0 0,0 0,0-1,0 1,0 0,0 0,1-1,-1 1,0 0,0-1,0 1,-1 0,1 0,0-1,0 1,0 0,0-1,0 1,0 0,0 0,0-1,-1 1,4 0,14-4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41.2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624 297,'-280'102,"-34"-26,286-65,28-10,-1-1,1 1,0-1,0 1,0-1,0 1,0-1,0 1,0-1,0 1,0-1,0 1,0-1,0 1,0-1,0 1,1-1,-1 1,0-1,0 1,1-1,-1 0,0 1,0-1,1 1,-1-1,0 0,1 1,-1-1,1 0,-1 1,1-1,-1 0,0 0,1 1,-1-1,1 0,-1 0,1 0,-1 0,1 0,-1 0,1 0,-1 1,1-1,-1-1,1 1,-1 0,1 0,-1 0,1 0,58 23,0 3,-2 3,3 5,18 12,-2 1,3-4,55 22,-129-63,-4-1,1 0,-1 1,0-1,1 0,0 0,-1 0,1 0,0 0,-1-1,1 1,0 0,0-1,0 1,0-1,-1 0,1 0,0 1,0-1,0-1,0 1,0 0,0 0,0-1,-1 1,1-1,0 1,0-1,-1 0,1 0,0 0,-1 0,1 0,0 0,-1 0,0 0,1-1,-1 1,0 0,1-1,-1 1,0-1,0 0,0 1,0-2,1-19,0-1,-2 1,0 0,-1-1,-2 1,-2-9,2 8,-57-427,59 437,1 0,0 0,1 0,0 0,0 0,2 0,0 0,0 1,4-7,7-11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43.7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0,'11'16,"9"10,7 5,7 4,3 3,6 1,1 2,0 3,-2 0,-2 2,-3 0,-4 1,-4-2,-6-5,-6-9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44.0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391 0,'-14'2,"-8"8,-8 9,-6 12,-3 13,-2 10,1 9,4 6,2 0,6-3,4-3,5-6,5-8,5-10,5-11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44.3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25,'16'-3,"14"1,12-1,4-2,5 0,0 1,-7 1,-8 4,-11 3,-8 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44.5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26,'16'2,"14"1,12 0,9-3,8-4,5-1,1-2,-4-2,-12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8:44.8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12 329,'2'7,"0"0,1 0,0-1,0 1,0-1,1 0,0 0,1 0,-1 0,1-1,0 0,0 0,1 0,0 0,0-1,0 0,0-1,0 1,1-1,-1 0,1-1,0 1,0-1,0-1,0 1,0-1,1-1,-1 1,0-1,0 0,0-1,1 0,-1 0,3-1,-3 0,0 0,0-1,0 0,0 0,0 0,-1-1,0 0,1-1,-1 1,-1-1,1 0,-1-1,0 1,0-1,0 0,-1 0,0-1,0 1,-1-1,0 0,0 0,0 0,-1 0,0 0,0 0,-1-1,0 1,0-8,0 1,-1-1,0 1,-1 0,0 0,-1-1,-1 1,0 0,-1 1,0-1,-1 1,-1-1,-5-8,8 16,-1-1,0 1,0 1,0-1,-1 0,0 1,0 0,0 0,0 1,-1-1,0 1,0 0,0 1,-1-1,1 1,-1 1,0-1,1 1,-1 0,0 1,0-1,0 1,-1 1,1-1,0 1,-2 1,-1 0,0 1,-1 1,1-1,0 2,1-1,-1 1,0 1,1 0,-2 1,-32 23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06.1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3429,'89'-184,"45"-61,-92 171,212-368,20 12,18 12,290-313,-465 600,6 4,6 6,4 6,6 5,4 7,80-40,-122 89,-101 54,0 0,0 1,0-1,1 0,-1 0,0 1,0-1,0 0,0 0,0 1,0-1,0 0,0 0,1 0,-1 1,0-1,0 0,0 0,0 0,1 0,-1 1,0-1,0 0,1 0,-1 0,0 0,0 0,0 0,1 0,-1 1,0-1,0 0,1 0,-1 0,0 0,0 0,1 0,-1 0,0 0,1 0,-1-1,0 1,0 0,0 0,1 0,-1 0,0 0,0 0,1 0,-1-1,0 1,-18 24,13-16,-9 11,1-1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07.1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0 286,'27'-11,"199"-73,-50 17,142-33,-173 77,-143 22,-1 1,0 0,1 0,-1 1,0-1,1 0,-1 0,0 1,1-1,-1 0,0 1,0-1,1 1,-1 0,0 0,0-1,0 1,0 0,0 0,0 0,0 0,0 0,0 0,-1 0,1 0,0 0,-1 1,1-1,0 0,-1 0,0 1,1-1,-1 0,0 0,1 1,-1 0,-6 55,4-45,-12 56,4-1,2 1,3 1,4-1,2 1,8 52,5-55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08.4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0,'7'9,"9"8,9 7,9 10,7 4,7 4,4 1,-1 0,-1 0,-7-3,-9-4,-8-6,-8-7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08.7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410 0,'-15'9,"-13"10,-8 13,-3 10,-1 12,-1 8,3 7,-1 3,2 1,3-3,6-7,7-11,8-15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09.0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1 119,'18'-7,"17"-6,13-7,8-1,7 1,-1 3,-4 4,-12 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09.2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78,'20'0,"19"-3,13-4,10-7,5-2,1-4,-11 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09.5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 1,'-9'7,"-3"15,0 19,3 15,7 14,8 9,9 3,7-5,5-5,-2-15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10.9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1345 393,'-30'-14,"-1"1,1 2,-2 1,1 2,-1 1,-1 1,1 2,-1 1,0 1,1 2,-1 2,0 1,1 1,-1 2,1 1,-4 2,-12 12,0 3,2 1,0 2,2 2,1 2,2 2,1 2,1 1,2 2,2 1,-2 8,4-7,1 1,3 2,1 1,3 1,1 2,3 0,1 1,3 1,2 1,2 0,-4 36,9-34,2 1,3-1,2 1,2 0,3-1,1 1,3-1,3-1,1 1,3-2,2 0,22 43,4-16,3-2,4-2,3-2,51 51,-74-90,2-1,2-1,0-2,2-1,0-2,2-2,1-1,1-2,0-2,2-2,0-1,0-2,12 0,40 8,2-5,0-4,0-4,1-4,70-7,-67-11,0-5,-1-4,-2-5,0-4,-3-3,69-39,-128 61,0-2,-1-2,-1-1,-1-1,0-2,-2-1,0-2,-2-1,0-1,-2-1,-1-1,10-17,-11 1,-2-1,-2-1,-1-1,-3-1,-2 0,-2-1,-3 0,-1 0,-3-1,-2 0,-2-1,-2-8,-3-13,-3 1,-3 0,-4 1,-2 0,-3 1,-4 1,-2 1,-8-8,17 35,-51-119,-45-69,85 178,-3 2,-1 1,-3 2,-2 1,-1 1,-25-19,31 34,-2 1,0 1,-2 2,-1 1,0 2,-2 2,0 1,-1 2,-1 2,0 2,-1 1,0 2,-1 2,0 1,0 3,0 1,0 2,-1 2,-24 11,0 2,2 3,0 3,1 3,1 2,1 4,2 1,-23 20,-60 33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13.9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14 356,'-13'-273,"13"191,8 166,-5 56,-2-69,2 0,12 62,-7-92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14.2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1 209,'4'-15,"5"-13,2-8,1-3,2 1,0 5,-1 15,-4 16,-4 22,-1 17,-3 17,-3 12,-1 7,-1 2,1 0,1-4,0-5,1-14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14.4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35,'29'0,"33"0,33 0,32 0,29-2,22-3,9-8,-25-1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2:32.7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133 14,'-6'-7,"24"3,405 1,-102 3,-506 17,-57 0,-37-10,951-8,-624 3,-76 12,-45-6,0-4,-62-3,66-2,61 1,-37 1,0-2,0-2,1-2,-33-8,250 28,484 2,-723-10,-716 2,574-10,180 1,22-1,17 1,760 1,-577 9,-237-2,-183 1,-147-17,178 1,186 8,19 0,-5 0,174 17,89-5,-213-11,311 4,-353-6,-27 0,-953-1,1886 1,-1233-11,303 11,-458-27,458 25,27 1,315 9,219-1,-536-7,-27 0,-214 2,201 1,22 1,18-1,112 8,-84-9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2:36.7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975 172,'1'-1,"0"0,-1 1,1-1,0 0,-1 0,1-1,-1 1,1 0,-1 0,0 0,1 0,-1 0,0 0,0 0,0-1,0 1,0 0,0 0,0 0,0 0,0 0,-1-1,1 1,0 0,-1 0,1 0,-1 0,1 0,-1 0,0 0,1 0,-1 0,0 0,0 1,0-1,0 0,-11-12,-1 2,-1 0,0 0,0 2,-1-1,0 2,-1 0,0 1,0 1,0 0,-1 1,0 1,0 0,-17-1,8 0,0 0,0 2,0 1,0 1,0 2,0 0,-16 4,-125 22,161-25,-1 1,1 0,0 1,-1-1,2 1,-1 0,0 0,1 1,0 0,0 0,-4 5,-9 8,-92 80,99-84,1-1,0 2,1-1,0 2,1-1,1 1,1 0,0 0,1 1,-1 4,-4 11,3-14,0-1,1 2,1-1,1 0,1 1,1 0,0 0,1 0,1 0,1 0,0 0,2 0,3 14,8 1,1 0,2-1,1-1,2-1,1-1,1 0,1-2,5 3,-10-12,2-1,0 0,2-2,-1 0,2-1,0-2,1 0,0-1,1-2,0 0,0-2,1-1,0-1,1-1,-1-1,1-1,0-2,0 0,0-2,-1-1,1-2,0 0,-1-2,0 0,5-4,-11 2,0-1,-1-1,0-1,-1 0,-1-2,1 0,-2 0,0-2,-1 0,0-1,-1 0,-1-2,-1 1,0-1,-1-1,-1 0,-1 0,2-9,8-27,-2-1,-3-1,-2 0,-3-1,-2-1,-3 1,-3-49,-17-47,14 146,0 0,0 1,-1-1,0 1,0 0,-1 0,0 0,0 0,0 0,-1 1,0 0,-1 0,1 0,-1 1,0 0,0 0,-1 0,0 0,-3 1,0 1,0-1,0 2,0-1,0 1,-1 1,1 0,-1 0,1 1,-1 1,-7 0,-51 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2:37.9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1088 176,'-190'-113,"173"103,-1 2,1 0,-1 0,0 2,-1 0,0 1,1 1,-1 1,-1 1,1 0,0 2,-13 0,-13 3,0 2,1 2,0 1,-39 14,63-17,-1 1,1 0,1 2,-1 0,1 1,0 1,1 0,0 2,1 0,1 1,0 1,0 0,1 1,1 1,1 0,0 1,1 0,1 1,0 1,2-1,0 2,1-1,-1 6,2 11,1 1,2 0,2 0,1 0,1 0,3-1,1 1,1 0,2-1,2 0,1 0,2-1,2-1,0 0,3 0,0-2,3 0,12 15,-19-28,1-1,1-1,1 0,0-1,1-1,1-1,0 0,1-1,0-1,1-1,1-1,-1 0,2-2,-1 0,1-1,0-2,0 0,1-1,15 0,-10-3,0-1,1-1,-1-1,-1-2,1-1,0-1,-1-1,0-1,-1-2,0 0,0-2,-1-1,-1-1,0-1,-1-1,-1-1,0-1,-1-1,-1 0,-1-2,15-21,-22 23,0-1,-2 0,-1 0,0-1,-1 0,-1-1,-2 0,0 1,-1-2,-1 1,-1-5,0-19,-2 0,-2 0,-2 0,-10-45,6 47,-3-1,-1 1,-2 1,-16-32,22 58,0 1,-1 0,-1 0,0 1,-1 0,-1 0,0 1,-1 1,0 0,-1 1,-1 1,0 0,-2 0,2 4,0 1,0 1,-1 1,0 0,1 1,-2 1,1 0,0 1,0 1,0 0,0 2,0-1,0 2,0 0,0 1,0 1,1 0,-2 2,-98 34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2:44.1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 0,'18'5,"20"3,17 3,15 2,7-2,-1 1,-12-3</inkml:trace>
  <inkml:trace contextRef="#ctx0" brushRef="#br0" timeOffset="1">0 294,'16'12,"19"7,19 4,21-2,16-6,8-4,4-4,-16-4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2:41.4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503 428,'-14'-4,"-1"0,1 1,-1 1,0 1,0 0,0 1,0 0,0 1,0 1,0 1,1 0,-1 1,1 0,0 1,0 0,0 2,1-1,0 2,0 0,1 0,0 1,-5 5,0 2,1 0,1 2,0 0,1 1,1 0,1 1,1 0,0 1,2 1,0-1,1 1,2 1,0-1,1 1,2 0,-1 12,4-29,-1 0,1 1,1-1,-1 0,1 0,0 0,1 1,-1-1,1 0,0-1,1 1,-1 0,1-1,0 1,1-1,-1 0,1 0,0 0,1-1,-1 1,1-1,-1 0,1 0,1-1,-1 1,0-1,1 0,-1-1,1 1,0-1,0 0,0-1,0 0,4 1,8-3,-1 0,1-1,-1-1,0-1,0-1,0 0,0-1,-1-1,0 0,0-1,-1-1,0 0,0-1,-1-1,0 0,-1-1,-1-1,0 0,0 0,4-8,10-15,-1 0,-1-2,-3 0,-1-2,-1 0,-3-1,-1-1,-2 0,-2-1,-2 0,-2-1,0-17,-7 58,2-5,-1 0,0 1,0-1,-1 0,0 0,0 0,-1 0,0 1,-1-1,0 0,0 1,0-1,-1 1,0 0,-4-7,6 13,0 0,-1 0,1 0,-1 0,1 1,-1-1,1 0,-1 1,0-1,1 1,-1 0,0-1,1 1,-1 0,0 0,0 0,1 0,-1 0,0 1,1-1,-1 0,0 1,1-1,-1 1,1 0,-1-1,1 1,-1 0,1 0,-1 0,1 0,0 0,-1 1,-13 12,0 0,2 1,-1 0,2 1,0 0,1 1,1 1,1 0,0 0,1 1,1 0,1 0,-1 6,-7 28,2 0,3 1,2 0,2 1,3 0,2-1,3 1,2 0,2-1,11 37,25 145,-42-196</inkml:trace>
  <inkml:trace contextRef="#ctx0" brushRef="#br0" timeOffset="270.664">784 1177,'38'-216,"-35"252,-27 137,14-126,3-1,2 1,1 33,6-49,3-10</inkml:trace>
  <inkml:trace contextRef="#ctx0" brushRef="#br0" timeOffset="548.74">971 361,'18'0,"18"0,18 0,16 0,12 0,6 0,-3 0,-10 0,-16 0</inkml:trace>
  <inkml:trace contextRef="#ctx0" brushRef="#br0" timeOffset="810.309">1306 67,'-12'27,"-7"23,-6 21,-3 17,0 8,2 5,2-1,5-7,6-18</inkml:trace>
  <inkml:trace contextRef="#ctx0" brushRef="#br0" timeOffset="1530.111">2108 455,'-8'-1,"1"-1,-1 2,0-1,0 1,0 0,1 1,-1 0,0 0,1 1,-1-1,0 2,1-1,0 1,0 0,0 1,0 0,0 0,-2 2,-7 6,1 0,0 1,1 0,1 1,0 1,-9 14,3-3,2 2,1 0,1 0,1 2,2-1,1 2,1 0,2 0,1 0,-2 31,7-54,1 0,0 1,0-1,1 0,0 1,1-1,0 0,0 0,1 1,0-1,0 0,1 0,0-1,0 1,1-1,0 1,0-1,1 0,-1-1,2 1,-1-1,1 0,0 0,0-1,1 1,-1-2,1 1,0-1,1 0,0 1,2-3,-1 1,1-1,0-1,0 0,0 0,0-1,0 0,-1-1,1 0,0-1,0 0,-1 0,1-1,-1 0,1-1,-1 0,5-3,4-3,-1-1,0 0,-1-1,0-1,0 0,-2-2,0 1,2-5,6-10,-2-1,-1-1,-1-1,-2-1,-1 0,-2-1,-1 0,-2-1,-1-1,-2 1,-1-1,0-30,-4 47,-2-1,0 1,-1-1,-1 1,-1-1,-4-14,5 27,0-1,-1 0,0 1,0 0,-1 0,0 0,0 0,-1 0,1 1,-1 0,-1 0,1 0,-1 1,0-1,-1 1,1 1,-5-3,2 3,1 0,-1 1,0 0,1 1,-1 0,0 0,0 1,-1 0,1 1,0-1,0 2,0 0,0 0,0 0,0 1,0 1,0-1,0 1,-4 3,-3 1,-1 1,2 1,-1 1,1 0,0 0,1 2,1 0,0 0,-7 9,9-7,0 1,1 0,0 0,1 1,1 0,1 0,0 1,1 0,1 0,1 1,0-1,1 1,1 0,0 0,2 0,0 0,1 0,1 0,0 0,2-1,0 1,1-1,5 14,11 17,2-2,2-1,2-1,2-1,4 1,87 142,-111-169,-1 0,-1 0,-1 1,0 0,-1 0,1 10,-2-1</inkml:trace>
  <inkml:trace contextRef="#ctx0" brushRef="#br0" timeOffset="1868.603">2349 1363,'-12'80,"12"-77,0 0,1-1,0 1,-1-1,1 1,0-1,0 1,1-1,-1 0,0 0,1 1,-1-1,1 0,0 0,0-1,0 1,0 0,0 0,0-1,0 0,0 1,1-1,-1 0,0 0,1 0,-1 0,1-1,0 1,0 0,5 0,0 0,0 0,0-1,0 0,0 0,-1-1,1 0,0-1,0 1,-1-1,1-1,-1 1,0-2,1 1,-1-1,-1 0,1 0,-1 0,1-1,-1 0,0-1,-1 1,0-1,0 0,0 0,0-1,-1 0,0 1,-1-1,1-1,-1 1,-1 0,1-1,-1 1,-1-1,1 0,-1 0,-1 5,0-1,0 0,0 1,0-1,-1 1,1-1,-1 0,0 1,0-1,0 1,-1 0,1-1,-1 1,0 0,0 0,0 0,0 0,0 1,-1-1,1 0,-1 1,0 0,1-1,-1 1,0 0,-1 0,1 1,0-1,0 1,-1 0,1 0,-1 0,1 0,-1 0,-1 1,-6-3,0 2,0 0,-1 0,1 1,0 1,-1-1,1 2,0 0,0 0,-9 4,-8 11,30-10</inkml:trace>
  <inkml:trace contextRef="#ctx0" brushRef="#br0" timeOffset="2148.866">2589 361,'7'-14,"11"-6,14 0,15 3,14 5,9 4,3 6,-3 3,-10 2,-16 0</inkml:trace>
  <inkml:trace contextRef="#ctx0" brushRef="#br0" timeOffset="2410.837">2963 0,'-9'16,"-8"19,-2 19,-4 19,-2 15,2 9,1 1,5-5,5-6,5-19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2:44.4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108 536,'11'-74,"4"0,3 1,3 1,3 0,28-55,-29 84,-23 59,-16 35,-10 31,4 1,-1 25,12-14,4 0,4 1,5 2,-1-21</inkml:trace>
  <inkml:trace contextRef="#ctx0" brushRef="#br0" timeOffset="2283.812">1 858,'16'-3,"18"0,18 0,12 0,3 4,-10 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2:45.8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104 54,'18'21,"17"15,15 11,9 7,7 2,3 2,1-3,-2-5,-8-8,-7-8,-11-10,-12-11,-11-8</inkml:trace>
  <inkml:trace contextRef="#ctx0" brushRef="#br0" timeOffset="187.352">531 1,'-15'4,"-13"11,-11 14,-9 18,-11 17,-13 18,-13 16,-13 11,12-12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3:31.7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796 120,'-212'-40,"195"40,0 1,0 0,0 2,1 0,-1 1,1 0,0 2,0 0,0 0,1 2,0 0,0 0,1 2,0-1,-4 6,0 4,0 1,2 1,0 0,2 1,0 1,1 0,2 1,-9 25,-22 39,22-50,-9 16,2 2,-16 48,37-85,0-1,2 1,0 0,1 1,1-1,0 0,2 1,1-1,0 0,1 1,1 1,5 12,2 0,1-2,1 1,2-1,1-1,1-1,1 0,2-1,1-1,17 17,5 3,3-3,1-2,3-2,1-2,16 8,-43-30,1-2,0 0,1-1,1-2,0 0,1-2,0-1,0-1,16 1,-9-3,1-1,0-2,0-2,0-1,0-2,0-1,-1-1,1-2,-1-2,-1-1,0-1,0-2,-1-2,-1-1,0-1,-2-1,0-2,-1-1,0-1,-2-1,-1-1,-1-2,-1 0,-2-2,0 0,5-12,-10 5,-1-1,-2 0,-2-1,-1 0,-1 0,-3-1,-1 0,-1-1,-2 1,-2-1,-2 1,-1-1,-2 1,-2 0,-1 1,-2 0,-2 0,-1 1,-2 0,-1 1,-2 1,-1 1,-2 0,-1 2,-1 0,-2 2,-1 0,-15-11,5 9,-1 2,-1 2,-1 2,-1 1,-1 2,-2 2,0 2,0 2,-2 1,0 3,-3 1,32 7,0 0,-1 2,1 0,-1 1,1 1,-1 0,1 1,-1 1,1 0,0 1,0 1,0 1,0 0,1 1,0 1,0 0,-14 10,1 4,0 2,2 0,0 2,2 1,1 1,1 1,-9 16,-120 214,148-252,-64 122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28.5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1597 411,'-25'-10,"1"2,-1 0,0 2,-1 1,0 1,1 1,-1 1,0 1,0 2,-23 3,-26-3,38-2,0 2,0 1,1 2,-1 1,1 2,0 2,1 1,-20 9,8 0,0 3,2 2,0 1,2 3,-16 14,8 7,1 2,4 2,1 2,3 1,2 3,4 1,-25 54,27-51,3 2,2 1,4 1,3 1,2 1,4 1,2 0,4 1,0 51,6-73,3 1,3-1,1 1,2-1,3 0,2 0,13 37,133 276,-142-328,2 0,1-1,2-1,1-1,1 0,1-2,2 0,1-2,2 0,27 21,41 18,2-5,3-3,93 37,-53-35,3-5,3-7,1-6,77 9,-54-28,1-7,0-8,171-14,-316 6,27-4,-1-3,-1-1,1-3,-2-2,0-2,0-3,-2-1,0-3,-1-2,-2-1,0-3,-2-1,0-4,22-20,-3-3,-3-2,-2-4,-2-1,-4-3,-2-2,-2-5,12-29,-4-2,-5-3,36-110,-61 142,-3 0,-3-1,-3-1,-4-1,-3 0,-4 0,-3 0,-4-1,-5-27,-5 38,-2 0,-4 2,-2 0,-3 1,-3 1,-3 1,-2 2,-3 1,-3 1,-2 3,-23-25,24 35,-2 1,-1 2,-3 2,-1 2,-2 1,-1 3,-2 2,-2 3,0 1,-18-4,-63-22,-3 6,-2 7,-5 4,34 13,-1 4,0 5,-1 5,-81 4,121 8,1 3,0 4,1 2,0 4,0 3,2 2,0 4,-2 4,12-2,2 3,1 2,2 3,1 2,1 2,3 2,1 2,1 2,-29 39,23-17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29.1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1 555,'181'-389,"-113"227,-61 159,-6 16,-24 140,10-92,-4 27,4 0,4 1,2 56,8-104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29.4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14 369,'8'-39,"16"-63,-5-1,-2-22,-82 722,55-379,4-170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29.7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15,'84'-10,"632"6,-421 3,497 8,-655-3,-123-5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30.7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0 214,'25'-3,"29"-4,28-9,22-8,17-5,10-3,2 0,-7 4,-16 7,-18 6,-24 9,-26 9,-28 12,-31 9,-28 11,-7-2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31.0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49 162,'-18'2,"-4"3,13 1,22-1,29-3,35-7,36-10,35-8,31-7,22-4,10 2,-1 7,-36 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31.9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248 259,'-7'-3,"-1"1,1 0,-1 0,1 0,-1 1,0 0,0 1,0 0,1 0,-1 0,0 1,0 0,0 1,1 0,-1 0,1 0,0 1,-1 0,1 1,1 0,-1 0,0 0,1 1,-5 4,5-3,0 1,1 0,0 0,0 1,0 0,1-1,0 2,0-1,1 0,0 1,1-1,0 1,0 0,1 0,0 0,0 0,1 0,0 0,1 0,0 0,0 0,1-1,0 1,1 0,0-1,0 1,1-1,0 0,0 0,1-1,0 1,0-1,1 0,0 0,0-1,1 0,0 0,0 0,4 2,1-1,-1-1,1 0,0 0,1-1,0-1,-1 0,1-1,0 0,1-1,-1 0,0-1,1-1,-1 0,0-1,1 0,-1-1,0-1,0 0,0 0,-1-2,1 1,-1-2,0 1,0-2,-1 0,1 0,-2-1,1 0,-1-1,0 0,-1 0,0-1,0-1,-1 0,-1 0,0 0,0-1,-1 0,-1 0,1-3,-2 0,-1-1,0 1,-1-1,-1 0,0 0,-1 0,-1 0,-1 0,0 1,-1-1,0 0,-1 1,-1 0,-1 0,0 0,-1 1,0 0,-1 0,-1 1,0 0,-1 0,-1 1,1 0,-2 1,0 0,0 1,-1 1,0-1,0 2,-1 0,0 1,-1 0,1 1,-1 1,-12-3,18 7,0 0,0 1,0 0,0 1,0 0,0 0,0 1,0 0,0 0,0 1,1 0,-1 1,1 0,0 0,0 1,1 0,-1 0,1 1,0 0,0 0,1 1,0 0,0 0,1 0,0 1,0-1,0 1,1 0,0 1,1-1,0 1,0 0,1-1,0 1,1 0,0 1,0-1,1 0,0 0,0 0,2 7,0-5,1-1,0 0,0 0,1 0,0 0,1-1,0 0,0 1,1-2,0 1,0-1,4 3,37 37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32.1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324 212,'-11'9,"1"1,1 0,0 1,0 0,1 0,0 1,1 0,1 0,-1 1,2-1,0 2,1-1,0 0,-2 12,6-22,0 1,0-1,0 0,0 0,1 0,0 1,-1-1,1 0,0 0,0 0,0 0,1 0,-1 0,1-1,0 1,0 0,0-1,0 1,0-1,0 0,1 0,-1 0,1 0,-1 0,1 0,0-1,0 1,0-1,0 0,0 0,0 0,0 0,2 0,4 1,-1-1,0 0,1-1,-1 1,1-2,-1 1,1-1,-1 0,0-1,0 0,1 0,2-3,1 0,-1-1,0-1,0 0,-1-1,0 0,0-1,-1 1,0-2,-1 1,0-1,0-1,-1 0,0 0,-1 0,0 0,-1-1,-1 0,1 0,-2-1,0 1,0-1,-1 0,-1 1,0-1,-1 0,0 0,-1 0,-1 0,0 1,0-1,-1 1,-1-1,0 1,-1 0,0-1,1 7,0 1,0-1,-1 1,0 0,1 0,-2 0,1 0,-1 1,1 0,-1 0,0 1,0 0,-1 0,1 0,-1 1,0-1,1 2,-1-1,0 1,0 0,0 0,0 1,0 0,0 0,0 1,0 0,0 0,0 1,1-1,-1 1,0 1,-4 2,-23 11,0 1,1 2,1 1,1 1,1 2,-24 24,-23 20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35.5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2705,'461'-471,"278"-270,-569 575,8 8,6 9,7 7,25-4,23 9,6 11,4 10,6 12,232-61,-468 159,72-22,1 4,18 0,-98 22,42 2,-54 9,-10 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36.2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0,'18'9,"16"10,10 9,12 8,8 5,4 5,2 1,-2 1,-3-2,-7-4,-9-6,-12-6,-10-8,-9-10,-8-7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36.5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198 0,'-16'21,"-7"17,-3 19,2 13,2 11,2 5,3 2,2-1,3-6,2-10,3-14,1-18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36.69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0 170,'16'-12,"12"-7,13-6,10-1,9 2,4 2,2 4,-5 4,-7 7,-14 4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36.9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1 133,'16'0,"14"-2,13-5,16-9,11-6,8-6,1-2,-12 3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37.2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76 368,'45'124,"-42"-119,0 0,0 1,0-2,0 1,1 0,0-1,0 0,0 0,0 0,1 0,-1 0,1-1,0 0,0 0,0-1,1 1,-1-1,1 0,-1 0,1-1,1 1,2-3,0-1,-1 0,0 0,1 0,-1-1,0-1,0 1,0-1,-1 0,1-1,-1 0,0 0,-1-1,1 0,-1 0,0 0,-1-1,1 1,-1-2,0 1,-1 0,0-1,0 0,-1 0,0 0,1-5,3-2,-2-1,0 0,0-1,-2 1,0-1,0 0,-2 0,0 0,-1 0,-1 0,-1 1,0-1,-1 0,0 1,-2-1,0 1,-1 0,0 0,-1 1,-3-3,6 12,0 0,-1 1,0-1,0 1,0 0,-1 0,1 1,-1-1,0 1,0 1,-1-1,1 1,-1 0,0 0,0 1,0 0,0 0,0 1,0 0,0 0,-1 1,1 0,0 0,0 0,-1 1,1 0,0 1,0 0,0 0,0 0,0 1,1 0,-1 0,1 0,0 1,0 0,-1 1,-4 6,-1 1,1 0,1 1,0 0,1 0,1 1,0 0,1 1,0 0,1 0,1 0,-3 13,-12 46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39.6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864 322,'-18'-2,"1"2,-1 0,0 0,0 2,1 0,0 2,-1-1,1 2,0 1,1 0,-1 0,1 2,1 0,-1 1,1 1,-6 5,-26 24,2 2,2 2,2 2,2 1,2 2,2 2,2 1,3 2,2 1,-14 37,16-37,2 1,3 1,2 0,2 2,3 0,3 1,2 0,2 1,4-1,2 17,4-45,1 1,2-1,1-1,1 1,2-1,1 0,2-1,0-1,2 0,1-1,1 0,2-1,0-1,2-1,11 9,-3-4,1-3,1 0,2-2,0-1,2-2,0-1,1-2,1-1,1-2,0-2,36 8,18-7,0-3,1-4,0-5,86-8,-124 4,-26 2,1 0,0-2,-1-1,1-1,-1-2,0-1,0-1,-1-2,0 0,-1-2,0-1,-1-1,-1-2,0 0,-1-2,-1 0,0-2,-2 0,7-9,-10 3,-1 1,-1-2,-2 0,-1-1,-1 0,-1-1,-2-1,0 1,1-22,2-26,-3 1,-4-1,-3-23,-1 21,-5-1,-3 0,-3 1,-3 0,-4 2,-4-1,-3 2,-3 1,-3 1,-31-52,24 59,-2 2,-3 1,-3 2,-3 2,-2 3,-56-50,94 95,-1 1,-1 0,1 1,-2 1,0 0,0 1,0 0,-1 1,0 1,0 1,-1 0,1 1,-1 1,0 0,0 1,0 1,-1 1,1 0,0 1,0 1,0 1,0 0,1 2,-1-1,-11 7,3 2,1 2,0 1,2 1,-1 1,2 1,1 1,0 1,2 0,0 2,1 0,2 0,0 2,2 0,-1 3,-16 35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39.9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1,'0'2,"0"8,0 11,-2 9,-1 10,0 9,1 4,0-1,1-1,1-3,4-7,4-9,1-9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40.3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80,'-4'7,"1"1,0 0,0 0,1 0,0 0,0 1,1-1,0 0,0 1,1-1,0 1,1-1,0 0,0 1,0-1,1 0,1 0,-1 0,1 0,1 0,0-1,0 1,0-1,1 0,0 0,0 0,0-1,5 4,-4-5,0 0,0-1,1 0,-1 0,1 0,0-1,0 0,0 0,1 0,-1-1,1 0,-1-1,1 0,0 0,-1-1,1 0,0 0,0 0,-1-1,1 0,0-1,-1 0,0 0,1-1,-1 0,0 0,0 0,0-1,-1 0,1 0,-1-1,0 0,0 0,-1 0,1-1,-1 0,-1 0,1 0,-1-1,0 1,0-1,0-1,-1 0,-1 1,0 0,0-1,0 0,-1 1,0-1,0 0,-1 0,0 0,0 1,-1-1,0 0,-1 0,1 1,-2-1,1 1,-1 0,0-1,0 1,-1 0,0 1,0-1,-1 1,0 0,0 0,0 0,-1 1,1-1,-1 1,-1 1,1-1,-1 1,0 0,1 1,-6-2,4 2,1 0,-1 1,0 0,0 1,-1-1,1 2,0-1,0 1,-1 0,1 1,0 0,0 0,0 1,0 0,0 0,0 1,0 0,-6 4,-19 11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40.6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1 103,'13'-7,"14"-5,16-4,17-2,16 2,15 1,14 4,6 3,3 8,-5 6,-9 5,-22-1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45.92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1,'206'140,"193"96,-319-191,209 108,89 22,440 218,-415-236,-339-129,-67-27,-6-5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46.9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500 0,'-43'21,"39"-20,3-1,1 0,-1 0,0 0,1 0,-1 0,0 0,1 0,-1 0,0 0,1 0,-1 0,0 1,1-1,-1 0,0 0,1 1,-1-1,1 0,-1 1,1-1,-1 1,1-1,-1 0,1 1,-1-1,1 1,-1 0,1-1,0 1,-1-1,1 1,0 0,-1-1,1 1,0-1,0 1,0 0,0-1,0 1,0 0,0-1,0 1,0 0,0 0,0-1,0 1,0-1,0 1,1 0,-1-1,0 1,0 0,1-1,-1 1,1-1,-1 1,0-1,1 1,-1-1,1 1,93 79,-66-55,-2 0,0 2,-2 1,-1 1,-1 1,-2 0,-1 2,-2 0,11 29,-25-56,0 0,-1 0,0 1,0-1,-1 1,1-1,-1 1,0 0,-1 0,1-1,-1 1,0 0,-1 0,0 0,1-1,-2 1,1 0,-1-1,0 1,0-1,0 0,-1 0,0 0,0 0,0 0,0 0,-1-1,0 1,0-1,-4 3,-13 4,-1 0,0-1,-1-2,0 0,-1-1,1-2,-1 0,0-2,-1 0,-12-2,-393 32,393-30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47.3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1,'5'18,"3"15,5 12,8 6,6 4,8 4,5 1,5 0,-1-5,-4-3,-3-7,-8-11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47.6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404 1,'-6'16,"-10"16,-9 13,-6 9,-6 5,-4 1,-4-2,1-3,2-5,4-7,4-9,7-7,9-9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47.9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0,'21'2,"17"4,15 0,6-1,3-1,0 1,-6 0,-10-2,-14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48.2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1,'9'4,"5"2,6 2,2 0,4-2,3 1,4-1,3-2,4 1,3 0,-7-2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48.5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162 5,'0'-4,"-2"4,-6 13,-3 16,-4 21,-5 16,-1 16,-1 10,0 5,0 2,4-16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49.3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832 273,'-20'-10,"-1"1,0 1,0 0,0 2,-1 0,0 2,0 0,0 2,-1 0,1 1,-1 2,1 0,0 1,0 1,-19 6,17-4,1 2,-1 0,1 2,0 1,1 0,0 2,1 0,0 2,1 0,1 1,0 1,1 1,0 0,2 2,0 0,1 0,1 2,1 0,1 0,1 1,-5 12,4 3,1 0,1 1,3 0,0 1,3-1,1 1,2 0,2 0,1 0,3-1,0 1,3-1,1 0,2-1,12 29,1 5,3-2,2 0,22 31,-39-78,2-1,0 0,2-1,0 0,1-2,1 0,0 0,2-2,0-1,0 0,2-1,3 0,19 3,2-1,-1-3,2-2,0-1,0-3,0-2,1-2,0-2,-1-2,30-5,-42 5,0-2,0-1,0-2,18-6,-41 9,0-1,0-1,0 0,0 0,-1-1,0-1,0 0,0 0,-1-1,0-1,-1 1,0-2,0 1,-1-2,8-15,-2-2,-1 0,-1 0,-2-1,0-1,-2 0,-2 0,0 0,0-24,-4 36,14-78,-5 0,-5-1,-3 0,-7-44,-1 92,-2 1,-3 0,-1 0,-3 1,-2 0,-1 1,-3 1,-2 1,-1 1,-2 1,-3 1,-1 1,-1 2,-2 1,-3 0,20 23,1 1,-2 0,0 1,0 0,-1 2,-1 0,0 1,0 0,-1 2,1 0,-2 1,1 1,-1 1,0 0,0 2,-37 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49.8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51 156,'-9'18,"0"0,2 1,0 0,1 0,-3 15,8-29,0-1,1 1,-1 0,1-1,-1 1,1-1,1 1,-1 0,1-1,0 1,0 0,0-1,0 0,1 1,0-1,0 0,0 0,0 0,1 0,-1 0,1 0,0-1,0 1,1-1,-1 0,1 0,1 1,1 0,0-1,0 0,0 0,0-1,1 1,-1-2,1 1,0-1,-1 1,1-2,0 1,0-1,-1 0,1 0,0-1,0 0,-1 0,1-1,0 0,-1 0,0-1,1 1,-1-1,0 0,0-1,-1 0,1 0,-1 0,0 0,0-1,0 0,-1 0,1 0,-1-1,1-1,0-3,-1-1,0 0,0 0,-1 0,0 0,-1-1,-1 1,1-1,-2 0,0 1,0-1,-1 1,0-1,-1 1,-1-1,0 1,-2-6,3 9,-1 0,0 0,-1 0,1 0,-1 1,-1-1,0 1,0 0,0 0,-1 1,0 0,0 0,-1 0,1 1,-1 0,0 0,-1 0,1 1,-1 0,0 1,0 0,0 0,-6-1,10 3,0 1,-1-1,1 1,0 0,0 0,-1 1,1-1,0 1,0 0,0 0,0 0,0 1,0 0,0-1,0 1,0 0,1 1,-1-1,1 1,0 0,0-1,0 1,0 1,0-1,0 0,1 1,0-1,0 1,0 0,0 0,0 0,0 0,-8 28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50.1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28 323,'1'-69,"-4"0,-2 0,-10-42,13 106,0 15,0 18,3 81,4 1,4-2,14 48,-16-113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39:50.5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1,'18'0,"18"0,16 0,12 0,14 0,8 0,2 0,-2 0,-16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0:11.0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236 691,'-6'-4,"-1"1,0-1,1 1,-1 0,-1 1,1 0,0 0,0 0,-1 1,1 0,-1 1,1-1,-1 1,1 1,-1 0,1 0,-1 0,1 1,0 0,0 0,0 1,0 0,0 0,0 1,1-1,0 1,-5 5,6-4,2 1,-1 0,1 0,0 0,0 0,0 1,1-1,0 1,0-1,1 1,0 0,0 0,0-1,1 1,0 0,1 0,-1 0,1 0,1-1,-1 1,1 0,0-1,1 1,-1-1,1 0,1 0,-1 0,1 0,0 0,0-1,1 0,-1 0,1 0,0 0,1-1,-1 0,1 0,0-1,0 1,5 1,-5-2,0 0,0-1,0 0,0 0,0-1,0 1,0-1,1-1,-1 1,0-1,1 0,-1-1,0 1,1-1,-1 0,0-1,0 0,0 0,0 0,0-1,0 1,-1-1,1-1,-1 1,0-1,0 0,0 0,-1 0,1-1,-1 0,0 0,0 0,-1 0,0-1,1 1,-1-2,3-8,-1-1,0 1,-1-1,-1 0,0 0,-1 0,-1 0,0 0,-2 0,0 0,-2-14,3 30,-1 1,1-1,-1 0,1 1,0-1,-1 0,1 1,-1-1,1 0,0 0,-1 0,1 1,-1-1,1 0,-1 0,1 0,-1 0,1 0,-1 0,1 0,-1 0,1 0,-1 0,1 0,-1 0,1 0,-1 0,1-1,-1 1,1 0,0 0,-1-1,1 1,-1 0,1 0,0-1,-1 1,1 0,0-1,-1 1,1-1,0 1,-1 0,1-1,0 1,0-1,0 1,-1-1,1 1,0-1,0 1,0-1,0 1,-2 10,1 0,1 0,-1 0,2 0,-1 1,1-1,1 0,0 0,1 0,-1-1,2 1,-1-1,2 1,-1-1,1 0,0-1,1 1,0-1,0 0,1 0,0-1,0 0,1 0,0-1,0 0,1 0,5 2,-7-4,1 1,0-1,0 0,0-1,0 0,1 0,0-1,-1 0,1 0,0-1,0-1,0 1,0-1,0-1,-1 1,1-2,0 1,0-1,-1 0,1-1,-1 0,0-1,1 1,-2-1,1-1,0 0,-1 0,0 0,0-1,-1 0,1 0,-1-1,-1 0,1 0,-1 0,0-1,-1 1,1-2,-1-2,0 0,0 0,-1 0,-1-1,0 1,0-1,-1 1,0-1,-1 0,-1 1,0-1,-1-7,2 19,0 1,-1-1,1 0,0 0,0 1,0-1,0 0,0 1,0-1,0 0,0 1,-1-1,1 0,0 0,0 1,0-1,-1 0,1 0,0 0,0 1,-1-1,1 0,0 0,0 0,-1 1,1-1,0 0,-1 0,1 0,0 0,0 0,-1 0,1 0,0 0,-1 0,1 0,0 0,-1 0,1 0,0 0,-1 0,1 0,0 0,-1 0,1 0,0-1,0 1,-1 0,1 0,0 0,0-1,-1 1,1 0,0 0,0 0,-1-1,1 1,0 0,0 0,0-1,0 1,-10 29,9-22,-1-1,1 0,0 1,1-1,-1 1,1-1,1 1,-1-1,1 1,0-1,0 0,1 1,0-1,0 0,1 0,-1 0,1 0,1-1,-1 1,1-1,0 0,0 0,0 0,1 0,0-1,-1 1,2-1,-1-1,0 1,1-1,0 0,5 2,-4-3,1 0,-1 0,0-1,1 0,-1-1,0 1,1-2,-1 1,1-1,-1 0,0 0,0-1,1 0,-1 0,0-1,4-2,15-10</inkml:trace>
  <inkml:trace contextRef="#ctx0" brushRef="#br0" timeOffset="572.468">1012 665,'3'25,"0"-1,2 0,0 1,2-2,5 13,-9-30,0 0,0 0,0 0,0 0,1-1,0 1,0-1,1 0,0 0,-1-1,1 1,1-1,-1 0,1-1,0 1,-1-1,1 0,1 0,-1-1,0 0,1 0,4 0,-5-1,-1 0,1-1,0 0,0 0,-1 0,1-1,0 1,-1-1,1-1,-1 1,1-1,-1 0,1 0,-1-1,0 0,0 0,0 0,-1 0,1-1,-1 1,0-1,0 0,0-1,0 1,-1-1,0 1,2-4,4-7,-1-1,0-1,-1 1,-1-1,0 0,-1-1,-1 1,0-6,6-66,-3 0,-4 0,-9-85,6 162,-1-19,-1-1,-2 1,-1 0,-1 0,-5-14,11 44,0-1,0 0,0 0,0 1,-1-1,1 0,0 1,-1-1,1 0,-1 1,0-1,1 1,-1-1,0 1,0-1,0 1,0-1,0 1,-1 0,1 0,0-1,0 1,-1 0,1 0,-1 0,1 1,-1-1,1 0,-1 0,0 1,1-1,-1 1,0 0,1-1,-1 1,0 0,0 0,1 0,-1 0,0 0,0 0,1 1,-1-1,0 1,1-1,-1 1,1 0,-1-1,0 1,1 0,0 0,-2 1,-7 10,1 0,0 1,1 0,1 1,0-1,0 2,1-1,1 1,1-1,0 2,0 0,-5 19,0-1,3 1,1 1,1-1,2 1,1-1,2 1,2-1,1 1,2-1,1 0,2-1,1 0,2 0,1-1,1 0,2-1,2-1,2 2,-11-20,1-1,0 0,1-1,0 0,1 0,0-1,6 3,-15-11,0 1,1-1,-1 0,1 0,0 0,0-1,0 1,0-1,0 0,0 0,0 0,0-1,0 0,0 1,0-1,1-1,-1 1,0 0,0-1,0 0,0 0,0 0,0-1,0 1,0-1,-1 0,1 0,-1-1,3-1,5-8,-1 0,0-1,-1-1,0 0,-2 0,1 0,-2-1,0 0,0 0,-2-1,0 1,-1-1,0 0,0-9,5-112,-8 138,0-1,-1 1,1-1,-1 1,1-1,0 1,-1-1,1 1,-1-1,1 0,-1 1,1-1,-1 0,1 1,-1-1,1 0,-1 0,1 1,-1-1,0 0,1 0,-1 0,1 0,-1 0,0 0,1 0,-1 0,1 0,-1 0,0 0,1 0,-1-1,1 1,-1 0,0 0,1 0,-1-1,1 1,-1 0,1-1,-1 1,1-1,-1 1,1 0,0-1,-1 1,1-1,0 1,-1-1,1 1,0-1,0 0,-1 0,-7 22,1 0,1 0,1 0,1 1,1 0,1 0,0 0,2 0,0 0,3 12,-2-27,0 0,0 1,0-1,1 0,0 0,0 0,1 0,-1-1,2 1,-1-1,1 1,0-1,0 0,1 0,-1-1,2 0,-1 0,0 0,1 0,0-1,0 0,0 0,0 0,1-1,0 0,-1 0,1-1,6 2,19-1</inkml:trace>
  <inkml:trace contextRef="#ctx0" brushRef="#br0" timeOffset="875.834">1145 210,'23'-4,"35"0,39 6,34 4,-4 2</inkml:trace>
  <inkml:trace contextRef="#ctx0" brushRef="#br0" timeOffset="1586.909">1948 1039,'15'-118,"-8"52,-3 0,-3 0,-4-5,3 66,0 1,0-1,0 1,0 0,-1 0,0-1,1 1,-2 0,1 0,0 0,-1 0,0 0,0 1,0-1,0 0,0 1,-1-1,0 1,2 3,0 0,-1 0,1 0,-1 0,1 0,0 0,-1 1,1-1,0 0,-1 1,1-1,0 1,0 0,-1-1,1 1,0 0,0 0,0 0,0 0,0-1,0 2,0-1,0 0,0 0,1 0,-1 0,0 0,1 1,-1-1,1 0,-1 1,1-1,0 0,-1 1,1-1,0 0,0 1,0-1,0 1,0-1,0 0,0 1,1-1,-1 3,0-1,1 1,-1-1,1 0,0 1,0-1,0 0,0 0,0 0,1 0,0 0,-1 0,1 0,0 0,0-1,1 1,-1-1,0 1,1-1,0 0,-1 0,1 0,0-1,0 1,0 0,0-1,0 0,1 0,-1 0,2 0,104 15,-16-20,-90 6,-1-1,1 1,-1-1,0 1,0 0,0 0,0 0,0 0,0 0,0 0,-1 1,1-1,-1 1,1-1,-1 1,0-1,0 1,0 0,-1-1,1 1,-1 0,1 0,-1 0,0 0,0-1,0 1,0 0,-1 0,1 0,-1 1,2 11,-1-7,0 0,0-1,1 1,0-1,1 1,0-1,0 1,1-1,-1 0,2 0,-1 0,1-1,0 1,0-1,1 0,-1 0,2 0,-1-1,0 1,1-1,0-1,0 1,1-1,-1 0,1 0,5 1,-6-3,-1 0,0 0,1-1,-1 1,1-1,-1-1,1 1,0-1,-1 0,1 0,-1-1,1 0,0 0,-1 0,1 0,-1-1,0 0,0 0,0 0,0-1,0 0,0 0,0 0,-1-1,0 1,1-1,-2 0,1 0,0-1,1-1,-1-2,1-1,-1 1,-1-1,1 0,-1 0,-1 0,0 0,0 0,-1-1,0 1,-1 0,0-1,-1-7,1 17,0 1,0-1,-1 0,1 0,0 1,0-1,-1 0,1 0,0 0,-1 1,1-1,0 0,-1 0,1 0,0 0,-1 0,1 0,0 0,-1 0,1 0,0 0,-1 0,1 0,-1 0,1 0,0 0,-1 0,1 0,0 0,-1 0,1 0,0-1,-1 1,1 0,0 0,-1 0,1-1,0 1,0 0,-1 0,1-1,0 1,0 0,0-1,-1 1,1 0,0-1,0 1,0 0,0-1,0 1,0 0,-1-1,1 1,0 0,0-1,0 1,0 0,0-1,0 1,1-1,-1 1,0 0,0-1,0 1,-12 27,9-20,1 0,-1-1,2 1,-1 0,1 0,0 1,0-1,1 0,0 0,0 0,1 0,0 0,0 0,0 0,1 0,0 0,1 0,-1 0,2-1,-1 0,0 1,1-1,0 0,1-1,-1 1,1-1,0 0,0 0,1 0,1 0,18 6</inkml:trace>
  <inkml:trace contextRef="#ctx0" brushRef="#br0" timeOffset="1897.078">2455 371,'14'14,"13"10,3 3</inkml:trace>
  <inkml:trace contextRef="#ctx0" brushRef="#br0" timeOffset="2095.549">2843 906,'0'3,"1"1,-1 0,1 0,-1 0,1 0,0-1,1 1,-1 0,1-1,-1 1,1-1,0 0,1 1,-1-1,0 0,1 0,0 0,0-1,-1 1,2-1,-1 1,0-1,0 0,1 0,-1-1,1 1,-1-1,1 0,0 0,0 0,-1 0,1 0,0-1,0 0,1 0,0 0,-1-1,1 0,-1 0,1 0,-1 0,1-1,-1 1,0-1,0-1,0 1,0 0,0-1,0 0,-1 0,1 0,-1 0,0-1,0 1,0-1,0 0,-1 1,1-1,-1-1,0 1,-1 0,1 0,1-4,0-2,0 0,-1 0,0-1,0 1,-1 0,-1-1,1 1,-2 0,1-1,-1 1,-1 0,-1-6,2 13,1 0,0 0,-1 0,0 0,0 0,0 1,0-1,0 0,0 0,-1 1,1-1,-1 1,0-1,0 1,0 0,0 0,0 0,0 0,0 0,-1 0,1 0,-1 1,1-1,-1 1,0 0,0 0,1 0,-1 0,0 0,0 1,0-1,0 1,0 0,0 0,0 0,0 0,0 0,0 1,0-1,0 1,0 0,1 0,-3 1,2 1,0 0,1 0,-1 0,1 1,-1-1,1 1,0-1,1 1,-1 0,1 0,-1 0,1 0,0 0,1 0,-1 0,1 0,-1 0,1 0,1 1,-1-1,0 0,1 0,0 0,0 0,0 0,1 0,-1 0,1 0,0-1,0 1,1 1,18 28</inkml:trace>
  <inkml:trace contextRef="#ctx0" brushRef="#br0" timeOffset="2892.416">3511 946,'-2'-15,"-2"0,1 0,-2 1,0 0,-1-1,0 2,-1-1,0 1,-2 0,-4-6,8 12,0 1,0 0,-1-1,0 2,0-1,-1 1,0 0,1 0,-2 1,1 0,0 0,-1 1,0 0,1 0,-1 1,0 0,-1 0,1 1,-6 0,10 1,0 0,-1 0,1 1,0 0,0 0,0 0,0 1,1-1,-1 1,0 0,1 0,-1 0,1 0,-1 1,1-1,0 1,0 0,0 0,1 0,-1 0,1 1,-1-1,1 1,0-1,0 1,1 0,-1 0,1 0,0-1,0 2,0-1,1 0,-1 0,1 0,0 0,0 0,0 0,1 0,-1 0,1 0,0 0,1 0,-1 0,0 0,1 0,0 0,0-1,0 1,0-1,1 1,6 3,0 0,1 0,0-1,0 0,0-1,0 0,1 0,0-1,0-1,0 0,1-1,-1 0,0 0,1-1,0-1,-1 0,4 0,87-15,-101 14,-1 1,1-1,0 0,0 1,-1-1,1 1,0-1,0 1,0 0,0-1,0 1,-1 0,1 0,0 0,0 0,0-1,0 1,0 0,0 0,0 1,0-1,0 0,0 0,-1 0,1 1,0-1,0 0,0 1,0-1,-1 1,1-1,0 1,0-1,-1 1,1-1,0 1,-1 0,1 0,0-1,-1 1,1 0,-1 0,0-1,1 1,-1 0,0 0,1 0,-1 0,0 0,0 0,0 0,0-1,1 2,-1 2,0 1,0-1,1 0,-1 1,1-1,0 0,1 0,-1 0,1 0,0 0,0 0,0 0,0 0,1-1,-1 1,1-1,0 0,0 0,0 0,1 0,-1 0,1-1,-1 1,1-1,0 0,0 0,0-1,0 1,0-1,0 0,0 0,1 0,2 0,-3-3,0 1,-1-1,0 0,1-1,-1 1,0-1,0 1,0-1,0 0,-1 0,1 0,-1 0,0 0,0-1,0 1,0-1,0 0,-1 1,0-1,1 0,-2 0,1 0,0 0,-1 0,1 0,-1 0,-1-1,16-144,8-41,-23 187,0 1,0-1,0 0,1 0,-1 1,1-1,0 0,0 1,0-1,0 0,0 1,0-1,1 1,-1 0,1 0,-1-1,1 1,0 0,0 0,0 0,0 1,0-1,1 0,-1 1,0 0,1-1,-1 1,1 0,0 0,-1 0,1 1,0-1,-1 1,1-1,0 1,2 0,1 3,0 0,0 0,0 1,-1 0,1 0,-1 0,0 1,-1-1,1 1,-1 0,0 1,0-1,0 1,-1 0,0-1,0 2,0-1,-1 0,0 0,0 1,2 10,0 0,-1 0,0 0,-2 1,0-1,-1 0,-1 4,-20 169,21-186,0-1,1 1,0-1,0 0,0 1,0-1,0 0,0 0,1 0,0 0,-1 0,1 0,0 0,1-1,-1 1,0 0,1-1,-1 0,1 0,0 0,0 0,0 0,0 0,0-1,0 0,0 1,1-1,-1 0,0-1,1 1,-1 0,1-1,-1 0,3 0,5 0,1 0,0 0,-1-1,1-1,-1 0,1-1,-1 0,0-1,9-4,-7 0,0 0,0-1,-1-1,-1 0,1-1,-2 0,1 0,-2-1,0-1,0 1,-1-2,0 1,-1-1,-1 0,-1 0,0-1,0 0,-1 0,-1 0,-1 0,0 0,-1-1,-1-3,1 17,0 0,-1 0,1 0,-1 0,1 0,-1-1,0 1,0 0,0 0,0 0,0-1,-1 1,1 0,-1 0,1 0,-1 0,0-1,0 1,0 0,0 0,0 1,0-1,0 0,-1 0,1 1,-1-1,1 0,-1 1,0 0,0-1,1 1,-1 0,0 0,0 0,0 0,0 0,0 0,-1 1,1-1,0 1,-1-1,-4 5,1-1,-1 1,1 0,0 0,0 1,0 0,1 0,0 0,0 1,0 0,1 0,0 0,0 0,0 1,1-1,0 1,0 0,0 0,1 0,0 0,1 1,0-1,0 0,0 8,0-5,0-1,1 1,0-1,0 1,1-1,1 0,-1 1,2-1,-1 0,1 0,0 0,1 0,0-1,1 1,-1-1,2 0,-1 0,1-1,0 0,1 0,-1 0,1-1,1 0,-1 0,1-1,0 0,0 0,7 2,46 20,-2-7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0:08.0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251 827,'0'-2,"1"-1,-1 1,0 0,1 0,-1 0,0 0,0-1,-1 1,1 0,0 0,-1 0,1 0,-1 0,0 0,0 0,0 0,0 0,0 0,0 0,0 0,-1 0,1 1,-1-1,1 1,-1-1,1 1,-1 0,0-1,0 1,0 0,0 0,0 0,0 0,0 1,0-1,0 1,-1-1,-5 0,1 0,-1 1,0 0,0 0,1 1,-1 0,0 0,1 1,-1 0,1 0,-1 1,1 0,0 0,0 0,1 1,-1 0,1 1,0-1,0 1,0 1,0-1,1 1,0 0,0 0,-1 3,2-4,0 0,1 1,0-1,0 1,0 0,0 0,1 0,0 0,0 0,1 1,0-1,0 0,0 1,1-1,0 1,0-1,1 1,-1-1,1 1,1-1,-1 0,1 1,1-1,-1 0,1 0,0-1,0 1,0 0,1-1,2 2,7 4,0-1,1 0,0-1,1-1,0 0,0-1,1-1,-1 0,2-1,-1-1,0 0,1-1,0-1,-1-1,1 0,0-1,0-1,0 0,2-2,12-1,-1-2,1-1,-1-1,0-2,5-3,16-9</inkml:trace>
  <inkml:trace contextRef="#ctx0" brushRef="#br0" timeOffset="675.715">920 880,'-8'-5,"1"0,-1 1,-1 0,1 0,0 1,-1 0,0 1,0-1,0 2,0-1,0 1,0 1,0-1,0 2,0-1,0 1,0 0,0 1,0 0,0 1,1 0,-1 0,1 1,0 0,0 0,0 1,1 0,-1 0,1 1,0 0,1 0,-1 1,-3 5,3-3,1-1,1 1,0 1,0-1,0 1,1-1,1 1,0 0,-1 4,4-11,-1 0,0-1,1 1,0 0,0 0,0 0,0 0,0-1,0 1,1 0,-1 0,1-1,0 1,0 0,0-1,0 1,0 0,1-1,-1 0,1 1,0-1,-1 0,1 0,0 0,0 0,0 0,1 0,-1 0,0-1,1 0,-1 1,1-1,-1 0,1 0,0 0,0 0,7 0,0 0,0-1,0 0,0-1,0 0,-1-1,1 0,0 0,-1-1,1 0,-1-1,0 0,0 0,-1-1,1 0,-1 0,0-1,0-1,-1 1,0-1,0 0,-1-1,1 1,-2-1,2-2,33-75,-41 93,0 0,1 0,0 0,0-1,1 1,0 0,0 0,1 0,0-1,0 1,1-1,0 1,0-1,1 0,0 0,0 0,1-1,-1 0,1 1,1-2,-1 1,1-1,0 0,1 0,-1 0,5 2,0-3,-1 0,0 0,1-1,0 0,-1-1,1 0,0-1,0 0,0-1,0 0,0-1,0 0,0-1,0 0,0 0,0-2,-1 1,0-1,0 0,0-1,0-1,0 1,-1-2,12-6,-2-2,1-1,-2 0,0-1,-1-1,-1-1,0 0,-2-1,11-19,-8 9,-1-1,-2-1,-1 0,-1 0,-2-2,-2 1,0-1,-3 0,0 0,-3-1,0 1,-4-22,2 48,0 1,-1 0,0-1,0 1,-1 0,0 0,0 0,-1 0,0 0,0 0,-1 1,1-1,-2 1,1 0,0 0,-1 0,0 1,-1 0,1 0,-1 0,0 1,0 0,0 0,-1 0,0 1,1 0,-1 0,-2 0,0 2,0 0,-1 1,1 0,-1 1,1 0,-1 0,1 1,0 1,0-1,0 1,0 1,0 0,1 0,-1 0,1 1,1 0,-1 1,0 0,1 0,1 1,-1 0,1 0,0 0,0 1,1 0,0 0,0 0,1 1,0-1,-2 9,-1 6,0-1,2 0,0 1,1 0,2 0,0 1,2-1,0 0,2 0,0 1,2-1,0-1,2 1,0-1,2 1,0-2,1 1,2-1,0-1,1 0,1-1,0 0,2-1,0 0,1-1,1-1,1-1,0 0,0-1,2-1,14 7,27 8</inkml:trace>
  <inkml:trace contextRef="#ctx0" brushRef="#br0" timeOffset="2213.679">2016 786,'-5'-3,"-1"1,0-1,0 1,0 0,0 1,0-1,-1 1,1 1,0-1,-1 1,1 0,0 0,-1 1,1 0,0 0,0 0,0 1,0 0,0 0,0 1,0-1,1 1,-1 1,1-1,0 1,0 0,0 0,0 0,1 1,-3 2,3-2,0-1,-1 1,2 1,-1-1,1 1,0-1,0 1,0 0,1 0,0 0,0 0,0 1,1-1,0 0,0 1,1-1,0 1,0-1,0 1,1-1,0 0,0 1,1-1,-1 0,1 0,1 0,-1 0,1 0,0 0,1-1,-1 1,1-1,0 0,0 0,1 0,-1-1,4 2,6 1,1-1,-1-1,2 0,-1-1,0 0,1-2,0 0,0 0,-1-2,1 0,0 0,0-2,0 0,-1-1,1 0,-1-1,0-1,0 0,0-1,-1-1,2-1,-3 2,1-1,-1 1,-1-2,1 0,-1-1,-1 0,1 0,-2-1,1-1,-1 0,-1 0,0-1,-1 0,0-1,-1 0,0 0,-1 0,0-1,1-7,-7-2,0 23,0 0,-1 0,1-1,0 1,0 0,0 0,0 0,-1-1,1 1,0 0,0 0,-1 0,1-1,0 1,0 0,-1 0,1 0,0 0,0 0,-1 0,1 0,0-1,0 1,-1 0,1 0,0 0,-1 0,1 0,0 0,-1 1,1-1,0 0,0 0,-1 0,1 0,0 0,0 0,-1 0,1 0,0 1,0-1,-1 0,1 0,0 0,0 1,0-1,-1 0,1 0,0 1,0-1,0 0,0 0,-1 1,1-1,0 0,0 0,0 1,0-1,0 0,0 1,0-1,0 0,0 0,0 1,0-1,0 0,0 1,0-1,0 0,-5 11,1-1,0 1,0 0,1 1,0-1,1 0,1 1,0-1,0 1,1 0,0-1,1 1,1-1,1 10,-1-15,0 1,0-1,0 0,1-1,0 1,0 0,1-1,-1 1,1-1,0 0,1-1,-1 1,1-1,0 1,0-1,0-1,0 1,1-1,0 0,-1 0,1-1,0 1,0-1,1-1,-1 1,0-1,0 0,1-1,-1 1,6-1,-3 0,0-1,0 0,0 0,0-1,1 0,-2 0,1-1,0 0,-1-1,1 0,-1 0,0-1,0 0,-1 0,1-1,-1 0,0 0,-1 0,0-1,0 0,2-3,-1-3,-1 0,0 0,-1-1,0 0,-1 0,-1 0,0 0,0 0,-2-1,0 1,-1-1,0 1,-2-11,-2 58,4-18,0 0,1 0,0 0,2 0,-1-1,2 1,0-1,1 0,0 0,2 1,-4-8,0 0,1-1,0 1,1-1,-1 0,1-1,0 1,1-1,-1 0,1 0,0-1,1 1,-1-1,1-1,-1 1,1-1,0 0,0-1,0 0,1 0,0 0,2-1,-1 0,1-1,0 0,0 0,-1-1,1 0,-1-1,1 0,-1-1,1 0,-1 0,0-1,0 0,-1-1,1 1,-1-2,2-1,6-5,-1-1,-1 0,0-1,0 0,-2-1,0 0,0-1,0-5,10-17,-2-1,-2-2,-2 0,-2 0,-1-1,-3-1,-1 0,-2-1,-2 0,-2 1,-1-14,-19-65,15 116,1 1,-1-1,-1 1,1-1,-1 1,0 0,0 0,0 0,-1 0,1 1,-1-1,0 1,-1 0,1 0,-1 1,0-1,0 1,0 0,-2-1,3 3,0-1,-1 1,1 0,-1 0,1 1,-1 0,1-1,-1 1,1 1,-1-1,1 1,-1 0,1 0,-1 0,1 0,0 1,0-1,-1 1,1 1,0-1,1 0,-4 4,-2 1,0 0,1 1,0 0,0 1,1 0,0 0,0 0,-3 8,-1 7,1 0,1 1,1 0,1 0,2 1,0 0,2 0,0 0,2 0,1 0,1 0,2 0,0 0,2 0,0 0,2-1,1 0,1 0,1-1,1-1,1 1,1-2,1 1,1-2,1 0,1-1,1-1,7 6,-11-12,0-1,1 0,1-1,-1-1,2 0,-1-1,1-1,5 1,-15-6,0-1,0 1,-1-2,2 1,-1-1,0 0,0 0,0-1,0 0,1 0,-1-1,0 0,0 0,0-1,0 0,0 0,0 0,0-1,-1 0,1-1,-1 1,4-4,0-3,-1 0,0-1,0 0,-1-1,-1 0,0 0,0-1,-1 1,-1-1,0-1,-1 1,0-1,-1 0,-1 1,0-1,-1 0,0-1,-2-11,-8-41,8 66,1-1,-1 1,1-1,-1 1,1-1,-1 1,0 0,1-1,-1 1,0 0,0 0,0 0,0-1,0 1,0 0,0 0,-1 1,1-1,0 0,0 0,-1 1,1-1,-1 0,1 1,0-1,-1 1,1 0,-1 0,1-1,-1 1,1 0,-1 0,1 0,-1 1,1-1,-1 0,1 0,-1 1,1-1,-1 1,0 0,-5 4,1 0,0 1,1-1,-1 1,1 0,0 1,1-1,0 1,0 0,0 0,1 0,-1 1,2-1,-1 1,1 0,1 0,-1-1,1 1,1 0,-1 0,1 0,1 3,-1 0,1-1,1 0,-1 0,2 1,-1-1,1 0,1-1,0 1,0-1,1 1,0-1,1-1,0 1,0-1,1 0,0 0,0-1,0 0,1 0,1-1,-1 0,1 0,0-1,0 0,0-1,1 0,0 0,0-1,0 0,0-1,0 0,1-1,6 4,0-2,0 0,1 0,-1-2,1 0,0-1,-1-1,1-1,-1 0,1-1,-1-1,0-1,0 0,-1-2,0 1,0-2,0 0,-1-1,0-1,-1 0,0-1,0 0,-1-1,6-8,2-15,-2 0,-1-2,-2 0,-2 0,-1-2,-2 0,-2 0,1-16,5-16,-3-2,-4 0,-2 0,-4-1,-4-22,2 83,-1 1,0-1,0 1,-2 0,1 0,-2 0,1 0,-2 0,0 0,0 1,-1 0,-7-10,12 19,0 0,-1 1,1-1,-1 1,0-1,0 1,1-1,-1 1,0 0,0 0,0 0,0 0,0 0,-1 1,1-1,0 1,0-1,0 1,-1 0,1 0,0 0,0 0,-1 0,1 0,0 0,0 1,0-1,0 1,-1 0,1 0,0 0,0 0,0 0,0 0,-1 1,-57 62,43-35,1 0,2 1,1 0,1 1,1 0,2 1,2 0,0 1,3 0,0 0,2 0,2 22,2-30,1 0,0 0,2-1,1 1,1-2,1 1,1-1,1 0,1 0,1-1,1-1,1 0,0-1,2-1,0 0,2-1,0 0,0-2,2 0,0-1,15 8,-26-17,-1-1,1 0,0 0,0-1,0 0,1 0,0-1,-1 0,1-1,0 0,0-1,1 0,-1 0,0-1,0-1,0 1,0-2,0 1,0-1,0-1,0 0,0 0,-1-1,0 0,0-1,0 0,0 0,-1-1,0 0,0-1,1 0,1-6,0 0,-1-1,0 0,-1 0,0-1,-1 0,-1 0,-1-1,0 0,-1 0,0 0,-1 0,-1-1,-1 1,-1-1,0-14,0 29,0 1,0-1,1 0,-1 0,0 1,0-1,-1 0,1 0,0 0,-1 1,1-1,-1 0,1 1,-1-1,0 0,0 1,1-1,-1 1,0-1,-1 1,1 0,0-1,0 1,0 0,-1 0,1 0,-1 0,1 0,-1 0,1 0,-1 0,0 1,1-1,-1 0,0 1,0 0,1-1,-1 1,0 0,0 0,1 0,-1 0,0 0,0 0,0 1,1-1,-1 1,0-1,1 1,-1-1,0 1,1 0,-7 6,1 0,0 0,1 1,0-1,0 2,1-1,0 0,0 1,1 0,0 0,0 1,1-1,1 1,-1-1,2 1,-1 0,1 0,1 0,0 0,1 7,-1-10,1 0,0 0,0 0,1 0,0 0,1-1,-1 1,1 0,0-1,1 0,0 0,0 0,0 0,0 0,1-1,0 0,0 0,1 0,-1-1,1 0,3 2,8 4,1-1,0 0,0-1,1-1,0-1,0-1,0-1,63 13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0:05.4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86 157,'-3'12,"3"12,2 11,2 12,1 11,1 5,-1 3,-1-3,-2-5,0-11,-2-13</inkml:trace>
  <inkml:trace contextRef="#ctx0" brushRef="#br0" timeOffset="410.02">59 11,'-1'1,"0"0,0 0,0 0,0 0,0 0,0 0,0 0,1 0,-1 1,0-1,1 0,-1 0,1 1,0-1,-1 0,1 1,0-1,0 1,0-1,0 0,0 1,0-1,0 1,1-1,-1 0,0 1,1-1,-1 0,1 0,-1 1,1-1,8 23,1 0,2-1,0-1,1 0,1 0,1-2,6 7,-4-5,32 43,-26-39,-2 1,-1 0,-1 2,-2 0,-1 1,-1 1,-1 0,6 25,-18-51,-1 0,0 0,0 0,0 0,0 0,-1 0,0 0,0 0,0 0,-1 1,1-1,-1 0,0 0,-1-1,1 1,-1 0,0 0,0-1,-1 1,0-1,1 1,-1-1,-1 0,1 0,0-1,-1 1,0-1,-3 3,-10 2,0 0,-1-2,0 0,0 0,0-2,-1-1,1 0,-1-1,0-1,0 0,1-2,-1 0,0-1,1-1,-7-3,-22-5,47 11,0 0,0 0,0 0,0 0,0-1,0 1,0 0,0 0,0 0,0 0,0 0,0-1,0 1,0 0,0 0,13 1</inkml:trace>
  <inkml:trace contextRef="#ctx0" brushRef="#br0" timeOffset="599.514">687 465,'0'9,"0"10,0 8,0 5,0 3,0 3,0-1,2-4,1-8</inkml:trace>
  <inkml:trace contextRef="#ctx0" brushRef="#br0" timeOffset="1280.687">567 224,'432'125,"-423"-122,0 0,-1 1,1-1,-1 2,1-1,-1 1,-1 0,1 1,-1 0,0 0,0 1,-1-1,0 2,0-1,0 0,-1 1,0 0,-1 1,0-1,2 6,-3 2,-1 0,-1 1,0-1,-1 1,-1-1,-1 1,0-1,-1 2,-3 26,5-43,1 1,-1-1,1 1,0-1,-1 0,1 1,0 0,0-1,0 1,0-1,0 1,1-1,-1 1,0-1,1 0,-1 1,1-1,-1 1,1-1,-1 0,1 1,0-1,0 0,0 0,0 1,0-1,0 0,0 0,0 0,1 0,-1-1,0 1,0 0,1 0,-1-1,0 1,1-1,-1 1,1-1,-1 1,1-1,-1 0,1 0,-1 0,1 0,-1 0,1 0,-1 0,1-1,-1 1,1 0,-1-1,1 1,13-5,-1-1,1 0,-1 0,0-2,0 1,-1-2,0 0,0-1,-1 0,-1 0,0-2,0 1,-1-1,0-1,3-6,13-28,-15 45,-7 21,-3-16,2 17,30 119,-31-133,0 0,1 0,0 0,0 0,0-1,1 0,0 0,0 0,0 0,1 0,0-1,0 0,0 0,0 0,0-1,1 0,0 0,-1 0,1 0,6 1,-7-3,0 0,1-1,-1 1,0-1,0 0,1-1,-1 1,0-1,0 0,1 0,-1-1,0 1,0-1,0 0,-1-1,1 1,-1-1,1 0,-1 0,0 0,0-1,0 1,0-1,0 0,6-8,1-1,-2 0,1 0,-2-1,0 0,-1-1,2-5,14-46,-4-2,-2 0,-3-1,-3 0,-4-1,-1-50,-2 23,-6 85,-4 26,-7 44,3 1,2 0,2 1,3 51,3-83,2 1,0 0,2-1,2 0,0 0,2-1,0 1,-4-18,0 1,0-1,1 0,1-1,-1 1,2-1,-1 0,1 0,0-1,1 0,0 0,0-1,1 0,0-1,0 1,1-2,-1 1,1-2,3 2,21 4</inkml:trace>
  <inkml:trace contextRef="#ctx0" brushRef="#br0" timeOffset="1572.963">1449 157,'-13'-2,"-8"-1,3 0,11 3,20 1,29 4,32-1,31 0,24 0,16-2,-17-1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0:15.1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1 577,'41'-120,"18"-84,-11 30,-44 159,-3 11,-1-1,2 1,-1 0,0-1,1 1,-1 0,1 0,0 0,1 0,-1 0,1 1,0-1,-1 1,4-3,-3 6,-1-1,0 1,0 0,1 0,-1 0,0 0,0 1,1-1,-1 1,0-1,0 1,0 0,0 0,0 0,0 0,0 0,0 0,0 1,0-1,0 0,-1 1,1 0,-1-1,1 1,-1 0,0 0,1 0,-1 0,2 1,21 25,-1 1,-1 0,-2 2,-1 1,-1 0,9 27,-9 15,-18-72,0 0,0 0,0 0,-1-1,1 1,0 0,-1 0,1-1,-1 1,0 0,0-1,1 1,-1 0,0-1,0 1,-1-1,1 0,0 1,0-1,-1 0,1 0,-1 0,1 1,-1-2,1 1,-1 0,1 0,-1 0,0-1,0 1,1-1,-1 1,0-1,0 0,0 0,1 0,-1 0,0 0,-1 0,-2-1,-1 0,1 0,0 0,0-1,0 0,0 0,0 0,0-1,0 1,1-1,0 0,-1 0,1-1,0 0,0 1,1-1,-1 0,1-1,0 1,0-1,0 1,1-1,-1 0,1 0,1 0,-1 0,0-2,2 5,-1 1,1-1,0 0,-1 0,1 0,0 0,0 0,1 0,-1 1,0-1,1 0,-1 0,1 0,-1 0,1 1,0-1,0 0,0 1,0-1,0 1,0-1,0 1,0-1,1 1,-1 0,0-1,1 1,0 0,-1 0,1 0,-1 0,1 0,0 1,65-21,-64 21,177-27,-125 22,0-3,-1-3,0-1,0-3,2-4,-49 17,-1 0,0 0,1-1,-1 0,0-1,-1 1,1-1,-1 0,1-1,-1 1,0-1,-1 0,1 0,0-2,-4 5,-1 1,1 0,0-1,-1 1,0 0,1-1,-1 1,0-1,0 1,0-1,0 1,0 0,0-1,0 1,0-1,0 1,-1-1,1 1,-1 0,1-1,-1 1,0 0,1-1,-1 1,0 0,0 0,0 0,0 0,0 0,0 0,0 0,0 0,0 0,0 0,-1 0,1 1,0-1,0 1,-1-1,1 1,-2-1,-59-14,55 14,0 0,1 0,-1 1,1 0,-1 0,0 1,1 0,-1 0,1 1,-1-1,1 1,0 1,0-1,0 1,0 0,0 1,1-1,-1 1,1 0,0 0,0 1,1 0,-1-1,1 2,-3 4,6-8,0 1,0 0,1 0,-1 0,1 0,0 0,0 0,0 0,0 0,0 0,1 0,-1-1,1 1,0 0,0 0,0 0,0-1,0 1,1 0,-1-1,1 1,0-1,0 0,0 1,0-1,0 0,2 1,72 45,-38-35,0-1,1-2,0-2,1-1,35 1,23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0:20.1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255 193,'-5'18,"-1"20,2 19,7 19,7 13,7 9,2 3,1-5,-4-11,-4-13,-4-15,-6-14,-3-15</inkml:trace>
  <inkml:trace contextRef="#ctx0" brushRef="#br0" timeOffset="481.224">0 661,'21'-6,"0"1,0 1,0 1,1 1,-1 1,1 0,11 3,-8-2,174 8,-1 10,5 8,-100-7,-103-19,-1 0,1 1,0-1,-1 0,1 1,0-1,-1 1,1-1,0 1,0-1,-1 0,1 1,0-1,0 1,0-1,-1 1,1-1,0 1,0 0,0-1,0 1,0-1,0 1,0-1,0 1,1-1,-1 1,0-1,0 1,0-1,0 1,1-1,-1 1,0-1,0 0,1 1,-1-1,1 1,-1-1,0 0,1 1,-1-1,1 0,-1 1,0-1,1 0,-1 0,1 1,-1-1,1 0,-1 0,1 0,-1 0,1 0,-1 0,1 1,-1-1,1 0,0-1,-1 1,1 0,-1 0,1 0,-1 0,1 0,-1-1,-41 16,41-15,-22 6,2-2,-1 1,1 1,1 0,-1 2,1 0,0 1,1 1,0 1,0 1,-8 8,24-19,-1 0,2 1,-1-1,0 1,0 0,0-1,1 1,-1 0,1 0,-1 0,1 0,0 0,0 1,0-1,0 0,0 0,1 1,-1-1,1 1,-1-1,1 0,0 1,0-1,0 1,0-1,0 1,1-1,-1 0,1 1,-1-1,1 0,0 1,0-1,0 0,0 0,1 0,-1 0,0 0,1 0,0 0,-1 0,1 0,0-1,0 1,0-1,1 1,9 2,-1 0,1-1,0-1,0 0,0-1,1 0,-1-1,0 0,0-1,0 0,0-1,0 0,0-1,0-1,-1 0,1 0,-1-1,0 0,-1-1,1-1,6-5,40-44,-56 76,-1-16,-1 1,1-1,-1 1,1-1,0 1,1-1,-1 1,1-1,0 0,0 1,0-1,1 0,0 1,-1-1,2 0,-1 0,0-1,1 1,-1 0,1-1,0 0,0 1,1-1,-1 0,1-1,-1 1,1-1,0 1,0-1,0 0,0 0,0-1,1 1,-1-1,0 0,1 0,-1-1,1 1,-1-1,1 0,63-12,-37 0</inkml:trace>
  <inkml:trace contextRef="#ctx0" brushRef="#br0" timeOffset="2070.139">1350 247,'-1'-3,"0"-2,0-1,-1 1,0 0,0 0,0 0,-1 0,0 1,0-1,0 1,0-1,-1 1,-2-2,4 6,1 0,-1 0,1 1,-1-1,1 1,0-1,-1 1,1-1,0 1,-1 0,1 0,0 0,0 0,-1 0,1 0,0 0,0 0,0 0,0 0,0 0,1 1,-1-1,0 0,1 1,-1-1,0 1,1-1,0 1,-1-1,1 1,0-1,0 1,0-1,0 1,0-1,0 1,0 0,-6 46,2 0,3 0,1 0,2 0,5 20,-5-51,28 343,-29-339,-1-21,1 0,0 0,0 0,0 0,-1 0,1 0,0 0,0 0,-1 0,1 0,0 0,0-1,-1 1,1 0,0-1,0 1,-1 0,1-1,-1 1,1-1,0 1,-1-1,1 1,-1-1,1 0,-1 1,1-1,-1 0,0 1,1-1,-1 0,0 0,1 1,-1-1,0 0,0 0,0 1,0-1,0 0,0 0,2-1,1-3,10-18,1 1,2 0,0 1,1 0,1 2,0 0,2 1,14-10,-32 27,-1-1,1 1,0 0,0 0,0 0,0 0,0 0,0 0,0 0,0 1,0-1,0 1,0-1,0 1,1 0,-1 0,0 0,0 0,0 0,0 1,0-1,1 1,-1-1,0 1,0 0,0 0,0 0,0 0,0 0,-1 0,1 0,0 1,-1-1,1 0,1 2,3 9,0 0,-1 0,0 0,-1 0,0 1,-1 0,-1-1,0 1,-1 0,0 0,0 2,-1-12,1 154,-1-154,0-1,0 0,-1 0,1 0,0 1,-1-1,0 0,1 0,-1 0,0 0,0 0,0 0,0 0,0 0,-1 0,1-1,-1 1,1 0,-1-1,1 1,-1-1,0 0,0 1,0-1,0 0,0 0,0 0,0 0,0-1,0 1,0 0,0-1,0 0,-1 1,1-1,0 0,0 0,-1 0,1-1,0 1,0 0,-1-1,-5-4,-1 0,1 0,0-1,0 0,1-1,-1 1,1-1,1-1,0 1,0-1,0 0,1-1,0 0,1 1,-1-1,2-1,-1-1,3 9,1 1,-1 0,1-1,0 0,-1 1,1-1,0 1,0-1,0 1,0-1,0 1,0-1,1 1,-1-1,0 0,1 1,-1 0,1-1,0 1,-1-1,1 1,0 0,0-1,0 1,0 0,0 0,0 0,0 0,1 0,-1 0,0 0,0 0,1 0,-1 1,1-1,-1 0,1 1,59-10,42 8,-74 4,0-1,0-2,-1-1,1-1,-1-1,1-2,-1-1,-1-1,0-1,6-4,-26 9,1-1,-1 0,0 0,0-1,0 0,-1 0,0 0,0-1,-1 0,0 0,4-7,-7 11,0 0,-1-1,1 1,-1-1,1 1,-1-1,0 1,0-1,-1 0,1 1,-1-1,0 0,0 1,0-1,0 0,-1 0,0 1,1-1,-1 1,-1-1,1 0,0 1,-1 0,0-1,0 1,0 0,0 0,-2-2,1 2,-1 0,0 1,-1-1,1 1,0 0,-1 0,1 1,-1-1,1 1,-1 0,0 0,0 1,1-1,-1 1,0 0,0 0,0 1,1 0,-1-1,0 2,1-1,-1 0,1 1,-1 0,1 0,0 0,-1 1,1-1,1 1,-1 0,0 0,1 0,-1 1,1-1,0 1,0 0,0 0,1 0,-1 0,1 0,-1 3,0-1,0 0,0 0,0 0,1 0,-1 1,2-1,-1 1,1 0,0-1,0 1,1 0,0 0,0-1,0 1,1 0,0 0,1-1,-1 1,1-1,1 1,-1-1,1 0,0 0,0 0,1 0,0 0,0-1,0 0,1 0,-1 0,1 0,1-1,4 4,1-2,0 0,0-1,1-1,-1 0,1 0,0-1,0-1,0 0,0-1,0 0,0 0,1-2,-1 1,0-2,0 1,0-2,0 0,0 0,0-1,-1 0,0-1,0 0,0-1,-1-1,1 1,-1-2,4-4,4-9,-2-2,0 0,-2-1,0 0,-2-1,-1 0,0-1,-2 0,-2-1,0 0,-1 0,-1-10,10-50,-5 1,-3-2,-3-28,-15-8,11 122,0 0,0 1,-1-1,0 0,1 0,-1 0,0 0,0 1,1-1,-1 0,-1 1,1-1,0 1,0-1,-1 1,1 0,0-1,-1 1,1 0,-1 0,0 0,1 0,-1 0,0 1,0-1,0 0,1 1,-1-1,0 1,0 0,0-1,0 1,0 0,0 0,0 0,0 1,1-1,-1 0,0 1,0-1,0 1,0 0,1 0,-1-1,0 1,1 0,-1 0,0 1,1-1,-2 1,-10 10,1 0,0 0,0 1,1 1,1 0,1 0,0 1,0 0,2 0,0 1,0 0,2 1,0-1,-2 18,1-10,1 1,2 0,1 1,1-1,1 0,1 1,1-1,1 0,1 0,2 0,0-1,2 1,0-2,2 1,0-1,2-1,1 0,0 0,2-1,0-1,1-1,1 0,14 11,-10-11,0-2,1-1,1 0,0-2,1-1,1 0,0-2,1-1,0-1,0-1,1-2,-1 0,18 0,-36-4,-1-1,1-1,0 1,-1-1,1 0,-1-1,1 0,-1 0,1-1,-1 0,1 0,-1 0,0-1,0 0,0-1,-1 0,1 0,-1 0,0-1,0 1,0-2,-1 1,0 0,0-1,3-4,-4 1,-1 0,0 0,0 0,-1 0,0-1,0 1,-1 0,0-1,-1 1,0-1,-1 1,0-1,0 1,-1 0,0-1,-3-6,5 15,0 0,0 0,0 0,0-1,0 1,0 0,0 0,0 0,-1 0,1 0,0 0,-1 0,1 0,-1 0,1 0,-1 0,1 0,-1 1,0-1,0 0,1 0,-1 0,0 1,0-1,0 0,0 1,1-1,-1 1,0-1,0 1,0-1,0 1,0 0,0 0,-1-1,1 1,0 0,0 0,0 0,0 0,0 0,0 0,0 1,0-1,-1 0,-1 8,0 0,0 0,1 0,0 0,0 0,1 0,0 0,0 1,1-1,1 0,-1 0,2 7,-2-10,0 0,1 1,-1-1,1 0,0 0,1 0,-1 1,1-1,0-1,1 1,-1 0,1 0,0-1,0 1,0-1,0 0,1 0,0-1,0 1,0 0,0-1,0 0,1 0,0-1,-1 1,1-1,0 0,0 0,0-1,0 1,0-1,1 0,-1 0,0-1,1 0,-1 0,8-1,0-1,-1-1,1 0,-1 0,0-1,0-1,0 0,-1-1,0 0,0-1,0 0,-1-1,0 0,0 0,-1-1,0 0,-1-1,0 0,2-4,8-29,-23 56,4-9,1 0,-1 0,1 0,0 0,0 1,1-1,-1 0,1 0,0 0,0 0,0 0,1 0,-1 0,1 0,0-1,0 1,0 0,1-1,-1 0,1 0,0 1,0-2,0 1,0 0,0 0,1-1,-1 0,1 0,1 1,6 3,0 0,1-1,0 0,0-1,0 0,1-1,-1-1,1 0,2 0,-6-1,1 0,-1-1,1-1,0 1,-1-1,1-1,-1 0,1 0,-1-1,0 0,0-1,0 0,-1 0,1-1,-1 0,0 0,0-1,-1 0,1-1,-2 1,1-1,-1-1,0 1,0-1,-1 0,2-4,10-25,-3-1,0-1,-3 0,-1-1,-2 0,-2 0,-1-1,-2-8,-3 46,10-92,-5-1,-4-7,-1 103,-5-44,4 43,1 0,0 0,0 1,0-1,-1 0,1 0,0 0,-1 0,1 0,-1 0,1 1,-1-1,1 0,-1 0,0 1,1-1,-1 0,0 1,0-1,1 1,-1-1,0 1,0-1,0 1,0 0,1-1,-1 1,0 0,0 0,0 0,0 0,0-1,0 1,0 0,0 1,0-1,0 0,0 0,0 0,0 0,0 1,-5 2,0 1,1 0,-1 0,1 0,0 1,0 0,0 0,1 0,-1 0,1 1,-1 2,-8 10,1 1,1 0,0 1,2 0,0 1,1-1,1 2,1-1,1 1,1 0,1 0,1 0,1 0,1 1,0-1,2 0,1 0,1 0,0 0,2 0,0-1,2 0,0 0,1-1,2 0,3 4,3-2,1 0,1-1,1-2,0 0,2-1,0 0,1-2,1-1,0-1,17 6,49 22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0:23.3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0 548,'8'-14,"-1"-1,0 0,-1 0,-1-1,0 0,1-11,1 0,59-257,-63 274,1 1,0 0,0 0,1 0,0 1,1 0,-1 0,8-7,-11 12,1 1,-1-1,1 1,0 0,0 0,-1 0,1 1,1-1,-1 1,0-1,0 1,0 0,1 0,-1 0,0 1,1-1,-1 1,1 0,-1 0,1 0,-1 1,0-1,1 1,-1-1,0 1,1 0,0 1,7 5,0 0,0 1,-1 0,0 0,-1 2,1-1,-2 1,1 0,-1 1,-1 0,0 0,-1 1,0 0,0 0,-2 0,1 0,0 6,-5-18,3 7,0 1,0-1,-1 1,0 0,0-1,0 1,-1 0,-1 0,1 0,-1 0,-1 0,0 0,0 0,0 0,-2 4,2-11,0 0,-1 0,1 0,0 0,-1-1,1 1,-1 0,1-1,0 0,-1 1,1-1,-1 0,1 1,-1-1,1 0,-1 0,0 0,1-1,-1 1,1 0,-1-1,1 1,0 0,-1-1,1 0,-1 1,1-1,0 0,-1 0,1 0,0 1,0-1,0-1,0 1,0 0,0 0,0 0,0 0,0-1,0 1,1 0,-1-1,1 1,-1-1,1 1,-1-1,1 0,-4-4,0 0,1-1,0 1,0-1,1 0,-1 0,2 0,-1 0,1-1,0 1,0 0,1-1,0 1,0 0,1-1,0 1,0 0,1 0,0-1,0 1,0 1,1-1,0 0,1 1,-1-1,1 1,1 0,-1 0,1 1,0-1,0 1,1 0,2-2,8-4,0 1,1 1,0 0,1 2,-1-1,2 2,-1 1,1 0,-1 1,1 1,1 1,-1 0,13 2,-25-1,0 1,0 0,-1 1,1-1,0 1,0 1,-1-1,1 1,0 0,-1 0,0 1,1 0,-1 0,0 1,-1-1,1 1,-1 1,1-1,-1 1,-1 0,1 0,-1 0,0 1,0-1,0 1,1 7,-1 0,-1 1,0-1,-1 0,0 1,-1 0,-1-1,0 1,-1 0,-1 9,-1 35,3-56,0 0,0-1,0 1,0 0,0-1,0 1,1-1,-1 1,0 0,1-1,0 1,-1-1,1 1,0-1,0 1,-1-1,1 0,0 1,0-1,1 0,-1 0,0 0,0 0,1 0,-1 0,0 0,1 0,-1 0,1-1,-1 1,1-1,-1 1,1-1,0 1,-1-1,1 0,0 0,-1 0,1 0,-1 0,1 0,0 0,-1-1,1 1,0 0,-1-1,54-27,-29 7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0:23.5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191 4,'-16'-3,"-12"3,-8 4,-5 5,2 5,8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0:23.8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106 1,'5'20,"1"14,0 8,-1 4,-4 0,-7 2,-11 4,-11 5,-12 3,3-8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0:16.8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721 0,'-35'579,"34"-569,0-1,0 1,1 0,0 0,0 0,1 0,1 0,-1-1,2 1,-1-1,1 1,1-1,0 0,0 0,1 0,0-1,0 1,1-1,0 0,1-1,6 7,-2-9,0-1,1-1,-1 0,1 0,0-1,0-1,-1 1,1-2,0 0,0-1,0 0,0 0,-1-1,1-1,0 0,-1-1,0 0,0 0,0-1,-1-1,11-6,23-15</inkml:trace>
  <inkml:trace contextRef="#ctx0" brushRef="#br0" timeOffset="265.292">373 362,'12'0,"14"0,20 0,19-2,20-4,15 0,10 1,-1 1,-19 1</inkml:trace>
  <inkml:trace contextRef="#ctx0" brushRef="#br0" timeOffset="677.189">1229 803,'11'-28,"-1"0,-2-1,-1 0,-1 0,-2-1,0 1,-3-1,0 0,-2 0,-2-15,3 41,-1 0,1 1,-1-1,0 0,0 0,0 1,0-1,0 0,-1 1,0-1,0 1,0 0,0-1,0 1,-1 0,1 1,-2-2,1 15,10-5,-1-1,2 1,-1-1,1 0,0-1,0 0,0 0,0-1,1 0,-1 0,1-1,0 0,0 0,5-1,-10 0,206 36,-205-36,-1 1,1-1,-1 1,0 1,1-1,-1 0,0 1,-1 0,1 0,0 0,-1 1,0-1,0 1,0 0,0 0,0 0,-1 0,0 0,1 0,-2 1,1-1,0 1,-1-1,0 1,0 0,-1-1,1 1,-1 0,0 0,0 0,0-1,-2 5,-4 34,3 41,6-80,0 0,0 0,1 0,-1-1,1 0,0 1,0-1,1-1,-1 1,1-1,-1 1,1-1,0-1,-1 1,1-1,0 1,0-1,0-1,0 1,0-1,1 0,-1 0,0 0,0-1,0 0,3-1,107-17,-60 4</inkml:trace>
  <inkml:trace contextRef="#ctx0" brushRef="#br0" timeOffset="2648.356">2178 562,'-14'-4,"-1"0,1 0,-1 2,0 0,0 0,0 1,0 1,0 1,-7 1,16-1,-1 0,1 0,0 0,1 1,-1 0,0 1,0-1,1 1,-1 0,1 0,0 1,0-1,0 1,1 0,-1 1,1-1,0 1,0 0,1 0,-1 0,1 0,0 1,-2 5,4-8,-1 0,1 0,0 0,0 1,0-1,1 0,-1 0,1 1,-1-1,1 0,0 1,1-1,-1 0,0 1,1-1,0 0,0 0,0 1,0-1,0 0,1 0,-1 0,1-1,0 1,0 0,0 0,0-1,0 1,1-1,-1 0,1 0,0 0,-1 0,1 0,0-1,0 1,0-1,3 1,6 1,0 0,0-1,1-1,-1 0,0-1,1 0,-1-1,0 0,1-1,-1 0,0-1,0-1,-1 0,1 0,-1-1,0-1,0 1,0-2,-1 0,2-1,24-32,-48 119,12-76,0 0,1 0,-1 0,0 0,1-1,0 1,-1 0,1 0,0 0,1-1,-1 1,0-1,1 1,-1-1,1 1,0-1,0 0,0 0,0 0,0 0,0 0,1 0,-1-1,1 1,-1-1,2 1,1 0,0-1,0 0,0 0,0 0,0-1,0 1,0-1,1 0,-1-1,0 1,0-1,0 0,0 0,0-1,0 1,0-1,-1 0,1-1,0 1,-1-1,0 0,0 0,3-3,8-6,-2 0,0-1,0-1,-1 0,-1-1,0-1,19-30,41-50,-68 94,0 0,0-1,0 2,1-1,-1 0,0 0,1 1,-1 0,1 0,-1 0,1 0,0 0,0 1,-1 0,1 0,0 0,-1 0,1 0,0 1,0-1,-1 1,1 0,-1 0,1 1,-1-1,1 1,-1 0,0-1,0 1,2 2,6 4,0 0,0 1,-1 0,0 1,-1 0,0 0,6 11,-10-14,0 1,0 0,-1 0,-1 0,1 0,-1 1,0-1,-1 1,0 0,0 7,-1-12,-1 0,0 0,0-1,0 1,-1 0,1 0,-1-1,0 1,0 0,0-1,-1 1,1-1,-1 0,0 1,1-1,-2 0,1 0,0 0,-1 0,1 0,-1-1,0 1,0-1,0 0,0 0,-3 2,4-3,1 1,-1-1,1 0,-1 1,0-1,1 0,-1 0,0-1,0 1,0 0,0 0,0-1,0 1,0-1,0 0,0 0,0 1,0-1,0-1,0 1,0 0,0 0,0-1,0 1,0-1,0 1,0-1,1 0,-1 0,0 0,0 0,1 0,-1 0,0-1,1 1,-1-1,1 1,0-1,0 1,-1-1,1 0,0 1,0-1,0 0,1 0,-1 0,0 0,1 0,-1 0,1 0,0 0,-1 0,1 0,0 0,0 0,1-1,2-5,0 1,0-1,1 1,0 0,1 0,-1 0,1 1,1 0,-1 0,1 0,0 0,0 1,1 0,-1 1,1-1,0 1,1 0,-1 1,1 0,-1 0,1 1,0 0,0 0,4 0,239-33,-202 12,-48 22,0 1,0-1,0 0,0 0,0 0,0 0,0 0,0 0,-1 0,1 0,0 0,-1 0,1 0,-1 0,1-1,-1 1,1 0,-1 0,0-1,0 1,0 0,1-1,-1 1,0 0,-1 0,1-1,0 1,0 0,-1 0,1-1,0 1,-1 0,1 0,-1 0,0-1,1 1,-1 0,0 0,0 0,-2-2,-1 0,1 1,-1 0,0-1,0 1,0 1,0-1,0 1,0-1,0 1,0 0,-1 1,1-1,0 1,-1 0,1 0,0 0,0 0,-1 1,1 0,0 0,0 0,0 0,-1 1,1-1,1 1,-1 0,0 0,0 1,1-1,-1 1,1 0,0 0,0 0,0 0,0 0,1 1,-1-1,0 1,0 0,0-1,1 1,-1 0,1 1,0-1,0 0,0 1,1-1,-1 1,1-1,0 1,1 0,-1-1,1 1,0 0,0-1,0 1,1 0,0 0,0-1,0 1,0-1,1 1,-1-1,1 0,0 1,1-1,-1 0,1 0,-1 0,1-1,1 1,-1-1,2 2,13 6,-1 0,2-2,-1 0,1-1,0-1,1-1,0-1,0 0,0-2,0 0,1-1,-1-2,6 0,-6 2,0-1,-1-1,1-1,0 0,-1-2,1 0,-1-1,0-1,0-1,0-1,-1 0,13-8,-28 12,1 0,-1 0,1 0,-1 0,0 0,-1-1,1 0,-1 0,1 1,-1-1,0-1,-1 1,1 0,-1 0,1-1,-1 1,-1 0,1-1,0 1,-1-1,0 1,0-1,-1 1,1-1,-1 1,0-1,0 1,0-1,-1 1,0 0,0 0,0 0,0 0,0 0,-1 0,0 1,1-1,-2 1,1 0,0 0,0 0,-1 0,0 0,1 1,-1 0,-3-2,4 2,0 0,0 0,-1 1,1-1,0 0,-1 1,0 0,1 0,-1 0,0 1,0-1,1 1,-1-1,0 1,0 1,0-1,1 0,-1 1,0 0,0 0,1 0,-1 0,1 1,-1-1,1 1,-1 0,1 0,0 0,0 1,0-1,0 1,1-1,-1 1,1 0,-1 0,1 0,0 0,-1 4,1-4,0 1,0 0,1 0,0 0,0 0,0 0,0 0,1 0,-1 0,1 0,0 1,0-1,1 0,-1 0,1 0,0 0,0 0,0 0,1 0,0 0,-1 0,1-1,0 1,1-1,-1 1,1-1,-1 0,1 0,0 0,0 0,0 0,1-1,-1 0,1 1,-1-1,1 0,0-1,0 1,2 0,2 2,1-1,-1 0,1-1,0 1,0-2,-1 1,1-1,0-1,0 1,1-2,-1 1,0-1,-1 0,1-1,0 0,0-1,-1 0,1 0,-1-1,0 0,0 0,0-1,-1 0,1 0,-1-1,-1 1,1-2,4-4,-11 11,0 1,0-1,0 0,1 1,-1-1,0 0,0 1,1-1,-1 0,0 1,1-1,-1 0,0 0,1 0,-1 1,0-1,1 0,-1 0,0 0,1 0,-1 0,1 1,-1-1,0 0,1 0,-1 0,1 0,-1 0,0 0,1 0,-1-1,1 1,-1 0,0 0,1 0,-1 0,0 0,1-1,-1 1,1 0,-1 0,0-1,0 1,1 0,-1-1,1 15,0-8,0 0,0-1,1 1,-1 0,1-1,1 0,-1 1,1-1,-1 0,2 0,-1 0,0-1,1 1,0-1,0 0,0 0,1 0,-1-1,1 1,0-1,0 0,0-1,0 1,0-1,1 0,-1 0,1 0,-1-1,1 0,0 0,0-1,-1 1,1-1,0-1,0 1,-1-1,5-1,-4-2,-1 0,1-1,-1 0,-1 0,1 0,-1-1,0 1,0-1,0 0,-1 0,0 0,0-1,-1 1,0-1,0 0,0 1,-1-1,0 0,0 0,-1-4,6-58,-6 53,1-1,1 1,0-1,1 1,1 0,3-8,-6 21,0 1,0-1,1 1,-1-1,1 1,-1 0,1-1,0 1,0 0,0 0,0 0,0 0,0 1,1-1,-1 1,1-1,-1 1,1 0,-1 0,1 0,0 0,-1 0,1 1,0-1,0 1,0 0,-1 0,1 0,0 0,0 0,0 1,0-1,-1 1,3 0,5 2,0 0,0 1,0 0,0 1,-1 0,0 1,0-1,6 7,-5-4,0 1,-1 0,-1 1,0 0,0 0,0 1,-2 0,1 0,-1 1,-1-1,0 1,-1 1,0-1,-1 1,0-1,-1 1,-1 0,1 12,-2 24,-2-1,-3 1,-1-1,-7 21,4-12,7-46,-2 2,1 0,0-1,1 1,0 0,2 0,-1 1,1-1,1 0,0 0,1 0,1 0,0-1,0 1,2 0,-1-1,2 0,5 10,-8-19,1 1,-1-1,1 0,0-1,0 1,0-1,0 1,0-1,0-1,1 1,-1 0,1-1,-1 0,1 0,0 0,-1-1,1 0,0 0,-1 0,1 0,0-1,-1 1,1-1,0-1,-1 1,1-1,-1 1,0-1,0 0,1-1,-1 1,-1-1,1 0,0 0,-1 0,1 0,-1 0,0-1,0 0,0 0,-1 1,1-1,1-5,1-1,-1 0,0-1,-1 1,0-1,-1 0,0 0,0 0,-1 0,-1 0,0-1,0 1,-1 0,-1 0,0 0,0 0,-1 0,0 1,-1-1,-4-8,-3-3,0 1,-1 0,-1 1,-1 0,-1 1,-1 1,0 0,-15-11,5 8,0 1,-2 1,-1 1,0 2,-1 1,0 1,-19-4,40 9,31 6,-16 3,473-28,-376 37,-101-9,1 1,0 0,0 0,-1 0,1 0,-1 1,1-1,-1 1,0-1,1 1,-1 0,0 0,0 0,0 0,0 0,-1 1,1-1,-1 0,1 1,-1-1,0 1,0 0,0-1,0 1,0 0,-1 0,1-1,-1 1,0 0,0 0,0 0,0 0,0-1,-1 1,-14 80,15-82,0 0,0 0,0-1,1 1,-1 0,0 0,1 0,-1 0,0 0,1 0,-1 0,1 0,-1-1,1 1,0 0,-1 0,1-1,0 1,-1-1,1 1,0 0,0-1,0 1,0-1,0 0,-1 1,1-1,0 0,0 1,0-1,0 0,0 0,0 0,0 0,0 0,0 0,0 0,0 0,0 0,0-1,40-8,-36 7,1 0,-1 0,0-1,0 1,0-1,0-1,0 1,-1-1,1 1,-1-1,0-1,0 1,-1 0,1-1,-1 0,0 0,0 0,-1 0,0 0,1-1,-2 1,1-1,-1 1,1-1,-1 1,-1-1,1 0,-1 0,0 1,-1-1,1 0,-1 0,0 1,-1-1,1 1,-1-1,-1 0,0 0,0 0,-1 1,1 0,-1 0,-1 0,1 0,-1 0,0 1,0 0,0 0,0 0,-1 1,1 0,-1 0,0 0,0 1,0 0,-1 0,1 0,0 1,-1 0,1 0,-1 1,1-1,-1 1,1 1,-1-1,1 1,0 1,-1-1,1 1,0 0,0 0,0 1,0 0,0 0,1 0,-1 1,-1 1,0 1,1 0,0 0,0 1,1 0,0 0,0 0,0 1,1 0,0 0,1 0,0 0,0 0,0 5,1-9,1-1,1 1,-1 0,1 0,-1 0,1 0,0 0,0 0,1 0,-1 0,1 0,0 0,0 0,1 0,-1 0,1-1,-1 1,1-1,0 1,1-1,-1 0,0 0,1 1,0-2,0 1,0 0,0-1,0 1,0-1,1 0,69 17,-36-18</inkml:trace>
  <inkml:trace contextRef="#ctx0" brushRef="#br0" timeOffset="2835.738">4879 281,'-16'-11,"-12"-4,-3 1,-2 2,3 6,5 8,6 14,6 10,6 12,3 11,3-2</inkml:trace>
  <inkml:trace contextRef="#ctx0" brushRef="#br0" timeOffset="3017.253">4785 803,'19'11,"14"9,14 3,11-1,16-3,12-5,10-5,-11-5</inkml:trace>
  <inkml:trace contextRef="#ctx0" brushRef="#br0" timeOffset="7555.889">401 1805,'-20'-2,"1"1,-1 1,1 0,-1 1,1 1,-1 1,1 1,0 1,0 1,1 0,-1 1,1 1,1 1,0 0,0 1,1 1,-10 8,-25 42,50-59,0 0,0-1,0 1,1 0,-1 0,1 0,-1 0,1 0,-1 0,1 0,0-1,0 1,0 0,0 0,0 0,1 0,-1 0,0 0,1 0,0 0,-1 0,1 0,0-1,0 1,0 0,0-1,0 1,0-1,1 1,-1-1,0 1,1-1,-1 0,1 0,-1 1,1-1,0 0,0 0,9 2,1 1,-1-2,1 1,0-2,-1 1,1-2,0 1,0-2,0 0,0 0,-1-1,1 0,-1-1,1 0,-1-1,0-1,5-2,127-73,-142 79,0 1,1-1,-1 1,1-1,-1 1,1 0,-1-1,1 1,-1 0,1 0,-1 0,1 0,-1 0,1 0,-1 1,1-1,-1 0,1 1,-1-1,0 1,1 0,-1-1,0 1,1 0,-1 0,0 0,0 0,0 0,0 0,0 0,0 0,0 0,0 0,0 1,0-1,-1 0,1 2,23 59,-21-52,37 147,-8 1,-4 11,-20-117,-2 0,-2 0,-3 0,-3 32,1-67,-2 0,1 0,-2 0,0-1,-1 1,-1-1,-1 0,0 0,-1-1,0 0,-1 0,-1-1,0-1,-1 1,-11 9,-27 16,4-10</inkml:trace>
  <inkml:trace contextRef="#ctx0" brushRef="#br0" timeOffset="8349.754">802 2207,'-14'-29,"1"1,1-1,2-1,1 0,1-1,2 1,1-1,1 0,2-1,2-27,-1 47,0 8,0 1,1-1,-1 0,1 1,0-1,0 0,0 1,0-1,1 0,-1 1,1-1,0 0,0 1,0-1,1 1,-1 0,1-1,0 1,0 0,0 0,0 0,1 0,-1 0,2 0,3 1,0 1,0-1,0 2,1-1,-1 1,1 0,-1 0,0 1,0 0,5 1,7 1,-12-3,26 4,0 1,0 1,0 2,13 5,-38-10,0-1,-1 2,1-1,-1 1,1 0,-1 1,-1 0,1 0,-1 0,1 1,-2 0,1 0,-1 0,1 1,-2 0,1 0,-1 0,0 0,-1 1,2 4,-2 3,0 0,-2 1,1-1,-2 1,0 0,-1-1,-1 1,0-1,-1 0,0 0,-3 4,-8 52,14-69,-1 1,1-1,-1 0,1 0,0 0,0 0,0 0,0 1,0-1,0 0,1 0,-1 0,1 0,-1 0,1 0,0 0,0 0,0 0,0 0,0 0,0 0,0-1,1 1,-1 0,1-1,-1 1,1-1,0 0,-1 1,1-1,0 0,0 0,0 0,0 0,0-1,1 1,11 2,0-1,0-1,0-1,0 0,0 0,1-1,-1-1,0-1,9-2,-15 3,159-35,54-25,-201 56,-7 3,0-1,0 0,-1-1,1 0,-1-1,0 0,-1-1,4-3,-14 10,0 0,0-1,-1 1,1-1,0 1,-1 0,1-1,0 1,-1-1,1 1,-1-1,1 0,-1 1,1-1,-1 1,1-1,-1 0,0 0,1 1,-1-1,0 0,1 0,-1 1,0-1,0 0,0 0,0 1,0-1,0 0,0 0,0 0,0 1,0-1,0 0,-1 0,1 1,0-1,0 0,-1 0,1 1,-1-1,1 0,-1 1,1-1,-1 0,1 1,-1-1,0 0,-38-12,26 10,1 1,-1 1,1 0,-1 1,0 0,1 1,-1 1,0 0,1 0,0 1,-1 1,1 0,1 1,-7 3,17-8,0 1,0-1,0 1,0-1,1 1,-1-1,0 1,0 0,1-1,-1 1,0 0,1 0,-1 0,0-1,1 1,-1 0,1 0,0 0,-1 0,1 0,0 0,-1 0,1 0,0 0,0 0,0 0,0 0,0 0,0 0,0 0,0 0,1 0,-1 0,0 0,1 0,-1 0,0 0,1 0,-1 0,1 0,0 0,-1-1,1 1,0 0,-1 0,1-1,0 1,0 0,-1-1,1 1,0-1,0 1,0-1,0 1,0-1,0 0,0 1,0-1,0 0,0 0,0 0,1 0,11 2,0-1,0-1,0 0,0-1,0 0,0-1,-1 0,1-1,-1-1,1 0,-1 0,11-7,-12 6,0-1,0 0,0 0,-1-1,0-1,-1 1,1-2,1-2,-11 11,0 1,0-1,0 0,0 0,0 0,0 1,0-1,0 0,1 0,-1 0,0 1,0-1,0 0,0 0,0 0,0 1,0-1,1 0,-1 0,0 0,0 0,0 0,0 1,1-1,-1 0,0 0,0 0,0 0,1 0,-1 0,0 0,0 0,1 0,-1 0,0 0,0 0,0 0,1 0,-1 0,0 0,0 0,1 0,-1 0,0 0,0 0,0 0,1 0,-1 0,0 0,0 0,0-1,0 1,1 0,-1 0,0 0,0 0,0-1,0 1,0 0,1 0,-1 0,-4 29,2-12,2-11,0 0,0-1,1 1,0-1,0 0,0 1,1-1,0 0,0 0,0 0,1 0,-1 0,1 0,0-1,1 1,-1-1,1 0,0 0,0 0,0-1,0 1,1-1,0 0,-1 0,1 0,0-1,0 0,0 0,1 0,-1-1,0 0,1 0,-1 0,1 0,-1-1,2 0,37 0,-4-4</inkml:trace>
  <inkml:trace contextRef="#ctx0" brushRef="#br0" timeOffset="8828.015">2245 1725,'118'-37,"-60"21,0-3,0-3,-2-2,-1-2,14-12,-61 34,0-1,-1 0,1 0,-1-1,0 0,-1 0,1-1,-1 1,-1-2,1 1,-1 0,0-1,-1 0,0 0,0-1,-1 1,0-1,0 1,-1-3,-2 8,0 1,0-1,-1 1,1-1,-1 1,1-1,-1 1,0-1,0 1,0 0,-1 0,1-1,0 1,-1 0,1 0,-1 0,0 0,0 1,0-1,0 0,0 1,0 0,0-1,0 1,-1 0,1 0,0 0,-1 0,1 0,-1 1,1-1,-1 1,1 0,-1 0,1 0,-1 0,1 0,-1 0,1 0,-1 1,1 0,-1-1,1 1,-1 0,1 0,0 0,0 0,-1 1,1-1,0 1,0-1,0 1,-1 1,-9 9,0 0,1 0,1 1,0 0,1 1,0 0,1 1,1 0,0 0,1 0,0 1,2 0,0 0,0 0,1 4,-7 44,2 1,2 0,4 1,3-1,2 0,3 0,4 0,2-1,2-1,11 25,20 63,-16-62,-5 1,-3 1,6 74,-25-139,-1 1,-1-1,-2 1,0-1,-2 0,-2 7,4-24,-1 1,1 0,-2-1,1 0,-1 0,-1 0,1 0,-2-1,1 1,-1-1,0 0,-1-1,0 0,0 0,0 0,-1-1,-8 5,13-9,1-1,-1 1,0-1,0 0,0 0,-1 0,1 0,0 0,0-1,0 1,-1-1,1 0,0 0,0 0,-1-1,1 1,0-1,0 1,0-1,0 0,0 0,0-1,0 1,0-1,0 1,0-1,1 0,-3-1,-1-4,0 1,0 0,0-1,1 0,0-1,1 1,-1-1,1 0,1 0,-1-3,-18-60,5 0</inkml:trace>
  <inkml:trace contextRef="#ctx0" brushRef="#br0" timeOffset="9446.362">2487 2393,'45'-203,"-43"198,-1 1,1-1,0 1,0 0,0 0,1-1,-1 2,1-1,0 0,0 1,1-1,-1 1,1 0,-1 0,1 0,0 0,0 1,0 0,1 0,2-1,66-23,0 4,1 3,37-3,22 4,-132 18,1 0,-1 0,1 0,-1 0,1 1,-1-1,1 1,-1-1,1 1,-1 0,0-1,1 1,-1 0,0 0,1 0,-1 0,0 0,0 0,0 0,0 1,0-1,0 0,0 0,-1 1,1-1,0 1,-1-1,1 1,-1-1,0 1,1-1,-1 1,0-1,0 1,0 1,-8 60,5-46,1-14,1 1,0-1,0 0,1 1,-1-1,1 1,-1-1,1 1,0-1,1 0,-1 1,0-1,1 1,0-1,0 1,0-1,0 0,0 0,1 0,-1 0,1 0,0 0,0 0,0 0,1 0,-1-1,0 1,1-1,0 0,-1 0,1 0,0 0,0 0,2 0,0-1,1 1,-1-1,1-1,-1 1,1-1,-1 0,1 0,-1-1,1 0,-1 0,0 0,1 0,-1-1,0 0,0 0,0-1,0 1,0-1,0 0,-1 0,0-1,1 1,-1-1,-1 0,4-4,0 1,-1-1,0 1,0-2,-1 1,0-1,-1 1,0-2,0 1,-1 0,0-1,0 1,-1-1,0 0,-1 0,-1 16,0-1,1 0,0 0,0 1,0-1,1 0,0 0,0 0,0 0,0-1,1 1,0 0,0-1,0 0,1 0,-1 0,1 0,0 0,0-1,0 0,0 0,1 0,2 2,3 0,0 1,-1-2,1 1,1-1,-1-1,1 0,-1 0,1-1,0-1,0 0,0 0,2-1,1-1,0-1,0 0,0-1,0 0,0-2,-1 1,0-2,0 1,0-2,0 0,-1 0,0-1,-1-1,0 0,0 0,-1-1,0-1,-1 0,0 0,-1 0,0-1,-1-1,0 1,-1-1,0 0,-1-1,-1 1,0-1,-1 0,0 0,-1-1,1-1,-1 0,-1 1,0-1,-1 0,-1 0,0 0,-1 0,-1 1,-1-1,0 1,-1 0,0 0,-1 0,-1 1,-1 0,0 0,0 1,-1 0,-11-12,16 22,0-1,0 0,0 1,0 0,-1 0,1 0,-1 1,0-1,0 1,0 0,0 0,0 1,0 0,0-1,0 2,-1-1,1 1,0 0,-1 0,1 0,0 1,-1-1,1 1,0 1,0-1,0 1,0 0,0 0,0 0,0 1,1 0,-1 0,1 0,0 0,0 1,0-1,0 1,-4 8,0 1,1-1,0 1,1 1,0-1,1 1,1 0,0 0,1 0,1 1,0-1,1 1,0-1,1 1,1-1,0 1,1-1,1 1,0-1,1 0,0 0,1-1,1 1,0-1,1 0,0 0,4 3,8 8,1-1,1-1,1-1,1-1,1-1,0-1,2-1,0-1,0-1,2-2,0 0,0-2,1-1,0-2,1 0,15 0,98 21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1:43.5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67 186,'-12'-16,"-3"-3,1 6,2 15,4 18,3 17,5 18,1 14,4 10,1 6,-1 2,-1-2,-1-10,-2-12,0-17</inkml:trace>
  <inkml:trace contextRef="#ctx0" brushRef="#br0" timeOffset="861.694">200 533,'6'2,"-1"-1,0 1,1 0,-1 0,0 1,0 0,-1 0,1 0,0 0,-1 0,0 1,0 0,0 0,0 0,-1 1,1-1,-1 1,0 0,2 5,7 12,-1 0,-1 2,-1-1,-1 1,-2 0,0 1,-1-1,-1 1,-1 4,-3-24,0-4,-1 0,1 1,-1-1,1 1,0-1,0 1,0-1,0 1,0-1,0 0,0 1,0-1,0 1,1-1,-1 1,1-1,-1 0,1 1,0-1,-1 0,1 1,0-1,0 0,0 0,0 0,0 0,0 0,0 0,0 0,0 0,0 0,1 0,-1-1,0 1,1 0,-1-1,0 0,1 1,-1-1,1 0,-1 1,1-1,-1 0,1 0,7-7,-1-1,-1 0,1 0,-1-1,-1 0,0 0,0 0,-1-1,0 0,0 0,0-3,-5 13,59-161,-59 160,10-21,-10 21,0 1,0 0,1 0,-1-1,0 1,0 0,0 0,1-1,-1 1,0 0,0 0,1 0,-1-1,0 1,0 0,1 0,-1 0,0 0,1 0,-1 0,0 0,1 0,-1 0,0-1,0 1,1 0,-1 1,0-1,1 0,-1 0,0 0,1 0,-1 0,0 0,1 0,-1 0,0 0,0 1,1-1,-1 0,0 0,0 0,1 1,-1-1,0 0,0 0,0 1,1-1,-1 0,0 0,0 1,0-1,0 0,0 0,0 1,0-1,1 0,-1 1,0-1,0 0,0 1,0-1,0 0,0 1,0-1,0 0,-1 1,1-1,0 0,44 147,-42-139,0-1,1 0,0 0,1 0,-1 0,1-1,1 1,-1-1,1 0,0-1,0 1,1-1,-1 0,1 0,1 0,-1-1,1 0,-1-1,1 1,0-1,0 0,0-1,1 0,-1 0,1 0,-1-1,1 0,0-1,6 0,-5-2,-1-1,1 0,-1 0,0-1,0 0,-1 0,1-1,-1 0,0 0,0-1,0 0,-1 0,0-1,0 1,-1-1,0-1,0 1,0-2,8-13,-2-1,0 0,-2 0,-1-1,5-20,3-31,-3 0,-3-1,-3 0,-4-1,-3 0,-5-15,-4 17,9 75,-1 1,1-1,0 1,0-1,0 0,-1 0,1 1,0-1,-1 0,1 1,0-1,0 0,-1 0,1 0,0 1,-1-1,1 0,-1 0,1 0,0 0,-1 0,1 0,0 0,-1 0,1 1,-1-1,1-1,0 1,-1 0,1 0,-1 0,1 0,0 0,-1 0,1 0,0 0,-1-1,1 1,0 0,-1 0,1 0,0-1,-1 1,1 0,0-1,0 1,-1 0,1 0,0-1,0 1,0 0,-1-1,1 1,0-1,0 1,0 0,0-1,0 1,0 0,0-1,0 1,0-1,-7 17,1 1,1-1,1 1,0 0,2 0,-2 16,1-7,-11 82,6 0,4 1,7 60,-1-143,0-1,2 0,1 1,2-1,7 20,-12-39,0 1,1 0,0-1,1 1,-1-1,1 0,1 0,-1-1,1 1,0-1,0 0,0 0,1-1,0 1,0-1,0 0,0-1,0 0,1 0,0 0,-1-1,8 2,-3-4,1 0,0-1,0 0,0-1,-1-1,1 0,-1 0,0-1,0 0,0-1,0-1,-1 1,0-2,0 1,-1-1,1-1,-1 0,-1 0,8-10,-5 7,-1-1,0 0,-1 0,0-1,-1-1,0 1,-1-1,-1-1,0 1,-1-1,0 0,-1 0,-1-1,-1 1,1-9,-3 22,1 0,-1 0,1 0,-1 0,0 0,1 0,-1 0,0 0,-1 0,1 0,0 0,0 0,-1 0,1 0,-1 0,0 0,0 0,0 0,0 1,0-1,0 0,0 1,0-1,0 0,-1 1,1 0,-1-1,1 1,-1 0,0 0,1 0,-1 0,0 0,0 0,-2 3,1 0,0 0,-1 0,1 0,0 1,0-1,0 1,1 0,-1 0,1 0,-1 0,1 1,0-1,0 2,-6 7,2 0,-1 1,2-1,0 1,0 1,1-1,1 0,0 1,1 0,1 0,0-1,1 1,0 0,1 0,0 0,1 0,1-1,1 2,-1-7,1-1,0 0,0-1,0 1,1-1,0 0,0 0,1 0,-1 0,1-1,0 0,1-1,-1 1,1-1,0-1,0 1,6 1,5 2,1-1,-1-1,1-1,0-1,0 0,14-1,27 0</inkml:trace>
  <inkml:trace contextRef="#ctx0" brushRef="#br0" timeOffset="1102.734">762 292,'-16'-2,"-7"-1,8 0,24 1,31 0,33-1,33-1,27 1,-10 1</inkml:trace>
  <inkml:trace contextRef="#ctx0" brushRef="#br0" timeOffset="2129.517">1751 1054,'14'-38,"-1"0,-2 0,-2-1,-2 0,-1-1,-2 0,-2 0,-1 0,-3 1,-1-7,3 40,0 1,-1-1,0 0,0 1,0-1,0 1,-1-1,0 1,0 0,0 0,-1-1,0 2,0-1,0 0,0 0,-1 1,0 0,0 0,-2-2,5 6,0 0,0-1,-1 1,1 0,0 0,0 0,-1 0,1 0,0 0,-1 0,1 0,0 0,-1 1,1-1,0 0,0 1,0-1,-1 1,1 0,0-1,0 1,0 0,0 0,0-1,0 1,0 0,0 0,0 0,1 0,-1 0,0 1,1-1,-1 0,0 0,1 1,-15 45,14-43,1-1,0 0,0 1,0-1,0 0,1 1,-1-1,1 0,0 1,0-1,0 0,1 0,-1 0,1 0,-1 0,1 0,0 0,0-1,1 1,-1 0,0-1,1 0,-1 0,1 0,0 0,0 0,0 0,0-1,0 1,0-1,0 0,0 0,1 0,1 0,22 4,1-1,-1-2,1 0,-1-2,1-1,-1-1,1-2,-1 0,10-4,58-7,-94 14,1 0,0 1,-1-1,1 0,0 1,-1 0,1-1,0 1,0 0,-1 0,1 0,0 0,0 0,-1 0,1 0,0 1,-1-1,1 1,0-1,-1 1,1 0,-1-1,1 1,-1 0,1 0,-1 0,1 0,-1 1,0-1,0 0,1 0,-1 1,0-1,0 1,-1-1,1 1,0-1,0 1,-1 0,1-1,-1 1,1 1,-6 125,6-125,-1-1,1 0,0 0,-1 1,1-1,0 0,0 0,1 0,-1 0,0 0,1 0,-1 0,1-1,-1 1,1 0,0-1,0 0,0 1,0-1,0 0,0 0,0 0,0 0,0 0,0 0,1-1,-1 1,0-1,0 1,1-1,-1 0,1 0,-1 0,0 0,1-1,-1 1,1-1,85-25,-67 14,0-1,-1-2,-1 0,-1-1,0-1,-1 0,-1-1,0-1,-2-1,0 0,-1-1,-1 0,-1-1,2-8,-4 17,-10 33,-28 230,12 2,12 173,5-409,1-23,-2-30,-35-577,35 604,0-4,0 0,0 1,1-1,1 0,0 0,1 0,1 0,0 0,0 1,2 0,0 0,0 0,1 0,5-7,-8 17,-1 0,1 1,1-1,-1 1,0-1,1 1,-1 0,1 0,-1 1,1-1,0 1,0 0,0 0,0 0,0 0,0 1,0-1,0 1,0 0,0 1,0-1,0 0,0 1,0 0,2 1,6 2,-1 0,1 0,-1 1,0 1,-1 0,1 0,8 8,-7-5,0 1,-1 1,0-1,-1 2,0 0,-1 0,0 0,3 9,-9-16,0 1,0-1,-1 1,1 0,-1 0,-1 0,1 0,-1 0,0 0,-1 0,1 0,-1 1,-1-1,1 0,-1 0,0 0,0 0,-1 1,1-2,-1 1,-1 0,0 2,-5 2,1-1,-2 0,1 0,-1-1,0 0,-1-1,1 0,-2 0,1-1,-1 0,0-1,0 0,0-1,-1 0,1-1,-1 0,0-1,0-1,0 1,0-2,0 0,-10-1,-11-3</inkml:trace>
  <inkml:trace contextRef="#ctx0" brushRef="#br0" timeOffset="3044.205">2968 987,'0'-84,"-1"-58,13-74,-12 214,0 1,-1 0,1 0,0 0,0 0,0 0,0 0,0 0,0 0,0-1,0 1,0 0,0 0,1 0,-1 0,0 0,1 0,-1 0,1 0,-1 0,1 0,0 0,-1 0,1 0,0 1,-1-1,1 0,0 0,0 1,0-1,0 1,0-1,0 0,0 1,0 0,0-1,0 1,0 0,0-1,59 55,82 52,-137-103,-1-1,1 1,-1 0,1 0,-1 0,0 0,0 1,0 0,-1 0,1 0,-1 0,0 0,0 1,-1-1,1 1,-1 0,0 0,0 0,-1 0,0 0,1 0,-2 1,1-1,0 0,-1 0,0 1,-1-1,0 5,-81 156,81-164,0-1,0 1,0 0,0 0,0 0,1-1,-1 1,0 0,1 0,0 0,0 0,-1 0,1 0,0 0,0 0,1 0,-1 0,0 0,1 0,-1-1,1 1,-1 0,1 0,0 0,0-1,0 1,0 0,0-1,0 1,1-1,-1 1,0-1,1 1,-1-1,1 0,0 0,-1 0,1 0,0 0,0 0,-1 0,1-1,0 1,0-1,0 1,0-1,0 0,0 1,15 1,1-1,-1 0,1-2,-1 1,1-2,-1-1,1 0,-1-1,0-1,-1 0,1-1,-1-1,0-1,-1 0,0-1,1-1,-8 6,0-1,0 0,-1 0,0 0,0-1,0 0,-1-1,0 1,0-1,-1 0,1-1,-2 1,1-1,-1 0,0 0,-1-1,0 1,0-1,-1 1,0-1,0 0,-1 0,0 0,-1 0,0-3,-1 10,1-1,-1 0,0 0,0 1,-1-1,1 0,0 1,-1-1,0 1,1 0,-1-1,0 1,0 0,0 0,-1 0,1 1,0-1,-1 0,1 1,-1 0,1-1,-1 1,0 0,0 0,1 1,-1-1,0 0,0 1,0 0,0 0,0 0,0 0,0 0,1 0,-1 1,0-1,0 1,0 0,1 0,-1 0,0 0,1 1,-2 0,-3 4,0 0,1 1,-1 0,1 0,0 1,1 0,0 0,0 0,1 0,0 1,0 0,1 0,0 0,1 0,0 0,0 1,1-1,1 0,-1 1,1-1,1 3,-1-6,1 0,1 0,-1 0,1-1,0 1,0 0,0-1,1 1,0-1,0 0,1 1,-1-2,1 1,0 0,0-1,1 0,-1 0,1 0,0 0,0-1,0 0,1 0,-1 0,1-1,2 1,9 4,0-2,1 0,0-1,0-1,0-1,0 0,0-1,1-1,2 0,1 0,-1-1,0-1,1-1,-1-1,0-1,-1 0,1-2,-1 0,-1-2,1 0,-1-1,-1-1,0-1,-1 0,0-1,0-1,-2-1,0 0,0-1,-2 0,0-1,-1-1,0 0,3-11,-1-9,-3 0,0-1,-3 0,-2-1,-1 0,-2 0,-1 0,-2 0,-3-2,3 12,-2 1,-1-1,-1 0,-1 1,-2 0,-1 0,-2 1,0 0,-7-11,17 37,0 1,-1-1,1 0,-1 1,1-1,-1 0,0 1,0-1,1 1,-1-1,0 1,-1-1,1 1,0-1,0 1,0 0,-1 0,1 0,-1 0,1 0,-1 0,1 0,-1 0,1 1,-1-1,0 0,1 1,-1 0,0-1,0 1,1 0,-1 0,0 0,0 0,0 0,1 0,-1 0,0 1,0-1,1 1,-1-1,0 1,1 0,-1 0,1-1,-1 1,0 1,-6 9,1 1,1 0,0 0,0 0,1 0,1 1,0 0,1 0,0 0,1 0,0 9,1-16,-6 41,1 0,3 0,2 1,2 0,2-1,3 0,1 0,2 0,2-1,3 0,1-1,2-1,3 1,-14-31,0 0,1-1,1 0,0 0,1-1,0 0,1-1,1 0,-1 0,2-1,-1 0,1-1,1-1,0 0,0 0,0-1,1-1,0 0,5 0,21 0</inkml:trace>
  <inkml:trace contextRef="#ctx0" brushRef="#br0" timeOffset="3247.661">3730 360,'25'4,"31"2,38 0,39-2,36-3,-11-2</inkml:trace>
  <inkml:trace contextRef="#ctx0" brushRef="#br0" timeOffset="4160.229">4986 828,'-18'-5,"-1"1,0 1,0 0,0 2,0 0,0 1,0 1,-16 4,26-4,0 1,0 1,0 0,0 0,0 0,1 1,0 1,0 0,0 0,0 0,1 1,-1 0,2 0,-1 1,1 0,0 0,0 0,-3 7,6-9,-1 1,1 0,1 0,-1 0,1 1,0-1,1 1,-1-1,1 1,0 6,1-11,0 0,0 1,0-1,1 1,-1-1,0 0,1 0,0 1,0-1,0 0,0 0,0 0,0 0,0 0,1 0,-1 0,1 0,-1 0,1-1,0 1,-1-1,1 1,0-1,0 0,0 0,0 1,1-2,-1 1,0 0,0 0,1-1,0 1,10 0,0-1,0 0,0-1,0-1,0 0,0-1,0 0,0-1,-1 0,0-1,1 0,-2-1,1 0,-1-1,0-1,0 0,-1 0,4-5,-2 3,0-1,0 0,-1 0,0-1,-1-1,-1 0,0 0,-1-1,0 0,-1-1,-1 1,4-14,-8 14,-9 28,1 1,0 0,2 0,0 0,0 1,2-1,0 1,0 0,2 0,0 0,0-1,3 11,-2-22,1 1,-1-1,1 1,0-1,0 1,1-1,-1 0,1 0,0 0,0-1,0 1,1-1,-1 1,1-1,0 0,0-1,0 1,0-1,0 1,1-1,-1 0,1-1,-1 1,1-1,0 0,-1 0,4 0,2 0,0 0,0-1,0 0,0-1,0 0,0 0,0-1,0-1,0 0,0 0,-1 0,7-4,-8 1,1 0,0 0,-1-1,-1 0,1 0,-1 0,0-1,-1-1,1 1,-2-1,1 0,-1 0,-1 0,0-1,0 0,-1 0,0 0,0 0,-1 0,-1 0,0-1,0 1,-1-1,0 1,-1-1,0 1,-1 0,0-1,-1 1,0 0,0 0,-4-7,-15-31,23 47,-1 0,1 0,0 1,0-1,0 0,0 1,0-1,0 0,0 1,1-1,-1 1,0 0,0-1,0 1,0 0,1 0,-1 0,0 0,0 0,0 0,1 0,-1 0,0 0,0 1,0-1,0 0,1 1,-1-1,0 1,0-1,0 1,0 0,0-1,0 1,0 0,5 1,139 22,55 17,-195-40,0 0,1 0,-2 1,1 0,0 0,0 0,-1 1,1-1,-1 1,1 0,-1 1,0-1,-1 1,1 0,0-1,-1 2,0-1,0 0,0 1,-1-1,0 1,1 0,-1 0,-1 0,1 0,0 4,-18 148,18-153,0-1,0 1,0-1,1 0,-1 0,1 0,0 0,0 0,0-1,0 1,0-1,1 0,-1 0,1 0,-1 0,1-1,0 1,0-1,0 0,0 0,-1-1,1 1,0-1,0 0,0 0,0 0,0 0,0-1,4 0,6 1,-1-2,1 1,0-1,0-1,-1-1,0 0,1 0,-1-2,-1 1,1-2,-1 1,0-2,-1 0,0 0,0-1,-1 0,0-1,0 0,-1-1,0 0,-1 0,-1-1,0 0,0 0,-1 0,0-1,-2 0,1 0,-1-1,-1 1,-1-1,1-4,-3 15,1 0,-1 1,1-1,-1 0,0 0,0 0,0 0,-1 0,1 0,-1 0,1 0,-1 0,0 0,0 1,-1-1,1 0,0 1,-1-1,1 1,-1-1,0 1,0 0,0 0,0 0,-1 0,1 0,0 0,-1 0,1 1,-1-1,0 1,1 0,-1 0,0 0,0 0,0 0,-2 1,-2 2,1 0,-1 1,1 1,-1-1,1 1,0 0,1 0,-1 1,1-1,-1 1,1 1,1-1,-1 1,1 0,0 0,0 0,1 0,0 1,0-1,0 1,1 0,0 0,0 0,1 0,-1 6,1-8,0-1,1 1,-1 0,1 1,0-1,1 0,-1 0,1 0,0-1,0 1,0 0,1 0,0 0,0-1,0 1,0-1,1 1,0-1,-1 0,2 0,-1 0,0-1,1 1,0-1,0 0,0 0,0 0,0 0,0-1,1 1,-1-1,1-1,0 1,4 1,15 3,0 0,1-2,-1-1,1 0,7-2,53 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2:00.8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354 1,'-23'4,"-21"11,-15 17,-3 18,1 19,12 23,13 19,16 17,20 10,22 0,20-8,19-15,15-17,9-22,-11-23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2:01.6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323 144,'3'7,"-2"-3,0 0,1 0,0 0,0 0,0 0,0 0,0-1,1 1,0-1,0 1,0-1,0 0,0 0,1 0,-3-4,0 0,-1 1,1-1,0 0,0 0,-1 0,1 0,-1 0,1 0,-1-1,1 1,-1 0,1 0,-1 0,0 0,0 0,0-1,0 1,0 0,0 0,0 0,0-1,0 1,0 0,-1 0,1 0,0 0,-1 0,1-1,-1 1,0 0,1 0,-1 0,-3-10,-1 1,0 0,-1 0,0 0,0 1,-1-1,-1 2,1-1,-1 1,-1 0,1 1,-1-1,0 2,-1 0,0 0,0 0,0 1,-1 1,0 0,1 0,-1 1,-1 1,-7-2,14 4,0 0,0 0,0 1,0 0,0 0,0 0,0 0,0 1,1 0,-1 0,0 0,1 0,0 1,0 0,-1 0,2 0,-1 0,0 1,1-1,-1 1,1 0,0 0,0 0,1 1,-1-1,1 1,0-1,0 2,-6 12,2 1,0 0,1 0,1 0,1 1,0 12,0-7,1 0,1 0,2 1,0-1,2 0,1 0,0 0,2 0,1-1,1 0,1-1,1 1,1-2,1 1,1-2,1 0,9 9,-15-21,1-1,1 0,-1-1,1 0,1 0,-1-1,1 0,0-1,1 0,-1-1,1-1,0 1,0-2,0 0,0 0,0-1,0-1,1 0,-1 0,0-1,0-1,0 0,0-1,0 0,0-1,-1 0,1-1,4-3,4 0,-2-1,1-1,-1-1,-1-1,0 0,-1-1,0-1,-1 0,0-1,-2-1,1 0,-2-1,0 0,-1-1,-1-1,-1 1,4-12,-13-4,0 33,-1 1,1-1,-1 1,1 0,-1-1,1 1,-1-1,1 1,-1 0,1 0,-1-1,0 1,1 0,-1 0,0 0,1 0,-1 0,1 0,-1 0,0 0,1 0,-1 0,0 0,1 0,-1 0,1 0,-1 0,0 1,1-1,-1 0,1 1,-1-1,1 0,-1 1,1-1,-1 0,1 1,-1-1,1 1,-1-1,1 1,0-1,-1 1,1 0,0-1,-1 1,1-1,0 1,0 0,-5 4,-1 0,2 1,-1-1,1 1,0 0,0 1,0-1,1 1,0 0,1-1,-1 1,1 1,1-1,-1 0,1 0,0 1,1-1,0 0,0 1,0-1,1 0,0 1,1-1,0 0,0 0,0 0,1 0,0-1,0 1,1-1,0 2,9 4,0-1,1 0,0-1,1 0,0-1,0-1,1 0,0-1,0-1,1 0,0-1,0-1,0-1,0 0,17 0,160 7,-106-14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2:02.3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0 464,'10'5,"1"0,-1-1,1 0,0-1,0 0,0-1,0 0,0-1,0 0,1-1,-1 0,0-1,1 0,4-1,28-4,1-3,-1 0,0-3,-1-2,-1-2,0-1,-1-2,-1-3,12-9,-37 23,0-1,-1 0,0-2,-1 1,0-2,-1 1,0-2,-1 1,-1-2,5-6,-14 18,1 0,-1 0,0 0,1 0,-1 0,0 0,0 0,-1 0,1 0,0 0,-1-1,1 1,-1 0,0 0,0-1,0 1,0 0,0-1,0 1,0 0,-1 0,1-1,-1 1,0 0,0 0,0 0,0 0,0 0,0 0,0 0,-1 0,1 0,-1 1,1-1,-1 0,0 1,0-1,-1 0,-3 1,0-1,0 1,0 1,0-1,0 1,0 0,0 0,0 1,0 0,0 0,0 0,0 1,0 0,1 0,-1 0,1 1,-1 0,1 0,0 0,0 1,0-1,1 1,-1 0,1 1,0-1,0 1,0 0,1 0,0 0,0 0,0 1,0-1,1 1,0 0,0 2,-9 31,2 0,2 1,2 0,1 0,2 0,2 1,2-1,1 0,3 0,4 18,8 60,1 1,-5 1,-6 0,-5 23,-2-127,-2 1,-1-1,0 0,0 0,-2-1,0 1,-1-1,0 0,-6 10,-5 0</inkml:trace>
  <inkml:trace contextRef="#ctx0" brushRef="#br0" timeOffset="517.129">415 799,'-2'-2,"1"0,0 0,0 0,0 1,0-2,0 1,0 0,1 0,-1 0,1 0,0 0,-1 0,1-1,0 1,0 0,0 0,0 0,1 0,-1-1,1 1,-1 0,1 0,0 0,0 0,0 0,0 0,0 0,0 0,0 1,1-1,-1 0,1 1,-1-1,1 1,0-1,-1 1,1 0,0 0,0 0,0 0,0 0,1 0,21-10,1 1,1 1,0 2,0 1,0 0,1 2,9 1,-25 1,13-1,1-2,1 2,0 1,0 1,-1 1,19 3,-42-3,0 1,0-1,0 1,1 0,-1-1,0 1,0 0,0 0,0 1,0-1,-1 0,1 1,0-1,-1 1,1-1,-1 1,1 0,-1 0,0 0,1 0,-1 0,0 0,0 0,-1 0,1 0,0 0,-1 0,1 1,-1-1,0 0,0 0,0 1,-8 78,4-60,3-14,-1-5,1 0,0 1,1-1,-1 0,0 1,1-1,-1 1,1-1,0 1,0 0,0-1,0 1,0-1,0 1,1-1,-1 1,1-1,0 1,0-1,0 1,0-1,0 0,1 0,-1 0,0 1,1-1,0 0,-1-1,1 1,0 0,0 0,0-1,0 0,1 1,-1-1,5-1,0 0,1-1,-2 0,1-1,0 0,0 0,0 0,-1-1,1 0,-1 0,0 0,0-1,0 0,0 0,-1-1,0 0,0 0,0 0,0 0,-1-1,2-2,4-8,0 1,0-2,-2 0,0 0,-1 0,5-17,-5 13,-11 79,3-45,-1-7,0 1,1-1,0 1,0 0,0-1,1 1,0 0,0-1,1 1,0 0,0-1,1 1,-1-1,2 1,-1-1,0 0,1 0,1 0,-1 0,1 0,-1-1,2 0,-1 0,0 0,5 4,11 0</inkml:trace>
  <inkml:trace contextRef="#ctx0" brushRef="#br0" timeOffset="863.766">1377 665,'-2'8,"0"0,1 0,0 0,0 0,1 0,0 0,0 0,1 0,0 0,1 0,-1 0,2 0,-1-1,1 1,0-1,0 0,1 1,0-2,1 1,-1 0,1-1,0 0,1 0,0 0,0-1,0 0,0 0,1 0,0-1,0 0,0-1,2 1,0-2,-1-2,1 1,0-1,-1 0,1-1,0 0,-1-1,1 1,0-2,-1 1,0-1,0 0,0-1,0 0,0 0,-1-1,0 0,0 0,0-1,-1 0,1 0,-1 0,-1-1,1 0,-1 0,-1 0,1-1,-1 0,0 1,-1-2,0 1,0 0,-1-1,0 1,0-1,-1 1,0-6,-5-14,4 28,-1-1,1 1,0 0,0-1,0 1,0 0,-1-1,1 1,0 0,0-1,-1 1,1 0,0 0,0-1,-1 1,1 0,0 0,-1-1,1 1,0 0,-1 0,1 0,0 0,-1 0,1 0,-1-1,1 1,0 0,-1 0,1 0,0 0,-1 0,1 0,-1 1,1-1,0 0,-1 0,1 0,0 0,-1 0,1 0,0 1,-1-1,1 0,0 0,-1 1,1-1,0 0,0 0,-1 1,1-1,0 0,0 1,-1-1,1 0,0 1,0-1,0 0,0 1,0-1,0 0,-1 1,1-1,0 1,0-1,0 0,0 1,-3 5,0 0,1 0,0 0,0 0,0 1,0-1,1 1,0-1,1 1,-1-1,1 1,0 0,1-1,0 1,0-1,0 1,1-1,0 0,0 1,1-1,-1 0,1 0,1-1,-1 1,1-1,0 1,0-1,0 0,2 0,2 1,0-1,0 1,1-2,0 1,0-2,0 1,0-1,9 2,30 6</inkml:trace>
  <inkml:trace contextRef="#ctx0" brushRef="#br0" timeOffset="1506.608">2286 745,'-4'-2,"0"0,-1 0,1 0,-1 1,1-1,-1 1,1 0,-1 0,0 1,1-1,-1 1,0 0,0 0,1 1,-1 0,0-1,1 2,-1-1,0 0,1 1,0 0,-1 0,1 0,0 1,0-1,0 1,1 0,-1 0,0 0,1 1,0-1,0 1,0 0,0 0,0 1,2-2,0 1,1-1,-1 0,1 0,0 0,0 1,0-1,0 0,1 0,-1 0,1 0,0 0,-1 1,2-1,-1 0,0-1,1 1,-1 0,1 0,0-1,0 1,0-1,0 1,0-1,0 0,1 0,-1 0,1 0,0 0,86 41,-70-37,1-2,-1 0,0-1,1-1,0-1,-1-1,1 0,14-4,-24 3,-1 0,0-1,0-1,0 0,0 0,-1 0,1-1,-1-1,0 1,0-1,0-1,-1 1,0-2,0 1,0 0,-1-1,0-1,0 1,2-4,2-13,-1 0,0-1,-2 0,-1-1,-1 1,-2-1,0 0,-1 0,-2 0,-1 0,-2-9,3 2,-4-129,-15-82,5 167,14 77,0 0,0 1,0-1,0 1,0-1,0 0,1 1,-1-1,0 1,0-1,0 0,0 1,0-1,-1 0,1 1,0-1,0 1,0-1,0 0,0 1,0-1,-1 0,1 1,0-1,0 0,0 1,-1-1,1 0,0 0,-1 1,1-1,0 0,0 0,-1 1,1-1,-1 0,1 0,0 0,-1 0,1 0,0 1,-1-1,1 0,0 0,-1 0,1 0,-1 0,1 0,0 0,-1 0,1 0,-1-1,1 1,0 0,-1 0,1 0,0 0,-1 0,1-1,0 1,-1 0,1 0,0-1,-1 1,-7 46,2 1,2-1,2 1,1 3,1-45,0 71,2 0,5-1,2 1,3-2,15 45,-25-112,0 2,0 0,0 0,0 0,1-1,1 1,-1-1,1 0,1 0,-1 0,2 0,-1-1,1 0,0 0,0 0,1-1,5 4,-5-9,0 0,0-1,1 0,-1-1,0 1,0-1,0 0,1-1,-1 0,0 0,-1-1,1 0,0 0,-1 0,0-1,0 0,0 0,0 0,0-1,-1 0,0 0,0-1,3-4,103-115,-111 124,0 1,0-1,1 0,-1 0,0 1,1-1,-1 0,0 1,1-1,-1 1,1-1,-1 0,0 1,1-1,0 1,-1-1,1 1,-1-1,1 1,0 0,-1-1,1 1,0 0,-1-1,1 1,0 0,0 0,-1 0,1 0,0-1,-1 1,1 0,0 0,0 1,-1-1,1 0,0 0,0 0,-1 0,1 1,0-1,-1 0,1 0,0 1,-1-1,1 1,0-1,-1 1,1-1,-1 1,1-1,-1 1,1-1,-1 1,1 0,-1-1,0 1,1 0,-1-1,0 1,0 0,1-1,-1 1,0 0,0 0,6 74,-7-65,1 1,1 0,0 0,0-1,1 1,0-1,1 1,0-1,1 0,3 8,-5-15,0 0,1 0,-1 0,0 0,1-1,0 1,0-1,0 1,0-1,0 0,0 0,0-1,1 1,-1 0,1-1,-1 0,1 0,-1 0,1 0,0-1,-1 1,1-1,0 0,0 0,-1-1,1 1,0-1,0 0,22-5</inkml:trace>
  <inkml:trace contextRef="#ctx0" brushRef="#br0" timeOffset="1763.919">3115 505,'-18'-7,"-13"-2,-11-2,3 1</inkml:trace>
  <inkml:trace contextRef="#ctx0" brushRef="#br0" timeOffset="1963.385">2500 304,'21'-9,"22"-6,24-2,22 2,15 4,9 3,-15 3</inkml:trace>
  <inkml:trace contextRef="#ctx0" brushRef="#br0" timeOffset="2279.057">3503 866,'12'-6,"1"1,-1-2,-1 0,1 0,-1-1,0 0,-1-1,0 0,-1-1,1 0,-2 0,1-1,-2 0,1 0,-2-1,0 0,0-1,-1 1,0-1,-1 0,-1 0,2-11,-5 19,0 1,0-1,0 1,-1-1,0 1,0-1,0 1,0 0,-1-1,1 1,-1 0,0 0,-1 0,1 0,-1 0,0 1,1-1,-2 1,1 0,0 0,-1 0,1 0,-1 0,0 1,0 0,0 0,0 0,0 0,0 0,-1 1,1 0,-1 0,1 0,-1 0,1 1,-1 0,1 0,-1 0,1 0,-1 1,1 0,-1 0,1 0,0 0,-1 1,1 0,-1 1,0 0,0 1,0-1,0 1,1 0,0 1,0-1,0 1,0 0,1 0,-1 0,1 0,1 1,-1-1,1 1,0 0,0-1,1 1,-1 0,1 0,1 0,-1 0,1 0,0 0,0 0,1 0,0 0,0 0,0 0,1 0,0 0,0 0,0-1,1 1,0-1,0 0,2 3,2 0,0 1,1-1,0-1,1 0,-1 0,1 0,1-1,-1-1,1 0,0 0,0 0,1-2,-1 1,9 1,151 19,-85-19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1:58.6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345 600,'0'-5,"0"1,-1-1,0 0,0 0,0 1,0-1,-1 0,0 1,0 0,0-1,-1 1,1 0,-1 0,0 0,0 0,0 1,-1-1,1 1,-1 0,0 0,0 0,0 0,0 1,0 0,0 0,-1 0,1 0,-1 1,0-1,1 1,-1 0,0 1,0-1,0 1,0 0,-3 1,-8 3,1 2,1 0,-1 1,1 1,0 0,1 0,0 2,0 0,1 0,0 1,1 0,0 1,1 0,0 1,-1 3,11-16,-1 1,0 0,-1 0,1 0,-1 0,1 1,0-1,0 0,0 1,0-1,0 0,0 1,0-1,1 1,-1 0,0-1,1 1,-1-1,1 1,0 0,-1 0,1-1,0 1,0 0,0-1,0 1,0 0,1 0,-1-1,0 1,1 0,0-1,-1 1,1-1,0 1,0-1,-1 1,1-1,0 1,1-1,-1 0,0 1,1 0,13 0,0 0,0-1,0 0,0-1,0-1,0 0,8-3,-17 4,28-6,0 0,-1-3,1 0,-2-3,16-7,-47 19,0 0,0 0,1 0,-1 0,0 0,0 0,1 0,-1 0,0 0,0 0,0 1,1-1,-1 0,0 1,0-1,0 1,0-1,0 1,0 0,0 0,0-1,0 1,0 0,0 0,0 0,-1 0,1 0,0 0,0 0,-1 0,1 0,-1 0,1 0,-1 1,0-1,1 0,-1 0,0 0,0 1,0-1,0 0,0 0,0 1,0-1,0 0,-1 0,1 0,0 1,-1-1,1 1,1 6,8 70,7 56,-2 131,-13-254,0-1,-1 1,-1 0,0 0,0 0,-1 0,0-1,-1 1,0-1,-1 0,0 0,-1 0,0 0,0-1,-1 1,0-1,-7 7,8-13,0-2,0 1,0 0,0-1,-1 0,1 0,0-1,0 1,-1-1,1 0,0-1,0 1,-1-1,1 0,0 0,0-1,0 0,0 0,0 0,0 0,1-1,-1 1,1-1,0 0,-1-1,1 1,1-1,-1 0,1 0,-1 0,1 0,0-1,0 0,-16-21</inkml:trace>
  <inkml:trace contextRef="#ctx0" brushRef="#br0" timeOffset="845.738">599 881,'-4'-51,"2"-1,3 1,1-1,11-50,1-45,-10 80,-4 67,0-1,0 0,1 0,-1 1,0-1,1 0,-1 1,1-1,-1 0,1 1,-1-1,1 0,-1 1,1-1,0 1,-1-1,1 1,0 0,-1-1,1 1,0 0,-1-1,1 1,0 0,0 0,0-1,-1 1,1 0,0 0,0 0,0 0,-1 0,1 0,0 1,0-1,0 0,-1 0,1 0,0 1,0-1,-1 0,1 1,0-1,-1 1,1-1,0 1,-1-1,1 1,-1-1,1 1,-1 0,1-1,-1 1,1 0,-1-1,0 1,1 0,-1 0,0-1,0 1,1 0,8 6,44 25,-38-24,-1 0,0 0,-1 2,1 0,-2 0,0 1,11 12,-19-16,0 0,-1 1,1 0,-1 0,-1 0,0 0,0 1,-1-1,1 1,-2-1,1 1,-1-1,-1 1,0-1,0 1,0-1,-1 0,0 0,-1 1,0-1,-2 3,-11 64,15-71,1-1,-1 1,1-1,0 1,1 0,-1-1,1 1,-1-1,1 1,0-1,0 1,1-1,-1 1,1-1,0 0,-1 0,1 0,1 0,-1 0,0 0,1-1,-1 1,1-1,0 0,0 0,0 1,0-2,0 1,0 0,1-1,-1 1,3-1,17 5,0-1,0-2,1 0,-1-1,1-2,-1 0,1-1,-1-2,1 0,21-7,-23 6,0 0,-1-2,1-1,-1 0,-1-1,0-1,0-2,-1 1,0-2,-1-1,1-1,-16 12,-1 1,1-1,-1 0,0 0,0 0,1-1,-1 1,-1 0,1-1,0 0,-1 1,1-1,-1 0,0 0,0 1,0-1,0 0,0 0,-1 0,1 0,-1-1,0 1,0 0,0 0,0 0,-1 0,1 0,-1 0,1 0,-1 0,0 0,-1 0,1 1,0-1,-1 0,1 1,-1-1,0 1,0-1,0 1,-1-1,-1 0,-1 0,0 0,0 1,0-1,0 1,0 0,0 1,0-1,-1 1,1 0,-1 0,1 1,-1 0,1 0,-1 0,1 0,-1 1,1 0,0 0,-1 0,1 1,0 0,0 0,0 0,0 1,0 0,0 0,1 0,0 0,-1 1,1-1,0 1,1 0,-1 0,1 1,-1-1,2 1,-1 0,0 0,1-1,0 2,0-1,0 0,1 0,-1 1,1-1,1 1,-1-4,1 1,0 0,0 0,0-1,1 1,-1 0,1-1,-1 1,1 0,0-1,0 1,0-1,0 1,1-1,-1 0,1 1,-1-1,1 0,0 0,0 0,0 0,0-1,0 1,0 0,0-1,1 1,-1-1,0 0,1 0,-1 0,1 0,0 0,1 0,4 1,0-1,1 1,-1-1,0-1,1 0,-1 0,1-1,-1 1,0-2,4 0,-4 0,-1 1,1-1,-1 0,0-1,0 0,0 0,0-1,0 0,-1 0,1 0,-1-1,0 0,0 0,-1-1,0 1,0-1,0 0,0-1,-1 1,0-1,-1 0,2-3,-6 11,1-1,0 1,-1-1,1 0,-1 1,1-1,-1 0,1 0,-1 1,1-1,-1 0,1 0,-1 0,1 0,-1 0,1 1,-1-1,1 0,-1 0,1 0,-1-1,1 1,-1 0,0 0,1 0,-1 0,1 0,-1-1,1 1,-1 0,1 0,0-1,-1 1,1 0,-1-1,1 1,-1 0,1-1,0 1,-1-1,1 1,0 0,0-1,-1 1,1-1,0 1,0-1,0 1,-1-1,1 1,0-1,0 0,-3 5,1 0,-1 0,1 0,0 0,0 0,0 1,0-1,1 1,0-1,0 1,0 0,1-1,-1 1,1 0,0 0,0-1,1 1,-1 0,1-1,0 1,1 0,-1-1,1 1,0-1,0 0,0 0,0 0,1 0,0 0,0 0,0 0,0-1,0 0,4 3,0-2,0 0,0-1,1 0,-1 0,1 0,-1-1,1-1,0 1,0-1,0 0,0-1,0 0,0 0,5-1,29-4</inkml:trace>
  <inkml:trace contextRef="#ctx0" brushRef="#br0" timeOffset="1215.748">1815 467,'30'-16,"10"3,-1-2,-1-1,0-3,-1 0,-1-3,-1 0,-1-3,-1-1,-1-1,4-7,-30 28,0 1,-1-2,1 1,-2 0,1-1,-1 0,0 0,0-1,-1 1,0-1,0 1,-1-1,0 0,0 0,-1 0,0 0,0 0,-1 0,0-1,-1 1,1 0,-2 0,0-6,-1 12,1-1,0 1,-1-1,0 1,1 0,-1 0,0 0,0 1,0-1,0 1,0-1,-1 1,1 0,0 0,0 1,-1-1,1 1,-1-1,1 1,-1 0,1 0,0 1,-1-1,1 1,-1-1,1 1,0 0,0 1,0-1,-1 0,1 1,0 0,1 0,-1 0,0 0,0 0,1 0,-1 1,1-1,0 1,0-1,-1 2,-6 8,-1 0,2 0,0 1,0 0,1 0,1 1,0 0,1 0,0 1,1-1,0 7,-18 167,22-79,5 0,5-1,14 56,5 59,-24-158,-3-15</inkml:trace>
  <inkml:trace contextRef="#ctx0" brushRef="#br0" timeOffset="1510.977">1855 801,'0'-4,"14"-5,24-2,27-6,28-5,17-6,9-4,-16 2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2:08.7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81,'4'-5,"0"0,1 0,0 0,0 1,0 0,0-1,1 2,0-1,0 1,0 0,0 0,0 1,1-1,-1 1,1 1,-1-1,1 1,0 1,3-1,14-2,0 2,-1 0,1 1,0 2,0 0,-1 2,0 0,1 2,-2 0,1 2,-1 0,17 9,-36-16,1 0,-1 0,0 0,0 1,0-1,0 1,0-1,0 1,0 0,0 0,0 0,-1 1,1-1,-1 1,0-1,0 1,0 0,0 0,0 0,-1 0,1 0,-1 0,0 0,1 0,-2 1,1-1,0 0,-1 1,1-1,-1 1,0-1,0 1,-1-1,1 0,-1 1,0 1,-5 3,-1 0,0 0,-1 0,0-1,0 0,-1-1,1 0,-10 5,-6 5,6-5,0 1,1 1,0 1,2 0,-1 1,2 0,0 2,1-1,0 2,2 0,0 0,1 1,1 0,0 1,2-1,0 2,-2 14,7-15,0 0,1 0,2 0,0 0,1 1,1-1,1 0,0-1,6 13,10 27</inkml:trace>
  <inkml:trace contextRef="#ctx0" brushRef="#br0" timeOffset="289.227">308 1150,'-9'12,"-1"3,1 0</inkml:trace>
  <inkml:trace contextRef="#ctx0" brushRef="#br0" timeOffset="536.078">816 68,'12'-15,"-9"10,1 0,0 0,0 0,1 0,-1 1,1-1,0 1,0 1,1-1,-1 1,1-1,-4 4,0 0,-1-1,1 1,0 0,-1 0,1 0,0 0,0 1,-1-1,1 0,0 1,-1-1,1 1,-1-1,1 1,-1 0,1 0,-1 0,1 0,-1 0,0 0,1 0,-1 0,0 1,0-1,0 0,0 1,0-1,0 1,11 16,0 0,-2 1,0 1,-2 0,0 0,-1 0,0 1,0 11,-5-25,16 58,-3 1,-3 0,-3 1,-2 1,-4-1,-3 1,-2 0,-4-1,-2 0,-14 52,15-94,0-1,-1 0,-2 0,0-1,-2-1,0 1,-1-2,-2 0,0-1,-1 0,-1-1,-1-1,-1 0,-75 47,0-18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2:05.3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47 782,'8'-29,"-2"-1,-1 0,-1 0,-2-1,-1 1,-1-1,-2 1,-1-1,-2 1,-2-7,4 21,-2 0,0 0,-1 1,0 0,-1 0,-1 0,-3-3,7 14,14 16,14 4,0-2,1 0,1-2,0-1,1-1,0-1,4 0,11 4,-23-7,-13-5,0 0,0 0,0 1,0 0,0 0,0 0,0 1,-1 0,1 0,-1 0,0 0,0 1,0 0,-1 0,1 1,-1-1,0 1,0 0,-1 0,1 0,-1 1,0-1,1 3,-7 79,1-82,1 0,-1 0,1 0,0 1,0-1,0 0,1 0,0 1,0-1,0 0,1 0,0 1,0-1,0 0,0 0,1 0,0 0,0 0,0 0,1-1,-1 1,1-1,1 0,-1 1,0-1,1-1,0 1,0 0,0-1,0 0,0 0,4 2,3-2,0 0,0 0,0-1,0 0,0-1,0 0,1 0,-1-2,0 1,0-1,0-1,1 0,-1-1,-1 0,1-1,0 0,-1 0,0-1,0-1,0 1,-1-2,0 1,0-1,0-1,-1 1,0-2,-1 1,0-1,0 0,-1 0,0-1,0 0,-1 0,-1 0,1-3,-3 10,-1 0,0 0,0 0,0-1,-1 1,1 0,-1 0,0 0,0 0,0-1,0 1,0 0,-1 0,1 0,-1 0,0-1,0 1,0 0,0 0,-1 1,1-1,-1 0,1 0,-1 1,0-1,0 1,-1-1,1 1,0 0,-1 0,1 0,-1 0,0 1,0-1,1 1,-1-1,0 1,0 0,0 0,-1 0,1 1,0-1,0 1,0 0,0 0,-1 0,1 0,-1 0,0 2,-1-1,1 1,0 0,0 0,0 0,0 1,1-1,-1 1,1 0,-1 0,1 0,0 1,0-1,0 1,1-1,-1 1,1 0,0 0,0 0,0 0,1 1,-1-1,1 0,0 1,0-1,1 1,-1-1,1 1,0-1,0 1,1-1,-1 1,1-1,0 1,0-1,1 0,-1 1,1-1,0 0,0 0,0 0,1 0,0 1,10 7,-1-1,1-1,1 0,-1 0,2-2,-1 0,1 0,1-1,-1-1,1-1,0 0,0-1,1-1,-1 0,1-1,0-1,0-1,3 0,50 2</inkml:trace>
  <inkml:trace contextRef="#ctx0" brushRef="#br0" timeOffset="785.04">1357 649,'0'-4,"0"1,-1 0,1-1,-1 1,0-1,0 1,0 0,-1 0,1-1,-1 1,1 0,-1 0,0 1,0-1,0 0,-1 1,1-1,-1 1,1-1,-1 1,0 0,0 0,0 1,0-1,0 1,0-1,-1 1,-1-1,-5-1,-1 0,1 1,-1 0,0 1,0 0,0 0,1 1,-9 1,13-1,0 0,0 1,-1-1,1 1,0 1,0-1,0 1,0 0,0 0,0 1,0 0,1 0,-1 0,1 0,0 1,0 0,0 0,1 1,-1-1,1 1,0 0,1 0,-1 0,0 1,4-3,-1-1,1 0,-1 0,1 0,0 1,0-1,0 0,0 0,0 0,1 1,-1-1,1 0,-1 0,1 0,0 0,0 0,0 0,0 0,0 0,0 0,0 0,1-1,-1 1,1 0,-1-1,1 1,0-1,0 0,-1 1,1-1,0 0,1 0,68 24,-51-22,0 0,1-2,-1-1,0 0,1-1,-1-1,0-2,0 1,-1-2,19-7,-27 8,-10 3,1-1,0 1,0 0,1 0,-1 0,0 1,0-1,0 0,1 1,-1 0,0-1,1 1,-1 0,0 0,1 0,-1 0,0 1,0-1,1 1,-1-1,0 1,0 0,0 0,1 0,-1 0,0 0,0 0,0 1,2 3,1 0,-1-1,1 0,0 0,1 0,-1 0,0-1,1 0,0 0,0 0,0-1,0 0,0 0,0 0,1-1,-1 0,2 0,4 1,1-1,-1 0,1-1,-1 0,1-1,0 0,-1-1,0 0,1-1,-1 0,0-1,-1-1,1 0,-1 0,0-1,0-1,-1 0,1 0,-1-1,-1 0,0-1,0 0,-1 0,0-1,5-9,0-5,-1-1,-1-1,-2 0,0 0,-2-1,-1 0,-1 0,-1-1,-2 1,0-1,-2 0,-1 0,-2 1,-1-7,1 15,0 1,-2-1,0 0,-1 1,-1 0,-2-3,7 16,0-1,-1 1,0 0,0 0,-1 0,0 0,1 1,-1-1,-1 1,1 0,-1 0,1 1,-1-1,0 1,-1 0,1 0,0 1,-1 0,1 0,-1 0,-4-1,5 3,0 0,0 0,0 0,0 1,0-1,0 1,0 1,0-1,0 0,1 1,-1 0,1 0,-1 1,1-1,0 1,-1 0,2 0,-1 1,0-1,1 1,-1-1,1 1,0 0,0 0,0 2,-6 7,2 1,-1 0,2 0,-1 1,2 0,0 0,-1 8,3-3,0 1,0 0,2 0,1 0,1 0,0-1,2 1,0 0,1-1,1 0,1 0,1 0,1 0,0-1,2-1,0 1,1-2,1 1,0-2,1 1,1-2,1 0,0-1,13 10,-13-12,0 0,1-1,1-1,0 0,0-1,1-1,7 2,-19-8,1 0,-1 0,0-1,1 0,0 0,-1 0,1-1,-1 0,1 0,-1-1,1 0,-1 0,1-1,-1 1,1-1,-1-1,0 1,0-1,0 0,-1-1,1 1,-1-1,2-1,5-8,0 1,0-2,-1 1,-1-1,-1-1,2-3,20-29,-21 41,-10 23,-1 2,-1-11,0 0,1 0,-1 0,2 0,-1 1,1-1,1 0,-1 1,2-1,-1 0,1 0,0 0,0 0,1 0,1 0,-1-1,1 0,0 1,0-1,1 0,0-1,1 0,2 4,11-1</inkml:trace>
  <inkml:trace contextRef="#ctx0" brushRef="#br0" timeOffset="997.474">2346 274,'0'14,"0"4</inkml:trace>
  <inkml:trace contextRef="#ctx0" brushRef="#br0" timeOffset="2712.462">2574 381,'9'-2,"1"1,0 0,0 0,0 1,0 1,-1-1,1 2,0-1,0 1,-1 1,1 0,-1 0,0 1,0 0,0 0,0 1,-1 0,0 1,0 0,0 0,-1 1,0-1,0 2,0-1,-1 1,-1 0,1 0,-1 1,-1 0,1 0,-1 0,2 9,6 20,-1 1,-3 0,-1 0,-1 1,-3 0,-1 0,-2 16,-1-11,3 0,2-1,2 0,1 0,10 29,-15-65,0 1,1-1,0 0,0 0,1 0,0 0,0-1,1 1,0-1,0 0,0-1,1 1,0-1,1 0,-1-1,1 0,0 0,0 0,1-1,-1 0,1 0,0-1,0 0,1 0,-1-1,0 0,1 0,-1-1,1 0,5-1,-9 0,-1-1,0 1,0-1,0-1,0 1,-1 0,1-1,0 0,-1 0,1 0,-1 0,1 0,-1-1,0 1,0-1,0 0,0 0,-1 0,1-1,-1 1,0-1,0 1,0-1,0 0,0 1,-1-1,0 0,0 0,1-4,-1-3,1 1,-2-1,1 0,-2 0,1 1,-1-1,-1 0,0 1,-1-1,1 1,-2-2,-14-27,-2 0,-2 1,-1 1,-1 1,-2 2,-2 0,-1 2,-2 1,-1 1,-1 2,-1 1,-6-2,-74-43,114 72,0 0,1 0,-1 0,0 0,1 0,-1 0,0 0,0 0,1 0,-1-1,0 1,1 0,-1 0,0 0,0 0,1 0,-1-1,0 1,0 0,0 0,1 0,-1-1,0 1,0 0,0 0,0-1,0 1,1 0,-1 0,0-1,0 1,0 0,0-1,0 1,0 0,0-1,0 1,0 0,0 0,0-1,0 1,0 0,0-1,0 1,0 0,0 0,1-1,349-19,-294 16,0-4,0-1,-1-3,46-17,-27-13,-73 42,0-1,-1 0,1 1,0-1,-1 0,1 1,0-1,-1 0,1 0,-1 0,1 0,-1 1,1-1,-1 0,0 0,1 0,-1 0,0 0,0 0,0 0,0 0,0 0,0 0,0 0,0 0,0 0,0 0,0 0,-1 0,1 0,0 0,-1 0,1 0,-1 1,1-1,-1 0,1 0,-1 0,0 1,1-1,-1 0,0 1,0-1,1 0,-1 1,0-1,0 1,-47-18,40 16,-1 1,0 0,0 0,0 0,0 1,0 1,0 0,0 0,1 0,-1 1,0 0,1 1,-1 0,1 0,0 1,0 0,0 1,0 0,1 0,-5 4,10-7,1 0,-1 0,1 0,-1 0,1 1,0-1,-1 0,1 1,1-1,-1 1,0-1,1 1,-1-1,1 1,-1 0,1-1,0 1,0-1,1 1,-1 0,0-1,1 1,0-1,-1 1,1-1,0 1,0-1,1 0,-1 0,0 1,1-1,-1 0,1 0,0 0,0 0,1 1,82 55,-43-43,0 0,1-3,0-2,0-1,1-3,1-1,-1-3,1-1,30-4,-57 3,0-1,0 0,0-1,0-2,-1 1,1-2,-1 0,0-1,-1-1,13-7,-28 14,1-1,-1 1,1-1,-1 0,1 1,-1-1,0 0,1 0,-1 0,0 0,0 0,1 0,-1-1,0 1,0 0,0 0,-1-1,1 1,0-1,0 1,-1-1,1 1,-1-1,1 1,-1-1,0 1,0-1,0 0,1 1,-1-1,-1 1,1-1,0 0,0 1,-1-1,1 1,-1-1,1 1,-1-1,1 1,-1-1,0 1,0 0,0-1,0 1,0 0,0 0,0-1,0 1,-11-4,0 0,0 1,-1 0,1 1,-1 0,0 1,0 1,0 0,1 0,-1 1,-12 2,23-2,-5 1,1-1,-1 1,0 0,0 1,0-1,1 1,-1 1,1-1,0 1,-5 3,9-5,0 0,1 0,-1 0,0 1,1-1,-1 0,1 1,0-1,-1 1,1 0,0-1,0 1,0 0,0 0,0 0,0 0,1 0,-1 0,1 0,-1 0,1 0,0 0,0 0,0 0,0 0,0 0,0 0,0 0,1 0,-1 0,1 0,0 0,-1 0,1 0,0 0,0-1,1 2,4 5,1-1,1 0,-1 0,1-1,0 0,0 0,1 0,0-1,0-1,0 0,0 0,1-1,0 0,-1 0,1-1,0 0,0-1,1 0,-1-1,106 1,-114-1,0-1,0 1,0-1,0 1,0 0,0 0,0 0,-1 0,1 0,0 0,0 1,0-1,0 0,0 1,0 0,0-1,-1 1,1 0,0 0,-1 0,1 0,0 0,-1 1,1-1,-1 0,0 1,1-1,-1 1,0-1,0 1,0 0,0-1,0 2,0 1,1 0,-1 0,1-1,0 1,0-1,0 0,0 1,1-1,-1 0,1 0,0 0,0-1,0 1,0-1,0 1,1-1,-1 0,1 0,-1-1,1 1,0-1,-1 1,1-1,0-1,0 1,0 0,0-1,0 0,0 0,2 0,2-3,0-1,0 0,0 0,-1-1,0 0,0 0,0 0,0-1,-1 0,0-1,0 1,-1-1,1 0,-2-1,1 1,-1-1,0 0,0 0,-1 0,-1 0,1-1,-1 1,1-7,14-48,-13 42,2 0,0 0,2 0,0 1,1 0,5-6,-12 22,0 1,0-1,1 1,-1 0,1 0,0 0,0 0,0 0,0 0,0 1,0-1,1 1,-1 0,1 0,0 1,0-1,-1 1,1 0,0 0,0 0,0 0,0 0,0 1,1 0,-1 0,0 0,0 1,0-1,0 1,0 0,0 0,0 0,0 0,-1 1,1 0,0 0,-1 0,1 0,-1 0,0 1,0 0,0-1,3 4,0 6,0 1,-1 1,-1-1,0 1,0-1,-1 1,-1 0,0 0,-1 1,-1-1,0 0,-1 0,-1 0,0 2,-32 192,22-156,2 0,3 0,2 1,2 35,3-77,1 0,0 0,0 0,1 0,0 0,1 0,0 0,1-1,0 1,1-1,0 0,1-1,0 1,0-1,1 0,0 0,1-1,-1 0,2-1,-1 1,1-2,0 1,1-1,-1 0,1-1,9 3,-16-7,-1 0,1 0,0-1,0 1,0-1,0 1,0-1,0 0,0 0,0 0,-1-1,1 1,0-1,0 0,0 1,0-1,-1-1,1 1,0 0,-1-1,1 1,-1-1,1 0,-1 1,0-1,0 0,0-1,0 1,0 0,0-1,-1 1,1-1,-1 1,0-1,1 0,-1 1,0-1,-1 0,1 0,0-1,0-15,0 0,-2 0,0 0,-1 0,0 0,-2 0,0 0,-1 1,-1 0,-1 0,-1 0,0 1,-1 0,-1 1,-4-6,-13-22,-2 1,-2 2,-2 0,-1 3,-3 0,0 3,-8-3,41 34,-16-14,20 18,-1 0,1-1,0 1,0 0,-1 0,1 0,0-1,0 1,0 0,-1 0,1-1,0 1,0 0,0-1,0 1,0 0,0 0,0-1,0 1,0 0,0-1,0 1,0 0,0-1,0 1,0 0,0 0,0-1,0 1,0 0,0-1,0 1,0 0,1 0,-1-1,0 1,0 0,0 0,0-1,1 1,-1 0,0 0,0 0,1-1,-1 1,0 0,0 0,1 0,-1 0,0-1,1 1,-1 0,0 0,0 0,1 0,-1 0,0 0,1 0,-1 0,0 0,1 0,-1 0,0 0,112 0,92-4,-200 4,-1-1,1 1,-1 0,1 0,-1 0,1 0,-1 1,0-1,1 1,-1 0,0 0,1 0,-1 0,0 1,0-1,0 1,0 0,0 0,0 0,-1 0,1 0,-1 1,1-1,-1 1,0 0,2 2,4 17,-8-19,1 0,-1 1,1-1,0 0,1 1,-1-1,0 0,1 0,0 0,-1 0,1 0,0 0,1 0,-1-1,0 1,1-1,0 0,-1 0,1 0,0 0,0 0,0 0,0-1,0 0,1 1,-1-1,0 0,1-1,2 1,4-2,1-1,-1 0,0-1,1-1,-1 1,-1-2,1 1,-1-1,1-1,-1 0,-1 0,1 0,-1-1,4-5,-5 5,1 0,-1-1,-1 0,1 0,-1-1,-1 1,0-1,0 0,0-1,-1 0,-3 7,0 0,0 0,0 0,0 0,-1 0,1 0,-1 0,0 0,0 0,0 0,0 0,0 0,-1 0,1 0,-1 0,0 0,0 0,0 0,0 0,-1 1,1-1,-1 0,0 1,1-1,-1 1,0 0,-1-1,1 1,0 0,0 0,-1 1,0-1,1 0,-1 1,-1-1,-5-1,1 0,-2 0,1 1,0 0,0 0,-1 1,1 1,-1-1,1 2,0-1,-1 1,1 1,0 0,-1 0,1 0,0 1,1 1,-1 0,1 0,-1 0,1 1,0 0,1 1,-3 2,7-5,0-1,0 1,1 0,-1 0,1 0,0 0,0 0,0 1,0-1,0 1,1-1,0 1,0 0,0-1,0 1,0 0,1 0,-1-1,1 1,0 0,1 0,-1 0,0 0,1-1,0 1,0 0,0-1,1 1,-1 0,1-1,0 0,0 2,23 20,3-7</inkml:trace>
  <inkml:trace contextRef="#ctx0" brushRef="#br0" timeOffset="2892.978">5061 181,'-16'-2,"-10"-2,-7 4,-1 5,7 9,6 9,13 7,6-1</inkml:trace>
  <inkml:trace contextRef="#ctx0" brushRef="#br0" timeOffset="3135.331">5127 823,'16'6,"17"3,13-5,0-3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2:14.2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1 254,'16'3,"19"0,24-1,22-2,20-1,14-1,4 1,-3-1,-10 3,-23 2</inkml:trace>
  <inkml:trace contextRef="#ctx0" brushRef="#br0" timeOffset="291.215">121 401,'28'7,"26"2,25 0,22-2,17-5,5-4,-1-4,-22-2</inkml:trace>
  <inkml:trace contextRef="#ctx0" brushRef="#br0" timeOffset="591.93">830 1,'3'5,"0"-1,0 1,1-1,-1 1,1-1,0 0,1 0,-1-1,1 1,-1-1,1 0,0 0,5 1,-5-1,186 81,-149-70,0 3,-2 1,0 2,-1 2,1 2,-36-22,-1 0,1 0,-1 0,0 1,0-1,0 1,0-1,0 1,0 0,-1 0,0 0,1 1,-1-1,0 1,-1-1,1 1,-1-1,1 1,-1 0,0 0,0 0,-1 0,1 0,-1 0,0 0,0-1,0 1,-1 0,1 0,-1 0,0 0,-1 3,-7 6,0 0,0-1,-1-1,-1 1,0-2,0 1,-1-2,-1 0,1 0,-1-1,-11 5,17-9,-213 118,164-93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2:12.3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 67,'16'16,"14"14,14 11,10 8,8 5,2 2,0-2,-5-1,-8-2,-12-6,-13-5,-11-11</inkml:trace>
  <inkml:trace contextRef="#ctx0" brushRef="#br0" timeOffset="269.848">486 0,'-14'7,"-10"11,-10 14,-4 15,-8 16,-5 11,-6 5,-1 5,2-5,8-9,12-16,13-17</inkml:trace>
  <inkml:trace contextRef="#ctx0" brushRef="#br0" timeOffset="567.274">873 214,'16'0,"17"0,14 0,10-2,9-1,3 0,-6 0,-14 1</inkml:trace>
  <inkml:trace contextRef="#ctx0" brushRef="#br0" timeOffset="769.54">914 468,'27'2,"25"-1,24-3,20-7,12-5,-13 0</inkml:trace>
  <inkml:trace contextRef="#ctx0" brushRef="#br0" timeOffset="971.514">1930 348,'5'43,"-5"-32,1 1,0 0,0-1,1 1,1-1,0 0,1 1,0-1,0-1,1 1,1-1,0 0,0 0,2 1,-2-6,0-1,1-1,-1 1,1-1,0-1,0 1,0-1,0 0,1 0,-1-1,0 0,1-1,-1 1,1-2,-1 1,0-1,1 0,-1 0,0-1,0 0,1 0,-1-1,-1 1,1-2,0 1,-1-1,0 0,0 0,0-1,0 0,-1 0,1 0,-1-1,-1 1,2-2,-2-1,1 0,-1 0,0-1,-1 1,0-1,0 0,-1 0,0 0,-1 0,0 0,0 0,-1 0,0 0,0 0,-1-1,-1 1,1 0,-1 0,-1 1,0-1,0 0,-1 1,0 0,0 0,-1 0,0 0,0 1,-1-1,0 1,0 1,-1-1,1 1,-2 1,1-1,0 1,-1 0,0 1,-2-1,0 0,-1 0,0 1,0 1,0 0,0 0,-1 1,1 1,-1 0,1 0,-1 1,1 0,-1 1,1 1,-1 0,1 0,0 1,-1 1,2 0,-1 0,0 1,1 0,0 1,0 0,1 1,-1 0,2 0,-1 1,1 0,-1 1,-32 51,12-2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3:06.7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0 161,'18'0,"23"0,21 0,21 0,17 0,13 0,-1 2,-7 3,-17 3,-23 1</inkml:trace>
  <inkml:trace contextRef="#ctx0" brushRef="#br0" timeOffset="301.193">134 348,'25'7,"24"2,22-1,19-3,16-5,6-5,0-2,-21 1</inkml:trace>
  <inkml:trace contextRef="#ctx0" brushRef="#br0" timeOffset="525.593">709 0,'22'9,"20"12,13 10,12 8,5 7,-3 4,-8 3,-12 0,-17-1,-21 3,-26 0,-26 1,-24-3,-22-3,4-11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3:06.1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1 377,'47'-58,"-25"34,-1 0,-1-2,-1-1,-1 0,-2-1,0-1,-2 0,-2-1,0 0,2-14,-16 153,1-35,2 7,-4 0,-3 0,-4-1,-20 78,16-112</inkml:trace>
  <inkml:trace contextRef="#ctx0" brushRef="#br0" timeOffset="300.262">80 711,'21'-7,"15"-2,16 1,14 1,17 4,15 3,13 4,-12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3:05.2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 80,'14'3,"13"9,13 14,10 15,3 11,-4 10,-3 6,-6 4,-7-5,-5-9,-6-13,-7-16</inkml:trace>
  <inkml:trace contextRef="#ctx0" brushRef="#br0" timeOffset="218.942">521 1,'-23'18,"-19"22,-15 22,-13 19,-7 12,0 1,9-6,13-14,21-19,16-19</inkml:trace>
  <inkml:trace contextRef="#ctx0" brushRef="#br0" timeOffset="398.153">761 201,'19'4,"9"2,10 3,8-2,4-1,4-1,1-2,-2-2,-9 0</inkml:trace>
  <inkml:trace contextRef="#ctx0" brushRef="#br0" timeOffset="608.79">774 428,'-4'14,"7"6,17 1,23-7,23-7,20-9,14-8,-10-1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2:19.5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11164 5742,'19'-2,"23"-2,25 1,27 3,22 2,12 0,4 0,-4-1,-10 0,-16-2,-21-2,-24-2,-24-1,-18 1</inkml:trace>
  <inkml:trace contextRef="#ctx0" brushRef="#br0" timeOffset="320.657">11993 5434,'60'22,"0"-2,2-3,20 1,-19-4,-2 2,0 3,8 6,-65-24,-1 0,0 0,1 0,-1 0,0 0,0 1,0 0,0-1,0 1,0 0,0 1,-1-1,1 0,-1 1,1-1,-1 1,0 0,0 0,0 0,-1 0,1 0,-1 0,1 1,-1-1,0 0,-1 1,1-1,0 0,-1 4,-3 0,0 1,-1-1,0 0,0 1,-1-2,0 1,0-1,-1 1,0-1,0-1,0 1,0-1,-1 0,0-1,-5 3,3-1,-110 68,83-54,0 2,1 2,-23 21,21 4,37-33</inkml:trace>
  <inkml:trace contextRef="#ctx0" brushRef="#br0" timeOffset="-677.167">9413 5781,'-14'-260,"13"181,-4 92,-2 82,5 1,3 10,0-84,1 34,1-8</inkml:trace>
  <inkml:trace contextRef="#ctx0" brushRef="#br0" timeOffset="-368.016">9720 5715,'0'-16,"0"-14,0-9,0-2,0 0,0 7,0 9,0 18,0 18,3 18,2 16,3 10,7 6,5 0,7-3,5-8,-3-12</inkml:trace>
  <inkml:trace contextRef="#ctx0" brushRef="#br0" timeOffset="-1409.79">7394 5648,'16'0,"19"0,24 2,24 1,24 0,15-1,7 0,-4-1,-12 0,-17-1,-24 0,-26-3,-21 0</inkml:trace>
  <inkml:trace contextRef="#ctx0" brushRef="#br0" timeOffset="-1110.591">8116 5434,'50'23,"2"-3,1-1,14 0,6 4,-32-11,-6-2,0 1,-1 2,0 1,-1 2,29 19,-60-35,0 1,0 0,0 0,0 0,0 0,-1 1,1-1,0 0,-1 1,1-1,0 1,-1 0,0-1,1 1,-1 0,0 0,0 0,0 0,0 0,-1 0,1 0,0 0,-1 0,1 0,-1 1,0-1,0 0,0 0,0 0,0 1,0-1,-1 0,1 0,-1 0,1 0,-1 0,0 0,0 0,0 0,0 0,0 0,0 0,-1 0,0 0,-14 12,0-1,-1-1,-1-1,0-1,0 0,-1-1,-1-1,1-1,-2 0,-10 4,-7 3,16-6,0 1,0 0,0 1,1 2,-18 12,24-10</inkml:trace>
  <inkml:trace contextRef="#ctx0" brushRef="#br0" timeOffset="-2176.761">5308 5487,'-5'6,"-1"-1,1 1,0 0,0 0,1 1,0-1,0 1,0 0,1 0,0 0,1 1,-1-1,1 1,1-1,0 1,0 0,0 0,1-1,0 1,0 0,1 0,0-1,0 1,1 0,0-1,1 1,-1-1,1 0,1 0,-1 0,1 0,1 0,4 3,1-1,0 0,1 0,-1-1,2 0,-1-1,1-1,0 1,0-2,1 0,0 0,0-1,0-1,0 0,0-1,1 0,-1-1,1-1,0 0,-1-1,3 0,-10 0,1 0,-1 0,0-1,0 0,0 0,0 0,-1-1,1 0,-1 0,1 0,-1-1,0 0,0 0,0 0,-1 0,0-1,0 0,0 0,0 0,-1 0,0-1,0 1,0-1,0 0,-1 0,0 0,-1 0,1 0,-1 0,0 0,-1 0,1-1,-1 1,-1 0,1-1,-1 1,0 0,0 0,-1 0,0 0,0-1,-3-1,0 0,0 1,-1-1,0 1,0 1,-1-1,0 1,0 0,0 1,-1-1,0 1,0 1,0 0,0 0,-1 0,0 1,1 1,-1-1,0 1,0 1,-1 0,1 0,0 1,0 0,0 0,-1 1,1 0,0 1,0 0,0 1,0-1,1 2,-1-1,-2 3,8-5,0 1,0 0,0 0,0 0,0 0,1 0,-1 1,1-1,0 1,0 0,0-1,0 1,0 0,0 0,1 0,0 1,-1-1,1 0,0 0,1 1,-1-1,0 1,1-1,0 0,0 1,0-1,0 1,1-1,-1 1,1-1,0 2,13 27</inkml:trace>
  <inkml:trace contextRef="#ctx0" brushRef="#br0" timeOffset="-1861.603">5990 5715,'-10'-52,"-2"1,-2 1,-3 0,-17-37,19 56,9 44,27 162,-12-119,1-1,3-1,15 39,-17-64</inkml:trace>
  <inkml:trace contextRef="#ctx0" brushRef="#br0" timeOffset="-2987.066">3276 5568,'21'5,"22"1,25-1,20 0,19-2,10-1,2-1,-5 0,-13-1,-19-1,-21 1,-24-2,-21-1,-15 0</inkml:trace>
  <inkml:trace contextRef="#ctx0" brushRef="#br0" timeOffset="-2678.065">3905 5367,'23'15,"1"-1,1-1,0-1,1-1,22 5,-26-8,256 86,-203-58,-74-36,0 1,0 0,0 0,0 0,0 0,0 0,0 0,0 0,-1 0,1 0,0 0,-1 0,1 0,0 1,-1-1,0 0,1 0,-1 1,0-1,0 0,1 1,-1-1,0 0,0 1,-1-1,1 0,0 1,0-1,-1 0,1 0,0 1,-1-1,0 0,1 0,-1 0,0 1,1-1,-1 0,0 0,-43 38,42-37,-108 67,78-51,0 2,1 1,1 1,-13 14,25-15,8-6</inkml:trace>
  <inkml:trace contextRef="#ctx0" brushRef="#br0" timeOffset="-3699.167">1552 5408,'-8'-2,"1"2,-1-1,0 1,0 0,0 1,0-1,1 2,-1-1,0 1,1 0,-1 1,1-1,0 2,0-1,0 1,0 0,1 0,-1 1,1 0,0 0,1 0,-1 1,1 0,0 0,0 0,1 1,0 0,0 0,1 0,-1 0,2 0,-1 2,1 0,1 1,0 0,0-1,1 1,0 0,1-1,0 1,1-1,0 1,0-1,1 0,0 1,1-1,0-1,0 1,1-1,0 1,0-1,1-1,0 1,1-1,-1 0,1 0,1-1,-1 0,1 0,0-1,1 0,0 0,1 1,0 0,1-1,-1 0,1-1,0 0,1 0,-1-1,1-1,-1 0,1 0,0-2,0 1,0-1,-1-1,1 0,0-1,0 0,-1-1,0 0,1 0,-1-1,0-1,8-5,-10 4,0-2,-1 1,1-1,-1 0,-1-1,0 0,0 0,-1 0,0-1,0 0,-1 0,-1 0,0-1,0 0,-1 0,0 0,-1 0,0 0,-1 0,0-1,-1-4,0 7,0 1,0-1,-1 0,-1 1,1-1,-1 1,-1-1,1 1,-1 0,-1 0,0 0,0 0,0 1,-1 0,0 0,-1 0,1 0,-1 1,-1 0,1 0,-1 1,0-1,0 1,0 1,-1 0,0 0,0 0,0 1,-3-1,0 1,1 1,-1-1,0 2,0 0,0 0,0 1,0 0,0 1,0 0,0 1,0 0,0 0,1 1,-1 1,1 0,0 0,0 1,0 1,1-1,0 2,0-1,0 1,1 0,0 1,0 0,1 0,0 1,-4 7,9-12,1 0,0 0,0 0,0 0,0 1,1-1,0 0,0 1,0-1,0 0,1 1,-1-1,1 0,0 0,1 0,-1 0,1 0,-1 0,1 0,0 0,1 0,-1-1,1 1,-1-1,1 0,0 0,0 0,1 0,-1 0,1-1,0 1,37 26</inkml:trace>
  <inkml:trace contextRef="#ctx0" brushRef="#br0" timeOffset="-3339.13">2087 5568,'-2'5,"0"0,0 0,0 0,1 0,0 0,0 0,0 0,1 0,0 0,0 0,0 1,0-1,1 0,0 0,0 0,1 0,-1 0,1 0,0 0,0-1,1 1,-1-1,1 1,0-1,0 0,0 0,1 0,0-1,0 1,-1-1,2 0,1 2,2-2,-1 0,1 0,0 0,0-1,0 0,1-1,-1 0,0 0,1 0,-1-1,0-1,1 1,-1-2,0 1,0-1,0 0,0 0,0-1,0 0,0-1,-1 0,0 0,0 0,0-1,0 0,-1-1,0 1,0-1,0 0,-1-1,1 1,-2-1,1 0,-1 0,0-1,-1 1,1-1,-1 0,-1 0,0 0,0 0,0-1,-2 1,1 0,-1 0,0 0,-1 0,0 0,0 0,-1 0,0 0,0 1,0-1,-1 1,-1-1,1 1,-1 0,0 0,-1 0,0 1,0 0,0 0,-1 0,0 0,0 1,0 0,-1 0,1 1,-1 0,0 0,-1 0,1 1,-1 0,1 1,-1-1,0 1,0 1,0 0,0 0,0 0,0 1,0 0,0 1,-6 1,11-2,-1 1,0 0,0 0,0 0,0 0,1 0,-1 1,0 0,1 0,0 0,-1 0,1 0,0 1,0-1,0 1,0 0,1 0,-1 0,1 0,0 1,0-1,0 1,0-1,0 1,1-1,0 1,0 0,0 0,0 0,0 0,1 0,0 0,0 0,0-1,0 4,18 26,7-5</inkml:trace>
  <inkml:trace contextRef="#ctx0" brushRef="#br0" timeOffset="1288.091">13303 5781,'27'-364,"-36"478,8-82,2 0,2-1,1 1,1-1,1 0,2 0,1-1,2 1,6 8</inkml:trace>
  <inkml:trace contextRef="#ctx0" brushRef="#br0" timeOffset="1696.077">13678 5728,'-11'24,"10"-18,1-1,-1 1,1-1,0 1,1-1,-1 1,1-1,0 1,1-1,-1 0,1 0,0 1,0-1,0 0,1-1,0 1,0 0,0-1,1 0,-1 1,1-1,0-1,0 1,0-1,1 1,-1-1,1 0,0-1,0 1,0-1,0 0,0 0,0-1,1 1,-1-1,0 0,4-1,-4 1,0-1,0 0,0 0,0 0,0 0,0-1,0 0,-1 0,1-1,0 1,0-1,-1 0,1 0,-1-1,0 1,0-1,0 0,0 0,0 0,-1-1,1 1,-1-1,0 0,0 0,0 0,0 0,-1 0,0-1,0 1,0-1,1-4,0 0,-1 0,0 0,-1 0,1 0,-2-1,1 1,-1 0,-1 0,0 0,0-1,-1 1,0 0,0 0,-1 1,0-1,-4-7,4 11,1 0,-1 0,0 0,0 1,0-1,-1 1,0 0,0 0,0 0,0 0,0 1,-1-1,0 1,1 0,-1 1,-1-1,1 1,0 0,0 0,-1 1,1 0,-1 0,1 0,-1 0,1 1,-1 0,0 0,1 0,-1 1,1 0,-1 0,1 1,-1-1,1 1,0 0,0 1,-1-1,-6 7,1 0,0 1,1 0,0 1,0 0,1 0,0 1,1 0,1 0,0 1,-5 12,-16 35</inkml:trace>
  <inkml:trace contextRef="#ctx0" brushRef="#br0" timeOffset="7867.305">13958 5167,'2'-7,"0"0,0 0,0 0,1 0,0 0,0 1,1-1,0 1,0 0,0 0,2-1,-4 4,13-16,0 2,1 0,1 1,0 0,2 2,-1 0,2 1,-1 0,2 2,0 1,0 0,1 2,16-5,4 1,1 2,1 2,-1 2,1 1,0 3,37 2,-30 3,-1 3,0 1,-1 2,0 3,0 2,-1 2,-1 2,-1 2,0 2,29 21,-43-24,-2 2,0 2,-1 0,-2 2,0 1,-2 1,-1 1,-1 1,-1 2,-2 0,-1 1,-2 0,-1 2,11 31,-21-48,-1 0,0 0,-1 0,-1 0,0 1,-2 0,0-1,0 1,-2 0,0-1,-2 1,1-1,-2 1,-1-1,0 0,-1-1,0 1,-2-1,0 0,0-1,-11 13,-1-3,-1-1,-1-2,-2 0,0-1,-1-1,-1-2,0 0,-2-2,0-1,-1-1,-3 0,-25 7,0-2,-1-2,-1-3,0-3,-25 1,51-8,-1 0,0-3,1-1,-1-1,0-1,1-3,0 0,0-2,0-2,1-1,0-1,1-2,0-1,-20-13,-28-29,61 3,13 37</inkml:trace>
  <inkml:trace contextRef="#ctx0" brushRef="#br0" timeOffset="8519.751">14118 5835,'127'208,"-81"-131,100 148,-126-209,-13-35,-53-109,-102-224,147 337,18 22,-7-2,42 15,1-3,0-2,1-2,34 3,-34-6,-50-9,-3-2,1 1,-1 0,0 0,0-1,0 1,0 0,0 0,0 0,1 0,-1 0,0 0,0 0,0 1,0-1,0 0,0 1,0-1,1 0,-1 1,0 0,0-1,-1 1,1-1,0 1,0 0,0 0,0 0,-1-1,1 1,0 0,-1 0,1 0,0 0,-1 0,1 0,-1 0,0 0,1 1,-1-1,0 0,0 0,0 0,0 0,0 0,0 1,-99 62,-29 26,120-83,1-1,-1 1,2 1,-1-1,1 1,0 1,1-1,0 1,0 0,1 0,0 0,1 0,0 1,-1 5,3-12,1-1,-1 0,1 1,0-1,0 1,0-1,0 1,0-1,0 1,1-1,-1 0,1 1,0-1,0 1,0-1,0 0,0 0,0 0,0 0,1 0,-1 0,1 0,0 0,-1 0,1 0,0-1,2 2,4-3,-1-3</inkml:trace>
  <inkml:trace contextRef="#ctx0" brushRef="#br0" timeOffset="11858.645">1138 7105,'10'0,"1"-1,-1 1,0 1,1 0,-1 0,0 1,0 1,0-1,0 2,0-1,-1 1,1 1,-1 0,0 0,0 1,-1 0,0 0,0 1,0 0,-1 0,0 1,0 1,1 4,0 0,-1 1,0 0,-1 0,0 1,-2 0,0 0,0 0,-1 0,-1 0,-1 1,0 0,-1 14,3 14,-3-44,0-1,0 1,1 0,-1 0,0 0,0 0,1 0,-1 0,0 0,0 0,1 0,-1 0,0 0,1 0,-1 0,0 0,0 0,1 0,-1 1,0-1,0 0,1 0,-1 0,0 0,0 0,1 1,-1-1,0 0,0 0,0 0,0 1,1-1,-1 0,0 0,0 0,0 1,0-1,0 0,0 0,1 1,-1-1,0 0,0 1,0-1,0 0,0 0,0 1,0-1,0 0,0 0,0 1,-1-1,1 0,0 1,0-1,0 0,11-24,-9 19,70-200,-71 204,-1 0,0 0,-1 0,1 0,0 0,1 1,-1-1,0 0,0 0,0 0,0 0,1 1,-1-1,0 0,1 0,-1 0,1 1,-1-1,1 0,-1 1,1-1,-1 0,1 1,-1-1,1 1,0-1,0 1,-1-1,1 1,0-1,0 1,-1 0,1-1,0 1,0 0,0 0,0 0,0-1,-1 1,1 0,0 0,0 0,0 0,0 1,0-1,-1 0,1 0,0 1,0-1,0 1,49 123,-48-116,0 0,1-1,0 1,0-1,1 0,0 0,0 0,1 0,0-1,0 1,0-1,1-1,0 1,0-1,0 0,1 0,-1-1,1 1,0-2,1 1,-1-1,1 0,-1-1,1 1,0-2,0 1,0-1,0 0,0-1,0 1,0-2,3 0,-3-1,-1-1,0 1,0-2,0 1,0-1,-1 0,1-1,-1 1,0-1,0-1,-1 1,0-1,0 0,0 0,0 0,-1-1,0 1,-1-1,1 0,-1 0,5-13,-1 1,0-1,-2 0,0-1,-1 1,1-18,-7 55,2-1,0 1,1 0,0-1,1 1,1-1,5 15,-6-25,0 0,0 0,0-1,1 1,-1-1,2 1,-1-1,0 0,1 0,0-1,0 1,1-1,-1 0,1 0,0 0,0 0,0-1,0 0,1 0,-1-1,1 1,0-1,-1-1,1 1,1 0,1-2,0 0,0 0,0 0,-1-1,1 0,0-1,-1 1,1-2,-1 1,0-1,0 0,0 0,0-1,0 0,-1 0,1-1,-1 0,0 0,-1 0,1-1,-1 1,0-1,0-1,-1 1,0-1,0 1,-1-1,1 0,-2-1,1 1,-1-1,0 1,0-1,-1 1,0-1,0-6,-1 10,2-3,-1 1,0-1,0 0,-1 0,0 0,0 0,-1 0,0 0,0 0,0 0,-1 0,0 0,-1-1,2 8,0 1,0-1,0 0,0 1,0-1,0 0,0 1,1-1,-1 1,0 0,0-1,0 1,1 0,-1-1,0 1,1 0,-1 0,1-1,-1 1,1 0,-1 0,1 0,-1 0,1 0,0 0,0 0,-1 0,1 0,0 0,0 0,0 0,0 0,0 0,0 0,0 0,0 0,1-1,-1 2,-1 10,0 1,1-1,0 0,1 0,1 1,-1-1,2 0,0 0,0 0,1-1,1 1,0-1,0 0,1 0,1-1,0 0,0 0,1 0,8 7,12 7</inkml:trace>
  <inkml:trace contextRef="#ctx0" brushRef="#br0" timeOffset="12771.804">2528 7185,'0'17,"0"1,1-1,0 0,2 1,0-1,1 0,0-1,2 1,0-1,1 0,0 0,1-1,8 11,34 37,-48-61,0 0,-1-1,1 1,0-1,0 0,0 0,0 1,0-1,0-1,1 1,-1 0,0 0,0-1,1 1,-1-1,0 0,1 0,-1 0,0 0,1 0,-1 0,0 0,1-1,-1 1,0-1,0 0,0 0,1 0,-1 0,0 0,0 0,1-2,6-6,-1-1,0 0,-1 0,0-1,0 0,-1-1,-1 1,0-1,-1 0,0 0,1-7,1 2,18-71,-26 135,1-38,0 90,2-96,0 1,0 0,0-1,0 0,0 1,1-1,0 0,0 1,0-1,0 0,0 0,0-1,1 1,0 0,-1-1,1 0,0 1,0-1,0 0,1-1,-1 1,0 0,1-1,-1 0,3 1,7 0,0 0,0 0,1-1,-1-1,0 0,0-1,1-1,-1 0,0 0,0-2,-1 1,1-2,-1 1,0-2,0 0,0 0,-1-1,0-1,5-3,-11 7,0-1,0 0,-1 0,1 0,-1-1,0 1,0-1,-1 0,0 0,0 0,0-1,-1 1,0-1,0-1,3 62,-2-48,0-1,1 0,0 0,0 0,0 0,1-1,-1 0,1 0,0 0,0 0,1-1,-1 0,1 0,-1 0,1-1,0 1,0-1,5 0,114 12,42-36,-164 22,-1 0,0 0,0 0,0 0,0 0,1 0,-1 1,0-1,0 1,0 0,0-1,0 1,0 0,0 0,0 1,-1-1,1 0,0 0,0 1,-1-1,1 1,0 1,27 17,-25-19,-1 0,1 0,0 0,0 0,-1-1,1 1,0-1,0 0,0 0,0-1,0 1,-1-1,1 0,0 0,0 0,-1 0,1-1,-1 1,1-1,-1 0,0 0,0-1,0 1,0 0,0-1,0 0,-1 0,1 0,-1 0,0 0,2-2,-1-1,0 1,0-1,0 0,-1 0,0 0,0 0,-1 0,0 0,0-1,0 1,0 0,-1-1,0 1,-1 0,0-1,0 1,0 0,0 0,-2-2,1 1,-2 1,1-1,-1 1,0-1,0 1,-1 1,0-1,0 1,0-1,-1 1,1 1,-1-1,0 1,-1 0,1 1,-1-1,1 1,-1 0,0 1,0 0,-1 0,1 1,0-1,0 1,-1 1,1 0,-1 0,1 0,0 1,-1 0,1 0,0 1,0 0,0 0,0 1,0 0,0 0,1 1,-1-1,1 1,0 1,-5 4,4-2,0 0,1 1,0 0,0 0,1 0,0 1,0 0,1 0,0 0,1 1,0-1,0 2,2-5,-1-1,2 0,-1 0,1 1,-1-1,1 1,1-1,-1 0,1 1,0-1,0 0,1 0,-1 0,1 0,0 0,1 0,-1 0,1-1,0 1,0-1,0 0,1 1,-1-1,22 16</inkml:trace>
  <inkml:trace contextRef="#ctx0" brushRef="#br0" timeOffset="13669.952">3731 6972,'-6'-4,"2"0,0 0,-1 0,1 1,-1-1,0 1,0 0,-1 1,1-1,0 1,-1 0,0 0,1 1,-1 0,0 0,0 0,0 1,1-1,-1 2,-4-1,7 3,0 0,1 0,-1 0,1 0,-1 0,1 1,0-1,1 1,-1 0,0-1,1 1,0 0,0 0,0 0,1 0,-1 0,1 0,0 0,0 0,0 0,0 0,1 0,0 0,0 0,0 0,0-1,0 1,1 0,1 1,14 44,1-2,3 0,8 9,13 30,68 148,-109-231,0-1,0 1,0 0,1-1,0 1,-1-1,1 1,0-1,0 0,0 0,1 0,-1 0,0 0,1 0,-1-1,1 1,0-1,-1 1,1-1,0 0,0 0,0-1,0 1,0-1,0 1,0-1,0 0,0 0,0 0,0 0,0-1,0 1,0-1,-1 0,1 0,0 0,0 0,0 0,-1 0,3-2,2-6,0-1,-1 1,0-1,-1-1,0 1,-1-1,0 1,0-1,-1-1,0 1,-1 0,-1-1,0 1,0-1,-1-5,0-7,-1 0,-1 0,-1 1,0-1,-2 1,-1-1,-1 2,-3-6,9 27,1 1,0-1,0 0,0 1,0-1,0 1,0-1,-1 0,2 1,-1-1,0 1,0-1,0 0,0 1,0-1,0 1,1-1,-1 0,0 1,0-1,1 1,-1-1,0 1,1-1,-1 1,1-1,-1 1,0 0,1-1,-1 1,1 0,-1-1,1 1,0 0,-1-1,1 1,-1 0,1 0,-1 0,1 0,0 0,-1-1,1 1,-1 0,1 0,0 0,-1 1,1-1,-1 0,1 0,0 0,-1 0,1 1,-1-1,1 0,-1 0,1 1,-1-1,1 0,-1 1,1-1,-1 1,1-1,-1 0,1 1,3 0,254 53,-253-54,-1 1,0 0,1 0,-1 0,0 0,0 1,1 0,-1-1,0 2,-1-1,1 0,0 1,-1 0,1-1,-1 1,0 1,0-1,0 0,0 1,-1 0,1-1,-1 1,0 0,0 0,0 2,-12 74,7-72,1 0,0 0,1 1,-1-1,2 0,-1 1,1-1,0 1,2 4,-1-11,-1 1,1-1,0 0,1 1,-1-1,0 0,1 0,-1 0,1 0,-1 0,1 0,0 0,0 0,0-1,0 1,0-1,1 0,-1 1,0-1,1 0,-1 0,0 0,1-1,-1 1,1-1,1 1,68 1,-59-2,-1-2,0 0,0 0,0-1,0 0,0-1,0-1,-1 0,0 0,0-1,0 0,-1-1,0 0,0-1,-1 0,7-8,-16 17,0-1,0 0,1 1,-1-1,0 0,0 1,0-1,1 0,-1 0,0 1,1-1,-1 0,0 0,0 1,1-1,-1 0,1 0,-1 0,0 0,1 1,-1-1,0 0,1 0,-1 0,0 0,1 0,-1 0,1 0,-1 0,0 0,1 0,-1 0,1 0,-1-1,0 1,1 0,-1 0,0 0,1 0,-1-1,0 1,1 0,-1 0,0 0,1-1,-1 1,0 0,0-1,0 1,1 0,-1-1,0 1,0 0,0-1,1 1,-1-1,4 16,0-9,0-1,0 0,1 0,0 0,0 0,0-1,1 1,-1-1,1-1,0 1,0-1,0 0,1 0,-1-1,1 0,-1 0,1-1,0 1,0-2,0 1,0-1,-1 0,1 0,0-1,0 1,5-3,-8 2,1-1,-1 0,0 0,1 0,-1-1,0 1,0-1,-1 0,1 0,-1 0,1-1,-1 1,0-1,0 0,0 0,-1 0,1 0,-1 0,0-1,-1 1,1-1,-1 1,1-1,-1 0,-1 0,1 1,-1-1,0-1,1-1,0 0,-1 0,-1 1,1-1,-1 0,0 1,0-1,-1 0,0 1,0 0,0-1,-1 1,0 0,0 0,-1 0,1 1,-1-1,-1 1,1 0,-1-1,1 4,0-1,0 1,0 0,0-1,0 2,0-1,-1 0,1 1,-1 0,1 0,-1 0,1 1,-1 0,1-1,-1 2,0-1,1 0,-1 1,1 0,-1 0,1 0,0 1,-1-1,1 1,-2 1,-5 3,1 0,0 0,0 1,0 0,1 0,0 1,1 0,0 1,-3 4,7-10,0 1,1 0,0-1,-1 1,1 1,1-1,-1 0,1 1,-1 0,1-1,0 1,1 0,-1 0,1 0,0 0,1 0,-1 0,1 0,0 0,0 0,0 1,1-1,0 0,0 0,0 0,1 0,-1-1,3 5,20 11,2-7</inkml:trace>
  <inkml:trace contextRef="#ctx0" brushRef="#br0" timeOffset="13880.424">4827 6865,'-18'-14,"-11"-4,-4 3,0 9,6 9,8 14,7 13,10 11,13 9,8 5,8 6,-1-9</inkml:trace>
  <inkml:trace contextRef="#ctx0" brushRef="#br0" timeOffset="14271.373">4894 7466,'1'5,"1"-1,0 1,0-1,0 0,0 1,1-1,-1 0,1 0,0-1,0 1,1-1,-1 1,1-1,-1 0,1 0,0-1,0 1,1-1,-1 0,0 0,1 0,-1-1,1 1,0-1,-1 0,1-1,0 1,0-1,-1 0,1 0,0 0,0-1,0 1,-1-1,2-1,7-7,0-1,-1 0,0 0,0-2,-2 1,1-2,-1 1,-1-1,0-1,-1 0,-1 0,0 0,0-1,-2 0,0 0,0-1,11-52,-3-1,-2-1,-4 1,-2-1,-4 0,-5-30,4 64,-9-144,5 165,0 19,-2 25,-7 87,5 0,6 67,2-122,2-1,3 0,3 0,3 0,5 11,-14-61,1 0,0 1,0-1,2 0,-1-1,1 1,0-1,1 0,0 0,1-1,0 1,0-1,0-1,1 0,0 0,1 0,0-1,0 0,0-1,1 0,-1 0,1-1,3 0,28 3,-3-7</inkml:trace>
  <inkml:trace contextRef="#ctx0" brushRef="#br0" timeOffset="14499.761">5001 6998,'23'2,"23"1,22 0,20 0,14-2,6 0,-14 0</inkml:trace>
  <inkml:trace contextRef="#ctx0" brushRef="#br0" timeOffset="14781.021">5589 7506,'1'7,"0"0,0 0,0 0,1-1,0 1,1-1,-1 1,1-1,0 0,1 0,-1 0,1 0,0-1,1 0,0 1,-1-2,2 1,-1 0,0-1,1 0,0 0,0-1,0 0,0 0,0 0,1-1,-1 0,1 0,0 0,0-1,-1 0,1-1,0 1,0-1,0-1,0 1,0-1,0 0,4-2,-5 0,0 0,-1-1,0 0,1 0,-1 0,-1 0,1-1,-1 0,1 0,-1 0,-1 0,1-1,-1 0,0 1,0-1,-1 0,0 0,0-1,1-2,0-5,0 0,-1-1,0 1,-1 0,-1 0,0-1,-1 1,-2-7,1 11,0 1,0-1,-1 1,0-1,-1 1,0 0,-1 0,0 1,-4-8,6 13,1 0,0 0,-1 0,0 0,0 1,0-1,0 1,0-1,0 1,0 0,-1 0,1 1,-1-1,0 1,1 0,-1 0,0 0,0 0,0 0,0 1,1 0,-1 0,0 0,0 0,0 1,-1-1,-1 3,0-1,0 1,0 0,0 0,0 1,1 0,-1 0,1 0,0 0,1 1,-1 0,1 0,0 0,0 1,0-1,1 1,0 0,0 0,0 0,1 1,0-1,0 0,0 1,1-1,0 1,1 0,-1-1,1 1,0 0,1-1,0 1,0 0,0-1,1 1,0-1,3 6,18 25,4-7</inkml:trace>
  <inkml:trace contextRef="#ctx0" brushRef="#br0" timeOffset="15133.578">6031 7466,'-48'-227,"46"216,1 9,0-1,0 1,0-1,0 1,0-1,0 1,1-1,-1 0,1 1,0-1,0 0,0 1,0-1,0 0,1 1,-1-1,1 1,0-1,-1 1,1-1,0 1,1-1,-1 1,0 0,1-1,-1 1,1 0,0 0,0 0,-1 0,1 1,0-1,1 0,-1 1,0-1,11 1,0 0,0 1,0 1,0 0,-1 0,1 1,0 1,-1 0,1 1,-1 0,0 1,-1 1,1 0,-1 0,0 1,0 0,-1 1,0 0,0 1,4 5,-10-10,0 1,0 0,0 0,-1 1,1-1,-1 1,-1 0,1-1,-1 1,0 0,0 1,-1-1,1 0,-2 0,1 1,-1-1,1 0,-2 1,1-1,-1 0,0 1,0-1,-1 0,0 3,-6 16,-8 48,16-71,0 1,0-1,0 0,1 0,-1 1,1-1,-1 0,1 0,0 1,0-1,0 0,0 0,0 0,0 0,0 0,1-1,-1 1,1 0,-1-1,1 1,0-1,0 1,-1-1,1 0,0 1,0-1,0 0,1-1,1 2,15 2,0-1,0-1,1 0,-1-2,0 0,1-1,-1-1,0-1,19-5,-32 7,80-15,-3-2</inkml:trace>
  <inkml:trace contextRef="#ctx0" brushRef="#br0" timeOffset="17210.952">10229 7185,'-11'-3,"0"1,0 0,0 1,0 0,0 0,0 1,-1 1,1 0,0 0,0 1,1 1,-1 0,0 0,1 1,-1 0,1 1,1 0,-1 1,1 0,-1 0,2 1,-1 0,1 1,0-1,1 2,0-1,0 1,0 0,1 1,0 2,4-10,0 1,1 0,0 0,-1 0,1 0,0 0,0 0,1 0,-1 0,1 0,-1 0,1 1,0-1,0 0,1 0,-1 0,1 0,-1 1,1-1,0 0,0 0,0 0,1 0,-1-1,1 1,0 0,-1 0,1-1,0 1,1-1,-1 0,2 2,9 3,-1-1,1 0,0 0,0-2,1 0,0 0,-1-1,1-1,0 0,0-1,1-1,1 0,-12 0,46 3,1-2,-1-3,0-2,0-2,0-2,-1-2,0-3,33-13,-20-3,-62 29,0 0,0 1,0-1,0 0,0 1,0-1,0 0,0 1,0-1,0 0,0 0,0 1,0-1,0 0,0 1,0-1,0 0,0 0,0 1,0-1,1 0,-1 1,0-1,0 0,0 0,1 0,-1 1,0-1,0 0,0 0,1 0,-1 1,0-1,0 0,1 0,-1 0,0 0,1 0,-1 0,0 0,1 1,-1-1,0 0,0 0,1 0,-6 10,4-8,1 0,-1 0,1 0,-1 0,1 0,0 0,0 0,0 0,0 1,0-1,0 0,0 0,1 0,-1 0,1 0,0 0,-1 0,1 0,0-1,0 1,0 0,0 0,1-1,-1 1,0 0,1-1,-1 1,1-1,0 0,-1 0,1 1,0-1,0 0,-1 0,1-1,0 1,0 0,1 0,83 8,-82-8,1-1,0 0,-1-1,1 1,0-1,-1 0,1 0,-1 0,0-1,1 1,-1-1,0 0,0 0,0-1,0 1,0-1,0 0,-1 0,1 0,-1-1,0 1,0-1,-1 0,1 1,0-1,-1-1,0 1,0 0,-1 0,1-1,-1 1,0-1,0 1,0-1,0 1,-1-1,0 0,0 0,-1-1,-1 1,1-1,-1 1,-1 0,1 0,0 0,-1 0,0 0,0 0,-1 1,0-1,1 1,-1 0,0 0,-1 1,1-1,-1 1,0 0,1 0,-1 0,-1 1,1 0,0 0,0 0,-4 0,1-1,1 2,-1-1,0 1,1 0,-1 0,0 1,0 0,0 1,1-1,-1 2,0-1,0 1,1 0,0 0,-1 1,1 0,0 1,-2 1,5-3,1 0,-1 0,1 1,0-1,-1 1,1 0,0 0,1 0,-1 1,0-1,1 1,0-1,0 1,0 0,0 0,1 0,-1 0,1 0,0 0,0 0,1 0,-1 0,1 1,0-1,0 0,0 0,1 1,-1-1,1 0,0 0,0 0,1 0,-1 1,26 23,7-5</inkml:trace>
  <inkml:trace contextRef="#ctx0" brushRef="#br0" timeOffset="17601.929">11351 7306,'-13'-4,"-1"1,0 0,0 1,0 0,0 1,0 1,0 0,0 1,0 0,0 1,0 1,0 0,1 1,0 0,-1 1,1 1,1 0,-1 1,1 0,-1 2,10-8,1 1,0 0,-1 0,1-1,0 1,0 1,0-1,1 0,-1 0,0 1,1-1,0 1,-1-1,1 1,0 0,0-1,0 1,1 0,-1 0,1 0,0-1,-1 1,1 0,1 0,-1 0,0 0,1-1,-1 1,1 0,0 0,0 0,0-1,0 1,0-1,1 1,-1-1,1 1,-1-1,1 0,0 0,0 0,2 2,7 2,1-1,0 0,0 0,1-1,-1-1,1 0,0-1,0 0,0-1,0-1,0 0,0 0,0-1,0-1,-1 0,1-1,0 0,7-4,-12 4,0-1,0 0,0 0,-1-1,1 0,-1 0,0-1,-1 1,1-2,-1 1,-1-1,1 0,-1 0,0 0,-1-1,1 1,-2-1,1 0,-1-1,0 1,-1-1,0 1,0-1,-1 0,0 1,0-9,1-17,-1 1,-2-1,-2 1,-1-1,-1 1,-2 0,-5-13,12 41,-2-1,1 1,-1-1,0 1,0-1,0 1,-1 0,0 0,0 0,0 0,0 1,-1-1,0 1,0 0,0 0,-1 0,3 3,0 1,1 0,-1 0,0 0,0 1,0-1,1 0,-1 1,0-1,1 1,-1-1,0 1,1 0,-1 0,1-1,-1 1,1 0,-1 1,1-1,0 0,-1 0,1 1,0-1,0 0,0 1,0-1,0 1,0 0,1-1,-1 1,1-1,-1 1,1 0,-1 0,1-1,0 1,0 0,0 1,-5 23,1 0,1 0,1 0,2 0,1 0,1 1,1-1,1 0,1-1,1 1,2-1,0 0,2-1,1 0,0 0,7 7,13 24</inkml:trace>
  <inkml:trace contextRef="#ctx0" brushRef="#br0" timeOffset="16139.453">7915 7146,'3'11,"0"11,2 11,0 8,-1 7,2-1,2-3,1-7,0-10</inkml:trace>
  <inkml:trace contextRef="#ctx0" brushRef="#br0" timeOffset="16574.29">7688 6905,'54'3,"-1"3,0 1,36 12,-74-16,17 2,0 1,1 1,-2 2,1 2,-2 0,1 3,-2 0,0 2,0 0,-2 3,0 0,8 9,-27-18,0 0,-1 1,0 0,-1 0,0 1,-1-1,0 1,-1 0,0 1,-1-1,0 1,-1-1,-1 1,0 0,0 0,-2-1,1 1,-2 0,1 0,-2-1,0 1,-4 10,5-15,1-7,0 0,0 0,1 0,-1 1,0-1,1 0,-1 0,0 1,1-1,0 0,-1 1,1-1,0 1,-1-1,1 0,0 1,0-1,0 1,1-1,-1 0,0 1,0-1,1 1,-1-1,1 0,-1 1,1-1,-1 0,1 0,0 0,0 1,0-1,0 0,-1 0,2 0,-1 0,0 0,0 0,0-1,0 1,0 0,1-1,-1 1,0 0,1-1,-1 0,0 1,1-1,10-3,0-1,0 0,-1 0,0-2,1 1,-2-2,1 1,-1-1,0-1,0 0,-1 0,0-1,-1 0,0 0,6-10,-6 9,0 0,-1-1,0-1,0 1,-1-1,-1 0,0 0,-1-1,0 1,2-14,-11-2,4 28,1-1,-1 1,0 0,1 0,-1-1,1 1,-1 0,1 0,-1 0,0 0,1 0,-1 0,1 0,-1 0,0 0,1 0,-1 0,1 0,-1 1,1-1,-1 0,1 0,-1 0,0 1,1-1,-1 0,1 1,0-1,-1 1,1-1,-1 0,1 1,0-1,-1 1,1-1,0 1,-1-1,1 1,0-1,0 1,-1 0,1-1,0 1,0-1,0 1,-3 4,0-1,1 1,0 0,-1 0,2 1,-1-1,1 0,0 1,0-1,0 0,1 1,-1-1,1 1,1-1,-1 1,1-1,0 1,0-1,1 0,-1 1,1-1,0 0,3 3,0 2,1-1,0 0,0 0,1-1,1 0,-1 0,1 0,0-1,1 0,0-1,6 4,55 25,0-8</inkml:trace>
  <inkml:trace contextRef="#ctx0" brushRef="#br0" timeOffset="20940.062">18330 7052,'264'46,"-190"-23,-73-22,0 0,0 1,0-1,0 0,0 0,0 1,0-1,-1 1,1-1,0 1,-1-1,1 1,-1-1,0 1,1-1,-1 1,0 0,0-1,0 1,0-1,0 1,0 0,-1-1,1 1,0-1,-1 1,0-1,1 1,-1-1,0 1,1-1,-1 0,0 1,0-1,0 0,0 0,0 0,-1 1,1-1,0 0,-1-1,1 1,0 0,-1 0,1 0,-1-1,-78 66,61-53,0 2,0 1,2 0,0 1,-13 17,28-32,1 0,-1 0,0 0,1 0,-1 0,1 0,0 0,0 0,-1 1,2-1,-1 1,0-1,0 0,1 1,-1 0,1-1,0 1,0-1,0 1,0-1,0 1,1-1,-1 1,1-1,0 1,-1-1,1 1,0-1,0 0,1 0,-1 1,0-1,1 0,-1 0,1 0,0 0,0-1,0 1,0 0,1 0,13 6,0-1,0 0,1-1,0-1,0-1,0 0,0-1,1-1,-1-1,1 0,5-2,179-7,-110-5</inkml:trace>
  <inkml:trace contextRef="#ctx0" brushRef="#br0" timeOffset="21569.381">19399 6691,'-6'5,"1"0,0 0,-1 1,2 0,-1 0,1 0,0 1,0-1,1 1,-1 0,2 0,-1 0,1 0,0 1,0-1,1 1,0-1,0 1,1-1,0 1,1 0,-1-1,1 1,2 3,4 45,3 0,3 0,8 20,24 116,-43-167,-3-18,-1-13,-1-15,1 16,1-1,0 0,0 0,0 0,1 0,0 0,0-1,0 1,1 0,0 0,0 0,1 1,-1-1,1 0,1 0,-1 1,1-1,0 1,0 0,1 0,-1 0,1 0,0 1,0 0,1-1,-1 1,1 1,0-1,0 1,0 0,1 0,-1 0,1 1,5-2,-7 3,1 1,0 0,0 0,0 0,0 0,0 1,0 0,-1 0,1 0,0 0,-1 1,1 0,-1 0,1 0,-1 1,0-1,0 1,0 0,0 0,-1 1,1-1,-1 1,0-1,3 5,1 2,0 0,0 1,-1 0,-1 0,0 0,0 1,-1 0,-1 0,1 4,-3-12,0 0,0 1,-1-1,1 0,-1 1,0-1,0 0,0 1,-1-1,0 0,0 1,0-1,0 0,-1 0,1 0,-1 0,0 0,0 0,-1-1,1 1,-1-1,1 1,-1-1,0 0,-1 0,1 0,0-1,-1 1,0-1,1 0,-1 0,0 0,0 0,0-1,0 1,-3-1,0 1,-1-1,1 0,-1 0,0-1,0 0,1 0,-1-1,0 0,1 0,-1-1,1 0,-1 0,1-1,-4-1,8 3,0-1,0 0,0 1,0-1,0 0,0 0,0-1,1 1,-1-1,1 1,-1-1,1 0,0 0,0 0,1 0,-1 0,0 0,1 0,0-1,0 1,0 0,0-1,0 1,1-1,0 1,0-1,0 1,0-1,0 1,0-1,1 1,0-3,5-6,0 1,0 0,1 0,1 0,0 1,0 0,1 1,0 0,1 0,0 1,0 0,0 1,1 0,1 1,-1 0,1 0,8-2,102-30,-120 38,0-1,0 1,-1 0,1 0,0 0,0 0,0 0,0 1,0-1,0 0,-1 1,1 0,0-1,0 1,-1 0,1 0,0 0,-1 0,1 0,-1 0,1 0,-1 1,0-1,1 0,-1 1,0-1,0 1,0 0,0-1,0 1,-1 0,1-1,0 1,-1 0,1 0,-1 0,0 0,1-1,-1 1,0 0,0 0,0 0,0 0,-1 2,2 28,-2-19,1 0,0 1,0-1,2 0,-1 0,2 1,0-1,0-1,1 1,1 0,0-1,1 0,0 0,1-1,0 1,1-1,0-1,2 2,23-3,-20-15</inkml:trace>
  <inkml:trace contextRef="#ctx0" brushRef="#br0" timeOffset="21840.178">19813 6878,'14'7,"4"2</inkml:trace>
  <inkml:trace contextRef="#ctx0" brushRef="#br0" timeOffset="22192.018">20081 6530,'-6'24,"1"0,0 1,2-1,1 1,1-1,1 1,1 0,1-1,1 1,1-1,2 0,2 7,-7-27,30 136,-10-47,-3 0,4 84,-21-152,8 43,-6-66,0 0,-1 0,1 0,0 0,0-1,1 1,-1-1,0 0,0 0,1 0,-1 0,0-1,1 0,-1 1,0-1,1 0,-1 0,1-1,-1 1,0-1,1 0,-1 0,0 0,1 0,-1 0,0-1,0 1,0-1,0-1,26-9,-2-2,0-2,-1 0,0-1,-2-2,0-1,-1 0,-1-2,-1 0,2-5,-8 12,-20 53,-14 66,19-100,0 1,0-1,0 0,1 0,0 1,-1-1,2 0,-1 0,0 0,1 0,0 0,0 0,0-1,0 1,1 0,-1-1,1 0,0 0,0 0,0 0,0 0,1 0,1 1,29 11,1-5</inkml:trace>
  <inkml:trace contextRef="#ctx0" brushRef="#br0" timeOffset="22381.04">20776 7065,'-16'-2,"-10"-4,-2 1,-2 0,0-2,6 2</inkml:trace>
  <inkml:trace contextRef="#ctx0" brushRef="#br0" timeOffset="22657.287">20000 6811,'28'-7,"24"-2,22 1,16 0,10 3,0 5,-9 1,-21 2</inkml:trace>
  <inkml:trace contextRef="#ctx0" brushRef="#br0" timeOffset="20047.282">16645 7199,'3'21,"0"19,0 23,-1 15,-1 11,-2 6,-4-2,-5-7,-3-12,-3-14,1-17,-1-18,3-13</inkml:trace>
  <inkml:trace contextRef="#ctx0" brushRef="#br0" timeOffset="20506.197">16578 7373,'-1'-25,"2"0,0 0,2 1,1-1,2-6,-5 29,-1 0,1 0,0 0,0 0,0 0,1 0,-1 0,0 1,1-1,-1 0,1 1,-1-1,1 1,0 0,0-1,0 1,0 0,-1 0,1 0,1 1,-1-1,0 0,0 1,0-1,0 1,0 0,1-1,-1 1,0 0,0 1,0-1,1 0,73 17,-68-14,21 6,0 1,-1 2,-1 1,0 1,-1 1,0 1,-1 2,10 9,-33-26,0 0,0 0,-1 0,1 0,0 1,-1-1,1 0,-1 1,1-1,-1 1,0-1,0 1,0 0,0-1,0 1,0 0,0 0,0 0,-1 0,1 0,-1-1,1 1,-1 0,0 0,0 0,0 0,0 1,0-1,0 0,-1 0,1-1,-1 1,1 0,-2 2,-3-1,-1 0,0-1,0 1,0-1,0-1,0 1,0-1,0 0,-1 0,1-1,-1 0,1 0,-2-1,-6 2,-110-5,104 0,20-1,60-6,-11 5,11 1,-1-2,0-3,-1-3,-1-2,6-5,-55 17,1 0,0 0,-1-1,0 0,0-1,0 0,-1 0,0-1,0 0,0 0,0-1,-1 1,2-4,-7 8,-1 0,1 0,-1 0,1 0,-1 0,0-1,0 1,0 0,0 0,0 0,0 0,-1 0,1 0,0 0,-1 0,0 0,0 0,1 0,-1 0,0 0,-1 0,1 1,0-1,0 0,-1 1,1-1,-1 1,1 0,-1-1,0 1,1 0,-1 0,0 0,0 0,0 0,0 0,0 1,0-1,0 1,0-1,0 1,0 0,0 0,0 0,0 0,-1 0,1 0,0 0,-7 0,1-1,-1 1,0 0,0 1,0 0,1 0,-1 1,1 0,-1 1,1 0,0 0,0 0,-4 3,8-3,0-1,-1 0,1 1,1 0,-1 0,0 0,1 1,0-1,-1 1,2 0,-1 0,0 0,1 0,-1 0,1 1,0-1,1 1,-1-1,1 1,0 0,0-1,0 1,1 0,0 0,0 1,0 0,2 0,-1 0,0 0,1-1,0 1,0-1,1 1,0-1,-1 0,2 0,-1 0,1 0,-1 0,1-1,1 0,-1 0,1 0,-1 0,1-1,101 53,-39-34</inkml:trace>
  <inkml:trace contextRef="#ctx0" brushRef="#br0" timeOffset="27307.886">8343 8442,'-11'16,"-5"12,2 10,3 9,7 2,7-3,6-4,5-9,0-11</inkml:trace>
  <inkml:trace contextRef="#ctx0" brushRef="#br0" timeOffset="27757.195">8009 8161,'122'23,"-48"-11,0 4,-1 3,11 7,-74-23,0 0,-1 0,1 1,-1 0,0 1,0 0,-1 0,0 1,0 0,0 1,-1 0,1 0,-2 0,1 1,-1 0,0 0,-1 1,0 0,0 0,-1 0,0 0,0 1,-1-1,-1 1,5 134,-7-141,1-1,-1 0,1 1,0-1,0 0,-1 1,1-1,1 0,-1 0,0 0,1 0,-1 0,1 0,-1 0,1-1,0 1,0 0,0-1,0 0,0 1,0-1,0 0,0 0,0 0,1 0,-1-1,0 1,1 0,-1-1,1 0,-1 1,0-1,1 0,-1-1,1 1,-1 0,1-1,0 1,7-2,-1-1,1 1,-1-1,0-1,0 0,0 0,0-1,-1 0,1-1,-1 0,1 0,-1 0,-1-1,1-1,-1 1,0-1,-1 0,0-1,0 1,-1-1,0 0,0-1,-1 1,-1-1,1 0,-1 0,-1 0,0 0,0-9,-1 18,-1 0,0 1,1-1,-1 0,0 1,0-1,0 0,0 1,1-1,-1 0,0 0,0 1,0-1,0 0,-1 1,1-1,0 0,0 0,0 1,-1-1,1 0,0 1,0-1,-1 1,1-1,-1 0,1 1,-1-1,1 1,-1-1,1 1,-1-1,1 1,-1-1,1 1,-1 0,0-1,1 1,-1 0,0 0,1-1,-1 1,0 0,1 0,-1 0,0 0,0 0,1 0,-1 0,0 0,1 0,-1 0,0 0,0 0,1 1,-1-1,0 0,1 0,-1 1,0-1,-4 6,0-1,1 1,-1 0,1 0,1 1,-1-1,1 1,0 0,1 0,-1 0,1 0,1 0,-1 0,1 1,0-1,1 0,0 1,0-1,1 0,0 6,1-8,0 1,0-1,1 1,-1-1,1 0,0 0,0 0,1 0,0-1,-1 1,1-1,1 0,-1 0,1-1,-1 1,1-1,0 0,1 0,-1 0,5 1,33 13</inkml:trace>
  <inkml:trace contextRef="#ctx0" brushRef="#br0" timeOffset="28305.728">9399 8389,'-8'-2,"-1"0,1 1,0 0,-1 0,1 1,-1 0,1 1,0 0,-1 0,1 0,0 1,0 1,0-1,0 1,0 1,0 0,1 0,0 0,0 1,0 0,0 0,1 0,0 1,0 0,0 1,1-1,0 1,0 0,1 0,-2 4,4-7,0 0,1 0,0 0,0 1,0-1,0 0,0 0,1 1,0-1,0 0,0 1,0-1,1 0,0 0,0 1,0-1,0 0,1 0,-1 0,1 0,0 0,0-1,1 1,-1-1,1 1,0-1,-1 0,2 0,-1 0,0 0,0 0,1-1,0 0,-1 1,1-1,0-1,0 1,3 0,4 1,1 0,1-1,-1 0,0-1,0 0,1-1,-1-1,0 0,0 0,0-1,0-1,0 0,0-1,0 0,-1-1,0 0,0 0,0-1,-1-1,0 0,0 0,0-1,-1-1,-1 1,1-1,-1-1,-1 1,0-1,0-1,2-4,-8 12,1 1,-1-1,1 0,-1 0,0 1,0-1,-1 0,1 0,0 0,-1 0,0 0,0 0,0 0,0 0,0 0,0 0,-1 0,0 0,0-2,-19 18,16-7,0 0,1 1,0 0,0 0,0 0,1 0,0 0,1 0,-1 1,1-1,1 1,-1-1,1 1,1 3,-1-7,1 0,-1 0,1 0,0 0,0 0,1-1,-1 1,1 0,0-1,0 1,0-1,0 1,0-1,1 0,0 0,0 0,0 0,0 0,0-1,0 0,0 1,1-1,-1 0,1-1,0 1,0-1,1 1,6 1,1-1,-1-1,0 0,1-1,-1 0,1 0,-1-1,0-1,0 0,1 0,-1-1,0-1,-1 0,1 0,-1-1,0 0,0-1,0 0,-1-1,0 0,0 0,-1-1,0 0,0-1,-1 1,0-2,-1 1,1-1,-2 1,0-2,2-3,-4 6,-9 32,3-15,2 1,-1-1,2 1,-1 0,1-1,1 1,-1 0,2-1,-1 1,1-1,1 1,0-1,0 0,1 0,0 0,0-1,2 1,5 5</inkml:trace>
  <inkml:trace contextRef="#ctx0" brushRef="#br0" timeOffset="29189.828">9761 8135,'106'66,"-64"-43,-2 2,-1 2,-1 2,32 31,-62-52,-1 0,0 1,-1 0,0 0,0 0,-1 1,0 0,-1 0,0 0,-1 1,0-1,0 1,-1 0,0 9,-1-15,-2-4,1 1,0 0,0 0,0 0,0 0,0 0,0-1,1 1,-1 0,1 0,-1 0,1 0,0-1,-1 1,1 0,0-1,0 1,0-1,0 1,1-1,-1 1,0-1,1 0,-1 0,1 1,-1-1,1 0,-1 0,1-1,0 1,-1 0,1 0,1-1,6-2,1 0,-1-1,0 0,0 0,0-1,0-1,0 1,-1-1,0-1,0 0,0 0,-1 0,0-1,0 0,-1-1,0 1,0-1,-2 3,60-72,-64 77,0 0,0 0,0 1,0-1,0 0,0 1,0-1,0 0,1 0,-1 1,0-1,0 0,0 0,0 0,1 1,-1-1,0 0,0 0,1 0,-1 1,0-1,0 0,1 0,-1 0,0 0,0 0,1 0,-1 0,0 0,1 0,-1 0,0 0,0 0,1 0,-1 0,0 0,0 0,1 0,-1 0,0 0,1 0,-1 0,0 0,0 0,1-1,-1 1,0 0,0 0,1 0,-1 0,0-1,0 1,0 0,0 0,1 0,-1-1,0 1,0 0,0 0,0-1,-3 33,1-24,1-1,-1 0,1 0,1 0,-1 0,1 0,0 1,1-1,0 0,0 0,1 0,-1 0,1 0,1 0,-1-1,1 1,1-1,-1 1,1-1,0 0,0-1,1 1,0-1,0 1,0-2,0 1,1 0,0-1,5 3,1-3,0-1,0 0,0-1,1 0,-1-1,1 0,0-1,-1 0,1-1,-1-1,1 0,-1 0,0-2,0 1,0-1,0-1,-1 0,1-1,-2 0,1-1,0 0,-1 0,-1-1,1-1,-1 0,-1 0,1 0,-2-1,1 0,-1-1,-1 0,0 0,2-5,5-22,-1 0,-1-1,-2 0,-2 0,-2-1,-1 0,-3 0,-1-11,2 5,-2-47,0 92,0 1,1-1,-1 0,0 1,0-1,0 1,0-1,0 1,0-1,0 0,0 1,0-1,0 1,0-1,-1 1,1-1,0 1,0-1,-1 0,1 1,0-1,0 1,-1 0,1-1,-1 1,1-1,0 1,-1-1,1 1,-1 0,1-1,-1 1,1 0,-1 0,1-1,-1 1,1 0,-1 0,0 0,1 0,-1-1,1 1,-1 0,1 0,-1 0,0 0,1 1,-1-1,1 0,-1 0,1 0,-1 0,1 0,-1 1,-23 24,5 3,2 0,1 1,1 1,1 1,2 0,1 0,2 1,1 0,1 1,2 0,1 5,3-25,1 0,1-1,0 1,0-1,1 1,1-1,0 0,0 1,2-1,-1-1,2 1,-1-1,1 0,1 0,0-1,1 0,0 0,0 0,1-1,0-1,1 1,0-2,0 1,1-1,0-1,0 0,0 0,1-1,0-1,0 0,0 0,0-2,6 2,-12-3,0-1,0 1,0-1,0 0,1 0,-1-1,0 0,0 0,0-1,0 1,0-1,0 0,-1-1,1 0,-1 1,0-2,1 1,-1-1,-1 1,1-1,0-1,-1 1,0-1,0 1,0-1,-1-1,0 1,0 0,0-1,0 1,-1-1,0 0,0 0,0-5,0-33,-3 44,0 0,0 0,0 0,0 1,0-1,0 0,0 0,0 0,0 1,0-1,0 1,0-1,1 1,-1-1,0 1,0-1,0 1,0 0,1-1,-1 1,0 0,1 0,-1 0,1-1,-1 1,1 0,-1 0,1 0,0 0,-1 0,1 0,0 0,0 0,-1 0,1 0,0 0,0 0,0 0,-3 7,0 0,0 1,1-1,0 0,0 1,1-1,0 1,0-1,1 1,1 0,-1-1,1 1,1-1,-1 1,1-1,1 0,0 0,0 0,0 0,1 0,0 0,1-1,0 0,0 0,0 0,1-1,0 0,0 0,7 5,59 14,-40-20</inkml:trace>
  <inkml:trace contextRef="#ctx0" brushRef="#br0" timeOffset="29369.398">10602 8122,'26'0,"27"0,29 0,25 0,17 0,7 0,-4 2,-24 1</inkml:trace>
  <inkml:trace contextRef="#ctx0" brushRef="#br0" timeOffset="24796.061">1391 8483,'14'-1,"-1"2,1 0,-1 0,1 1,-1 1,0 0,0 1,0 0,-1 1,1 1,-1 0,0 0,-1 1,0 1,0 0,0 1,-1-1,0 2,6 8,-5-4,-1 1,-1 0,-1 1,0 0,-1 0,0 0,-1 1,-1 0,-1 1,-1-1,1 7,0-5,-4-19,0 0,0 0,1 1,-1-1,0 0,0 0,1 0,-1 0,0 0,1 0,-1 0,0 1,0-1,1 0,-1 0,0 0,1 0,-1 0,0 0,0-1,1 1,-1 0,0 0,1 0,-1 0,0 0,0 0,1 0,-1 0,0-1,0 1,1 0,-1 0,0 0,0-1,0 1,1 0,-1 0,0-1,0 1,0 0,0 0,0-1,0 1,1 0,-1 0,0-1,0 1,0 0,0-1,0 1,0 0,0 0,0-1,0 1,0 0,0-1,0 1,0 0,-1 0,1-1,0 1,0 0,0 0,0-1,0 1,30-105,-24 78,0 1,2 0,2 0,0 1,1 0,2 1,0 0,-13 23,1 0,-1 0,0-1,1 1,-1 0,0 0,1 0,0 0,-1 0,1 0,0 0,-1 0,1 1,0-1,0 0,0 0,-1 0,1 1,0-1,0 1,0-1,0 0,1 1,-1 0,0-1,0 1,0 0,0-1,0 1,0 0,1 0,-1 0,0 0,0 0,0 0,0 1,0-1,1 0,-1 0,0 1,0-1,0 1,0-1,0 1,0-1,0 1,0 0,0-1,0 1,-1 0,1 0,0 0,0 0,-1 0,1 0,0 0,-1 0,1 0,-1 0,1 0,-1 0,0 1,37 185,1-105,-35-79,-1-1,0 0,0 0,1 0,-1 0,1 0,-1 0,1 0,0-1,0 0,0 1,0-1,0 0,0 0,0-1,0 1,0-1,0 1,1-1,-1 0,0 0,0-1,0 1,0-1,1 1,-1-1,1 0,6-3,0-1,-1 0,1-1,-1 0,0 0,0-1,-1 0,1 0,-2-1,1 0,-1-1,0 0,-1 0,0 0,-1 0,0-1,0 0,-1 0,0-1,-1 1,0-1,-1 0,0 0,0-5,-6 4,-3 36,4-17,1 1,1 0,0 0,0-1,0 1,1 0,0 0,1 0,0 0,0 0,0-1,1 1,0 0,1-1,0 1,0-1,1 0,-1 0,1 0,1-1,0 1,-1-1,2 0,-1-1,1 1,0-1,4 3,-2-5,0 0,-1-1,1 1,0-2,0 1,0-1,0-1,0 1,1-1,-1-1,0 0,0 0,0 0,0-1,0 0,-1-1,1 1,-1-2,1 1,-1-1,0 0,0 0,0-1,-1 0,0 0,0-1,0 0,-1 0,0 0,0 0,0-1,-1 0,0 0,0 0,-1-1,1 1,-2-1,1 0,-1 1,0-4,1-1,0 0,-1 0,0 0,-1 0,-1 0,0-1,0 1,-1 0,-1 0,0-3,1 15,1-1,-1 1,1 0,0-1,-1 1,1 0,-1 0,1 0,0 0,-1-1,1 1,-1 0,1 0,-1 0,1 0,-1 0,1 0,0 0,-1 0,1 0,-1 0,1 0,-1 0,1 1,-1-1,1 0,0 0,-1 0,1 1,-1-1,1 0,0 0,-1 1,1-1,0 0,-1 1,1-1,0 0,-1 1,1-1,0 1,0-1,0 0,-1 1,1-1,0 1,0-1,0 1,0-1,0 0,0 1,0-1,0 1,0-1,0 1,0-1,0 1,0-1,0 1,0-1,0 0,1 1,-5 14,1 0,1-1,0 1,1 0,1 0,0 0,1 0,1 0,0 0,3 9,-4-18,1 1,1-1,-1 1,1-1,0 0,0 0,1-1,0 1,0-1,0 1,1-1,-1 0,1-1,4 3,15 9</inkml:trace>
  <inkml:trace contextRef="#ctx0" brushRef="#br0" timeOffset="25194.995">2849 8549,'3'21,"1"0,1 0,1 0,1-1,1 0,0-1,2 0,0 0,1-1,1 0,4 3,-14-17,0 0,1-1,0 1,0-1,0 0,0 1,1-1,-1-1,1 1,0 0,-1-1,1 0,0 0,1 0,-1-1,0 1,0-1,1 0,-1 0,1 0,-1-1,1 1,-1-1,1 0,-1-1,1 1,-1-1,0 0,1 0,1-1,3-4,-1-1,0 0,-1 0,0 0,0-1,0-1,-1 1,0-1,-1 0,0 0,0 0,-1-1,0 0,-1 1,0-2,-1 1,0 0,0 0,-1-1,0 1,-1-7,-3-5,3 23,0-1,0 0,0 0,0 1,0-1,0 0,0 0,0 1,0-1,-1 0,1 0,0 0,0 1,0-1,0 0,0 0,0 0,-1 1,1-1,0 0,0 0,0 0,0 0,-1 0,1 1,0-1,0 0,0 0,-1 0,1 0,0 0,0 0,-1 0,1 0,0 0,0 0,-1 0,1 0,0 0,0 0,0 0,-1 0,1 0,0 0,0 0,-1 0,1 0,0 0,0 0,0-1,-1 1,1 0,0 0,0 0,0 0,-1-1,1 1,0 0,0 0,0 0,0 0,0-1,0 1,-3 5,1 0,0 0,0 0,0 0,1 0,0 0,0 1,0-1,1 1,0-1,0 0,0 1,1-1,-1 1,1-1,1 0,-1 0,1 0,0 1,0-1,0-1,1 1,-1 0,1-1,0 1,1-1,-1 0,1 0,0 0,0 0,0-1,0 0,1 0,-1 0,1 0,0-1,5 1,0 0,1-2,-1 1,0-1,1-1,-1 1,1-2,-1 0,0 0,1-1,-1 0,0 0,7-4,15-6</inkml:trace>
  <inkml:trace contextRef="#ctx0" brushRef="#br0" timeOffset="25443.789">3490 8629,'0'18,"0"11,0 3,5-2,6-5,7-5,9-7,5-5,5-6,0-9,-6-2</inkml:trace>
  <inkml:trace contextRef="#ctx0" brushRef="#br0" timeOffset="25709.592">3812 8736,'9'7,"0"0,1-1,0-1,1 0,-1 0,1-1,0 0,0-1,0 0,0-1,0 0,1-1,-1 0,1-1,-1 0,1-1,-1 0,0-1,1 0,-1-1,0 0,0 0,0-2,-1 1,0-1,0-1,9-5,-16 8,0 0,0 0,-1-1,0 1,1 0,-1-1,0 1,0-1,-1 0,1 0,-1 0,0 0,0 0,0 0,-1 0,1 0,-1 0,0 0,0 0,0 0,-1 0,1 0,-1 0,0 0,0 0,-1 0,1 0,-1 0,0 1,0-1,0 0,0 1,-1 0,1 0,-1 0,0 0,0 0,0 0,0 1,-1-1,1 1,-3-1,1-2,0 1,-1 0,0 0,0 0,0 1,0 0,0 0,-1 0,1 1,-1 0,0 0,0 1,0 0,1 0,-1 1,0-1,0 2,0-1,0 1,0 0,0 0,0 1,1 0,-1 0,0 0,1 1,0 0,0 1,0-1,0 1,0 0,1 0,0 1,0 0,-4 4,5-3,0-1,0 1,1 0,0-1,0 1,1 1,0-1,0 0,0 0,1 1,0-1,0 1,0 0,1-1,0 1,0-1,1 1,0-1,0 1,1-1,-1 1,1-1,1 0,-1 0,1 0,0 0,1 1,17 14</inkml:trace>
  <inkml:trace contextRef="#ctx0" brushRef="#br0" timeOffset="25972.894">4199 8255,'-16'-4,"-10"0,-2 6,1 9,5 9,8 9,9 6,11 3,3-4</inkml:trace>
  <inkml:trace contextRef="#ctx0" brushRef="#br0" timeOffset="27028.629">4359 8764,'4'2,"-1"-1,1 1,-1-1,1 1,0-1,0 0,-1 0,1-1,0 1,0-1,0 0,0 0,0 0,0-1,0 1,-1-1,1 0,0 0,0 0,-1 0,1-1,-1 0,1 0,-1 0,0 0,1 0,-1 0,0-1,-1 0,1 1,0-1,-1 0,1 0,-1-1,0 1,0 0,-1-1,2-3,5-13,-1-2,-1 1,-1-1,-1 0,-1 0,0 0,-2-1,-1 1,-1-12,1-2,0 35,0 0,0 0,1 1,-1-1,1 0,-1 0,0 1,1-1,-1 0,1 1,0-1,-1 1,1-1,-1 1,1-1,0 1,-1-1,1 1,0 0,0-1,-1 1,1 0,0-1,0 1,0 0,-1 0,1 0,0 0,0 0,0 0,0 0,-1 0,1 0,0 0,0 0,0 1,-1-1,1 0,0 1,0-1,-1 0,1 1,0-1,-1 1,1-1,0 1,-1-1,1 1,-1 0,1 0,8 2,34 9,76 34,-115-44,0 1,1 0,-1 0,-1 0,1 1,0-1,-1 1,0 0,0 0,0 0,0 1,0-1,-1 1,0-1,0 1,0 0,-1 0,0 0,1 0,-2 0,1 0,-1 0,1 1,-21 142,22-144,1 0,-1-1,1 0,-1 1,1-1,0 0,0 0,1-1,-1 1,1-1,-1 1,1-1,0 0,-1-1,1 1,0-1,0 1,0-1,1 0,-1-1,0 1,0-1,0 0,1 0,-1 0,0 0,0-1,2 0,3 2,44 2,0-2,1-2,-1-3,-1-1,1-4,-1-1,35-13,-79 21,1 0,-1 0,0-1,0-1,0 1,0-1,-1 0,1-1,-1 0,0 0,-1-1,1 0,-1 0,0 0,0-1,-1 1,0-2,0 1,-1 0,0-1,2-5,-6 9,0 0,0 0,0 1,0-1,-1 0,1 0,-1 0,0 0,0 1,-1-1,1 1,-1-1,0 1,0-1,0 1,0 0,0 0,-1 0,0 0,1 0,-1 1,0-1,-3-1,-1-1,0-1,-1 2,1-1,-1 1,0 0,0 1,-1 0,1 0,-1 1,0 0,5 1,0 1,0 0,0 0,0 0,0 1,0-1,0 1,0 0,0 0,0 0,1 1,-1-1,0 1,1 0,-1 0,1 0,0 1,-1-1,1 1,0-1,1 1,-1 0,0 0,1 1,0-1,-1 2,-4 6,0 1,1 0,0 0,1 0,1 1,0 0,0 4,2-14,1 0,0 0,0 0,0 0,0 1,1-1,-1 0,1 0,0 1,0-1,0 0,0 1,1-1,-1 0,1 0,0 1,0-1,0 0,0 0,0 0,1 0,0 0,-1-1,1 1,0 0,0-1,1 1,-1-1,0 0,1 0,0 1,7-1,-1 0,0-1,0 0,1 0,-1-1,0-1,1 1,-1-2,0 1,0-1,0 0,0-1,0 0,0-1,-1 0,1 0,-1-1,0 0,-1 0,1-1,-1 1,2-3,51-60,-62 72,0 1,1 0,-1 0,1 0,1 0,-1 0,1 0,-1 0,1 0,1 0,-1 0,1 0,0 0,0-1,0 1,1 0,0 0,0-1,0 1,0-1,1 0,0 1,0-1,0 0,0-1,0 1,1 0,0-1,0 0,0 0,0 0,0 0,0-1,1 0,-1 0,3 1,-3-2,-1-1,1 1,0-1,0 0,-1 0,1-1,0 1,0-1,-1 1,1-1,0 0,-1-1,1 1,-1-1,1 1,-1-1,0 0,0 0,0-1,0 1,0-1,0 1,-1-1,1 0,-1 0,0 0,0 0,0 0,0-1,0 1,0-1,2-7,0 0,0 1,-1-1,-1 0,1-1,-2 1,0 0,0-1,-1-10,-3-1,0 1,-1 0,-1 0,-1 0,-7-14,12 35,0 0,1 1,-1-1,0 0,1 0,-1 0,1 0,-1 1,1-1,-1 0,1 0,-1 0,1 0,0 0,0 0,-1 0,1 0,0 0,0 0,0-1,0 1,0 0,0 0,1 0,-1 0,0 0,0 0,1 0,-1 0,1 0,-1 0,1 1,-1-1,1 0,-1 0,1 0,0 0,0 1,-1-1,1 0,0 1,0-1,0 1,0-1,0 1,0-1,-1 1,1-1,0 1,0 0,0 0,1-1,-1 1,0 0,0 0,0 0,0 0,0 0,0 0,0 1,0-1,19 1,-1 1,1 1,-1 0,0 2,0 0,0 1,-1 1,0 1,0 1,5 3,-19-9,0 0,0 0,0 0,0 1,-1-1,0 1,1 0,-2 0,1 0,0 0,-1 1,0-1,0 1,0-1,0 1,-1 0,0 0,0 0,0 0,0 2,-13 100,11-101,-1-4,1 1,1-1,-1 0,0 0,0 1,1-1,0 0,-1 1,1-1,0 1,0-1,0 0,0 1,1-1,-1 1,1-1,-1 0,1 1,0-1,0 0,0 0,0 0,0 0,1 0,-1 0,0 0,1 0,0 0,-1 0,1-1,0 1,9 1,-1-1,0 0,1 0,0-1,-1-1,1 0,-1 0,1-1,0 0,-1-1,1 0,7-3,-5 3,1-1,-1-1,0 0,0-1,0 0,-1-1,1 0,-1-1,-1 0,1-1,-1-1,-1 0,0 0,0-1,-1 0,0 0,0-1,-1-1,-1 1,6-12,-12 19,0 0,-1 0,1 0,-1 0,0 0,0 0,0 0,-1 0,1 0,-1 0,0 0,0 0,0 0,-1 0,1 1,-1-1,0 1,0-1,0 1,-1 0,1-1,-1 1,1 0,-1 1,0-1,0 0,-1 1,1 0,0 0,-1 0,0 0,1 0,-1 1,0-1,0 1,1 0,-1 1,0-1,0 0,0 1,0 0,0 0,0 0,0 1,0-1,0 1,0 0,0 0,-1 1,2-1,0-1,0 1,0 0,0 1,1-1,-1 1,0-1,1 1,-1 0,1 0,0 0,-1 0,1 0,0 0,0 1,0-1,1 1,-1-1,1 1,-1 0,1 0,0-1,0 1,0 0,0 0,1 0,-1 0,1 0,0 0,0 1,0-1,0 0,0 0,1 0,-1 0,1 0,0 0,0 0,0 0,0-1,0 1,1 0,-1-1,1 1,1 0,5 7,0 0,1-1,0-1,1 1,0-2,0 1,1-1,-1-1,2 0,3 1,28 13,1-3,1-1,40 7,33 5</inkml:trace>
  <inkml:trace contextRef="#ctx0" brushRef="#br0" timeOffset="31005.084">12019 8670,'3'18,"0"20,0 19,-1 16,0 11,-1 5,-5 4,-9-3,-11-8,-1-17</inkml:trace>
  <inkml:trace contextRef="#ctx0" brushRef="#br0" timeOffset="34427.079">19666 8603,'-11'18,"-4"13,0 8,4 4,5-1,8-2,7-7,3-8,0-8</inkml:trace>
  <inkml:trace contextRef="#ctx0" brushRef="#br0" timeOffset="34815.038">19533 8389,'101'46,"-54"-27,-2 2,0 2,8 8,-42-23,1 0,-1 1,0 0,-1 1,0 0,-1 0,0 1,0 0,-1 1,-1 0,0 0,0 1,2 6,-6-8,-1 0,1 1,-2-1,1 0,-2 1,1-1,-2 0,1 1,-2-1,1 0,-2 1,1-1,-2 0,0 0,4-10,-1 0,0 0,1 1,-1-1,1 0,-1 0,1 0,-1 1,1-1,0 0,0 0,0 1,0-1,0 0,0 0,0 1,0-1,0 0,0 1,1-1,-1 0,0 0,1 0,0 1,-1-1,1 0,-1 0,1 0,0 0,0 0,0 0,0 0,-1 0,1 0,0-1,0 1,1 0,-1-1,0 1,0 0,0-1,0 1,1-1,-1 0,1 1,5-2,-1-1,1 0,0 0,0 0,-1-1,1 0,-1 0,0 0,0-1,0 0,0 0,-1 0,0-1,0 0,0 0,0-1,-1 1,0-1,2-3,60-97,-65 106,0-1,-1 1,1 0,0 0,-1 0,1 0,0 0,-1 0,1 0,0 0,-1 0,1 0,0 0,-1 0,1 0,0 0,-1 1,1-1,-1 0,1 1,0-1,-1 0,1 1,-1-1,1 1,-1-1,1 0,-1 1,0-1,1 1,-1 0,1-1,-1 1,0-1,1 1,-1 0,0-1,0 1,0-1,0 1,1 0,-1-1,0 1,0 0,0-1,0 1,0 0,0-1,-1 1,1 0,0-1,0 1,2 5,6 10,1 0,1 0,0-1,2 0,-1-1,2 0,0-1,0-1,1 0,1 0,0-2,0 0,1 0,0-2,1 0,0-1,0 0,0-2,6 2,33 9</inkml:trace>
  <inkml:trace contextRef="#ctx0" brushRef="#br0" timeOffset="33128.949">15790 8202,'3'61,"3"1,2-1,6 13,10 71,-22-131,2 13,-1 1,-1 0,-2-1,-1 1,-1 2,-7-6,9-23,-1-1,1 0,0 0,-1 0,1 0,0 0,-1 0,1 0,0 0,-1 0,1 0,0 0,-1 0,1 0,0 0,-1 0,1 0,0 0,-1 0,1 0,0 0,-1 0,1-1,0 1,-1 0,1 0,0 0,0-1,-1 1,1 0,0 0,0-1,0 1,-1 0,1 0,0-1,0 1,0 0,0-1,-1 1,1 0,0-1,0 1,0 0,0-1,0 1,0 0,0-1,0 1,0 0,0-1,0 1,0 0,0-1,0 1,1 0,-1-1,0 1,0 0,0-1,0 1,1 0,-1-1,0 1,0 0,1-9,-1 1,1 0,0 0,1-1,-1 1,2 0,-1 0,1 0,0 1,1-1,0 1,0-1,1 1,0 1,0-1,0 1,1 0,0 0,0 0,1 1,-1 0,1 0,0 1,1 0,-1 0,1 0,0 1,-1 0,1 1,1 0,-1 0,1 1,-2 1,1 1,-1 1,0-1,1 1,-1 0,0 1,0 0,0 0,-1 0,1 1,-1 0,0 0,0 1,0 0,0 0,-1 0,0 0,0 1,0 0,-1 0,0 1,0-1,-1 1,1-1,-2 1,1 0,-1 1,0-1,0 0,-1 1,0-1,0 0,0 4,-2-7,1 1,0-1,-1 0,0 1,0-1,0 0,0 0,-1 0,1 0,-1 0,0-1,-1 1,1 0,0-1,-1 1,0-1,0 0,0 0,0 0,0 0,-1-1,1 0,-1 1,0-1,0 0,0 0,0-1,0 0,-1 1,-3 1,-1-1,0 0,0 0,0-1,0 0,0-1,0 0,0 0,0-1,0 0,0 0,0-1,-4-2,12 4,-1 0,0 0,0 0,0-1,1 1,-1-1,0 1,1-1,-1 0,0 1,1-1,-1 0,1 0,-1 0,1 0,0-1,-1 1,1 0,0 0,0-1,0 1,0-1,0 1,0-1,0 1,1-1,-1 0,0 1,1-1,-1 0,1 0,0 1,0-1,-1 0,1 0,0 1,1-1,-1 0,0 0,0 1,1-1,-1 0,1 0,0 1,-1-1,1 0,9-8,-1 1,1 0,0 1,1 0,0 0,0 1,1 1,4-2,23-14,-21 12,-1-1,0 0,-1-2,0 0,-1 0,-1-1,0-1,0-1,-2 0,0 0,-1-1,-1-1,0 0,-1 0,-1-1,-1 0,-1-1,4-17,-7 24,-1 0,-1-1,0 1,0 0,-1 0,-1-1,0 1,-1 0,-1 0,0 0,0 0,-2 0,1 1,-2 0,-2-6,7 16,0 1,0-1,0 1,0-1,0 0,0 1,0 0,-1-1,1 1,-1 0,1-1,-1 1,1 0,-1 0,0 0,1 1,-1-1,0 0,0 1,1-1,-1 1,0-1,0 1,0 0,0 0,0 0,0 0,1 0,-1 0,0 0,0 1,0-1,0 1,1 0,-1-1,0 1,0 0,1 0,-1 0,1 0,-1 0,1 0,-1 0,1 1,0-1,-1 1,1-1,0 1,0-1,0 1,0-1,0 2,-6 13,0-1,1 1,1 0,1 1,0-1,1 1,1-1,0 1,2 0,0 0,2 13,-1-1,1 0,2-1,1 1,1-1,2 0,1-1,0 0,2 0,2-1,0 0,1-2,2 1,0-2,2 0,8 7,-24-26,1 0,0-1,0 1,0-1,1 1,0-1,-1 0,1-1,0 1,0 0,0-1,1 0,-1 0,0-1,1 1,0-1,-1 0,1 0,0 0,-1-1,1 1,0-1,-1-1,1 1,0 0,0-1,-1 0,1 0,-1-1,4 0,43-47,-50 48,0 1,0 0,0 0,1 0,-1-1,0 1,0 0,0 0,0 1,0-1,1 0,-1 0,0 1,0-1,0 0,0 1,0-1,0 1,0-1,0 1,0 0,0-1,0 1,0 0,-1 0,1 0,0-1,0 1,-1 0,1 0,0 1,9 6,-4-4,1-1,-1 0,1 0,0-1,0 0,1 0,-1-1,0 0,0 0,1-1,-1 0,0 0,1-1,-1 1,0-2,0 1,0-1,0 0,0 0,0-1,0 0,-1 0,1-1,-1 0,0 0,0 0,3-4,-7 6,0-1,0 1,0 0,-1-1,1 1,-1-1,0 0,0 0,0 1,0-1,0 0,-1 0,1 0,-1 0,0 0,0 0,0 0,0 0,0 1,0-1,-1 0,0 0,0 0,1 0,-1 0,-1 1,1-1,0 0,-1 1,1-1,-2 0,-2-3,0 0,0 0,0 1,-1 0,1 0,-1 0,-1 0,1 1,0 0,-1 1,-6-3,-80-15,89 20,0 1,0 0,0 0,0 0,0 0,-1 1,1 0,0 0,0 0,0 0,1 1,-1-1,0 1,0 0,1 0,-1 0,1 1,0-1,-1 1,1 0,-1 1,3-1,-1 0,1 0,0 0,0-1,0 1,0 0,1 0,-1 1,1-1,0 0,0 0,0 0,0 0,0 0,1 0,-1 0,1 0,0 0,0 0,0 0,0 0,0-1,1 1,-1 0,1-1,0 1,0-1,0 1,0-1,2 1,23 26</inkml:trace>
  <inkml:trace contextRef="#ctx0" brushRef="#br0" timeOffset="34147.759">17273 8710,'-13'-9,"-1"0,0 1,0 1,-1 0,0 1,0 0,0 2,-1-1,0 2,1 0,-1 1,0 1,-1 0,1 1,0 1,0 0,-6 3,19-4,0 0,1 0,-1 1,0 0,0 0,1-1,-1 2,0-1,1 0,-1 0,1 1,0-1,-1 1,1 0,0 0,0 0,0 0,0 0,0 0,1 0,-1 1,1-1,-1 1,1-1,0 1,0 0,0-1,0 1,0 0,1 0,-1-1,1 1,0 0,0 0,0 0,0 0,0-1,1 1,-1 0,1 0,0-1,0 1,0 0,0-1,1 2,7 5,1-1,0 0,0-1,1 0,0 0,0-1,1-1,-1 0,1 0,1-2,-1 1,0-1,4 0,48 10,0-2,1-2,0-4,0-3,0-2,14-4,-58 4,0-1,1-1,-1-1,0-1,0 0,-1-2,0 0,1-1,-2-2,1 0,-2 0,12-9,-28 17,-1 0,1 0,0 0,0-1,0 1,-1 0,1-1,0 0,-1 1,0-1,1 0,-1 0,0 0,0 0,0 0,0 0,0 0,0 0,-1 0,1 0,-1 0,0-1,1 1,-1 0,0 0,0-1,0 1,-1 0,1 0,0 0,-1-1,0 1,1 0,-1 0,0 0,0 0,0 0,0 0,-1 0,1 0,0 1,-2-2,-7-1,-1 0,0 1,1 1,-1-1,0 2,-1-1,1 2,0-1,0 2,0-1,-1 2,-5 0,-61 23,76-24,0 0,0 0,0 0,0 0,0 0,1 1,-1-1,0 0,1 1,-1-1,1 1,0 0,-1 0,1-1,0 1,0 0,0 0,1 0,-1 0,0 0,1 0,-1 1,1-1,0 0,-1 0,1 0,0 0,0 0,1 1,-1-1,0 0,1 0,-1 0,1 0,0 0,0 1,3 2,1 0,0 0,0 0,0 0,0-1,1 0,0 0,0 0,0-1,0 0,1 0,-1 0,1-1,0 0,-1 0,1-1,0 0,0 0,1 0,3 2,1-1,0 0,0 0,0-1,1-1,-1 0,0-1,0 0,0 0,0-2,0 1,0-2,-1 1,7-4,-18 7,0 1,-1-1,1 0,0 1,0-1,0 0,0 1,0-1,0 0,0 1,1-1,-1 0,0 1,0-1,0 0,0 1,0-1,0 0,1 1,-1-1,0 0,0 0,0 1,1-1,-1 0,0 0,1 1,-1-1,0 0,0 0,1 0,-1 0,0 1,1-1,-1 0,0 0,1 0,-1 0,0 0,1 0,-1 0,0 0,1 0,-1 0,0 0,1 0,-1 0,0 0,1 0,-1 0,0 0,1-1,-1 1,0 0,1 0,-1 0,0-1,0 1,1 0,-1 0,0 0,0-1,1 1,-1 0,0-1,0 11,2-7,-1 1,1-1,0 0,0 1,0-1,0 0,1 0,-1-1,1 1,0 0,-1-1,1 1,1-1,-1 0,0 0,0-1,1 1,-1 0,1-1,-1 0,1 0,0 0,-1 0,1-1,0 0,0 1,0-1,-1 0,1-1,0 1,0-1,-1 0,1 0,0 0,-1 0,1 0,-1-1,0 0,1 0,2-1,-2-1,1 0,-1 1,0-1,0-1,0 1,-1-1,0 1,0-1,0 0,0 0,-1 0,1-1,-1 1,-1-1,1 1,-1-1,0 1,0-1,0 0,-1-1,-6-116,5 112,0 9,0 0,0 0,0 0,1 0,-1 0,1 0,-1 0,1 0,0 0,0 0,0 0,0 0,0 0,0 0,1 0,-1 0,1 0,-1 0,1 0,0 0,0 0,0 0,0 0,0 0,0 1,0-1,1 0,-1 1,1-1,-1 1,1 0,-1-1,1 1,0 0,8 1,-1 1,1 0,0 0,-1 1,1 0,-1 0,1 1,7 4,4 0,-9-3,-2-2,-1 1,1 0,-1 1,0-1,0 2,0-1,0 1,-1 1,1 0,-2 0,1 0,1 3,-8-6,1 0,-1 1,0-1,-1 1,1-1,-1 1,1-1,-1 1,0 0,0-1,-1 1,1-1,-1 1,0-1,0 1,0-1,0 0,-1 1,1-1,-1 0,0 2,-6 15,6-17,1-1,0 1,-1 0,1-1,0 1,1 0,-1 0,0 0,1 0,-1 0,1-1,0 1,0 0,0 0,1 0,-1 0,1 0,-1 0,1 0,0-1,0 1,0 0,1-1,-1 1,1 0,-1-1,1 0,0 1,0-1,0 0,0 0,0 0,2 1,4 0,1-1,-1 0,1 0,0-1,0 0,0 0,-1-1,1 0,0-1,0 0,0 0,-1-1,1 0,-1 0,1-1,-1 0,0-1,0 0,0 0,0-1,-1 0,0 0,0 0,0-1,-1 0,0-1,0 0,0 1,-1-2,0 1,0-2,-3 6,0 1,0 0,-1-1,1 0,-1 1,0-1,0 0,0 1,0-1,0 0,-1 0,1 0,-1 0,0 0,0 0,0 0,0 0,0 0,-1 0,1 0,-1 0,0 0,0 1,0-1,0 0,0 0,0 1,-1-1,0 1,1-1,-1 1,0 0,0 0,0-1,-1 1,1 1,0-1,-1 0,1 1,-1-1,0 1,1 0,-1-1,0 2,0-1,-2-1,3 2,0 0,-1 0,1 0,0 0,0 1,0-1,0 1,0-1,-1 1,1 0,0-1,0 1,1 0,-1 0,0 1,0-1,0 0,1 1,-1-1,1 1,-1-1,1 1,-1 0,1-1,0 1,0 0,0 0,0 0,0 0,0 0,1 0,-1 0,1 0,-1 0,1 1,0-1,0 0,0 0,0 0,0 0,1 1,-1-1,0 0,1 0,0 0,-1 0,1 0,0 0,0 0,0 0,1 0,5 7,1 0,0-1,1 0,0-1,0 0,0 0,1-1,0 0,0-1,1 0,-1 0,1-1,9 2,63 21,-1-5</inkml:trace>
  <inkml:trace contextRef="#ctx0" brushRef="#br0" timeOffset="17990.889">13182 6891,'-27'-6,"-1"1,0 2,0 0,-1 2,1 1,0 2,-1 0,1 2,1 1,-1 1,1 2,0 0,0 2,1 1,0 1,-15 11,30-18,1 2,0-1,1 1,0 1,0-1,0 2,1-1,0 1,1 0,0 1,0 0,1 0,1 0,-1 1,2 0,-1 0,2 0,-1 0,2 1,-1-1,2 1,-1 0,2 0,-1 5,3-3,1 0,0 0,1 0,0-1,1 0,1 0,0 0,1 0,0-1,1 0,0 0,1-1,0 0,0-1,2 0,-1-1,8 6,5 2,1 0,1-1,0-2,2 0,-1-2,1-1,1-1,1-1,49 10,-14-9</inkml:trace>
  <inkml:trace contextRef="#ctx0" brushRef="#br0" timeOffset="18269.145">12728 7212,'62'10,"1"-3,0-3,0-3,17-3,-46 2,-30 0,49 4,-52-3,0-1,0 0,1 1,-1-1,0 1,0 0,0-1,0 1,0 0,0 0,0-1,0 1,0 0,-1 0,1 0,0 0,-1 0,1 0,0 0,-1 0,1 1,-1-1,0 0,1 0,-1 0,0 1,0-1,1 0,-1 0,0 1,0-1,-1 0,1 0,0 1,0-1,-1 0,1 0,0 0,-50 135,48-128,0 1,0-1,1 1,0 0,1-1,0 1,1 0,-1 0,2-1,-1 1,1-1,1 1,-1-1,1 0,1 0,0 1,11 15</inkml:trace>
  <inkml:trace contextRef="#ctx0" brushRef="#br0" timeOffset="18668.478">13356 7533,'26'-338,"-21"292,-4 46,-1-1,1 1,0-1,-1 1,1 0,0-1,-1 1,1 0,0-1,0 1,-1 0,1 0,0-1,0 1,0 0,-1 0,1 0,0 0,0 0,0 0,-1 1,1-1,0 0,0 0,0 1,-1-1,1 0,0 1,-1-1,1 0,0 1,-1-1,1 1,0-1,-1 1,1 0,-1-1,1 1,-1-1,1 1,-1 0,0 0,1 0,3 2,24 15,1-1,1-1,0-2,19 6,5 2,-51-21,0-1,0 1,-1 0,1 0,0 0,0 0,-1 1,1-1,0 1,-1-1,0 1,1 0,-1 0,0 0,0 0,0 1,0-1,-1 0,1 1,0-1,-1 1,0 0,0 0,0-1,0 1,0 0,0 0,-1 0,1 0,-1 0,0 0,0 0,0 2,-37 71,31-68,1 1,0-1,0 0,1 1,1 0,-1 0,1 1,1-1,0 0,0 1,0 0,3-5,1-1,-1 1,0-1,1 1,0-1,0 0,1 0,-1 0,1 0,0 0,0 0,0-1,0 1,0-1,1 0,0 0,0 0,0 0,0-1,0 0,0 0,0 0,1 0,-1-1,1 1,-1-1,1 0,0-1,3 1,38 10</inkml:trace>
  <inkml:trace contextRef="#ctx0" brushRef="#br0" timeOffset="19080.818">14185 7399,'-17'-8,"1"1,-1 0,-1 2,1 0,-1 0,0 2,-17-2,29 5,-1-1,0 1,0 0,0 0,0 1,0 0,0 0,0 1,1 0,-1 0,1 1,-1-1,1 2,0-1,0 0,0 1,0 0,1 1,0-1,0 1,-4 5,7-8,0 0,0 0,1 0,-1 1,1-1,0 0,0 1,-1-1,2 1,-1 0,0-1,0 1,1-1,0 1,-1 0,1 0,0-1,0 1,1 0,-1 0,0-1,1 1,0 0,0-1,0 1,0-1,0 1,0-1,0 0,1 1,-1-1,1 0,0 0,0 0,0 0,0 0,0 0,0-1,1 2,6 2,0 0,1 0,-1 0,1-1,0-1,0 0,1 0,-1-1,0 0,1-1,0 0,-1 0,1-1,-1-1,1 0,-1 0,1-1,-1-1,0 0,0 0,0-1,0 0,0 0,-1-1,5-4,-10 7,0-1,-1 1,0-1,1 0,-1-1,0 1,-1 0,1-1,0 0,-1 1,0-1,0 0,0 0,0 0,-1-1,0 1,0 0,0-1,0 1,0 0,-1-1,0 1,0-1,0 1,-1 0,0-2,1 5,-1 0,0 1,0-1,1 0,-1 1,0-1,0 1,0-1,0 1,0 0,1-1,-1 1,0 0,0-1,0 1,0 0,0 0,0 0,0 0,0 0,0 0,0 0,0 0,0 1,0-1,0 0,0 0,0 1,0-1,0 1,0-1,0 1,1-1,-1 1,0-1,0 1,1 0,-1 0,0-1,1 1,-1 0,1 0,-1 0,1-1,-1 1,1 0,-1 0,1 0,0 0,0 0,0 0,-1 0,1 0,0 0,0 0,0 0,0 0,0 0,-1 4,-1 0,1-1,0 1,0 0,1 0,-1 0,1 0,0 0,0 0,1 0,0 0,-1 0,2-1,-1 1,0 0,1 0,0-1,0 1,1-1,-1 0,1 0,0 0,0 0,0 0,0 0,1-1,0 1,-1-1,1 0,0 0,1-1,-1 1,0-1,1 0,3 1,30 9,-2-4</inkml:trace>
  <inkml:trace contextRef="#ctx0" brushRef="#br0" timeOffset="19708.187">14506 7253,'-3'0,"0"0,-1 0,1 0,0 1,0-1,-1 1,1 0,0 0,0 0,0 0,0 1,0-1,0 1,1 0,-1-1,0 1,1 1,0-1,-1 0,1 0,0 1,0 0,0-1,0 1,1 0,-1 0,1 0,0 0,-1 0,2 0,-1 0,0 0,0 1,1-1,0 0,0 0,0 1,0-1,0 0,1 2,5 4,0 1,0-2,1 1,0-1,1 0,0 0,0-1,0 0,1-1,0 0,1 0,-1-1,1 0,0-1,0 0,1 0,-1-1,7 1,1 1,0 0,1-1,-1-1,1-1,0-1,0 0,5-1,-18-1,-1 1,1-1,0 0,-1 0,1 0,-1-1,1 0,-1 0,0 0,1-1,-1 0,-1 0,1 0,0-1,-1 1,0-1,1 0,-2 0,1-1,0 1,-1-1,0 0,0 0,0 0,1-3,1-7,0 1,-1-1,-1 0,0 0,-1-1,0 1,-1-2,-8 2,-7 31,3 11,1 1,1 0,2 0,1 1,1-1,1 1,2 0,0 0,3 10,4 40,4 0,3-1,3 0,4-1,13 30,38 175,-68-272,1-1,0 1,-1 0,0 0,-1 0,0 0,-1 0,0 0,0 0,-1 0,0 0,-1 0,0 0,-1-1,0 1,0-1,-5 8,6-15,0 1,0-1,0 1,-1-1,1 0,-1 0,0 0,1 0,-1 0,0-1,0 1,0-1,0 0,-1 0,1 0,0 0,0-1,-1 1,1-1,0 0,0 0,-1 0,1 0,0-1,-1 1,1-1,0 0,0 0,0 0,0 0,-90-52,67 30,1-1,0-1,2 0,1-2,2-1,0-1,2 0,1-2,2 0,0 0,3-1,0-1,-5-30,14 54,0 0,1-1,0 0,1 1,0-1,1 0,0 0,0 1,1-1,1 0,-1 0,1 1,1-1,0 1,0 0,1 0,0 0,1 0,0 1,0 0,1 0,0 0,0 0,0 1,8-6,4 3,1 1,-1 1,1 1,1 1,0 0,-1 2,1 0,1 1,-1 1,0 1,8 1,-28 0,95-5</inkml:trace>
  <inkml:trace contextRef="#ctx0" brushRef="#br0" timeOffset="31828.4">13317 8629,'-18'-4,"1"0,-1 2,0 0,1 1,-1 0,0 1,0 2,-4 0,15-1,1 0,-1 1,0 0,1 0,-1 0,1 1,0 0,0 0,0 1,0-1,0 1,1 1,0-1,0 1,0 0,0 0,1 0,0 1,0-1,0 1,1 0,-2 4,3-5,0-1,1 1,-1 0,1 0,0-1,0 1,1 0,0 0,-1 0,1 0,1 0,-1 0,1 0,0 0,0 0,1-1,-1 1,1 0,0-1,0 1,1-1,-1 0,1 0,0 0,0 0,0 0,1 0,-1-1,1 0,0 0,1 1,8 6,0-2,1 0,-1 0,2-1,-1-1,1 0,0-1,0-1,7 1,-1-1,0-1,1 0,-1-2,0-1,1 0,-1-2,1 0,-1-2,0 0,0-1,4-3,-14 4,1 0,-1-1,0 0,0-1,-1-1,0 1,0-1,0-1,-1 0,0-1,-1 1,0-2,0 1,-1-1,0 0,-1 0,0-1,0 0,-1 0,0-4,8-31,-3 97,-10-45,0 1,0-1,1 0,0 0,0 0,0 0,1 0,0-1,0 1,0 0,1-1,0 1,0-1,0 0,1 0,-1 0,1 0,1-1,-1 0,1 0,-1 0,1 0,0-1,0 1,1-1,-1-1,1 1,-1-1,1 0,0 0,3 0,0-3,0 0,0-1,-1-1,1 0,0 0,-1 0,0-1,0 0,0-1,0 0,-1 0,1 0,-1-1,-1 0,1-1,-1 1,0-1,-1-1,1 1,-2-1,1 0,-1 0,0 0,0 0,-1-1,-1 0,3-8,-5 17,1-1,0 0,-1 0,1 0,-1 0,1 0,-1 0,0 0,1 0,-1 0,0 0,0 0,0 0,0 0,0 0,0 0,0 0,0 0,0 0,0-1,0 1,-1 0,1 0,0 0,-1 0,1 1,-1-1,1 0,-1 0,0 0,1 0,-1 0,0 1,0-1,1 0,-1 0,0 1,0-1,0 1,0-1,0 1,0-1,0 1,0 0,0-1,0 1,0 0,0 0,0 0,0 0,0 0,0 0,0 0,0 0,-1 0,-1 4,0-1,0 1,0 0,0 0,1 0,-1 0,1 1,0-1,1 1,-1-1,1 1,0-1,0 1,0 0,1 0,-1 0,1-1,0 1,1 0,-1 0,1 0,0-1,0 1,2 3,2 4,2 0,0-1,0 1,1-1,0-1,1 1,0-1,1-1,0 0,0 0,1-1,0 0,0-1,1 0,0-1,0-1,1 0,9 3,55 21</inkml:trace>
  <inkml:trace contextRef="#ctx0" brushRef="#br0" timeOffset="38773.389">5469 9886,'-31'-148,"31"147,0 1,0-1,0 0,0 0,0 1,0-1,1 0,-1 0,0 1,1-1,-1 0,0 1,1-1,-1 0,1 1,-1-1,1 1,0-1,-1 1,1-1,-1 1,1-1,0 1,-1 0,1-1,0 1,-1 0,1 0,0-1,0 1,-1 0,1 0,0 0,0 0,-1 0,1 0,0 0,0 0,0 0,-1 0,1 0,0 1,-1-1,1 0,0 1,0-1,-1 0,1 1,-1-1,1 1,0-1,-1 1,1-1,-1 1,1-1,-1 1,1 0,-1-1,1 1,-1 0,0-1,1 1,-1 0,0-1,0 1,0 0,0 0,1 0,92 123,-61-74,-19-31,-4-4,1 0,0 0,1-1,1 0,0 0,0-2,2 0,-1 0,2-1,-1-1,16 9,-26-18,0 1,0-1,1 0,-1 0,0 0,0-1,1 1,-1-1,0 0,1 0,-1-1,0 1,0-1,1 0,-1 0,0-1,0 1,0-1,0 0,0 0,0 0,-1 0,1-1,-1 1,0-1,1 0,-1 0,0 0,-1-1,1 1,0-2,5-6,-2 0,1-1,-1 0,-1 0,0 0,-1 0,0-1,-1 0,1-10,0-59,-10 78,1 20,5-9,0 1,0 0,1-1,-1 1,2-1,-1 1,1-1,0 0,0 1,1-1,0 0,1 0,-1-1,1 1,1-1,-1 0,2 2,-3-5,0 0,0 1,0-1,0 0,0 0,1-1,-1 1,1-1,0 0,0 0,0 0,0 0,0 0,0-1,0 0,1 0,-1 0,0-1,1 1,-1-1,1 0,-1 0,0-1,1 1,-1-1,0 0,1 0,-1 0,0-1,3 0,0-4,0 0,0 0,-1-1,0 0,0 0,0 0,-1-1,0 1,-1-1,1-1,-2 1,1-1,-1 1,0-1,-1 0,0 0,0 0,-1 0,0 0,-1-6,-1 22,0-1,1 1,-1 0,1-1,1 1,-1-1,1 1,0-1,1 1,0-1,0 0,0 0,1 0,-1 0,2 0,-1 0,0-1,1 1,0-1,1 0,-1 0,1-1,0 1,5 3,8 0,1 0,0-2,1 0,-1-1,1 0,0-2,0-1,0 0,1-1,-1-2,0 0,10-2,-19 3,0 0,0-1,0 0,0-1,0 0,0-1,-1 0,1-1,-1 0,0 0,0-1,-1-1,1 0,-1 0,0-1,-1 0,0 0,7-8,-13 13,-1-1,0 1,0 0,0 0,0-1,0 1,0-1,-1 1,1-1,-1 1,0-1,0 1,0-1,0 1,0-1,0 0,-1 1,1-1,-1 1,0 0,1-1,-1 1,0-1,-1 1,1 0,0 0,-1 0,1 0,-1 0,0 0,1 0,-1 0,0 1,0-1,0 1,-1-1,1 1,0 0,0 0,-1 0,1 0,0 0,-1 0,-1 0,-5 0,0-1,0 1,0 0,0 1,0 0,-1 0,1 1,0 0,0 1,0 0,0 0,0 1,-5 2,10-3,-1 0,1 0,0 0,0 0,0 1,0-1,0 1,1 0,-1 0,1 1,0-1,0 1,0-1,0 1,1 0,-1 0,1 0,0 0,0 1,1-1,-1 0,1 1,0 0,0-1,0 1,1-1,0 3,0-5,0 0,1 0,-1 1,1-1,0 0,-1 0,1 0,0 0,0 0,0-1,1 1,-1 0,0 0,1-1,-1 1,1-1,0 1,-1-1,1 0,0 1,0-1,0 0,0 0,-1-1,2 1,-1 0,0 0,0-1,0 0,0 1,0-1,69 3,-63-3,0-1,-1 0,1-1,0 1,-1-1,0-1,1 0,-1 0,0 0,0-1,-1 0,1 0,-1-1,0 1,0-1,-1-1,1 1,-1-1,0 0,0 0,-1-1,0 1,1-3,-7-14,-13 30,13-3,-1 0,1 1,0-1,1 1,-1-1,1 1,0 0,0-1,0 1,0 0,1 0,0 0,0 0,1-1,-1 1,1 0,0 0,0-1,1 1,-1 0,1-1,0 0,0 1,0-1,1 0,0 0,0 0,0 0,0-1,0 1,1-1,-1 0,1 0,0 0,1 0,77 28,-40-23</inkml:trace>
  <inkml:trace contextRef="#ctx0" brushRef="#br0" timeOffset="39050.17">6926 9766,'18'16,"16"14,10 9,10 7,2 0,0-1,-4-5,-6-9,-10-8,-10-8</inkml:trace>
  <inkml:trace contextRef="#ctx0" brushRef="#br0" timeOffset="39255.619">7287 9766,'-18'14,"-13"13,-6 11,2 9,3 5,9 0,7-1,13-8,8-10</inkml:trace>
  <inkml:trace contextRef="#ctx0" brushRef="#br0" timeOffset="39503.956">7608 9805,'0'16,"-2"15,-1 8,0 7,5 0,4-3,7-6,2-11,0-8</inkml:trace>
  <inkml:trace contextRef="#ctx0" brushRef="#br0" timeOffset="40355.252">7555 9539,'23'4,"0"1,-1 0,1 2,-1 1,0 1,-1 1,0 1,-1 0,0 2,-1 0,0 1,-1 1,-1 1,0 0,5 9,-7-1,0 0,-2 1,-1 1,-1 0,-1 0,1 11,20 48,-31-82,1 0,0 1,0-1,0 0,1 0,-1 0,1 0,-1 0,1 0,0 0,0-1,1 1,-1 0,0-1,1 0,-1 0,1 0,0 0,0 0,0 0,0-1,0 1,0-1,0 0,0 0,1 0,-1 0,0-1,1 1,-1-1,1 0,-1 0,0 0,1-1,-1 1,0-1,3 0,5-6,0-1,-1 0,0-1,0 0,-1 0,0-1,-1 0,0-1,0 0,-1 0,-1 0,0-1,0 0,-1-1,-1 1,0-1,-1 0,17-48,-21 153,2-82,0 1,0-1,1 1,0-1,0 0,1 0,1 0,0 0,0 0,1-1,4 7,-7-12,1-1,-1 1,1-1,-1 0,1 0,0 0,0-1,1 1,-1-1,0 1,1-1,-1 0,1 0,0-1,0 1,0-1,0 0,0 0,0 0,0 0,0-1,0 0,0 0,0 0,0 0,0-1,0 1,0-1,0 0,0 0,2-1,3-2,0-1,-1 0,1-1,-1 0,0 0,-1-1,1 0,-1 0,-1-1,1 1,-1-1,-1-1,0 1,0-1,0 0,1-5,10-15,-16 28,0 0,0 0,0 1,1-1,-1 0,0 0,0 0,0 1,1-1,-1 0,1 0,-1 1,0-1,1 0,-1 1,1-1,-1 1,1-1,0 0,-1 1,1-1,-1 1,1 0,0-1,0 1,-1-1,1 1,0 0,-1 0,1-1,0 1,0 0,0 0,-1 0,1 0,0 0,0 0,0 0,-1 0,1 0,0 0,0 1,0-1,-1 0,1 0,0 1,0-1,-1 1,1-1,0 0,-1 1,1-1,-1 1,1 0,0 0,14 32,17 19,-27-47,1-1,1 0,-1 0,0-1,1 0,0 0,0-1,0 1,0-1,0-1,0 0,0 0,1 0,-1-1,0 0,1 0,-1-1,0 0,1 0,13-3,-1-1,0-1,0-1,0 0,-1-2,0 0,-17 7,-1 1,1 0,0 0,0 0,0 0,0 0,0 0,0 1,1-1,-1 1,0-1,0 1,0 0,0 0,1 0,-1 0,0 0,0 0,0 1,1-1,-1 1,0-1,0 1,0 0,0 0,0 0,0 0,0 0,0 1,-1-1,1 0,0 1,-1-1,1 1,-1 0,1 1,3 4,1 0,-1 0,1-1,1 1,-1-1,1-1,0 1,0-1,1 0,-1-1,1 0,0 0,3 1,4-1,0 0,0-1,0-1,1 0,-1-1,0-1,1 0,-1-1,0-1,1 0,-1-1,0-1,12-4,-23 6,1-1,-1 0,1 0,-1 0,0 0,0-1,-1 1,1-1,-1 0,0 0,0 0,0-1,0 1,-1-1,1 0,-1 1,-1-1,1 0,-1 0,0 0,0 0,0-1,0 1,-1 0,0 0,0 0,-1-1,1 1,-2-3,1 2,0-1,0 1,-1 0,0 0,0 0,0 0,-1 1,0-1,0 1,0-1,-1 1,0 0,0 0,0 1,0-1,-1 1,0 0,0 0,0 0,0 1,-1 0,1 0,-1 0,-3 0,2 1,-1 1,1 0,-1 0,0 0,1 1,-1 1,1-1,-1 1,0 0,1 1,0 0,-1 0,1 0,0 1,0 0,0 1,1 0,-1 0,1 0,0 1,-4 3,0 1,0 0,0 1,1 0,1 1,-1 0,2 0,0 0,0 1,1 1,0-1,-2 11,6-20,0 2,0-1,0 0,1 0,0 0,0 1,0-1,0 0,1 1,-1-1,1 1,0-1,1 1,-1-1,1 1,0-1,0 0,0 1,1-1,-1 0,1 0,0 0,0 0,1 0,-1-1,1 1,0-1,0 1,0-1,0 0,0 0,1 0,-1-1,1 1,0-1,0 0,3 2,29 1,-1-6</inkml:trace>
  <inkml:trace contextRef="#ctx0" brushRef="#br0" timeOffset="40627.575">9373 9472,'-16'-14,"-12"-4,-6 3,-4 9,3 11,4 13,8 12,7 10,7-2</inkml:trace>
  <inkml:trace contextRef="#ctx0" brushRef="#br0" timeOffset="40905.347">9360 10086,'15'7,"13"2,8 0,7-4,3-8,1-7,-4-9,-8-2</inkml:trace>
  <inkml:trace contextRef="#ctx0" brushRef="#br0" timeOffset="36481.485">1766 10140,'1'-33,"2"0,0 1,2-1,2 1,1 0,1 1,2-1,1 2,3-4,-14 30,0 0,1 0,0-1,-1 1,1 0,1 1,-1-1,0 0,1 1,0-1,0 1,0 0,0 0,0 0,1 0,0 0,-1 1,1 0,0 0,0 0,0 0,0 0,0 1,1 0,-1 0,0 0,1 0,-1 1,1 0,-1 0,0 0,1 0,0 1,4 4,0 1,-1 0,0 1,0 0,0 0,-1 1,0 0,0 0,-1 1,0 0,-1 0,0 0,0 0,-1 1,0 0,-1 0,0 3,2 0,0 0,-2 0,0 1,0 0,-1-1,-1 1,0 0,-1 0,-1 9,1-22,0 1,0-1,0 1,-1-1,1 1,0-1,-1 1,1-1,-1 1,1-1,-1 0,0 1,0-1,1 0,-1 0,0 1,0-1,0 0,0 0,0 0,-1 0,1 0,0-1,0 1,-1 0,1 0,0-1,-1 1,1-1,-1 1,1-1,-1 0,1 0,-1 1,1-1,-1 0,1 0,-1 0,1-1,-1 1,1 0,-1 0,1-1,0 1,-1-1,1 0,-1 1,1-1,0 0,0 0,-1 1,1-1,0 0,0 0,0-1,0 1,0 0,0 0,0 0,-2-5,0 1,0 0,0-1,0 1,1-1,0 0,0 0,1 1,-1-2,1 1,1 0,-1 0,1 0,0 0,0 0,1 0,0 0,0 0,1-3,44-111,23 3,-46 84,-3-1,0-2,-3 0,12-33,-24 57,-1 0,0 0,-1 0,-1 0,0 0,-1 0,0-1,0 1,-2 0,1-1,-4-11,4 23,0 1,0-1,0 0,0 0,0 0,0 1,-1-1,1 0,0 0,-1 1,1-1,-1 0,1 0,0 1,-1-1,0 1,1-1,-1 0,1 1,-1-1,0 1,1-1,-1 1,0 0,1-1,-1 1,0 0,0-1,0 1,1 0,-1 0,0 0,0 0,0 0,1 0,-1 0,0 0,0 0,0 0,1 0,-1 0,0 0,0 1,-27 27,18-5,1 0,1 1,1 0,1 1,1-1,1 1,1 0,2 1,0-1,3 14,-2 8,3-1,2 0,2 0,2 0,2-1,1 0,3-1,3 2,-17-44,0 3,0 0,0-1,1 1,0 0,0-1,0 1,0-1,1 0,0 0,0 0,0 0,0 0,0-1,1 1,0-1,0 0,0 0,0-1,0 1,0-1,1 0,-1 0,3 1,8-8</inkml:trace>
  <inkml:trace contextRef="#ctx0" brushRef="#br0" timeOffset="36740.789">1819 9539,'23'2,"28"3,27 3,25 3,16 3,7 7,-19-1</inkml:trace>
  <inkml:trace contextRef="#ctx0" brushRef="#br0" timeOffset="37806.458">2756 9899,'-21'-3,"-7"-2,0 1,0 1,0 1,-1 2,-9 1,31 0,-1 0,1 0,-1 1,1 0,0 0,0 0,0 1,0 1,1-1,-1 1,1 0,0 0,0 1,0 0,0 0,1 0,0 1,0 0,1 0,-1 0,1 0,-1 4,3-7,0 1,0-1,0 1,0-1,1 1,0 0,0 0,0 0,0-1,0 1,1 0,0 0,0 0,0 0,0 0,1 0,-1 0,1 0,0 0,0 0,0 0,1-1,0 1,-1-1,1 1,0-1,1 1,-1-1,1 0,-1 0,1 0,0-1,0 1,0 0,0-1,1 0,-1 0,0 0,1 0,3 1,0-1,0 0,0 0,0-1,0 0,0 0,0 0,1-1,-1 0,0 0,0-1,1 0,-1-1,0 1,0-1,0 0,-1-1,1 0,-1 0,1 0,-1-1,0 0,0 0,0-1,2-2,1-1,1 0,-2-1,1-1,-1 1,0-1,-1 0,0-1,-1 0,0 0,-1 0,0-1,-1 0,0 0,0-5,-2 4,-1 4,-1 16,0 4,1 0,1 1,0-1,0 0,1 0,0 0,1 0,2 3,-5-10,1 0,0 0,0 0,0-1,0 1,0-1,1 0,0 1,-1-1,1 0,0-1,1 1,-1 0,0-1,1 0,-1 0,1 0,0 0,0-1,0 1,0-1,0 0,0 0,2 0,-2-1,0-1,1 1,-1-1,0 0,0 0,0 0,-1-1,1 1,0-1,0 0,-1 0,1-1,-1 1,0-1,0 1,0-1,0 0,0 0,0 0,-1-1,2-1,40-80,-19-37,-19 74,-6 45,0 0,1 1,-1-1,1 0,-1 1,1-1,0 1,0-1,0 1,0 0,0-1,1 1,-1 0,1 0,-1 0,1 0,0 0,0 0,0 0,0 1,0-1,0 1,0-1,1 1,-1 0,0 0,1 0,-1 0,1 0,-1 1,1-1,-1 1,1-1,0 1,-1 0,1 0,0 0,-1 1,1-1,0 1,11 1,0 1,0 0,-1 2,1-1,-1 2,0 0,0 0,0 1,-1 1,-1 0,1 1,7 6,-12-5,0 0,0 0,-1 0,-1 1,0-1,0 1,-1 1,0-1,-1 1,0-1,-1 1,0 0,-1 0,0 0,-1 0,-1 0,-1 9,5 50,-3-67,0-1,0 1,1-1,0 1,0-1,0 1,0-1,0 0,0 0,1 1,0-1,0 0,0 0,0-1,0 1,0 0,1-1,-1 1,1-1,0 0,-1 0,1 0,0 0,0 0,1-1,-1 1,0-1,0 0,1 0,-1 0,1 0,-1-1,2 1,7-1,0-1,1 1,-1-2,0 0,0 0,0-1,-1 0,1-1,-1-1,0 0,0 0,0-1,-1 0,0-1,0 0,0-1,-1 0,0-1,-1 1,0-2,0 1,-1-1,0 0,-1-1,0 1,-1-1,0 0,-1-1,0 1,0-1,-2 0,1 0,-1 0,-1 0,0-1,-1 11,1 1,-1-1,1 1,-1-1,0 1,0-1,0 0,0 1,0-1,0 1,0-1,0 0,-1 1,1-1,0 1,-1-1,0 1,1-1,-1 1,0 0,1-1,-1 1,0 0,0-1,0 1,-1 0,1 0,0 0,0 0,0 0,-1 0,1 0,-1 0,1 1,0-1,-1 1,1-1,-1 1,0-1,1 1,-1 0,1 0,-1-1,0 1,1 1,-1-1,1 0,-1 0,0 1,-3 2,0 1,0 0,0 0,1 0,-1 1,1-1,1 1,-1 0,0 0,1 1,0-1,0 1,1 0,0-1,0 1,0 0,1 0,-1 1,1-1,1 0,-1 0,1 0,0 1,1-1,0 3,1-3,-1 0,1 0,1-1,-1 1,1-1,0 0,0 0,1 0,0 0,-1 0,1-1,1 0,-1 0,1 0,0 0,0-1,0 1,0-1,0-1,5 3,117 33,-84-31,0-1,1-3,0-1,-1-2,1-2,0-2,-1-2,0-1,21-8,-55 12,1-1,-1 1,0-2,-1 1,1-1,-1 0,0-1,0 0,0 0,-6 4,0 0,1-1,-1 1,0 0,-1-1,1 1,0-1,-1 1,1-1,-1 0,0 0,0 0,0 0,0 0,-1 0,1 0,-1 0,0 0,1 0,-1 0,-1 0,1 0,0 0,-1 0,0 0,1 0,-1 0,0 0,-1 0,1 0,-3-3,1 0,-1 0,-1 1,1-1,-1 1,0 0,0 0,0 1,-1 0,1-1,-1 2,0-1,0 1,-1 0,1 0,-1 1,1-1,-1 2,0-1,0 1,0 0,0 0,0 1,0 0,1 0,-1 0,0 1,0 0,0 1,0 0,0 0,1 0,-1 1,1-1,0 2,0-1,-3 3,3-2,1 0,0 1,0 0,0 0,0 0,1 0,0 1,0 0,1 0,0 0,0 0,0 0,0 1,1-1,0 1,1 0,-1-1,1 1,1 0,-1 0,1 0,1 0,-1 0,1 0,0-1,0 1,1 0,0-1,0 1,3 4,-3-8,1 0,0 0,-1-1,1 1,0-1,0 0,0 0,1 0,-1 0,0-1,1 1,-1-1,1 0,0 0,-1 0,1 0,0-1,0 1,-1-1,1 0,0 0,0 0,-1-1,1 1,0-1,-1 0,6-1,-1-1,0 1,0-2,0 1,0-1,-1 0,0 0,1-1,-1 0,6-6,-6 3,0 1,-1-1,1 0,-1-1,-1 1,0-1,0 0,-1-1,0 1,0-1,-1 0,-1 0,1 0,-2 0,1 0,-1 0,-1-4,-3-2,-3 18,5 2,0 0,1 0,0 0,0 0,0 1,0-1,1 0,-1 0,1 0,0 0,0-1,1 1,-1 0,1 0,0-1,0 1,0-1,0 1,1-1,-1 0,1 0,0 0,3 2,80 56,-15-29,-1-6</inkml:trace>
  <inkml:trace contextRef="#ctx0" brushRef="#br0" timeOffset="63524.52">8343 11691,'-7'2,"0"0,0 0,0 0,0 1,0 0,1 0,-1 1,1 0,0 0,0 0,1 1,-1 0,1 0,0 1,0-1,1 1,-1 0,1 0,1 0,-1 1,1-1,0 1,-2 7,3-9,1 1,-1-1,1 1,-1 0,2 0,-1 0,1 0,0-1,0 1,0 0,1 0,0 0,0 0,0-1,1 1,0 0,0-1,1 1,-1-1,1 0,0 0,1 0,-1 0,1-1,0 1,0-1,0 0,1 0,2 1,-1 0,0-2,0 1,0 0,0-1,1 0,0-1,-1 0,1 0,0 0,0-1,0 0,0 0,1 0,-1-1,0 0,0-1,0 0,0 0,0 0,0-1,0 0,0 0,-1-1,1 0,-1 0,1 0,-1-1,0 0,-1 0,1-1,-1 0,0 0,0 0,0 0,0-1,-1 0,0 0,0-1,1-3,0 0,-1-1,0 0,-1 0,0 0,-1-1,0 1,-1-1,0 1,-1-1,0 1,-1-1,0 1,-1-1,0 1,-1 0,0 0,-1 0,0 0,-1 0,0 1,-5-8,8 16,0-1,0 0,0 1,0 0,-1-1,1 1,-1 0,1 0,-1 0,0 1,0-1,0 1,0-1,0 1,0 0,0 0,0 0,0 1,-1-1,1 1,0 0,-1 0,1 0,0 0,0 0,-1 1,1 0,0-1,0 1,0 0,0 1,0-1,0 0,0 1,0 0,0 0,1 0,-1 0,-1 1,0 2,0 0,0 0,0 0,1 1,0 0,0-1,0 1,1 0,0 0,0 0,0 1,1-1,0 0,0 1,1-1,0 0,0 6,4 27</inkml:trace>
  <inkml:trace contextRef="#ctx0" brushRef="#br0" timeOffset="63782.303">8931 11998,'14'-44,"-1"-2,-3 0,-2 0,-1-1,-3 0,-2 0,-2 0,-2-10,1 39,1 23,-1 30,-1-13,1 0,0 0,2-1,1 1,0 0,2-1,1 0,0 1,1-2,1 1,2-1,0 0,0-1,3 3,20 16</inkml:trace>
  <inkml:trace contextRef="#ctx0" brushRef="#br0" timeOffset="64103">9640 11945,'18'-5,"18"-1,16 1,15 0,17 2,18 3,18 4,18 4,15 2,10 3,4 2,-5 2,-30-2</inkml:trace>
  <inkml:trace contextRef="#ctx0" brushRef="#br0" timeOffset="64485.977">11111 11717,'21'1,"1"5,-1 1,-1 1,1 1,-1 1,-1 0,0 2,0 0,-1 1,-1 1,0 1,-1 0,-1 1,0 1,6 10,-17-23,0 1,-1-1,0 1,0 0,0-1,-1 1,1 1,-1-1,0 0,-1 1,1-1,-1 0,0 1,-1 0,1-1,-1 1,0-1,-1 1,1 0,-1-1,0 1,0-1,-1 1,0-1,0 0,0 0,0 0,-3 3,-6 3,-1-2,0 0,-1 0,0-1,0 0,-1-1,0-1,0 0,0-1,-1-1,1 0,-1-1,-13 1,0 1,9-3</inkml:trace>
  <inkml:trace contextRef="#ctx0" brushRef="#br0" timeOffset="62995.912">5563 11798,'16'-2,"19"-1,21 0,22-2,21 0,17 1,16 1,9 2,6 0,-2 0,-7 3,-13 1,-17 3,-20 0,-20-2,-22 0</inkml:trace>
  <inkml:trace contextRef="#ctx0" brushRef="#br0" timeOffset="63204.378">6873 11477,'149'71,"-48"-25,-4 5,16 14,-99-56,0 0,-1 2,0 0,0 0,-1 1,4 5,-14-14,1-1,-1 1,0 0,0 0,0 0,0 1,-1-1,1 0,-1 1,0-1,0 1,0-1,0 1,-1-1,1 1,-1 0,0-1,0 1,0 0,-1-1,1 1,-1-1,0 1,0-1,0 1,0-1,-1 1,1-1,-1 0,0 0,0 0,-1 1,-11 10,-2-1,1-1,-1-1,-1 0,0-1,-1-1,1 0,-2-1,1-2,-1 1,-11 0,26-5,-105 28,72-23</inkml:trace>
  <inkml:trace contextRef="#ctx0" brushRef="#br0" timeOffset="62453.362">4265 11745,'3'-18,"4"-16,5-8,1-6,0-2,-4 3,-2 7,-3 17,-4 22,-5 23,-3 20,-1 18,1 9,3 5,3 0,6-4,5-11,2-14</inkml:trace>
  <inkml:trace contextRef="#ctx0" brushRef="#br0" timeOffset="62725.634">4640 11758,'0'-18,"0"-16,0-8,0-4,0 1,0 4,0 14,0 19,0 22,3 18,2 17,5 7,8 5,10-4,9-10,-1-12</inkml:trace>
  <inkml:trace contextRef="#ctx0" brushRef="#br0" timeOffset="60824.839">1953 11717,'16'0,"21"0,23 0,18 0,20 0,13-2,9-1,-1 0,-7 1,-15 0,-20 1,-23 3,-25 1,-18 0</inkml:trace>
  <inkml:trace contextRef="#ctx0" brushRef="#br0" timeOffset="61793.524">2702 11503,'198'24,"-166"-19,-4-2,0 2,-1 0,1 2,-1 1,-1 1,1 2,-2 0,1 2,-2 0,9 8,-30-20,0 1,-1 0,0 0,1 0,-1 0,0 1,0-1,0 1,0-1,0 1,-1 0,1-1,-1 1,0 0,0 0,0 0,0 0,0 0,-1 0,1 0,-1 1,0-1,0 0,0 0,0 0,0 0,-1 0,0 0,1 0,-1 0,0 0,-1 0,0 2,-10 9,0 0,-1-1,0-1,-1 0,0 0,-1-2,-1 0,1-1,-2 0,1-1,-1-1,-17 5,17-5,-99 38,99-39</inkml:trace>
  <inkml:trace contextRef="#ctx0" brushRef="#br0" timeOffset="60074.322">777 11691,'-1'-24,"1"-1,1 0,2 1,0-1,1 1,2 0,0 0,6-11,11-51,3-68,-26 238,-2-27,2 0,2 1,3-2,3 1,2-1,2 0,11 27,-5-43</inkml:trace>
  <inkml:trace contextRef="#ctx0" brushRef="#br0" timeOffset="60443.859">1125 11584,'-1'20,"2"0,0-1,2 1,0-1,1 1,2 6,-4-22,-1 1,1-1,-1 0,1 1,0-1,1 0,-1 0,1 0,0-1,0 1,0-1,0 0,1 1,-1-1,1-1,0 1,0 0,0-1,0 0,0 0,0 0,1-1,-1 1,1-1,-1 0,1 0,-1-1,1 1,2-1,0-1,0 0,0-1,-1 0,1 0,0 0,-1-1,0 0,0 0,0-1,0 1,0-1,-1-1,1 1,-1-1,0 0,-1 0,1 0,-1-1,0 0,0 1,-1-1,0-1,0 1,0 0,-1-1,0 0,0 1,0-1,-1 0,0 0,-1 0,1 0,-1 0,-1 0,1 0,-1 0,-1 1,1-1,-2-3,1-1,-2-1,1 1,-2 0,1 0,-1 0,-1 1,0 0,-1 0,0 0,0 0,-1 1,0 1,0-1,-1 1,0 1,-1 0,-10-6,18 11,-1 1,0 0,0 0,0-1,0 2,-1-1,1 0,0 1,0-1,0 1,-1 0,1 0,0 0,0 1,0-1,-1 1,1 0,0 0,0 0,0 0,0 0,0 1,0-1,1 1,-1 0,0 0,1 0,-1 0,1 0,0 0,0 1,0-1,0 1,0 0,0 0,-1 2,1 0,-1 0,1 0,0 0,0 1,0-1,1 1,0 0,0-1,0 1,1 0,0 0,0-1,0 1,1 0,0 0,0-1,0 1,2 2,10 20</inkml:trace>
  <inkml:trace contextRef="#ctx0" brushRef="#br0" timeOffset="77691.939">9827 13308,'-10'1,"0"-1,-1 2,1 0,0 0,0 1,0 0,0 1,1 0,-1 0,1 1,0 0,1 1,-1 0,1 0,-6 6,13-11,-1 0,1 1,-1-1,1 1,-1-1,1 1,0 0,0-1,0 1,0 0,0 0,0 0,0 0,1 0,-1 0,1 0,-1 0,1 0,0 0,0 0,0 0,0 0,0 0,0 1,0-1,1 0,-1 0,1 0,0 0,-1-1,1 1,0 0,0 0,0 0,1 0,-1-1,0 1,1-1,-1 1,1-1,-1 1,1-1,0 0,-1 0,1 0,0 0,0 0,0 0,0 0,1 0,25 9,0-1,1-1,0-2,0 0,0-2,1-2,23 0,-34-1,69 4,0-5,0-3,49-10,-135 12,1 1,-1-1,1 1,-1-1,1 1,0 0,-1 0,1 0,-1 0,1 1,0-1,-1 1,1 0,-1-1,1 1,-1 0,1 0,-1 1,0-1,0 0,0 1,1-1,-1 1,-1 0,1 0,0 0,0 0,-1 0,1 0,4 5,0 0,0 0,1-1,0 0,1 0,-1 0,1-1,0 0,0-1,0 0,1 0,0-1,-1 0,1 0,1-1,-1 0,0-1,0 0,0 0,1-1,-1 0,0-1,1 0,-1-1,0 0,0 0,0 0,4-3,-9 3,0 0,0 0,-1-1,1 1,-1-1,1 0,-1 0,0 0,0 0,0 0,-1-1,1 1,-1-1,0 0,0 0,0 0,0 0,-1 0,0 0,0 0,0 0,0-1,0 1,-1 0,0-1,0 1,0 0,-1-1,1 1,-1 0,0-1,0 1,0 0,-1 0,0 0,1 0,-2 0,1 1,0-1,-1 0,1 1,-1 0,0-1,0 1,-2-1,0 1,-2-1,1 0,0 1,-1 1,1-1,-1 1,0 0,0 0,0 1,0 0,0 0,0 0,0 1,0 0,0 1,0 0,0 0,0 0,0 1,1 0,-1 0,0 1,1 0,-1 0,1 0,0 1,0 0,1 0,-1 1,-3 3,8-6,0-1,0 1,0 0,0-1,0 1,1 0,-1 0,0-1,1 1,0 0,-1 0,1 0,0 0,0 0,0-1,0 1,1 0,-1 0,0 0,1 0,-1-1,1 1,0 0,-1 0,1-1,1 3,13 17</inkml:trace>
  <inkml:trace contextRef="#ctx0" brushRef="#br0" timeOffset="78142.708">11098 13496,'-5'-8,"-1"0,1 1,-1 0,0 0,-1 0,0 1,0 0,0 0,0 1,-1-1,0 2,0-1,-1 1,1 1,-1-1,0 1,-1 1,4 0,0 1,0 0,0 0,0 0,0 1,0 0,0 0,0 1,0 0,0 0,0 0,0 1,0 0,1 0,-1 0,0 1,1-1,0 2,0-1,0 0,0 1,0 0,1 0,0 0,-1 1,0 1,3-3,0 0,0 0,0 0,0 0,0 0,1 1,0-1,-1 1,1-1,1 1,-1-1,0 1,1 0,0-1,-1 1,2 0,-1-1,0 1,1-1,-1 1,1 0,0-1,0 1,1-1,-1 0,1 1,0-1,-1 0,1 0,1 0,-1 0,0 0,1-1,-1 1,1-1,0 1,0-1,5 4,0-1,1 0,0 0,-1-1,2 0,-1-1,0 0,1 0,-1-1,1 0,0-1,0 0,0 0,-1-1,1 0,0-1,0 0,0-1,-1 0,1-1,-1 1,1-2,-1 1,0-1,0-1,-1 0,1 0,-1-1,0 0,-1 0,1 0,-1-1,-1-1,1 1,-1-1,3-5,3-14,-1 0,-1-1,-2 0,-1 0,-1 0,2-30,-5 39,34-284,-34 260,-5 26,-6 28,-7 28,2 1,2 0,2 1,-5 40,14-81,-5 25,1-1,0 1,2 0,1 0,1-1,1 1,1 0,2 0,0-1,1 1,2-1,0 0,2-1,1 0,0 0,4 3,34 36,1-13</inkml:trace>
  <inkml:trace contextRef="#ctx0" brushRef="#br0" timeOffset="76840.219">8023 13241,'-5'16,"-1"12,0 11,4 7,4 3,4-3,1-6,-1-10</inkml:trace>
  <inkml:trace contextRef="#ctx0" brushRef="#br0" timeOffset="77160.364">7795 12934,'49'19,"-2"3,-1 1,0 2,-2 2,14 13,-43-29,-1 1,0 0,-1 1,0 0,-1 1,-1 1,0 0,-1 0,-1 1,0 0,-1 1,0 0,-2 0,0 0,-1 1,2 13,4 73,-10-102,0 0,0 0,1 1,-1-1,0 0,1 0,-1 0,1 0,0 0,-1-1,1 1,0 0,0-1,0 1,1-1,-1 0,0 0,0 0,1 0,-1 0,0 0,1-1,-1 1,1-1,-1 1,1-1,-1 0,1 0,70-10,-64 8,-1-1,1-1,-1 0,0 0,0 0,0-1,-1 0,0-1,0 0,0 0,-1 0,0-1,0 0,0 0,-1-1,0 1,-1-1,0 0,0 0,0-1,-1 1,0-1,-1 0,0 1,1-9,-3 16,0-1,0 1,1-1,-1 1,0-1,0 1,0-1,0 1,0-1,-1 1,1-1,0 1,-1 0,1-1,-1 1,1 0,-1-1,0 1,0 0,0-1,1 1,-1 0,0 0,0 0,0 0,-1 0,1 0,0 0,0 1,0-1,-1 0,1 0,0 1,-1-1,1 1,-1 0,1-1,-1 1,1 0,-1 0,1 0,0 0,-1 0,1 0,-1 0,1 0,-1 0,1 1,-1-1,1 1,0-1,-1 1,1 0,-2 0,0 1,1-1,-1 1,1 0,0 0,0 0,-1 0,1 0,1 1,-1-1,0 1,1-1,-1 1,1-1,-1 1,1 0,0 0,0 0,1-1,-1 1,1 0,-1 0,1 0,0 0,0 0,0 0,0 0,1 0,-1 0,2 3,0 1,1 0,-1 0,2 0,-1 0,1-1,0 0,0 1,1-1,-1 0,1-1,1 0,0 1,17 12,0-2,1 0,1-2,1-1,-1-1,2-1,0-1,14 3,55 15</inkml:trace>
  <inkml:trace contextRef="#ctx0" brushRef="#br0" timeOffset="69584.065">1 13041,'13'-1,"0"0,0 1,1 1,-1 0,0 0,0 1,0 1,0 0,-1 1,1 1,-1 0,0 0,0 1,-1 1,0-1,0 2,0 0,-1 0,0 1,-1 0,0 1,1 1,-1 6,-1 0,0 0,-1 0,-1 1,0 0,-2 0,0 1,-1 0,-1-1,0 1,-2 0,0 2,5 23,-4-44,-1 1,1-1,-1 0,1 0,-1 0,1 1,0-1,-1 0,1 0,-1 0,1 0,-1 0,1 0,0 0,-1 0,1 0,-1 0,1 0,0-1,-1 1,1 0,-1 0,1-1,-1 1,1 0,-1-1,1 1,-1 0,0-1,1 1,-1 0,1-1,-1 1,0-1,1 1,-1-1,0 1,0-1,1 1,-1-1,0 0,1 1,12-19,-1 0,0-1,-1-1,-1 1,-1-2,-1 1,-1-1,0-3,1-1,-8 26,0 0,0 0,1 0,-1 1,0-1,0 0,0 0,0 0,0 0,1 0,-1 0,0 0,0 0,0 0,0 0,0 0,1 0,-1 0,0 0,0 0,0 0,0 0,0-1,0 1,1 0,-1 0,0 0,0 0,0 0,0 0,0 0,0 0,0 0,1-1,-1 1,0 20,0-18,0 12,0 0,1 0,0 0,2 0,-1 0,2 0,0-1,2 4,-4-11,0-1,1 0,0 0,0 0,1 0,-1 0,1-1,0 0,0 1,1-1,-1-1,1 1,0-1,0 0,0 0,0 0,1 0,-1-1,1 0,-1 0,2-1,0 1,-1-1,1 0,0 0,0-1,0 0,0 0,-1 0,1-1,0 0,0-1,-1 1,1-1,-1 0,1-1,-1 0,0 0,0 0,0-1,-1 0,1 0,-1 0,0-1,0 1,0-1,-1 0,1-1,-1 1,-1-1,1 0,-1 0,0 0,1-5,35-150,-33 144,-1 20,0 31,-5 27,9 69,-8-127,0 0,0 1,0-1,0 0,0 0,1 0,-1 0,1 0,0 0,0 0,0-1,0 1,1-1,-1 1,1-1,-1 0,1 0,0 0,0 0,0-1,0 1,0-1,0 0,0 1,1-2,-1 1,0 0,1-1,-1 1,0-1,1 0,-1 0,1 0,-1-1,0 1,1-1,-1 0,0 1,0-2,1 1,0-1,4-2,1-1,-1 1,-1-2,1 1,-1-1,0 0,0-1,0 0,-1 0,0 0,-1-1,1 0,-2 0,3-4,47-124,-46 118,-4 36,-3-4,1-3,25 108,-26-114,1-1,0 0,0 1,1-1,-1 0,1-1,0 1,0 0,0-1,0 0,1 1,-1-1,1-1,0 1,0 0,0-1,0 0,0 0,1 0,-1-1,0 1,1-1,-1 0,4 0,22-1,-1-4</inkml:trace>
  <inkml:trace contextRef="#ctx0" brushRef="#br0" timeOffset="74272.411">1525 13228,'134'227,"-134"-226,1 0,-1 0,0 0,1 0,-1 0,1 0,0 0,-1 0,1 0,0 0,-1 0,1 0,0-1,0 1,0 0,0-1,-1 1,1 0,0-1,0 1,0-1,0 0,1 1,-1-1,0 0,0 1,0-1,0 0,0 0,0 0,0 0,0 0,1 0,-1-1,0 1,0 0,0 0,0-1,0 1,0-1,0 1,0-1,0 1,0-1,0 0,0 1,-1-1,1 0,0 0,0 1,-1-1,1 0,0 0,-1 0,1 0,-1 0,1 0,-1 0,0 0,1 0,-1-1,121-226,-120 227,-1 0,0 0,0 1,0-1,0 0,0 1,0-1,0 0,0 1,1-1,-1 0,0 1,0-1,1 0,-1 1,1-1,-1 1,0-1,1 1,-1-1,1 1,-1-1,1 1,-1-1,1 1,0 0,-1-1,1 1,0 0,-1-1,1 1,0 0,-1 0,1 0,0 0,-1 0,1 0,0-1,-1 2,1-1,0 0,-1 0,1 0,0 0,-1 0,1 0,0 1,-1-1,1 0,0 1,-1-1,1 0,-1 1,1-1,-1 1,1-1,-1 1,4 82,-5-76,0 0,0 1,1-1,0 1,0-1,1 0,0 1,0-1,1 0,0 0,0 1,1-1,0-1,0 1,0 0,1-1,1-2,0 0,1-1,-1 0,1 0,-1 0,1-1,0 0,0 0,0 0,0-1,0 0,1 0,-1 0,0-1,0 0,1 0,-1-1,0 0,0 0,0 0,0-1,0 0,4-2,1 1,0-1,-1-1,0 1,0-2,0 0,0 0,-1 0,0-2,0 1,-1-1,0 0,0 0,-1-1,0 0,-1-1,0 1,2-5,3 3,-11 33,0-18,0 0,-1 0,1 0,1 0,-1 0,0-1,1 1,0 0,0 0,0 0,1-1,-1 1,1-1,-1 1,1-1,1 1,-1-1,0 0,1 0,-1 0,1-1,0 1,0 0,0-1,0 0,1 0,-1 0,0 0,1 0,0-1,-1 1,3-1,9 2,1 0,0-1,0-1,0-1,0 0,0-1,0 0,0-2,0 0,0-1,-1 0,1-1,-1-1,-1 0,1-1,-1-1,3-2,-11 6,-5 3,1 0,-1 0,0-1,0 1,0 1,1-1,-1 0,1 0,-1 0,0 1,1-1,-1 1,1-1,0 1,-1-1,1 1,-1 0,1 0,-1 0,1 0,0 0,-1 0,1 0,-1 1,1-1,-1 1,1-1,-1 1,1-1,-1 1,1 0,-1 0,1-1,-1 1,0 0,0 0,0 0,1 1,65 77,-57-72,0 0,1-1,0-1,0 0,0 0,0-1,1 0,0-1,0-1,0 0,2 0,-9-1,0-1,0 0,-1 0,1 0,0-1,0 1,-1-1,1 0,0-1,-1 1,1-1,-1 0,0 0,0 0,1-1,-1 1,-1-1,1 0,0 0,-1 0,1-1,-1 1,0-1,0 0,-1 0,1 0,-1 0,0 0,1-3,0 0,0 0,-1 0,0-1,0 1,-1-1,1 1,-2-1,1 1,-1-1,0 1,-1-1,0 0,0 1,0 0,-2-3,2 8,0 1,0-1,0 0,0 1,0-1,-1 1,1-1,-1 1,1-1,-1 1,1 0,-1 0,0 0,0 0,1 0,-1 0,0 0,0 1,0-1,0 1,0-1,0 1,0 0,0 0,0 0,0 0,0 0,0 0,0 0,0 1,-1 0,-62 20,45-12,1 0,1 1,-1 1,2 1,0 0,0 1,1 1,-1 2,15-15,1 0,-1 0,1 0,0 1,-1-1,1 0,0 1,0-1,-1 0,1 1,1-1,-1 1,0 0,0-1,0 1,1 0,-1 0,1-1,0 1,-1 0,1 0,0-1,0 1,0 0,0 0,0 0,0 0,1-1,-1 1,1 0,-1 0,1-1,0 1,-1 0,1-1,0 1,0-1,0 1,0-1,1 0,-1 1,1 0,29 10,4-4</inkml:trace>
  <inkml:trace contextRef="#ctx0" brushRef="#br0" timeOffset="74538.709">2915 12934,'-18'-7,"-13"-2,-8 0,-1 2,2 7,7 8,8 9,13 6,17 6,18 6,17 2,1-4</inkml:trace>
  <inkml:trace contextRef="#ctx0" brushRef="#br0" timeOffset="75165.739">3183 13442,'0'3,"1"0,0 0,-1-1,1 1,0 0,0-1,0 1,0-1,1 1,-1-1,1 1,0-1,-1 0,1 0,0 0,0 0,0 0,1 0,-1-1,0 1,1-1,-1 1,1-1,-1 0,1 0,0 0,-1-1,1 1,0 0,0-1,-1 0,1 0,0 0,0 0,0 0,-1 0,1-1,0 1,0-1,-1 0,1 0,-1 0,2 0,5-8,0-1,0 1,-1-1,0-1,-1 0,0 0,-1 0,0-1,-1 0,0 0,-1 0,0 0,-1-1,0 0,-1 0,-1 1,0-1,-1 0,-1-11,-4-82,5 106,0-1,1 1,-1-1,0 1,0-1,1 1,-1-1,0 1,1-1,-1 1,0-1,1 1,-1 0,1-1,-1 1,1-1,-1 1,1 0,-1 0,1-1,-1 1,1 0,0 0,-1 0,1-1,-1 1,1 0,-1 0,1 0,0 0,-1 0,1 0,-1 0,1 1,0-1,-1 0,1 0,-1 0,1 0,-1 1,1-1,-1 0,1 1,-1-1,1 0,-1 1,1-1,-1 1,1-1,-1 0,0 1,1-1,-1 1,0-1,1 1,-1 0,6 2,263 77,-266-79,0 0,1 0,-1 0,0 0,0 1,0-1,0 1,0 0,0 0,0 0,-1 0,1 1,-1-1,1 1,-1-1,0 1,0 0,0 0,0 0,-1 0,1 0,-1 0,0 0,0 1,0-1,0 0,-1 1,1-1,-1 1,0-1,0 2,-30 96,30-99,0 0,0 0,0 0,0 0,0-1,0 1,0 0,0 0,1 0,-1 0,1-1,0 1,-1 0,1 0,0-1,0 1,0-1,0 1,0-1,1 1,-1-1,0 1,1-1,-1 0,0 0,1 0,0 0,-1 0,1 0,0 0,-1-1,1 1,0 0,0-1,1 1,70 6,-29-11,1-1,-1-3,0-2,-1-2,0-1,0-3,-39 15,-2-1,0 1,0 0,1 0,-1 0,0 0,0 1,1-1,-1 1,0-1,1 1,-1 0,0 0,1 0,-1 0,1 0,-1 1,0-1,1 1,-1-1,0 1,0 0,0 0,1 0,-1 0,0 0,0 1,0-1,0 1,-1-1,1 1,0-1,0 3,7 4,0-1,0 0,1 0,0-1,0 0,0 0,1-1,-1-1,1 0,1 0,-1-1,0-1,1 0,-1 0,1-1,0 0,-1-1,1-1,0 0,-1 0,1-1,-1-1,1 0,-7 2,0 0,0 0,0 0,0-1,0 1,0-1,0 0,-1-1,1 1,-1-1,1 0,-1 0,0-1,-1 1,1-1,0 0,-1 0,0 0,0 0,0 0,0-1,-1 0,0 1,0-1,0 0,0 0,-1 0,0 0,0 0,0 0,-1-1,1 1,-2-3,0 1,0 1,-1-1,0 0,0 1,0 0,-1-1,0 1,0 0,-1 0,0 1,0-1,0 1,-1 0,1 0,-1 0,0 1,-1-1,1 1,-1 1,0-1,0 1,0 0,0 0,-7-1,3 0,0 1,0 1,0 0,-1 0,1 1,0 0,-1 1,1 0,-1 1,1 0,-1 1,1 0,0 0,0 1,0 0,0 1,2-1,1 1,0-1,-1 1,1 1,0 0,1-1,-1 2,1-1,0 1,1 0,-1 0,1 1,0 0,1 0,0 0,0 0,0 1,1-1,0 1,0 0,1 0,0 1,5 11,5-7</inkml:trace>
  <inkml:trace contextRef="#ctx0" brushRef="#br0" timeOffset="75418.067">4306 12814,'-16'-7,"-7"0,-3 6,4 10,5 12,6 12,7 10,6 5,3-4</inkml:trace>
  <inkml:trace contextRef="#ctx0" brushRef="#br0" timeOffset="75669.393">4400 13376,'6'6,"0"0,0-1,1 0,-1 0,1 0,1-1,-1 0,1 0,-1-1,1 0,0 0,0-1,0 0,0 0,1-1,-1 0,0-1,1 0,-1 0,1-1,-1 1,0-2,0 1,0-2,1 1,1-1,0-4,-1 0,1-1,-1 0,0 0,-1-1,1 0,-2 0,0-1,0 0,0 0,-1-1,-1 0,0 0,-1 0,0 0,0-1,-1-1,7-29,-2 1,-3-1,-1 0,-1-12,-3-275,1 318,1 37,0 75,-4 0,-4 3,-2 36,6-94,-1 0,2 0,3 0,5 36,-7-77,1 0,0 1,0-1,0 0,0 0,1 0,0 0,0 0,0-1,1 1,0-1,0 1,0-1,0 0,0 0,4 3,7-1</inkml:trace>
  <inkml:trace contextRef="#ctx0" brushRef="#br0" timeOffset="75851.44">4480 12988,'20'0,"21"2,19 3,15 3,11 3,5 3,-5 5,-16-2</inkml:trace>
  <inkml:trace contextRef="#ctx0" brushRef="#br0" timeOffset="76101.011">5121 13322,'-4'12,"-20"97,24-105,0 0,0 0,0 0,1 0,-1 0,1 0,0-1,0 1,1 0,-1-1,1 1,0-1,0 1,0-1,0 0,1 0,-1 0,1 0,0 0,-1 0,1-1,1 0,-1 1,0-1,0 0,4 1,0 0,0 1,0-1,0-1,0 1,0-1,1-1,-1 1,1-1,-1 0,1-1,0 0,-1 0,1-1,-1 0,1 0,-1 0,1-1,-1-1,0 1,0-1,0 0,0-1,-1 1,1-1,-1-1,0 1,0-1,0 0,-1 0,0-1,0 0,0 0,-1 0,1 0,-2-1,1 0,-1 1,0-1,0-1,-1 1,1-3,-2 2,-1 1,0-1,0 1,-1-1,0 1,0-1,-1 1,0 0,0 0,0 0,-1 0,0 0,-1 0,0 1,0-1,0 1,-1 0,1 1,-1-1,-1 1,-2-3,4 4,-1 0,1 1,-1 0,0 0,0 0,0 0,0 0,0 1,-1 0,1 0,-1 1,1 0,-1 0,0 0,1 0,-1 1,0 0,1 0,-1 1,0-1,0 1,1 0,-1 1,1 0,-1 0,1 0,0 0,-2 1,3 1,-1-1,1 0,-1 1,1 0,0 0,1 0,-1 1,1-1,0 1,0 0,0 0,0 0,1 0,0 0,0 1,1-1,-1 1,1-1,0 1,1-1,-1 1,1 0,0-1,1 1,0 3,5 25</inkml:trace>
  <inkml:trace contextRef="#ctx0" brushRef="#br0" timeOffset="76539.939">5482 13509,'18'-14,"-1"-1,-1-1,0 0,-1-1,-1-1,-1 0,0-1,-1 0,-1-1,-1-1,-1 1,-1-1,-1-1,0 0,1-12,-6 21,0 1,0 0,-1-1,-1 0,0 1,-1-1,0 1,-1-1,0 1,-1 0,-1-1,0 1,-3-6,7 17,-1-1,1 1,-1-1,0 0,1 1,-1-1,0 1,0 0,0-1,0 1,-1 0,1 0,0-1,0 1,-1 0,1 0,0 0,-1 1,1-1,-1 0,0 0,1 1,-1-1,1 1,-1 0,0-1,1 1,-1 0,0 0,0 0,1 0,-1 0,0 0,1 1,-1-1,0 1,1-1,-1 1,1-1,-1 1,1 0,-1 0,1 0,-1 0,1 0,0 0,-1 0,1 0,0 0,0 1,0-1,0 0,0 1,0-1,1 1,-1-1,0 1,0 2,-1 1,1-1,1 0,-1 0,0 1,1-1,0 0,0 1,0-1,1 0,0 0,-1 1,2-1,-1 0,0 0,1 0,-1 0,1 0,0 0,1 0,-1-1,1 1,-1-1,1 0,0 0,0 0,1 0,-1 0,1-1,-1 1,1-1,0 0,0 0,-1 0,2-1,-1 1,0-1,0 0,2 0,101 22,-91-22,0 1,0 1,-1 0,1 1,-1 1,1 1,-1 0,-1 1,1 0,0 2,-11-5,1 1,-1 0,0 0,0 0,0 1,-1-1,1 1,-2 0,1 0,0 0,-1 0,0 0,-1 0,1 1,-1-1,-1 1,1-1,-1 1,0-1,0 1,-1-1,0 2,0-1,0 0,1 0,0 0,0 1,1-1,0 0,0 0,1 0,0 0,0 0,0-1,1 1,0-1,0 1,1-1,0 0,0 0,5 5,5-1,0-1,1 0,0-1,0-1,1 0,0-1,0-1,1 0,-1-1,1-1,0-1,9 0,89 12,-2-5</inkml:trace>
  <inkml:trace contextRef="#ctx0" brushRef="#br0" timeOffset="86522.177">3250 13923,'-14'-16,"-8"-7,-6-2,0 2,2 9,6 10,6 14,8 11,9 11,11 7,11 4,6-1,0-7</inkml:trace>
  <inkml:trace contextRef="#ctx0" brushRef="#br0" timeOffset="90361.345">11231 14712,'11'16,"11"16,6 13,3 9,-1 5,-7 1,-6 0,-14-3,-16-8,-14-7,-13-10,1-11</inkml:trace>
  <inkml:trace contextRef="#ctx0" brushRef="#br0" timeOffset="65072.037">12501 11717,'-9'13,"0"0,0 1,1 0,1 0,1 0,0 1,0 0,2 0,-3 16,5-25,1 0,0 0,1 0,0 1,0-1,0 0,0 0,1 0,0 0,1 0,-1 0,1 0,0 0,1 0,-1-1,1 1,0-1,1 0,-1 0,1 0,0 0,0-1,0 1,1-1,0 0,3 2,-2-2,0-1,1 0,-1 0,1 0,-1-1,1 0,0 0,0-1,0 0,0 0,0-1,0 0,0 0,0 0,0-1,0 0,-1 0,1-1,0 0,0 0,-1-1,1 0,-1 0,0 0,0-1,0 0,0 0,-1 0,0-1,0 0,0 0,0 0,-1-1,0 1,0-1,0 0,-1 0,2-5,0 1,-1-1,0 1,-1-1,0 0,0-1,-2 1,1 0,-1-1,-1 1,0 0,-1-1,0 1,-1 0,0-1,0 1,-2 0,1 0,-1 1,-1-1,0 1,0 0,-1 0,0 1,-1-1,0 1,0 1,-1-1,0 1,-7-4,8 9,0 1,-1 0,1 0,-1 0,0 1,1 1,-1-1,0 1,0 0,1 1,-1 0,0 0,1 0,-1 1,1 1,-1-1,1 1,0 0,0 1,0-1,1 1,-1 1,1-1,0 1,0 1,1-1,-1 1,1-1,0 2,1-1,0 0,0 1,0 0,1 0,-1 0,2 0,-1 1,1-1,0 1,1-1,0 1,0 0,0 6,2-8,-1-1,1 1,0-1,1 0,-1 0,1 0,0 0,1 0,-1 0,1 0,0 0,0-1,0 0,0 1,1-1,3 2,29 25</inkml:trace>
  <inkml:trace contextRef="#ctx0" brushRef="#br0" timeOffset="65334.859">13075 11878,'-3'4,"0"-1,0 1,1 0,-1 0,1 0,0 0,0 0,0 1,1-1,0 0,-1 1,1-1,1 1,-1 0,1-1,0 1,0 0,0-1,1 1,-1-1,1 1,0 0,0-1,1 0,0 1,-1-1,1 0,1 0,-1 0,1 0,-1 0,1 0,0-1,0 1,1-1,-1 0,3 1,0 0,0 0,1-1,-1 0,1 0,-1-1,1 0,0 0,0 0,0-1,0 0,0 0,0-1,0 0,0 0,0-1,0 1,0-2,0 1,0-1,0 0,-1 0,1-1,-1 0,1 0,-1-1,0 0,0 0,-1 0,1 0,-1-1,0 0,0 0,0-1,-1 1,0-1,0 0,0 0,-1 0,0-1,0 1,-1-1,1-2,-2 2,0 0,0 0,-1 0,0-1,0 1,-1 0,0 0,0 0,-1 0,1 0,-2 1,1-1,-1 0,0 1,0 0,-1-1,1 1,-1 1,-1-1,1 1,-1-1,0 1,0 1,-1-1,1 1,-1 0,0 0,0 0,-1 1,1 0,-1 0,1 1,-1 0,0 0,0 0,0 1,0 0,0 0,-3 1,5 1,1 0,-1 0,1 0,0 1,0 0,0 0,0 0,0 0,0 0,0 1,1 0,-1 0,1 0,0 0,0 0,0 1,0-1,1 1,-1 0,1 0,-2 3,-7 21</inkml:trace>
  <inkml:trace contextRef="#ctx0" brushRef="#br0" timeOffset="65821.811">13678 11410,'-2'-6,"2"0,-1 0,1 0,0 0,0 0,1 0,-1 0,1 0,1 0,-1 0,1 0,0 0,0 1,1-1,0 1,0-1,0 1,0 0,1 0,0 1,0-1,0 1,1 0,0 0,-1 0,3-1,10-3,0 0,1 0,0 2,0 0,0 1,1 1,-1 1,1 0,0 1,18 1,20 0,-1 2,1 2,-1 3,0 2,0 3,-1 2,-1 3,0 2,-1 2,-1 2,41 26,-66-32,0 2,-1 0,0 2,-2 1,-1 1,0 0,-2 2,15 21,-25-29,-1 0,0 1,-1 0,-1 0,-1 1,0 0,-1 0,-1 0,-1 1,-1 0,0 0,-1 0,-2 0,1 0,-3 5,0-4,-2-1,-1-1,0 1,-1-1,-1 0,-1 0,0-1,-2 0,0 0,0-1,-2 0,0-1,0-1,-2 0,0 0,0-2,-1 0,-1 0,0-1,0-1,-1-1,0 0,-1-1,-15 4,-18 4,0-2,-1-2,-1-3,1-2,-1-2,0-3,-1-2,0-2,-9-3,1-2,0-2,1-4,0-2,-37-15,47 16,51 15,0 0,0 0,0 0,0 0,1 0,-1 0,0 0,1 0,-1 0,0 0,1 0,-1 0,1 0,0 0,-1-1,1 1,0 0,-1 0,1-1,0 1,0 0,-1-1,1 1,0-1,0 1,0-1,0 0,0 1,0-1,0 0,0 1,0-1,14 7,-1-1</inkml:trace>
  <inkml:trace contextRef="#ctx0" brushRef="#br0" timeOffset="66352.391">13905 12052,'-15'0,"-1"1,1 1,0 0,0 1,1 0,-1 1,0 1,1 1,0 0,1 0,-1 2,1-1,0 2,1 0,-11 9,20-14,0-1,0 1,0 0,0 0,0 0,1 0,0 1,0-1,0 0,0 1,1 0,-1-1,1 1,1 0,-1 0,1-1,-1 1,1 0,1 0,-1 0,1-1,-1 1,2 0,-1 0,0-1,1 1,0-1,0 1,0-1,1 0,-1 0,1 0,0 0,0 0,0-1,1 1,-1-1,1 0,0 0,48 41,2-3,2-2,17 6,-71-44,19 14,1-2,0 0,1-2,1 0,-1-1,1-2,15 3,-38-10,1-1,-1 0,0 1,1-1,-1 0,1 0,-1 0,1 0,-1 0,1 0,-1 0,0 0,1-1,-1 1,1-1,-1 1,0-1,1 1,-1-1,0 0,0 0,0 1,1-1,-1 0,0 0,0 0,0 0,0-1,0 1,-1 0,1 0,0 0,0-1,-1 1,1 0,-1-1,1 1,-1-1,0 1,0 0,1-1,-10-61,-7 28,-2 1,-1 1,-2 0,-1 2,-1 0,-2 2,-1 0,-1 2,-13-9,30 26,-44-42,137 118,-36-31,-2 1,-1 3,-2 1,31 41,-40-31,-14-8</inkml:trace>
  <inkml:trace contextRef="#ctx0" brushRef="#br0" timeOffset="78489.057">13423 13134,'-16'-10,"0"1,-1 1,0 0,0 1,0 0,-1 2,0 0,0 1,-1 1,1 1,-1 0,1 2,-1 0,0 1,1 0,-1 2,1 0,0 1,0 1,0 1,1 0,0 2,0 0,0 0,1 2,1 0,-1 0,2 2,-1 0,2 1,0 0,0 1,0 2,7-10,1 1,0-1,0 1,0 0,1 1,0-1,1 1,0-1,0 1,0 0,1 0,0 0,1 1,0-1,0 0,1 0,0 1,0-1,1 0,0 1,1-1,0 0,0 0,0 0,1 0,0 0,1-1,0 1,0-1,1 0,0 0,11 9,1-1,1 0,0-2,1 0,1-1,0 0,0-2,1-1,0 0,1-2,0 0,0-1,0-2,1 0,0-1,12-1,28 1</inkml:trace>
  <inkml:trace contextRef="#ctx0" brushRef="#br0" timeOffset="78744.376">12916 13255,'128'29,"1"-6,56 0,-96-8,-88-15,0 0,0 0,0 1,0-1,-1 0,1 1,0-1,0 0,0 1,0-1,0 1,-1 0,1-1,0 1,-1 0,1-1,0 1,-1 0,1 0,-1-1,1 1,-1 0,1 0,-1 0,0 0,1 0,-1 0,0 0,0-1,1 1,-1 0,0 0,0 0,0 0,0 0,-1 0,1 0,0 0,0 0,-1 0,1 1,-25 33,21-31,-8 9,2 0,-1 1,2 0,0 0,0 1,2 0,-2 5,7-15,0 0,0 0,1 0,0 0,0 0,0 0,1 1,0-1,0 0,0 0,0 1,1-1,0 0,0 0,0 0,1 0,0 0,0 0,0 0,0-1,1 1,0-1,0 1,0-1,1 1,15 14</inkml:trace>
  <inkml:trace contextRef="#ctx0" brushRef="#br0" timeOffset="79132.377">13543 13616,'16'-35,"-2"-1,-1 0,-2-1,-1 0,3-35,-12 68,1-13,0-1,0 1,-2 0,0-1,-1 1,-1 0,-3-15,33 61,-2-11,1-1,1-1,1-1,0-1,0-2,2-1,13 2,66 27,-108-40,0 0,0 0,0 1,-1-1,1 0,0 1,0 0,0-1,0 1,0 0,-1 0,1 0,0 0,-1 0,1 0,0 1,-1-1,0 0,1 1,-1-1,0 1,0-1,0 1,0 0,0 0,0-1,0 1,0 0,-1 0,1 0,-1 0,0 0,1 0,-1 0,0 0,0 0,0 0,0 0,-1 0,1 0,0 0,-1 0,0 0,-32 39,29-38,1-1,-1 1,1 0,-1 1,1-1,0 0,0 1,0 0,1 0,-1 0,1 0,0 0,0 0,1 1,-1-1,1 0,0 1,0-1,0 1,1 0,-1-1,1 1,0 0,1-1,-1 1,1-1,0 1,0-1,0 1,1-1,1 4,4 0,0-1,1 0,0-1,0 0,0 0,1-1,-1 0,1-1,1 0,-1 0,1-1,-1 0,1 0,0-1,0-1,9 1,33 6</inkml:trace>
  <inkml:trace contextRef="#ctx0" brushRef="#br0" timeOffset="79538.286">14547 13496,'-6'-6,"-1"0,1 0,-1 0,0 1,-1 0,1 1,-1-1,0 2,0-1,0 1,0 0,-1 1,1-1,-1 2,0-1,-7 1,11 0,-1 1,1 0,-1 0,0 0,1 1,-1-1,1 1,-1 1,1-1,0 1,0 0,-1 0,1 1,0-1,1 1,-1 0,0 0,1 1,0 0,0-1,0 1,0 1,1-1,-1 0,1 1,-1 3,2-5,0 1,1-1,0 1,0 0,0-1,0 1,1 0,-1 0,1-1,0 1,0 0,0 0,1 0,-1-1,1 1,0 0,0-1,0 1,1 0,-1-1,1 0,0 1,0-1,0 0,0 0,0 0,1 0,0 0,2 1,2 3,2 0,-1-1,1 0,0 0,0-1,0 0,1-1,0 0,0 0,3 0,-7-2,0 1,1-1,-1 0,0-1,1 1,0-1,-1-1,1 1,-1-1,1 0,0-1,-1 0,1 0,-1 0,1 0,-1-1,0 0,0-1,0 0,0 0,0 0,0 0,-1-1,1 0,-1 0,0 0,-1-1,1 0,-1 0,1 0,-2 0,3-3,-4 2,0-1,-1 1,1 0,-1-1,0 1,-1 0,1-1,-1 1,-1-1,0-6,1 14,0-1,-1 0,1 0,0 0,0 1,-1-1,1 0,0 0,-1 0,1 0,0 1,-1-1,1 0,0 0,-1 0,1 0,0 0,-1 0,1 0,0 0,-1 0,1 0,0 0,-1 0,1 0,0 0,-1 0,1-1,0 1,-1 0,1 0,0 0,0 0,-1-1,1 1,0 0,0 0,-1 0,1-1,0 1,0 0,-1-1,1 1,0 0,0 0,0-1,0 1,0 0,0-1,-1 1,1 0,0-1,0 1,0 0,0-1,0 1,0 0,0-1,0 1,0 0,1-1,-1 1,0-1,-10 29,9-20,1-1,1 1,-1 0,2 0,-1-1,1 1,0-1,0 1,1-1,0 0,0 0,1 0,0 0,0 0,1-1,-1 0,1 0,1 0,-1-1,1 0,0 0,0 0,1-1,-1 1,1-2,0 1,0-1,0 0,1 0,-1-1,1 0,-1 0,1-1,0 0,-1 0,4-1,19-2</inkml:trace>
  <inkml:trace contextRef="#ctx0" brushRef="#br0" timeOffset="80040.939">14948 13389,'-2'1,"0"0,1 1,-1-1,1 1,-1-1,1 1,0 0,0-1,0 1,0 0,0 0,0 0,0 0,0 0,1 0,-1 0,1 0,-1 0,1 0,0 0,0 0,0 0,0 1,0-1,0 4,1 0,-1-1,1 1,0 0,0 0,1 0,0-1,0 1,0-1,1 1,0-1,0 0,0 0,0 0,1-1,0 1,0-1,0 0,0 0,1 0,0 0,0-1,4 3,5 2,1 0,0 0,0-2,0 0,1-1,-1 0,1-1,3-1,-7-1,0 0,-1-1,1-1,0 0,-1 0,1-2,0 1,-1-1,1-1,-1 0,0-1,0 0,0 0,-1-1,1-1,-1 1,0-2,-1 0,1 0,-1 0,-1-1,0-1,0 1,0-1,-1-1,-1 1,6-11,30-86,-43 92,-8 32,-5 34,2 1,2 0,3 0,2 1,2 29,4 67,17 123,-13-203,-4-58,-3 116,2-124,-1 0,0 0,0-1,-1 1,1 0,-1 0,0-1,0 1,0-1,0 0,-1 0,1 1,-1-1,0-1,0 1,0 0,0-1,0 0,-1 1,1-1,-1-1,1 1,-1 0,0-1,1 0,-1 0,0 0,0 0,-4 0,-7-2,-1 0,0 0,0-2,1 0,-1-1,1 0,0-1,1-1,-1 0,1-1,0-1,1 0,-1-1,2 0,-1-1,1-1,1 1,0-2,1 0,-9-12,10 12,0-1,2 0,-1 0,1-1,1 0,1 0,0 0,1-1,0 0,1 0,1 0,0-2,1 9,1 0,0 0,0 0,1 0,0 0,1 0,0 0,0 0,1 0,-1 1,2-1,-1 1,1 0,0 0,0 0,1 1,0-1,0 1,1 0,0 1,0-1,0 1,3-2,14-4,0 1,0 1,1 1,0 1,0 1,0 1,1 2,0 0,0 1,0 2,18 2,-31-3,75 1</inkml:trace>
  <inkml:trace contextRef="#ctx0" brushRef="#br0" timeOffset="81061.727">16150 13629,'19'21,"9"15,4 14,-3 6,-5 6,-9 1,-15 0,-13-5,-14-8,-3-12</inkml:trace>
  <inkml:trace contextRef="#ctx0" brushRef="#br0" timeOffset="81394.836">16805 13308,'19'-7,"0"1,1 1,0 1,0 1,0 1,0 0,0 1,0 2,0 0,0 1,0 0,0 2,0 1,-1 0,9 5,-24-8,0 0,1 0,-2 0,1 1,0-1,0 1,-1 0,0 1,1-1,-1 0,0 1,-1 0,1-1,-1 1,1 0,-1 1,0-1,-1 0,1 0,-1 1,0-1,0 1,0-1,-1 1,1 0,-1-1,0 1,-1 0,1-1,-1 1,0-1,0 1,0-1,-1 2,-5 8,0 0,-1 0,-1-1,0 0,-1 0,0-1,-1-1,0 1,-12 8,-27 29,49-48,0-1,0 1,0-1,0 1,0-1,0 1,0 0,0 0,0-1,0 1,1 0,-1 0,0 0,1 0,-1 0,0 0,1 0,-1 0,1 0,0 0,-1 0,1 0,0 0,0 0,0 1,-1-1,1 0,0 0,0 0,1 0,-1 0,0 1,0-1,1 0,-1 0,0 0,1 0,-1 0,1 0,-1 0,1 0,0 0,-1 0,1 0,0 0,0-1,0 1,0 0,0-1,-1 1,1 0,0-1,0 1,1-1,-1 1,0-1,0 0,0 1,0-1,0 0,0 0,0 0,1 0,-1 0,127-1,208-47,-225 28</inkml:trace>
  <inkml:trace contextRef="#ctx0" brushRef="#br0" timeOffset="81999.726">18223 12787,'-13'48,"1"1,3 0,0 20,-1-1,7-46,-14 86,4 1,3 71,10-178,0-1,-1 1,1-1,-1 0,1 1,0-1,0 0,0 1,0-1,0 1,0-1,0 0,0 1,0-1,1 1,-1-1,0 0,1 0,0 1,-1-1,1 0,0 0,-1 1,1-1,0 0,0 0,0 0,0 0,0 0,0 0,0 0,0-1,1 1,-1 0,0-1,0 1,1-1,-1 1,1-1,56-42,-28 15,-22 21,1 1,0-1,1 2,-1-1,1 1,0 1,0 0,0 0,1 1,-1 0,0 1,1 0,8 0,-14 1,1 1,0-1,0 1,0 0,-1 1,1-1,-1 1,1 0,-1 0,0 1,1 0,-1 0,0 0,-1 0,1 1,-1 0,1 0,-1 0,0 0,-1 1,1-1,-1 1,0 0,0 0,1 3,-3-6,0-1,-1 1,1 0,0 0,-1 0,1 0,-1 0,0 0,1 0,-1 0,0 0,0 0,0 0,-1 0,1 0,0 0,-1 0,1 0,-1 0,0-1,0 1,0 0,0 0,0-1,0 1,0 0,0-1,-1 1,1-1,0 1,-1-1,1 0,-1 0,0 0,1 1,-1-2,0 1,0 0,0 0,0-1,-1 1,-8 3,0-1,-1-1,1 0,-1-1,1 0,-1 0,0-2,1 1,-1-1,1-1,-1 0,1-1,0 0,-2-1,11 3,0 1,1 0,-1 0,1-1,-1 1,1-1,-1 1,1-1,0 0,-1 1,1-1,0 0,-1 0,1 0,0 0,0 0,0 0,0-1,0 1,0 0,0 0,0-1,1 1,-1 0,0-1,1 1,-1-1,1 1,-1-1,1 1,0-1,0 0,0 1,0-1,0 1,0-1,0 1,0-1,1 1,-1-1,1 1,-1-1,1 1,-1-1,1 1,0-1,0 1,-1 0,1 0,0-1,0 1,1 0,-1 0,1-1,13-7,1 1,0 0,0 1,1 0,0 2,0 0,0 1,1 0,0 2,3 0,16-4,-1 3,0 1,1 1,24 4,-57-3,-1 0,1 0,-1 0,1 1,-1-1,1 1,-1 0,1 0,-1 0,0 1,0-1,1 1,-1 0,0 0,0 0,-1 0,1 0,0 1,-1-1,1 1,-1 0,0-1,0 1,0 0,0 1,-1-1,1 0,-1 0,1 2,-1 170,10-147,-3-23</inkml:trace>
  <inkml:trace contextRef="#ctx0" brushRef="#br0" timeOffset="82186.274">18837 13095</inkml:trace>
  <inkml:trace contextRef="#ctx0" brushRef="#br0" timeOffset="82569.252">19131 12614,'7'12,"-1"0,0 1,-1 0,-1 0,0 0,-1 0,0 1,-1-1,0 1,-1 0,-1 0,0-1,-1 4,-4 62,-3 0,-9 34,-9 80,24-183,0 1,1 0,0-1,1 1,0 0,1 0,0 0,0-1,1 1,1-1,0 1,0-1,1 0,0 0,1 0,0-1,0 0,1 0,1 0,-1 0,7 5,-5-9,0 0,1 0,-1-1,1 0,0-1,1 0,-1 0,0-1,1 0,0 0,-1-1,1-1,0 0,-1 0,1-1,0 0,-1 0,9-3,-1-1,0 0,0 0,0-2,0 0,-1-1,-1-1,1 0,-1-1,10-10,-14 11,-1 0,0-1,-1 0,0-1,0 0,-1-1,0 1,0-4,-2 92,-4-72,0 0,0 0,1 0,0 0,0-1,0 1,0-1,1 0,0 0,0 0,0 0,0-1,1 0,-1 0,1 0,0 0,0-1,4 2,15 6</inkml:trace>
  <inkml:trace contextRef="#ctx0" brushRef="#br0" timeOffset="82843.518">19921 13308,'-14'-9,"-11"-7,-8-4,1 2</inkml:trace>
  <inkml:trace contextRef="#ctx0" brushRef="#br0" timeOffset="83064.439">19065 12921,'18'-2,"22"-1,22 0,22 1,16 0,10 1,-1 1,-18-1</inkml:trace>
  <inkml:trace contextRef="#ctx0" brushRef="#br0" timeOffset="83462.231">20442 13509,'5'21,"0"19,-1 18,-9 12,-18 6,-29-2,-40-3,-4-15</inkml:trace>
  <inkml:trace contextRef="#ctx0" brushRef="#br0" timeOffset="90871.087">12635 14685,'-4'-2,"0"-1,0 0,0 1,-1 0,1 0,-1 0,1 0,-1 1,1 0,-1 0,0 0,0 1,1-1,-1 1,0 0,0 0,1 1,-1 0,0 0,0 0,1 0,-1 0,1 1,-1 0,1 0,0 0,-2 2,1-1,0 0,0 1,0 0,0 0,1 0,0 0,0 1,0 0,0 0,1 0,-1 0,1 0,1 1,-1-1,1 1,0 0,0-1,1 1,-1 0,1 1,2-4,-1-1,0 0,1 0,-1 1,1-1,0 0,-1 0,1 0,0 0,0 0,1 0,-1 0,0 0,1 0,-1 0,1-1,0 1,-1-1,1 1,0-1,0 0,0 1,0-1,0 0,0 0,0-1,0 1,1 0,-1-1,72 14,-71-14,32 3,0-1,0-2,0-2,1-1,-2-1,1-3,-1 0,0-2,20-9,-5-11,-49 29,0 0,-1 0,1 1,0-1,-1 0,1 0,0 1,-1-1,1 0,0 0,-1 0,1 1,-1-1,1 0,0 0,-1 0,1 0,-1 0,1 0,-1 0,1 0,0 0,-1 0,1 0,-1 0,1 0,0-1,-1 1,1 0,-1 0,1 0,0-1,-1 1,1 0,0 0,-1-1,1 1,0 0,-1 0,1-1,0 1,0 0,-1-1,1 1,0-1,0 1,0 0,0-1,-1 1,1-1,0 1,0 0,0-1,0 1,0-1,0 1,0-1,0 1,0 0,0-1,0 1,1-1,-1 1,0 0,0-1,0 1,0-1,1 1,-1 0,-1 0,-1 1,1-1,0 1,-1 0,1 0,0 0,-1 0,1 0,0 0,0 0,0 0,0 0,0 0,0 1,1-1,-1 0,0 1,1-1,-1 1,1-1,-1 1,1-1,0 1,-1-1,1 1,0-1,0 1,0-1,0 1,0-1,1 1,-1-1,0 1,1-1,-1 1,1-1,-1 1,1-1,0 0,0 1,-1-1,1 0,0 0,0 0,0 1,1-1,-1 0,0 0,0 0,0-1,1 1,-1 0,0 0,1-1,0 1,7 4,0-1,0 0,0 0,0-1,1 0,0-1,-1 0,1 0,0-1,0-1,0 1,0-2,0 1,0-1,0-1,0 0,-1 0,1-1,-1 0,1-1,-1 0,0 0,2-2,-7 2,-1 0,1 0,-1 0,0 0,0 0,0-1,-1 1,1-1,-1 0,0 1,-1-1,1 0,-1 0,0 0,0-1,0 1,-1-3,-1 16,1 0,0-1,0 1,1-1,0 1,0-1,1 0,0 1,0-1,1 0,0 0,0 0,1-1,-1 1,1-1,1 0,-1 0,1 0,0-1,1 1,-1-1,7 4,4 3,1 0,1-1,-1-1,2-1,-1 0,1-2,18 6,31 5</inkml:trace>
  <inkml:trace contextRef="#ctx0" brushRef="#br0" timeOffset="91869.461">14199 14338,'16'31,"-2"2,-1 0,-1 0,-2 1,-2 0,-1 1,-1 0,-2 0,-2 1,-1 12,-2-31,0 1,-2-1,0 1,-1-1,-1 0,0-1,-2 1,1-1,-5 6,20-34,0 2,1-1,0 1,1 1,0 0,0 0,1 1,0 1,0 0,1 0,0 1,0 1,1 0,-1 1,1 1,0 0,0 1,0 0,7 0,-14 3,1 1,-1 0,1 0,-1 0,0 0,0 1,0 1,0-1,-1 1,1 0,-1 1,0-1,0 1,-1 0,1 1,-1-1,0 1,-1 0,0 1,1-1,-2 1,1-1,-1 1,0 0,-1 0,1 1,-1-1,-1 0,0 1,0 0,0-1,-1 1,0-1,0 1,-1-1,0 1,0-1,-1 2,1-6,0-1,0 1,-1 0,1-1,-1 1,1-1,-1 1,0-1,0 0,0 0,0 0,0 0,0 0,-1 0,1-1,-1 1,1-1,-1 0,0 1,1-1,-1 0,0-1,0 1,0 0,0-1,1 0,-1 1,0-1,0 0,0-1,0 1,0 0,0-1,0 0,0 0,1 1,-1-2,0 1,1 0,-1 0,1-1,-1 0,1 1,0-1,-1 0,1 0,0 0,-1-2,0-1,0 1,1 0,0-1,0 1,0-1,1 0,-1 0,1 1,0-1,1 0,-1 0,1 0,0 0,0 0,0 0,1 0,0 0,0 0,0 0,0 1,1-1,0 0,0 1,2-4,74-103,-65 95,15-17,-1 0,-1-2,-2-1,-2-1,-1-1,-2 0,-2-2,-1 0,9-39,-24 77,0 0,-1 0,1 0,0 0,-1 0,1 0,-1 0,1 0,-1 0,0 0,0-1,0 1,0 0,0 0,-1 0,1 0,-1 0,1 0,-1 0,0 0,0 0,0 0,0 0,0 0,0 0,0 1,0-1,-1 0,1 1,-1-1,0 1,1 0,-1-1,-1 0,-2 3,0-1,1 1,-1 0,0 0,1 1,-1-1,1 1,-1 0,1 0,0 1,0-1,0 1,0 0,1 0,-1 0,1 1,-1-1,1 1,0 0,-1 2,-6 8,1 1,0 0,1 0,1 1,1 0,0 0,1 0,0 1,2-1,0 1,1 0,0 0,2 1,0-1,0 0,2 0,0 0,1 0,1 0,1-1,0 1,1-1,0 0,2-1,0 0,0 0,1 0,1-1,1-1,8 10,-12-14,0 0,0 0,1-1,0 0,0 0,1 0,0-1,0-1,1 0,-1 0,2 0,-1-2,0 1,1-1,0-1,0 0,0 0,0-1,0-1,1 1,-1-2,1 0,-1 0,0-1,1-1,8-1,-5-4,-1 0,0-1,0-1,-1 0,0 0,8-9,-20 17,-1 0,0 0,1 1,-1-1,0 0,1 1,-1-1,1 1,-1-1,1 1,-1-1,1 0,-1 1,1 0,-1-1,1 1,0-1,-1 1,1 0,0-1,-1 1,1 0,0 0,0-1,-1 1,1 0,0 0,0 0,-1 0,1 0,0 0,0 0,-1 0,1 1,0-1,0 0,-1 0,1 1,0-1,-1 0,1 1,0-1,-1 0,1 1,-1-1,1 1,-1-1,1 1,-1 0,1-1,-1 1,1-1,-1 1,1 0,-1-1,0 1,0 0,1 0,-1-1,0 1,0 0,0-1,0 1,0 0,0 0,1 4,1 0,-1 0,1 0,-1 0,2-1,-1 1,0-1,1 1,0-1,0 0,0 0,0 0,1 0,0-1,-1 0,1 1,1-1,-1-1,0 1,1-1,-1 1,1-1,0 0,-1-1,1 1,0-1,0 0,0 0,0-1,1 0,0 0,-1 0,1-1,-1 0,0 0,1 0,-1-1,0 0,0 0,0 0,0 0,-1-1,1 0,-1 0,1 0,-1-1,0 1,0-1,-1 0,1 0,-1-1,0 1,0-1,0 1,0-2,-1 3,-1-1,1 1,-1-1,1 1,-1-1,0 1,-1-1,1 0,-1 0,1 1,-1-1,0 0,-1 0,1 1,-1-1,1 0,-1 1,0-1,-1 0,1 1,0-1,-1 1,0 0,0-1,0 1,0 0,-1 0,1 1,-1-1,1 0,-1 1,0-1,0 1,-2-1,-3-2,1 1,-1 1,1-1,-1 1,0 0,0 1,-1 0,1 0,0 1,-1 0,1 1,0 0,-1 0,1 0,-1 1,1 1,0-1,-1 1,1 1,0-1,1 1,-1 1,0 0,1 0,0 0,-7 6,13-9,-1 1,0-1,1 1,0 0,-1 0,1 0,0 0,0 0,0 0,0 0,1 0,-1 0,0 0,1 1,0-1,-1 0,1 0,0 1,0-1,0 0,1 0,-1 1,0-1,1 0,0 0,-1 0,1 0,0 0,0 1,0-1,0-1,0 1,1 0,-1 0,2 1,18 19</inkml:trace>
  <inkml:trace contextRef="#ctx0" brushRef="#br0" timeOffset="92115.289">15936 14793,'-16'-10,"-12"-2,-8 1,-6 1,-2 6,3 5,8 7,10 10,13 5,17 6,22 3,21 0,18 0,16-2,-6-5</inkml:trace>
  <inkml:trace contextRef="#ctx0" brushRef="#br0" timeOffset="92881.201">16672 15020,'7'-2,"0"-1,1 0,-1 0,0-1,-1 1,1-2,-1 1,1-1,-1 0,0 0,-5 4,0 0,1-1,-1 1,0-1,0 1,0-1,0 1,0-1,0 1,-1-1,1 0,0 0,-1 1,0-1,1 0,-1 0,0 1,0-1,0 0,0 0,0 0,0 0,0 1,-1-1,1 0,-1 0,1 1,-1-1,0 0,1 1,-1-1,0 0,0 1,0-1,-1 1,1 0,0-1,0 1,-1 0,1 0,-1 0,1 0,-2-1,-8-5,-1 0,0 1,0 0,0 1,-1 0,0 1,0 1,0 0,0 1,0 0,-1 1,-5 0,18 1,0-1,0 1,-1-1,1 1,0 0,-1 0,1 0,0 0,-1 0,1 0,0 0,-1 0,1 1,0-1,-1 0,1 1,0-1,0 1,0 0,-1-1,1 1,0 0,0 0,0-1,0 1,0 0,0 0,0 0,1 0,-1 0,0 1,1-1,-1 0,0 0,1 0,-1 1,1-1,0 0,-1 0,1 1,0-1,0 0,0 1,0-1,0 0,0 1,0-1,0 0,1 1,-1-1,4 5,1 0,0 0,0 0,0-1,1 1,0-1,0-1,0 1,0-1,1 0,-1-1,1 1,0-1,0-1,1 1,-1-1,1 0,2 0,103 9,-108-10,-1 0,0 0,1 0,-1 0,0 1,0 0,0 0,0 0,-1 0,1 0,-1 1,1 0,-1 0,0 0,0 0,2 2,19 17,-17-17,0-1,0 1,0-1,0-1,1 1,0-1,-1-1,1 1,0-1,0-1,6 1,-10-1,-1-1,1 0,-1 0,1-1,-1 1,1-1,0 0,-1 0,0 0,1 0,-1-1,0 1,1-1,-1 0,0 0,0 0,-1 0,1 0,0-1,-1 1,1-1,-1 0,0 0,0 0,0 0,0 0,1-2,4-16,0-1,-2 1,0-1,-2 0,0-1,-1 1,-2 0,0-1,-1 1,-1 0,-3-7,3 4,2 23,-1 0,1 0,-1 1,1-1,0 0,0 0,0 0,0 1,0-1,1 0,-1 0,0 1,1-1,-1 0,1 1,0-1,-1 0,1 1,0-1,0 1,0-1,0 1,1 0,-1-1,0 1,0 0,1 0,-1 0,1 0,-1 0,1 0,-1 0,1 0,0 1,-1-1,1 1,0-1,-1 1,1-1,0 1,0 0,9-1,1 1,-1 0,0 1,0 0,0 1,0 0,0 1,0 0,0 1,-1 0,1 1,-1 0,-1 0,1 1,1 2,-7-4,0 0,-1 0,1 1,-1 0,0 0,-1 0,1 0,-1 0,0 0,0 0,-1 1,1-1,-1 1,0-1,-1 1,0 0,0-1,0 1,0 0,-1-1,0 1,0-1,0 1,-1-1,-1 3,1 1,1 0,-1 0,1 1,1-1,0 1,0-1,1 1,1 8,1-13,1 0,-1-1,1 1,0-1,0 0,0 0,0 0,0-1,1 1,0-1,0 0,0-1,0 1,0-1,1 0,-1 0,1-1,-1 1,1-1,-1 0,1-1,0 1,-1-1,1-1,0 1,0-1,-1 0,4 0,2 0,1 0,-1 0,1-1,-1-1,0 0,0 0,0-1,0-1,-1 0,0 0,0-1,0 0,0 0,-1-1,0-1,-1 0,0 0,0 0,0-1,-1 0,-1-1,0 1,0-1,0-1,-2 1,1-1,-1 0,-1 0,0 0,0-3,-2 12,-1-1,0 1,1 0,-1-1,0 1,-1-1,1 1,0-1,-1 1,1-1,-1 1,0 0,0-1,0 1,0 0,0 0,0 0,-1 0,1 0,-1 0,1 0,-1 0,0 0,0 1,0-1,0 1,0-1,0 1,0 0,0 0,0 0,-1 0,0 0,2 1,-1 0,1 0,0 0,0 0,0 0,0 0,0 1,0-1,0 0,0 1,0-1,0 1,0-1,0 1,0-1,0 1,1 0,-1 0,0-1,0 1,1 0,-1 0,0 0,1 0,-1 0,1 0,-1 0,1 0,0 0,-1 0,1 0,0 0,0 0,-1 0,1 0,0 0,0 0,0 0,0 0,1 0,-1 1,14 47,2-31,0 0,1-1,1-1,0-1,1 0,1-1,0-1,1-1,0-1,1-1,0-1,2 0,65 27</inkml:trace>
  <inkml:trace contextRef="#ctx0" brushRef="#br0" timeOffset="93630.857">19252 14606,'19'140,"16"123,-12 7,-20-227,-3 157,-5-183,-2-25,-3-30,-16-205,-14-168,40 321,1 88,-1 0,1 1,-1-1,1 1,0-1,0 1,0-1,0 1,0-1,0 1,0 0,0 0,1-1,-1 1,0 0,1 0,-1 0,1 0,-1 1,1-1,0 0,-1 1,1-1,0 1,-1-1,1 1,0 0,-1 0,1 0,0 0,0 0,-1 0,1 0,0 1,64 15,-58-13,29 9,-1 1,0 2,-1 2,-1 1,0 2,-1 1,-2 2,8 7,-37-29,0 0,0 1,0-1,0 1,0 0,0-1,0 1,0 0,-1 0,1 0,-1 0,1 0,-1 1,0-1,0 0,0 1,0-1,0 0,-1 1,1-1,-1 1,0-1,1 1,-1 0,0-1,0 1,-1-1,1 1,-1-1,1 1,-1 1,-4 0,0 0,0-1,-1 1,1-1,-1 0,0 0,1-1,-1 0,0 0,-1 0,1 0,0-1,0 0,-1-1,-3 0,6 1,-16 2,0 0,-1-2,1 0,-1-1,1-2,0 0,-12-3,32 5,1 0,-1 0,1-1,0 1,-1 0,1-1,-1 1,1 0,-1-1,1 1,-1-1,1 1,-1-1,0 1,1-1,-1 1,0-1,1 1,-1-1,0 0,0 1,1-1,-1 1,0-1,0 0,0 1,0-1,0 0,0 1,0-1,0 0,0 1,0-1,0 1,0-1,-1 0,1 1,0-1,0 1,-1-1,1 0,0 1,-1-1,1 1,-1-1,1 1,0-1,-1 1,1 0,-1-1,1 1,-1 0,0-1,1 1,36-8,0 2,0 1,1 2,10 1,11-1,-32 1,89-5,0-5,-1-6,13-7,-114 23,0-1,0 0,-1-1,0-1,0 0,0 0,-1-1,1 0,-1-1,-1-1,1 0,-1 0,8-10,-17 17,0 0,0-1,0 1,0-1,0 1,0-1,0 0,-1 0,1 1,0-1,-1 0,0 0,1 1,-1-1,0 0,0 0,0 0,0 0,0 1,-1-1,1 0,0 0,-1 0,1 1,-1-1,0 0,0 1,1-1,-1 0,0 1,0-1,-1 1,1 0,0-1,0 1,-1 0,0-1,-65-26,61 26,0 1,0-1,-1 1,1 1,-1-1,1 1,-1 0,1 1,-1-1,1 1,-1 1,1-1,0 1,0 0,0 0,0 1,0 0,0 0,1 0,-1 1,1 0,0 0,0 0,0 1,1-1,0 1,0 0,0 1,0-1,1 0,0 1,0 0,-1 3,3 4,1 1,0-1,0 1,2-1,-1 0,2 1,0-1,0 0,1 0,1-1,0 1,1-1,0 0,1-1,0 1,1-1,1 0,-1-1,1 0,4 2,14 16,1 0,2-2,0-1,2-1,22 11,3-1</inkml:trace>
  <inkml:trace contextRef="#ctx0" brushRef="#br0" timeOffset="94358.944">15963 14993,'3'0,"6"0,13 0,12 0,15 0,-1 0</inkml:trace>
  <inkml:trace contextRef="#ctx0" brushRef="#br0" timeOffset="88000.271">7542 14539,'-3'18,"0"13,2 8,4 4,4-1,2-5,0-9</inkml:trace>
  <inkml:trace contextRef="#ctx0" brushRef="#br0" timeOffset="89191.474">7488 14312,'17'-3,"0"1,0 1,0 1,0 0,0 2,0 0,-1 0,1 2,0 0,-1 1,0 0,0 2,-1-1,1 2,-2 0,1 1,-1 1,0 0,-1 1,0 0,4 6,-7-6,0 0,-1 1,0 0,0 0,-2 1,1 0,-2 1,0-1,0 1,-1 1,-1-1,-1 1,0-1,0 6,-1-7,-3-10,1 1,0-1,0 0,0 0,0 0,0 0,1 0,-1 1,1-1,0 0,0 0,0-1,1 1,-1 0,1 0,-1 0,1-1,0 1,0-1,0 1,0-1,0 0,1 0,-1 0,1 0,-1 0,1-1,0 1,0-1,0 1,6-4,-1 1,0-1,0 0,0-1,0 0,0 0,-1-1,1 0,-1 0,0 0,0-1,-1 0,0-1,1 0,-2 0,1 0,-1 0,0-1,0 0,0 0,-1 0,0-3,24-63,-27 79,0 0,1 0,-1 0,1-1,0 1,1-1,-1 1,1-1,0 0,1 0,-1 0,4 3,10 5,-1-1,2-1,0 0,0-2,0 0,1-1,1-1,-1-1,1 0,0-2,1 0,-1-1,1-1,6-1,16 4,1-1,0-2,0-3,-1-1,19-4,-59 6,1 0,-1 0,1-1,0 1,-1-1,1 1,-1-1,1 0,-1-1,0 1,1 0,-1-1,0 0,0 0,0 0,0 0,0 0,-1-1,1 1,-1-1,1 0,-1 0,0 0,0 0,0 0,0 0,-1 0,1-1,-1 1,0 0,0-1,0 1,-1-1,1 0,-2-1,-1 0,0 0,0 0,0 1,0-1,-1 0,1 1,-1 0,-1 0,1 0,0 0,-1 0,0 0,0 1,0 0,0 0,0 0,-1 0,1 1,-1 0,0 0,0 0,0 0,0 1,0 0,0 0,0 0,0 0,0 1,-1 0,1 0,0 1,0-1,0 1,0 0,0 1,0-1,0 1,0 0,0 0,1 0,-1 1,1 0,-1 0,1 0,0 0,0 0,1 1,-1 0,-2 3,4-4,0 0,0 0,0 0,1 0,-1 1,1-1,-1 0,1 1,0-1,1 1,-1-1,1 1,-1-1,1 1,0 0,0-1,1 1,-1-1,1 1,0-1,0 1,0-1,0 1,0-1,1 0,0 1,-1-1,1 0,0 0,1-1,-1 1,0 0,1-1,0 1,-1-1,1 0,0 0,0 0,0 0,1 0,-1-1,3 2,3-2,-1 0,0 0,1-1,-1 0,0 0,0-1,1 0,-1-1,0 0,0 0,0 0,0-1,-1 0,1-1,-1 0,1 0,-1-1,-1 1,1-1,-1-1,0 1,0-1,0-1,-1 1,0-1,0 1,-1-1,4-7,-8 14,0 1,0-1,0 0,1 0,-1 1,0-1,0 0,0 0,1 1,-1-1,0 0,0 0,1 0,-1 1,0-1,1 0,-1 0,0 0,1 0,-1 0,0 0,1 0,-1 0,0 0,0 0,1 0,-1 0,0 0,1 0,-1 0,0 0,1 0,-1 0,0 0,1 0,-1 0,0-1,1 1,-1 0,0 0,0 0,1 0,-1-1,0 1,0 0,1 0,-1-1,0 1,0 0,4 11,3-1,0-1,0 0,1-1,0 0,0 0,1-1,0 0,1-1,0 1,0-2,0 0,0 0,1 0,0-2,-1 1,2-1,-1-1,0 0,0-1,12 1,-16 0,1 0,0 0,1-1,-1 0,0-1,0 0,0 0,1 0,-1-1,0-1,0 1,0-1,0-1,-1 1,1-1,-1-1,1 1,-1-1,0-1,0 1,-1-1,1 0,-1-1,0 1,-1-1,1 0,-1-1,0 1,-1-1,1 0,0-3,8-94,-12 60,3 24,-4 20,0 0,1-1,-1 1,0 0,0 0,1-1,-1 1,0 0,1 0,-1 0,0 0,1-1,-1 1,0 0,1 0,-1 0,0 0,1 0,-1 0,1 0,-1 0,0 0,1 0,-1 0,0 0,1 0,-1 0,0 1,1-1,-1 0,0 0,1 0,-1 0,0 1,1-1,-1 0,0 0,1 1,-1-1,0 0,0 0,0 1,1-1,-1 0,0 1,0-1,0 0,0 1,1-1,-1 0,0 1,0-1,0 1,0-1,0 0,0 1,0-1,0 0,0 1,0-1,0 1,0-1,-1 0,1 1,0-1,10 33,-2-1,-1 2,-2-1,1 23,-4-38,10 149,-6 0,-9 28,-3-121,6-75,0 1,0 0,-1 0,1-1,0 1,0 0,-1 0,1 0,0 0,0 0,-1-1,1 1,0 0,-1 0,1 0,0 0,-1 0,1 0,0 0,0 0,-1 0,1 0,0 0,-1 0,1 0,0 0,-1 1,1-1,0 0,0 0,-1 0,1 0,0 0,0 1,-1-1,1 0,0 0,0 1,0-1,-1 0,1 0,0 0,0 1,0-1,0 0,0 1,-1-1,1 0,0 0,0 1,0-1,0 0,0 1,0-1,0 0,0 1,0-1,0 0,0 0,0 1,0-1,0 0,1 1,-1-1,-10-24,-3-47,3-1,3 0,3-31,3 78,-3-322,4 335,0 3,0 0,0 0,1 0,0 0,1 0,0 1,0-1,1 0,0 1,0 0,1 0,0 0,3-5,-4 12,0-1,1 1,-1-1,0 1,1 0,-1 0,1 0,-1 1,1 0,-1-1,1 1,-1 0,1 0,-1 1,1-1,-1 1,1 0,-1 0,0 0,1 0,-1 1,0-1,0 1,0 0,0 0,0 0,0 0,0 0,-1 1,1-1,-1 1,0 0,0-1,2 3,14 15,0 1,-1 1,0 0,-2 1,-1 1,-1 0,8 21,-21-44,2 0,-1 1,1 0,-1 0,0 0,1 0,-1 0,0 0,-1 0,1 1,0-1,0 0,-1 0,1 1,-1-1,0 0,0 1,0-1,0 0,0 1,0-1,-1 0,1 1,-1-1,0 0,1 0,-1 1,0-1,0 0,-1 0,1 0,0 0,-1 0,1-1,-1 1,1 0,-1-1,0 1,-6-1,1-1,-1 0,1-1,-1 0,1 0,-1 0,1-1,-1 0,1-1,0 1,0-1,0-1,1 1,-1-1,1 0,0-1,0 0,0 0,1 0,-4-4,6 7,1 1,0-1,0 1,0-1,0 0,0 0,0 0,1 0,-1 0,0 0,1 0,0 0,-1-1,1 1,0 0,0-1,1 1,-1-1,0 1,1-1,0 0,-1 1,1-1,0 0,0 1,1-1,-1 1,0-1,1 0,0 1,-1-1,1 1,0-1,0 1,1 0,-1-1,0 1,1 0,-1 0,3-2,25-11,3 4</inkml:trace>
  <inkml:trace contextRef="#ctx0" brushRef="#br0" timeOffset="89747.985">9894 14632,'0'5,"1"1,0-1,0 1,0-1,1 1,0-1,0 0,0 0,0 0,1 0,0 0,0 0,0-1,1 0,-1 1,1-1,0-1,1 1,-1 0,0-1,1 0,0 0,0 0,0-1,0 0,0 0,5 1,-4 0,1-2,-1 1,1-1,0 0,-1 0,1-1,0 0,-1 0,1 0,0-1,-1 0,1-1,-1 1,1-1,-1 0,5-3,-10 4,0 0,1-1,-1 1,0 0,0-1,0 1,0-1,0 0,-1 1,1-1,0 1,-1-1,1 0,-1 0,0 1,0-1,1 0,-1 0,0 0,0 1,-1-1,1 0,0 0,0 1,-1-1,1 0,-1 1,0-1,0 0,1 1,-2-2,-34-44,24 37,-1 1,0 0,0 1,-1 1,0 0,0 0,0 2,-1 0,0 0,0 2,-1 0,1 0,0 2,-1 0,1 0,-9 2,-11 5,34-6,1 0,-1 0,0 0,1 0,-1 1,1-1,-1 0,0 0,1 0,-1 1,1-1,-1 0,1 1,-1-1,1 0,-1 1,1-1,-1 1,1-1,0 1,-1-1,1 1,0-1,-1 1,1-1,0 1,0-1,-1 1,1 0,0-1,0 1,0-1,0 1,0 0,0-1,0 1,0-1,0 1,0 0,0-1,0 1,0-1,1 1,-1 0,0-1,0 1,1-1,-1 1,0-1,1 1,3 3,1-1,-1 0,1 1,0-2,0 1,0 0,0-1,0 0,1-1,-1 1,0-1,1 0,0 0,2 0,2 1,81 10,1-4,-1-3,71-7,-77 0,134 2,-217 0,0 0,0 0,0 1,0-1,0 0,0 1,0 0,-1-1,1 1,0 0,0 0,-1 0,1 0,-1 0,1 1,-1-1,1 0,-1 1,0-1,0 1,1-1,-1 1,0-1,0 1,-1 0,1 0,0 0,-1-1,1 1,-1 0,1 0,-1 0,0 1,-6 70,3-53,0-5,2-9,-1 0,1 0,1 0,-1 0,1 0,0 0,1 0,-1 0,1-1,0 1,2 3,14 5,-8-13</inkml:trace>
  <inkml:trace contextRef="#ctx0" brushRef="#br0" timeOffset="90037.211">10589 14365,'-9'-11,"2"0,10 5,15 7,3 5</inkml:trace>
  <inkml:trace contextRef="#ctx0" brushRef="#br0" timeOffset="85559.725">616 14177,'14'3,"0"1,0 1,0 0,-1 0,0 2,0-1,-1 2,1 0,-2 0,1 1,-1 0,-1 1,1 1,-2-1,0 1,0 1,-1 0,0 0,-1 1,5 12,-4-6,-1 0,-1 0,-1 0,-1 1,-1-1,0 1,-2 0,0 14,13-54,11-31,1 1,3 2,31-39,-56 82,-1 0,0 0,0 0,1 1,0-1,0 1,0 0,0 0,1 0,0 1,-1-1,1 1,1 0,-1 1,3-2,-6 5,1 1,-1-1,0 0,1 1,-1-1,0 1,0 0,0 0,0 0,0 0,0 0,-1 0,1 1,-1-1,0 0,1 1,-1-1,0 1,0 0,-1-1,1 1,0 0,-1-1,0 1,1 0,-1 0,0-1,-1 1,1 0,0 0,-1 0,1 0,1 21,13 67,-12-88,-1 0,0 0,1 0,0 0,-1 0,1-1,0 1,0-1,1 1,-1-1,0 0,1 0,0 0,-1 0,1 0,0 0,0-1,0 1,0-1,0 0,0 0,0 0,1-1,-1 1,0-1,2 1,7-2,0 0,-1 0,1-1,-1-1,1 0,-1 0,0-1,0-1,-1 0,1 0,-1-1,0 0,-1-1,1 0,-1 0,-1-1,0 0,0-1,0 0,-1 0,0-1,-1 1,3-8,-9 18,0-1,0 1,1-1,-1 1,0-1,0 1,0-1,0 1,0-1,1 1,-1-1,0 1,0-1,1 1,-1-1,0 1,1-1,-1 0,0 1,1-1,-1 1,1-1,-1 0,1 0,-1 1,1-1,-1 0,1 0,-1 1,1-1,-1 0,1 0,-1 0,1 0,-1 0,1 0,-1 0,1 0,0 0,-1 0,1 0,-1 0,1 0,-1-1,1 1,-1 0,1 0,-1 0,1-1,-1 1,1 0,-1-1,0 1,1 0,-1-1,0 1,1-1,-1 1,0-1,1 1,-1 0,0-1,0 1,1-1,-1 0,3 8,1 0,1 1,-1-1,1 0,1 0,-1-1,1 1,0-1,1-1,-1 1,1-1,0 0,1-1,-1 0,1 0,0 0,0-1,0 0,0-1,0 1,1-2,-1 1,1-1,-1-1,1 1,-1-1,1-1,-1 0,1 0,-1-1,1 0,-1 0,0-1,0 0,0 0,0-1,-1 0,1 0,-1-1,5-3,-6 1,0-1,-1 0,1 0,-2 0,1-1,-1 1,0-1,-1 0,0 0,0 0,-1-1,0 1,-1-1,0 1,0-1,-1 1,0-1,-1 1,-1-6,2-3,18 120,-16-95,1 0,0 0,-1-1,2 1,-1-1,1 0,0 0,0 0,1-1,0 1,0-1,4 4,13 6</inkml:trace>
  <inkml:trace contextRef="#ctx0" brushRef="#br0" timeOffset="85961.683">2167 14218,'-8'18,"5"-6,2 0,0 1,0-1,1 0,1 0,0 0,1 0,0 0,1 0,0 0,0 0,2-1,-1 0,2 1,-4-9,1 1,0 0,1-1,-1 0,0 0,1 0,0 0,0 0,0-1,0 1,0-1,0-1,1 1,-1 0,1-1,-1 0,1 0,-1 0,1-1,0 1,-1-1,1 0,0 0,-1-1,1 0,0 0,1 0,2-1,0 0,-1 0,1-1,-1 0,0 0,0-1,0 0,0 0,-1-1,1 0,-1 0,0 0,-1-1,1 1,3-7,-5 5,0 0,0 0,-1-1,0 1,0-1,-1 1,0-1,-1 0,1 0,-2 0,1 0,-1-7,-2 3,-3 16,-2 22,6-22,0 1,1 0,0 0,-1 0,2 0,-1 0,0 0,1-1,0 1,0 0,1 0,-1-1,1 1,0-1,0 1,1-1,-1 0,1 0,0 0,0 0,0 0,0-1,1 1,0-1,-1 0,1 0,1-1,-1 1,3 1,9 2,0-1,0-1,1 0,0-2,0 1,-1-2,1 0,0-1,14-2,12-1</inkml:trace>
  <inkml:trace contextRef="#ctx0" brushRef="#br0" timeOffset="86309.745">2822 14404,'9'7,"-1"-1,1 0,0-1,0 0,1-1,0 0,-1 0,1-1,0 0,1-1,0 0,-4 0,36 7,1-1,-1-1,1-3,1-2,19-2,-60 0,-1 0,0 0,0-1,0 1,1-1,-1 1,0-1,0 0,0-1,0 1,0 0,0-1,0 1,-1-1,1 0,-1 0,1 0,-1 0,0-1,1 1,-1-1,0 1,-1-1,1 0,0 1,-1-1,1 0,-1 0,0 0,0 0,0-1,-1 1,1 0,-1 0,0 0,0-1,0 1,0 0,0-1,0 1,0-1,-1 1,1-1,-1 0,0 1,0-1,0 1,0-1,-1 1,1 0,-1-1,0 1,0 0,0 0,-1 0,1 1,0-1,-1 0,0 1,0 0,0 0,0 0,0 0,0 0,0 0,-1 1,1-1,0 1,-3 0,-5-3,0 2,-1-1,1 1,-1 1,1 0,-1 1,0 0,-9 2,11-1,1 1,0 0,0 1,0-1,0 2,0-1,1 1,0 1,-1 0,0 1,6-4,0 0,0 0,-1 1,1 0,1 0,-1-1,0 2,1-1,0 0,-1 0,1 1,1-1,-1 1,0 0,1 0,0-1,0 1,0 0,0 0,0 0,1 0,0 0,0 0,0 4,2-4,-1 1,1 0,0-1,0 0,1 1,-1-1,1 0,0 0,0 0,0-1,0 1,1-1,0 0,-1 0,1 0,0 0,0-1,1 1,-1-1,4 1,27 13</inkml:trace>
  <inkml:trace contextRef="#ctx0" brushRef="#br0" timeOffset="87720.023">3410 14351,'2'15,"-2"-1,1-1,1 0,0 1,1-1,0 0,1 0,0-1,1 1,1-1,0 0,3 5,-6-14,0 0,0 0,0-1,0 0,0 1,1-1,-1 0,1-1,-1 1,1 0,0-1,0 0,-1 0,1 0,0-1,0 1,0-1,0 0,0 0,0 0,0 0,0-1,0 0,-1 1,1-2,0 1,0 0,-1-1,1 1,-1-1,1 0,-1 0,0-1,0 1,0-1,0 0,0 1,0-1,-1 0,1-1,-1 1,0 0,0-1,0 1,-1-1,2-2,1-10,0 1,0-1,-2-1,0 1,-1 0,0-1,-2-8,2-25,-2 49,1 0,0 0,0-1,0 1,0 0,0 0,0 0,0-1,0 1,0 0,1 0,-1-1,1 1,-1 0,0 0,1 0,0 0,-1 0,1 0,0 0,-1 0,1 0,0 0,0 0,0 0,0 1,0-1,0 0,0 1,0-1,0 0,0 1,0-1,1 1,-1 0,0-1,0 1,0 0,1 0,-1 0,0 0,0 0,1 0,-1 0,13 3,-1 0,0 0,1 1,-2 1,1 0,-1 1,1 1,-1 0,-1 0,0 1,0 0,0 1,-1 1,-1-1,1 2,-2-1,-1 1,0-1,-1 1,-1 0,1 1,-2-1,1 1,-2 0,0 0,0 1,-1-1,0 0,-1 1,-1-1,0 8,0-18,0 1,0 0,0-1,1 1,-1-1,1 1,0-1,0 1,0-1,0 1,0-1,0 0,1 0,-1 0,1 1,0-1,-1-1,1 1,0 0,0 0,0-1,0 1,1-1,-1 0,0 1,0-1,1 0,-1 0,1-1,-1 1,1 0,0-1,-1 0,1 1,-1-1,1 0,1 0,45 4,1-3,-1-1,1-3,-1-1,32-9,-51 10,0-2,0-2,-1 0,0-2,-1-1,0-1,25-14,-50 24,0-1,0 1,0 0,-1-1,1 0,-1 1,1-1,-1 0,0 0,1 0,-1-1,0 1,0-1,-1 1,1-1,0 1,-1-1,0 0,0 0,0 0,0 0,0 0,0 0,-1 0,1 0,-1 0,0 0,0 0,0 0,0 0,-1 0,1 0,-1 0,0 0,0 0,0 0,0 0,0 0,-2-1,0 0,-1 1,1-1,-1 1,0 0,1 0,-1 0,-1 1,1-1,0 1,0 0,-1 0,0 1,1-1,-1 1,0 0,1 0,-1 0,0 1,0 0,0 0,0 0,1 1,-1-1,0 1,0 0,1 1,-1-1,0 1,1 0,0 0,-1 0,1 0,0 1,-1 2,1 0,-1 0,1 0,0 1,1-1,-1 1,1 0,0 0,1 1,-1-1,1 0,1 1,-1-1,1 1,0 0,0 6,1-10,0 1,0 0,0 0,1-1,-1 1,1 0,0-1,0 1,0 0,0-1,1 1,-1-1,1 0,0 0,0 1,0-1,1 0,-1-1,1 1,0 0,-1-1,1 1,0-1,0 0,1 0,-1 0,0 0,1-1,-1 0,3 1,0 0,1-2,-1 1,1-1,0 0,-1 0,1 0,0-1,-1 0,1-1,-1 1,1-1,-1 0,0-1,0 0,0 0,0 0,0 0,-1-1,0 0,1-1,-1 1,-1-1,1 0,-1 0,0 0,0 0,0-1,-1 0,0 1,0-1,0-1,-1 1,0 0,0-1,0 0,15 50,-13-35,1-1,1 1,-1-1,2 0,-1 0,0 0,1-1,0 0,1 0,-1-1,1 0,0-1,1 1,-1-2,1 1,6 1,-9-3,0 0,0 0,1-1,-1 0,0 0,1-1,-1 0,1 0,-1 0,1-1,-1 0,1 0,-1 0,0-1,0 0,0 0,0-1,0 0,0 0,-1 0,1-1,-1 1,0-1,1-2,0-1,-2 0,1 0,-1 0,0-1,-1 0,1 0,-2 0,1 0,-1 0,0 0,-1-1,0 1,0-1,-1 1,0-1,-1 1,1-1,-2 1,1-1,-1 1,0 0,-1 0,0 0,0 0,-1 0,0 1,-1-2,-19-14,59 40,29-3,64 22,-122-33,0 0,0 0,-1 0,1 1,-1 0,0 0,0 1,-1-1,1 1,-1 0,0 0,0 0,-1 1,0 0,0-1,0 1,0 0,-1 0,0 1,9 138,-9-141,0-1,0 1,0-1,1 0,-1 0,1 1,0-2,0 1,0 0,0-1,0 1,1-1,-1 0,1 0,0 0,-1-1,1 1,0-1,0 0,0 0,0 0,0-1,0 1,0-1,0 0,0 0,0-1,0 1,0-1,0 0,0 0,2 0,12-1,-1 0,0-1,1-1,-1-1,-1 0,1-1,-1-1,0-1,0 0,-1-1,0 0,-1-1,0-1,0 0,-1-1,-1-1,0 0,0 0,-2-1,1-2,-9 15,-1-1,1 0,0 0,-1 0,1 0,-1 0,0-1,0 1,0 0,0-1,0 1,-1-1,1 1,-1 0,1-1,-1 0,0 1,0-1,0 1,0-1,0 1,-1-1,1 1,-1-1,0 1,1 0,-1-1,0 1,-1 0,1-1,0 1,-1 0,1 0,-1 0,1 0,-1 1,0-1,0 0,0 1,0-1,0 1,0-1,0 1,-1 0,1 0,0 0,-1 1,1-1,-1 0,-1 1,1 0,-1 0,1 0,0 1,0-1,-1 1,1 0,0 0,0 0,0 1,0-1,0 1,1 0,-1-1,0 1,1 0,-1 1,1-1,0 0,0 1,0-1,0 1,0 0,0-1,1 1,-1 0,1 0,0 0,0 0,0 1,0-1,0 0,1 0,0 0,-1 1,1-1,0 0,1 0,-1 1,1-1,-1 0,1 0,0 0,0 1,1-1,4 7,1-1,0-1,0 1,1-1,0 0,1-1,0 0,0 0,1-1,-1-1,1 1,0-1,1-1,-1 0,1 0,3 0,204 52,-105-36</inkml:trace>
  <inkml:trace contextRef="#ctx0" brushRef="#br0" timeOffset="95670.586">1044 15634,'36'-294,"-36"291,17-74,-16 74,0 1,0 0,0 0,0 0,0-1,0 1,0 0,1 0,-1 1,1-1,-1 0,1 0,0 1,0-1,0 1,0-1,0 1,0 0,0 0,0 0,1 0,-1 0,0 1,0-1,1 1,-1-1,1 1,-1 0,0 0,3 0,7 3,1 1,-1 1,0 0,0 1,-1 0,1 1,-1 0,-1 0,1 1,-1 1,4 5,-1-5,-1 2,0 0,0 0,-1 1,0 0,-1 1,-1 0,0 1,5 11,-13-23,0 0,-1 0,1 0,-1 0,1 0,-1 0,0 0,0 1,0-1,0 0,0 0,0 0,-1 0,1 0,-1 0,1 0,-1 0,0 0,0 0,0 0,0 0,0-1,0 1,0 0,-1-1,1 1,0 0,-1-1,0 0,1 1,-1-1,0 0,0 0,1 0,-1 0,0 0,0-1,0 1,0 0,0-1,0 0,-1 1,1-1,0 0,0 0,0 0,0 0,0-1,0 1,0 0,0-1,0 0,0 1,0-1,0 0,0 0,0 0,-2-1,0-1,0 1,1-1,-1 0,1 0,0 0,0-1,0 1,0-1,0 0,1 1,-1-1,1 0,0-1,1 1,-1 0,1-1,-1 1,1 0,1-1,-1-1,4-99,11 49,3 1,2 0,20-37,36-105,-50 59,-26 210,2 0,4 0,3 0,3-1,5 8,-2-2,3-1,26 72,-6-74,-23-55</inkml:trace>
  <inkml:trace contextRef="#ctx0" brushRef="#br0" timeOffset="95836.17">1378 15007,'-13'-3,"-10"0,-3 0,8 1,16 0,24 3,26 2,29 0,23 1,17 3,-11 0</inkml:trace>
  <inkml:trace contextRef="#ctx0" brushRef="#br0" timeOffset="96587.72">2261 15274,'-71'21,"53"-18,0 2,0 0,1 1,0 1,0 1,0 0,1 1,0 1,1 0,-9 9,22-18,0 0,0 0,0 1,0-1,1 1,-1 0,1-1,-1 1,1 0,-1 0,1 0,0 0,0 0,0 0,0 0,0 0,1 0,-1 0,1 1,-1-1,1 0,0 0,0 1,0-1,0 0,0 1,1-1,-1 0,1 0,-1 0,1 1,0-1,0 0,0 0,0 0,0 0,0 0,0 0,1-1,-1 1,1 0,-1-1,1 1,0-1,0 1,0-1,0 0,0 0,0 0,0 0,1 1,9-1,0-1,0 0,-1 0,1-1,0-1,0 0,-1-1,1 0,-1 0,0-1,0-1,0 0,-1 0,1-1,-1-1,-1 0,1 0,-1 0,6-7,-7 6,1-1,-1 1,-1-1,0-1,0 1,-1-1,0 0,0-1,-1 1,-1-1,1-2,-6 48,0-24,5 107,-4-114,1 0,0 1,0-1,0 0,0-1,1 1,0 0,-1 0,1-1,1 1,-1-1,0 1,1-1,0 0,0 0,0 0,0-1,0 1,1-1,-1 1,1-1,-1 0,1-1,0 1,0 0,2-1,-4 0,0-1,0 0,0 0,1 0,-1 0,0 0,0 0,1-1,-1 1,0-1,0 1,0-1,0 0,0 0,0 0,0 0,0 0,0 0,0-1,-1 1,1-1,0 1,-1-1,1 0,-1 1,0-1,1 0,-1-1,26-60,14-180,-41 242,-1-1,1 1,0 0,0 0,0-1,0 1,0 0,1 0,-1 0,0-1,1 1,-1 0,0 0,1 0,-1 0,1-1,0 1,-1 0,1 0,0 0,0 0,0 0,0 1,-1-1,1 0,0 0,0 1,1-1,-1 0,0 1,0-1,0 1,0-1,0 1,1 0,-1 0,0-1,0 1,1 0,-1 0,0 0,0 0,1 0,-1 1,0-1,0 0,0 0,1 1,-1-1,0 1,0-1,1 1,10 10,-1 0,0 1,0 0,-1 1,-1 0,0 0,-1 1,0 0,0 4,2 5,-2 0,0 1,-2 1,0-1,-2 1,0 0,-2 10,-2-32,0 0,0 0,0 1,0-1,1 0,-1 0,1 0,0 0,0 0,0 0,0 0,0 0,1-1,-1 1,1 0,0-1,0 1,0-1,0 1,0-1,0 0,1 0,-1 0,1 0,0-1,-1 1,1-1,0 1,0-1,0 0,0 0,0 0,0-1,0 1,0-1,1 1,8-2,-1-1,1 0,-1-1,0 0,0 0,0-1,0-1,0 0,-1 0,0-1,0 0,-1-1,0 0,0 0,0-1,-1-1,0 1,-1-1,6-8,-9 12,0 0,0-1,-1 1,0-1,0 1,0-1,-1 0,0 0,0-1,0 1,-1 0,0 0,0-1,0 1,-1-1,0 1,0-1,-1 1,0-1,0 1,0 0,-1 0,0-1,-2-3,3 9,0 0,0-1,0 1,0 0,0 0,0 0,-1 0,1 0,0 0,0 0,-1 1,1-1,-1 0,1 1,-1-1,1 1,-1-1,1 1,-1 0,1 0,-1-1,0 1,1 0,-1 0,1 1,-1-1,1 0,-1 1,1-1,-1 0,1 1,-1 0,1-1,-1 1,1 0,0 0,-1 0,1 0,-36 51,35-46,1 0,0 0,0 0,1 1,0-1,0 0,0 1,0-1,1 0,0 1,1-1,0 0,-1 0,2 0,-1 0,1-1,0 1,0-1,0 1,1-1,0 0,0 0,0-1,1 1,0-1,-1 0,2 0,-1 0,0-1,16 11,0-2,1 0,0-1,0-2,1 0,19 4,45 10</inkml:trace>
  <inkml:trace contextRef="#ctx0" brushRef="#br0" timeOffset="97396.093">4280 15233,'15'114,"-13"-91,0 1,2-1,0 1,1-1,2 0,0-1,6 11,-10-28,0 1,1-1,0 1,0-1,0 0,0-1,1 1,0-1,-1 0,2 0,-1 0,0-1,1 1,0-1,0-1,0 1,0-1,0 0,0-1,0 1,1-1,-1 0,1-1,-1 0,0 0,1 0,-1 0,1-1,-1 0,0-1,1 0,-1 0,0 0,0 0,3-3,-1 2,-1-1,0 0,0 0,0-1,-1 0,1 0,-1 0,0-1,-1 0,0 0,0-1,0 1,0-1,-1 0,0 0,-1-1,0 1,0-1,0 1,-1-1,0 0,-1 0,1 0,-1-7,-1 14,1 1,-1-1,0 1,0-1,1 1,-1-1,0 1,0-1,1 1,-1-1,0 0,0 1,0-1,0 1,0-1,0 0,0 1,0-1,0 1,0-1,-1 1,1-1,0 0,0 1,0-1,-1 1,1-1,0 1,-1-1,1 1,0-1,-1 1,1-1,-1 1,1 0,0-1,-1 1,1 0,-1-1,1 1,-1 0,0-1,1 1,-1 0,1 0,-1 0,1 0,-1 0,0-1,1 1,-1 0,1 0,-1 0,0 1,1-1,-1 0,1 0,-1 0,1 0,-1 0,0 1,0-1,-2 6,1 0,-1 0,1 1,0-1,0 0,1 1,0 0,0-1,0 1,1-1,0 1,0 0,1-1,0 1,0 0,0-1,1 1,0-1,1 0,-1 0,1 0,0 0,0 0,3 2,1-2,0 0,1 0,-1-1,1 0,0-1,1 0,-1 0,1 0,0-1,0-1,0 1,0-2,0 1,0-1,1 0,-1-1,0 0,1-1,-1 0,0 0,0-1,0 0,0-1,0 0,7-3,-10 3,1 0,-1-1,0 0,0 0,0 0,0-1,-1 0,1 0,-1 0,-1 0,1-1,-1 0,0 0,0 0,0-1,-1 1,0-1,-1 0,1 0,-1 0,1-7,3 50,-5-28,1-1,1 1,-1 0,2-1,-1 0,1 0,0 0,0 0,0 0,1-1,0 0,1 0,-1-1,1 1,0-1,1 0,-1-1,1 1,0-1,0-1,0 1,1-1,-1 0,1-1,0 0,-1 0,1-1,0 0,0 0,6-1,2-1,-1 0,1-2,-1 0,0 0,0-2,0 0,0 0,-1-2,0 1,0-2,-1 0,0-1,0 0,-1-1,0 0,-1-1,0 0,0-1,-2 0,1 0,-2-1,4-6,-11 17,-1 1,0 1,0-1,0 1,0-1,0 1,0-1,0 1,0-1,0 1,0-1,0 1,0-1,0 1,0-1,0 1,0-1,1 1,-1-1,0 1,0 0,1-1,-1 1,0-1,1 1,-1 0,0-1,1 1,-1 0,1-1,-1 1,0 0,1 0,-1-1,1 1,-1 0,1 0,-1 0,1 0,-1 0,1 0,-1 0,1 0,-1 0,1 0,-1 0,1 0,-1 0,1 0,-1 0,1 0,-1 0,1 1,-1-1,0 0,1 0,-1 0,1 1,-1-1,0 0,1 1,-1-1,1 1,2 30,-3-24,0 1,0-1,1 0,0 0,0 0,1 0,0 0,0 0,1 0,0-1,0 1,0-1,1 1,0-1,0 0,0-1,1 1,2 1,8 3</inkml:trace>
  <inkml:trace contextRef="#ctx0" brushRef="#br0" timeOffset="98003.563">5375 15127,'29'2,"0"0,-1 2,1 2,-1 0,0 2,22 9,-35-12,1 0,-1 2,-1 0,1 0,-1 1,0 1,-1 0,0 1,-1 1,0 0,0 0,-1 1,-1 1,0 0,-1 0,0 1,-1 0,0 0,2 10,10 38,-17-48,1 0,0 0,1 0,0-1,2 0,-1 0,2-1,3 5,-9-14,1 0,0 0,0 0,0-1,0 1,0-1,0 0,1 0,-1 0,1 0,-1-1,1 0,0 1,0-1,0-1,-1 1,1 0,0-1,0 0,0 0,0 0,0 0,0-1,0 0,0 1,-1-1,1-1,0 1,0-1,0 0,5-2,-1 0,1-1,-1 0,0-1,0 0,-1 0,0-1,0 0,0 0,-1 0,5-8,26-56,-37 71,0-1,0 1,1 0,-1-1,0 1,0-1,1 1,-1 0,0-1,1 1,-1 0,0-1,1 1,-1 0,0 0,1-1,-1 1,0 0,1 0,-1 0,1 0,-1-1,1 1,-1 0,0 0,1 0,-1 0,1 0,-1 0,1 0,-1 0,1 0,-1 0,0 0,1 1,-1-1,1 0,-1 0,0 0,1 0,-1 1,1-1,-1 0,0 1,1-1,-1 0,0 0,1 1,-1-1,0 0,0 1,1-1,-1 1,18 27,-11-16,-3-5,0-1,1 0,0 0,0 0,0 0,1-1,0 0,0 0,0-1,1 0,-1 0,1 0,0-1,0 0,0 0,1-1,-1 0,1 0,-1 0,1-1,-1-1,1 1,0-1,0 0,-1-1,1 0,0 0,-1-1,1 0,-1 0,0 0,0-1,0-1,0 1,0-1,0 0,5-4,-4-1,0 1,-1-1,1 0,-2-1,1 0,-1 0,-1 0,0-1,0 1,2-12,-6 33,0 0,1 0,0-1,1 1,0-1,0 0,1 0,1 0,0 0,0-1,1 0,0 0,0 0,1-1,0 0,1 0,-1-1,2 0,6 5,10 4</inkml:trace>
  <inkml:trace contextRef="#ctx0" brushRef="#br0" timeOffset="98208.015">6378 15059,'21'-6,"6"-3</inkml:trace>
  <inkml:trace contextRef="#ctx0" brushRef="#br0" timeOffset="98881.849">6739 15340,'4'21,"1"0,1 0,1-1,0 0,2 0,0-1,1 0,7 7,-17-25,1 0,0 0,0 0,0 0,0-1,0 1,0 0,0-1,1 1,-1-1,0 1,0-1,0 0,1 1,-1-1,0 0,0 0,1 0,-1 0,0 0,0 0,1 0,-1 0,0-1,0 1,1 0,-1-1,0 1,0-1,0 1,0-1,0 0,0 1,0-1,0 0,0 0,0 0,0 0,0 0,0 0,-1 0,1 0,0 0,-1 0,1 0,-1 0,1 0,-1-1,0 1,1 0,-1 0,0-1,0 1,6-8,0 1,3-5,0 1,1-1,1 2,0-1,0 2,1-1,0 2,3-2,-14 10,0 0,0 0,0 1,0-1,0 1,0-1,1 1,-1 0,0-1,0 1,0 0,0 0,0-1,1 1,-1 0,0 0,0 1,0-1,0 0,1 0,-1 0,0 1,0-1,0 1,0-1,0 1,0-1,0 1,0-1,0 1,0 0,0 0,0-1,0 1,-1 0,1 0,0 0,-1 0,1 0,-1 0,1 0,-1 0,1 0,12 57,-10-38,-3-17,0-1,0 1,1 0,-1 0,1-1,0 1,0 0,0-1,0 1,0 0,1-1,-1 0,1 1,-1-1,1 0,0 0,0 0,0 0,0 0,0 0,1 0,-1-1,1 1,-1-1,1 0,-1 0,1 0,0 0,-1 0,1 0,0-1,1 1,7-2,0 0,0-1,-1 0,1-1,-1 0,0-1,0 0,0 0,0-1,-1 0,1-1,-1 0,7-7,-1 3,-14 9,-1 0,1 1,0-1,0 0,1 1,-1-1,0 0,0 1,0-1,0 1,0 0,1-1,-1 1,0 0,0 0,0 0,1 0,-1 0,0 0,0 0,1 0,-1 1,0-1,0 0,0 1,0-1,1 1,-1-1,0 1,0-1,0 1,0 0,0 0,0-1,-1 1,1 0,0 0,0 0,0 0,-1 0,12 10,1-1,0 0,0 0,1-2,0 0,0 0,1-1,0-1,0-1,0 0,1-1,0 0,0-1,0-1,13 0,-29-2,5 1,1 1,-1-1,0 0,1 0,-1-1,1 1,-1-1,0-1,1 1,-1-1,1 0,-1 0,0 0,1-1,-1 0,0 0,0 0,0 0,-1-1,1 0,0 0,-1 0,0-1,0 1,0-1,0 0,-1 0,1-1,-1 1,0-1,0-1,-1-1,0 0,0-1,-1 1,0-1,0 0,-1 1,0-1,0 0,-1 1,0-1,0-1,0 7,1 0,-1-1,0 1,0 0,0 0,0 0,0-1,0 1,-1 0,1 0,-1 1,1-1,-1 0,0 0,1 1,-1-1,0 1,0 0,0-1,0 1,-1 0,1 0,0 0,0 1,-1-1,1 0,0 1,-1 0,1-1,-1 1,1 0,0 0,-1 0,1 1,0-1,-3 1,-8 2,0 1,0 1,0 0,1 1,-1 0,1 1,1 0,0 1,0 0,0 1,1 0,0 0,1 1,-6 8,13-17,0 1,0 0,0-1,0 1,0 0,1 0,-1 1,0-1,1 0,0 1,-1-1,1 1,0-1,0 1,0-1,1 1,-1 0,1-1,-1 1,1 0,0-1,0 1,0 0,0 0,1-1,-1 1,1 0,0-1,0 1,-1-1,2 1,-1-1,0 1,0-1,1 0,-1 1,1-1,0 0,0 0,0 1,8 1,0-1,0 1,0-1,1-1,-1 0,1-1,-1 0,1 0,-1-1,1 0,0-1,-1 0,1-1,1-1,24-5</inkml:trace>
  <inkml:trace contextRef="#ctx0" brushRef="#br0" timeOffset="99212.024">7729 15140,'-12'-18,"-10"-11,-8-2,-4 1,-3 6,1 12,1 12,7 11,8 10,10 7,11 4,13 2,12 2,2-5</inkml:trace>
  <inkml:trace contextRef="#ctx0" brushRef="#br0" timeOffset="99501.757">7701 15475,'3'13,"0"12,2 8,5 3,5 0,7-4,9-7,12-8,16-7,15-10,11-9,-8-3</inkml:trace>
  <inkml:trace contextRef="#ctx0" brushRef="#br0" timeOffset="100704.056">13958 688,'3'16,"4"15,9 12,10 12,10 6,8 8,6 0,3-2,-1-3,-2-8,-5-9,-8-11,-7-11,-10-9</inkml:trace>
  <inkml:trace contextRef="#ctx0" brushRef="#br0" timeOffset="100964.901">14306 755,'-2'2,"-4"10,-4 15,-11 16,-12 18,-12 16,-13 10,-7 4,-1-2,9-17</inkml:trace>
  <inkml:trace contextRef="#ctx0" brushRef="#br0" timeOffset="101257.121">14747 1063,'20'2,"21"1,17 0,14 0,7-2,1 0,-7 0,-10-1,-17 0</inkml:trace>
  <inkml:trace contextRef="#ctx0" brushRef="#br0" timeOffset="101970.439">15174 795,'0'6,"0"-1,0 0,0 0,1 0,-1 0,1 0,0 0,1 0,-1 0,1-1,0 1,1 0,-1-1,1 0,-1 1,1-1,1 0,-1 0,0-1,1 1,0-1,0 0,0 0,0 0,1 0,-1-1,1 1,-1-1,1 0,2 0,130 50,17 10,-151-61,0 1,-1-1,1 1,0-1,-1 1,1 0,-1 0,0 0,1 0,-1 1,0-1,0 0,-1 1,1 0,0-1,-1 1,0 0,1 0,-1 0,0 0,-1 0,1 0,0 0,-1 0,0 0,1 0,-2 0,1 0,0 1,0-1,-1 0,0 0,1 0,-1 0,-1 0,-5 10,-1-1,-1-1,0 1,-1-2,0 1,0-1,-1-1,-1 0,1 0,-9 3,7-2,-164 109,135-91</inkml:trace>
  <inkml:trace contextRef="#ctx0" brushRef="#br0" timeOffset="114555.801">16485 2867,'-18'-3,"1"1,-1 0,1 2,-1 0,1 0,-1 2,-7 2,20-4,-1 2,1-1,0 1,0 0,-1 0,1 0,1 1,-1-1,0 1,0 1,1-1,0 1,0-1,0 1,0 0,1 1,-1-1,1 0,0 1,0 0,1 0,-1 0,1 0,0 0,0 2,2-5,-1 0,0 0,1 0,-1 0,1 0,0 0,0 0,0 0,0 0,0 0,0 0,0 0,1 0,-1 0,1 0,0 0,-1 0,1 0,0-1,0 1,0 0,0 0,0-1,1 1,-1 0,1-1,-1 0,1 1,-1-1,1 0,-1 0,1 0,0 0,0 0,0 0,0 0,0 0,0-1,0 1,0-1,6 2,0-1,0 0,0 0,1 0,-1-1,0-1,1 1,-1-1,5-2,-5 2,1-1,0 0,-1-1,0 0,1 0,-1-1,-1 0,1 0,0-1,-1 0,0 0,0-1,-1 0,1 0,-1 0,0-1,-1 0,0 0,0-1,-1 1,1-1,-2 0,1 0,-1 0,0-1,-1 1,0-1,0 0,-1-1,-1-22,-1 26,0 21,2-7,-1-1,1 1,1 0,-1-1,1 1,1-1,-1 0,1 1,1-1,-1-1,1 1,0 0,1-1,0 0,0 0,0 0,0-1,1 0,0 0,0 0,0 0,1-1,0 0,0-1,4 2,14 6,1-1,0-2,1 0,0-2,0-1,15 1,34 2</inkml:trace>
  <inkml:trace contextRef="#ctx0" brushRef="#br0" timeOffset="118231.077">22434 2854,'-5'-12,"0"1,0 0,-1 0,0 1,-1 0,0 0,-1 0,-3-2,9 9,0 1,0 0,-1-1,1 1,-1 0,0 0,0 1,1-1,-1 0,0 1,-1 0,1 0,0 0,0 0,0 0,-1 0,1 1,0 0,-1 0,1 0,0 0,-1 0,1 1,0-1,0 1,-1 0,1 0,0 0,0 0,0 1,0-1,-1 1,0 1,0 1,0-1,0 1,0-1,0 1,1 0,0 0,0 1,0-1,0 1,1-1,-1 1,1 0,-1 3,3-7,-1 1,1 0,-1 0,1 0,0 0,-1 0,1-1,0 1,0 0,1 0,-1 0,0 0,0 0,1 0,-1-1,1 1,0 0,0 0,-1-1,1 1,0 0,0-1,1 1,-1-1,0 1,0-1,1 0,-1 1,1-1,-1 0,1 0,-1 0,1 0,0 0,0-1,-1 1,1 0,0-1,0 1,0-1,0 0,9 1,1 0,-1-1,1-1,-1 0,1 0,-1-1,0 0,0-1,0-1,0 0,0 0,-1-1,1 0,-1-1,-1 0,1-1,-1 0,0 0,-1-1,1 0,-2 0,1-1,-1 0,-1-1,6-9,0-5,-1-1,-2-1,0 1,-2-2,-1 1,-1-1,-1 0,-1 0,-1 0,-2 0,-3-26,3 47,-12-44,11 50,0 0,-1 0,1 0,0 1,-1-1,1 0,0 1,0-1,0 1,0-1,-1 1,1-1,0 1,0 0,0 0,0 0,0-1,0 1,1 0,-1 0,0 0,0 0,1 0,-1 1,0-1,1 0,-1 0,1 0,0 0,-1 1,1-2,-10 21,2 0,0 0,1 1,1 0,1 0,1 0,1 1,1-1,1 1,1-1,1 9,-1-21,1 0,-1 0,2 0,-1 0,1 0,1-1,0 1,0-1,1 1,0-1,1 0,-1-1,2 1,-1-1,1 0,1 0,-1-1,2 1,-1-2,0 1,1-1,0 0,1-1,0 0,-1 0,1 0,1-2,3 2,-9-4,1 0,-1-1,1 1,0-1,-1 0,1 0,-1-1,1 0,0 1,-1-1,1-1,-1 1,0-1,1 0,-1 0,0 0,0 0,0-1,-1 1,1-1,0 0,-1-1,0 1,0 0,0-1,0 0,0 1,-1-1,0 0,0-1,1-2,5-9,-2-1,0 0,-1 0,-1-1,-1 0,0 1,0-11,-4-50,1 78,-1-1,1 1,-1 0,1 0,-1-1,1 1,-1 0,1 0,-1 0,1 0,-1 0,0 0,1-1,-1 1,1 1,-1-1,1 0,-1 0,1 0,-1 0,1 0,-1 0,1 1,-1-1,1 0,-1 0,1 1,-1-1,1 0,0 1,-1-1,1 0,-1 1,1-1,0 1,-1-1,1 0,0 1,0-1,-1 1,1-1,0 1,0-1,0 1,0 0,-1-1,1 1,0-1,0 1,0-1,0 1,0-1,1 1,-1-1,0 1,0-1,0 1,0-1,0 1,1-1,-1 1,-4 14,0 1,1-1,1 1,0 0,1 0,1-1,1 1,0 0,1 0,0-1,1 1,1-1,1 0,0 0,1 0,0-1,2 1,-1-2,2 1,0-1,0 0,2 0,32 33,-3-8</inkml:trace>
  <inkml:trace contextRef="#ctx0" brushRef="#br0" timeOffset="115673.839">17902 3109,'4'-30,"1"0,2 1,1-1,2 2,0-1,2 2,1-1,13-18,-24 42,0 0,1 0,-1 0,1 1,0-1,0 1,0 0,0 0,0 0,1 0,0 0,-1 1,1 0,0 0,0 0,0 0,0 0,1 1,-1 0,0 0,1 0,-1 0,1 1,-1 0,1 0,-1 0,0 0,1 1,-1-1,1 1,-1 1,0-1,0 0,1 1,-1 0,0 0,0 0,2 3,0-1,0 1,0 1,-1-1,1 1,-1-1,-1 2,1-1,-1 0,0 1,-1 0,1 0,-1 0,-1 0,1 0,-1 1,-1-1,1 1,-1-1,-1 1,1 0,-1 0,-1-1,1 1,-1-1,-1 1,1 0,-1-1,0-3,0-1,0 0,0 0,0 0,0 0,0-1,-1 1,1-1,-1 1,0-1,0 0,0 0,0 0,0 0,0-1,-1 1,1-1,-1 0,1 0,0 0,-1 0,0 0,1-1,-1 0,1 0,-1 0,0 0,1 0,-1-1,1 0,-1 0,1 0,-1 0,1 0,0-1,-1 1,1-1,0 0,0 0,0 0,0 0,1-1,-1 1,0-1,1 1,0-1,0 0,0 0,0 0,0 0,0-2,2 3,-1 0,1 0,0 0,0 0,0-1,1 1,-1 0,0 0,1 0,-1 0,1 0,0 0,0 0,0 0,0 0,0 0,0 0,0 1,0-1,1 0,-1 1,1-1,-1 1,1 0,0-1,0 1,-1 0,1 0,0 0,0 0,0 0,66-20,5 8,-48 10,-1-1,0-1,0-1,-1-1,1-1,-1-1,7-4,-28 12,1 0,-1 0,1 0,-1 0,0 0,1-1,-1 1,0-1,0 1,0-1,0 0,0 0,0 0,-1 0,1 0,0 0,-1-1,0 1,0 0,1-1,-2 1,1-1,0 1,0-1,-1 0,1 1,-1-1,0 0,0 1,0-1,0 0,0 1,-1-1,1 0,-1 1,1-1,-1 1,0-1,0 1,-1-1,1 1,0 0,-1-1,1 1,-1 0,0 0,0 0,1 0,-2 0,1 0,0 1,-1 0,1 0,0 0,0 0,-1 1,1-1,0 1,-1-1,1 1,0 0,-1 0,1 0,-1 0,1 0,0 1,-1-1,1 1,0-1,-1 1,1 0,0 0,0 0,0 0,0 0,0 1,0-1,0 1,0-1,0 1,1-1,-1 1,1 0,-1 0,1 0,-1 1,0 0,0 1,0 0,0 0,0 0,1 0,-1 1,1-1,0 0,1 1,-1-1,1 0,0 1,0-1,0 1,0-1,1 0,0 1,0-1,0 2,2-1,-1 1,1 0,1-1,-1 0,1 0,0 0,0 0,0-1,0 1,1-1,0 0,0 0,0-1,1 0,-1 0,1 0,-1 0,1-1,0 0,5 1,3 1,0-1,0-1,1 0,-1-1,1 0,-1-1,0-1,8-1,13-4</inkml:trace>
  <inkml:trace contextRef="#ctx0" brushRef="#br0" timeOffset="116041.855">18744 2787,'0'-9,"1"-7,6 29,0 8,42 88,-46-105,-1 0,1 0,0 0,0 0,0-1,0 0,0 1,1-1,0 0,0-1,0 1,0-1,0 1,0-1,0-1,1 1,-1 0,1-1,-1 0,1 0,0-1,-1 1,2-1,-1 0,0-1,1 0,-1-1,0 1,0-1,0 0,-1 0,1 0,0-1,-1 0,1 0,-1 0,0 0,0-1,-1 0,1 1,0-1,-1-1,0 1,1-2,43-98,-32 22,-17 91,1 0,0 0,0 0,1 0,1 0,-1 0,1 0,1 0,0 0,0 0,1 0,0-1,0 1,1-1,0 0,1 0,-1 0,1-1,1 0,0 0,0 0,0 0,2 0,30 12,1-7</inkml:trace>
  <inkml:trace contextRef="#ctx0" brushRef="#br0" timeOffset="117502.989">19573 2613,'-87'-23,"83"22,1 1,0-1,0 1,0 0,0 1,0-1,0 0,-1 1,1 0,0 0,0 0,0 0,1 0,-1 0,0 1,0 0,1-1,-1 1,1 0,-1 0,1 0,0 1,0-1,0 0,0 1,0-1,0 1,1 0,0 0,0 0,1 0,-1 0,0 0,1 0,0 0,0 0,0 0,0-1,0 1,0 0,1 0,-1 0,1 0,0 0,0 0,0 0,0-1,1 1,-1 0,1-1,0 1,-1-1,1 0,0 1,59 54,-59-55,30 23,-18-16,-1 0,-1 1,0 0,0 1,-1 1,0 0,-1 0,-1 1,0 0,7 14,-15-24,-1-1,1 1,-1 0,0 0,0 0,0 0,0 0,-1-1,1 1,-1 0,0 0,0 0,0-1,0 1,0-1,0 1,-1 0,1-1,-1 0,0 1,0-1,0 0,0 0,0 0,0 0,0-1,-1 1,1-1,-1 1,1-1,-1 0,0 0,1 0,-1 0,0 0,0-1,1 1,-1-1,0 0,0 1,0-1,0-1,0 1,1 0,-2-1,2 0,1-1,-1 1,1-1,0 0,-1 1,1-1,0 0,0 0,0 0,1 0,-1 0,0 0,1 0,-1 0,1 0,0 0,0 0,-1 0,1 0,1 0,-1 0,0 0,0 0,1 0,-1 0,1 0,0 0,0 0,-1 0,1 0,0 0,1 1,-1-1,0 0,0 1,1-1,-1 0,6-10,1-1,0 1,0 0,1 1,0 0,1 0,1 1,0 1,0 0,0 0,1 1,1 0,-1 1,1 0,0 1,1 1,0 0,-1 1,6-1,-15 5,0 0,-1 0,1 0,0 0,-1 0,1 1,0-1,-1 1,1 0,-1 0,1 1,-1-1,0 1,1-1,-1 1,0 0,0 0,0 1,0-1,-1 0,1 1,-1 0,1 0,-1 0,0 0,0 0,0 0,-1 0,2 3,14 36,19 26,-34-67,-1 0,1 0,-1 0,0 0,1-1,-1 1,1-1,-1 1,1-1,0 1,-1-1,1 0,0 0,-1 0,1 0,-1 0,1 0,0 0,-1 0,1-1,-1 1,1-1,0 1,-1-1,1 0,-1 1,0-1,1 0,-1 0,0 0,1 0,-1 0,38-39,12-42,-51 82,0-1,0 1,0 0,0-1,0 1,0 0,0-1,0 1,0 0,1-1,-1 1,0 0,0-1,0 1,1 0,-1-1,0 1,0 0,1 0,-1-1,0 1,0 0,1 0,-1-1,0 1,1 0,-1 0,0 0,1 0,-1 0,1 0,-1 0,0-1,1 1,-1 0,0 0,1 0,-1 0,0 0,1 1,-1-1,1 0,-1 0,0 0,1 0,-1 0,0 0,1 1,-1-1,0 0,1 0,-1 0,0 1,0-1,1 0,-1 1,0-1,0 0,1 0,-1 1,0-1,0 0,0 1,0-1,0 0,1 1,-1-1,0 1,0-1,0 0,4 35,-3-24,1-3,0 0,0-1,1 0,0 1,0-1,1 0,-1 0,2-1,-1 1,1-1,0 0,0 0,1-1,-1 1,1-1,0 0,1-1,-1 1,1-1,0-1,0 1,0-1,1-1,-1 1,1-1,-1 0,1-1,0 0,0 0,0-1,-1 0,1 0,0-1,0 0,0 0,0-1,4 0,-1-2,0 0,0 0,0-1,0 0,-1-1,0 0,0-1,0 0,-1 0,0-1,0 0,-1-1,0 0,-1 0,0-1,0 0,-1 0,-1 0,1-1,-2 0,2-5,3-7,-2 0,-1-1,-1 1,-1-1,-2 0,0 0,-1-1,-1 1,-1 0,-4-15,-22-42,26 79,0 0,0 0,-1 0,1 1,-1-1,1 0,-1 1,0-1,0 1,1-1,-1 1,0 0,0 0,0 0,-1 0,1 0,0 1,0-1,0 1,-1-1,1 1,0 0,-1-1,1 1,0 1,-1-1,1 0,0 0,0 1,-1-1,1 1,0 0,0 0,0 0,-1 1,-8 5,0 2,1 0,1 0,-1 1,2 0,-1 0,1 1,1 0,0 1,1-1,0 1,0 1,1-1,1 1,0 0,1 0,1 0,0 0,0 6,-1-9,1 0,1 0,0 0,0 1,1-1,0 0,1 1,0-1,1 0,0 0,0 0,1 0,1 0,-1 0,2-1,-1 1,1-1,1-1,0 1,0-1,0 0,1 0,0 0,1-1,0-1,3 3,2-1,0-1,1 0,-1-1,2-1,-1 0,0 0,1-2,0 0,0-1,0 0,0-1,0-1,0 0,0-1,0-1,0 0,0-1,0-1,-1 0,0-1,1 0,-9 1,0 1,-1-1,1 1,-1-2,1 1,-1-1,-1 1,1-1,-1-1,1 1,-2-1,1 1,0-1,-1 0,0-1,-1 1,1 0,-1-1,-1 1,1-1,-1 0,0 1,0-1,-1 0,0 0,34 104,-28-90,0-1,1 1,0-1,1 0,-1-1,1 1,0-1,0-1,1 0,-1 0,1-1,0 0,0 0,0-1,0 0,0-1,1 0,-1 0,0-1,1 0,-1-1,0 0,1 0,-1-1,0 0,0-1,0 0,0 0,-1-1,1 0,-1-1,0 0,0 0,-1 0,1-1,-1-1,-1 1,6-6,-9 7,0 1,-1 0,1-1,-1 1,0-1,0 0,-1 1,1-1,-1 0,0 0,0 0,-1 0,1-3,2 45,1-31,1 1,0-1,1-1,-1 1,1-1,0 0,0 0,1-1,0 1,-1-2,1 1,1-1,-1 0,0 0,1-1,-1 0,1 0,0-1,0 0,0 0,-1-1,1 0,0-1,2 0,-3 1,1-1,-1 0,0 0,0-1,0 0,0 0,0-1,0 0,-1 0,0-1,1 1,-1-1,0-1,-1 1,1-1,-1 0,0 0,0-1,0 1,-1-1,0 0,0 0,0-1,40-70,-35 102,-9-14,0 0,0-1,1 1,0 0,0-1,1 1,0-1,1 0,0 0,1 0,0 0,1 0,0-1,0 0,1 0,1 1,20 2,-15-13</inkml:trace>
  <inkml:trace contextRef="#ctx0" brushRef="#br0" timeOffset="117776.249">21645 2547,'-3'7,"7"6,3 2</inkml:trace>
  <inkml:trace contextRef="#ctx0" brushRef="#br0" timeOffset="104513.515">16832 849,'-14'-2,"0"1,0 1,-1 0,1 1,0 0,0 1,0 1,0 0,0 1,0 0,1 1,0 1,0 0,0 1,1 0,0 1,1 0,-1 1,1 0,1 1,0 0,-2 3,10-11,0-1,1 1,-1 0,0 0,1 0,-1 0,1 0,-1 0,1 0,0 1,0-1,0 0,0 1,1-1,-1 1,1-1,-1 1,1-1,0 1,0-1,0 1,0-1,0 1,1-1,-1 1,1-1,0 1,-1-1,1 1,0-1,0 0,1 0,-1 1,0-1,1 0,0 0,-1 0,1-1,0 1,1 1,6-1,1-1,-1 0,0-1,1 0,-1 0,1-1,-1 0,0-1,0 0,0-1,0 1,0-2,0 1,-1-1,0 0,3-3,6-1,-1-1,0 0,-1-1,0-1,0 0,-1-1,-1-1,0 0,-1-1,11-14,-22 26,1 0,-1 0,1 0,-1 0,0-1,0 1,0 0,0 0,0-1,-1 1,1-1,-1 1,1 0,-1-1,0 1,0-1,0-2,-7 20,6-4,-1 1,1-1,1 1,0-1,0 1,1-1,1 0,0 1,3 8,-4-16,0-1,0 1,0-1,0 1,1-1,-1 0,1 1,0-1,0 0,0 0,1 0,-1-1,1 1,0 0,-1-1,1 0,0 0,0 0,1 0,-1 0,0 0,1-1,-1 0,1 1,-1-1,1-1,-1 1,1 0,0-1,-1 0,1 0,0 0,4-2,-1-1,0 0,0-1,0 0,0 0,-1 0,1-1,-1 0,0 0,-1 0,1-1,-1 0,0 0,-1 0,1-1,-1 1,0-1,-1 0,0 0,0-1,0 1,-1-1,0 1,0-4,7-24,-2 0,-1 0,-1 0,-2-1,-2-2,-1 36,0 1,0 0,0-1,0 1,0 0,0-1,0 1,0 0,1-1,-1 1,0 0,1-1,-1 1,1 0,0 0,-1 0,1 0,0 0,0-1,0 1,-1 0,1 1,0-1,0 0,0 0,1 0,-1 0,0 1,0-1,0 1,1-1,-1 1,0-1,0 1,1 0,-1-1,0 1,1 0,-1 0,0 0,1 0,0 1,17 0,0 1,0 1,0 1,0 1,-1 1,0 0,0 1,5 4,-17-9,-1 2,1-1,-1 0,1 1,-1 0,0 0,0 1,-1-1,0 1,1 0,-2 0,1 1,0-1,-1 1,0-1,-1 1,1 0,-1 0,0 1,0-1,-1 0,0 1,0-1,-1 1,1-1,-2 6,-28 128,28-138,0-1,1 0,-1 1,0-1,1 0,0 1,-1-1,1 1,0-1,0 1,0-1,-1 1,2-1,-1 1,0-1,0 1,0-1,1 1,-1-1,1 1,-1-1,1 0,0 1,-1-1,1 0,0 1,0-1,0 0,0 0,0 0,0 0,0 0,0 0,1 0,-1 0,0-1,1 1,-1 0,0-1,1 1,-1-1,1 1,-1-1,0 0,1 1,-1-1,1 0,0 0,13-3,0 0,0 0,-1-2,0 0,1 0,-2-1,1-1,-1 0,0-1,0-1,-1 0,0 0,0-2,4-1,1-1,-2 0,1-1,-2-1,0 0,-1-1,-1 0,0-1,3-8,-14 12,-14 25,11-8,0-1,0 1,0 0,0 0,1 0,0 0,0 0,0 0,0 0,1 0,-1 0,1 0,0 1,0-1,1 0,-1 0,1 0,0 0,0 0,1 0,-1 0,1 0,0 0,0 0,0-1,0 1,0-1,1 1,0-1,0 0,0 0,0 0,0-1,0 1,1-1,-1 0,4 2,9 3,-1 0,2-1,-1 0,1-2,0 0,12 1,44 6</inkml:trace>
  <inkml:trace contextRef="#ctx0" brushRef="#br0" timeOffset="110266.632">16551 2012,'-1'-5,"-1"0,0 0,-1 0,0 0,1 1,-1-1,-1 1,1 0,-1 0,1 0,-1 0,0 0,-1 1,1 0,-1 0,1 0,-1 0,0 1,0 0,0 0,0 0,0 1,-1 0,1-1,0 2,-1-1,1 1,-1 0,1 0,0 0,-1 1,0 0,0 1,0 1,0 0,0 0,1 1,-1 0,1 0,0 0,0 1,1-1,-1 1,1 0,0 0,0 1,1-1,-1 1,1 0,0 0,1 0,0 0,-1 3,1-5,1 0,0 0,-1 1,2-1,-1 0,0 0,1 0,0 1,0-1,0 0,0 1,1-1,-1 0,1 0,1 0,-1 0,0 0,1 0,0 0,0 0,0 0,0-1,1 1,-1-1,1 1,0-1,0 0,0 0,0-1,1 1,2 1,-1-2,0 0,0 0,1 0,-1-1,1 0,-1 0,1 0,0-1,-1 0,1 0,0 0,-1-1,1 0,-1 0,1 0,-1-1,1 0,-1 0,0 0,4-3,94-66,-89 57,0 0,-2-1,0 0,-1-1,0 0,-1-1,-1 0,-1-1,0 0,-2 0,0 0,0-1,-2 0,-1 0,0 0,-1-1,-1 1,-1 0,-1-1,0 1,-2 0,0-1,-3-8,-20-26,25 53,1 1,-1-1,1 1,-1 0,0 0,1-1,-1 1,0 0,1 0,-1 0,0 0,1-1,-1 1,0 0,1 0,-1 1,0-1,1 0,-1 0,0 0,1 0,-1 0,0 1,1-1,-1 0,1 1,-1-1,1 0,-1 1,0-1,1 1,-1-1,1 1,0-1,-1 1,1-1,-1 1,1-1,0 1,-1 0,1-1,0 1,0-1,0 1,-1 0,1-1,0 1,0 0,-7 19,1 0,0 0,1 0,2 1,0 0,1-1,1 1,1 5,0-6,0 0,1 0,0 0,2 0,1-1,0 1,2-1,0 0,5 10,-8-22,1 1,0-1,0 0,1 0,-1 0,2 0,-1-1,1 0,0 0,0-1,0 0,1 0,0 0,0 0,0-1,1-1,0 1,-1-1,1 0,0-1,0 0,0 0,8 0,-6-2,-1 0,1 0,-1-1,0 0,1-1,-1 0,0-1,0 0,0 0,-1-1,1 0,-1 0,0-1,0 0,0 0,-1-1,1 0,-1-1,-1 1,0-1,3-4,0 0,0-1,-1 0,0 0,-1-1,-1 0,0 0,0 0,-2-1,0 0,0 0,-1 0,-1 0,1-11,-9-6,5 30,1 1,0-1,-1 1,1 0,0-1,-1 1,1 0,-1-1,1 1,-1 0,1 0,-1-1,1 1,-1 0,1 0,-1 0,1 0,-1 0,1 0,-1 0,0 0,1 0,-1 0,1 0,-1 0,1 0,-1 0,1 0,-1 0,1 1,-1-1,1 0,-1 0,1 1,-1-1,1 0,0 1,-1-1,1 1,-1-1,1 0,0 1,-1-1,1 1,0-1,0 1,-1-1,1 1,0-1,0 1,0-1,0 1,0-1,-1 1,-2 5,-1 0,1 0,0 0,0 1,1-1,0 1,0 0,0 0,1-1,0 1,1 0,-1 0,1 0,1 0,-1 0,1 0,0 0,1 0,0 0,0-1,0 1,1-1,0 1,0-1,0 0,1 0,0 0,0-1,1 1,0-1,0 0,0-1,0 1,6 3,4 1,1 0,0-1,0 0,1-2,0 0,0 0,1-2,54 13</inkml:trace>
  <inkml:trace contextRef="#ctx0" brushRef="#br0" timeOffset="111865.055">18450 1838,'-6'-2,"0"0,0 0,0 0,-1 0,1 1,-1 0,1 1,-1 0,1-1,-1 2,1-1,-1 1,1 0,-1 1,1-1,0 1,-1 1,1-1,0 1,1 0,-1 0,0 1,1-1,-4 5,4-5,1 1,0 0,0 0,1 0,-1 1,1 0,0-1,0 1,0 0,1 0,0 1,0-1,0 0,0 1,1-1,0 1,0 0,1-1,0 1,0 0,0-1,0 1,1 0,0-1,0 1,1-1,-1 1,1-1,0 0,1 1,-1-1,1 0,0-1,0 1,1 0,-1-1,1 0,0 0,0 0,1 0,0-1,9 3,1-1,0-1,0-1,0 0,1-1,-1-1,1 0,-1-1,1-1,-1 0,0-1,1-1,-1 0,0-1,0 0,-1-2,1 0,-1 0,-1-1,1-1,1-1,84-71,-98 80,0 0,0 0,-1 0,1 0,0 0,0 0,-1 1,1-1,0 0,0 0,0 1,-1-1,1 0,0 0,-1 1,1-1,0 1,-1-1,1 1,-1-1,1 1,-1-1,1 1,-1 0,1-1,-1 1,1 0,-1-1,0 1,1 0,-1-1,0 1,0 0,1 0,-1 0,0-1,0 1,0 0,0 0,0-1,0 1,0 0,0 0,-1 0,1-1,0 1,0 0,-1-1,1 1,0 0,-1 0,1-1,2 14,-1-11,0 1,0-1,0 1,0-1,1 0,-1 0,1 0,0 0,0 0,0 0,0 0,1-1,-1 1,1-1,0 0,-1 1,1-1,0-1,0 1,0 0,1-1,-1 1,0-1,1 0,-1 0,0 0,1-1,-1 1,1-1,-1 0,1 0,0 0,-1 0,1-1,-1 1,0-1,1 0,-1 0,1 0,-1-1,0 1,0-1,0 1,0-1,0 0,0 0,0-1,-1 1,1-1,-1 1,0-1,1 0,-1 0,0 0,0 0,-1-1,1 1,-1-1,0 0,0 1,0-1,0 0,-1 1,1-1,-1 0,0 0,0 0,-1 0,1 1,-1-1,1 0,-1 0,-1 1,1-1,0 1,-1-1,0 1,1-1,-2 1,1 0,0 0,0 0,-1 0,0 0,1 1,-1-1,0 1,0 0,-1 0,1 0,0 0,-1 0,-1 0,-9-3,-1 1,1 0,0 1,-1 0,0 1,1 1,-9 1,341-21,-316 20,0 1,0-1,0 1,0 0,0-1,0 1,0 0,0 0,0 0,0 1,0-1,0 0,0 1,0-1,0 1,0 0,-1 0,1-1,0 1,0 0,-1 1,1-1,-1 0,1 0,-1 1,1-1,-1 1,0-1,1 1,-1 0,0-1,0 1,0 0,-1 0,1 0,0-1,0 2,-4 58,2-53,0 1,0-1,1 1,0-1,0 1,1 0,0-1,1 1,0 2,-1-9,0 0,-1 0,1 0,0 0,0 0,1-1,-1 1,0 0,0-1,1 1,-1-1,1 0,-1 1,1-1,0 0,-1 0,1 0,0 0,0 0,0 0,0-1,0 1,0 0,0-1,0 0,0 1,0-1,0 0,0 0,0 0,0 0,0-1,0 1,0-1,0 1,1-1,65-36,-60 31,-1-1,0 0,-1 0,0-1,0 1,0-1,-1-1,0 1,-1-1,0 0,0 0,-1 0,0-1,0-4,3 127,-6-110,1-1,0 1,0 0,0-1,0 1,1 0,-1-1,1 0,0 1,-1-1,1 0,0 0,0 0,0 0,1 0,-1 0,0-1,1 1,-1-1,1 0,0 0,-1 1,1-2,0 1,0 0,-1 0,1-1,0 0,0 0,0 1,0-2,-1 1,2 0,3-1,1-1,-1 1,1-1,-1-1,0 1,0-1,0-1,-1 1,1-1,-1 0,1-1,-1 0,2-1,-1 0,-1 0,1-1,-1 0,0 0,-1 0,0-1,0 0,-1 0,1 0,-2 0,1-1,-1 1,-1-1,0 0,0 0,0 0,-1 0,0-5,-2 15,1-1,0 1,0 0,0 0,-1-1,1 1,0 0,-1-1,1 1,0 0,-1-1,1 1,-1 0,1-1,-1 1,0-1,1 1,-1-1,1 1,-1-1,0 0,1 1,-1-1,0 0,0 1,1-1,-1 0,0 0,0 0,1 1,-1-1,0 0,0 0,0 0,1-1,-1 1,0 0,0 0,1 0,-1 0,0-1,0 1,1 0,-1-1,0 1,1-1,-1 1,0 0,1-1,-1 0,1 1,-1-1,1 1,-1-1,1 0,-1 1,1-2,0 7,0-1,1 0,-1 1,1-1,0 0,0 0,1 0,-1 0,1 0,0 0,0 0,0-1,1 1,-1-1,1 0,0 1,0-1,0 0,0-1,1 1,-1 0,3 1,85 40,-38-27</inkml:trace>
  <inkml:trace contextRef="#ctx0" brushRef="#br0" timeOffset="105316.438">18597 942,'-1'-20,"0"0,2 0,1 0,0 0,1 0,2 0,0 0,0 1,2 0,1 1,0-1,2-1,-9 18,1-1,-1 1,1 0,-1 0,1-1,0 1,0 0,0 1,0-1,0 0,0 0,0 1,1-1,-1 1,1 0,-1 0,1 0,-1 0,1 0,0 1,-1-1,1 1,0-1,0 1,-1 0,1 0,0 0,0 1,-1-1,1 1,0-1,-1 1,1 0,-1 0,1 0,-1 0,1 1,-1-1,0 1,1-1,-1 1,7 5,0 0,-1 1,0 0,-1 0,1 1,-1-1,-1 2,0-1,0 1,-1 0,0 0,-1 0,0 1,-1 0,0 0,0 0,0 5,-3-15,0 1,0-1,0 0,1 1,-1-1,-1 0,1 1,0-1,0 0,0 1,-1-1,1 0,0 1,-1-1,1 0,-1 0,0 0,1 1,-1-1,0 0,0 0,0 0,0 0,0 0,0 0,0-1,0 1,0 0,0 0,0-1,0 1,-1 0,1-1,0 0,0 1,-1-1,1 0,0 1,-1-1,1 0,0 0,-1 0,1 0,0 0,-1-1,1 1,0 0,-1-1,1 1,0-1,0 1,-1-1,1 1,0-1,0 0,-1 0,2 0,-1 0,1 0,0 0,-1 0,1 0,0 0,0 0,-1 0,1 0,0 0,0-1,0 1,0 0,1 0,-1 0,0 0,0 0,1 0,-1 0,0 0,1 0,-1 0,1 0,0 0,-1 0,1 0,0 1,-1-1,1 0,0 0,0 1,0-1,-1 0,1 1,0-1,0 1,0-1,0 1,0-1,0 1,0 0,0 0,0-1,1 1,-1 0,0 0,0 0,0 0,90-25,-77 23,0-1,0 0,0-1,0-1,-1 0,0-1,0-1,0 0,0 0,2-4,14-42,-28 52,-1 0,1-1,-1 1,1-1,-1 1,0-1,0 1,0-1,0 1,0-1,0 1,0-1,0 1,-1-1,1 1,0-1,-1 1,1-1,-1 1,0 0,0-1,1 1,-1 0,0 0,0-1,0 1,0 0,0 0,-1 0,1 0,0 0,0 1,-1-1,1 0,0 0,-1 1,0-1,-1 1,-1 1,1 0,0-1,-1 1,1 0,0 1,-1-1,1 0,0 1,0 0,0 0,0 0,0 0,1 0,-1 0,1 1,-1 0,1-1,0 1,0 0,0 0,0 0,1 0,-1 0,1 1,0-1,-1 0,2 1,-1-1,0 1,0 2,0 0,0 1,0-1,1 0,0 1,0-1,0 0,1 0,0 1,1-1,-1 0,1 0,0 0,0 0,1 0,0-1,0 1,0-1,1 0,0 0,0 0,0 0,0 0,1-1,0 0,0 0,0 0,0-1,1 0,-1 0,1 0,0-1,0 1,0-1,0-1,2 1,94 16,-55-17</inkml:trace>
  <inkml:trace contextRef="#ctx0" brushRef="#br0" timeOffset="106240.298">19386 742,'-1'2,"-1"1,1-1,0 1,0 0,1-1,-1 1,0 0,1 0,0-1,-1 1,1 0,0 0,1 0,-1-1,0 1,1 0,0 0,-1-1,1 1,0 0,0-1,1 1,-1-1,0 1,1-1,0 0,-1 1,1-1,0 0,0 0,0-1,0 1,3 1,1 2,0-1,0 0,1-1,0 1,-1-1,1-1,1 1,-1-1,0 0,0-1,1 1,1-2,-4 1,0-1,-1 0,1-1,0 0,0 1,0-1,0-1,-1 1,1-1,-1 0,1 0,-1 0,1 0,-1-1,0 0,0 0,-1 0,1 0,-1-1,1 1,-1-1,0 0,0 0,-1 0,1 0,-1-1,0 1,0-1,0 1,-1-1,1 0,-1-2,10-48,-18 78,6-18,0 0,0 0,0 0,1 0,0 1,0-1,0 0,1 0,-1 0,1 0,0 0,1 0,-1 0,1 0,0 0,0-1,1 1,-1-1,1 1,0-1,0 0,1 0,-1 0,1-1,0 1,0-1,0 0,0 0,1 0,-1-1,1 0,-1 1,1-1,0-1,0 1,0-1,0 0,0 0,0 0,3-1,-1-1,1-1,0 0,-1 0,1-1,-1 0,0 0,0-1,0 0,0 0,0 0,-1-1,0 0,0 0,0-1,-1 0,0 0,0 0,0 0,-1-1,0 0,0 0,-1 0,0 0,1-4,9-24,-12 35,0 0,0 0,0 0,-1 0,1 0,0 0,0 0,0 1,0-1,-1 0,1 0,0 1,0-1,-1 1,1-1,0 1,-1-1,1 1,0-1,-1 1,1-1,-1 1,1 0,-1-1,1 1,-1 0,1 0,-1-1,0 1,0 0,1 0,-1 0,0-1,0 1,0 0,0 1,2 0,2 8,0-1,1 1,1-1,-1-1,1 1,1-1,-1 0,2 0,-1-1,1 0,0 0,0-1,1 0,-1-1,2 1,-1-2,0 1,1-1,0-1,0 0,0 0,0-1,0 0,4-1,-7-2,-1-1,0 0,0 0,0 0,-1-1,1 0,-1 0,1 0,-1-1,0 0,0 0,-1 0,1-1,-1 0,0 1,0-1,0-1,-1 1,0-1,0 1,0-1,-1 0,0 0,0 0,0 0,-1 0,0 0,0-1,0-3,-2 15,0-1,1 1,0-1,0 1,0 0,1-1,0 1,0-1,0 1,0-1,0 0,1 1,0-1,0 0,0 0,1 0,-1 0,1 0,0-1,0 1,0-1,0 0,1 0,-1 0,1 0,0-1,0 1,0-1,4 2,-1-2,0 0,0-1,0 0,0 0,1 0,-1-1,0 0,0 0,0-1,0 0,1 0,-1-1,-1 0,1 0,0-1,0 1,-1-2,0 1,6-4,2-3,0 0,-1 0,-1-1,0-1,-1 0,0 0,0-1,-1-1,4 67,-10-46,1 0,0-1,0 1,1-1,-1 0,1-1,1 1,-1-1,1-1,0 1,0-1,0 0,1 0,-1-1,1 0,0-1,0 1,0-2,0 1,0-1,0 0,0-1,1 0,-1 0,0 0,0-1,0-1,1 0,-1 0,-1 0,7-3,5-7</inkml:trace>
  <inkml:trace contextRef="#ctx0" brushRef="#br0" timeOffset="106523.539">20883 729,'0'9,"0"7,0 9,0 3,0 3,2 0,3-4,4-5,1-7,0-6</inkml:trace>
  <inkml:trace contextRef="#ctx0" brushRef="#br0" timeOffset="106706.05">20897 407,'-7'0,"-2"0</inkml:trace>
  <inkml:trace contextRef="#ctx0" brushRef="#br0" timeOffset="106892.552">21404 113,'-3'-1,"0"0,-1 0,1 0,-1 0,1 0,-1 1,1-1,-1 1,1 0,-1 0,1 0,-1 1,1-1,-1 1,1 0,0 0,-1 0,1 0,0 1,0-1,0 1,0 0,0 0,0 0,0 0,1 1,-1-1,1 1,-1-1,1 1,0 0,0 0,0 0,1 0,-1 0,0 1,-5 16,0 0,1 0,1 0,1 1,1 0,1 0,0 0,2 5,-1-14,-2 157,16 130,-2-110,-10 41,0-206,-2 1,-1-1,-1 0,-1 0,-1 0,-1 0,-1-1,-1 0,-2 0,0-1,-1 0,-1-1,-6 8,-8-4,4-9</inkml:trace>
  <inkml:trace contextRef="#ctx0" brushRef="#br0" timeOffset="107125.928">21110 889,'0'-4,"0"1,0-1,0 0,1 0,-1 0,1 0,0 0,0 0,1 1,-1-1,1 0,-1 1,1-1,0 1,1 0,-1 0,1 0,-1 0,1 0,0 0,0 1,0-1,0 1,0 0,1 0,-1 0,1 0,0 1,-1-1,1 1,0 0,0 0,0 0,210-29,-203 29,-9 0,0 0,0 0,0 0,-1 0,1 1,0-1,0 1,0 0,0-1,0 1,0 0,0 0,0 0,0 0,0 1,0-1,0 0,0 1,0 0,0-1,-1 1,1 0,0 0,0 0,-1 0,1 0,0 0,-1 1,1-1,-1 0,0 1,1-1,-1 1,0 0,0-1,0 1,0 0,0-1,-1 1,1 1,0 49,-3-46,1 0,1 1,-1 0,1-1,0 1,1-1,0 1,0-1,0 1,0-1,1 0,0 0,1 1,-1-1,1-1,0 1,1 0,0-1,-1 0,2 1,-1-2,0 1,4 2,11 4</inkml:trace>
  <inkml:trace contextRef="#ctx0" brushRef="#br0" timeOffset="107296.537">21618 568,'-13'7,"-3"4,6 5,5 0</inkml:trace>
  <inkml:trace contextRef="#ctx0" brushRef="#br0" timeOffset="107545.657">21912 809,'-11'-5,"-11"-1,-8 1,-9 2,-1 7,0 8,9 5,8 8,11 3,16 4,20 2,18-4,16-6,-1-8</inkml:trace>
  <inkml:trace contextRef="#ctx0" brushRef="#br0" timeOffset="108523.845">22247 916,'-4'-1,"-3"-2,-1 0,1 1,-1 0,0 0,0 1,0 0,0 1,0 0,0 0,0 0,1 1,-1 0,0 1,-4 1,11-2,-1-1,1 1,0-1,0 1,0 0,0 0,0-1,0 1,0 0,1 0,-1 0,0 0,0 0,1 0,-1 0,0 0,1 0,-1 1,1-1,0 0,-1 0,1 1,0-1,0 0,0 0,0 1,0-1,0 0,0 0,0 1,0-1,1 0,-1 0,0 0,1 1,-1-1,1 0,-1 0,1 0,0 0,-1 0,1 0,0 0,0 0,0 0,0 0,0 0,47 42,-44-40,-1 1,1-1,0-1,0 1,0 0,1-1,-1 0,1 0,-1 0,1-1,-1 1,1-1,0 0,0-1,0 1,-1-1,1 0,0 0,0 0,0-1,0 0,-1 0,1 0,0 0,-1-1,1 1,2-3,31-39,-36 64,-5 67,4-87,0 1,-1-1,1 0,0 1,0-1,0 0,0 0,0 0,0 0,0 0,1 0,-1 0,0-1,1 1,-1 0,0-1,1 1,-1-1,1 1,-1-1,0 1,1-1,-1 0,1 0,-1 0,1 0,-1 0,1 0,-1 0,1-1,-1 1,2-1,47-15,-45 12,1 1,-1-1,0 0,0 0,0 0,-1-1,1 1,-1-1,0 0,-1-1,1 1,-1 0,0-1,0 0,-1 0,0 0,2-5,16-112,-18 110,26-552,2 301,-29 235,-1 29,0 0,0 0,0 0,-1 1,1-1,0 0,0 0,-1 0,1 1,0-1,0 0,-1 0,1 0,0 0,-1 0,1 0,0 0,0 0,-1 0,1 0,0 0,-1 0,1 0,0 0,-1 0,1 0,0 0,0 0,-1 0,1 0,0 0,-1 0,1-1,0 1,0 0,-1 0,1 0,0 0,0-1,0 1,-1 0,1 0,0-1,0 1,0 0,-1 0,1-1,0 1,-7 16,0 0,0 1,2 0,0 0,1 0,0 4,0-2,-11 46,3 0,4 1,2 0,3 1,2-1,4 0,3 1,8 33,-12-84,2-1,0 1,0 0,2-1,0 0,0-1,2 1,7 10,-13-22,1 0,0 0,0 0,0-1,1 0,-1 1,1-1,-1 0,1-1,0 1,0-1,-1 1,1-1,0 0,0-1,0 1,1-1,-1 1,0-1,0-1,0 1,0 0,0-1,0 0,0 0,0 0,0-1,7-1,-1-1,-1 0,1 0,-1-1,1 0,-2-1,1 0,0 0,-1-1,0 0,8-12,-12 14,-9 22,2-8,0 1,0-1,1 1,1 0,0 0,0 0,0 0,2 0,-1 4,1-11,-1 0,1 0,0 1,0-1,0 0,0 0,0 0,1 0,-1 0,1 0,0 0,0-1,0 1,0-1,0 1,1-1,-1 0,1 0,0 0,-1 0,1 0,0-1,0 1,0-1,0 0,0 1,0-2,1 1,1 0,55-4,-35-5</inkml:trace>
  <inkml:trace contextRef="#ctx0" brushRef="#br0" timeOffset="108818.059">22942 716,'-25'-28,"-1"1,-1 1,-1 2,-1 0,-1 2,-2 2,-27-15,-22-15,32 16,1-1,3-3,0-2,0-5,22 12,23 32,0 0,0 1,0-1,0 0,0 0,0 0,0 0,0 0,0 0,1 0,-1 1,0-1,1 0,-1 0,1 0,-1 0,1 1,-1-1,1 0,-1 1,1-1,0 0,-1 1,1-1,0 1,0-1,-1 1,1-1,0 1,0 0,0-1,0 1,-1 0,1 0,0-1,0 1,0 0,0 0,0 0,0 0,0 0,153-8,-120 9,156 10,-104-2</inkml:trace>
  <inkml:trace contextRef="#ctx0" brushRef="#br0" timeOffset="109109.615">22874 929,'9'-8,"0"-1,-1 0,0 0,0-1,-1 0,0 0,-1 0,0-1,-1 0,0 0,1-8,-5 18,-1 0,1 0,-1 0,1 0,-1 0,1 0,-1 0,0 0,0 0,1 0,-1 0,0 0,0 0,0 0,0 0,0 0,0 0,0 0,-1 0,1 0,0 0,-1 0,1 0,0 1,-1-1,1 0,-1 0,0 0,1 0,-1 0,1 1,-1-1,0 0,0 1,1-1,-1 0,0 1,0-1,0 1,0-1,0 1,0 0,0-1,0 1,0 0,0 0,0 0,0-1,0 1,0 0,0 0,0 1,0-1,0 0,0 0,0 0,0 1,0-1,0 0,0 1,1-1,-1 1,0-1,0 1,0-1,0 1,1 0,-1 0,0 0,-6 5,1 0,0 1,0 0,1 0,0 0,0 1,1 0,0 0,0 0,1 0,0 1,0-1,1 1,0 0,0-1,1 1,1 0,-1 0,1 0,1 0,0 0,0 0,1 0,0-1,0 1,3 5,0-3,1-1,1 1,0-1,0 0,1-1,0 1,0-1,1-1,1 0,-1 0,1-1,1 0,-1-1,1 0,0-1,0 0,12 3,29 10</inkml:trace>
  <inkml:trace contextRef="#ctx0" brushRef="#br0" timeOffset="114046.645">20174 1959,'-10'-9,"0"0,-1 1,0 0,-1 1,0 1,0-1,0 2,-1 0,1 0,-1 1,-1 1,1 0,0 1,-9 0,19 2,-1 1,1-1,-1 1,1 0,0 0,-1 0,1 0,0 0,0 1,-1 0,1 0,0 0,1 0,-1 0,0 0,1 1,-1-1,1 1,0 0,0-1,0 1,0 0,0 1,0-1,1 0,0 0,0 1,0-1,0 0,0 1,1-1,-1 1,1-1,0 1,0-1,0 1,1 0,-1-1,1 0,0 1,0-1,0 1,0-1,0 0,1 0,0 0,0 1,-1-2,2 1,-1 0,0 0,5 2,0-1,0 0,0 0,0 0,0-1,1 0,0 0,-1-1,1 0,0-1,0 1,0-2,0 1,0-1,0 0,1-1,-1 0,0 0,0 0,-1-1,1-1,0 1,-1-1,1 0,-1-1,0 0,0 0,0-1,-1 1,1-2,-1 1,0-1,-1 1,0-1,1-1,-2 1,1-1,-1 0,2-4,5-65,-12 144,2-62,1 0,-1 0,1-1,0 1,1 0,-1-1,1 0,0 0,0 1,1-2,0 1,0 0,0-1,0 0,0 0,1 0,0 0,0-1,0 0,0 0,1 0,-1 0,1-1,-1 0,1 0,0-1,0 0,0 0,0 0,0 0,0-1,0 0,0-1,0 1,0-1,0 0,0-1,0 1,-1-1,1 0,0-1,-1 1,0-1,0 0,2-1,-1-2,0 0,0 0,-1 0,0-1,0 1,-1-1,0-1,0 1,0 0,-1-1,0 0,-1 0,1 0,-2 0,1 0,-1 0,0 0,-1-6,0 21,-1-1,1 1,0-1,0 0,1 1,0-1,0 0,0 0,0 0,1 0,0 0,1 0,-1 0,1-1,2 4,1-4,0 1,1-1,0 0,0 0,0 0,0-1,1-1,0 1,0-1,0 0,0-1,0 0,0 0,1-1,-1 0,0 0,1-1,-1 0,1-1,-1 0,1 0,-1-1,6-1,-7-1,-1 1,0-1,0-1,0 1,0-1,-1 0,1 0,-1 0,-1-1,1 0,-1 0,0 0,0-1,-1 1,0-1,0 0,-1 1,1-1,-1-1,3-4,-5 12,0-1,0 1,0 0,0-1,0 1,0 0,0-1,0 1,0 0,0 0,0-1,0 1,0 0,0-1,1 1,-1 0,0 0,0-1,0 1,1 0,-1 0,0-1,0 1,0 0,1 0,-1 0,0 0,1-1,-1 1,0 0,0 0,1 0,-1 0,0 0,1 0,-1 0,0 0,1 0,-1 0,0 0,0 0,1 0,-1 0,0 0,1 0,-1 0,0 0,1 0,-1 0,0 1,0-1,1 0,-1 0,0 0,0 0,1 1,-1-1,0 0,0 0,0 1,1-1,-1 0,0 0,0 1,0-1,0 0,0 1,1-1,11 29,-7-15,1-6,0 1,0-2,1 1,0-1,0 0,1 0,0-1,0 0,0 0,1-1,0 0,0-1,0 0,0 0,1-1,0 0,-1-1,8 1,29 7</inkml:trace>
  <inkml:trace contextRef="#ctx0" brushRef="#br0" timeOffset="114262.068">21471 1959,'-14'-6,"0"1,0 0,0 2,0-1,-1 2,1 0,-1 1,0 0,10 1,0 0,0 0,1 0,-1 0,0 1,0 0,1 0,-1 0,1 1,-1 0,1-1,0 1,-1 1,1-1,0 1,0 0,1 0,-1 0,1 0,-1 0,1 1,0 0,0-1,0 1,1 0,-1 1,3-4,-1 0,1 1,0-1,-1 0,1 0,0 0,0 1,0-1,0 0,0 0,0 1,0-1,0 0,0 0,1 0,-1 1,0-1,1 0,-1 0,1 0,0 0,-1 0,1 0,0 0,-1 0,1 0,0 0,0 0,0 0,0 0,0-1,0 1,0 0,0-1,0 1,0-1,0 1,1-1,-1 0,0 1,0-1,0 0,1 0,-1 0,59 8,-48-8,0-1,-1 0,1-1,0 0,0-1,-1 0,1 0,-1-2,0 1,0-1,-1-1,1 0,-1 0,-1-1,1-1,-1 1,0-1,-1-1,0 0,0 0,-1-1,0 1,-1-2,0 1,2-16,0 1,-2-2,-1 1,-2-1,0 0,-2 1,0-1,-3-17,1 23,2-4,-1 14,1-1,-2 1,1-1,-2 0,0 1,0-1,-1 1,-2-8,4 18,1 0,0 0,-1 0,1 0,-1 0,1 1,-1-1,1 0,-1 0,0 0,1 1,-1-1,0 0,0 1,0-1,1 0,-1 1,0-1,0 1,0-1,0 1,0 0,0-1,0 1,0 0,0 0,0 0,0 0,0 0,0 0,0 0,0 0,0 0,0 0,0 0,0 1,0-1,0 0,0 1,0-1,0 1,1-1,-1 1,0-1,0 1,0 0,1-1,-1 1,0 0,0 0,1-1,-1 1,0 1,-34 48,27-33,1 0,1 0,1 1,0-1,1 1,1 0,1 1,0-1,1 0,2 1,-1-1,2 0,1 1,0-1,1 1,0-5,0-1,0 0,2 0,-1 0,2 0,0-1,0 0,1-1,0 1,1-2,1 1,-1-1,2 0,-1-1,1-1,1 0,-1 0,1-1,13 6,-19-10,-1 0,1 0,0 0,0-1,0 0,0 0,0-1,0 1,1-1,-1-1,0 1,1-1,-1 0,1-1,-1 1,0-1,1-1,-1 1,0-1,0 0,0 0,0-1,0 0,-1 0,1 0,-1-1,0 1,0-1,0-1,-1 1,1-1,-1 0,18-35,-21 45,0 1,1-1,0 0,0 0,1 0,-1 0,1-1,0 1,1 0,-1-1,1 0,-1 0,1 0,0-1,1 1,-1-1,1 0,0 0,-1 0,1-1,0 0,0 1,1-2,-1 1,0-1,1 0,-1 0,1 0,-1-1,1 0,-1 0,1 0,-1-1,1 0,-1 0,0 0,1 0,-1-1,0 0,0 0,0-1,0 0,0 1,-1-1,1-1,-1 1,0-1,0 0,0 1,0-2,-1 1,0 0,0-1,0 0,0 1,1-5,-2 2,0 0,0-1,-1 1,0-1,0 1,-1-1,0 0,0 1,-1-1,-1-6,2 12,-1-1,0 1,0-1,1 1,-1 0,-1 0,1-1,0 1,-1 0,1 0,-1 0,1 0,-1 1,0-1,0 0,0 1,0-1,0 1,0 0,0-1,0 1,-1 0,1 0,0 1,-1-1,1 0,-1 1,1 0,-1-1,1 1,-1 0,1 0,-1 0,-1 1,-2 0,-1 0,0 0,1 0,-1 1,1 0,-1 1,1 0,0-1,0 2,0-1,0 1,1 0,-1 0,1 1,0-1,0 1,1 0,-1 1,1-1,0 1,1 0,0-1,-1 2,2-1,-1 0,1 1,0-1,0 1,1-1,0 1,0 0,0 6,2-9,0-1,0 0,0 0,1 1,-1-1,1 0,-1 0,1-1,0 1,0 0,1-1,-1 1,1-1,-1 1,1-1,-1 0,1 0,0 0,0-1,0 1,0-1,1 0,-1 1,1-1,82 10,-48-14</inkml:trace>
  <inkml:trace contextRef="#ctx0" brushRef="#br0" timeOffset="114263.068">22206 1598,'-2'-7,"-1"0,0 0,-1 0,0 0,0 1,-1-1,1 1,-1 0,0 1,-3-2,7 6,-1 1,0-1,0 1,1 0,-1-1,0 1,1 0,-1 0,0 1,0-1,1 0,-1 0,0 1,1-1,-1 1,1 0,-1-1,0 1,1 0,-1 0,1 0,0 0,-1 0,1 0,0 0,0 1,0-1,0 0,0 1,0-1,0 1,0-1,0 1,0-1,1 1,-1-1,1 1,-1 0,1-1,0 1,0 0,0 0,0-1,0 1,0 0,0 1,-5 28,2 0,1 1,1-1,1 1,2-1,1 1,2-1,1 0,7 19,-12-41,0 1,1 0,1-1,0 1,0-1,0 0,1 0,1 0,0-1,0 1,0-1,1 0,0-1,1 1,0-1,0 0,0-1,1 0,0 0,0-1,7 4,4-4,0-1,1 0,-1-2,1 0,0-1,0-1,-1-1,1 0,0-2,-1 0,19-7,10-6,-10-2</inkml:trace>
  <inkml:trace contextRef="#ctx0" brushRef="#br0" timeOffset="119557.901">16431 3683,'4'-7,"0"1,1-1,0 1,0 1,0-1,1 1,0 0,0 0,0 0,0 1,1 0,-1 1,1-1,6-1,-10 4,1-1,0 1,0 0,0 1,-1-1,1 1,0 0,0 0,0 0,0 0,0 1,0-1,-1 1,1 0,0 0,-1 0,1 1,0 0,-1-1,0 1,1 0,-1 1,0-1,0 0,0 1,0 0,-1 0,1 0,0 1,4 8,0 0,-1 0,-1 0,0 1,-1 0,0 0,-1 1,0-1,-1 0,-1 1,0 0,-1-1,0 8,9 82,-9-101,0-1,0 1,1-1,-1 1,0-1,0 1,1-1,-1 0,1 1,0-1,-1 0,1 1,0-1,0 0,-1 0,1 0,0 0,0 0,0 0,1 0,-1 0,0 0,0 0,0 0,1-1,-1 1,0 0,1-1,-1 1,1-1,-1 0,0 1,1-1,-1 0,1 0,-1 0,1 0,-1 0,1 0,-1-1,0 1,1 0,-1-1,1 1,-1-1,0 1,1-1,-1 0,0 1,0-1,1 0,-1 0,0 0,0-1,20-14,-2-1,0-2,-1 1,-1-2,-1 0,-1-2,-1 1,0-2,4-8,-1 0,-2-1,-1-1,7-28,-17 89,-5-7,7 102,-5-117,1-1,-1 0,1 1,0-1,1 0,-1 0,1 0,0-1,0 1,1-1,-1 1,1-1,0 0,0 0,0-1,1 1,-1-1,1 0,0 0,-1-1,2 1,4 0,0 0,1 0,-1-1,1 0,0-1,-1 0,1-1,0 0,0 0,-1-2,1 1,0-1,-1-1,0 0,1 0,-1-1,0 0,-1-1,1 0,-1 0,0-1,0-1,-1 1,1-1,-2-1,1 1,-1-2,0 1,-1-1,0 1,0-2,-1 1,0-1,3-7,7-66,-15 83,0 0,-1 0,1 0,0 0,0 0,-1 0,1 0,0 0,0 0,0 0,-1 0,1 0,0 0,0 0,-1 0,1-1,0 1,0 0,0 0,-1 0,1 0,0 0,0-1,0 1,0 0,0 0,-1 0,1 0,0-1,0 1,0 0,0 0,-5 25,5-21,0 1,0 0,0 0,1 0,-1-1,1 1,0 0,1-1,-1 1,1-1,0 1,0-1,0 0,1 0,0 0,-1 0,1 0,1 0,-1-1,0 0,1 0,0 0,0 0,0 0,0-1,0 1,0-1,1 0,-1-1,1 1,-1-1,1 0,6 2,0-1,0 0,0 0,0-2,0 1,0-1,0-1,0 0,0-1,0 0,-1 0,1-1,7-3,-10 1,1 1,-1-1,0 0,0-1,0 0,0 0,-1-1,0 1,-1-2,0 1,0-1,0 0,-1 0,0 0,-1-1,0 0,0 0,-1 0,0 0,0-1,-1 1,-1-1,1 1,-2-1,1 0,-1 1,-1-9,-8-7,9 25,-1 0,1-1,-1 1,1 0,-1 0,1 0,0 0,-1 0,1-1,-1 1,1 0,-1 0,1 0,-1 0,1 1,-1-1,1 0,-1 0,1 0,-1 0,1 0,-1 1,1-1,0 0,-1 0,1 0,-1 1,1-1,0 0,-1 1,1-1,0 0,-1 1,1-1,0 1,0-1,-1 0,1 1,0-1,0 1,0-1,0 1,-1-1,1 1,0-1,0 1,0-1,0 1,0-1,0 1,-3 6,-1 1,2 0,-1 0,1 0,0 0,0 0,1 1,1-1,-1 0,1 1,0-1,1 0,0 1,1-1,-1 0,2 0,-1 0,1 0,0 0,1-1,-1 1,1-1,1 0,0 0,0 0,0-1,1 0,0 0,0 0,0-1,1 1,0-2,0 1,0-1,80 18,-44-19</inkml:trace>
  <inkml:trace contextRef="#ctx0" brushRef="#br0" timeOffset="119900.988">18156 3523,'-2'6,"0"0,0 1,0-1,1 1,0-1,0 1,0-1,1 1,0 0,0-1,1 1,0-1,0 1,1-1,0 1,0-1,0 0,1 0,-1 0,2 0,-1 0,1 0,-1-1,2 0,-1 0,0 0,1 0,0-1,0 0,1 0,-1 0,1 0,-1-1,1 0,0 0,1-1,-1 0,3 1,-4-1,1 0,0 0,0-1,0 0,0 0,0 0,0-1,0 1,0-2,0 1,0-1,0 0,0 0,0 0,0-1,0 0,0 0,-1-1,1 1,-1-1,0 0,0-1,0 1,0-1,0 0,-1 0,0-1,0 1,0-1,2-3,1-5,0 0,0 0,-2-1,1 0,-2 0,0-1,0 1,-2-1,0 0,0-4,-1 19,-1-1,0 0,1 1,-1-1,1 0,-1 1,0-1,0 0,1 0,-1 0,0 1,0-1,0 0,0 0,0 0,0 1,0-1,0 0,0 0,0 0,-1 1,1-1,0 0,0 0,-1 1,1-1,0 0,-1 1,1-1,-1 0,1 1,-1-1,1 0,-1 1,0-1,1 1,-1-1,0 1,1 0,-1-1,0 1,1 0,-1-1,0 1,0 0,0 0,1-1,-1 1,0 0,0 0,0 0,1 0,-1 0,0 0,0 1,0-1,1 0,-1 0,0 0,0 1,1-1,-1 0,0 1,1-1,-1 1,0-1,-3 5,0 0,0 0,1 0,0 1,0-1,0 1,0 0,1-1,0 1,0 0,1 1,0-1,0 0,0 0,1 0,0 1,0-1,0 0,1 1,0-1,0 0,0 0,1 0,2 4,2-4,1 0,0-1,0 0,0 0,1-1,-1 0,1 0,0-1,0 0,1 0,-1-1,1 0,-1 0,1-1,-1 0,1-1,0 0,-1 0,1-1,0 0,4-2,7 1,0-2,1 0,-2-1,1-1,-1-1,3-2,11-7</inkml:trace>
  <inkml:trace contextRef="#ctx0" brushRef="#br0" timeOffset="120353.772">18837 3576,'-1'6,"0"-1,0 1,1-1,-1 1,1-1,1 1,-1-1,1 1,0-1,0 0,0 1,1-1,-1 0,1 0,1 0,-1 0,1 0,0 0,0-1,0 1,1-1,-1 0,1 0,0 0,0-1,1 1,-1-1,1 0,0 0,-1-1,1 1,0-1,1 0,1 0,22 3,0 0,0-2,0-2,1 0,-1-2,1-1,4-3,-7 1,-21 2,0 1,0 0,0 0,1 0,-1 1,0 0,0 0,0 1,0-1,1 1,-1 1,5 1,-6 0,0-1,0 0,0 0,0 0,0-1,1 1,-1-1,0 0,1-1,-1 1,1-1,-1 0,1-1,-1 1,1-1,-1 0,0 0,0-1,1 0,-1 0,0 0,0 0,-1-1,1 0,0 0,-1 0,0 0,0-1,0 0,0 0,0 0,-1 0,0 0,2-3,-5 1,0 1,0-1,-1 0,1 0,-1 1,-1-1,1 1,-1-1,0 1,0 0,0 0,-1-1,0 2,0-1,0 0,0 0,-1 1,0 0,0 0,0 0,0 0,-1 1,0 0,1-1,-1 2,-4-3,-1 0,1 0,-1 1,1 0,-1 1,-1 0,1 0,0 1,0 0,-1 1,1 0,-1 1,-3 1,8-1,1 0,0 1,0-1,0 1,0 1,1-1,-1 1,0 0,0 0,1 0,-1 1,1-1,0 1,0 0,0 0,0 1,0-1,1 1,0 0,-1 0,1 0,1 0,-1 1,1-1,-1 1,1 1,1-3,0 0,0 0,0 0,1 0,-1 0,1 0,0 0,0 0,0 0,0 0,0 0,1 0,-1 0,1 0,0 0,0-1,0 1,0 0,1 0,-1-1,1 1,0-1,-1 1,1-1,0 1,0-1,1 0,-1 0,2 0,78 38,-37-30</inkml:trace>
  <inkml:trace contextRef="#ctx0" brushRef="#br0" timeOffset="121753.199">19533 3375,'-78'-90,"77"89,1 0,0 0,-1 0,1 1,-1-1,1 0,-1 0,0 1,1-1,-1 0,0 1,1-1,-1 1,0-1,0 1,1-1,-1 1,0 0,0-1,0 1,0 0,0 0,1-1,-1 1,0 0,0 0,0 0,0 0,0 0,0 0,0 0,0 1,1-1,-1 0,0 0,0 1,0-1,0 1,1-1,-1 1,0-1,0 1,1-1,-1 1,0-1,1 1,-1 0,1-1,-1 1,1 0,-1 0,1 0,-1-1,1 1,-1 1,0 7,1 0,0 0,0 0,0 1,1-1,1 0,-1 0,2 0,-1 0,4 8,-3-7,23 64,2-2,4 0,3-2,26 36,-57-98,-4-7,0 0,0 1,0-1,1 0,-1 0,0 1,1-1,-1 0,1 0,0 0,-1 0,1 0,0 0,-1 0,1 0,0 0,0 0,0 0,0 0,0 0,0-1,0 1,0 0,0-1,0 1,1-1,-1 1,0-1,0 0,0 1,1-1,-1 0,0 0,0 0,1 0,-1 0,0 0,0 0,1 0,-1-1,0 1,0 0,1-1,-1 1,8-12,-1 0,0 0,-1 0,0-1,-1 0,0-1,2-10,-3 13,54-177,-58 185,-2 1,1 0,0 0,0 0,1 0,-1 0,0 0,1 1,-1-1,1 0,-1 0,1 0,0 0,0 1,0-1,0 0,0 1,0-1,1 1,-1-1,0 1,1-1,-1 1,1 0,-1 0,1 0,0 0,-1 0,1 0,0 0,0 1,0-1,0 0,0 1,0 0,-1-1,1 1,0 0,0 0,0 0,0 0,0 1,0-1,1 1,16 6,0 2,-1 0,0 1,-1 1,0 0,-1 2,0 0,-1 0,8 10,-18-16,-1 1,0-1,0 0,0 1,-1 0,-1 0,1 0,-1 0,-1 0,1 0,-1 0,-1 1,0-1,0 0,0 1,-1-1,0 0,-1 0,0 1,0-1,-1-1,-1 3,-5 35,8-42,0 1,0-1,0 1,0 0,1-1,0 1,0 0,0-1,0 1,1 0,-1-1,1 1,0-1,0 1,0-1,0 1,1-1,-1 1,1-1,0 0,0 0,0 0,1 0,-1-1,1 1,-1 0,1-1,0 0,0 1,0-1,1 0,13 3,0 0,0-1,0-1,0-1,0 0,0-1,1-1,-1-1,0 0,0-1,1-1,13-5,-11 4,0-1,-1-1,0-1,0-1,0 0,-1-1,0-1,-1-1,0-1,-1 0,0-1,-1-1,0 0,6-9,-19 21,1-1,-1 1,0-1,0 0,0 0,0 0,0 0,0 0,-1 0,0 0,1 0,-1 0,-1-1,1 1,0-1,-1 1,1 0,-1-1,0 1,-1-1,1 1,0-1,-1 1,0 0,0-1,0 1,0 0,0 0,-1 0,1 0,-1 0,0 0,0-1,-6-1,-1-1,0 1,0 0,0 1,0 0,-1 0,1 1,-1 1,0-1,0 2,0-1,0 1,0 1,0 0,0 0,0 1,-5 1,10-2,0 1,-1 0,1 0,0 1,0-1,0 1,1 0,-1 0,0 1,1-1,-1 1,1 0,0 0,0 1,0-1,0 1,1 0,0 0,-1 0,1 0,1 1,-1-1,1 1,-1-1,1 1,1 0,-1 0,1 0,0 0,0 0,0 1,1-1,0 0,0 0,0 1,0-1,1 0,0 0,0 0,0 0,1 0,1 3,0-3,0 0,0-1,1 1,0-1,0 1,0-1,0 0,0-1,1 1,0-1,0 0,0 0,0 0,0-1,0 0,1 0,-1 0,1 0,0-1,-1 0,1 0,0-1,0 0,0 0,-1 0,1-1,0 1,0-1,-1-1,1 1,-1-1,1 0,-1 0,0-1,0 1,0-1,0 0,0-1,0 1,-1-1,0 0,0 0,0 0,0-1,0 1,-1-1,2-4,17-41,-16 73,-7-17,1-1,0 1,0 0,0 0,1-1,0 1,0 0,0-1,1 1,0-1,0 1,0-1,1 0,0 0,0 0,0 0,1 0,-1-1,1 0,0 1,0-2,1 1,-1 0,1-1,0 0,0 0,0 0,0 0,0-1,2 1,-3-2,0 0,1 0,-1-1,0 1,0-1,0 0,1 0,-1 0,0 0,0-1,0 0,1 0,-1 0,0 0,0-1,0 1,-1-1,1 0,0 0,-1-1,1 1,-1-1,0 1,0-1,0 0,0-1,0 1,1-3,2-3,-1 0,0 0,-1 0,0-1,0 1,-1-1,-1 0,1 0,-1 0,-1-1,0-4,-12-251,11 265,0 0,0 0,0 0,0 0,0-1,0 1,0 0,0 0,0 0,1 0,-1-1,1 1,-1 0,1 0,-1 0,1 0,-1 0,1 0,0 0,0 0,-1 0,1 1,0-1,0 0,0 0,0 1,0-1,0 0,0 1,0-1,0 1,0 0,1-1,-1 1,0 0,0 0,0-1,0 1,1 0,-1 0,0 0,0 0,0 1,0-1,1 0,-1 0,0 1,0-1,0 1,0-1,0 1,0-1,0 1,0 0,0 0,0-1,0 1,0 0,-1 0,1 0,0 0,0 0,13 11,-1 1,0 0,-1 1,0 0,-1 1,-1 0,0 0,-1 1,-1 1,0-1,-1 1,-1 1,-1-1,0 1,-2 0,0 0,-1 1,0-1,-2 6,1-12,-2-9,1 0,-1 0,1 0,0 1,-1-1,2 0,-1 0,0 0,1 0,-1 0,1 0,0 0,0 0,0 0,0 0,1 0,-1 0,1-1,-1 1,1-1,0 1,0-1,0 1,1-1,-1 0,0 0,1 0,0-1,-1 1,1-1,0 1,0-1,0 0,2 1,7-3,1 0,-1 0,0-1,0-1,0 0,0 0,0-2,-1 1,1-1,-1-1,0 0,-1-1,0 0,0 0,0-1,-1-1,0 0,5-2,-1 0,-1-2,0 1,0-1,-1-1,-1 0,0-1,-1 0,-1-1,0 1,-1-1,-1-1,0 1,2-15,-8 30,1-1,-1 1,0 0,0 0,1 0,-1-1,0 1,0 0,0 0,0-1,0 1,-1 0,1 0,0-1,-1 1,1 0,0 0,-1 0,0 0,1-1,-1 1,0 0,1 0,-1 0,0 0,0 1,0-1,0 0,0 0,0 0,0 1,0-1,0 0,0 1,0-1,0 1,-1 0,1-1,0 1,0 0,0 0,-1-1,1 1,0 0,0 0,-1 0,1 1,0-1,0 0,-1 0,1 1,0-1,0 1,0-1,-1 1,1-1,0 1,0 0,0-1,0 1,0 0,0 0,1 0,-1 0,-8 5,1 1,0 0,0 0,1 1,0 0,0 0,1 0,0 1,0 0,1 1,1-1,-1 1,1 0,1 0,0 0,1 0,-1 1,1 5,2-11,0 1,0-1,1 1,0-1,0 1,0-1,0 0,1 0,0 1,0-1,1 0,-1 0,1-1,0 1,0-1,1 1,-1-1,1 0,0 0,0-1,0 1,1-1,-1 0,1 0,1 1,14 6,0 0,0-1,1-1,0-1,15 3,50 10,0-4,41 0,-37-7</inkml:trace>
  <inkml:trace contextRef="#ctx0" brushRef="#br0" timeOffset="124088.889">12354 809,'0'61,"2"0,4-1,2 1,2-1,4 0,1-2,12 23,3-12,4-2,2-1,4-1,2-3,3-1,2-2,3-3,3-2,26 20,710 615,-528-498,7-12,278 137,-295-174,399 205,468 173,-354-205,-105-35,281 83,-367-127,-484-199,-3 3,0 4,-3 4,-3 3,-1 4,59 54,299 250,-407-329,-2 0,-1 2,-2 1,-1 1,-1 1,-2 1,-2 1,3 8,63 137,-25-56,27 84,-31-14,-8 3,-9 2,5 116,-39-283,15 172,-8 145,-4-90,3 99,-30 284,-16-279,-11 203,53 198,11 13,2-481,46 226,-42-354,-2 103,-20-218</inkml:trace>
  <inkml:trace contextRef="#ctx0" brushRef="#br0" timeOffset="125672.221">12434 622,'-2'-13,"0"-1,1 1,1 0,1 0,-1-1,2 1,0 0,1 0,0 0,1 1,0-1,1 1,0 0,1 0,1 0,0 1,0 0,2-1,9-10,2 1,0 1,2 0,0 2,0 0,2 2,0 1,1 0,1 2,0 1,1 1,24-6,21-3,0 3,1 3,0 3,33 1,592-14,-514 21,2446 25,-687 33,-1236-47,773 21,-215 49,-1047-61,-200-16</inkml:trace>
  <inkml:trace contextRef="#ctx0" brushRef="#br0" timeOffset="127501.939">18944 4472,'12'18,"12"13,12 10,8 7,8 5,3 2,-2 2,-5-6,-11-6,-12-8,-9-11</inkml:trace>
  <inkml:trace contextRef="#ctx0" brushRef="#br0" timeOffset="127690.517">19346 4405,'-19'9,"-7"12,-5 12,1 9,2 9,2 5,4 1,3-1,5-4,5-8,4-12</inkml:trace>
  <inkml:trace contextRef="#ctx0" brushRef="#br0" timeOffset="127913.055">19546 4552,'20'0,"19"0,13 0,13 0,3 0,-3 0,-12 0</inkml:trace>
  <inkml:trace contextRef="#ctx0" brushRef="#br0" timeOffset="128171.876">19627 4712,'20'7,"19"2,18 0,13-2,6-4,-3-3,-14-1</inkml:trace>
  <inkml:trace contextRef="#ctx0" brushRef="#br0" timeOffset="128461.616">20161 4686,'2'7,"0"1,1-1,0 0,0 0,1 0,-1-1,1 1,1-1,-1 0,1 0,0 0,1-1,-1 0,1 0,0 0,1-1,-1 0,1 0,-1 0,1-1,0 0,0-1,1 1,-1-1,1-1,-1 1,1-1,-1-1,3 1,-6-2,0 0,0 0,1 0,-2 0,1-1,0 0,0 0,0 0,-1 0,1 0,-1-1,0 0,0 1,0-1,0 0,0-1,0 1,-1 0,0-1,1 0,-1 1,-1-1,1 0,0 0,-1 0,0 0,0-1,1-3,0 0,0-1,-1 1,0-1,0 1,-1 0,0-1,-1 1,0-1,0 1,-1 0,0-1,-1-1,1 6,1 1,-1 0,1-1,-1 1,0 0,-1 0,1 0,0 1,-1-1,0 0,1 1,-1 0,0 0,0 0,0 0,-1 0,1 0,0 1,-1-1,1 1,-1 0,1 0,-1 1,1-1,-1 1,0-1,1 1,-3 1,-4-1,0 1,0 1,1 0,-1 0,1 1,0 0,0 0,0 1,0 1,-2 1,-35 25,7 1</inkml:trace>
  <inkml:trace contextRef="#ctx0" brushRef="#br0" timeOffset="130141.145">21017 4605,'-2'0,"1"0,5 0,12 0,14 0,13 0,13 0,11 2,8 1,-1 0,-3 0,-9-2,-11 0,-14 0</inkml:trace>
  <inkml:trace contextRef="#ctx0" brushRef="#br0" timeOffset="130525.641">21391 4445,'179'52,"-173"-50,8 1,0 1,0 1,-1 0,0 0,0 2,0-1,-1 2,0 0,0 0,-1 1,0 1,6 6,-15-12,0-1,0 1,0-1,-1 1,1 0,-1 0,0-1,0 1,-1 0,1 0,-1 0,0 0,0 0,0 0,0 0,-1 0,1 0,-1 0,0 0,0 0,-1-1,1 1,-1 0,0-1,-2 3,-64 78,-81 24,131-97</inkml:trace>
  <inkml:trace contextRef="#ctx0" brushRef="#br0" timeOffset="130931.069">22046 4498,'-1'46,"0"-2,1-1,2 1,6 22,-8-62,0 0,1 0,-1 0,1 0,0 0,0 0,1-1,-1 1,1 0,0-1,0 1,0-1,0 0,0 1,1-1,0 0,-1 0,1-1,0 1,0-1,1 1,-1-1,0 0,1 0,0-1,-1 1,1-1,0 1,0-1,-1 0,1-1,0 1,0-1,0 1,0-1,0-1,0 1,0 0,0-1,0 0,2 0,1-2,0 0,0-1,0 0,-1 0,1 0,-1-1,0 0,0 0,0 0,-1-1,0 0,0 0,0 0,-1-1,0 1,0-1,-1 0,0-1,0 1,-1 0,2-6,2-13,0-1,-2 1,-1-1,-2 0,0-16,-4-71,9 149,0 115,-6-127</inkml:trace>
  <inkml:trace contextRef="#ctx0" brushRef="#br0" timeOffset="131221.614">22567 4525,'2'19,"-1"12,-1 7,-3 8,0 4,-1 0,1-3,1-5,1-8,1-7,2-8,1-10,0-6</inkml:trace>
  <inkml:trace contextRef="#ctx0" brushRef="#br0" timeOffset="131493.938">22527 4418,'12'-3,"1"1,0 1,-1-1,1 2,0 0,0 0,-1 2,1-1,5 3,-1-2,31 5,0 1,0 3,-1 2,12 6,-1 14,-58-32,1-1,-1 1,0 0,1 0,-1 0,0 0,0 0,0 0,0 0,1 0,-1 0,-1 0,1 0,0 0,0-1,0 1,0 0,-1 0,1 0,0 0,-1 0,1 0,-1 0,1-1,-1 1,1 0,-1 0,1-1,-1 1,0 0,0-1,1 1,-1-1,0 1,0-1,1 1,-1-1,0 1,0-1,0 0,0 0,0 1,-21 9,-1-1,1-1,-1 0,-1-2,1-1,-1-1,-10 0,13 0,-97 13,72-10</inkml:trace>
  <inkml:trace contextRef="#ctx0" brushRef="#br0" timeOffset="132221.987">20067 5314,'7'6,"9"10,11 7,8 5,4 6,0 3,-1 1,-6-3,-5-4,-8-6,-7-6</inkml:trace>
  <inkml:trace contextRef="#ctx0" brushRef="#br0" timeOffset="132512.74">20402 5260,'-16'5,"-10"8,-3 8,2 9,1 5,2 6,3 2,3-1,4-3,5-8</inkml:trace>
  <inkml:trace contextRef="#ctx0" brushRef="#br0" timeOffset="132741.128">20589 5421,'16'4,"14"3,14-2,8 0,4-1,-2 0,-7 0,-10 1,-12 1</inkml:trace>
  <inkml:trace contextRef="#ctx0" brushRef="#br0" timeOffset="132952.582">20723 5555,'16'5,"16"3,15 0,12 0,6 0,-2-2,-11-1</inkml:trace>
  <inkml:trace contextRef="#ctx0" brushRef="#br0" timeOffset="133271.733">21417 5648,'40'-80,"-3"-1,10-42,-40 104,-1 54,-22 368,21-353,-2-33</inkml:trace>
  <inkml:trace contextRef="#ctx0" brushRef="#br0" timeOffset="133464.216">21404 5822,'21'-2,"17"-1,15 0,9 1,3 0,-5 1,-13 0</inkml:trace>
  <inkml:trace contextRef="#ctx0" brushRef="#br0" timeOffset="135266.177">21779 6397,'-9'-6,"3"1,-1 0,0 1,0 0,-1 0,1 0,-1 1,1 0,-1 0,0 1,0 0,-1 0,1 1,0 0,-8 1,14 0,0 1,0-1,0 1,0-1,0 1,1 0,-1 0,0 0,0 0,1 0,-1 1,0-1,1 0,-1 1,1-1,0 1,-1-1,1 1,0 0,0-1,0 1,0 0,1 0,-1 0,0 0,1 0,-1 0,1 0,0 0,-1 0,1 0,0 0,0 0,1 0,-1 0,0 0,1 3,0-1,-1 0,2 0,-1 1,0-1,1 0,0 0,0 0,0-1,1 1,-1 0,1-1,0 0,0 1,0-1,2 1,1 1,0-1,1 0,0-1,-1 0,1 0,0 0,0-1,1 0,-1 0,0-1,1 0,-1 0,1 0,-1-1,1-1,-1 1,1-1,-1 0,1-1,-1 0,0 0,0-1,0 0,0 0,0 0,-1-1,1 0,-1 0,0-1,0 1,-1-1,1-1,-1 1,0-1,-1 0,1 0,-1 0,0-1,-1 0,0 1,0-1,0 0,1-7,-3 11,0 0,0 0,-1-1,1 1,-1 0,0 0,0-1,0 1,0 0,-1 0,1-1,-1 1,0 0,1 0,-2 0,1 0,0 0,-1 0,1 0,-1 0,0 1,0-1,0 0,0 3,1 0,0 0,0 1,0-1,0 1,0-1,0 1,0-1,0 1,0-1,0 1,0 0,0 0,0 0,0-1,0 1,1 0,-1 0,0 0,1 0,-1 0,1 0,-1 0,1 0,-1 1,1-1,0 0,-1 0,1 0,0 0,0 1,0-1,0 0,0 1,-1 5,0-1,0 1,1-1,0 1,0 0,1-1,-1 1,1-1,1 1,-1-1,1 1,1-1,-1 0,1 0,0 0,0 0,0-1,1 1,0-1,0 0,1 0,-1 0,1 0,0-1,0 0,1 0,-1 0,1-1,0 0,0 0,0 0,0-1,1 0,-2 1,0-1,0 0,0 0,0 0,0 0,1-1,-1 0,0-1,1 1,-1-1,1 0,-1 0,0 0,1-1,-1 0,0 0,1 0,-1-1,0 0,0 0,0 0,0 0,-1-1,1 0,0 0,-1 0,0-1,0 1,0-1,0 0,-1 0,1 0,-1-1,0 1,0-2,0-2,0-1,0 0,0-1,-2 1,1 0,-1-1,0 1,-1-1,0-1,0 31,0-14,0 0,0-1,0 1,1 0,0 0,0-1,0 1,1 0,0-1,0 0,1 3,0-3,-1-1,1 0,-1 0,1 0,1-1,-1 1,0-1,1 1,0-1,0 0,0-1,0 1,0-1,0 1,1-1,-1-1,1 1,-1-1,1 1,0-1,0 0,-1-1,1 1,0-1,0 0,0-1,0 1,-1-1,1 0,0 0,0 0,-1 0,1-1,-1 0,1 0,-1 0,0-1,0 1,0-1,0 0,0 0,-1-1,1 1,-1-1,0 1,0-1,1-2,16-74,-13 172,-6-89,0 0,0-1,0 1,1 0,-1-1,0 1,1-1,0 1,-1-1,1 1,0-1,0 0,1 0,-1 0,0-1,1 1,-1 0,1-1,-1 1,1-1,0 0,0 0,-1 0,1 0,0-1,0 1,0-1,0 0,0 1,0-2,2 1,-1 0,1-1,-1 1,0-1,1-1,-1 1,0-1,0 1,0-1,0 0,0-1,0 1,0-1,-1 1,1-1,-1 0,0 0,0-1,0 1,0-1,-1 1,2-3,2-4,0 0,-1 0,0-1,-1 0,0 0,-1 0,0 0,0-2,-4 21,1-1,1 1,-1-1,1 0,1 1,-1-1,1 0,1 0,-1 0,1 0,0 0,1 0,0-1,0 0,0 1,0-2,1 1,0 0,1-1,3 3,32 20,2-5</inkml:trace>
  <inkml:trace contextRef="#ctx0" brushRef="#br0" timeOffset="135762.841">21765 7133,'-5'4,"-1"11,1 12,0 10,2 9,1 4,3 4,2-1,2-5,0-8,0-11</inkml:trace>
  <inkml:trace contextRef="#ctx0" brushRef="#br0" timeOffset="136091.993">21685 7039,'28'27,"-2"1,0 1,-2 1,-2 2,0 0,-3 2,0 0,-2 0,-2 2,-1 0,-2 1,-2 0,2 12,-11-45,0 0,0 0,-1 0,1 0,-1 0,0 0,0 0,0 0,0 0,-1 0,1 0,-1 0,0 0,-1-1,1 1,0 0,-1 0,0-1,0 1,0-1,0 0,-1 1,0-1,1 0,-1-1,0 1,0 0,0-1,-1 1,-11 2,0 0,-1-1,1 0,-1-2,0 0,0 0,0-1,0-1,-10-2,12 2,-1 0,1-1,0-1,0 0,0-1,0 0,0-1,1-1,-8-3,4-3</inkml:trace>
  <inkml:trace contextRef="#ctx0" brushRef="#br0" timeOffset="136946.223">22033 7226,'10'17,"23"169,-26-128,20 99,-27-156,0-1,0 1,0-1,0 1,0-1,0 1,0-1,0 1,0-1,0 1,0-1,0 1,0-1,0 0,1 1,-1-1,0 1,0-1,0 1,1-1,-1 0,0 1,1-1,-1 0,0 1,1-1,-1 0,1 1,-1-1,0 0,1 0,-1 0,1 1,-1-1,1 0,-1 0,1 0,-1 0,1 0,-1 0,0 0,1 0,-1 0,1 0,-1 0,1 0,-1 0,1 0,-1 0,1-1,-1 1,1 0,-1 0,0 0,1-1,14-25,65-204,-79 230,-1 0,0 0,0 1,0-1,0 0,0 0,1 0,-1 1,0-1,0 0,0 0,1 0,-1 0,0 0,0 0,1 0,-1 1,0-1,0 0,1 0,-1 0,0 0,0 0,1 0,-1 0,0 0,0 0,1 0,-1 0,0 0,0-1,0 1,1 0,-1 0,0 0,0 0,1 0,-1 0,0 0,0-1,0 1,0 0,1 0,-1 0,0-1,0 1,0 0,0 0,0 0,1-1,-1 1,0 0,0 0,0-1,0 1,0 0,4 29,-3-20,0 4,0 0,1 0,1 0,0-1,0 1,1-1,1 0,0 0,1 0,0-1,1 0,0 0,1-1,0 0,1 0,3 3,-9-12,-1 1,0-1,1 1,-1-1,1 0,0 0,-1 0,1 0,0-1,-1 1,1-1,0 0,0 1,0-1,-1 0,1-1,0 1,0 0,0-1,-1 0,1 0,0 1,-1-1,1-1,-1 1,1 0,-1-1,0 1,1-1,-1 0,0 0,0 0,0 0,0 0,-1 0,1 0,-1-1,1 1,-1 0,0-1,1 0,-1-1,7-18,-1 0,-1-1,-1 1,0-1,-2 0,-1 0,-1 0,-1 0,-1-7,1 10,-3-180,10 224,-1-7</inkml:trace>
  <inkml:trace contextRef="#ctx0" brushRef="#br0" timeOffset="137211.13">22741 7226,'-7'20,"-2"16,-2 11,-1 7,-1 1,-1-3,3-4,0-10,3-12,1-11</inkml:trace>
  <inkml:trace contextRef="#ctx0" brushRef="#br0" timeOffset="137394.402">22674 7292,'0'21,"5"13,8 8,6 3,7-1,6-5,2-9,0-7,-4-10,-5-5,-6-10,-7-3</inkml:trace>
  <inkml:trace contextRef="#ctx0" brushRef="#br0" timeOffset="137599.849">22928 7292,'5'-18,"1"-13,2-6,0 2,-2 4,0 7,0 10,-2 13,-1 17,-1 17,-1 19,-1 19,0 13,-1 9,1-12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6:52.7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152 481,'-3'-4,"1"1,0-1,0 0,0 0,1 0,-1 0,1 0,0 0,0 0,0 0,1-1,0 1,-1 0,1 0,1-3,-1 2,6-121,-2 102,-2 1,-1-1,0 0,-2 0,-1 0,-1 0,-1 0,-1-2,4 23,1 0,-1 0,0 0,1 0,-1 0,-1 0,1 0,0 0,-1 0,1 1,-1-1,0 1,0-1,0 1,0-1,0 1,0 0,-1 0,1 0,-1 1,0-1,1 1,-1-1,0 1,0 0,0 0,0 0,0 0,0 0,0 1,0 0,0-1,0 1,0 0,-1 1,1-1,0 0,0 1,0 0,0-1,0 1,0 1,0-1,1 0,-1 1,0-1,1 1,-1 0,0 1,1-2,1 0,0 0,0 0,0 1,0-1,0 1,0-1,0 1,0-1,0 1,1 0,-1-1,1 1,-1 0,1-1,0 1,0 0,-1-1,1 1,0 0,1 0,-1-1,0 1,0 0,1 0,-1-1,1 1,-1 0,1-1,0 1,0-1,0 1,0-1,0 1,0-1,0 0,0 1,0-1,1 0,-1 0,0 0,1 0,-1 0,1 0,-1 0,1-1,0 1,-1-1,16 6,0-1,0-1,1-1,-1 0,1-1,0-1,-1-1,1 0,11-3,-8 3,-1-2,1-1,0 0,-1-1,0-2,0 0,0-1,-1-1,0 0,2-3,-5 2,-15 10,0 0,-1 0,1 0,0 0,-1 1,1-1,-1 0,1 0,-1 1,0-1,1 0,-1 1,0-1,0 1,0-1,0 0,0 1,0-1,-1 0,1 1,0-1,-1 0,1 1,-1-1,1 0,-1 0,0 1,0 4,-2 41,2 0,2-1,2 1,2 0,3-1,1 0,5 8,3 32,5 29,-5 0,-4 11,-10-90,-3 0,-1 0,-1 0,-2-1,-2 1,-1-1,-1 0,-13 32,15-54,0 0,0-1,-1 0,-1 0,0 0,0-1,-1 0,-1-1,-2 3,9-10,0 0,0-1,0 1,0-1,-1 0,1 0,-1 0,0 0,1 0,-1-1,0 1,0-1,0 0,0-1,0 1,0-1,0 1,0-1,0 0,0-1,0 1,0-1,0 0,0 0,0 0,0 0,0-1,0 1,1-1,-1 0,1 0,-1-1,0 0,-9-10,1-1,1-1,0 0,0 0,2-1,0-1,1 1,0-1,2-1,0 1,1-1,0 0,-1-17,-2 3,2-1,1 0,1-1,2 1,1-1,3-22,-1 44,0 1,1-1,1 1,0-1,0 1,1 0,0 0,1 1,1-1,-1 1,2 0,-1 0,1 1,1 0,0 0,0 1,0 0,1 0,0 1,9-4,0 1,0 2,1 1,0 0,0 1,1 1,0 1,0 1,0 1,0 0,0 2,0 0,0 1,0 1,8 2,-21-3,0 0,0 0,0 0,-1 1,1 0,0 0,-1 1,0 0,1 0,-1 0,0 1,-1 0,1 0,-1 0,0 1,0 0,0 0,0 0,-1 1,0-1,0 1,-1 0,1 0,-1 0,2 7,0 30,-6-40,1 0,-1 0,1 0,0 0,0 1,0-1,0 0,0 0,1 0,0 0,-1 0,1 0,0 0,0 0,1 0,-1 0,1 0,-1-1,1 1,0 0,0-1,0 0,0 1,1-1,-1 0,0 0,1 0,0 0,-1-1,1 1,0-1,0 0,0 0,0 0,0 0,0 0,1 0,3-1,0-1,-1 1,1-1,0 0,-1-1,1 1,0-1,-1-1,0 1,0-1,0 0,0-1,0 0,0 1,-1-2,0 1,0-1,0 1,-1-1,1-1,-1 1,0-1,0 1,-1-1,0 0,0 0,-1-1,1 1,-1 0,0-1,-1 0,0 1,1-8,-2 11,0-1,-1 1,1-1,0 1,-1-1,0 1,0 0,0-1,0 1,-1 0,1 0,-1 0,0 0,0 0,0 0,0 0,0 1,-1-1,1 1,-1 0,0-1,1 1,-1 0,0 1,0-1,0 0,-1 1,1 0,0 0,-3-1,-2 0,0 0,0 1,0-1,0 2,0-1,0 1,0 1,-1-1,1 1,0 1,0 0,1 0,-1 0,1 1,0-1,1 1,-1 0,1 1,0 0,0 0,0 0,1 1,-1-1,1 1,0 1,1-1,-1 1,1 0,0 0,0 0,1 0,0 1,0-1,1 1,-1 0,1 0,1 0,-2 25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6:50.4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102 520,'0'14,"0"18,0 21,0 23,0 17,-3 12,1 7,-1 0,0-7,2-13,0-15,0-16,1-23,0-18</inkml:trace>
  <inkml:trace contextRef="#ctx0" brushRef="#br0" timeOffset="486.862">48 1056,'-43'-377,"43"376,-1-1,0 0,1-1,-1 1,1 0,-1 0,1 0,0-1,-1 1,1 0,0 0,1-1,-1 1,0 0,1 0,-1 0,1-1,-1 1,1 0,0 0,0 0,0 0,0 0,1 0,-1 1,0-1,1 0,0 0,-1 1,1-1,0 1,-1 0,1-1,0 1,0 0,0 0,0 0,0 1,2-2,6 4,0 0,0 0,0 1,0 0,0 1,-1 0,0 0,0 1,0 0,8 7,0-2,-8-5,17 10,0 1,-1 0,0 2,-2 1,0 1,3 6,-24-25,0 1,0-1,0 1,0 0,-1 0,1 0,-1 0,1 0,-1 0,0 0,0 0,0 0,0 1,0-1,0 0,-1 1,1-1,-1 1,1-1,-1 1,0-1,0 0,0 1,-1-1,1 1,0-1,-1 1,0-1,1 0,-1 1,0-1,0 0,-1 0,1 1,-6 1,1 1,-1-2,0 1,0-1,0 0,-1 0,1-1,-1 0,1 0,-1-1,0 0,1 0,-1-1,0 0,0 0,0-1,0 0,6 1,0 0,0 0,0 0,0 0,0 0,-1-1,1 1,0-1,0 0,0 1,0-1,0 0,1 0,-1 0,0 0,0-1,0 1,1 0,-1-1,1 1,-1-1,1 0,0 1,0-1,-1 0,1 0,0 0,0 0,1 1,-1-1,0-1,1 1,-1 0,1 0,0-1,2-5,1 0,0 0,0 1,1 0,0-1,1 2,-1-1,1 0,1 1,-1 0,1 0,0 0,4-2,4-5,22-22,-1-1,-2-2,-1-1,-2-2,-3-1,0-1,7-22,-23 44,-2-1,-1-1,0 0,-2 0,0 0,-2-1,-1 0,-1 0,0 0,-2 0,-1 1,-1-1,-2-8,4 29,-1-1,1 1,-1-1,0 1,0-1,0 1,0 0,-1 0,1-1,-1 1,0 0,0 0,0 1,0-1,0 0,-1 1,1-1,-1 1,0 0,0 0,0 0,0 0,0 0,0 1,0-1,0 1,-1 0,1 0,-1 0,1 0,-1 1,1-1,-1 1,1 0,-1 0,1 1,-1-1,1 0,-1 1,1 0,0 0,-1 0,1 0,0 1,-2 0,-3 7,1-1,0 1,0 1,1-1,0 1,1 0,0 1,1-1,0 1,0 0,1 0,1 0,0 0,0 0,1 1,1-1,0 1,1 8,0 21,1 0,2 1,2-2,2 1,2-1,1 0,6 9,22 51,4-1,14 15,-19-48,-27-51</inkml:trace>
  <inkml:trace contextRef="#ctx0" brushRef="#br0" timeOffset="764.778">155 320,'25'2,"27"3,24 6,23 2,12 2,3 3,-17-2</inkml:trace>
  <inkml:trace contextRef="#ctx0" brushRef="#br0" timeOffset="1073.925">904 721,'20'10,"0"0,-1 2,0 0,-1 1,0 1,10 11,-23-20,-1-1,0 1,0-1,0 1,-1 0,0 1,0-1,0 0,-1 1,0 0,0 0,0-1,0 1,-1 0,0 0,-1 1,1-1,-1 0,0 0,-1 0,1 0,-1 0,0 0,-1 0,0 0,-1 2,4-7,-1 0,0-1,0 1,0-1,0 1,0 0,0-1,0 1,0-1,0 1,0 0,0-1,0 1,0-1,-1 1,1 0,0-1,0 1,-1-1,1 1,0-1,-1 1,1-1,0 1,-1-1,1 0,-1 1,1-1,-1 1,1-1,-1 0,1 0,-1 1,1-1,-1 0,0 0,1 1,-1-1,1 0,-1 0,1 0,-1 0,0 0,1 0,-1 0,0 0,1 0,-1 0,1-1,-1 1,1 0,-1 0,0 0,1-1,-1 1,1 0,-1-1,1 1,-1 0,1-1,0 1,-1-1,-1-9,0-1,0 1,1-1,1 0,0 0,0 1,1-1,1-6,1-14,5-214,-8 244,0-1,0 1,0-1,0 0,1 1,-1-1,1 1,-1-1,1 1,-1-1,1 1,0-1,0 1,0-1,0 1,0 0,0 0,0 0,0-1,1 1,-1 0,0 0,1 1,-1-1,0 0,1 0,-1 1,1-1,0 1,-1-1,1 1,1-1,58 2,-40 1,223 7,-155-9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6:36.3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308 1404</inkml:trace>
  <inkml:trace contextRef="#ctx0" brushRef="#br0" timeOffset="4401.534">2835 548,'-10'-1,"-1"-1,1 1,-1 0,0 1,1 1,-1 0,1 0,-1 1,1 0,0 0,0 1,0 1,0 0,0 0,1 1,0 0,0 1,-3 2,3-1,1 0,0 1,0 0,0 0,1 1,1 0,0 0,0 0,0 1,1 0,1 0,0 0,0 1,1-1,0 1,1 0,-1 7,3-16,0 0,0 0,0-1,0 1,0 0,0-1,0 1,1 0,-1-1,1 1,-1 0,1-1,0 1,0-1,0 1,-1-1,1 1,1-1,-1 0,0 1,0-1,0 0,1 0,-1 0,0 0,1 0,-1 0,1 0,-1-1,1 1,0 0,-1-1,1 1,0-1,-1 0,1 0,0 1,0-1,3 0,1-1,-1 1,0-1,0 0,0 0,0 0,0-1,-1 0,1 0,0 0,-1 0,3-2,6-6,-1 0,0 0,0-1,-1-1,0 0,-1 0,-1-1,0-1,-1 1,0-1,-1-1,2-7,4-10,-2 0,-2-1,-1 0,-1 0,0-15,-3 13,-1-1,-1 1,-2-1,-2 1,-1 0,-6-27,-3 35,12 27,-1 0,1 0,-1-1,1 1,-1 0,1 0,-1 0,1 0,-1 0,0-1,1 1,-1 0,1 0,-1 0,1 1,-1-1,1 0,-1 0,0 0,1 0,-1 0,1 1,-1-1,1 0,-1 0,1 1,0-1,-1 0,1 1,-1-1,1 1,0-1,-1 0,1 1,0-1,-1 1,1-1,0 1,0-1,-1 1,1-1,0 1,0-1,0 1,0-1,0 1,0 0,0 0,-10 25,1 0,2 1,0 1,2-1,1 1,2 0,0 6,1-26,-3 32,1 0,2-1,2 1,2 0,1-1,2 0,2 0,1 0,5 10,-11-41,0 0,0-1,1 1,0 0,0-1,0 0,1 0,0 0,1-1,-1 0,1 0,1 0,-1-1,1 1,0-2,0 1,0-1,1 0,-1 0,1-1,0 0,0-1,0 0,1 0,-1 0,0-1,1 0,2-1,2-2,-1-1,1 0,-1-1,0-1,0 0,0 0,0-1,-1-1,0 0,-1 0,1-1,-1-1,-1 1,0-2,0 1,-1-1,0 0,0-1,-1 0,-1 0,0-1,-1 1,0-1,0-1,-1 1,-1-1,0 1,0-10,-2 20,0 1,0-1,-1 0,1 0,0 1,-1-1,0 0,1 0,-1 0,0 0,0 0,0 0,0 1,-1-1,1 0,0 0,-1 0,1 0,-1 0,0 1,1-1,-1 0,0 1,0-1,0 0,0 1,-1-1,1 1,0 0,-1-1,1 1,0 0,-1 0,0 0,1 0,-1 0,0 0,1 0,-1 1,0-1,0 1,0-1,0 1,1 0,-1-1,0 1,0 0,0 0,0 0,0 1,0-1,-1 1,-5 4,0 1,0 0,0 1,1 0,0 0,0 0,1 1,0 0,0 0,1 1,0 0,1 0,0 0,0 0,1 0,-3 11,5-16,0 0,0 1,0-1,0 1,1-1,-1 1,1-1,0 1,1-1,-1 1,1-1,0 1,0-1,0 1,1-1,0 0,-1 0,1 0,1 0,-1 0,1 0,-1-1,1 1,0-1,0 1,1-1,-1 0,1-1,-1 1,3 1,14 5,0-1,0-1,0 0,1-2,0 0,0-2,0 0,0-1,1-1,-1-2,4 0,-23 1,101-1</inkml:trace>
  <inkml:trace contextRef="#ctx0" brushRef="#br0" timeOffset="7305.604">294 2287,'-7'-5,"-1"2,0-1,-1 1,1 0,-1 1,1 0,-1 0,1 1,-1 0,0 1,0 0,0 0,1 1,-1 0,0 0,1 1,-1 0,1 1,-1 0,1 0,0 1,0 0,1 0,-1 1,-5 4,6-3,0 1,1 0,0 0,0 0,0 1,1 0,0 0,1 0,0 1,0-1,0 5,2-9,1 0,0 0,0 0,0 0,0 0,1 0,0 0,0 1,0-1,0 0,1 0,-1 0,1 0,0 0,0 0,1 0,-1 0,1 0,0 0,0-1,0 1,0-1,1 0,-1 1,1-1,2 1,0 1,1-1,0-1,0 1,0-1,0 0,1 0,-1-1,1 0,0 0,0 0,0-1,0 0,0-1,0 1,0-1,0-1,0 1,0-1,0 0,-1-1,1 0,0 0,-1 0,6-3,-3 1,-1 0,1 0,0-1,-1 0,0-1,0 0,-1 0,1 0,-1-1,-1 0,0-1,1 1,-2-1,0 0,0-1,0 1,2-7,-5 9,1 0,-1 0,0 0,-1 0,0 0,0-1,0 1,0 0,-1-1,0 1,-1 0,1-1,-1 1,0 0,-1 0,0-1,0 1,0 0,0 1,-3-4,4 8,1 1,-1-1,1 1,-1 0,0 0,1-1,-1 1,0 0,1 0,-1 0,0 0,0 0,1 0,-1 0,0 0,1 0,-1 0,0 0,1 0,-1 0,0 0,1 1,-1-1,0 0,1 1,-1-1,1 0,-1 1,0-1,1 1,-1-1,1 1,-1-1,1 1,0-1,-1 1,1-1,-1 1,1 0,0-1,0 1,-1 0,1-1,0 1,0 0,0-1,0 1,0 0,-1-1,2 1,-1 0,0 0,0-1,0 1,0 0,0-1,0 1,1 0,-1 0,-2 10,1 0,0 1,0-1,1 0,1 1,0-1,0 1,1-1,0 0,1 0,1 0,0 0,0-1,1 1,0-1,1 0,0-1,1 1,0-1,0 0,1-1,0 0,0 0,1-1,0 0,0 0,1-1,0 0,0-1,6 2,-5-2,1-1,0 0,0-1,0 0,1-1,-1 0,0-1,1-1,-1 0,1 0,-1-1,1-1,-1 0,0-1,1 0,-2-1,6-2,24-15</inkml:trace>
  <inkml:trace contextRef="#ctx0" brushRef="#br0" timeOffset="7566.155">736 1885,'-5'-20,"-3"-12,-1-2,2 6,1 16,7 20,9 23,11 25,8 22,6 19,2 16,-6 11,-10 7,-18 5,-21-1,-18-8,-4-24</inkml:trace>
  <inkml:trace contextRef="#ctx0" brushRef="#br0" timeOffset="5371.421">4599 749,'45'-76,"-4"-1,25-69,-52 112,-2-1,-2 0,-1-1,-2 0,-2-1,-1 1,-1-1,-2-1,-11-38,9 73,0 1,0-1,0 0,0 1,0-1,0 1,0 0,-1-1,1 1,-1 0,0 0,0 0,0 0,0 0,0 0,0 0,0 1,-1-1,1 1,-1 0,1-1,-1 1,1 0,-1 1,-1-2,0 2,1 0,0 0,0 1,0-1,0 1,0-1,0 1,0 0,0 0,0 0,0 0,0 1,0-1,1 1,-1 0,1 0,-1 0,1 0,-1 0,1 0,0 1,0-1,0 1,1 0,-37 70,31-44,1 0,1 1,2-1,1 1,1 0,1 0,2-1,1 1,2-1,0 1,2-1,1-1,2 1,0-2,2 1,1-1,2-1,0-1,1 0,9 9,-19-26,1 1,1-1,-1-1,1 0,0 0,1 0,-1-1,9 4,-14-8,-1-1,1 0,0 1,0-1,0-1,1 1,-1 0,0-1,0 1,0-1,0 0,1 0,-1 0,0-1,0 1,0-1,0 0,0 0,0 0,0 0,0 0,0-1,0 1,0-1,-1 0,1 1,-1-2,1 1,-1 0,2-2,7-12,-1 1,-1-2,0 1,-1-1,-1 0,0-1,-1 0,-2 0,1 0,-2 0,-1-1,1-13,-6 51,0-4,0 1,1-1,0 0,1 1,1-1,1 1,0-1,1 0,0 1,1-1,1 0,1 0,1 1,-2-11,0-1,0 0,0-1,1 1,0-1,0 0,0 0,0 0,0-1,1 1,-1-2,1 1,-1 0,1-1,0 0,0 0,-1-1,1 0,0 0,0 0,0-1,-1 1,1-1,0-1,-1 1,1-1,-1 0,1 0,-1-1,0 1,0-1,0-1,0 1,0 0,-1-1,0 0,0 0,0-1,0 1,2-4,1-3,0-1,-1 1,-1-1,1-1,-2 1,0-1,0 1,-1-1,-1 0,0-1,-1 1,0 0,-2-9,-7-21,8 42,-1 1,0 0,1-1,-1 1,0 0,1 0,-1 0,0-1,1 1,-1 0,0 0,1 0,-1 0,0 0,1 0,-1 1,0-1,1 0,-1 0,0 0,1 1,-1-1,0 0,1 0,-1 1,1-1,-1 1,1-1,-1 1,1-1,-1 1,1-1,-1 1,1-1,-1 1,1-1,0 1,0 0,-1-1,1 1,0-1,0 1,-1 0,1-1,0 1,0 0,0 0,0-1,0 1,0 0,0-1,0 1,1 0,-4 7,0 1,1-1,0 1,1 0,-1-1,2 1,-1 0,1 0,1-1,0 1,0 0,0-1,1 1,0-1,1 1,0-1,1 0,-1 0,1 0,1-1,0 1,0-1,0 0,1 0,0-1,0 0,0 0,1 0,0-1,0 0,4 2,97 24,-54-24</inkml:trace>
  <inkml:trace contextRef="#ctx0" brushRef="#br0" timeOffset="6320.412">6003 602,'-6'-2,"1"0,-1 0,1 1,-1 0,0 0,0 0,1 0,-1 1,0 0,0 1,0-1,0 1,1 0,-1 0,0 1,1 0,-1 0,1 0,0 1,-1-1,1 1,0 1,1-1,-1 1,1-1,-1 1,1 1,0-1,1 0,-1 1,1 0,0 0,0 0,0 0,1 1,0-1,0 1,-1 1,3-1,-1 0,1 0,0-1,0 1,0 0,1 0,0-1,0 1,1 0,-1-1,1 1,0-1,1 0,0 1,-1-1,1 0,1-1,-1 1,1 0,0-1,0 0,0 0,1 0,-1-1,1 1,0-1,0 0,0 0,0-1,1 1,6 2,1 0,-1 0,1-1,0-1,0 0,0-1,0 0,1-1,-1-1,1 0,-1 0,11-3,-14 2,0-1,-1-1,1 0,0 0,-1 0,0-2,0 1,0-1,-1 0,1-1,-1 0,0 0,-1 0,0-1,0-1,0 1,-1-1,0 0,0 0,-1-1,0 0,-1 0,0 0,0 0,-1-1,1-4,0-2,0-1,-1 1,-1-1,-1 0,0 0,-2 0,0 0,0 1,-1-1,-2 0,1 1,-2 0,0 0,-4-6,9 20,0 0,-1 1,1-1,-1 1,0-1,0 0,1 1,-1 0,0-1,0 1,0-1,-1 1,1 0,0 0,0 0,-1 0,1 0,-1 0,1 0,-1 0,1 0,-1 1,1-1,-1 1,0-1,1 1,-1-1,0 1,1 0,-1 0,0 0,1 0,-1 0,0 0,1 1,-1-1,0 0,1 1,-1-1,0 1,1 0,-1 0,1-1,-1 1,1 1,0-1,1 1,0 0,0-1,1 1,-1 0,0-1,0 1,1-1,-1 1,1-1,0 1,-1 0,1-1,0 0,0 1,0-1,0 0,0 1,0-1,0 0,0 0,1 0,-1 0,0 0,1 0,-1 0,1 0,-1-1,1 1,-1 0,1-1,-1 1,1-1,0 0,-1 0,1 1,0-1,0 0,231 32,-229-31,0 0,-1 1,1-1,0 1,0 0,-1 0,0 0,1 1,-1-1,0 1,0 0,0-1,0 2,-1-1,1 0,-1 0,0 1,0-1,0 1,0 0,-1-1,1 1,-1 0,0 0,0 0,-1 0,1 3,1 95,-3-84,0 1,2-1,0 1,1-1,0 0,4 10,-4-23,-1-1,1 0,1 1,-1-1,0 0,1 0,0 0,0-1,0 1,0-1,1 0,-1 0,1 0,0 0,0 0,0-1,0 0,1 0,-1 0,0 0,1-1,-1 1,1-1,0 0,-1-1,1 1,0-1,0 0,-1 0,1-1,0 1,-1-1,1 0,0 0,-1 0,1-1,-1 0,0 0,1 0,6-5,-1 0,1-1,-1 0,-1-1,0 0,0 0,0-1,-1 0,-1-1,0 0,0 0,-1 0,0-1,-1 0,-1 0,0 0,0-1,-1 1,-1-1,0 0,-1 0,0 0,-1 1,0-1,-3-11,-2-15,5 38,0 1,0-1,0 0,0 1,0-1,0 0,-1 1,1-1,0 0,0 1,-1-1,1 0,0 1,-1-1,1 1,-1-1,1 1,0-1,-1 1,1-1,-1 1,0-1,1 1,-1 0,1-1,-1 1,0 0,1 0,-1-1,0 1,1 0,-1 0,0 0,1 0,-1 0,0 0,1 0,-1 0,0 0,1 0,-1 0,0 0,1 0,-1 0,0 1,1-1,-1 0,0 1,1-1,-1 0,-4 7,-1-1,1 1,1 0,-1 0,1 0,0 1,1 0,0-1,0 1,0 0,1 0,1 1,-1-1,1 0,1 1,-1-1,2 1,-1 2,1-3,-1 0,1-1,0 1,1 0,0-1,0 1,1-1,0 1,0-1,1 0,-1 0,2-1,-1 1,1-1,0 0,0 0,0 0,1-1,0 0,0 0,1 0,-1-1,1 0,0 0,0-1,0 0,1 0,-1-1,1 1,3-1,-4 1,1-1,0 0,0 0,0-1,1 0,-1-1,0 1,0-1,0-1,1 0,-1 0,0-1,0 0,0 0,-1 0,1-1,0-1,-1 1,0-1,0 0,0-1,0 0,-1 0,0 0,0-1,0 0,0 0,-1-1,0 1,-1-1,3-5,-1-2,-1-1,-1 0,-1 0,0 0,-1-1,0 1,-1-1,-1 1,-1 0,0-1,-3-13,-8-5,12 33,-1 1,1-1,0 1,0-1,-1 1,1-1,-1 1,1-1,-1 1,1-1,0 1,-1-1,0 1,1 0,-1-1,1 1,-1 0,1 0,-1-1,0 1,1 0,-1 0,1 0,-1 0,0 0,1 0,-1 0,0 0,1 0,-1 0,1 0,-1 0,0 0,1 0,-1 1,0-1,1 0,-1 0,1 1,-1-1,1 0,-1 1,1-1,-1 1,1-1,-1 1,1-1,0 1,-1-1,1 1,-4 4,1 0,0 1,1-1,-1 0,1 1,0 0,1 0,-1-1,1 1,0 0,1 0,0 0,-1 1,1 0,-2 6,1 1,0-1,1 1,0-1,1 0,1 1,0-1,1 0,0 0,1 0,1-1,0 1,0-1,1 0,1 0,0-1,1 0,0 0,0-1,2 1,5 2,1 0,0-2,1 1,0-2,1-1,2 1,41 17</inkml:trace>
  <inkml:trace contextRef="#ctx0" brushRef="#br0" timeOffset="2496.926">428 441,'-2'88,"-4"0,-3 0,-4-1,-14 40,4-30,20-132,6-440,-1 416,-2 60,1-1,-1 0,0 0,0 0,0 0,0 1,0-1,0 0,0 0,1 0,-1 0,0 0,0 1,0-1,0 0,0 0,1 0,-1 0,0 0,0 0,0 0,1 0,-1 0,0 0,0 0,0 0,0 0,1 0,-1 0,0 0,0 0,0 0,1 0,-1 0,0 0,0 0,0 0,1 0,-1 0,0 0,0 0,0 0,0-1,1 1,-1 0,0 0,6 23,9 171,-15-193,0 0,0 1,0-1,0 0,0 0,0 1,0-1,0 0,0 0,1 1,-1-1,0 0,1 0,-1 0,1 0,-1 0,1 0,0 0,0 0,-1 0,1 0,0 0,0 0,0 0,0 0,0-1,0 1,0 0,0-1,0 1,0-1,1 1,-1-1,0 1,0-1,0 0,1 0,-1 0,0 1,0-1,1-1,-1 1,0 0,1 0,4-5,0 1,-1-1,1-1,-1 1,0-1,0 0,-1 0,0 0,0-1,0 1,-1-1,0-1,4-4,21-47,-3-2,-2 0,1-18,7-14,-31 94,0-1,0 0,1 0,-1 0,0 0,0 0,0 0,1 0,-1 1,0-1,0 0,1 0,-1 0,0 0,0 0,1 0,-1 0,0 0,1 0,-1 0,0 0,0-1,0 1,1 0,-1 0,0 0,0 0,1 0,-1 0,0 0,0-1,1 1,2 297,-1-260,1 1,3 0,0-1,3 0,1 0,1-1,3-1,9 20,-20-49,0 0,0 0,1-1,0 1,0-1,0 0,1 0,-1 0,1-1,0 1,1-1,-1 0,1-1,-1 1,2-1,14 4</inkml:trace>
  <inkml:trace contextRef="#ctx0" brushRef="#br0" timeOffset="2820.067">896 776,'-6'16,"0"0,2 0,0 1,1 0,1 0,-1 10,3-22,0 0,0 0,0 0,1 0,0 0,0 0,0 0,0 0,1-1,0 1,0 0,0-1,0 1,1-1,0 0,0 0,0 0,0 0,1 0,0-1,-1 1,1-1,1 0,-1 0,4 1,-1-1,1 0,0 0,0-1,0 0,0 0,1-1,-1 0,0 0,0-1,1 0,-1-1,0 0,1 0,-1-1,0 0,4-1,-8 2,0-1,1 1,-1-1,0 0,0 0,-1 0,1 0,0 0,-1-1,0 0,1 0,-1 0,0 0,0 0,-1-1,1 1,-1-1,1 0,-1 0,-1 0,1 0,0 0,-1 0,0 0,0 0,0-1,0 1,-1 0,0-1,0 1,0 0,0-1,-1-2,0 1,-1 0,1 0,-1 1,0-1,-1 1,1-1,-1 1,0 0,-1 0,1 0,-1 1,0-1,0 1,0 0,-1 0,1 0,-1 0,0 1,0 0,0 0,-1 0,1 1,-1 0,1 0,-1 0,0 1,0 0,1 0,-1 0,0 1,0-1,0 2,0-1,0 1,0-1,0 2,0-1,1 1,-1-1,0 2,1-1,0 1,-1-1,0 2,4-2,0 0,-1-1,1 1,0 0,1 0,-1 1,0-1,0 0,1 1,0-1,-1 0,1 1,0 0,0-1,0 1,1 0,-1-1,1 1,-1 0,1 0,0 0,0-1,0 1,0 0,1 0,-1-1,1 1,0 0,0 0,-1-1,2 1,-1-1,0 1,1-1,-1 1,1-1,-1 0,1 0,0 0,0 0,0 0,0 0,1 0,1 1,35 22,4-5</inkml:trace>
  <inkml:trace contextRef="#ctx0" brushRef="#br0" timeOffset="3242.016">1511 883,'-7'-12,"-1"1,-1 0,0 0,0 1,-1 0,0 1,-4-3,10 9,1 1,-1-1,1 1,-1 0,0 0,0 0,0 0,0 0,0 1,-1 0,1 0,0 0,-1 0,1 1,-1 0,1 0,0 0,-1 0,1 1,0 0,-1 0,1 0,0 0,-2 1,0 3,1-1,0 1,0 0,1 0,0 1,0-1,0 1,0 0,1 0,0 1,0-1,1 0,0 1,0 0,0-1,1 1,0 0,0 0,1 0,0 0,0 0,0 0,1-1,0 1,1 0,-1 0,1-1,1 1,-1-1,1 1,0-1,1 1,0-1,-1-1,1 0,0 0,0-1,0 1,1-1,0 0,-1 0,1 0,1-1,-1 0,0 0,1 0,0-1,0 0,0 0,-1 0,2-1,-1 1,0-1,0-1,0 0,0 1,1-2,-1 1,0-1,0 0,0 0,0-1,0 1,0-1,0-1,-1 1,1-1,-1 0,1 0,-1-1,0 0,0 0,-1 0,1 0,-1-1,0 1,0-2,6-14,-1 0,-1 0,-1-1,-1 0,0-1,-2 1,-1-1,0 0,-2 0,0 0,-2 0,0 0,-2 1,-2-10,-7-88,-6 0,-5 1,-11-21,24 107,3 24,4 23,1 53,2 0,8 43,-6-81,1 31,3-1,2 1,3-1,2-1,3 0,3-1,19 39,-3-33</inkml:trace>
  <inkml:trace contextRef="#ctx0" brushRef="#br0" timeOffset="8572.087">2179 1872,'-33'0,"0"0,0 3,0 0,1 2,-1 2,1 1,0 1,1 2,-22 11,46-19,1 1,-1 0,1 0,0 1,0 0,0 0,1 0,0 1,0 0,0 0,-3 6,7-10,-1 1,1 0,0 0,0 0,0 0,0 0,0 0,1 0,-1 0,1 0,0 0,0 1,0-1,0 0,1 0,-1 0,1 0,0 0,0 0,0 0,0 0,0 0,1 0,-1-1,1 1,0 0,0-1,0 1,1 0,10 9,1-1,0-1,0 0,1-1,0-1,0 0,1-1,10 3,-6-2,8 4,6 1,-2 2,0 1,-1 1,0 2,20 16,-48-33,0-1,-1 1,1-1,-1 1,1 0,-1 0,0 0,0 0,0 0,0 0,0 1,-1-1,1 1,0-1,-1 1,0 0,0-1,0 1,0 0,0 0,-1 0,1 0,-1 0,1 0,-1 0,0 0,-1-1,1 1,0 0,-1 0,1 0,-1 0,0 0,-1 2,-6 1,-1 0,0 0,0-1,-1 0,1-1,-1 0,0 0,0-1,-1-1,1 1,0-2,-1 1,0-1,0-1,10 0,-59 6,-1-3,1-2,-6-4,113 2,-10 0</inkml:trace>
  <inkml:trace contextRef="#ctx0" brushRef="#br0" timeOffset="9238.942">2634 2193,'-6'-6,"-1"1,0 1,1-1,-1 1,-1 0,1 1,-1 0,1 0,-1 1,0 0,0 0,0 0,0 1,0 1,0-1,0 1,0 0,-1 1,1 0,0 1,0-1,0 2,1-1,-1 1,0 0,1 0,0 1,0 0,0 0,0 1,1 0,0 0,-3 3,5-4,1 0,-1 0,1 0,0 1,0-1,0 1,1 0,0 0,0 0,0 0,0 0,1 0,0 0,0 0,0 1,1-1,-1 0,1 1,1-1,-1 0,1 1,0-1,0 0,0 0,1 1,0-1,0-1,0 1,1 0,-1 0,1-1,3 4,8 2,0-1,1-1,0 0,0-1,1-1,0 0,0-1,0-1,0 0,1-1,0-1,-1-1,1 0,0-1,0-1,8-1,0 2,0 0,0-2,0-1,0 0,0-2,-1-1,0-1,0-1,-1-1,0-1,0-1,-1-2,-1 0,3-3,-15 8,-9 7,1 0,-1 0,0 0,1 1,-1-1,1 0,-1 0,1 1,0-1,-1 1,1-1,0 0,-1 1,1-1,0 1,0-1,-1 1,1 0,0-1,0 1,0 0,0-1,-1 1,1 0,0 0,0 0,0 0,0 0,0 0,0 0,0 0,0 0,-1 0,1 1,0-1,0 0,0 1,0-1,-1 0,1 1,0-1,0 1,-1-1,1 1,0 0,6 7,-1 0,2-1,-1 1,1-1,0-1,1 0,0 0,0 0,0-1,0-1,1 1,0-2,8 3,-11-4,-1 0,1 0,-1-1,1-1,-1 1,1-1,-1 0,1 0,-1-1,1 0,-1 0,1 0,-1-1,0 0,0 0,1-1,-2 1,1-2,0 1,-1 0,1-1,-1 0,0 0,0-1,0 0,-1 1,0-1,0-1,0 1,-1-1,1 1,-1-1,-1 0,1 0,0-2,-3 4,0 0,1 0,-1 0,-1 1,1-1,-1 0,1 0,-1 0,0 0,-1 0,1 1,0-1,-1 0,0 1,0 0,0-1,0 1,-1 0,1 0,-1 0,0 0,0 1,0-1,0 1,0 0,-1-1,1 2,-2-2,-7-3,0 0,-1 1,1 0,-1 1,0 0,0 1,-11-1,14 2,-1 0,1 1,-1 0,1 1,-1 0,1 1,-1 0,1 0,-1 1,1 1,0 0,0 0,0 1,1 0,-1 1,1 0,0 0,0 1,0 0,1 1,-5 5,12-11,-1 1,1-1,0 1,0-1,0 1,0 0,1 0,-1-1,0 1,1 0,-1 0,1 0,0 0,-1 0,1 0,0-1,0 1,0 0,1 0,-1 0,0 0,1 0,-1 0,1 0,-1-1,1 1,0 0,0 0,0-1,0 1,0-1,0 1,1-1,-1 1,0-1,1 0,-1 1,1-1,66 32,-14-19</inkml:trace>
  <inkml:trace contextRef="#ctx0" brushRef="#br0" timeOffset="10053.704">3810 2193,'-15'-8,"-1"0,-1 1,1 1,-1 1,0 0,0 2,0 0,-1 0,1 2,-1 0,1 1,-1 1,1 0,-8 3,17-2,0 0,0 1,0 0,1 0,-1 1,1 0,0 1,0-1,0 1,1 1,-1-1,0 3,4-6,0 1,1 0,-1 0,1 0,0 1,-1-1,2 1,-1-1,0 1,1-1,-1 1,1 0,0 0,1 0,-1 0,1-1,-1 1,1 0,0 0,1 0,-1 0,1 0,-1 0,1 0,0 0,2 2,-1-2,0 0,1-1,-1 1,1 0,0-1,0 0,0 0,1 0,-1 0,1-1,-1 1,1-1,0 0,0 0,0 0,0 0,1-1,-1 0,0 0,0 0,1 0,3 0,100-7,-97 4,0 0,0-1,-1 0,0-1,1 0,-1-1,-1 0,1 0,-1-1,0-1,0 1,-1-1,0-1,0 0,0 0,-1 0,4-7,-10 14,0-1,0 1,-1 0,1-1,0 1,-1 0,1-1,-1 1,1-1,-1 1,0-1,1 1,-1-1,0 1,0-1,0 1,0-1,0 1,-1-1,1 1,0-1,-1 1,1 0,-1-1,0 1,1-1,-1 1,0 0,0 0,1-1,-1 1,0 0,-1 0,1 0,0 0,0 0,-1 1,0 1,0 0,1 0,-1 0,1 0,-1 0,1 1,-1-1,1 0,0 1,-1-1,1 1,0-1,0 1,0 0,0-1,0 1,1 0,-1 0,1 0,-1-1,1 1,-1 0,1 0,0 0,0 0,0 0,0 0,0 0,1 1,-1 3,0 0,0 0,0 0,1 0,0 0,0 0,1-1,0 1,0 0,0-1,1 1,-1-1,1 0,1 0,-1 0,1 0,-1-1,2 1,-1-1,0 0,1 0,-1-1,1 1,0-1,1 0,-1 0,0-1,1 1,-1-1,1-1,0 1,0-1,0 0,0 0,-1 0,1-1,6 0,-4-1,0 1,0-1,0 0,0-1,0 0,0 0,0-1,-1 0,1 0,-1 0,0-1,0-1,0 1,-1-1,0 0,1 0,-2-1,1 0,-1 0,0 0,0-1,2-2,2-7,0 0,-1-1,0 1,-1-1,-1-1,-1 1,-1-1,0 0,0-10,1-28,-2 1,-2-1,-3 0,-2 1,-3-1,-5-10,11 59,-19-43,18 50,1 0,-1 0,1 1,0-1,0 1,-1-1,1 1,0 0,0-1,-1 1,1 0,0 0,0 0,0 0,0 0,0 0,1 0,-1 0,0 0,0 0,1 0,-1 1,0-1,1 0,-1 1,1-1,0 0,-1 1,1 0,0-1,-12 36,2 0,1 0,3 1,0 0,3 0,1 14,-1-17,2 0,2 0,1 0,1 0,6 22,-7-47,0 0,1 0,0 0,1 0,0 0,1-1,0 0,0 0,1 0,0 0,1-1,-1 0,2-1,-1 1,1-1,0-1,0 1,1-2,0 1,0-1,1 0,-3-2,1 1,0-2,0 1,1-1,-1 0,0-1,1 0,0 0,-1 0,1-2,-1 1,1-1,-1 0,1 0,-1-1,0-1,0 1,0-1,0-1,0 1,-1-1,1 0,-1-1,0 0,0 0,-1-1,1 0,-1 0,-1 0,1-1,-1 1,0-2,-1 1,1 0,-1-1,-1 0,0 1,2-9,7-77,-12 93,1-1,-1 1,0-1,0 1,0-1,0 1,1-1,-1 1,0-1,0 0,0 1,0-1,0 1,0-1,0 1,0-1,0 1,-1-1,1 0,0 1,0-1,0 1,-1-1,1 1,0-1,-1 1,1 0,0-1,-1 1,1-1,0 1,-1 0,1-1,-1 1,1 0,-1-1,1 1,-1 0,1 0,-1-1,1 1,-1 0,1 0,-1 0,0 0,1 0,-1 0,1 0,-1 0,1 0,-1 0,1 0,-1 0,0 0,1 0,-1 1,1-1,-1 0,1 0,-1 1,1-1,-1 0,-24 30,19-19,1 0,0 1,0-1,1 1,1 0,0 0,1 1,-1 7,3-16,-1 1,1-1,0 1,0-1,0 1,1 0,0-1,0 1,0-1,0 1,1-1,-1 0,1 0,0 0,1 0,-1 0,1 0,-1 0,1-1,0 1,1-1,-1 0,0 0,4 2,6 1,1 0,-1-1,1-1,0 0,0-1,0-1,1 0,-1-1,0 0,1-1,-1-1,1 0,7-3,74-24,-65 10</inkml:trace>
  <inkml:trace contextRef="#ctx0" brushRef="#br0" timeOffset="10316.16">3797 1993,'20'-12,"26"-5,27-3,26 0,19 4,10 4,-17 4</inkml:trace>
  <inkml:trace contextRef="#ctx0" brushRef="#br0" timeOffset="10792.274">4934 1993,'1'25,"0"0,2 0,1 0,2-1,0 1,1-1,1 0,2-1,0 0,11 17,-21-38,1 0,-1 0,1 0,0 1,0-1,0 0,0 0,0 0,0 0,0-1,1 1,-1 0,1 0,-1-1,1 1,0-1,-1 1,1-1,0 0,0 0,0 0,0 0,0 0,0 0,0 0,1-1,-1 1,0-1,0 0,0 1,1-1,-1 0,0 0,1-1,-1 1,0 0,0-1,0 1,1-1,-1 0,0 1,0-1,0-1,7-9,-1 0,0-1,-1 0,-1-1,1 1,-2-1,0-1,-1 1,0-1,-1 0,0 1,-1-1,0-6,-1-26,-2 46,1 0,-1 0,1-1,-1 1,0 0,1 0,-1 0,0 0,1 0,-1 0,0 0,1 0,-1 0,0 0,1 0,-1 0,0 1,1-1,-1 0,0 0,1 1,-1-1,1 0,-1 1,0-1,1 0,-1 1,1-1,0 1,-1-1,1 1,-1-1,1 1,0 0,-1-1,1 1,0-1,-1 1,1 0,0-1,0 1,0 0,0-1,0 1,0 0,0-1,0 1,0 0,0-1,0 1,-3 8,0 0,0 0,1 0,1 1,-1-1,1 0,1 1,0-1,0 1,1-1,1 2,-2-7,1 1,0-1,0 0,1 0,-1 0,1 0,0 0,0 0,0 0,1-1,0 1,-1-1,1 0,0 1,0-1,1-1,-1 1,1 0,-1-1,1 0,0 0,0 0,0 0,0 0,1-1,1 0,1 0,-1 0,1-1,-1 0,1 0,-1 0,1-1,-1 0,0-1,1 1,-1-1,0 0,0-1,0 1,0-1,-1 0,1-1,-1 0,0 1,0-2,0 1,0 0,-1-1,0 0,0 0,0-1,0 1,-1-1,0 1,0-1,-1 0,0 0,0 0,0-1,0 1,-1 0,0-1,-1-1,2 4,-1-1,0 1,-1-1,1 1,-1-1,0 0,0 1,0-1,-1 1,0-1,0 0,0 1,0 0,-1-1,1 1,-1 0,0 0,0 0,-2-2,2 6,0 0,-1 0,1 0,0 1,-1-1,1 0,0 1,-1 0,1-1,0 1,0 0,0 0,-1 0,1 1,0-1,1 0,-1 1,0-1,0 1,1 0,-1-1,0 1,1 0,0 0,-1 0,1 0,0 0,0 1,0-1,1 0,-1 0,0 1,-2 2,1 0,-1 1,1-1,0 1,0 0,1 0,-1 0,1 0,1 0,-1 0,1 0,0 0,0 0,1 0,0 0,0 0,0 0,1 0,0 0,0-1,0 1,1-1,0 1,0-1,0 0,0 0,1 0,0-1,0 1,9 3,0-1,1 0,0 0,0-2,0 0,0 0,1-1,0-1,0-1,0 0,0-1,0 0,0-1,0-1,4-1,44-3</inkml:trace>
  <inkml:trace contextRef="#ctx0" brushRef="#br0" timeOffset="11572.314">6872 2193,'24'-7,"-1"-1,0-2,0 0,-1-1,0-1,-1-1,-1-1,0 0,18-18,2-28,-39 59,0-1,0 0,-1 0,1 0,-1 0,1 0,-1 0,0 0,1-1,-1 1,0 0,0 0,-1 0,1 0,0 0,-1 0,1 0,-1 0,0 0,0 0,1 0,-1 0,-1 0,1 1,0-1,0 0,-1 1,1-1,0 1,-1-1,0 1,0-1,-4 0,-1 0,1 0,-1 1,0-1,1 2,-1-1,0 1,0 0,0 0,1 0,-1 1,0 0,1 1,-1 0,1 0,-1 0,1 0,0 1,0 0,0 1,0-1,0 1,1 0,0 1,0-1,0 1,0 0,1 0,0 1,-3 4,3-6,0 0,1 0,-1 1,1-1,0 1,0 0,1-1,-1 1,1 1,0-1,1 0,-1 0,1 1,0-1,0 1,1-1,0 1,0-1,0 1,0-1,1 1,0-1,0 0,0 1,1-1,0 0,0 0,0 0,1 0,0 0,0 0,0-1,0 0,3 4,10 1,-1 0,1-1,0-1,1 0,0-2,0 0,0 0,1-2,-1 0,1-1,0-1,0 0,12-2,54 0,-8-4</inkml:trace>
  <inkml:trace contextRef="#ctx0" brushRef="#br0" timeOffset="12177.584">7754 2006,'-19'0,"-1"0,1 2,0 0,-1 2,1 0,1 1,-1 1,1 0,-10 6,24-11,0 1,1-1,-1 1,1 0,0 0,-1 1,1-1,0 1,0-1,0 1,1 0,-1 0,1 0,-1 1,1-1,0 0,0 1,1-1,-1 1,1 0,-1 0,1-1,1 1,-1 0,0 0,1 0,0 0,0 0,0 0,0 0,1 0,-1 0,1 0,0 0,1-1,-1 1,0 0,2 1,5 3,1 0,1-1,-1 0,1 0,1-1,-1 0,1-1,0 0,0-1,0 0,1 0,-1-1,1-1,0 0,0-1,0 0,1-1,18 3,0-2,-1-1,1-2,0 0,-1-2,1-2,-1-1,-1-1,1-1,-2-2,1 0,-1-2,2-4,-20 12,0-1,0 0,-1-1,0 0,0 0,0-1,-1-1,-1 1,1-1,-1 0,-1-1,0 0,0 0,-1 0,0 0,-1-1,0 0,2-10,-6 21,0 1,-1-1,1 1,-1-1,1 0,-1 1,1-1,-1 0,1 1,-1-1,1 0,-1 1,1-1,-1 0,0 0,1 0,-1 0,1 0,-1 0,0 0,1 0,-1 0,1 0,-1 0,0 0,1 0,-1 0,1 0,-1 0,1-1,-1 1,0 0,1-1,-1 1,1 0,-1-1,1 1,0 0,-1-1,1 1,-1-1,1 1,0-1,-1 1,1-1,0 1,-1-1,1 1,0-1,0 0,0 1,0-1,-1 1,1-1,0 1,0-1,0 0,0 1,0-1,0 1,1-1,-1 0,0 1,0-1,0 1,0-1,1 0,-4 7,0-1,0 1,1 0,0 0,0 0,1 0,-1 0,1 0,0 0,1 0,0 1,0-1,0 0,1 1,0-1,0 0,0 0,1 0,0 0,0 0,1 0,-1-1,1 1,0-1,1 0,-1 1,1-2,0 1,1 0,-1-1,2 2,5-1,-1-1,1 0,0 0,0-1,1 0,-1-1,0 0,1-1,0 0,-1-1,1-1,-1 1,1-2,-1 0,1 0,-1-1,0 0,0-1,0 0,-1-1,1 0,-1-1,0 0,-1 0,5-5,-5 5,-1-1,0-1,0 1,0-1,-1 0,-1-1,1 0,-1 0,-1 0,0-1,0 1,-1-1,0-1,0 1,-1 0,-1-1,0 0,0 1,-1-1,-1 0,1 0,-2-5,1 16,-1 0,1-1,0 1,-1 0,1 0,0-1,-1 1,1 0,-1 0,1-1,0 1,-1 0,1 0,-1 0,1 0,-1 0,1 0,-1 0,1 0,-1 0,1 0,0 0,-1 0,1 0,-1 0,1 0,-1 0,1 0,-1 1,1-1,0 0,-1 0,1 1,0-1,-1 0,1 0,-1 1,1-1,0 0,0 1,-1-1,1 0,0 1,0-1,-1 1,1-1,0 1,0-1,0 0,0 1,-1-1,1 1,0-1,0 1,0-1,0 1,0-1,0 1,0-1,1 0,-1 1,0-1,0 1,0-1,0 1,0-1,1 0,-1 1,0-1,-2 7,0-1,0 1,1 0,0 0,0 0,0 0,1 0,0-1,1 1,-1 0,1 0,0 0,1 0,0-1,0 1,1 0,-1-1,1 0,1 0,-1 0,1 0,0 0,0-1,1 0,0 1,0-2,0 1,1 0,7 4,0-2,0 0,1 0,-1-1,1-1,1 0,-1-1,1-1,-1 0,1-1,0 0,3-1,31 2</inkml:trace>
  <inkml:trace contextRef="#ctx0" brushRef="#br0" timeOffset="13041.439">9465 2006,'-67'-10,"27"4,0 1,0 2,-41 2,74 2,0 0,1 0,-1 0,0 1,0 0,1 0,-1 1,1 0,0 0,0 0,-2 2,6-3,0-1,0 1,0-1,0 1,0 0,1 0,-1 0,1 0,-1 0,1 1,0-1,0 0,0 1,0-1,0 0,0 1,1-1,-1 1,1-1,0 1,0 0,0-1,0 1,0-1,0 1,1-1,-1 1,1-1,0 1,0-1,0 2,1 0,1 1,-1-1,1 0,0 0,0 0,1 0,-1-1,1 1,0-1,-1 0,1 0,1 0,-1-1,0 1,1-1,-1 0,1 0,0-1,0 1,-1-1,3 0,105 7,-100-9,-1 0,1-1,-1 0,0-1,0 0,0-1,0-1,-1 1,1-1,-1-1,0 0,-1-1,8-5,-17 11,0 1,0-1,0 1,1 0,-1-1,0 1,0 0,1-1,-1 1,0 0,1-1,-1 1,1 0,-1-1,0 1,1 0,-1 0,1 0,-1-1,0 1,1 0,-1 0,1 0,-1 0,1 0,-1 0,1 0,-1 0,1 0,-1 0,1 0,-1 0,0 0,1 0,-1 0,1 1,-1-1,1 0,-1 0,0 0,1 1,-1-1,1 0,-1 1,0-1,1 0,-1 1,0-1,0 0,1 1,-1-1,0 1,0-1,0 0,1 1,-1-1,0 1,0-1,0 1,0-1,0 1,0-1,1 39,-2-25,1-9,0 0,0 0,0 0,1 0,0 0,0 0,0-1,0 1,1 0,0-1,0 1,0-1,1 0,-1 0,1 0,0 0,0 0,0 0,1-1,-1 1,1-1,0 0,0 0,0-1,0 1,1-1,-1 0,1 0,-1 0,1 0,0-1,0 0,3 0,0 0,0-1,0 0,1-1,-1 0,0 0,-1 0,1-1,0 0,0-1,-1 0,1 0,-1 0,0-1,0 0,0-1,-1 0,3-1,3-4,0-1,-1 0,0-1,-1 0,0 0,-1-1,0-1,6-13,-1-10,-2 0,-2 0,-1-1,-2 0,-2-1,-1 0,-2 1,-3-31,2 54,-5-353,4 366,0-17,-1 1,-1 0,-1 0,-1 0,0 0,-1 0,-1 1,-4-9,9 25,1-1,0 1,-1-1,1 1,-1-1,0 1,0-1,1 1,-1 0,0-1,0 1,0 0,0 0,-1 0,1 0,0 0,0 0,-1 0,1 0,0 0,-1 1,1-1,-1 1,1-1,-1 1,1-1,-1 1,1 0,-1 0,0-1,1 1,-1 0,1 1,-1-1,1 0,-1 0,0 1,1-1,-1 1,1-1,-1 1,1 0,0-1,-1 1,1 0,0 0,-1 1,-5 5,1 2,0-1,1 0,-1 1,2 0,-1 1,1-1,1 1,0-1,0 1,1 0,0 0,0 5,-5 38,3 0,2 0,2 0,2 0,3 0,2 0,3-1,2 0,2-1,2 0,2-1,15 26,-28-62,0 0,2 0,-1-1,2 1,-1-1,2-1,0 0,0 0,1-1,1 0,-1 0,2-1,0-1,0 0,12 7,-19-14,-1-1,0 0,0 0,0 0,1 0,-1-1,1 1,-1-1,0-1,1 1,-1 0,0-1,1 0,-1 0,0 0,0-1,0 1,0-1,0 0,0 0,0 0,0-1,1-1,71-78,-41 39,-35 44,0-1,0 0,0 1,0-1,0 0,0 1,0-1,0 0,0 1,0-1,1 0,-1 1,0-1,0 0,0 1,1-1,-1 0,0 0,0 1,0-1,1 0,-1 0,0 1,1-1,-1 0,0 0,0 0,1 1,-1-1,0 0,1 0,-1 0,1 0,-1 0,0 0,1 0,-1 0,0 0,1 0,-1 0,0 0,1 0,-1 0,0 0,1 0,-1 0,0-1,1 1,-1 0,0 0,1 0,-1 0,0-1,0 1,1 0,-1 0,0-1,0 1,1 0,-1-1,0 1,0 0,0 0,0-1,1 1,-1 0,0-1,0 1,0-1,-1 32,1-28,-3 16,2-15,-1 1,1 0,0-1,0 1,0 0,1 0,0 0,0 0,0 0,0 0,1-1,0 1,0 0,0 0,0-1,1 1,0 0,0-1,0 0,1 1,-1-1,1 0,0 0,0 0,1-1,-1 1,1-1,-1 0,4 2,57 4,-31-12</inkml:trace>
  <inkml:trace contextRef="#ctx0" brushRef="#br0" timeOffset="13305.731">10454 1872,'-13'-4,"-10"-3,-3-1,-1 1,-1-2,5 2</inkml:trace>
  <inkml:trace contextRef="#ctx0" brushRef="#br0" timeOffset="13582.515">9666 1631,'11'-5,"21"-1,24 1,25 0,20 2,13 1,4 3,-20 2</inkml:trace>
  <inkml:trace contextRef="#ctx0" brushRef="#br0" timeOffset="13583.515">10682 1993,'0'13,"2"12,1 8,0 5,-1 4,2 0,0-1,0-6,-1-9</inkml:trace>
  <inkml:trace contextRef="#ctx0" brushRef="#br0" timeOffset="13858.404">10709 1684,'-18'-15,"-9"-9,-1-1,3 5,14 11,16 11,18 8,5 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6:55.4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279 370,'-31'85,"31"-84,0 0,-1-1,1 1,0 0,0-1,0 1,-1 0,1-1,0 1,0-1,-1 1,1-1,-1 1,1-1,0 1,-1-1,1 1,-1-1,1 1,-1-1,0 0,1 1,-1-1,1 0,-1 1,0-1,1 0,-1 0,1 0,-1 1,0-1,1 0,-1 0,0 0,1 0,-1 0,0 0,1 0,-1-1,0 1,1 0,-1 0,0 0,1-1,-1 1,1 0,-1-1,1 1,-1 0,0-1,1 1,0-1,-1 1,1-1,-1 1,1-1,-1 1,1-1,0 0,0 1,-1-1,1 1,0-1,0 0,-1 1,-18-47,19 45,-31-119,26 90,-2 0,-1 1,-2 0,-1 1,-1 0,-1 1,-7-9,-23 0,43 36,-1 0,0 1,0-1,0 1,0 0,0-1,0 1,0 0,0-1,0 1,0 0,0 0,0 0,0 0,0 0,0 0,0 0,0 0,0 0,0 1,0-1,0 0,0 1,0-1,0 1,0-1,0 1,0-1,0 1,0 0,1-1,-1 1,0 0,1 0,-1-1,0 1,1 0,-1 0,1 0,-1 0,1 0,-1 0,1 0,0 0,0 0,-1 0,1 0,0 0,0 0,0 1,1 1,-1 1,1-1,0 0,0 1,0-1,1 0,-1 0,1 1,-1-1,1 0,0-1,0 1,1 0,-1-1,1 1,-1-1,1 0,0 1,-1-1,1-1,0 1,1 0,-1-1,0 1,0-1,1 0,-1 0,0-1,1 1,2 0,41 10,0-2,1-2,-1-2,1-2,1-2,24-4,-64 3,136-17,-125 9,-21 8,1 0,0 0,0 0,-1 0,1 0,0 0,-1 0,1 0,0 0,0 0,-1 0,1 0,0 0,0 0,-1 0,1 0,0-1,0 1,0 0,-1 0,1 0,0 0,0-1,-1 1,1 0,0 0,0 0,0 0,0-1,0 1,-1 0,1 0,0-1,0 1,0 0,0 0,0-1,0 1,0 0,0 0,0-1,0 1,0 0,0 0,0-1,0 1,0 0,0 0,0-1,0 1,0 0,0 0,0-1,1 1,-1 0,0 0,0-1,0 1,0 0,0 0,1 0,-1 0,0-1,0 1,0 0,1 0,-7 1,1 0,-1 0,0 1,1 0,0 0,-1 1,1-1,0 1,0 0,1 0,-1 1,1-1,-1 1,1 0,0 0,0 1,1-1,0 1,-1 0,1 0,-1 3,-8 17,0 1,2 0,1 1,1 0,1 0,2 1,0 0,2 0,1 0,2 8,-2 84,6-1,9 35,3 79,-16-214,1 1,-2-1,-1 1,0-1,-2 1,0-1,-5 12,7-25,0-1,0 1,-1-1,0 1,0-1,0 0,-1 0,1 0,-1-1,0 1,-1-1,1 0,-1 0,0 0,0-1,0 0,0 0,-1 0,1 0,-1-1,1 0,-1 0,0-1,0 0,0 0,-1 0,-2 0,1-1,-1-1,1 1,0-1,-1-1,1 0,0 0,0 0,0-1,0 0,0-1,1 0,0 0,-1-1,2 1,-1-1,0-1,1 0,0 0,0 0,1 0,-3-5,-6-8,2 1,0-1,2-1,0 0,1-1,1 0,1 0,0-1,-2-10,2 1,1-1,1 0,2 0,1-1,1 1,2-1,2-3,-3 33,-1 0,1 1,1-1,-1 0,0 0,1 1,-1-1,1 0,0 1,-1-1,2 1,-1-1,0 1,0-1,1 1,-1 0,1 0,0-1,-1 1,1 0,0 1,0-1,1 0,-1 1,0-1,0 1,1-1,-1 1,1 0,-1 0,1 0,0 1,-1-1,1 0,1 1,132 22,-38-6,0-5,1-5,69-4,-151-2,0-1,0-1,0-1,0 0,0-1,-1-1,1-1,10-5,-26 11,-1 0,1 0,-1-1,1 1,-1 0,1 0,-1 0,1 0,-1 0,1 0,0 0,-1 0,1 0,-1 0,1 0,-1 0,1 0,-1 0,1 0,-1 1,1-1,-1 0,1 0,-1 1,1-1,-1 0,1 1,-1-1,0 0,1 1,-1-1,0 1,1-1,-1 1,0-1,1 0,-1 1,0-1,0 1,0-1,1 1,-1 0,0-1,0 1,0-1,0 1,0-1,0 1,0-1,0 1,0-1,0 1,0-1,-1 1,1 0,0-1,0 1,0-1,-1 0,1 1,0-1,-1 1,1-1,0 1,-1-1,1 0,0 1,-1-1,1 0,-1 1,0 4,-4 17,0 0,2 0,0 1,2-1,0 0,2 1,0-1,2 1,0-1,1 0,2 0,0-1,2 2,12 16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6:55.7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1,'0'20,"-3"23,0 18,1 14,-1 11,2 4,0-2,0-9,1-14,0-15,0-16</inkml:trace>
  <inkml:trace contextRef="#ctx0" brushRef="#br0" timeOffset="552.391">429 121,'-40'36,"-2"-2,-1-2,-2-2,-15 6,-128 66,178-88,33-9,-22-5,26 4,-1 1,1 0,-1 2,-1 2,1 0,-1 1,-1 2,0 0,-1 1,0 2,-1 0,0 2,10 11,81 113,-109-136,1 0,-1 0,1-1,1 1,-1-1,1 0,-1-1,1 0,0 1,0-2,1 1,-1-1,1 0,-1 0,1-1,0 1,-1-2,1 1,0-1,0 0,-1 0,1-1,0 0,-1 0,1-1,0 1,-1-1,3 0,0 0,-1-1,1 0,-1 0,0 0,0-1,0-1,0 1,-1-1,0 0,0-1,0 0,-1 0,1 0,-2-1,1 0,-1 0,0-1,0 1,-1-1,0 0,0 0,-1-1,0 1,0-1,-1 0,2-12,-1 0,0 0,-2 0,0 0,-1 0,-1 0,-2-6,3 27,0 0,0 0,0 1,0-1,0 0,0 1,0-1,0 0,0 0,0 1,0-1,0 0,0 1,-1-1,1 0,0 0,0 1,0-1,0 0,0 0,-1 0,1 1,0-1,0 0,0 0,-1 0,1 1,0-1,0 0,-1 0,1 0,0 0,0 0,-1 0,1 1,0-1,0 0,-1 0,1 0,0 0,-1 0,1 0,0 0,0 0,-1 0,1 0,0 0,0 0,-1-1,1 1,0 0,-1 0,1 0,0 0,0 0,0-1,-1 1,-6 25,1-1,1 1,1 0,1 1,2-1,0 1,1-1,2 0,4 23,-1-24,0 0,2-1,1 0,1 0,0-1,2 0,1-1,2 3,20 27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6:53.6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0,'5'7,"1"15,0 21,-2 20,-1 17,-1 9,-1 2,0-7,-1-9,2-14,3-17,5-16,1-13</inkml:trace>
  <inkml:trace contextRef="#ctx0" brushRef="#br0" timeOffset="637.559">375 13,'-30'19,"0"2,2 1,0 1,2 1,0 1,2 1,1 2,-3 6,25-34,1 1,-24 27,1 0,2 2,1 0,-14 29,33-58,0 0,0-1,0 1,1 0,-1 1,0-1,0 0,1 0,-1 0,1 0,-1 0,1 1,0-1,-1 0,1 0,0 1,0-1,0 0,0 0,0 1,0-1,0 0,0 0,1 1,-1-1,0 0,1 0,-1 1,1-1,0 0,-1 0,1 0,0 0,-1 0,1 0,0 0,0 0,0 0,0 0,0-1,0 1,0 0,0-1,0 1,0-1,1 1,-1-1,0 1,0-1,0 0,1 1,-1-1,0 0,1 0,-1 0,0 0,2 0,143-3,-105 0,1 3,0 0,28 6,-61-6,1 1,-1 1,1-1,-1 2,0-1,1 1,-1 0,-1 1,1 0,-1 1,1 0,-1 0,0 0,-1 1,0 0,0 1,0 0,0 0,2 5,-7-8,0 0,0 0,1 0,-1 0,1-1,-1 1,1-1,1 1,-1-1,0 0,1-1,-1 1,1 0,0-1,0 0,1 1,9 3,1 1,0-2,0 0,0-1,0 0,1-2,-1 1,1-2,12 0,-23-3,0 0,0-1,0 1,0-1,0 0,-1 0,0-1,1 1,-1-1,0 0,-1 0,1 0,-1-1,0 1,0-1,0 0,0 0,-1 0,0 0,0 0,-1 0,1-1,-1 1,0-1,0 1,-1-1,0 1,0-2,1 4,0 0,0 0,1 0,-1-1,0 1,-1-1,1 1,-1 0,1-1,-1 1,0-1,0 1,-1-1,1 1,-1-1,0 1,1 0,-1-1,-1 1,1 0,0 0,-1 0,0 0,0 0,0 0,0 0,0 0,0 1,-1-1,1 1,-1 0,0 0,0 0,0 0,0 0,0 0,0 1,-7-1,0 0,1 0,-1 1,0 1,0 0,1 0,-1 1,0 0,0 1,1 0,-1 0,1 1,0 0,0 1,0 0,0 0,1 1,-1 0,1 1,0 0,1 0,-1 0,-1 4,7-8,0 0,0 0,1 0,-1 0,1 0,0 0,0 1,0-1,0 0,0 1,0-1,0 1,1-1,-1 1,1-1,0 1,0-1,0 1,0-1,0 1,0-1,1 1,-1 0,1-1,0 0,0 1,0-1,0 1,0-1,0 0,1 0,-1 0,1 0,-1 0,1 0,0 0,0 0,35 24,5-4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00.4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 0,'55'8,"0"3,0 2,-1 2,38 17,-84-30,0 1,1-1,-1 1,0 1,0 0,-1 0,1 0,-1 1,0 0,0 1,0-1,-1 1,0 1,0-1,-1 1,1 0,-2 0,1 1,-1-1,0 1,0 0,-1 0,0 0,1 8,-6-3,0 0,-1-1,-1 1,0-1,-1 0,0 0,0-1,-1 1,-1-1,0-1,-1 1,0-1,0-1,-1 1,0-1,-9 6,7-4,-16 16,15-15,-1-1,1 2,1 0,0 0,1 1,1 0,0 1,1 0,0 0,-1 6,8-17,0 0,1 0,-1 0,1 0,0 0,0 0,0 1,1-1,-1 0,1 0,0-1,0 1,1 0,-1 0,1 0,0-1,0 1,0-1,0 1,0-1,1 0,0 0,-1 0,1 0,0-1,0 1,1-1,-1 1,2-1,7 6,2-1,-1 0,1-1,0-1,0 0,0 0,5-1,15 4,0-2,1-1,-1-2,1-1,-1-2,1-1,0-2,-1-1,8-4,-39 8,0-1,0 1,1-1,-1 0,0 0,0 0,-1-1,1 1,0-1,0 0,-1 1,1-1,-1 0,1 0,-1-1,0 1,0 0,0-1,0 0,2-15</inkml:trace>
  <inkml:trace contextRef="#ctx0" brushRef="#br0" timeOffset="184.402">1 388,'18'-9,"22"-3,22 3,22 5,16 8,10 5,1 4,-5 2,-22-2</inkml:trace>
  <inkml:trace contextRef="#ctx0" brushRef="#br0" timeOffset="695.203">950 535,'7'-3,"1"-1,-1 0,1 0,-1-1,-1 0,1 0,-1 0,0-1,0 0,0 0,-1-1,0 0,0 0,-1 0,0 0,0-1,0 1,-1-1,0 0,-1 0,1-6,-3 14,0 0,1 1,-1-1,0 0,0 0,0 0,0 1,0-1,0 0,0 0,1 0,-1 0,0 1,0-1,0 0,1 0,-1 0,0 0,0 0,0 0,1 1,-1-1,0 0,0 0,0 0,1 0,-1 0,0 0,0 0,1 0,-1 0,0 0,0 0,0 30,-5 53,0-40,3 1,1-1,1 0,3 0,2 1,2-2,1 1,4 7,5 2,-17-52,0 0,1 1,-1-1,0 1,0-1,0 0,0 1,0-1,0 1,0-1,0 0,0 1,0-1,0 1,0-1,0 0,0 1,0-1,0 1,0-1,0 0,-1 1,1-1,0 0,0 1,0-1,-1 0,1 1,0-1,-1 0,1 1,0-1,0 0,-1 0,1 1,0-1,-1 0,1 0,-1 0,1 0,0 1,-1-1,1 0,-1 0,1 0,0 0,-1 0,1 0,-1 0,1 0,0 0,-1 0,1 0,-1 0,1-1,0 1,-1 0,1 0,0 0,-1 0,1-1,0 1,-1 0,1 0,0-1,-1 1,1 0,0-1,-32-18,26 15,-52-28,59 32,-1 0,1 0,-1 0,0 0,1 0,-1 0,1 0,-1 0,1 0,-1 0,0 0,1 0,-1-1,1 1,-1 0,0 0,1 0,-1-1,0 1,1 0,-1 0,0-1,1 1,-1 0,0-1,0 1,1 0,-1-1,0 1,0 0,0-1,1 1,-1-1,0 1,0 0,0-1,0 1,0-1,0 1,0-1,0 1,0 0,0-1,0 1,0-1,0 1,0-1,0 1,-1 0,1-1,0 1,0 0,0-1,-1 1,1-1,269 0,-210 1</inkml:trace>
  <inkml:trace contextRef="#ctx0" brushRef="#br0" timeOffset="896.805">1658 910,'-4'-2,"-2"-1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6:58.5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1,'53'0,"0"3,0 2,0 2,-1 3,36 12,7 21,-92-41,1 0,-1 1,0-1,0 1,-1-1,1 1,0 0,-1 0,0 0,0 1,0-1,0 0,0 1,-1-1,1 1,-1 0,0-1,0 1,0 0,-1 0,1 0,-1-1,0 1,0 0,-1 2,-2 5,-1-1,-1 0,0 1,0-2,-1 1,0-1,-1 0,0 0,0 0,-1-1,0 0,-1-1,0 0,-5 4,7-5,-57 46,35-31,1 2,2 1,0 1,-10 16,33-39,1 0,0 0,0 0,0 0,0 0,1 1,-1-1,1 1,-1-1,1 1,0 0,0-1,0 1,0 0,1 0,-1 0,1 0,-1 0,1 0,0 0,0 0,1-1,-1 1,0 0,1 0,0 0,0 0,0 0,0-1,0 1,0 0,1-1,-1 1,1-1,1 2,8 3,-1 0,1-1,0-1,0 1,1-2,-1 0,1 0,0-1,0-1,0 0,1 0,6-1,-11 0,118 10,0-6,38-6,-110 0</inkml:trace>
  <inkml:trace contextRef="#ctx0" brushRef="#br0" timeOffset="440.432">54 389,'164'2,"-132"1,473 52,-477-52,-12-2,-1 1,0 0,1 1,-1 1,0 1,-1 0,10 5,-23-10,0 0,-1 1,1-1,0 0,0 1,-1-1,1 1,-1 0,1-1,0 1,-1-1,1 1,-1 0,1-1,-1 1,0 0,1 0,-1-1,0 1,1 0,-1 0,0-1,0 1,0 0,0 0,0 0,0 0,0-1,0 1,0 0,0 0,0 0,0-1,-1 1,1 0,0 0,-1-1,1 1,0 0,-1 0,1-1,-1 1,1 0,-1-1,1 1,-1 0,-34 29,27-24,1 0,-2 0,-1 2,1-1,0 1,1 1,0 0,0 0,1 0,0 1,-2 4,8-13,1 0,-1 1,1-1,0 0,-1 0,1 1,0-1,0 0,0 1,0-1,0 0,0 1,0-1,0 0,0 0,1 1,-1-1,0 0,1 0,-1 1,1-1,0 0,-1 0,1 0,0 0,0 0,-1 0,1 0,0 0,0 0,0 0,0-1,0 1,0 0,1-1,-1 1,1 0,49 14,-38-13,0 0,0-1,0-1,0 0,1-1,-1 0,0-1,0 0,0-1,-1-1,1 0,-1 0,0-1,0-1,9-6,-18 10,-1-1,0 1,0-1,0 0,0 0,-1 0,1 0,-1 0,0 0,0 0,0 0,0 0,0 0,-1-1,1 1,-1 0,0-1,0 1,0 0,0-1,-1 1,0 0,1 0,-1-1,0 1,0 0,-1 0,1 0,-1 0,0 0,1 0,-1 1,0-1,-1 1,1-1,0 1,-1 0,1 0,-1 0,0 0,0 0,1 0,-1 1,0-1,-1 1,1 0,0 0,-3 0,-4-4,-1 0,-1 1,1 1,-1 0,1 0,-1 1,0 1,0 0,0 1,0 0,1 0,-1 1,0 1,0 0,1 1,-1 0,1 1,0 0,0 1,-2 1,11-5,0 1,-1-1,1 1,0 0,0 0,0 0,0 1,1-1,-1 0,0 1,1-1,0 1,0-1,-1 1,1 0,1-1,-1 1,0 0,1 0,0 0,-1 0,1 1,5 25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03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47 161,'-39'-123,"36"168,3 81,-1 29,18 143,-8-239,-9-85,-29-112,29 134,-1 1,1-1,0 1,1 0,-1-1,1 1,-1 0,1-1,0 1,0 0,1 0,-1 0,1 0,-1 0,1 0,0 0,0 0,0 1,1-1,-1 1,0-1,1 1,0 0,-1 0,1 0,0 1,0-1,0 1,0-1,1 1,-1 0,0 0,0 0,1 1,-1-1,0 1,2 0,10-3,0 1,0 1,0 0,1 1,-1 1,0 0,0 1,5 2,-12-1,0-1,0 2,-1-1,1 1,-1 1,0-1,0 1,0 0,-1 1,0-1,0 1,0 1,-1-1,0 1,0 0,-1 0,2 3,-3-5,-1 0,1 0,-1 0,-1 0,1 1,-1-1,1 1,-2-1,1 1,0-1,-1 1,0-1,-1 1,1-1,-1 1,0-1,0 0,-1 1,1-1,-1 0,-1 0,1 0,-1 0,1 0,-1 0,-3 2,-2 1,-1 0,-1 0,1-1,-1 0,-1-1,1 0,-1 0,0-1,0-1,-1 0,1 0,-1-1,0-1,0 0,0 0,0-1,0-1,0 0,0-1,0 0,-12-3,6-3,20 4</inkml:trace>
  <inkml:trace contextRef="#ctx0" brushRef="#br0" timeOffset="285.234">489 0,'11'16,"13"21,10 21,5 17,0 16,-1 7,-7 6,-9 0,-16-1,-21-4,-27-3,-25-5,-19-8,-8-12,12-18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05.0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1,'0'23,"0"18,0 17,0 9,0 5,0-1,0-3,0-7,2-11,1-12,0-14,-1-12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05.3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68,'18'-5,"22"-1,20-2,19-2,10-2,7 2,3 2,-1 3,-7 2,-12 3,-19 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05.9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58 358,'-2'-45,"-1"1,-3-1,-1 1,-3 0,-8-21,16 57,1 7,0 0,0-1,0 1,0-1,1 1,-1-1,0 1,1-1,-1 1,1-1,-1 0,1 1,0-1,0 0,-1 1,1-1,0 0,1 1,-1-1,0 0,0 1,1-1,-1 0,1 1,0-1,-1 1,1-1,0 1,0-1,0 1,0-1,0 1,0 0,0 0,0 0,1-1,-1 1,0 0,1 0,-1 1,1-1,-1 0,2 0,16 1,0 1,0 1,-1 1,1 0,-1 2,14 4,-25-7,1 0,-1 1,0-1,0 1,0 1,0-1,0 1,-1 1,1-1,-1 1,0 0,-1 1,1-1,-1 1,0 0,-1 0,1 1,-1-1,0 1,-1 0,0 0,0 0,1 4,15 157,-19-166,1 1,-1-1,1 0,-1 0,1 1,0-1,0 0,0 0,0 0,0 0,1 0,-1 0,1-1,-1 1,1 0,-1-1,1 1,0-1,0 1,0-1,0 0,0 0,0 0,0 0,0 0,0 0,0-1,1 1,-1-1,0 1,1-1,-1 0,0 0,0 0,1 0,-1 0,0-1,1 1,-1-1,0 1,0-1,1 0,10-5,1 0,-1-1,0 0,0-1,-1-1,0 0,-1 0,0-1,0-1,-1 0,-1 0,1-1,-2 0,0-1,0 0,-4 7,0-1,0 0,0 0,-1 0,0 0,0-1,-1 1,0-1,0 1,-1-1,0 0,0 0,-1 0,0-7,0 14,0 0,-1 0,1-1,0 1,-1 0,1 0,-1-1,1 1,-1 0,0 0,1 0,-1 0,0 0,0 0,0 0,0 0,0 0,0 0,0 1,0-1,0 0,0 0,0 1,0-1,-1 1,1-1,0 1,0 0,-1 0,1-1,0 1,-1 0,1 0,0 0,0 0,-1 0,1 0,0 1,-1-1,1 0,-1 1,-43 31,40-26,1 0,-1 0,1 0,1 1,-1 0,1 0,0 0,1 0,-1 0,1 0,1 1,-1-1,2 0,-1 1,1 0,0-1,0 1,1-1,0 1,0-1,1 0,0 1,0-1,1 0,-1 0,2 0,-1-1,1 1,0-1,0 1,1-1,2 2,6 0,-1-1,1 0,0-1,0-1,1 0,0 0,-1-1,2-1,-1-1,0 0,0-1,1 0,-1-1,14-2,35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06.3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242 6,'-18'-2,"0"1,0 0,0 1,0 1,1 0,-1 2,-2 0,14-1,1-1,1 1,-1-1,0 1,0 1,0-1,1 1,0-1,-1 1,1 1,0-1,0 1,1-1,-1 1,1 0,0 0,0 1,0-1,0 0,1 1,0 0,0 0,0 0,1-1,-1 2,1 1,0-3,0 1,1-1,-1 0,1 0,0 1,1-1,-1 0,1 1,-1-1,1 0,1 0,-1 0,1 0,-1 0,1 0,0 0,0-1,1 1,-1-1,1 1,0-1,0 0,0 0,0 0,0 0,1-1,-1 1,4 1,5 2,-1 0,1-1,1 0,-1-1,1 0,0-1,0-1,12 1,-4 0,1-2,0 0,0-2,-1 0,1-1,0-2,-1 0,0-1,0-1,0-1,-1-1,0-1,0 0,-1-2,16-11,-29 17,0 1,-1-1,0 0,0 0,0-1,-1 1,1-1,-1 0,-1 0,1-1,-1 1,0-1,-1 0,1 0,-1 1,-1-2,1 1,-1 0,-1 0,1 0,-1-6,0 12,0 0,0 0,0 0,1 1,-1-1,0 0,-1 0,1 0,0 0,0 0,0 0,0 0,-1 0,1 0,0 0,-1 1,1-1,-1 0,1 0,-1 0,1 1,-1-1,0 0,1 1,-1-1,0 0,1 1,-1-1,0 1,0-1,0 1,1-1,-1 1,0 0,0-1,0 1,0 0,0 0,0 0,0 0,0 0,0 0,0 0,1 0,-1 0,0 0,0 0,0 1,0-1,0 0,0 1,0-1,1 0,-1 1,0-1,0 1,0-1,1 1,-1 0,0 0,-4 7,1 1,0 0,0 0,1 0,0 1,1-1,0 1,0-1,1 1,0 0,1-1,0 1,0 0,1 0,1-1,0 1,1 3,-1-6,1-1,0 0,1 0,-1-1,1 1,0-1,0 0,1 0,-1 0,1 0,0-1,1 0,-1 0,1 0,-1-1,1 1,0-2,1 1,-1-1,0 1,1-2,-1 1,1-1,2 0,34 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06.9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27 133,'-3'4,"0"-1,0 1,1 0,0 0,-1 0,2 0,-1 0,0 1,1-1,0 0,0 1,0-1,0 1,1-1,-1 1,1 0,1-1,-1 1,1-1,-1 1,1-1,0 1,1-1,-1 0,1 1,0-1,0 0,0 0,1 0,-1 0,1-1,0 1,0-1,3 3,3 0,1 0,0-1,0 0,0-1,0 0,1 0,-1-1,1-1,0 0,0 0,0-1,0 0,0-1,0-1,0 1,0-2,0 0,0 0,0 0,9-5,-10 2,1-1,0 0,-1 0,-1-1,1-1,-1 0,0 0,0 0,-1-1,-1-1,1 1,-2-1,1 0,-1-1,-1 0,0 0,0 0,-1 0,-1-1,0 1,2-11,-3 96,-2-69,0 0,1 0,-1 0,1 0,0 0,0 0,1 0,0 0,0 0,0 0,0-1,1 1,-1-1,1 0,0 0,1 0,-1 0,1 0,-1-1,1 1,0-1,1 0,-1 0,0-1,1 1,0-1,-1 0,1 0,0-1,0 1,0-1,0 0,2 0,3-1,0 0,1 0,-1-1,1 0,-1-1,0 0,0-1,0 0,0-1,0 0,-1 0,1-1,-1 0,-1-1,1 0,-1 0,0-1,0 0,-1 0,1-1,-2 0,1 0,-1-1,-1 0,1 0,-2 0,1 0,-1-1,-1 0,1 0,-2 0,1 0,-1 0,-1-1,0-4,0 12,0 1,-1 0,1-1,-1 1,0 0,0-1,0 1,0-1,0 1,0-1,-1 1,1 0,-1-1,0 1,1 0,-1-1,0 1,0 0,-1 0,1 0,0 0,-1 0,1 0,-1 0,0 1,1-1,-1 0,0 1,0 0,-1-1,0 3,1 1,-1 0,0 0,1 0,0 0,-1 0,1 1,0-1,0 1,1-1,-1 1,0 0,1 0,-1-1,1 1,0 0,0 0,0 0,1 1,-1-1,1 0,0 0,-1 0,2 2,-2 2,1 0,0-1,1 1,-1 0,1-1,0 1,1-1,0 0,0 1,0-1,1 0,0 0,0 0,1-1,-1 1,1-1,0 1,1-1,-1-1,1 1,0-1,0 0,1 0,-1 0,1 0,0-1,-1 0,2-1,-1 1,0-1,1 0,31 9,1-1,0-2,0-1,1-3,0-1,28-2,0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07.6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320 14,'-21'-4,"1"0,-2 1,1 2,0 0,0 1,-1 1,-9 2,24-2,0 0,0 0,1 1,-1 0,0 0,1 1,-1 0,1 0,0 0,0 1,0 0,1 0,-1 1,1-1,0 1,0 0,1 1,-1-1,1 1,0 0,1 0,-1 0,1 0,0 2,2-5,0 0,-1 1,2-1,-1 0,0 0,1 1,-1-1,1 0,0 1,0-1,0 0,1 1,-1-1,1 0,0 0,0 1,0-1,0 0,1 0,-1 0,1 0,-1 0,1-1,0 1,0 0,1-1,-1 1,0-1,1 0,-1 0,1 0,0 0,0 0,0-1,0 1,0-1,0 0,0 0,0 0,1 0,-1 0,3-1,3 1,0 0,0-1,-1 0,1 0,0-1,0 0,-1-1,1 0,-1 0,1-1,-1 0,0 0,0-1,0 0,-1-1,1 0,-1 0,0 0,0-1,-1 0,0 0,0-1,0 0,-1 0,0 0,0 0,-1-1,0 0,0 0,-1 0,0 0,-1-1,1-3,-2-3,-11 43,9-22,1 0,-1 0,1-1,1 1,-1 0,1 0,0 0,0-1,0 1,1 0,0-1,0 1,0-1,1 0,0 0,0 0,0 0,0 0,1-1,0 1,0-1,0 0,1 0,-1-1,1 1,0-1,0 0,0 0,0-1,3 2,41 11,1-5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08.7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185 722,'-12'1,"0"-1,0 1,0 1,0 0,0 1,1 0,-1 1,1 0,-3 2,10-4,0 0,0 0,0 0,0 1,0 0,1 0,-1 0,1 0,0 0,0 1,0-1,0 1,1 0,-1 0,1 0,0 0,0 1,1-1,-1 0,1 1,0-1,0 1,1-1,-1 1,1 0,0 0,0-1,1 0,-1 0,1 0,0 0,0 0,1 0,-1 0,1-1,0 1,0 0,0-1,1 1,-1-1,1 0,-1 0,1 0,0 0,0 0,1-1,-1 1,1-1,-1 0,1 0,2 1,103 28,-86-29,0 0,1-2,-1 0,0-2,0 0,0-2,0 0,0-2,-1 0,0-2,0 0,-1-2,0 0,0-1,-1-1,10-9,-23 15,-1-1,0 1,1-1,-2-1,1 1,-1-1,-1 0,1 0,0-4,-3 10,-1-1,0 1,0 0,0-1,-1 1,1-1,0 1,-1-1,0 0,0 1,1-1,-2 1,1-1,0 0,0 1,-1-1,1 1,-1-1,0 1,0-1,0 1,0 0,0-1,-1 1,1 0,-1 0,1 0,-1 0,0 0,0 0,0 0,0 1,0-1,-2 0,3 1,-1 0,0 0,0 0,0 0,1 1,-1-1,0 1,0-1,0 1,0 0,0 0,0 0,0 0,0 0,0 0,0 0,0 1,0-1,0 1,1-1,-1 1,0 0,0 0,0 0,1 0,-1 0,0 0,1 0,-1 1,1-1,0 0,-1 1,1-1,0 1,0 0,-1 1,-2 2,1 1,0 0,0 0,1 0,-1 0,1 0,1 0,-1 1,1-1,-1 7,2-7,0 1,1-1,-1 1,1-1,1 1,-1-1,1 1,0-1,0 0,1 0,0 0,0 0,0-1,1 1,0-1,0 1,0-2,1 1,-1 0,1-1,0 0,1 0,-1 0,1 0,-1-1,1 0,0-1,2 1,2 2,0-2,1 0,0 0,-1 0,1-2,0 1,0-1,0-1,1 0,-1-1,0 0,0 0,-1-1,1-1,0 0,6-3,-5 0,0-1,-1-1,1 0,-2 0,0-1,0 0,0-1,-1 0,-1-1,1 0,-2 0,0 0,0-1,-1-1,4-9,-9 18,1 0,0 0,-1 0,2 0,-1 0,0 1,1-1,0 1,0 0,0 0,0 0,0 0,0 0,1 0,0 1,-1 0,1 0,0 0,0 0,0 1,0-1,0 1,1 0,-1 0,0 0,0 1,4 0,10 1,1 1,0 1,0 1,-1 0,0 1,0 2,0-1,-1 2,0 0,0 2,-1-1,0 2,1 1,27 44,-43-54,0 0,-1 0,1 0,-1 0,1 0,-1 0,0 0,0 0,0 0,0 0,0 0,0 0,-1 0,1 0,-1 0,1 0,-1 0,0 0,0 0,0-1,0 1,0 0,0 0,0-1,0 1,-1-1,1 1,-1-1,1 1,-1-1,0 0,-1 1,-2 1,-1 0,1 0,0-1,-1 0,0 0,0 0,1-1,-1 0,0 0,0 0,0-1,-1 0,5 0,0 0,-1 0,1 0,-1 0,1 0,0-1,-1 1,1-1,0 0,-1 1,1-1,0 0,0 0,0-1,0 1,0 0,0-1,0 1,0-1,1 0,-1 0,1 1,-1-1,1 0,-1 0,1 0,0-1,0 1,0 0,0 0,1-1,0-5,1 0,0 1,0-1,1 0,0 0,1 1,-1-1,1 1,1 0,-1 0,1 0,1 0,-1 1,1-1,0 1,1 1,2-4,0-1,6-7,22-24,-3-2,-1-1,-2-1,-3-2,-1-1,-2 0,1-13,-15 29,-1 0,-2-1,-1 0,-2-1,-1 1,-1-1,-3-13,-11-15,12 61,-1 0,1 0,0 0,-1 0,1 0,-1 0,1 0,-1-1,1 1,-1 1,0-1,1 0,-1 0,0 0,0 0,0 0,0 1,0-1,0 0,0 1,0-1,0 1,0-1,0 1,0-1,0 1,0 0,0 0,-1-1,1 1,0 0,0 0,0 0,0 0,-1 0,1 1,0-1,0 0,0 0,0 1,0-1,0 1,-1-1,1 1,0-1,0 1,1 0,-2 0,-6 7,1 1,-1 0,1 0,1 0,-1 1,2 0,-1 1,2-1,-1 1,1 0,1 0,-2 11,5-22,-10 27,2 0,2 0,0 1,2 0,0-1,2 2,2-1,0 0,2 0,1 0,1 0,1-1,2 0,0 0,2 0,1-1,2 0,0-1,1 0,12 15,-14-24,1-1,1 0,1-1,0-1,0 0,1-1,1 0,0-1,1-1,0 0,0-2,1 0,0-1,1 0,-15-6,-1 0,1 0,0-1,-1 1,1-1,0 0,-1 0,1 0,0 0,0-1,-1 1,1-1,-1 0,1 0,-1-1,1 1,-1-1,1 0,-1 1,0-2,0 1,0 0,0 0,-1-1,1 0,0 1,-1-1,0 0,0 0,0 0,0-1,0 1,-1 0,1-1,-1 1,0-1,0-1,4-11,-1-1,-1 1,-1 0,0-1,-2 1,1-1,-2 1,-1-8,2 24,0 0,0 1,0-1,0 0,0 0,0 1,0-1,0 0,0 0,0 1,0-1,0 0,-1 0,1 0,0 1,0-1,0 0,0 0,0 0,-1 0,1 1,0-1,0 0,0 0,-1 0,1 0,0 0,0 1,0-1,-1 0,1 0,0 0,0 0,0 0,-1 0,1 0,0 0,0 0,-1 0,1 0,0 0,0 0,-1 0,1 0,0 0,0 0,0 0,-1-1,1 1,0 0,0 0,-1 0,1 0,0 0,-3 8,0 0,0 0,1 0,0 0,1 1,0-1,0 1,1-1,0 1,0-1,1 1,0-1,0 1,1-1,1 0,-1 0,1 0,0 0,1 0,0-1,0 1,1-1,0 0,0 0,0-1,1 1,0-1,1-1,-1 1,2 0,-1-2,1 0,0-1,0 0,0 0,0 0,1-1,-1-1,0 1,1-1,0-1,-1 1,5-2,15-3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08.9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63,'9'-2,"23"-3,32-3,32-3,27-1,17-1,-14 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35.4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264 14,'-15'-4,"0"1,1 1,-1 0,0 1,0 0,0 1,0 1,0 0,0 1,0 1,1 0,-1 1,-8 4,-21 30,43-37,1 1,-1-1,1 0,-1 1,1-1,0 1,0-1,-1 1,1-1,0 1,0-1,1 1,-1-1,0 1,0-1,1 1,-1-1,1 1,-1-1,1 0,0 1,0-1,-1 0,1 1,0-1,0 0,0 0,0 0,1 0,-1 0,0 0,0 0,0 0,1-1,-1 1,1 0,-1-1,11 6,1-2,-1 1,1-2,0 0,-1 0,1-1,1-1,-1 0,0-1,0 0,0-1,0 0,0-1,7-3,-14 4,0 0,0-1,0 0,0 0,0 0,-1-1,1 1,-1-2,0 1,0 0,0-1,0 0,0 0,-1-1,0 1,0-1,0 0,0 0,-1 0,0-1,2-2,-9-9,-12 32,14-11,0 1,1-1,-1 1,1 0,0-1,0 1,0 0,1 0,0 0,-1 0,2 0,-1-1,1 1,-1 0,1 0,1 0,-1-1,1 1,0-1,0 1,0-1,0 0,1 0,0 1,-1-2,2 1,-1 0,4 2,3 4,1 0,0-1,0-1,1 0,0-1,1 0,0-1,0 0,5 1,37 10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31.2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0 800,'22'3,"1"0,-1-2,1 0,0-1,-1-2,1 0,-1-1,0-2,0 0,0-1,-1-1,0-1,0-1,0-1,-2-1,1 0,-1-2,-1 0,5-5,-14 11,1-1,-1 0,0 0,-1-1,1 0,-2 0,0-1,0 0,0-1,-1 1,-1-1,0 0,-1-1,0 1,0-1,-1 0,-1 1,0-1,0-1,-1-5,-1 16,0 0,0 0,0-1,0 1,0 0,0 0,0-1,-1 1,0 0,1 0,-1 0,0 0,0 0,0 0,0 0,0 0,0 0,-1 0,1 1,-1-1,1 0,-1 1,0-1,1 1,-1 0,0-1,0 1,0 0,0 0,0 0,0 1,0-1,0 0,-1 1,1-1,0 1,0 0,-1 0,1 0,0 0,0 0,0 0,-1 1,1-1,0 1,-2 0,-4 4,1 0,0 1,0 0,0 1,0-1,1 1,0 1,1-1,-1 1,2 0,-1 0,1 0,0 1,1-1,0 1,-1 4,-13 41,3 1,2 1,3 0,1 0,4 1,2-1,2 1,3 0,2-1,6 15,52 226,-28-148,-23-59,-14-64</inkml:trace>
  <inkml:trace contextRef="#ctx0" brushRef="#br0" timeOffset="458.412">107 1040,'27'-16,"1"2,0 1,0 1,2 1,-1 1,1 2,0 1,1 2,0 1,0 1,11 1,-42 2,121 1,-117 0,1-1,-1 1,0 0,1 1,-1-1,0 1,0 0,0 0,0 0,0 0,0 1,0 0,-1-1,1 1,-1 1,0-1,0 0,0 1,-1 0,1-1,-1 1,0 0,0 0,2 4,3 47,-7-50,0 1,0-1,0 1,1 0,0-1,0 1,1-1,-1 0,1 1,0-1,0 0,1 0,0 0,0-1,2 4,-3-7,0 1,0 0,0-1,1 0,-1 0,0 1,1-1,-1-1,1 1,-1 0,1-1,-1 1,1-1,0 1,-1-1,1 0,0-1,-1 1,1 0,-1-1,1 1,-1-1,1 0,-1 1,1-2,-1 1,1 0,0-1,58-46,-53 37,0-1,-1 1,0-2,-1 1,0-1,-1 0,0 0,-1-1,-1 1,0-1,-1 0,-1 0,0 0,4 133,-4-112,1-1,-1 0,1 1,0-1,0 0,1 0,0 0,0-1,0 1,1-1,0 1,0-1,0 0,1-1,-1 1,1-1,0 0,1 0,-1 0,1-1,19 8</inkml:trace>
  <inkml:trace contextRef="#ctx0" brushRef="#br0" timeOffset="841.661">1163 894,'0'7,"1"0,-1 0,1 1,1-1,-1 0,1 0,0 0,1 0,0 0,0-1,0 1,1-1,0 0,0 0,0 0,1 0,0-1,0 0,1 0,-1 0,1-1,0 0,0 0,1 0,-1-1,1 0,0 0,-1 0,3-1,-5 0,1-1,0 0,-1 0,1 0,0-1,-1 1,1-1,0-1,-1 1,1 0,0-1,-1 0,1 0,-1-1,1 1,-1-1,0 0,1 0,-1 0,0-1,0 1,-1-1,1 0,0 0,-1 0,0-1,0 1,0-1,0 0,1-2,6-11,0 0,-1 0,-1-1,-1-1,4-14,-8 79,-3-39,0 0,1 0,-1-1,1 1,1 0,-1-1,1 1,0-1,1 1,-1-1,1 0,0 0,1 0,0-1,0 1,0-1,0 0,1 0,0 0,0-1,0 1,0-1,1-1,0 1,0-1,1 1,36 10,1-5</inkml:trace>
  <inkml:trace contextRef="#ctx0" brushRef="#br0" timeOffset="1460.602">2032 840,'-10'-1,"0"0,-1 0,1 1,0 1,-1 0,1 0,0 1,0 0,-1 1,2 0,-1 1,0 0,1 0,0 1,0 1,0-1,0 1,1 1,-6 5,13-10,-1 1,0 0,1 0,0 0,-1 0,1 0,0 0,0 0,1 0,-1 0,1 0,0 0,-1 1,1-1,1 0,-1 0,0 0,1 1,0-1,0 0,-1 0,2 0,-1 0,0 0,1 0,-1-1,1 1,0 0,0-1,0 1,4 4,0-1,0 0,1 0,0-1,0 1,0-1,0-1,1 0,0 0,5 2,-3-1,1-1,-1-1,1 1,-1-2,1 1,0-2,0 1,0-1,0-1,0 0,0-1,1 0,-2-1,1 0,0 0,0-1,-1-1,1 0,-1 0,0-1,0 0,-1-1,1 0,-1 0,-1-1,1 0,-1-1,2-2,3-13,-1-1,-2 0,0 0,-1-1,-1 0,-2-1,0 1,-2-1,0-1,-2 1,-1 0,-3-19,3 41,3-95,-3 0,-5-1,-5 1,-5-6,-20-10,34 114,-1-1,1 1,-1-1,1 1,-1 0,1-1,-1 1,0 0,0 0,1-1,-1 1,0 0,0 0,0 0,0 0,0 0,-1 0,1 0,0 1,0-1,-1 0,1 1,0-1,-1 1,1-1,0 1,-1 0,1-1,-1 1,1 0,-1 0,1 0,-1 0,1 0,0 0,-1 1,1-1,-1 0,1 1,0-1,-1 1,1 0,0-1,-1 1,1 0,0 0,0 0,0-1,0 1,0 1,0-1,0 0,0 0,0 0,0 0,0 1,1-1,-1 0,0 2,-8 15,1 1,1 0,0 0,1 1,1 0,1 0,1 0,0 13,3-29,-7 42,2 1,2-1,2 0,2 1,2-1,2 0,2 0,2 0,2-1,2 0,2-1,2-1,2 0,2-2,1 0,-13-27,1-1,0 0,0 0,2-2,-1 1,2-1,7 5,-17-13,1-1,0 1,0-1,0 0,0 0,0 0,0-1,0 1,1-1,-1 0,1 0,-1-1,1 1,-1-1,1 0,-1 0,0-1,1 1,-1-1,1 0,-1 0,0-1,1 1,-1-1,0 0,0 0,0 0,0 0,0-2,8-6,-1-1,-1 0,0 0,0-1,-1-1,-1 0,0 0,-1 0,0-1,1-4,18-32,-27 50,1 0,0 0,0 0,0 1,0-1,0 0,0 0,0 1,-1-1,1 0,0 0,0 1,0-1,0 0,0 0,0 1,0-1,0 0,0 0,0 1,1-1,-1 0,0 0,0 1,0-1,0 0,0 0,0 1,1-1,-1 0,0 0,0 0,0 1,0-1,1 0,-1 0,0 0,0 0,0 0,1 1,-1-1,0 0,0 0,1 0,-1 0,0 0,0 0,1 0,-1 0,0 0,0 0,1 0,-1 0,0 0,0 0,1 0,-1 0,0 0,0 0,1 0,-1-1,1 28,-2-22,1 0,0 0,0 0,0 0,1 0,0-1,0 1,0 0,0 0,1-1,0 1,0-1,0 0,0 1,1-1,0 0,0 0,0 0,0-1,0 1,1-1,0 0,0 0,0 0,0 0,0-1,0 1,1-1,-1 0,1-1,1 1,22 6</inkml:trace>
  <inkml:trace contextRef="#ctx0" brushRef="#br0" timeOffset="1737.477">2807 679,'-15'-7,"-11"-4,-5-3,3 1</inkml:trace>
  <inkml:trace contextRef="#ctx0" brushRef="#br0" timeOffset="1986.589">1953 359,'29'-11,"35"-4,32 0,26 6,16 6,-16 3</inkml:trace>
  <inkml:trace contextRef="#ctx0" brushRef="#br0" timeOffset="2424.317">3022 840,'0'118,"1"-113,0 0,1 0,0 0,-1 0,2 0,-1 0,1 0,-1 0,1-1,1 0,-1 1,0-1,1 0,0-1,0 1,0-1,1 1,-1-1,1-1,2 2,1 0,0-1,0 0,0 0,0-1,0 0,1 0,-1-1,1 0,-1-1,1 0,-1 0,1 0,-1-2,4 0,-8 1,1 0,-1 0,1-1,-1 1,0-1,0 0,0 0,0-1,0 1,-1-1,1 0,-1 0,1 0,-1-1,0 1,-1-1,1 0,0 1,-1-1,0 0,0 0,0-1,-1 1,1 0,-1-1,0 1,0-2,0 0,-1 0,1-1,-2 1,1 0,-1 0,1 0,-2 0,1 0,-1 0,0 0,0 0,0 0,-1 1,0-1,0 1,-1 0,1 0,-1 0,0 0,0 1,-1-1,-3-2,-3-2,-1-1,-1 2,1 0,-1 0,0 1,-1 1,0 0,-13-3,10 4,-1 0,1 1,-1 1,0 1,1 0,-1 2,0 0,-8 1,10 7,34 2,27-1,0-2,0-2,1-2,25-2,-9 1,-17-1,-7-1,-1 2,1 2,0 1,0 2,-36-7,0 0,1 1,-1-1,0 0,0 1,-1 0,1-1,0 1,0 0,0 0,0 0,-1 0,1 0,0 0,-1 1,1-1,-1 0,1 1,-1 0,0-1,0 1,1 0,-1-1,0 1,-1 0,1 0,0 0,0 0,-1 0,1 0,-1 0,0 0,0 0,1 0,-1 0,-1 0,1 0,0 0,0 0,-1 0,1 0,-1 1,-13 33,11-31,0-1,0 1,1 0,0 0,0 0,1 0,-1 0,1 0,0 1,0-1,1 0,-1 1,1-1,1 0,-1 1,1-1,0 0,0 1,0-1,2 4,1-6,0 0,0 0,0 0,1-1,-1 0,1 1,-1-2,1 1,0 0,-1-1,1 0,0 0,0-1,0 1,0-1,0 0,0 0,0-1,0 0,0 1,0-2,0 1,0 0,-1-1,1 0,-1 0,2-1,3-3,0-1,0 0,0 0,0-1,-1 0,-1-1,1 1,-2-2,1 1,-1-1,0 0,-1 0,0 0,-1-1,0 1,-1-1,0 0,0-1,-2 1,1 0,-1-1,-1 1,0 0,-1-4,-4 3,-2 39,7-22,0 1,1 0,-1 0,1 0,0 0,0 0,1 0,0-1,0 1,0 0,1-1,-1 0,1 0,1 0,-1 0,1 0,0 0,0-1,0 0,0 0,1 0,0 0,0-1,0 0,0 0,4 2,13 5,0-1,1-1,-1 0,1-2,1-1,1-1,40 8</inkml:trace>
  <inkml:trace contextRef="#ctx0" brushRef="#br0" timeOffset="3313.55">4331 986,'3'-5,"-2"0,1-1,0 1,-1-1,0 0,0 0,-1 1,0-1,0 0,0 0,-1 0,1 1,-1-1,-1 0,1 1,-1-1,0 1,0-1,-1 1,1 0,-1 0,0 0,-1 0,1 1,-1-1,0 1,0 0,0 0,-1 0,0 1,1 0,-1 0,-2-1,3 1,0 1,0 0,-1-1,1 2,-1-1,1 0,-1 1,0 0,0 0,0 0,1 1,-1 0,0 0,0 0,0 0,0 1,0 0,1 0,-1 0,0 0,1 1,-1 0,1 0,-1 0,1 0,0 1,0 0,0 0,0 0,1 0,-1 1,1-1,0 1,0 0,0 0,0 0,1 0,-1 0,1 1,0-1,1 1,-1 0,1 0,0 0,0-1,1 0,0 1,0-1,1 0,-1 1,1-1,0 0,0 1,0-1,0 0,1 0,0 0,0 0,0 0,0-1,1 1,-1-1,1 1,0-1,0 0,0 0,0 0,1 0,-1-1,1 1,0-1,0 0,-1 0,1 0,2 0,3 1,0 1,0-1,0 0,1-1,0 0,-1-1,1 0,0 0,0-1,-1 0,1-1,0 0,6-2,-11 2,0-1,1 1,-1-1,0 0,0-1,0 1,0-1,0 0,-1 0,1 0,-1-1,0 0,0 0,0 0,-1 0,1 0,-1-1,0 1,0-1,-1 0,1 0,0-4,-9-6,-10 29,14-11,0 0,0 0,1 0,-1 0,1 0,-1 0,1 0,0 1,1-1,-1 1,0-1,1 0,0 1,0-1,0 1,0-1,0 1,1-1,0 1,-1-1,1 0,1 1,-1-1,0 0,1 0,-1 0,1 0,0 0,0 0,0-1,1 1,-1-1,1 1,-1-1,1 0,0 0,2 2,2-2,-1 1,1-1,0-1,-1 1,1-1,0 0,0-1,0 0,0 0,0 0,0-1,0 0,0 0,-1-1,1 0,0 0,-1-1,0 1,1-1,-1-1,4-2,0-1,1 0,-1-1,-1 0,1-1,-2 0,1-1,-1 1,0-2,-1 1,-1-1,4-7,9-28,-2 0,-3-1,-1 0,-2-1,-3-1,-2 1,-1-21,-1 41,-3-1,0 1,-2-1,-1 1,-1-1,-1 1,-7-22,11 46,-1 1,0 0,1-1,-1 1,0 0,-1-1,1 1,0 0,-1 0,0 0,0 0,0 0,0 0,0 1,0-1,-1 1,0-1,1 1,-1 0,0 0,0 0,0 1,0-1,0 1,0-1,-1 1,1 0,0 0,-1 0,1 1,-1-1,1 1,0 0,-1 0,1 0,-1 1,1-1,-2 1,-7 5,0 0,1 1,0 1,0 0,1 0,0 1,0 1,1-1,0 1,1 1,0 0,1 0,0 0,-1 5,-3 1,2 1,0 0,1 1,1-1,0 1,2 1,0-1,1 1,1 0,1 0,1 0,1 0,0 0,2 0,0 0,1 0,1-1,1 1,1-1,0 0,2 0,0-1,1 0,2 2,0-1,1-1,1-1,0 0,1-1,1 0,1-1,0-1,0 0,2-2,-1 0,2 0,0-2,19 8,-31-15,0-1,1 0,-1 0,1-1,-1 0,1 0,-1-1,1 0,0 0,-1-1,1 0,-1 0,1-1,-1 0,0 0,0 0,0-1,0-1,0 1,0-1,-1 0,0 0,0-1,3-2,6 1,-17 25,-1-6,2-10,0-1,1 1,0-1,-1 1,1-1,0 1,0 0,0-1,1 1,-1-1,1 1,-1-1,1 1,0-1,0 1,0-1,0 1,1-1,-1 0,0 0,1 0,0 0,-1 0,1 0,0 0,0 0,0-1,0 1,0-1,1 1,-1-1,0 0,1 0,-1 0,1 0,-1-1,1 1,-1-1,2 1,7 1,1 0,0-1,-1-1,1 1,0-2,-1 0,1 0,-1-1,1 0,-1-1,0-1,8-3,-14 5,0 0,-1 0,1-1,-1 1,0-1,1 0,-1-1,0 1,-1-1,1 1,-1-1,0 0,0-1,0 1,0 0,-1-1,1 0,-1 1,-1-1,1 0,0 0,-1 0,0 0,-1 0,1 0,-1-1,0 1,0 0,0-3,-1 4,1 0,-1 0,0 0,0 0,0 0,0 0,-1 0,0 1,1-1,-1 0,-1 1,1-1,0 1,-1 0,0 0,0 0,0 0,0 0,0 1,0-1,-1 1,1 0,-1 0,0 0,0 1,0-1,1 1,-1 0,0 0,0 0,-2 0,-4 0,0 0,0 1,0 0,-1 0,1 1,0 0,0 1,0 0,0 1,0 0,1 0,-2 2,1-1,0 2,1-1,-1 2,1-1,1 1,-1 0,1 1,-3 4,8-10,1 1,0-1,0 0,0 1,0-1,1 1,-1 0,1 0,-1-1,1 1,0 0,0 0,1 0,-1 0,0 0,1 1,0-1,0 0,0 0,0 0,0 0,1 0,-1 0,1 0,0 0,0 0,0 0,0 0,0 0,1 0,-1-1,1 1,54 32,-23-26</inkml:trace>
  <inkml:trace contextRef="#ctx0" brushRef="#br0" timeOffset="3517.518">5228 519,'-16'-14,"-15"-4,-8 1,-4 5,-1 12,7 13,6 10,8 2</inkml:trace>
  <inkml:trace contextRef="#ctx0" brushRef="#br0" timeOffset="3787.075">5013 1040,'3'16,"2"5,6 2,7-4,7-4,12-6,10-3,-3-4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29.8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0 199,'19'-4,"0"0,0-2,0-1,-1 0,0-1,-1-1,0 0,0-2,-1 0,12-10,6-38,-34 58,1-1,-1 1,0-1,0 1,0-1,0 1,0-1,0 1,0-1,-1 1,1-1,-1 1,1 0,-1-1,1 1,-1-1,0 1,0 0,1 0,-1-1,0 1,0 0,0 0,0 0,-1 0,1 0,0 0,0 0,-1 1,1-1,0 0,-1 1,1-1,-1 1,1-1,0 1,-1 0,1 0,-1-1,1 1,-1 0,-1 0,-4 1,0-1,0 1,0 0,0 1,0-1,0 1,1 1,-1-1,1 1,-1 0,1 1,0 0,0 0,0 0,1 0,-1 1,1 0,0 0,1 1,-1-1,1 1,0 0,1 0,-1 0,1 1,0-1,1 1,-2 5,3-7,0-1,1 0,-1 0,1 0,0 1,0-1,0 0,1 0,-1 1,1-1,0 0,0 0,1 0,-1 0,1 0,0 0,0-1,0 1,1 0,-1-1,1 0,0 0,0 0,0 0,0 0,0 0,1-1,-1 1,1-1,0 0,0 0,0 0,13 6,1-1,0 0,0-2,0 0,0-1,15 2,47 2,-4-5</inkml:trace>
  <inkml:trace contextRef="#ctx0" brushRef="#br0" timeOffset="271.444">883 26,'-17'-6,"0"1,-1 1,1 1,-1 1,1 0,-1 1,0 1,1 1,-1 0,0 1,-10 3,24-4,1 0,0 0,-1 0,1 1,0-1,0 1,0-1,0 1,0 0,0 0,1 1,-1-1,0 1,1-1,0 1,0 0,0 0,0-1,0 2,0-1,1 0,0 0,-1 0,1 1,0-1,1 1,-1-1,1 0,-1 1,1-1,0 1,0-1,1 1,-1-1,1 1,0-1,-1 1,1-1,1 0,-1 1,6 4,-1-1,2 0,-1 0,1 0,0-1,0 0,1-1,0 0,0 0,0 0,0-2,1 1,-1-1,1 0,0-1,0 0,7 0,34 5,-1-1,1-3,-1-2,27-4,-18 0</inkml:trace>
  <inkml:trace contextRef="#ctx0" brushRef="#br0" timeOffset="443.03">1297 213,'0'2,"2"1,6 0,5-1,6 0,-1-1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27.9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216 162,'0'18,"0"22,0 22,0 19,0 16,0 10,0 5,0-3,0-9,-2-12,-3-17,-3-20,0-18</inkml:trace>
  <inkml:trace contextRef="#ctx0" brushRef="#br0" timeOffset="280.85">29 375,'-27'-128,"26"127,1-1,0 1,-1-1,1 0,0 0,0 1,0-1,0 0,1 1,-1-1,0 0,1 1,-1-1,1 1,-1-1,1 0,0 1,0-1,0 1,0 0,0-1,0 1,0 0,0 0,0-1,1 1,-1 0,0 0,1 0,-1 1,1-1,-1 0,1 0,-1 1,1-1,0 1,-1 0,1-1,0 1,-1 0,1 0,0 0,1 0,21 1,0 2,-1 0,1 2,-1 0,0 2,0 1,17 8,-34-14,12 4,1 1,-1 1,-1 0,1 2,-2 0,12 8,-27-17,0 0,1 0,-1-1,0 1,0 0,1 0,-1 0,0 0,0 0,0 0,0 1,0-1,-1 0,1 0,0 1,0-1,-1 0,1 1,-1-1,1 1,-1-1,0 1,0-1,1 1,-1-1,0 1,0-1,-1 1,1-1,0 1,0-1,-1 1,1-1,-1 0,1 1,-1-1,0 0,1 1,-1-1,0 0,0 1,0-1,0 0,0 0,0 0,0 0,0 0,-1 0,-14 8,-1 0,0-1,0-2,0 1,-1-2,1 0,-1-1,-1-1,-12 0,15 0,9-1,0-1,0 0,0 0,0 0,0-1,0 0,0-1,0 1,-1-1,1-1,-2 0,2-4</inkml:trace>
  <inkml:trace contextRef="#ctx0" brushRef="#br0" timeOffset="869.588">645 496,'-1'-311,"2"308,-1 0,0-1,0 1,0 0,0 0,-1 0,1 0,-1-1,0 1,0 0,0 0,0 0,0 0,-1 1,0-1,1 0,-1 1,0-1,0 1,0-1,-1 1,0-1,114 15,-104-11,16-1,-1 1,1 2,-1 0,0 1,0 1,-1 1,1 1,-1 1,-1 1,7 4,-21-8,0 0,0 1,-1-1,0 1,0 0,0 1,-1-1,0 1,0 0,0 0,-1 0,0 0,-1 1,0-1,0 1,0-1,-1 1,0 5,7 23,-7-33,0 1,0-1,0 1,0-1,1 1,-1-1,1 0,0 0,0 0,0 0,0 0,0 0,1-1,0 1,-1-1,1 1,0-1,0 0,0 0,0 0,1-1,-1 1,0-1,1 0,-1 0,1 0,-1 0,1-1,-1 1,1-1,0 0,2 0,8-2,1 0,-1-1,-1 0,1-1,0 0,-1-2,0 1,0-2,-1 1,0-2,0 0,0 0,-1-1,0 0,-1-1,0 0,-1-1,0 0,0-1,2-6,-11 19,1-1,-1 0,0 1,0-1,0 0,0 1,0-1,1 0,-1 1,0-1,0 0,1 0,-1 1,0-1,0 0,1 0,-1 1,0-1,1 0,-1 0,0 0,1 0,-1 1,0-1,1 0,-1 0,1 0,-1 0,0 0,1 0,-1 0,0 0,1 0,-1 0,1 0,-1 0,0 0,1-1,-1 1,0 0,1 0,-1 0,0 0,1-1,-1 6,0 4,1-1,-1 1,1-1,1 1,0-1,0 1,0-1,1 0,0 0,1 0,0-1,0 1,1-1,0 0,0 0,0-1,1 1,0-1,6 5,0-6</inkml:trace>
  <inkml:trace contextRef="#ctx0" brushRef="#br0" timeOffset="1329.501">1326 1,'34'1,"1"3,-1 0,0 2,0 2,-1 1,0 1,-1 2,1 2,-20-9,0 1,0 0,0 1,-1 0,0 1,-1 0,1 1,-2 0,1 1,-1 0,-1 1,0 0,0 1,-1-1,-1 2,0-1,0 1,-2 0,1 0,-2 1,0-1,0 1,1 14,-4-9,8 40,-8-58,-1 1,1-1,0 0,0 0,0 1,0-1,0 0,0 0,0 0,0 0,1 0,-1 0,0 0,1 0,-1-1,0 1,1-1,-1 1,1-1,-1 1,1-1,-1 0,1 1,-1-1,1 0,-1 0,1 0,-1 0,1-1,0 1,-1 0,1-1,-1 1,0-1,2 0,9-4,-1 0,0-1,0 0,0-1,-1 0,0 0,-1-1,1-1,-1 0,-1 0,0-1,0 1,-1-2,0 1,-1-1,0 0,-1-1,0 1,-1-1,0 0,-1 0,1-6,-4 25,1 0,-1 0,2 0,-1-1,1 1,0 0,0-1,0 1,1-1,0 0,0 0,1 0,0 0,0 0,0-1,1 0,0 0,0 0,0 0,0-1,1 0,5 3,12 5,0-1,1-1,0-2,0 0,1-1,0-2,4 0,40 7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23.6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0 564,'25'-16,"-16"11,8-5,1-1,-1-1,-1 0,0-1,0-1,-2 0,0-1,0 0,-1-2,-1 1,4-9,-15 23,0 0,0 1,0-1,0 0,-1 0,1 0,0 0,-1 0,1 0,-1 0,0 0,1 0,-1 0,0 0,0 0,-1 0,1 0,0 0,-1 0,1 1,-1-1,0 0,1 0,-1 0,0 0,0 0,0 1,0-1,-1 1,1-1,0 1,-1-1,1 1,-1-1,1 1,-1 0,0 0,1 0,-1 0,0 0,0 0,0 1,0-1,0 1,1-1,-1 1,0 0,0-1,0 1,-2 0,-1 1,0-1,0 1,-1 0,1 0,0 0,0 1,0 0,0 0,0 0,1 0,-1 1,1 0,-1 0,1 0,0 0,0 1,0 0,1 0,-1 0,1 0,0 0,0 1,0-1,1 1,-1 1,-1 2,1-1,0 1,0 0,0 0,1-1,0 2,1-1,0 0,0 0,1 0,0 1,0-1,1 0,0 0,0 0,2 2,-1-3,1 0,0-1,1 1,0-1,0 0,0 0,1 0,-1-1,1 1,1-1,-1 0,1-1,0 1,0-1,0-1,1 1,-1-1,1 0,6 2,5 1,0-1,1 0,-1-2,1 0,0-1,0-1,3-1,29-1</inkml:trace>
  <inkml:trace contextRef="#ctx0" brushRef="#br0" timeOffset="261.234">494 311,'16'18,"15"13,10 6,8 3,5-1,-1-2,-1-5,-7-6,-7-7,-8-7,-10-6</inkml:trace>
  <inkml:trace contextRef="#ctx0" brushRef="#br0" timeOffset="523.275">909 257,'-23'7,"-19"11,-15 12,-10 12,-5 10,3 8,11 3,16-3,18-7,26-10,12-12</inkml:trace>
  <inkml:trace contextRef="#ctx0" brushRef="#br0" timeOffset="779.566">1217 311,'-12'16,"-3"16,1 15,2 12,6 15,6 13,6 9,1 10,2 2,-1-1,-1-8,-5-9,-4-15,-5-16,0-18</inkml:trace>
  <inkml:trace contextRef="#ctx0" brushRef="#br0" timeOffset="1049.455">1110 618,'-21'-55,"16"43,0-1,0 0,1 0,0-1,2 1,-1-1,1-12,2 24,0 0,0 0,1-1,-1 1,1 0,0 0,0 0,0-1,0 1,0 0,0 0,0 1,1-1,-1 0,1 0,-1 1,1-1,0 1,-1-1,1 1,0 0,0-1,0 1,0 0,0 0,1 1,-1-1,0 0,0 1,0-1,1 1,0 0,79-2,-42 6,1 2,-1 2,0 2,-1 1,8 5,-42-14,48 29,-52-30,-1 1,0-1,0 0,1 0,-1 0,0 0,0 0,0 1,0-1,-1 0,1 0,0 0,0 0,-1 0,1 1,0-1,-1 0,1 0,-1 0,0 0,1 0,-1 0,0-1,0 1,1 0,-1 0,0 0,0-1,0 1,0 0,0-1,0 1,0-1,0 1,0-1,0 1,-1-1,-17 9,0-1,-1 0,0-2,0 0,-1-2,-20 3,22-4,-19 4</inkml:trace>
  <inkml:trace contextRef="#ctx0" brushRef="#br0" timeOffset="1480.561">1644 632,'-9'-33,"-2"-2,2 0,1 0,2-1,1 0,2-2,3 36,0 1,0-1,0 0,0 0,0 1,1-1,-1 0,1 0,-1 1,1-1,-1 0,1 1,0-1,0 1,0-1,0 1,0-1,0 1,0 0,1-1,-1 1,0 0,1 0,-1 0,1 0,-1 0,1 0,0 1,-1-1,1 0,0 1,-1-1,1 1,63-2,-49 3,192 12,-205-13,0-1,0 1,0 0,1 1,-1-1,0 0,0 1,0 0,0 0,0 0,0 0,0 0,0 0,0 1,-1 0,1-1,0 1,-1 0,0 0,1 0,-1 1,0-1,0 0,0 1,0 0,-1-1,1 1,-1 0,1 0,-1 0,0 0,0 0,0 0,0 3,-35 159,34-163,0 1,0 0,0-1,0 1,1 0,-1-1,1 1,0-1,0 1,0-1,0 1,0-1,1 1,-1-1,1 0,-1 0,1 0,0 0,0 0,0 0,0 0,0-1,0 1,0-1,1 1,-1-1,0 0,1 0,-1 0,1 0,0-1,-1 1,1-1,0 1,0-1,97-3,-83 0,-1-1,0 0,0-1,0-1,-1 0,0-1,0-1,-1 0,0-1,0 0,-1-2,0 1,-1-1,0-1,-1 0,0-1,-1 0,0-1,3-8,-11 21,-1-1,1 0,-1 0,0 0,1 0,-1 0,0 0,-1 0,1-1,0 1,-1 0,1 0,-1-1,1 1,-1 0,0-1,0 1,0 0,-1-1,1 1,0 0,-1-1,0 1,1 0,-1 0,0-1,0 1,0 0,0 0,-1 0,1 0,-1 1,1-1,-1 0,1 0,-1 1,0-1,0 1,0 0,0-1,-1 1,-5 1,1 0,-1 1,1 0,-1 1,1-1,0 2,-1-1,1 1,0 0,1 0,-1 1,1 0,-1 0,1 0,0 1,0 0,1 0,0 1,0-1,0 1,0 0,1 1,0-1,-1 3,3-5,-1 0,0 0,1 1,0 0,0-1,0 1,0 0,1 0,0 0,0 0,0 0,1 0,-1 0,1 0,1 0,-1 0,1 0,-1 0,1 0,1 0,-1 0,1 0,0-1,0 1,0-1,1 1,-1-1,1 0,0 0,1 1,4 1,1 1,-1-1,1-1,0 1,1-2,0 1,-1-1,1-1,1 0,-1 0,0-1,6 0,30 6</inkml:trace>
  <inkml:trace contextRef="#ctx0" brushRef="#br0" timeOffset="3097.685">2994 324,'-16'-3,"0"1,-1 1,1 1,0 0,-1 1,1 1,0 0,0 1,0 1,0 0,0 2,1-1,0 2,0 0,-8 6,21-12,1-1,-1 1,1 0,0 0,0 0,-1 0,1 0,0 0,0 0,0 0,0 0,0 0,0 1,0-1,1 0,-1 1,0-1,1 1,-1-1,1 1,-1-1,1 1,0-1,0 1,-1-1,1 1,0-1,0 1,1-1,-1 1,0-1,0 1,1-1,-1 1,1-1,0 1,-1-1,1 1,0-1,0 0,-1 0,1 1,0-1,0 0,1 0,-1 0,0 0,0 0,0 0,1 0,-1-1,1 1,-1 0,0-1,1 1,0 0,20 8,0 0,0-1,0-1,1 0,0-2,16 1,21 5,-58-10,10 1,0 0,0 1,0 0,0 1,-1 1,1-1,-1 2,0 0,-1 0,1 1,4 4,-14-10,1 1,-1-1,0 0,0 1,0-1,0 1,0-1,0 1,-1-1,1 1,0 0,-1-1,1 1,-1 0,0-1,1 1,-1 0,0 0,0-1,0 1,0 0,-1 0,1-1,0 1,-1 0,1 0,-1-1,1 1,-1-1,0 1,0 0,0-1,0 1,0-1,0 0,0 1,0-1,-1 0,1 0,0 0,-1 0,1 0,-1 0,1 0,-1 0,0-1,0 1,-7 5,0-1,-1 0,0-1,0 0,0 0,0-1,-1-1,1 0,-1 0,1-1,-1 0,0-1,-2 0,11 0,1 0,-1 0,1 0,-1-1,1 1,-1 0,1-1,-1 1,1-1,-1 1,1-1,-1 0,1 0,0 0,0 0,-1 0,1 0,0 0,0 0,0 0,0 0,0-1,0 1,0 0,1-1,-1 1,0-1,1 1,-1-1,1 1,-1-1,1 1,0-1,0 1,0-1,0 0,0 1,0-1,0 1,0-1,1 1,-1-1,1 0,33-60,-20 48,1 1,0 1,1 1,1 0,0 1,0 1,1 0,0 2,0 0,1 1,0 0,0 2,1 0,12 0,-27 3,1-1,0 1,0 1,-1-1,1 1,0 0,0 0,0 1,0 0,-1 0,1 0,0 1,-1-1,1 2,-1-1,0 0,1 1,-1 0,-1 0,1 1,0-1,-1 1,1 0,-1 0,0 1,-1-1,1 1,-1 0,0-1,1 4,15 129,-19-136,1 0,-1 0,0 0,0 0,0 0,1 0,-1 0,0 0,1 0,-1 0,1 0,-1 0,1-1,-1 1,1 0,0 0,-1 0,1-1,0 1,0 0,0-1,-1 1,1-1,0 1,0-1,0 1,0-1,0 1,0-1,0 0,0 0,0 0,0 1,9-3</inkml:trace>
  <inkml:trace contextRef="#ctx0" brushRef="#br0" timeOffset="3368.327">3275 96,'0'-4,"7"2,11 5,12 6,10 3,-2 1</inkml:trace>
  <inkml:trace contextRef="#ctx0" brushRef="#br0" timeOffset="3646.891">3623 431,'-2'18,"1"11,1 2,3-1,3-2,0-3,0-5</inkml:trace>
  <inkml:trace contextRef="#ctx0" brushRef="#br0" timeOffset="3647.891">3582 57,'-11'-14,"-4"-6,5 4,9 10,12 10,3 4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36.2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56 214,'-19'91,"5"2,3-1,4 1,5 34,2-123,-2 263,3-241,16-54,-15 19,1 1,0-1,1 1,-1 0,2 0,-1 0,1 0,0 1,1 0,-1 0,2 0,-1 1,1 0,-1 0,2 1,-1 0,1 0,-1 0,1 1,1 0,4-1,-10 5,0 0,0 0,0 0,0 1,0-1,0 1,0-1,0 1,0 0,0 1,-1-1,1 0,0 1,-1-1,1 1,-1 0,0 0,1 0,-1 0,0 0,0 1,0-1,-1 0,1 1,0 0,-1-1,0 1,0 0,0 0,1 1,19 90,-20-91,0 1,-1 0,1 0,-1-1,0 1,0 0,0-1,-1 1,0 0,1 0,-1-1,0 1,-1-1,1 1,0-1,-1 1,0-1,0 0,0 0,0 0,-1 0,1 0,-1-1,0 1,1-1,-1 1,0-1,0 0,-1 0,1 0,0-1,-1 1,1-1,-1 0,1 0,-4 1,1-2,0 1,0-1,0 0,1-1,-1 1,0-1,0 0,1-1,-1 0,0 1,1-2,0 1,-1-1,1 1,0-1,-2-2,5 3,0 0,0 1,0-1,0 0,0 0,0 0,1-1,-1 1,1 0,-1-1,1 1,0 0,0-1,0 0,0 1,0-1,1 0,-1 1,1-1,0 0,0 1,0-1,0 0,0 0,1 1,-1-1,1 0,-1 1,1-1,0 1,0-1,1 1,-1-1,0 1,2-3,10-10,0 1,1 0,1 0,0 2,1-1,0 2,1 0,0 2,1-1,0 2,0 1,1 0,11-2,56-14,-85 23,1 1,0 0,-1 0,1 0,-1 0,1 0,-1 1,1-1,-1 0,0 1,0-1,0 1,1-1,-1 1,-1-1,1 1,0 0,0-1,-1 1,1 0,-1 0,1 0,-1-1,0 1,0 0,0 0,0 0,0 0,0 0,0-1,-1 1,1 0,0 0,-1 0,0 0,1 6,-2 27,1-21,0 0,0 0,1 0,1 0,1 0,0 0,0 0,1 0,1-1,1 0,3 9,32 12,-17-28</inkml:trace>
  <inkml:trace contextRef="#ctx0" brushRef="#br0" timeOffset="209.248">350 414,'-2'21,"12"13,6 1</inkml:trace>
  <inkml:trace contextRef="#ctx0" brushRef="#br0" timeOffset="711.692">912 708,'-97'-19,"96"18,-1 1,1 0,0 0,-1-1,1 1,-1 0,1 0,-1 1,1-1,-1 0,1 0,0 1,-1-1,1 1,-1-1,1 1,0 0,0-1,-1 1,1 0,0 0,0 0,0 0,0 0,0 0,0 0,0 0,0 0,1 1,-1-1,0 0,1 1,-1-1,1 0,-1 1,1-1,-1 1,1-1,0 0,0 1,0-1,0 1,0-1,0 1,0-1,1 1,-1 0,24 69,41 46,-46-88,-2 0,-1 2,-1 0,-2 0,7 27,-19-57,0 0,-1 0,1 0,-1 1,0-1,1 0,-1 0,0 0,0 0,1 1,-1-1,0 0,0 0,-1 0,1 1,0-1,0 0,0 0,-1 0,1 0,-1 0,1 1,-1-1,1 0,-1 0,0 0,1 0,-1 0,0-1,0 1,0 0,1 0,-1 0,0-1,0 1,0 0,0-1,-1 1,1-1,0 1,0-1,0 0,0 1,0-1,-1 0,1 0,0 0,0 0,0 0,-1 0,1 0,0 0,-1-1,-2 0,0 0,0-1,1 0,-1 0,0 0,1 0,-1 0,1-1,0 1,0-1,0 0,0 0,0 0,1-1,-1 1,1 0,0-1,0 0,0 1,0-1,1 0,0 0,-1 0,2 0,-1 0,0-1,1 1,0 0,0 0,0 0,0 0,1 0,-1-1,1 1,0 0,0 0,2-2,10-32,2 0,1 1,2 1,3-2,15-29,-5 6,-3-1,-2-1,-3-1,-3-1,-3-1,-3 0,3-44,-14 97,-2-1,0 0,-1 0,0-1,-1 1,0 0,-1 1,-1-1,0 0,-1 1,-1-1,0 1,0 0,-2-1,6 13,0-1,-1 0,1 1,0-1,0 1,-1 0,1-1,0 1,-1 0,0 0,1 0,-1 0,1 0,-1 0,0 0,0 1,0-1,1 1,-1-1,0 1,0 0,0-1,0 1,0 0,0 0,0 1,0-1,1 0,-1 1,0-1,0 1,0-1,0 1,1 0,-1 0,0 0,1 0,-1 0,1 0,-1 0,1 1,-1-1,1 0,0 1,0-1,0 1,0-1,0 1,0 0,0 0,0-1,1 1,-1 0,0 1,-7 19,0 1,1 0,2 1,0-1,2 1,0 0,2 0,0 0,2 0,3 21,6 45,3 0,5-2,3 0,4-1,4-1,4-2,3-1,4-2,3-2,10 8,2-19,-55-67,1-1,-1 1,1-1,0 0,0 0,-1 1,1-1,0 0,0 0,-1 0,1 0,0 0,0 0,-1 0,1 0,0 0,0 0,-1 0,1 0,0-1,-1 1,1 0,0 0,-1-1,1 1,0-1,-1 1,1 0,0-1,-1 1,1-1,-1 1,1-1,-1 0,1 1,-1-1,0 0,1 1,-1-1,0 0,1 1,-1-1,0 0,0 0,0 1,0-1,0 0,1 0,-1 1,-1-1,1 0,0 0,3-16,-1 0,-1 0,-1-1,0 1,-2 0,0 0,0 0,-3-7,-8-40</inkml:trace>
  <inkml:trace contextRef="#ctx0" brushRef="#br0" timeOffset="992.066">1006 521,'-16'-13,"-10"-8,-3-1,9 0,18 3,28 6,33 5,28 4,18 4,7 5,-6 2,-17 1,-31 0,-33 1,-29 1,-20-2,-8 1,1-1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39.8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884 1195,'23'-144,"-17"112,-1-1,-2 1,-2-1,0 0,-2 1,-2-1,-2-8,-18 0,23 41,-1-1,0 0,0 1,1-1,-1 1,0-1,0 1,0 0,0-1,1 1,-1 0,0-1,0 1,0 0,0 0,0 0,0 0,0 0,0 0,0 0,0 0,0 0,0 0,1 1,-1-1,0 0,0 1,0-1,0 0,0 1,1-1,-1 1,0-1,0 1,1 0,-1-1,0 1,1 0,-1 0,1-1,-1 1,1 0,-1 0,1 0,-1 0,1 0,-2 1,1-1,0 1,0 0,0-1,-1 1,2 0,-1 0,0 0,0 0,0 0,1 0,-1 0,1 0,0 0,0 0,-1 0,1 0,1 0,-1 0,0 0,0 0,1 0,-1 0,1 0,0 0,-1 0,1 0,0 0,0 0,0 0,1-1,-1 1,0 0,1-1,-1 1,1-1,-1 0,1 1,-1-1,1 0,0 0,0 0,0 0,0 0,0-1,0 1,1 0,15 0,0-2,0 1,1-2,-1-1,0 0,-1-1,1-1,-1-1,11-4,-7 3,96-32,-114 40,-1-1,1 0,0 1,-1-1,1 1,-1 0,1 0,-1 0,0 0,1 1,-1-1,0 1,0-1,0 1,0 0,0-1,0 1,0 0,-1 0,1 1,-1-1,1 0,-1 0,0 1,0-1,0 1,0-1,0 1,-1-1,1 1,-1 0,0-1,0 1,0-1,0 1,0 0,0-1,-1 3,1-2,26 324,-16-65,-11-247,0-1,0 0,-1 0,-1 0,-1 0,0 0,-1 1,4-11,0-1,-1 0,1 0,-1 0,0 0,0 0,0 0,0 0,0 0,-1-1,1 1,-1-1,0 0,0 0,1 0,-1 0,-1 0,1 0,0-1,0 0,-1 0,1 1,0-2,-1 1,1 0,-1-1,1 0,-1 0,0 0,-2 0,-4-3,0-1,1 0,-1-1,1 1,0-2,0 1,0-1,1-1,0 0,0 0,0 0,1-1,0 0,1-1,0 1,0-2,-2 0,4 6,1 1,0-1,-1 0,1 1,0-1,1 0,-1-1,1 1,0 0,0-1,0 1,0-1,1 0,0 0,0 1,0-3,22-7,-3 11</inkml:trace>
  <inkml:trace contextRef="#ctx0" brushRef="#br0" timeOffset="281.835">1631 1489,'0'-360,"0"821,0-392</inkml:trace>
  <inkml:trace contextRef="#ctx0" brushRef="#br0" timeOffset="1407.137">1137 2131,'-4'18,"-3"18,2 13,0 8,1 6,2 3,1 0,1-7,2-9,2-11,-1-12</inkml:trace>
  <inkml:trace contextRef="#ctx0" brushRef="#br0" timeOffset="1754.822">1405 2198,'20'-29,"-49"52,-237 208,229-196,37-34,0 0,0 0,0-1,1 1,-1 0,0 0,0 0,0-1,0 1,1 0,-1-1,0 1,1 0,-1-1,1 1,-1 0,1-1,-1 1,1 0,-1-1,1 1,-1-1,1 1,0-1,-1 0,1 1,0-1,-1 0,1 1,0-1,0 0,-1 0,1 0,0 1,0-1,0 0,1 1,226 90,1 22,-226-112,0 0,0 0,0 0,0-1,1 1,-1-1,0 1,0-1,1 0,-1-1,0 1,0 0,1-1,-1 0,0 0,0 0,3-1,11-6</inkml:trace>
  <inkml:trace contextRef="#ctx0" brushRef="#br0" timeOffset="2006.057">1766 2545,'0'-18,"0"-11,-3-4,0 0,0 4,1 9,0 15,1 20,-2 20,-2 21,-3 16,-3 10,2 5,1-2,3-14</inkml:trace>
  <inkml:trace contextRef="#ctx0" brushRef="#br0" timeOffset="3182.841">3530 1101,'-30'94,"33"-88,7-25,0-12,-2-1,-1 0,-1-1,-2 0,-1 0,-2 0,-1 0,-2 0,-1 0,-1 0,-8-27,0 28,12 31,0 1,0-1,-1 1,1-1,0 1,-1-1,1 1,0 0,-1-1,1 1,-1-1,1 1,0 0,-1-1,1 1,-1 0,1 0,-1-1,1 1,-1 0,1 0,-1 0,1-1,-1 1,0 0,1 0,-1 0,1 0,-1 0,1 0,-1 0,1 0,-1 1,0-1,1 0,-1 0,1 0,-1 0,1 1,-1-1,1 0,-1 1,1-1,0 0,-1 1,1-1,-1 0,1 1,0-1,-1 1,1-1,0 1,-1 0,0 0,0 0,0 0,0 0,0 1,0-1,0 1,0-1,0 1,0-1,0 1,1-1,-1 1,1 0,-1-1,1 1,0 0,0-1,0 1,0 0,0 0,0-1,0 1,0 0,1-1,-1 1,0 0,1-1,0 1,-1 0,1-1,0 1,0-1,0 0,0 1,0-1,0 0,0 1,1-1,-1 0,0 0,1 0,-1 0,1 0,-1 0,1-1,0 2,15 1,0 1,0-2,0 0,0-1,0-1,0-1,0 0,0-1,0-1,8-3,104-22,-127 29,1 0,-1 0,0 0,0 0,0 0,0 0,0 0,0 1,0-1,0 1,0-1,-1 1,1 0,-1 0,1 0,-1 0,0 0,1 0,-1 0,0 0,0 0,-1 1,1-1,0 0,-1 1,0-1,1 0,-1 1,0-1,0 1,0-1,-1 0,1 1,0-1,-1 1,2 6,7 366,-8-329,2 7,-2 0,-3 0,-2 0,-3 0,-1-1,-6 9,16-59,-1 0,-1-1,1 1,0 0,0-1,-1 1,1-1,-1 1,1 0,-1-1,0 1,0-1,1 1,-1-1,0 0,0 1,0-1,-1 0,1 0,0 0,0 0,-1 0,1 0,0 0,-1 0,1 0,-1-1,1 1,-1-1,0 1,1-1,-1 1,0-1,1 0,-1 0,0 0,1 0,-1 0,1 0,-1 0,-1-1,-4-6,0 0,0 0,0-1,1 0,0 0,1 0,-1-1,2 0,-1 0,2-1,-1 1,1-1,0 1,0-9,-10-34,3 0,2-1,1-39,6 82,0 6,0 1,0 0,1 0,0-1,-1 1,1 0,0-1,1 1,-1 0,1 0,-1-1,1 1,0 0,0 0,0 0,1 0,-1 0,1 0,0 0,-1 0,1 1,2-3,65-9,53 14,-59 2</inkml:trace>
  <inkml:trace contextRef="#ctx0" brushRef="#br0" timeOffset="3747.826">4198 1329,'-6'9,"-1"1,2 1,0-1,0 1,1 0,0 0,0 0,2 1,-1-1,2 1,-1-1,1 1,1 0,0 0,1-1,0 1,1 0,3 8,-4-17,0 0,0 0,0 0,1 0,0 0,-1 0,1 0,0-1,1 1,-1-1,0 0,1 1,-1-1,1 0,-1 0,1-1,0 1,0-1,0 1,0-1,0 0,0 0,1 0,-1 0,0-1,0 1,1-1,-1 0,0 0,1 0,-1 0,0-1,1 0,5-1,-1 0,0 0,0-1,-1-1,1 1,-1-1,1 0,-1-1,0 0,-1 0,1 0,3-5,-1 0,-1 0,0 0,0 0,-1-1,-1-1,0 1,0-1,-1 0,0-1,-3 8,-1 0,1 0,-1 0,0 0,0 0,0 0,-1-1,0 1,0 0,0 0,-1-1,0 1,0 0,0 0,0 0,-1 0,0 0,0 0,0 0,-1 1,1-1,-1 1,-2-2,2 3,0 0,0 0,0 0,-1 1,1-1,-1 1,1 0,-1 0,0 0,0 1,0-1,0 1,0 0,0 0,0 1,-1-1,1 1,0 0,0 0,0 0,-1 0,1 1,0 0,0 0,0 0,0 0,0 1,-2 0,-6 4,-1 0,1 1,0 0,0 1,1 0,0 1,0 1,0 0,-46 52,5 3</inkml:trace>
  <inkml:trace contextRef="#ctx0" brushRef="#br0" timeOffset="4003.451">3704 2238,'2'14,"1"15,2 12,1 11,-2 5,-1 3,-1-1,0-5,-2-10,0-12</inkml:trace>
  <inkml:trace contextRef="#ctx0" brushRef="#br0" timeOffset="4563.171">4078 2211,'-294'245,"253"-199,41-45,0 0,0 0,0-1,0 1,0 0,0 0,0-1,0 1,1 0,-1 0,0-1,0 1,1 0,-1-1,0 1,1 0,-1-1,1 1,-1 0,1-1,-1 1,1-1,-1 1,1-1,0 0,-1 1,1-1,0 1,-1-1,1 0,0 0,-1 1,1-1,0 0,0 0,-1 0,1 0,0 0,0 0,-1 0,1 0,0 0,236 40,-127-4,-75-23,1-2,0-1,1-2,3 0,-23-7,0-1,-1-1,1 0,0-1,-1-1,7-3,29-3,1 20,-49-9,-1-1,1 1,0-1,-1 0,1 0,0 0,0 0,-1-1,1 0,0 1,0-1,0-1,0 1,2-1,0-1,-1 1,0-1,-1 0,1-1,0 1,-1-1,1 0,-1 0,0-1,0 1,0-1,0 0,-1 0,1 0,-1 0,0-1,0 1,-1-1,0 0,1 0,-1 0,-1 0,1 0,-1 0,0 0,0-1,-1 1,1 0,-1-1,0 1,-1 0,1 0,-1-1,0 1,0 0,-1 0,0 0,0 0,0 0,-1-2,-2 1,1 1,-1 0,1 1,-1-1,0 1,-1 0,1 0,-1 0,0 1,0 0,0 0,0 1,0 0,-1 0,1 0,-1 1,0-1,1 2,-1-1,0 1,1 0,-1 0,0 1,1 0,-1 0,1 1,-1-1,1 1,-2 1,2-1,0 0,0 0,0 1,0-1,1 1,-1 1,1-1,0 1,-1 0,2 0,-1 0,0 1,1 0,0 0,0 0,0 0,1 0,0 1,0 0,0 0,1 0,0 0,0 0,0 0,1 0,0 1,0-1,0 0,1 1,0 1,5 19</inkml:trace>
  <inkml:trace contextRef="#ctx0" brushRef="#br0" timeOffset="5328.963">2942 460,'-6'-1,"0"1,0-1,-1 2,1-1,0 1,0 0,0 0,0 1,0-1,0 1,1 1,-1-1,0 1,1 0,0 0,0 1,0-1,0 1,0 0,1 0,-3 4,-3 4,1 0,0 0,1 1,0 0,1 1,0-1,1 1,-1 7,-8 34,2 1,3 0,2 1,2 0,3 0,4 29,2 124,10 0,8 0,27 90,-26-186,5 0,5-2,34 76,-45-137,3-1,2-1,1-1,3-1,2-1,2-2,2-2,35 33,-27-37,2-2,1-2,2-2,2-3,0-1,2-3,1-2,0-2,2-3,0-3,1-1,0-4,53 4,-75-11,-1-1,1-1,-1-3,1 0,-1-2,0-2,0-1,0-2,-1-1,-1-1,0-2,0-1,-1-2,-1-1,6-6,0-4,-1-2,-2-2,-1-1,-1-2,-2 0,-1-2,16-30,3-12,-3-3,-4-1,9-32,-4-6,-4-2,-6-1,-5-2,-6-1,-5-1,1-108,-17 164,-4 0,-3 0,-3 0,-4 1,-2 0,-3 1,-4 0,-2 2,-3 0,-3 2,-3 1,-3 1,-2 2,-3 1,-4 0,11 21,-1 0,-2 2,-1 2,-2 1,-1 2,-2 2,-33-18,45 31,0 2,-1 1,-1 1,-1 2,1 1,-1 1,-1 2,0 1,0 2,0 1,0 2,-10 1,1 4,1 2,0 1,1 3,0 1,0 1,1 3,1 1,0 2,1 1,2 2,0 2,-6 6,-16 14,2 4,2 2,2 2,2 2,3 2,-25 41,-53 105,29-14</inkml:trace>
  <inkml:trace contextRef="#ctx0" brushRef="#br0" timeOffset="6131.202">1646 86,'-28'-14,"1"1,-1 1,-1 2,0 1,0 1,-1 1,0 2,0 1,-1 2,-27 0,9 4,1 2,0 2,0 2,0 3,1 1,1 2,0 3,1 1,1 2,0 2,2 3,1 0,1 3,1 1,2 2,0 2,3 1,1 2,-5 9,-10 15,2 2,3 2,3 2,3 2,3 1,2 1,4 2,4 1,-6 32,4 4,6 1,4 0,5 1,5 1,5-1,6 26,1-36,4-1,5 0,4-1,5-1,3-1,5-2,4 0,4-3,4-1,4-2,4-3,36 43,-55-87,2-2,2-2,2-1,1-2,1-2,2-1,2-3,0-1,2-2,1-3,1-2,0-1,33 6,-27-11,0-3,0-3,1-2,0-2,0-3,1-2,43-7,-63 3,0-2,-1-2,0-1,0-1,-1-3,0-1,-1-1,-1-2,0-1,-2-1,0-2,5-7,-5 1,-2-2,-1-1,-1-1,-2-2,-1 0,-1-2,-2 0,-2-2,-1 0,-2-1,-2 0,0-4,9-40,-4 0,-3-1,-4-1,-4 0,-2-35,-6-20,-7 0,-5 0,-7 1,-6 1,-5 1,-7 2,-5 1,-6 2,-39-70,52 122,-4 1,-3 3,-3 1,-4 2,-2 2,-4 3,-2 2,-49-42,91 93,0 1,-1 0,0 1,-1 0,-1 1,0 2,0-1,-1 2,0 1,0 0,-1 1,1 1,-2 1,1 1,0 0,0 2,-1 1,1 0,-1 1,-4 2,0 6,0 0,0 2,1 1,0 1,1 2,1 0,0 1,2 1,-1 0,2 2,1 1,0 0,1 1,1 1,1 0,-6 16,-13 19,2 2,4 1,1 1,-13 52,-8 55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47.6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0 416,'205'-32,"0"9,1 9,1 9,0 10,70 14,-225-13,-1 2,0 1,0 4,-1 1,-1 3,5 3,-42-14,-25-12,-3-4</inkml:trace>
  <inkml:trace contextRef="#ctx0" brushRef="#br0" timeOffset="317.07">1124 0,'54'19,"111"48,85 51,-226-107,0 1,-1 0,0 2,-1 0,0 2,-2 0,0 2,0 0,-2 1,0 1,-2 0,0 2,-13-16,0 0,-1 0,0 0,0 0,-1 1,1-1,-1 1,-1-1,1 1,-1-1,-1 1,1-1,-1 1,0-1,0 1,-1-1,0 0,0 0,0 1,-1-1,0-1,0 1,0 0,-1-1,0 0,-3 4,-10 10,-1 0,0-2,-1 0,-1-1,0-1,-7 3,-321 192,264-140,70-48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54.1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303 495,'-18'15,"2"2,0 0,1 0,1 2,1 0,0 0,2 1,0 0,1 2,9-21,-30 60,2 0,3 2,3 2,3 0,-2 19,18-70,1 1,0 0,2 0,-1 0,2 0,0 0,1 0,0 3,0-15,-1-1,1 1,-1-1,1 1,0-1,0 1,0-1,0 0,0 1,0-1,1 0,-1 0,1 0,0 0,-1 0,1 0,0-1,0 1,0-1,0 1,1-1,-1 0,0 0,0 0,1 0,-1 0,1 0,-1-1,1 1,-1-1,1 1,-1-1,1 0,-1 0,3-1,4 0,0 0,0-2,0 1,0-1,0 0,-1-1,0 1,0-2,6-3,20-17,0-2,-1-1,-2-2,-1-1,-2-2,-1 0,-1-2,-2-1,-1-1,7-19,-5 8,-2 0,-2-2,-2-1,-2 0,-3-1,-2-1,-2 0,-3-1,0-22,-7 59,0 0,-1 0,-1 0,-1 0,0 0,-4-11,5 23,1 0,-1 1,0-1,0 0,0 1,-1-1,0 1,1 0,-2 0,1 0,0 0,-1 0,0 1,1 0,-2 0,1 0,0 0,0 0,-1 1,0 0,1 0,-1 0,-4-1,-1 4,0-1,1 1,-1 1,1 0,-1 0,1 1,0 0,-1 0,2 1,-1 1,0-1,1 1,0 1,0 0,0 0,1 0,0 1,0 0,1 0,0 1,0 0,1 0,0 0,0 1,0 1,-6 13,1 0,1 0,1 1,1 0,1 0,1 1,1 0,2-1,0 1,1 0,2 0,1 0,1 0,0 0,2 0,1-1,2 0,0 0,1-1,1 0,1-1,1 0,9 12,43 58,-48-72,0 0,-2 1,0 0,-2 1,0 1,-2 0,0 1,-1 0,-2 0,0 2,-15 42,-4-47</inkml:trace>
  <inkml:trace contextRef="#ctx0" brushRef="#br0" timeOffset="262.297">730 254,'20'-4,"19"-5,16 0,10 2,5 1,0 3,-5 0,-9 0,-15 0</inkml:trace>
  <inkml:trace contextRef="#ctx0" brushRef="#br0" timeOffset="518.097">1064 1,'-13'16,"-6"18,2 18,3 18,4 17,4 15,2 8,1-1,0-19</inkml:trace>
  <inkml:trace contextRef="#ctx0" brushRef="#br0" timeOffset="702.464">1318 722,'18'-2,"16"-1,10 0,7 1,2 0,-1 1,-8 1,-11 0</inkml:trace>
  <inkml:trace contextRef="#ctx0" brushRef="#br0" timeOffset="875.624">1265 1029,'18'5,"22"1,25 0,21-6,20-5,9-4,1 0,-19 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58.1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294 152,'-7'-3,"-1"0,0 0,0 0,0 1,-1 1,1-1,0 1,-1 1,1-1,-1 1,1 1,0 0,-1 0,1 0,0 1,0 1,0-1,0 1,0 1,0-1,1 1,0 0,0 1,0 0,-6 5,4 0,1 1,0-1,1 1,0 1,0-1,1 1,1 0,0 1,0-1,2 1,-1 0,2 0,0 0,0 0,1 1,1-1,0 0,1 1,0-1,1 0,1 0,0 0,0 0,3 3,-3-10,0 1,1-1,0 0,0 0,1-1,0 1,0-1,0 0,0 0,1 0,0-1,0 0,0 0,0-1,1 1,0-2,-1 1,1-1,0 1,0-2,0 1,1-1,-1 0,0-1,0 0,1 0,-1 0,0-1,0 0,0-1,0 1,0-1,0-1,0 1,0-1,1-1,7-7,0 1,-1-2,-1 0,0 0,-1-1,0-1,-1 0,0-1,-1 0,-1 0,-1-1,0-1,-1 1,0-1,-2 0,0 0,0-1,-2 0,-1 0,0 0,-1-6,1 9,-2-1,0 1,-1-1,0 1,-2 0,1-1,-5-10,5 20,1 0,-1 1,-1-1,1 1,-1 0,0 0,0 0,0 0,-1 0,1 1,-1-1,0 1,-1 0,1 1,-1-1,0 1,0-1,0 1,0 1,0-1,-5-1,5 3,1 0,-1 0,0 1,0-1,1 1,-1 0,0 1,0-1,0 1,1 0,-1 0,0 0,1 0,-1 1,1 0,0 0,-1 0,1 1,0-1,0 1,1 0,-1 0,0 1,1-1,-1 2,-4 3,1 1,1 0,-1 1,2-1,-1 1,1 0,1 0,0 1,0-1,0 7,0 1,2 1,0-1,1 1,1 0,1-1,0 1,2 0,0-1,1 0,0 0,2 0,0 0,1-1,1 0,4 6,8 11,1 0,1-1,2-2,1 0,1-1,25 19,31 19,-53-49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58.3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24,'27'-2,"32"-1,33-2,28-1,19 2,4 0,-9 4,-27 2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00.2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142 261,'-11'6,"1"1,0 1,0 0,1 0,0 1,0 0,1 0,0 1,1 0,0 1,1-1,0 1,1 0,0 1,0 0,1-1,1 1,0 0,1 1,0-1,0 0,2 1,-1-1,2 1,0-1,1 4,0-8,0 0,1-1,0 1,0-1,1 1,-1-1,2 0,-1 0,1-1,0 1,1-1,-1 0,1 0,1-1,-1 0,1 0,0-1,0 1,0-1,0-1,1 1,-1-2,1 1,0-1,0 0,0 0,0-1,0 0,0-1,1 1,-1-2,0 1,0-1,0 0,0-1,0 0,0 0,0-1,0 0,-1 0,2-2,4-2,0 0,0-1,-1-1,0 0,-1-1,0 0,0 0,-1-1,0-1,-1 0,-1 0,0-1,0 0,-1 0,4-14,-1 2,-1 0,-2-1,0-1,-2 1,-1-1,-1 1,-1-1,-2-13,0 21,-1 0,-1 0,-1 1,-1-1,0 1,-2 0,-2-7,6 19,0 2,0-1,0 0,-1 0,0 1,0-1,0 1,0 0,0 0,-1 0,0 0,0 0,0 1,0 0,-1 0,1 0,-1 0,0 1,0 0,1 0,-1 0,-1 1,1-1,0 1,0 0,-1 1,1-1,-1 1,-4 1,1 1,-1 0,1 1,-1 0,1 0,0 1,0 0,1 0,-1 1,1 0,0 1,0 0,0 0,1 1,0 0,1 0,-1 0,1 1,1 0,-1 0,1 1,1 0,0-1,0 1,1 1,0-1,0 0,1 1,0 0,1-1,0 1,1 0,0 7,2 1,1 1,0-1,2 0,0 0,1-1,1 0,1 0,0 0,1-1,1 0,0-1,1 0,1 0,0-1,1-1,2 1,32 28,2-1,2-3,1-2,3-2,104 73,-132-85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00.8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0,'24'150,"43"306,-19 1,-21 2,-19 1,-47 387,37-818,0-23,1-14,0 6,-2-16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7:55.4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244 4,'-12'11,"1"0,1 0,0 1,1 0,0 1,0 0,2 0,0 1,0 0,1 1,1-1,0 1,-1 7,-25 95,5 2,5 1,5 1,3 51,-3 15,9 1,7 0,9 0,20 92,-21-232,1 1,3-2,1 1,3-2,2 0,1-1,3-1,2-1,1-1,2-1,26 29,-5-20</inkml:trace>
  <inkml:trace contextRef="#ctx0" brushRef="#br0" timeOffset="1890.636">726 619,'-32'29,"31"-29,1-1,-1 1,0 0,1-1,-1 1,1-1,-1 1,1-1,-1 1,1-1,-1 1,1-1,-1 1,1-1,0 0,-1 1,1-1,0 0,0 1,0-1,-1 0,1 1,0-1,0 0,0 1,0-1,0 0,0 0,0 1,0-1,0 0,1 1,-1-1,0 0,0 1,1-1,34-177,-30 157,-1-1,-2 1,0-1,-1 0,-1 0,-1 0,-1 1,-1-1,0 0,-2 1,-2-5,6 24,1-1,0 1,-1-1,0 1,0-1,0 1,0-1,0 1,0 0,-1-1,1 1,-1 0,1 0,-1 0,0 0,0 1,0-1,0 0,0 1,0-1,-1 1,1 0,0 0,-1 0,1 0,-1 0,1 0,-1 1,1-1,-1 1,1 0,-1-1,0 1,1 0,-1 1,0-1,1 0,-1 1,1 0,-1-1,1 1,-1 0,1 0,0 1,-1-1,1 0,0 1,-1 0,1 0,0-1,0 1,1-1,-1 1,1-1,0 1,-1 0,1 0,0 0,0 0,0 0,0 0,0 0,1 0,-1 0,1 0,-1 0,1 0,0 0,0 1,0-1,0 0,0 0,0 0,0 1,1-1,-1 0,1 0,0 0,0 0,-1 0,1 0,1 0,-1 0,0 0,0-1,1 1,-1 0,1-1,-1 1,1-1,0 1,-1-1,1 0,0 0,0 0,0 0,0 0,0 0,1 0,22 4,0-1,0-1,0-1,0-1,0-2,0 0,6-3,-23 4,145-14,-151 13,0 1,0-1,0 1,0 0,0 0,0 0,0 0,0 0,-1 0,1 1,0-1,0 0,0 1,0 0,0-1,-1 1,1 0,0 0,-1 0,1 0,0 0,-1 1,1-1,-1 0,0 1,0-1,1 1,-1-1,0 1,0-1,0 1,0 0,-1 0,1 0,0-1,-1 1,1 0,-1 0,0 0,0 0,0 0,0 0,0 0,0 0,0-1,0 1,-1 2,-33 219,27-128,5-1,4 0,3 1,5 0,3 60,-13-153,1 1,-1-1,0 1,0-1,-1 0,1 1,0-1,-1 0,1 1,-1-1,0 0,0 0,0 0,0 0,0 1,-1-1,1-1,0 1,-1 0,0 0,1 0,-1-1,0 1,0-1,0 0,0 1,0-1,0 0,0 0,0 0,0 0,-1-1,1 1,0-1,-1 1,1-1,0 0,-1 0,1 0,-1 0,0 0,-12-5,1-1,0 0,0-2,1 1,0-1,0-1,1-1,0 1,0-2,1 0,1 0,0-1,0 0,-4-9,-4-1,2-1,0-1,1 0,2-1,1-1,-8-21,19 45,0 0,0-1,0 1,0-1,0 1,1-1,-1 1,1-1,-1 0,1 1,0-1,0 1,0-1,1 0,-1 1,0-1,1 1,0-1,0 0,0 1,0 0,0-1,0 1,0 0,1-1,0 1,-1 0,1 0,0 0,0 1,0-1,0 0,0 1,0-1,1 0,14-5,0 0,0 1,1 0,0 2,0 0,0 1,6 0,15-3,50-9,-6 2</inkml:trace>
  <inkml:trace contextRef="#ctx0" brushRef="#br0" timeOffset="3563.133">752 1969,'5'23,"3"16,1 13,-1 7,-3 5,-1 1,-2-3,-1-6,-1-13</inkml:trace>
  <inkml:trace contextRef="#ctx0" brushRef="#br0" timeOffset="3855.703">1194 1943,'-335'293,"280"-239,54-53,0 0,0 0,1 0,-1 0,1 0,-1 0,1 0,-1 0,1 0,0 0,-1 0,1 0,0 0,0 0,0 1,0-1,0 0,0 0,0 0,0 0,0 0,1 1,-1-1,0 0,1 0,-1 0,1 0,-1 0,1 0,0 0,-1 0,1 0,0-1,0 1,-1 0,1 0,0 0,0-1,0 1,0-1,1 1,49 21,-46-21,53 13,1-2,-1-3,2-3,-1-2,36-3,-75 0,-12-1,0 1,0-1,0 0,-1-1,1 1,0-2,-1 1,1-1,-1 0,7-3,-1-5</inkml:trace>
  <inkml:trace contextRef="#ctx0" brushRef="#br0" timeOffset="4122.126">606 1702,'22'-5,"31"-3,31-5,29-3,19 1,9 2,-20 2</inkml:trace>
  <inkml:trace contextRef="#ctx0" brushRef="#br0" timeOffset="6817.067">204 17,'0'-1,"0"0,-1 0,1 1,-1-1,1 0,-1 0,1 0,-1 0,0 0,1 1,-1-1,0 0,0 1,0-1,1 0,-1 1,0-1,0 1,0-1,0 1,0 0,0-1,0 1,0 0,0 0,0 0,0-1,0 1,0 0,0 1,0-1,0 0,0 0,0 0,0 0,0 1,0-1,0 1,0-1,0 1,0-1,0 1,0-1,0 1,0 0,1-1,-1 1,0 0,1 0,-1-1,0 1,1 0,-1 0,1 0,-1 0,1 0,0 0,-1 0,1 0,0 0,0 0,0 0,0 0,0 0,0 0,0 0,0 0,-6 43,2 0,3 1,1-1,2 6,0 1,22 679,6 723,-33-1695,0 167</inkml:trace>
  <inkml:trace contextRef="#ctx0" brushRef="#br0" timeOffset="7273.611">110 97,'-18'-31,"12"26,7 18,25 161,0 119,-12 805,-16-535,14-172,-15-370,-3-30,6-35,2 19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03.4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1 327,'16'5,"16"0,19 1,21-1,19-2,17-1,13-1,5-1,-2 0,-6 0,-12 2,-17 1,-19 0,-20-1,-17-1</inkml:trace>
  <inkml:trace contextRef="#ctx0" brushRef="#br0" timeOffset="328.318">816 6,'-28'-5,"28"5,-1 0,1 0,0 0,-1 1,1-1,0 0,-1 0,1 1,0-1,0 0,-1 0,1 1,0-1,0 0,0 1,-1-1,1 0,0 1,0-1,0 0,0 1,0-1,-1 0,1 1,0-1,0 0,0 1,0-1,0 1,0-1,0 0,0 1,1-1,-1 0,0 1,0-1,0 0,0 1,0-1,1 0,-1 1,0-1,0 0,0 1,1-1,-1 0,0 0,1 1,-1-1,0 0,0 0,1 0,-1 1,0-1,1 0,-1 0,1 0,-1 0,0 0,1 0,-1 0,0 0,1 0,-1 0,0 0,1 0,15 10,1 0,0-2,0 0,1-1,0-1,0-1,3 0,-4 0,484 119,-397-80,-101-42,0 0,0 0,0 0,0 0,0 0,-1 1,1-1,-1 1,1 0,-1-1,0 1,0 0,0 1,0-1,-1 0,0 0,1 1,-1-1,0 1,0-1,-1 1,1 0,-1-1,0 1,0-1,0 1,0 0,-1 1,-4 7,0 0,0-1,-1 0,-1 0,0 0,-1-1,0 0,0 0,-1-1,0 0,0-1,-1 0,-1 0,-9 5,-59 39,-2-4,-79 34,90-47,19-9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05.3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0,'0'3,"2"2,6 1,5-1,2-1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04.7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12 170,'-2'4,"0"0,0-1,1 1,0 0,0 0,0 0,0 0,1 0,-1 0,1 0,0 0,0 0,1 0,-1 0,1 0,0 0,0 0,0 0,0-1,1 1,-1 0,1-1,0 1,0-1,1 1,-1-1,1 0,0 0,2 0,0 0,0-1,1 0,-1 0,1 0,0 0,-1-1,1 0,0 0,0-1,0 0,0 0,-1 0,1-1,0 1,0-1,0-1,3 0,99-45,-100 44,0-2,0 1,-1-1,1 0,-1 0,-1-1,1 0,-1-1,0 1,0-1,-1 0,0 0,0-1,0 0,-1 0,0 0,-1 0,0 0,0-1,-1 1,0-1,-1 0,1-8,-3 13,1 1,-2-1,1 1,0-1,-1 1,1-1,-1 1,0 0,0 0,-1 0,1 0,0 0,-1 1,0-1,0 1,0 0,0-1,0 1,0 1,0-1,-1 0,1 1,0-1,-1 1,0 0,1 0,-1 1,0-1,-2 0,-1 0,1 1,-1 0,1 0,-1 0,0 1,1 0,0 0,-1 1,1-1,0 1,0 1,0-1,0 1,-4 3,2 0,1-1,1 2,-1-1,1 1,0 0,1 0,0 1,0-1,0 1,1 0,0 1,1-1,0 1,0-1,1 1,0 0,0 0,1 0,0 0,1 0,0 1,0-1,1 0,0 0,1 0,0 0,0-1,1 1,0 0,1-1,0 0,0 0,0 0,1 0,1-1,-1 1,1-1,0-1,5 5,7 3,1-1,0 0,1-2,0 0,1-1,0-2,1 0,-1-1,1-1,1-1,-1-1,1-1,1 0,53 5</inkml:trace>
  <inkml:trace contextRef="#ctx0" brushRef="#br0" timeOffset="263.919">894 91,'-14'-3,"-11"0,-6 0,-4 3,-1 6,3 7,5 7,8 8,6 5,9 5,9 2,11 1,12-4,16-6,15-8,14-8,11-9,-8-6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09.1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1 829,'12'34,"3"0,1-1,1-1,2-1,1 0,1-2,2 0,13 13,-32-38,2 3,0-1,0 1,0-1,1 0,0 0,1-1,-1 0,1 0,0-1,4 2,-10-7,0 1,0-1,0 0,0 0,0 1,0-1,0-1,0 1,0 0,0 0,0-1,-1 1,1-1,-1 1,1-1,-1 0,0 0,1 1,-1-1,0 0,0 0,0 0,-1 0,1-1,0 1,-1 0,1 0,-1 0,0 0,0-1,0 1,0 0,0 0,0-1,-1 1,1-1,0 0,13-244,-13 243,1 0,0 0,1 0,-1 1,1-1,-1 0,1 1,0-1,0 1,1-1,-1 1,1 0,0 0,-1 0,1 1,1-1,-1 0,0 1,1 0,-1 0,1 0,-1 0,1 1,0 0,0-1,0 1,0 1,3-2,23-2</inkml:trace>
  <inkml:trace contextRef="#ctx0" brushRef="#br0" timeOffset="270.147">602 870,'-2'18,"-1"13,0 8,3 4,3 4,5-2,2-3,2-8,1-6,1-8,-2-8</inkml:trace>
  <inkml:trace contextRef="#ctx0" brushRef="#br0" timeOffset="474.626">455 535,'21'9,"17"8,15 5,-3-1</inkml:trace>
  <inkml:trace contextRef="#ctx0" brushRef="#br0" timeOffset="646.358">910 896,'-2'14,"-2"11,1 6,1 2,3 0,3-1,4-3,0-5,1-7,1-5,0-8,-3-8,-2-5</inkml:trace>
  <inkml:trace contextRef="#ctx0" brushRef="#br0" timeOffset="821.09">723 441,'-5'-9,"8"-1,10 4,3 3</inkml:trace>
  <inkml:trace contextRef="#ctx0" brushRef="#br0" timeOffset="980.625">1271 1,'-2'15,"-1"22,4 23,8 21,7 18,7 12,6 7,3 3,0-4,-3-8,-6-11,-8-14,-8-13,-9-17,-10-18,-7-15,-5-15,2-10</inkml:trace>
  <inkml:trace contextRef="#ctx0" brushRef="#br0" timeOffset="1265.681">936 576,'23'-5,"30"1,29 4,25 3,18 4,7 3,-2 0,-14-2,-21-2,-23-3,-23-1,-21-1,-18-1,-10 2,-6 5,3 7,5 2,1-1</inkml:trace>
  <inkml:trace contextRef="#ctx0" brushRef="#br0" timeOffset="1581.02">1872 1043,'-5'6,"-1"-1,2 1,-1 0,0 0,1 1,0-1,1 1,0 0,0 0,0 0,1 0,0 1,0-1,0 1,1-1,1 1,-1-1,2 8,1-12,0 0,0 0,1-1,0 1,-1-1,1 0,0 0,0 0,0 0,0 0,1-1,-1 1,0-1,1 0,-1 0,1 0,-1 0,1-1,0 1,-1-1,1 0,0 0,-1 0,1-1,-1 1,1-1,-1 0,1 0,-1 0,1-1,-1 1,0-1,0 0,0 0,0 0,0 0,0 0,4-3,0 0,-1 0,1-1,-2 0,1 0,0 0,-1 0,0-1,-1 0,0 0,0-1,0 1,-1-1,0 0,0 1,-1-1,0-1,-1 1,1-3,-1 6,-1-1,1 0,-1 0,0 1,-1-1,1 0,-1 1,0-1,-1 0,0 1,1-1,-2 1,1 0,0-1,-1 1,0 1,-1-1,1 0,-1 1,1-1,-1 1,-1 0,1 0,-1 1,1-1,-1 1,0 0,0 0,-1 1,1-1,-1 0,0 1,1 0,-1 1,0-1,0 1,0 0,0 1,0-1,0 1,-1 0,1 1,0 0,0 0,0 0,0 0,1 1,-1 0,0 0,1 1,-1 0,1 0,0 0,-1 0,2 1,-1 0,0 0,1 0,0 0,0 1,0 0,2-2,1 0,0 0,0 0,0 0,1 0,-1 0,1 0,-1 0,1 0,0 0,0 0,0 0,1 0,-1 0,1 0,0 0,0 0,0 0,0 0,0 0,2 2,16 26</inkml:trace>
  <inkml:trace contextRef="#ctx0" brushRef="#br0" timeOffset="2427.627">2247 1083,'3'-12,"-1"-1,0 1,0-1,-2 0,1 1,-2-1,0 0,0 1,-1-1,-1 1,0-1,0 1,-1 0,-1 0,0 1,-1-1,-2-2,6 12,0 0,0 0,0 0,0 0,-1 0,1 0,-1 0,1 1,-1-1,1 1,-1 0,0 0,0 0,0 0,0 0,0 1,0-1,0 1,0 0,0 0,0 0,0 0,0 0,0 1,0-1,0 1,1 0,-1 0,0 0,-2 2,-2 0,1 0,0 1,1 0,-1 0,1 0,0 1,0 0,0 0,0 1,1-1,0 1,-3 6,3-8,1 2,0-1,1 0,-1 1,1-1,0 1,0 0,1 0,-1 0,1-1,1 1,-1 0,1 1,0-1,0 0,1 0,0 0,0-1,0 1,1 0,0 0,0-1,0 1,1-1,0 1,0-1,0 0,1 0,-1 0,1-1,1 1,-1-1,0 0,1 0,0-1,0 1,0-1,3 1,-2-2,0 0,0 0,0-1,0 0,0-1,0 1,0-1,1 0,-1 0,0-1,0 0,0 0,0 0,0-1,0 0,0 0,0-1,-1 1,1-1,-1-1,0 1,0-1,0 0,0 0,1-1,-5 4,-1 0,0 1,0-1,0 1,1-1,-1 0,0 1,0-1,1 1,-1-1,0 1,1-1,-1 1,1-1,-1 1,0-1,1 1,-1-1,1 1,-1 0,1-1,0 1,-1 0,1-1,-1 1,1 0,0 0,-1 0,1 0,-1 0,1-1,0 1,-1 0,1 0,0 0,-1 1,1-1,0 0,-1 0,1 0,-1 0,1 1,0-1,-1 0,1 0,-1 1,1-1,-1 1,1-1,-1 0,1 1,-1-1,0 1,1-1,-1 1,1-1,-1 1,0-1,1 1,-1 0,0-1,0 1,0-1,1 1,-1 0,0-1,0 1,0 0,1 26,-2-22,1 0,-1-1,1 1,0 0,1-1,-1 1,1 0,0-1,0 1,1-1,-1 1,1-1,0 0,0 0,1 0,-1 0,1 0,1 2,-3-6,0 1,0 0,0-1,0 1,0 0,0-1,1 1,-1-1,0 0,0 1,0-1,1 0,-1 0,0 0,0 0,1 0,-1 0,0 0,0 0,1 0,-1-1,0 1,0 0,0-1,1 1,-1-1,0 0,0 1,0-1,0 0,0 1,0-1,0 0,0 0,0 0,-1 0,1 0,0 0,-1 0,1 0,0 0,-1-1,26-49,-20 32,-2 0,0 0,-1 0,-1 0,-1-1,0-16,5-58,-6 91,1-1,0 1,-1-1,1 1,1 0,-1 0,0 0,1 0,0 0,0 0,0 0,0 0,0 0,0 1,1-1,-1 1,1 0,0 0,-1 0,1 0,0 0,0 1,0-1,1 1,-1 0,0 0,1 0,-1 0,0 0,1 1,-1 0,1-1,-1 1,1 1,-1-1,4 1,7 1,0 0,1 1,-1 1,0 1,-1 0,1 0,-1 1,0 1,-1 1,1-1,8 8,-19-12,1-1,0 1,-1-1,0 1,1 0,-1 0,0 0,0 0,-1 0,1 0,-1 1,1-1,-1 1,0-1,0 1,-1-1,1 1,-1-1,0 1,0 0,0-1,0 1,0-1,-1 1,0-1,0 1,0-1,0 1,0-1,-1 0,1 1,-1-1,0 0,0 0,0 0,-1 0,2-2,-53 106,53-102,-1 0,1-1,0 1,0 0,0 0,1 0,0 0,0 0,0 0,0-1,1 1,0 0,0 0,0 0,0-1,1 1,0-1,0 1,0-1,1 1,-1-1,1 0,1 0,5 4,0-1,0-1,1 0,0 0,0-1,0 0,1-1,0 0,0 0,0-1,0-1,0 0,1 0,-1-1,1-1,-1 0,1-1,-1 0,1 0,8-3,-10 1,1-1,-1 0,-1-1,1 0,0 0,-1-1,0 0,-1 0,1-1,-1-1,-1 1,1-1,-1-1,0 1,-1-1,0 0,-1 0,0-1,0 0,-1 0,0 0,-1 0,0-1,0 1,-1-1,-1 0,0 0,0 0,-2-8,2 17,-1-1,1 1,-1 0,0-1,0 1,0 0,0 0,-1-1,1 1,0 0,-1 0,0-1,1 1,-1 0,0 0,0 0,0 0,-1 0,1 0,0 0,-1 1,1-1,-1 0,0 1,1-1,-1 1,0-1,0 1,0 0,0 0,0 0,0 0,0 0,0 1,-1-1,1 0,0 1,0 0,-1 0,1-1,-1 1,-4 3,1 0,-1 0,1 0,-1 1,1 0,0 0,1 1,-1 0,1 0,0 0,0 0,0 1,1 0,0 0,0 0,0 0,1 1,0 0,0-1,1 1,0 0,0 0,0 0,1 1,0 3,0-2,0 1,1 0,0 0,1 0,0 0,0-1,1 1,0 0,1-1,0 1,0-1,1 0,0 0,1 0,0-1,1 0,-1 0,1 0,5 4,5 5,0-2,1 0,1-1,0 0,1-2,0 0,1-1,1-1,40 18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07.4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1111,'2'-27,"1"1,1 0,1-1,2 2,0-1,2 1,1 0,1 1,5-8,-16 31,40-60,-39 59,1 0,-1 0,1 1,-1-1,1 1,0 0,0-1,0 1,0 0,0 0,0 0,0 0,0 0,0 1,0-1,1 1,-1-1,0 1,0 0,1 0,-1 0,0 0,0 0,1 0,-1 1,0-1,0 1,0-1,1 1,0 1,11 8,0 1,-1 1,0 0,-1 0,0 2,-1-1,0 2,-1-1,-1 1,0 1,1 5,22 56,-31-75,-1 0,1 1,-1-1,0 0,0 0,1 1,-2-1,1 0,0 1,0-1,-1 0,1 0,-1 1,0-1,0 0,1 0,-1 0,-1 0,1 0,0 0,0 0,-1 0,1-1,-1 1,0 0,1-1,-1 1,0-1,0 0,0 0,0 0,0 0,0 0,-1 0,-1 1,-1-1,1 0,-1 0,1-1,-1 0,1 1,-1-2,1 1,-1 0,1-1,-1 0,1 0,-1 0,1-1,0 1,0-1,0 0,-1 0,2 0,-1-1,0 0,0 1,1-1,0-1,0 1,0 0,0-1,0 1,0-1,1 0,0 0,0 0,0 0,0-1,1 1,-1 0,1-1,0 1,1-1,-1 1,1-1,0 1,0-1,0-1,4-12,0 1,1-1,1 1,0 0,1 1,1 0,1 0,0 0,1 1,1 1,12-14,-13 15,-6 7,34-40,-2-2,-1-1,-4-2,-1-1,-3-2,-2 0,-2-2,-3 0,1-16,-18 62,-1 1,0 0,-1-1,0 0,0 1,-1-1,0 1,-1-1,0 1,-1-1,0 1,0-1,-1 1,0 0,-1 0,0 0,0 1,-5-8,7 14,0 1,1-1,-1 0,0 1,0 0,0-1,0 1,-1 0,1 0,0 0,0 0,-1 1,1-1,0 1,-1-1,1 1,0 0,-1 0,1 0,-1 0,1 0,-1 0,1 1,0-1,-1 1,1 0,0 0,0 0,-1 0,1 0,0 0,0 0,0 1,0-1,1 1,-1-1,0 1,0 0,1 0,0 0,-1 0,1 0,0 0,0 0,0 0,-1 1,-5 14,0-1,0 1,2 0,0 1,1-1,1 1,0 0,2 0,0 16,0 9,2 0,2 0,1 0,3-1,1 0,3 0,1-1,5 10,34 73,64 115,-92-192,8 22,-31-57,-5-9</inkml:trace>
  <inkml:trace contextRef="#ctx0" brushRef="#br0" timeOffset="261.667">161 576,'12'-7,"19"3,27 4,29 6,24 7,19 8,10 5,-3 3,-25-4</inkml:trace>
  <inkml:trace contextRef="#ctx0" brushRef="#br0" timeOffset="915.331">1177 817,'-55'6,"1"2,0 2,-49 17,41 4,61-30,0 0,0 0,0-1,0 1,0 0,0 0,0 0,0 0,0 0,1 0,-1 0,0 0,1 0,-1 1,0-1,1 0,0 0,-1 1,1-1,0 0,0 0,-1 1,1-1,0 0,0 1,1-1,-1 0,0 1,0-1,1 0,-1 0,0 1,1-1,-1 0,1 0,0 0,-1 0,1 1,0-1,0 0,0 0,0 0,0-1,0 1,0 0,0 0,0 0,0-1,0 1,11 5,0 0,0-1,1 0,0-1,-1 0,1-1,1-1,-1 0,0-1,1 0,12-1,-13 0,0 0,0-1,0 0,0-1,0 0,-1-1,13-5,-21 7,0 0,-1-1,1 0,-1 1,1-2,-1 1,1 0,-1 0,0-1,0 0,0 0,-1 0,1 0,-1 0,1 0,-1-1,0 1,0-1,-1 1,1-1,-1 0,0 0,0 0,0 0,0 0,0 0,-1-1,0 5,0 1,-1-1,1 1,0-1,-1 1,1-1,0 1,-1-1,1 1,-1-1,1 1,-1-1,1 1,-1-1,1 0,-1 1,1-1,-1 0,1 0,-1 1,0-1,1 0,-1 0,1 0,-1 0,0 0,1 0,-1 0,1 0,-1 0,0 0,1 0,-1 0,0 0,1 0,-1 0,1-1,-1 1,1 0,-1-1,0 1,1 0,-1-1,1 1,-1 0,1-1,0 1,-1-1,1 1,-1-1,1 1,0-1,-1 1,1-1,0 0,0 1,0-1,-1 1,-2 6,1 0,0 1,0 0,0-1,0 1,1 0,1 0,-1 0,1 0,0 0,0 0,1-1,0 1,0 0,1 0,0 0,0-1,0 1,1-1,0 0,0 0,1 0,0 0,0 0,0-1,0 1,1-1,0-1,0 1,1 0,-1-1,1 0,0-1,0 1,0-1,6 2,-9-4,0-1,1 1,-1-1,0 0,0 0,0 0,0 0,1 0,-1-1,0 1,0-1,0 0,0 0,0 0,0-1,0 1,-1-1,1 1,0-1,-1 0,1 0,-1 0,1 0,-1-1,0 1,0 0,0-1,-1 0,1 1,0-1,-1 0,0 0,0 0,1-2,3-9,-1 0,0 0,-1 0,-1-1,0 1,0-15,-3-118,0 146,1-1,0 0,0 1,0-1,0 1,0-1,0 0,0 1,0-1,1 0,-1 1,1-1,-1 1,1-1,-1 1,1-1,0 1,0 0,0-1,0 1,0 0,0 0,0-1,0 1,1 0,-1 0,0 0,1 0,-1 1,0-1,1 0,-1 1,1-1,-1 1,1-1,0 1,-1-1,1 1,-1 0,1 0,0 0,-1 0,1 0,0 0,-1 1,1-1,-1 1,1-1,1 1,13 1,1 1,-1 1,1 1,-1 0,0 1,-1 0,0 2,0 0,0 0,-1 1,0 1,-1 1,0 0,-1 0,1 2,-7-2,0-1,-1 1,0 0,-1 0,0 1,-1-1,-1 1,1-1,-2 1,0 0,0 0,-1 0,0 0,-1 0,-2 6,1 40,2-56,1 1,-1-1,0 1,1 0,-1-1,1 1,0-1,0 1,0-1,0 1,1-1,-1 0,0 0,1 0,0 0,-1 0,1 0,0 0,0 0,0 0,0-1,0 1,1-1,-1 0,0 0,1 0,-1 0,1 0,-1 0,1 0,0-1,-1 1,1-1,-1 0,1 0,2 0,97-13,-88 9,0-1,-1 0,1 0,-1-2,0 0,-1 0,0-1,0-1,-1 0,0 0,0-1,-1-1,0 0,-1 0,-1-1,0 0,0 0,-1-1,0 0,-1 0,3-12,-8 21,0 1,-1 0,1 0,-1 0,0 0,0 0,0 0,-1-1,1 1,0 0,-1 0,0 0,0 0,0 0,0 0,-1 0,1 1,-1-1,1 0,-1 1,0-1,0 1,0-1,0 1,-1 0,1 0,-1 0,1 0,-1 1,0-1,0 1,1-1,-1 1,0 0,0 0,0 0,0 0,-1 1,1 0,0-1,-1 1,-4-1,0 1,0 0,0 1,0-1,0 1,0 1,1-1,-1 2,0-1,1 1,-1 0,1 0,0 1,0 0,1 0,-1 1,-4 4,8-7,-1 1,1 0,0 1,0-1,1 0,-1 1,1-1,-1 1,1 0,1 0,-1 0,0 0,1 0,0 0,0 1,0-1,0 0,1 1,0-1,-1 0,2 1,-1-1,0 0,1 1,0-1,0 0,0 0,1 0,-1 1,1-1,0-1,2 5,7 4,-1 0,2 0,0-1,0-1,1 0,0 0,0-2,1 1,0-2,1 0,0 0,0-2,0 0,1 0,10 0,43 12</inkml:trace>
  <inkml:trace contextRef="#ctx0" brushRef="#br0" timeOffset="1267.668">2594 963,'-1'-4,"0"-1,0 1,-1 0,1-1,-1 1,0 0,0 0,0 0,-1 0,1 0,-1 1,0-1,0 1,0 0,-1 0,1 0,-1 0,1 0,-1 1,0 0,0-1,0 2,-1-1,1 0,0 1,-1 0,1 0,-2 0,-3-1,0 1,0 0,0 0,0 1,0 0,0 1,0 0,0 1,0 0,0 0,0 0,0 1,-5 4,7-4,0 1,1 1,-1 0,1 0,0 0,1 0,-1 1,1 0,0 0,1 1,-1-1,-1 4,4-7,1 0,-1 0,1 0,0 0,0 0,0 0,0 0,0 0,1 1,0-1,-1 0,1 0,0 1,0-1,1 0,-1 0,1 1,0-1,0 0,0 0,0 0,0 0,0 0,1 0,0 0,-1-1,1 1,0 0,1-1,-1 0,0 1,6 2,0 0,0 0,0-1,1 0,0-1,-1 0,1 0,0-1,1 0,-1 0,0-1,0-1,1 1,-1-1,0-1,1 0,-1 0,0-1,0 0,0-1,0 0,0 0,-1 0,2-2,-5 2,-1 1,0-1,0 0,0 0,0 0,0-1,-1 1,1-1,-1 0,0 0,0 0,0 0,-1-1,1 1,-1-1,0 1,-1-1,1 0,-1 0,0 0,0 0,0 0,-1 0,0 0,0 0,0 0,0 5,0 1,0 0,-1-1,1 1,0 0,0-1,-1 1,1 0,-1-1,1 1,0-1,-1 1,1-1,-1 1,1-1,-1 1,1-1,-1 0,0 1,1-1,-1 0,0 1,1-1,-1 0,0 0,1 1,-1-1,0 0,1 0,-1 0,0 0,1 0,-1 0,0 0,0 0,1-1,-1 1,0 0,1 0,-1 0,1-1,-1 1,0 0,1-1,-1 1,1-1,-1 1,0 0,1-1,-1 1,1-1,0 1,-1-1,1 0,-1 1,1-1,0 1,0-1,-1 0,1 1,0-1,0 0,0 0,-1 0,0 6,-1-1,1 1,0 0,0 0,1-1,-1 1,1 0,0 0,1 0,-1 0,1-1,0 1,0 0,0-1,0 1,1 0,0-1,0 0,0 1,1-1,-1 0,1 0,0 0,0-1,1 1,-1-1,1 0,-1 0,1 0,0 0,4 2,9 5,0 0,0-2,1 0,-1-1,2 0,-1-2,8 2,40 6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06.0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150 699,'5'16,"-2"21,-2 22,-5 22,-1 18,1 12,0 8,3-1,5-4,3-11,3-12,0-24</inkml:trace>
  <inkml:trace contextRef="#ctx0" brushRef="#br0" timeOffset="735.872">70 1206,'-61'-260,"60"256,0 3,1 0,-1-1,0 1,0-1,1 1,-1-1,0 1,1-1,0 1,-1-1,1 0,0 1,0-1,0 0,0 1,0-1,0 0,0 1,1-1,-1 1,0-1,1 0,0 1,-1-1,1 1,0-1,0 1,0 0,0-1,0 1,0 0,0 0,0-1,0 1,1 0,-1 0,0 0,1 1,-1-1,1 0,-1 0,9 1,0 0,0 1,0 0,0 0,0 1,0 0,-1 1,1 0,-1 1,7 3,-7-4,5 2,-1-1,0 2,0 0,0 0,-1 1,0 1,0 0,-1 0,0 1,-1 1,1 0,-2 0,2 3,-9-10,-1-1,0 1,1 0,-1-1,0 1,-1 0,1 0,0 0,-1 0,0 0,0 0,0 0,0 0,0 0,0 0,-1 0,1 0,-1-1,0 1,0 0,0 0,0 0,-1-1,1 1,-1-1,1 1,-1-1,0 0,0 1,0-1,-2 2,-80 50,13-34,70-20,1 0,-1 0,0 1,1-1,-1 0,0 0,1 0,-1 0,0 0,1 0,-1-1,1 1,-1 0,0 0,1 0,-1-1,0 1,1 0,-1-1,1 1,-1 0,1-1,-1 1,1-1,-1 1,1-1,-1 1,1-1,0 1,-1-1,1 1,0-1,-1 1,1-1,0 0,0 1,0-1,0 0,-1 1,1-1,0 0,0 1,0-1,0 1,0-1,1 0,-1 1,0-1,0 0,0 1,0-1,1 0,-1 1,0-1,1 1,-1-1,0 1,1-1,57-71,23-7,-38 39,0-2,-3-2,-2-2,-1-1,-3-1,10-23,-30 43,-1-1,-1 0,-2-1,-1 0,-1 0,-2-1,-1 0,-2 0,0-1,-2 1,-2 0,-1-1,-1 1,-2 0,-1 0,-4-12,7 33,1 1,-1-1,0 1,-1 0,0 0,-1 0,1 0,-2 1,1-1,-1 1,-1 1,1-1,-1 1,-1 0,6 6,1-1,-1 1,1 0,-1 0,1 0,-1 1,0-1,1 0,-1 1,0-1,0 1,1-1,-1 1,0 0,0-1,0 1,0 0,1 1,-1-1,0 0,0 0,0 1,0-1,1 1,-1-1,0 1,1 0,-1 0,0 0,1 0,-1 0,1 0,-1 0,1 1,-1 0,-30 63,25-21,2-1,2 1,2 0,1 0,3 0,1 0,6 17,10 54,4-2,6 0,4-2,20 35,-49-131,0-2,0 1,1-1,0 0,1-1,0 1,1-1,9 11,-17-23,1 1,-1 0,0-1,1 1,-1 0,1-1,-1 1,1-1,-1 1,1-1,0 1,-1-1,1 1,-1-1,1 0,0 1,0-1,-1 0,1 1,0-1,-1 0,1 0,0 0,0 0,0 1,-1-1,1 0,0-1,0 1,-1 0,1 0,0 0,0 0,-1-1,1 1,0 0,-1 0,1-1,0 1,-1-1,1 1,0-1,-1 1,1-1,-1 1,1-1,-1 1,1-1,-1 0,1 1,-1-1,0 0,1 1,-1-1,0 0,11-46,-13 23,0 0,-2 0,0 1,-2 0,0 0,-2 0,0 1,-2 0,0 0,-1 1,-2 0,0 1,-8-8,3 1,-1 2,-1 0,-1 1,-2 1,0 2,-1 0,-1 1,-1 1,-1 2,0 1,-2 1,1 1,-21-6,41 16,18 6,-1-1,565 55,-417-46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15.7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200 496,'2'8,"0"0,1-1,0 1,0-1,1 1,0-1,0 0,1 0,0-1,0 1,0-1,1 0,0-1,0 1,0-1,2 0,-7-5,0 0,0 0,0 0,0 0,1 0,-1 0,0-1,0 1,0 0,0-1,0 1,0-1,0 1,1-1,-2 1,1-1,0 0,0 1,0-1,0 0,0 0,0 0,-1 0,1 0,0 0,-1 0,1 0,-1 0,1 0,-1 0,0 0,1 0,-1 0,0-1,0 1,0 0,0 0,0 0,0 0,0-1,0 1,0 0,0 0,-1 0,1 0,0 0,-1-1,1 1,-1 0,1 0,-1 0,0 0,0 0,-2-6,0 1,0 0,-1 0,1 1,-1-1,-1 1,1-1,-1 2,0-1,0 0,0 1,-1 0,1 0,-1 0,0 1,0 0,-1 0,1 1,-1-1,1 1,-1 1,0-1,1 1,-1 0,0 1,0 0,0 0,0 0,1 1,-1 0,0 0,0 1,1 0,-1 0,1 0,0 1,-1 0,1 0,0 1,1 0,-1 0,1 0,0 0,-5 6,4 0,1 0,0 0,1 0,0 1,0-1,1 1,1 0,0 0,0 1,1-1,0 0,1 0,0 1,1-1,1 0,0 0,0 0,1 0,0 0,1 0,0-1,1 0,0 0,0 0,1 0,1-1,-1 0,2 0,-1-1,1 0,0 0,1-1,3 2,0-1,0-1,1 0,0-1,0 0,0-1,1 0,0-2,0 1,0-2,0 1,1-2,-1 0,0-1,1 0,-1-1,1-1,-1 0,0-1,0-1,0 0,-1-1,1 0,-1-1,0-1,-1 0,1 0,-2-1,1-1,-1 0,0-1,-1 0,0 0,0-1,-2 0,1-1,-1 0,-1 0,0-1,-1 0,0 0,2-8,1-19,-2 4</inkml:trace>
  <inkml:trace contextRef="#ctx0" brushRef="#br0" timeOffset="249.682">655 322,'13'-257,"-22"193,32 95,-1 8,-3 2,-1 0,-2 2,-2-1,-1 2,-3 0,-1 0,-3 1,-1 0,-3 0,-1 0,-2 0,-3 0,-1 0,-2-1,-4 6,-60 184,-18-11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32.1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1150,'115'-206,"-108"192,-5 9,0 0,0 0,0 0,1 0,-1 1,1-1,1 1,-1 0,1 0,-1 0,1 0,0 1,2-2,-3 5,0 1,1-1,-1 1,1-1,-1 1,0 0,0 0,1 1,-1-1,0 0,0 1,0 0,-1 0,1 0,0 0,-1 0,1 1,-1-1,0 1,0 0,0-1,0 1,0 0,0 0,-1 0,0 0,1 3,3 1,12 16,-2 0,-1 1,0 1,-2 0,-1 0,2 11,-12-35,0 1,0-1,0 1,0-1,-1 1,1-1,0 1,-1 0,1-1,-1 1,0 0,0-1,1 1,-1 0,0-1,-1 1,1 0,0 0,0-1,-1 1,1 0,-1-1,1 1,-1-1,0 1,1-1,-1 1,0-1,0 1,0-1,0 0,-1 1,1-1,0 0,0 0,-1 0,1 0,-1 0,1 0,-1-1,1 1,-1 0,1-1,-1 1,0-1,1 1,-1-1,0 0,1 0,-1 0,0 0,0 0,1 0,-1 0,-1-1,0 0,0-1,0 1,0-1,0 0,0 0,1 0,-1 0,1-1,0 1,-1-1,1 1,0-1,1 0,-1 0,0 0,1 0,-1 0,1 0,0 0,0 0,0-1,1 1,-1 0,1-1,0 0,8-86,14 29,2 2,3 0,23-35,19-43,-49 96,-1-2,-2 0,-1-2,-3 1,-2-2,-2 1,-2-1,-1-1,-3 0,-2 40,-1 0,0 0,0 0,0-1,-1 1,0 0,-1 0,1 0,-1 0,-1 1,1-1,-1 0,0 1,-1 0,1 0,-1 0,-1 0,1 0,-1 1,0 0,0 0,0 0,-1 1,-1-2,3 6,1 1,-1-1,0 0,1 1,-1 0,1 0,-1 0,1 1,-1-1,1 1,0-1,0 1,0 0,0 1,0-1,0 0,1 1,-1-1,1 1,-1 0,1 0,0 0,0 0,1 0,-1 1,1-1,-1 0,1 1,0-1,0 1,0 2,-11 32,2 1,2 1,1 0,2 0,1 0,3 1,1-1,3 14,-1-1,1 0,3 0,2-1,3 0,2-1,2 0,2-1,2-1,3 0,1-2,3 0,2-2,2 0,-24-36,1 1,0-2,0 1,1-1,0 0,0-1,1 0,0 0,0-1,1 0,0-1,0 0,1 0,-9-4,-1-1,1 1,0-1,0 0,-1 0,1 1,0-1,0-1,-1 1,1 0,0 0,0-1,-1 1,1-1,0 1,-1-1,1 0,0 1,-1-1,1 0,-1 0,0 0,1 0,-1-1,0 1,1 0,-1-1,0 1,11-20</inkml:trace>
  <inkml:trace contextRef="#ctx0" brushRef="#br0" timeOffset="258.785">535 762,'-42'-34,"-2"1,-1 2,-2 3,-1 1,0 3,-2 1,-37-10,58 24,23 4,24 7,-18-2,849 78,-730-60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29.4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1 353,'10'5,"1"0,1 0,-1-1,1 0,-1-1,1-1,0 1,0-2,0 0,1 0,-1-1,0-1,0 0,0-1,0 0,0 0,2-2,13-5,0-1,-1 0,0-2,-1-1,0-2,17-13,-27 20,-1-2,-1 0,0-1,0 0,-1-1,-1 0,0-1,0 0,-2-1,1 0,-2-1,0 0,4-12,-10 25,-1-1,-1 1,1-1,0 1,0-1,-1 1,0-1,1 1,-1-1,0 0,0 1,-1-1,1 1,0-1,-1 0,0 1,1-1,-1 1,0 0,0-1,-1 1,1 0,0-1,-1 1,1 0,-1 0,0 0,0 0,1 1,-1-1,-1 0,1 1,0-1,0 1,-2-1,-1 0,0 0,0 0,-1 1,1-1,-1 1,1 0,-1 1,1-1,-1 1,1 1,-1-1,1 1,-1-1,1 1,-1 1,1-1,0 1,0 0,0 0,0 1,0 0,0 0,0 0,1 0,0 0,-1 1,-4 5,0 0,0 0,1 1,0 0,1 0,0 1,1 0,0 0,1 1,0-1,0 3,-9 46,3 0,2 0,3 1,3 0,2 0,3 0,8 48,-9-98,9 124,5 80,-10 65,-7-224</inkml:trace>
  <inkml:trace contextRef="#ctx0" brushRef="#br0" timeOffset="360.884">94 793,'72'-31,"2"3,1 3,46-8,-39 10,-29 8,141-31,-192 46,-1-1,1 1,-1 0,1-1,-1 1,1 0,0 0,-1 0,1 0,0 0,-1 0,1 1,-1-1,1 0,-1 1,1-1,-1 1,1 0,-1-1,1 1,-1 0,0 0,1 0,-1 0,0 0,0 0,0 1,0-1,0 0,0 0,0 1,0-1,0 1,-1-1,1 1,-1-1,1 1,-1-1,1 1,-1 0,-9 216,9-217,0 0,0 1,1-1,-1 1,0-1,1 1,-1-1,1 1,-1-1,1 0,-1 1,1-1,0 0,0 0,0 0,0 1,0-1,0 0,0 0,0 0,0-1,0 1,0 0,1 0,-1 0,0-1,1 1,-1-1,0 1,1-1,0 0,11 1</inkml:trace>
  <inkml:trace contextRef="#ctx0" brushRef="#br0" timeOffset="623.571">629 246,'-2'2,"10"5,16 9,12 8,1 0</inkml:trace>
  <inkml:trace contextRef="#ctx0" brushRef="#br0" timeOffset="841.643">1029 821,'13'-2,"-1"0,0-1,0 0,0-1,0 0,0-1,-1-1,0 1,0-2,0 1,-1-2,0 1,4-5,-1 2,-1 0,1-1,-2 0,1-1,-2 0,1 0,-2-1,0-1,0 0,-1 0,-1 0,-1-1,3-7,-9 20,1 0,-1 0,1 0,-1-1,0 1,0 0,0 0,0 0,0 0,-1 0,1 0,-1 0,1 0,-1 0,0 0,1 0,-1 0,0 1,0-1,-1 0,1 0,0 1,-1-1,1 1,0-1,-1 1,0 0,1-1,-1 1,0 0,0 0,0 0,1 0,-1 1,0-1,0 0,0 1,0-1,0 1,-1 0,1 0,0 0,0 0,0 0,0 0,0 0,0 1,-1-1,-9 4,0-1,0 2,1 0,-1 0,1 1,0 0,1 1,-1 0,1 0,1 1,0 1,0 0,0 0,1 1,0 0,1 0,0 0,1 1,0 0,1 1,0 0,3-8,1-1,-1 1,1 0,0 0,0 1,0-1,0 0,1 0,0 0,0 1,0-1,0 0,1 0,0 0,-1 0,2 1,-1-1,0 0,1-1,0 1,-1 0,2 0,-1-1,0 1,1-1,-1 0,1 0,0 0,0 0,1 0,-1 0,0-1,1 0,0 0,-1 0,1 0,21 6,1-1,-1-1,1-1,0-2,1 0,-1-2,0-1,0-1,2-1,-15 1,62-2</inkml:trace>
  <inkml:trace contextRef="#ctx0" brushRef="#br0" timeOffset="1886.272">2019 634,'-12'-8,"-1"0,0 1,0 1,0 0,0 1,-1 0,0 1,0 1,0 0,-1 1,1 0,-1 1,1 1,-1 0,-11 2,22 0,-1 0,1 0,0 0,-1 0,1 1,0-1,1 1,-1 0,0 0,1 0,0 1,-1 0,1-1,1 1,-1 0,1 0,-1 0,1 1,0-1,1 0,-1 1,1 0,0-1,0 1,0 0,1-1,-1 1,1 0,0 0,1-1,-1 1,1 0,0-1,0 1,0 0,1-1,0 1,1 3,6 2,1 1,-1-2,1 1,1-1,0-1,0 0,1 0,0-1,0-1,0 0,1-1,0 0,0-1,0 0,1-1,-1-1,1 0,0 0,0-2,35 6,1-2,-1-3,1-1,-1-3,1-2,-1-2,0-2,-1-3,0-1,25-12,-60 21,-1 0,1-1,-1 0,0 0,-1-2,1 1,-1-2,0 1,-1-2,0 1,0-1,-1-1,0 0,-1 0,0 0,0-1,5-11,-12 20,-1 1,1-1,-1 0,1 1,-1-1,0 0,0 1,0-1,1 0,-2 1,1-1,0 0,0 0,0 1,-1-1,1 0,-1 1,1-1,-1 1,0-1,0 1,0-1,0 1,0-1,0 1,0 0,0 0,0-1,-1 1,1 0,0 0,-1 0,1 0,-1 0,1 1,-1-1,1 0,-1 1,0-1,1 1,-1 0,0-1,1 1,-2 0,-77 2,70 0,1 0,-1 0,0 1,1 0,0 1,0 0,0 0,0 1,1 0,-1 0,1 1,1 1,-1-1,1 1,0 0,1 1,-1-1,2 1,-1 1,1-1,0 1,0 2,4-8,0 0,0 0,1-1,-1 1,1 0,0 0,0 0,0 0,0 0,1-1,-1 1,1 0,-1 0,1 0,0-1,0 1,1-1,-1 1,0 0,1-1,-1 0,1 1,0-1,0 0,0 0,0 0,0 0,0 0,1-1,-1 1,1-1,-1 1,1-1,-1 0,3 1,6 2,1-1,-1 0,0 0,1-1,-1 0,1-1,0-1,3 0,-3 1,0-2,0 1,0-2,0 0,-1 0,1-1,-1 0,1-1,-1 0,-1-1,1 0,0-1,-1 0,0-1,-1 0,1-1,-2 1,1-2,-1 1,0-1,0-1,-1 1,-1-1,0 0,3-7,-11 23,1 1,-1 0,1 0,1 0,-1 1,1-1,0 0,1 0,0 0,0 0,0 0,1 0,0 0,1-1,-1 1,1-1,0 1,1-1,0 0,0 0,0 0,0-1,1 0,0 0,0 0,1 0,-1-1,4 3,-7-6,1 1,-1 0,1-1,0 1,-1-1,1 0,0 0,0 0,0 0,0 0,0-1,0 1,0-1,0 0,0 0,0 0,0 0,-1-1,1 1,0-1,0 0,0 1,0-1,0-1,-1 1,1 0,0-1,-1 1,1-1,-1 0,1 0,-1 0,0 0,0 0,0 0,0-1,0-1,2-10,-1 0,-1 0,0 0,-1 0,-1-1,0 1,-1 0,0-1,-1 1,-1 0,-2-6,5 19,-26-135,28 134,-1 0,0 0,1 0,-1 0,1 0,-1 1,1-1,0 0,0 1,0-1,0 1,0 0,0 0,0-1,0 1,0 1,1-1,-1 0,0 0,1 1,-1 0,1-1,-1 1,0 0,1 0,-1 0,1 0,-1 1,1-1,-1 1,0-1,1 1,-1 0,1 0,-1-1,19 3,-1 0,1 1,-1 0,0 2,0 1,0 0,-1 1,0 2,-1 0,0 0,0 2,-1 0,-1 1,0 1,9 10,-19-15,0 1,-1 0,0 0,0 0,-1 0,-1 1,0 0,0 0,-1 0,0 0,-1 0,0 0,-1 0,-1 11,1-17,-1-1,1 0,0 0,0 1,1-1,-1 0,1 0,0 0,0 1,0-1,1 0,0 0,-1-1,1 1,0 0,1-1,-1 1,1-1,-1 1,1-1,0 0,1 0,-1-1,0 1,1-1,-1 1,1-1,0 0,0-1,0 1,0 0,0-1,3 1,10 0,1-1,-1 0,0-1,0-1,1-1,-1 0,0-1,0-1,-1-1,1 0,-1-1,0-1,0 0,11-8,-16 9,1-1,-1-1,-1 0,1 0,-1-1,-1 0,0-1,0 0,-1 0,0-1,0 0,-2 0,1-1,-1 0,-1 0,0 0,-1-1,0 0,-1 0,-1 0,0 0,0 0,-2 0,1-4,-1 14,0 0,0 0,0 0,-1 0,1 0,-1 1,1-1,-1 0,0 0,0 0,0 1,-1-1,1 1,-1-1,1 1,-1-1,0 1,0 0,0 0,0 0,0 0,0 0,-1 0,1 1,-1-1,1 1,-1 0,1-1,-1 1,0 0,0 1,0-1,1 0,-1 1,0 0,0 0,0-1,0 2,0-1,0 0,0 1,1-1,-1 1,-2 0,-1 2,0 0,0 0,1 1,-1 0,1 0,0 0,0 1,0-1,0 1,1 0,0 1,0-1,0 1,1-1,-1 1,2 0,-1 1,1-1,-1 0,2 1,-1-1,1 1,0 0,0-1,1 1,0 0,0 0,1-1,-1 1,2 0,-1-1,1 1,0-1,0 0,0 1,1-1,0 0,1 0,-1-1,1 1,0-1,0 1,4 2,6 1,-1-1,1 0,1-1,-1 0,1-1,1-1,-1-1,1 0,-1-1,1 0,12-1,46 7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19.3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294 281,'2'0,"1"0</inkml:trace>
  <inkml:trace contextRef="#ctx0" brushRef="#br0" timeOffset="8234.162">281 254,'0'-11,"0"2,0 15,-2 23,-4 23,0 22,-1 14,-3 8,2 1,1-6,2-13,3-16,0-19</inkml:trace>
  <inkml:trace contextRef="#ctx0" brushRef="#br0" timeOffset="8565.61">0 121,'22'-7,"1"2,-1 0,1 1,0 2,0 0,0 2,22 2,-8-2,1 2,-1 2,0 2,0 1,0 1,-1 3,0 1,15 8,-42-16,0 1,-1-1,1 2,-1 0,0 0,-1 0,1 1,-1 0,1 2,-6-7,0 1,0-1,-1 1,1 0,-1 0,1 0,-1-1,0 1,0 0,0 1,-1-1,1 0,-1 0,0 0,1 0,-1 0,-1 1,1-1,0 0,-1 0,0 0,1 0,-1 0,-1 0,1 0,0 0,-1 0,1-1,-2 3,-11 10,-1-1,0 0,-1-1,0-1,-1-1,0 0,-1-1,0-1,0 0,-1-2,0 0,-20 4,-199 47,223-54,15-2</inkml:trace>
  <inkml:trace contextRef="#ctx0" brushRef="#br0" timeOffset="8842.702">855 0,'-11'0,"-4"14,0 18,4 21,2 21,4 17,2 12,2 7,1-2,1-8,-1-12,1-14,0-15,-3-13,-5-15,-2-11</inkml:trace>
  <inkml:trace contextRef="#ctx0" brushRef="#br0" timeOffset="9106.948">387 615,'16'-3,"19"1,19-1,19-4,15-3,11-2,2 1,-6 2,-21 3</inkml:trace>
  <inkml:trace contextRef="#ctx0" brushRef="#br0" timeOffset="9496.999">1123 855,'11'-31,"-1"0,-1-1,-1-1,-2 1,-2-1,-1 0,-1 0,-2 0,-1 0,-2 0,-6-29,9 62,1 1,-1-1,0 1,0-1,0 0,0 1,1-1,-1 0,0 1,0-1,1 0,-1 1,0-1,0 0,1 1,-1-1,0 0,1 0,-1 0,0 1,1-1,-1 0,1 0,-1 0,0 0,1 0,-1 1,1-1,-1 0,0 0,1 0,-1 0,1 0,-1 0,0 0,1-1,-1 1,1 0,-1 0,0 0,1 0,-1 0,0-1,1 1,-1 0,1 0,-1-1,0 1,0 0,1 0,-1-1,0 1,0 0,1-1,-1 1,0 0,0-1,0 1,1-1,-1 1,0 0,0-1,0 1,0-1,0 1,0 0,0-1,0 0,7 5,23 10,1-2,1-1,0-1,32 5,71 22,-132-36,0-1,0 1,0 0,0 0,0 0,0 1,0-1,0 0,-1 1,1 0,-1 0,1 0,-1 0,1 0,-1 0,0 1,0-1,0 1,-1-1,1 1,0 0,-1 0,0-1,0 1,0 0,0 0,0 1,0-1,-1 0,1 0,-1 0,0 0,0 0,0 1,-1-1,-3 9,-1 0,0-1,-1 0,-1 0,0 0,0-1,-8 9,-37 65,51-82,1 0,-1 0,1 0,-1 0,1 0,0 0,-1 0,1 0,0 0,1 0,-1 0,0 0,0 0,1 0,-1 0,1 0,0-1,0 1,-1 0,1 0,0 0,1-1,-1 1,0-1,0 1,1-1,-1 1,1-1,-1 0,1 1,-1-1,1 0,0 0,0 0,-1-1,1 1,0 0,0-1,0 1,1-1,85 14,-21-16,-1-2,1-3,44-12,-88 15,58-11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33.1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250 112,'-66'41,"46"-31,1 2,0 0,1 0,1 2,0 0,0 1,2 1,-9 11,23-26,-1 1,1-1,-1 1,1-1,0 1,-1 0,1-1,0 1,0 0,1 0,-1 0,0 0,1 0,-1 0,1 0,-1 0,1 0,0 0,0 0,0 0,0 1,0-1,0 0,1 0,-1 0,1 0,0 0,-1 0,1 0,0 0,0-1,0 1,0 0,1 0,-1-1,0 1,1-1,-1 1,1-1,-1 0,1 1,0-1,0 0,1 1,8 1,0 0,1-1,0 0,-1-1,1-1,0 1,0-2,-1 0,1 0,0-1,-1 0,1-1,-1 0,0-1,0-1,0 1,-1-2,4-1,-5 1,1 0,-1-1,0 0,-1 0,0-1,0 0,-1 0,1-1,-2 0,0 0,0 0,0-1,-1 0,-1 0,1-1,-2 1,0-1,0 0,-1 0,0 0,-1 0,0 0,0 0,-2-1,1 1,-1 0,-1 0,0 0,2 9,0 1,0 0,0-1,0 1,0-1,0 1,0-1,0 1,-1 0,1-1,0 1,-1 0,1-1,-1 1,0 0,1-1,-1 1,0 0,0 0,0 0,0 0,0 0,0 0,0 0,0 0,0 0,-1 1,1-1,0 0,0 1,-1-1,1 1,-1-1,1 1,0 0,-1-1,1 1,-1 0,1 0,0 0,-1 0,-2 5,-1 1,1 0,0-1,1 1,-1 1,1-1,1 0,-1 1,1-1,0 1,0 0,1 0,0 2,0-4,-3 7,1 0,0 0,1 0,0 1,1-1,0 1,1-1,1 1,0-1,0 1,1-1,1 0,0 0,1 0,0 0,1-1,0 1,1-1,0 0,0-1,1 1,1-1,0-1,0 0,1 0,0 0,9 5,-12-10,1 1,0-1,0-1,0 1,1-1,-1-1,1 1,0-1,0-1,0 1,-1-1,1-1,0 1,0-2,0 1,0-1,0 0,0 0,0-1,0 0,-1-1,1 0,-1 0,1 0,-1-1,-1 0,1 0,0-1,-1 0,0 0,0-1,0 0,5-13,-2 0,0-1,-1-1,-1 1,-1-1,-1 0,-1-1,-1 1,-1-1,0 1,-2-1,-1 0,-1-12,2 29,1-1,-1 1,0-1,0 1,-1 0,1-1,-1 1,0 0,-1 0,1 0,-1 0,0 0,0 0,-1 0,0 0,1 1,-2 0,1-1,0 1,-1 0,-1-1,4 5,0 0,0 0,0 0,0 0,-1 0,1 0,0 0,0 0,0 0,0 0,0 1,0-1,0 0,0 1,-1-1,1 1,1-1,-1 1,0-1,0 1,0 0,0 0,0-1,0 1,1 0,-1 0,0 0,1 0,-1 0,1 0,-1 0,1 0,-1 0,1 0,0 0,-1 0,1 0,0 1,0-1,0 0,0 0,0 0,0 0,0 0,0 0,1 1,-1-1,0 0,1 0,-1 0,1 0,-1 0,1 0,-1 0,1 0,0 0,-1 0,1-1,0 1,0 0,0 0,5 5,1-1,0 1,1-1,-1-1,1 1,0-1,0-1,0 0,1 0,-1 0,1-1,-1 0,1-1,0 0,8 3,35 7,-33-9,0 2,0 0,-1 1,1 1,-1 1,-1 0,1 1,-1 1,9 7,-21-11,-1 0,1 1,-1 0,0-1,0 2,-1-1,0 0,0 1,-1-1,1 1,-1 0,-1 0,1 0,-1 0,-1 0,1 0,-1 0,0 0,-1 0,0 0,0 0,0 0,-1 0,0 1,0 3,0 0,1 0,1 1,0-1,0 0,1 1,0-1,1 0,1 2,-1-9,0 1,0-1,0-1,1 1,-1 0,1-1,0 1,0-1,0 0,1 0,-1 0,1 0,0-1,-1 1,1-1,0 0,0 0,1-1,-1 1,0-1,1 0,-1 0,0 0,1-1,-1 1,1-1,2 0,10 0,0-1,1 0,-1-2,0 1,0-2,9-4,-4 2,-1-2,0-1,-1 0,0-1,0-2,-1 0,-1-1,10-8,-19 14,-1-1,0 0,0-1,-1 0,1 0,-2 0,0-1,0 0,0 0,-2 0,1-1,-1 0,-1 0,0 0,0 0,-1-1,0-5,-2 11,0 0,-1 0,0 0,0 0,-1 0,1 0,-1 1,-1-1,1 0,-1 1,0-1,0 1,0 0,-1 0,0 0,0 1,0-1,0 1,-1 0,0 0,0 1,0-1,0 1,0 0,-1 1,1-1,-1 1,0 0,0 0,0 1,0 0,0 0,0 0,0 1,0-1,0 2,0-1,0 1,0 0,0 0,0 0,0 1,-5 2,5-2,0 0,0 1,0 0,1 0,-1 0,1 1,0-1,0 1,0 0,1 1,-1-1,1 1,0 0,1 0,-1 1,1-1,0 1,0-1,0 1,1 0,0 0,0 0,1 0,-1 0,1 1,1-1,-1 0,1 1,0-1,1 0,-1 1,1-1,1 0,-1 0,1 0,0 0,0 0,1 0,0 0,0-1,0 1,1-1,1 2,10 6,1-1,0 0,1-1,0-1,0-1,1-1,1 0,-1-1,1-1,0-1,1-1,-1 0,1-1,0-2,10 0,76 5,-7-8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33.8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435 3,'-11'-1,"0"0,0 1,0 0,0 1,0 0,0 1,0 0,0 0,0 2,0-1,1 1,0 1,0-1,0 2,0 0,1 0,0 0,0 1,1 1,0-1,0 1,-4 6,-7 9,1 1,2 0,0 1,2 1,0 0,2 1,1 0,0 4,-6 24,2 1,3 0,2 1,2 0,3 1,3-1,2 1,3 0,8 51,-3-63,2 0,1 0,3-1,1 0,3-2,1 0,2-1,2 0,2-2,2-1,1-2,12 12,-4-12,0-2,3-1,40 26,3-5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34.5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475 413,'4'-3,"-1"0,1 0,-1 0,1-1,-1 1,0-1,-1 0,1 0,-1 0,1 0,-1 0,-1 0,1-1,0 1,-1-1,0 1,0-1,0 1,-1-1,0 0,1 1,-2-1,1 0,0 0,-1 1,0-1,0 1,-1-1,1 1,-1-1,0 1,0 0,0 0,0 0,-1 0,0 0,0 1,0-1,0 1,-1-1,-1 0,-5-1,-1 0,1 1,-1 0,0 0,-1 1,1 1,0 0,-1 0,0 2,1-1,-1 1,1 1,-1 0,0 0,1 2,0-1,-1 1,1 1,0 0,1 0,-1 1,1 1,0 0,0 0,-1 2,-4 2,1 0,0 1,0 1,1 0,0 1,1 1,1 0,0 0,1 1,0 1,2-1,0 1,0 1,2 0,0 0,0 0,2 1,0-1,1 1,1 0,1 0,2-9,-1-1,2 1,-1 0,1-1,1 1,-1-1,2 0,-1 0,1 0,0 0,0-1,1 0,0 1,1-2,-1 1,1-1,1 1,-1-2,1 1,0-1,0 0,1 0,-1-1,1 0,0-1,0 1,0-1,1-1,-1 0,1 0,-1-1,1 0,0 0,8-1,-3 0,1-1,-1-1,0 0,0-1,0-1,0 0,-1-1,1 0,-1-1,-1-1,1 0,-1 0,0-1,-1-1,0 0,0-1,-1 0,0 0,-1-1,0-1,0 1,-2-1,1-1,-2 1,1-1,-2 0,0-1,0 1,2-14,-1-3,0-1,-2 1,-1-1,-2 1,-1-1,-1 0,-2 1,0-1,-3 1,0 0,-2 1,-5-12,-38-51,50 89,-1 1,0 0,0 0,0 0,0 1,0-1,0 0,0 1,0-1,-1 1,1 0,-1 0,1 0,-1 0,1 0,-1 0,1 1,-1-1,0 1,0 0,1 0,-1 0,0 0,1 0,-1 1,0-1,1 1,-1-1,1 1,-1 0,1 0,-1 0,1 1,-1-1,1 0,-2 2,-5 7,1 0,0 0,1 1,0 0,0 0,1 0,0 1,1 0,1 0,0 0,1 1,0-1,0 1,2 0,-1 0,2 7,-3 16,2 0,2 0,2 0,0 0,3 0,1-1,1 0,3 0,0-1,2 0,6 8,22 41,4-2,3-3,50 62,-87-125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34.9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1 193,'0'-12,"-1"-8,1 1,1-1,0 1,2-1,0 1,1-1,1 1,3-5,-8 24,0 0,0 1,0-1,0 0,0 0,0 1,0-1,0 0,0 1,0-1,0 0,0 0,0 1,1-1,-1 0,0 0,0 1,0-1,1 0,-1 0,0 1,0-1,0 0,1 0,-1 0,0 0,0 1,1-1,-1 0,0 0,1 0,-1 0,0 0,0 0,1 0,-1 0,0 0,1 0,-1 0,0 0,1 0,-1 0,0 0,0 0,1 0,-1 0,0 0,1 0,-1-1,0 1,0 0,1 0,-1 0,0-1,3 27,-2 0,0 0,-2 0,-1 0,-1 2,0 1,-1 11,1-23,0 1,2-1,0 0,1 1,1-1,0 1,1-1,1 0,1 0,0 0,2 3,11 5,0-8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35.7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320 283,'-6'-4,"-1"0,1 0,-1 1,0 0,0 0,0 1,0 0,-1 0,1 1,-1 0,1 0,-1 1,1 0,-1 0,1 0,-1 1,1 1,0-1,-1 1,1 0,0 1,0-1,0 2,0-1,1 1,-1 0,1 0,-3 3,-3 6,1 1,0 1,0 0,2 0,0 1,1 0,0 1,1 0,1 0,1 0,1 1,0 0,1 0,1 0,0 0,2 0,0 0,1 2,-1-11,1 1,0-1,1 1,-1-1,2 1,-1-1,1 0,1 0,0 0,0-1,1 0,0 1,0-1,1-1,0 1,0-1,1 0,-1 0,2-1,-1 0,1-1,0 1,0-1,0-1,1 1,0-2,0 1,0-1,0 0,5 0,-2-3,0 0,0-1,0-1,0 1,-1-2,1 0,0 0,-1-1,0-1,0 1,0-2,0 0,-1 0,0-1,-1 0,1-1,-1 0,-1 0,1-1,-1 0,-1 0,0-1,0 0,-1 0,0-1,-1 0,0 0,-1 0,0-1,1-6,6-18,-2-1,-1 0,-2-1,-2 0,-1 0,-2 0,-2 0,-1 0,-2 0,-4-11,7 36,-1 1,0-1,-1 1,-1 0,0 0,-1 1,0-1,0 1,-1 0,-1 0,0 1,0 0,-8-8,12 16,1 0,0 0,-1 0,1 1,-1-1,1 1,-1 0,0 0,0 0,1 0,-1 0,0 1,0-1,0 1,0-1,0 1,0 0,0 1,0-1,0 0,0 1,1 0,-1-1,0 1,0 0,0 0,1 1,-1-1,-1 2,-3 1,0 1,0 1,1-1,0 1,0 0,0 1,1 0,0-1,-4 8,-1 8,0 1,1 1,1-1,2 1,0 1,2-1,0 1,2 0,0-1,2 1,1 0,1 0,1 0,1-1,1 1,2-1,0 0,4 7,0-1,1-1,1-1,1 0,2-1,1-1,9 11,-17-26,0 0,0-1,1 0,0 0,1-1,0-1,0 0,1 0,0-1,0 0,1-1,0-1,0 0,0-1,8 2,-12-5,1 0,-1-1,0 0,1 0,-1-1,1 0,-1 0,0-1,0 0,0-1,0 0,0-1,-1 0,1 0,-1-1,0 0,0 0,-1 0,1-1,-1-1,-1 1,1-1,-1 0,0-1,1-1,-8 72,2-59,0 1,0-1,0 0,1 0,-1 0,1 0,0 0,0-1,1 1,-1 0,1-1,-1 0,1 0,0 0,1 0,-1 0,0 0,1-1,-1 1,1-1,0 0,0-1,0 1,0 0,0-1,0 0,0 0,0 0,5 0,-1 0,0 0,0 0,0-1,0 0,0-1,0 0,0 0,0 0,0-1,0 0,-1-1,1 0,-1 0,0 0,7-5,-9 4,0-1,1 1,-2-1,1-1,-1 1,0 0,0-1,0 0,-1 0,0 0,0-1,0 1,-1-1,0 1,0-1,-1 0,0-4,0 7,0 0,-1-1,0 1,0 0,-1-1,1 1,-1 0,0 0,0-1,0 1,0 0,-1 0,0 0,0 0,0 1,0-1,-1 0,1 1,-1 0,0-1,0 1,0 0,0 1,-1-1,1 0,-1 1,1 0,-3-1,0 1,0-1,0 2,0-1,0 1,0 0,0 0,-1 0,1 1,0 0,0 0,-1 1,1 0,0 0,0 0,0 1,0 0,0 0,0 1,1-1,-1 1,-2 2,-2 1,1 0,-1 1,1 0,0 1,1 0,-1 0,2 1,-1 0,1 0,1 1,-1 1,3-4,1-1,-1 0,1 1,1-1,-1 1,1 0,0 0,1 0,0 0,0 0,0 1,1-1,0 0,1 6,6 11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39.2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 0,'14'16,"6"14,3 11,-3 11,-5 7,-12 5,-20 3,-23 1,-4-10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39.7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80 4,'-7'5,"0"1,1 1,0-1,0 1,0 1,1-1,0 1,0-1,1 1,0 1,0-1,1 0,0 1,1 0,0 0,0 0,1 0,0 0,1 0,0 0,0 0,1 0,0 0,0 0,1 0,0 0,1-1,0 1,0-1,1 1,0-1,1 1,3 0,1 0,-1-1,1 0,1-1,-1 0,1 0,1-1,-1 0,1-1,0 0,0-1,1 0,-1-1,1 0,-1-1,1 0,0-1,0 0,0-1,0 0,0-1,0 0,0-1,-1-1,1 0,0 0,-1-1,0 0,0-1,0 0,-1-1,6-4,-10 5,-1 1,-1-1,1 0,-1-1,0 1,0-1,0 1,-1-1,0 0,0-1,0 1,-1 0,0-1,0 1,-1-1,0 0,0 0,0 1,-1-1,0 0,0 0,-1 0,0 1,0-1,-1 0,1 1,-2-1,1 1,-1 0,1-1,-2 1,1 1,-4-6,1 2,-1 0,0 0,0 1,-1-1,0 2,-1-1,0 1,0 0,0 1,-1 0,0 1,-7-4,12 7,0 0,1 1,-1-1,0 1,0 0,0 0,0 0,0 1,0-1,0 1,0 1,0-1,0 1,0 0,0 0,0 0,0 1,0-1,1 1,-1 0,0 1,1-1,0 1,0 0,0 0,0 0,0 1,0-1,1 1,-1 1,0 1,0-1,1 1,0-1,0 1,1 0,-1 0,1 1,1-1,-1 0,1 1,0-1,0 1,1-1,0 1,0-1,1 1,-1-1,2 0,-1 1,1-1,1 6,16 38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39.9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8 293,'-4'-34,"2"1,1 0,1-1,2 1,1 0,2 0,5-17,-5 40,-3 24,-14 117,1 67,11-184,2 0,0-1,0 0,1 1,1-1,0 0,1 0,1-1,-1 0,2 0,0 0,0 0,4 2,30 26,-1-12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40.1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63 0,'7'16,"4"14,3 11,4 8,-2 5,-6 4,-13 2,-22-1,-28-1,-4-10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38.2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 83,'-16'-2,"-7"1,-5 1,3 3,6 3,5 2,11 3,13 2,20 0,21-1,19-3,17-4,6-4,-3-2,-12-2,-20 3,-20 1</inkml:trace>
  <inkml:trace contextRef="#ctx0" brushRef="#br0" timeOffset="253.595">223 296,'14'7,"18"2,19 2,22-1,16-2,9-3,2-1,-16-3</inkml:trace>
  <inkml:trace contextRef="#ctx0" brushRef="#br0" timeOffset="456.929">1012 296,'-1'3,"0"0,0-1,0 1,0 0,1 0,0 0,-1 0,1-1,0 1,1 0,-1 0,0 0,1 0,0 0,-1-1,1 1,0 0,0-1,1 1,-1-1,0 1,1-1,0 1,0-1,-1 0,1 0,0 0,1 0,-1 0,0 0,1-1,-1 1,0-1,1 0,0 1,-1-1,1 0,0-1,0 1,0 0,8 4,1-1,0 0,0 0,0-1,1-1,-1 0,1 0,-1-2,1 1,-1-2,1 1,-1-2,9-1,-15 1,1 1,0-1,-1-1,1 1,-1-1,0 0,0 0,0-1,0 0,0 0,-1 0,0-1,0 0,0 0,0 0,-1-1,0 1,0-1,-1 0,1 0,-1 0,-1-1,1 1,-1-1,1-1,-1-3,-1 0,0-1,0 1,-1 0,0 0,-1 0,-1 0,1 0,-2 0,1 0,-2 1,1-1,-2 1,1 0,-1 0,-1 0,0 0,-2-1,4 4,-1 1,0-1,0 1,0 1,-1-1,0 1,0 0,-1 0,1 1,-1-1,0 1,0 1,-1 0,1 0,0 0,-1 1,0 0,0 0,0 1,1 0,-1 1,0-1,0 1,0 1,-6 0,7 1,-1 1,0-1,0 1,1 1,0-1,-1 1,1 0,1 1,-1 0,1 0,0 0,0 1,0 0,1 0,0 0,0 1,0-1,1 1,0 0,1 1,-1-1,1 1,1 0,-1-1,1 1,1 0,0 0,0 0,0 1,1-1,0 0,1 0,0 0,0 3,24 41,9-8</inkml:trace>
  <inkml:trace contextRef="#ctx0" brushRef="#br0" timeOffset="769.508">1640 216,'-2'4,"1"-1,-1 0,1 1,-1-1,1 1,0-1,0 1,1 0,-1-1,1 1,0 0,0 0,0-1,0 1,1 0,-1-1,1 1,0 0,0-1,0 1,1-1,-1 0,1 1,0-1,0 0,0 0,3 3,0 0,1 1,0-1,1-1,-1 1,1-1,1 0,-1-1,0 1,1-2,0 1,5 1,-2-2,-1 0,1 0,0-1,0-1,0 1,-1-2,1 0,0 0,0-1,0 0,0-1,3-1,-9 2,0-1,0 1,0-1,0-1,0 1,-1-1,1 1,-1-1,0 0,1-1,-1 1,-1-1,1 0,-1 0,1 0,-1 0,0-1,0 1,-1-1,0 0,0 0,0 0,0 0,0 0,-1 0,0-1,-1-4,0-1,0 1,-1 0,-1 0,0 0,0 0,-1 0,0 1,-1-1,0 1,0 0,-1 0,0 0,-1 0,0 1,0 0,-1 0,0 1,0 0,-1 0,0 1,0 0,0 0,-1 0,0 1,0 1,0 0,-1 0,1 1,-11-3,15 5,1 0,-1 0,-1 0,1 0,0 1,0 0,0 0,0 0,0 1,0 0,0 0,0 0,0 0,0 1,0 0,1 0,-1 0,1 1,-1-1,1 1,0 0,0 0,0 1,0-1,1 1,-1 0,1 0,0 0,0 0,1 1,-1-1,1 1,0-1,0 1,1 0,-1 0,1 0,0 0,0 0,1 0,-1 0,1 0,0 0,1 0,0 4,18 41,10-4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40.7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36 329,'-8'-75,"3"0,5-45,4 62,-1 72,-17 110,8-92,2-1,1 1,1 0,1 0,2 0,2-1,1 1,1 0,8 25,3-17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41.6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1 420,'60'-332,"-44"244,-32 149,2 0,2 0,4 1,2 0,3 1,3 30,1-80,0 1,1-1,1 1,0-1,1 0,0 0,1 0,0-1,1 0,1 2,11 9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42.1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29 156,'-2'-18,"-4"-16,0-5,1 0,1 15,1 22,1 25,2 28,-1 20,1 14,1 8,-1 1,3-10,0-19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41.0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15 125,'-3'7,"0"-1,1 1,0 0,1 0,0 0,0 0,0 0,1 0,0 0,0 0,1 0,0 0,0-1,0 1,1 0,0 0,0-1,1 1,0-1,0 0,1 1,0-1,0-1,0 1,0-1,1 0,0 0,0 0,5 3,-1-2,0-1,0 0,0 0,1-1,0 0,-1-1,2 0,-1-1,0 0,0 0,1-1,-1-1,1 1,-1-2,0 1,1-2,0 1,-5 0,0 0,-1-1,1 0,-1 1,1-2,-1 1,1-1,-1 1,0-1,0-1,-1 1,1-1,-1 0,1 0,-1 0,-1-1,1 1,0-1,-1 0,0 0,0 0,-1 0,1-1,-1 1,0-1,-1 1,1-1,-1 0,0 0,0-3,-1-1,0 0,-1 1,0-1,0 0,-1 1,0-1,-1 1,0 0,0 0,-1 0,-1 0,1 1,-1-1,0 1,-1 1,0-1,0 1,-1 0,0 0,0 0,-1 1,0 1,0-1,0 1,0 0,-1 1,0 0,0 0,0 1,0 1,-4-1,9 2,-1 0,0 0,0 1,1 0,-1 0,0 0,0 1,1 0,-1 0,0 0,1 0,-1 1,1-1,-1 1,1 1,0-1,0 0,0 1,0 0,0 0,1 0,-1 0,1 1,0-1,0 1,0 0,1 0,-1 0,1 0,0 0,0 1,0-1,1 1,-1-1,0 6,2 37,8-1</inkml:trace>
  <inkml:trace contextRef="#ctx0" brushRef="#br0" timeOffset="257.289">630 419,'-2'21,"-4"13,-2 10,-5 7,-6 6,-8 2,-5 1,-7-4,3-11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42.7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314 0,'11'23,"14"28,10 30,9 31,5 28,-5 22,-12 14,-23 5,-35 0,-45-8,-52-13,-50-18,4-33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52.6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55 0,'7'21,"4"17,1 15,-2 7,-5 4,-10 3,-16 0,-15-6,-2-13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49.7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0 615,'8'16,"-3"-2,1 0,0 0,0-1,1 1,1-2,1 1,0-1,0 0,1-1,0 0,1-1,0 0,1-1,0 0,1-1,-1 0,2-1,10 5,-22-11,0-1,1 0,-1 1,0-1,0 0,0 0,1 0,-1 0,0-1,0 1,0-1,0 1,1-1,-1 0,0 0,0 0,0 0,0 0,-1 0,1 0,0-1,0 1,-1-1,1 1,-1-1,1 1,-1-1,0 0,0 0,1 0,-1 0,-1 0,1 0,0 0,0 0,-1 0,1 0,-1-1,0 1,0 0,1 0,-2-2,4-18,-2 1,-1 0,0-1,-2 1,-2-12,-3-41,7 72,0 1,0-1,1 1,-1-1,0 0,1 1,-1-1,1 1,-1-1,1 1,0 0,0-1,0 1,0 0,0 0,0-1,0 1,0 0,0 0,0 0,0 0,1 0,-1 0,0 1,1-1,-1 0,1 1,-1-1,1 1,-1-1,1 1,-1 0,1 0,0 0,-1-1,1 2,-1-1,1 0,-1 0,1 0,0 1,22-2</inkml:trace>
  <inkml:trace contextRef="#ctx0" brushRef="#br0" timeOffset="267.884">656 601,'0'14,"0"9,0 5,0 4,2 2,6-3,5-2,6-4,1-6,2-6,0-6,-4-3</inkml:trace>
  <inkml:trace contextRef="#ctx0" brushRef="#br0" timeOffset="541.271">495 321,'2'6,"15"8,4 1</inkml:trace>
  <inkml:trace contextRef="#ctx0" brushRef="#br0" timeOffset="542.271">1004 561,'0'14,"2"11,1 8,2 3,5 0,3-1,1-5,3-5,-1-7</inkml:trace>
  <inkml:trace contextRef="#ctx0" brushRef="#br0" timeOffset="727.053">910 187,'0'0</inkml:trace>
  <inkml:trace contextRef="#ctx0" brushRef="#br0" timeOffset="978.386">1364 0,'48'140,"-12"-41,-4 2,-5 1,5 56,-25-110,-2-1,-2 1,-2 0,-2-1,-5 29,-3-46,9-30,0 1,-1-1,1 0,0 1,0-1,-1 0,1 0,0 1,-1-1,1 0,0 0,-1 1,1-1,-1 0,1 0,0 0,-1 0,1 0,-1 0,1 1,0-1,-1 0,1 0,-1 0,1 0,0 0,-1-1,1 1,-1 0,1 0,0 0,-1 0,1 0,-1 0,1-1,0 1,-1 0,1 0,0-1,-1 1,1 0,0 0,-1-1,1 1,0 0,0-1,0 1,-1 0,1-1,0 1,0-1,0 1,0 0,-1-1,1 1,0-1,0 1,0 0,0-1,0 1,0-1,0 1,0-1,0 1,1 0,-1-1,0 1,-9-23,-1-4</inkml:trace>
  <inkml:trace contextRef="#ctx0" brushRef="#br0" timeOffset="1252.883">1231 548,'4'-2,"16"1,22 1,27 3,24 0,17 1,8-1,-16-1</inkml:trace>
  <inkml:trace contextRef="#ctx0" brushRef="#br0" timeOffset="1517.639">2099 709,'-6'1,"0"0,-1 1,1 0,0 0,1 1,-1-1,0 1,1 1,-1-1,1 1,0 0,-2 2,5-4,0 0,0 0,0 0,0 0,0 0,1 1,-1-1,1 0,0 1,-1 0,1-1,0 1,0-1,1 1,-1 0,1 0,-1 0,1-1,0 1,0 0,0 0,0 0,1-1,-1 1,1 0,0 0,-1-1,2 3,1-1,0 0,-1 0,1 0,0-1,1 1,-1-1,1 0,-1 0,1 0,0-1,0 1,0-1,1 0,-1 0,0-1,1 1,-1-1,1 0,0 0,0 0,95 4,-86-7,0 0,0-1,-1-1,1 0,-1 0,0-2,0 1,5-5,-13 8,-1-1,0 1,0-1,0 0,0 0,-1 0,1 0,-1-1,0 1,0-1,0 0,0 0,-1 0,1-1,-1 1,0 0,0-1,-1 1,0-1,1 0,-1 1,-1-1,1 0,-1 0,0 0,0 0,-1-1,0 0,-1 0,1 0,-2 0,1 0,0 1,-1-1,0 1,0 0,-1-1,1 1,-1 1,0-1,-1 1,1-1,-1 1,0 1,0-1,0 1,0-1,-1 2,-1-2,-5-2,-2 1,1 0,0 0,-1 2,0-1,0 2,0 0,0 1,-4 0,9 0,0 1,0 1,0-1,0 1,0 1,1 0,-1 0,0 1,1 0,-1 0,1 1,0 0,0 0,1 1,-6 4,11-7,0 0,0-1,1 1,-1 0,0 0,1 0,0 1,-1-1,1 0,0 0,0 1,0-1,1 1,-1-1,0 0,1 1,0 0,-1-1,1 1,0-1,0 1,1-1,-1 1,1-1,-1 1,1-1,0 1,-1-1,1 0,1 1,-1-1,0 0,0 0,1 0,-1 0,1 0,0 0,0 0,-1 0,1-1,0 1,1-1,-1 1,34 25</inkml:trace>
  <inkml:trace contextRef="#ctx0" brushRef="#br0" timeOffset="2338.804">2781 735,'-13'-15,"0"1,-1 0,0 1,-1 1,-1 1,0 0,0 0,-1 2,0 0,-1 1,0 1,0 0,-10-1,23 8,0 0,0 0,0 0,-1 1,1 0,0 0,1 0,-1 0,0 1,0 0,0 0,1 0,-1 0,1 1,0 0,0 0,0 0,0 0,0 1,1 0,-1-1,1 1,0 0,0 1,1-1,-1 1,1-1,0 1,0-1,0 1,1 0,0 0,0 0,0 0,0 0,1 0,0 0,0 1,0-1,1 0,0 1,0-1,0 0,0 0,1 0,-1-1,1 1,0 0,1-1,-1 1,1-1,0 0,0 0,0 0,1 0,-1-1,1 1,0-1,0 0,0 0,0-1,1 1,-1-1,1 0,-1 0,1 0,0 0,0-1,5 2,1 0,-1-1,1-1,-1 0,1 0,-1-1,1 0,-1-1,1 0,-1 0,1-2,0 1,-3-1,-1 0,0 0,0 0,0-1,-1 0,1 0,-1-1,0 0,0 0,-1 0,1-1,-1 1,0-1,-1-1,1 1,-1-1,2-5,0 13,-4 21,-2-9,2-5,-1 1,1 0,0-1,1 1,0-1,0 0,1 0,0 0,1 0,-1-1,1 1,1-1,0-1,0 1,0-1,0 0,1 0,0-1,0 0,1 0,0 0,-1-1,1-1,1 1,-1-1,0 0,9 1,-14-4,0 1,0-1,0 0,0 0,0 0,0-1,0 1,0 0,0-1,0 0,0 0,-1 0,1 0,0 0,-1-1,1 1,0-1,-1 0,0 0,1 1,-1-1,0-1,0 1,0 0,0-1,-1 1,1-1,-1 1,1-1,-1 0,0 1,0-1,0 0,0 0,0-1,1-7,0 0,-1-1,0 1,-1-1,0 0,0 1,-1-1,-2-7,-43-134,45 150,1 2,-1 0,0 0,0-1,1 1,-1 0,1 0,-1-1,1 1,-1 0,1-1,0 1,0 0,0-1,0 1,0 0,0-1,0 1,0 0,0-1,0 1,1 0,-1-1,1 1,-1 0,1-1,-1 1,1 0,0 0,0 0,0 0,-1 0,1 0,0 0,0 0,0 0,0 0,1 0,-1 0,11-1,0 0,0 1,0 1,1-1,-1 2,0 0,0 0,0 1,0 1,9 3,3-1,-2 2,1 0,-1 1,0 2,0 0,2 3,-18-9,0-1,0 1,0 1,0-1,-1 1,0 0,0 0,0 0,-1 1,1-1,-2 1,1 0,0 1,-1-1,0 1,-1-1,1 1,-1 0,-1 0,1 0,-1 0,0 4,-6 42,4-49,-1 1,1-1,0 1,0-1,1 1,-1-1,1 1,0-1,0 1,0-1,1 1,0 0,0-1,0 0,0 1,1-1,-1 0,1 1,0-1,1 0,-1 0,1-1,-1 1,1 0,0-1,1 0,-1 0,0 0,1 0,3 2,10 2,1-1,-1-1,1 0,0-2,0 0,0-1,0 0,0-2,1 0,-1-1,0-1,0-1,0 0,0-1,3-3,-9 4,-1-1,1-1,-1 0,0 0,0-1,-1-1,0 0,0 0,0-1,-1 0,1-2,-6 6,0 0,-1 0,1-1,-1 0,0 1,-1-1,1 0,-1 0,0 0,0-1,-1 1,1 0,-1-1,0 1,-1-1,1 1,-1-1,0 1,-1-1,1 1,-1-1,0 1,0-1,-1 1,-1-3,0 1,-1 0,0 0,0 0,-1 1,1 0,-2 0,1 0,-1 1,1-1,-1 1,-1 1,1-1,-1 1,0 0,0 1,0-1,0 2,-6-3,8 3,1 1,-1 0,1 0,-1 0,1 0,-1 0,0 1,0 0,1 0,-1 0,0 1,1 0,-1 0,1 0,-1 0,1 1,-1-1,1 1,0 0,0 1,0-1,0 1,0 0,0-1,1 2,-1-1,1 0,0 1,0-1,0 1,0 2,1-3,0 0,1 0,-1 1,1-1,0 0,0 1,0-1,1 1,-1-1,1 1,0-1,0 1,0-1,0 1,1-1,-1 1,1-1,0 1,0-1,0 0,0 1,1-1,0 0,-1 0,1 0,0 0,0 0,5 5,0 0,1 0,-1-1,2 0,-1 0,1-1,0 0,8 4,20 8,1-1,1-3,1 0,22 2,63 15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48.0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1116,'16'-32,"106"-210,-121 238,1 0,-1 0,1 0,0 0,0 1,0-1,0 0,1 1,-1 0,1-1,0 1,0 0,0 1,1-1,-1 0,1 1,-1 0,1 0,0 0,0 0,0 1,0-1,0 1,0 0,0 0,0 1,0-1,1 1,-1 0,0 0,0 0,1 1,0-1,7 7,1 0,-1 1,0 0,0 1,-1 0,-1 1,1 0,-2 1,1 0,-1 0,-1 1,4 8,-9-18,0 1,-1 0,0 0,0 1,0-1,0 0,0 1,0-1,-1 1,0-1,0 1,0 0,0 0,0-1,-1 1,0 0,0 0,0 0,0 0,0-1,-1 1,0 0,1 0,-2-1,1 1,0 0,-1-1,1 1,-1-1,0 0,0 1,-1-1,1 0,0 0,-3 1,4-2,-1-1,0 1,0-1,1 0,-1 0,0 0,0 0,0 0,0 0,-1 0,1 0,0-1,0 1,0-1,0 0,-1 0,1 0,0 0,0 0,-1 0,1 0,0-1,0 1,0-1,0 1,-1-1,1 0,0 0,0 0,0 0,1-1,-1 1,0 0,0-1,1 1,-1-1,1 1,-1-1,1 0,0 0,-1 0,1 0,0 0,0 0,1 0,-1 0,0 0,1 0,-1-2,0-9,1-1,1 0,0 1,0-1,2 0,0 1,0 0,1 0,1 0,0 0,1 1,0-1,1 0,-3 6,10-24,25-51,-4-2,-4-1,9-42,-30 86,-1-2,-2 1,-2-1,-1 1,-3-1,-3-27,2 65,0 0,-1 0,1 1,-1-1,0 0,-1 1,1-1,-1 0,0 1,0 0,-1-1,1 1,-1 0,0 0,0 0,2 3,0 1,0-1,-1 1,1-1,0 1,-1-1,1 1,0 0,-1-1,1 1,-1 0,1 0,0 0,-1 0,1 0,0 1,-1-1,1 0,0 1,-1-1,1 1,0-1,-1 1,1-1,0 1,0 0,0 0,0 0,0 0,0 0,0 0,0 0,0 0,0 0,0 0,1 0,-1 0,0 1,-12 19,2 1,0 0,1 0,1 1,2 0,0 1,1-1,1 1,2 1,0-1,1 8,-4 17,2 0,2 0,3 0,1 1,3-1,2 0,2-1,2 0,2 0,2-1,8 12,-18-45,1-1,1-1,0 1,1-1,0 0,1-1,0 0,1 0,0-1,0-1,1 1,1-2,0 1,0-2,2 1,-11-6,0-1,1 1,-1-1,0 0,1 0,-1-1,1 1,-1-1,1 0,-1 1,1-2,0 1,-1 0,1-1,-1 1,3-2,15-8</inkml:trace>
  <inkml:trace contextRef="#ctx0" brushRef="#br0" timeOffset="281.514">40 648,'14'3,"25"0,30-1,34 1,28-4,22-1,12 2,-2 5,-28 3</inkml:trace>
  <inkml:trace contextRef="#ctx0" brushRef="#br0" timeOffset="947.805">1324 835,'-291'22,"286"-22,-1 1,1-1,0 1,0 0,1 1,-1-1,0 1,0 0,1 0,-1 0,1 1,-1-1,1 1,0 0,0 0,0 1,1-1,-1 1,1 0,0 0,0 0,0 0,1 1,-1-1,1 1,0-1,0 1,1 0,-1 0,1 0,2-2,1 1,-1-1,1 0,0 0,0 0,0 0,0 0,0 0,1 0,-1-1,1 1,0-1,0 0,0 0,0 0,0 0,0 0,0-1,1 1,-1-1,0 0,1 0,-1 0,1 0,0-1,-1 1,1-1,0 0,-1 0,1-1,-1 1,1-1,11 1,0 0,0-1,0-1,0-1,0 0,-1-1,0 0,1-1,-2-1,1 0,-1-1,0 0,0-1,0-1,-2 0,1 0,-1-1,0-1,-1 0,9-12,-19 24,0 0,0-1,0 1,1 0,-1 0,0-1,0 1,1 0,-1-1,0 1,1-1,-1 1,1 0,-1-1,0 1,1-1,0 1,-1-1,1 1,-1-1,1 0,-1 1,1-1,0 0,-1 1,1-1,0 0,0 0,-1 1,1-1,0 0,-1 0,1 0,0 0,0 0,-1 0,1 0,0 0,-1-1,1 1,0 0,0 0,-1 0,1-1,0 1,-1 0,1-1,-1 1,1-1,-1 1,1-1,0 1,-1-1,1 1,-1-1,0 1,1-1,-1 0,0 1,1-1,-1 0,0 1,1-1,-1 0,0 1,0-1,0 0,0 0,15 44,-12-31,0 0,0-1,1 1,1-1,0 0,1 0,0-1,0 1,1-1,1-1,-1 1,2-1,-1-1,1 0,6 5,-12-12,-1 1,1-1,-1 0,1 0,-1 0,1-1,0 1,-1 0,1-1,0 0,0 0,0 0,-1 0,1 0,0 0,0-1,-1 1,1-1,0 0,-1 0,1 0,-1 0,1 0,-1-1,1 1,-1-1,0 1,0-1,0 0,0 0,0 0,0 0,0 0,-1-1,1 1,-1 0,0-1,1 1,-1-1,0 1,0-1,-1 0,1 1,-1-1,24-131,-7 25,-17 105,1 0,0 0,0 0,1 0,-1 0,1 1,0-1,-1 0,2 1,-1-1,0 1,1 0,-1 0,1 0,0 0,0 1,0-1,1 1,-1-1,0 1,1 0,0 0,-1 1,1-1,0 1,3-1,11 2,0 0,0 2,-1 0,1 1,-1 0,1 2,-1 0,0 1,-1 0,0 2,12 6,-16-9,-1-1,1 2,-1 0,0 0,0 1,-1 0,0 1,-1 0,1 1,-1-1,-1 2,0 0,0 0,-1 0,0 1,-1-1,0 2,-1-1,0 1,3 11,8 100,-15-121,1 1,-1-1,1 1,0-1,0 0,0 0,0 0,0 0,0 0,0-1,1 1,-1-1,1 1,-1-1,1 0,-1 0,1 0,0 0,0-1,0 1,-1-1,1 1,0-1,0 0,0 0,0 0,-1-1,1 1,80-19,-67 14,0-1,-1-1,0 0,0-1,0-1,-1 0,0-1,-1-1,0 0,-1 0,0-1,-1-1,-1 0,1-1,-2 0,0 0,-1-1,0 0,-1 0,3-12,-9 25,-1 0,1 0,-1 0,1 0,-1 0,0 0,0 0,0 0,0 0,0 0,0 0,-1 0,1 0,0 0,-1 0,0 0,0 0,1 0,-1 0,0 0,0 1,-1-1,1 0,0 1,0-1,-1 1,1-1,-1 1,1 0,-1 0,0 0,0 0,1 0,-1 0,0 0,0 0,0 1,0-1,0 1,0-1,0 1,0 0,0 0,0 0,0 0,0 0,0 0,0 0,0 1,0-1,-1 1,-4 1,0 0,0 1,1 0,-1 0,1 0,0 0,0 1,0 0,0 1,1-1,-1 1,1 0,1 0,-1 1,1-1,0 1,0 0,0 1,1-1,0 1,0-3,1 1,1-1,-1 1,1 0,-1 0,2 0,-1 0,0 0,1 0,0 0,0 0,0 0,1 0,0 0,0 0,0-1,0 1,1 0,0 0,0-1,0 1,0-1,1 0,0 1,0-1,0 0,0-1,3 4,8 2,-1 0,1-1,1 0,-1-1,1 0,0-1,1-1,0-1,-1 0,1-1,17 1,44 7</inkml:trace>
  <inkml:trace contextRef="#ctx0" brushRef="#br0" timeOffset="1304.942">3195 862,'-14'-6,"0"1,0 0,-1 1,1 1,-1 0,0 1,0 1,0 0,0 1,0 1,1 0,-1 1,0 1,0 0,1 1,-14 5,25-8,1-1,-1 1,0 0,1 0,-1 0,1 0,-1 1,1-1,-1 1,1-1,0 1,0 0,0 0,0 0,0 0,0 0,0 0,1 1,-1-1,1 0,-1 1,1 0,0-1,0 1,0 0,1-1,-1 1,1 0,-1 0,1-1,0 1,0 0,0 0,0 0,1-1,-1 1,1 0,0 0,0-1,0 1,0 0,0-1,0 1,1-1,-1 0,2 2,6 2,0-1,0-1,1 1,-1-2,1 1,0-1,0-1,1 0,-1 0,0-1,1 0,-1-1,1 0,-1 0,2-2,2 2,1-1,-1-1,1 0,-1-1,0-1,0 0,0 0,0-2,-1 0,0 0,0-1,-1-1,12-9,-5-8,-19 25,0-1,1 1,-1-1,0 1,0-1,1 1,-1-1,0 1,0-1,0 1,0-1,1 1,-1-1,0 1,0-1,0 1,0-1,0 1,0-1,0 1,-1-1,1 1,0-1,0 1,0-1,0 1,-1-1,1 1,0-1,-1 1,1 0,0-1,-1 1,1-1,0 1,-1 0,1-1,0 1,-1 0,1 0,-1-1,1 1,-1 0,1 0,-1 0,1-1,-1 1,1 0,-1 0,1 0,-1 0,1 0,-1 0,-1 0,-1 1,1 0,0-1,0 1,-1 0,1 0,0 0,0 1,0-1,0 0,0 1,1-1,-1 1,0 0,1-1,-1 1,1 0,0 0,-1 0,1 0,0 0,0 0,0 1,1-1,-1 0,0 0,1 1,-1-1,1 0,0 1,0-1,0 0,0 1,0-1,1 0,-1 1,1-1,0 2,3 3,0-1,0 0,1 0,0-1,0 1,0-1,1 0,0-1,0 1,0-1,0 0,1 0,0-1,-1 0,1 0,0-1,1 0,-1 0,0-1,0 1,7-1,41 9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44.8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288 723,'-2'16,"6"-17,-2-3,0-1,-1 1,1 0,-1-1,0 1,-1-1,1 0,-1 1,0-1,0 1,0-1,-1 0,1 1,-1-1,0 1,-1-1,1 1,-1 0,0 0,0-1,0 1,0 0,-1 1,0-1,0 0,0 1,0-1,0 1,-1 0,1 0,-1 1,0-1,0 1,0-1,0 1,0 1,0-1,-1 0,1 1,-1 0,1 0,-1 0,1 1,-1 0,0 0,1 0,-1 0,-6 3,1 1,0-1,0 2,0-1,1 2,0-1,0 1,0 1,1-1,-1 1,2 1,-1 0,1 0,0 0,1 1,0 0,0 0,1 0,0 1,1 0,0 0,0 0,1 0,1 1,0-1,0 3,1-7,0 0,1 0,0 0,0 0,1 0,-1 0,1 0,1 0,-1 0,1 0,0-1,0 1,1 0,-1-1,1 0,0 0,1 0,0 0,-1 0,1-1,1 1,-1-1,1 0,-1 0,1-1,0 0,1 1,-1-2,0 1,1-1,0 1,1-1,22 5,1-2,0-1,0-1,1-1,-1-2,0-1,1-1,-1-2,0-1,-1-2,1 0,-1-2,4-3,20-3,-1-3,-1-1,-1-3,-1-2,-1-2,9-8,-56 33,4-2,0 0,0 0,-1 0,0-1,1 1,-1-1,0 0,-1-1,1 1,-1 0,0-1,0 0,0 0,-1 0,2-3,-5 5,0 1,0-1,0 1,-1 0,1 0,-1-1,1 1,-1 0,0 0,0 0,0 0,0 1,0-1,0 1,0-1,0 1,-1 0,1-1,-1 1,1 0,-1 1,1-1,-1 0,1 1,-1 0,0-1,1 1,-1 0,0 0,1 0,-3 1,-8-1,0 0,0 1,0 0,0 1,0 1,0 0,0 0,1 2,0-1,-1 1,2 1,-1 1,1-1,0 2,0-1,1 2,0-1,0 1,1 1,0 0,-3 6,10-15,0 1,0 0,1 1,-1-1,1 0,-1 0,1 1,0-1,0 1,0-1,0 1,0-1,1 1,-1-1,1 1,-1 0,1-1,0 1,0 0,1 0,-1-1,0 1,1-1,-1 1,1 0,0-1,0 1,0-1,0 1,1-1,-1 0,1 0,-1 1,1-1,0 0,0 0,0-1,0 1,0 0,0-1,2 2,6 1,1-1,-1 1,1-2,0 0,-1 0,1-1,0 0,0-1,0 0,0-1,0 0,0-1,0 0,-1 0,1-1,-1-1,1 0,-1 0,-1-1,1 0,5-4,-11 5,1 1,-1-1,0 0,0 0,0-1,0 1,-1-1,1 1,-1-1,0 0,-1-1,1 1,-1 0,0-1,-1 1,1-1,-1 0,0 1,-1-1,1 0,-1 0,0 1,-1-6,3 20,0 1,1 0,0-1,0 1,1-1,0 0,1 0,0-1,0 1,1-1,0 0,1-1,-1 1,1-1,4 2,-3-3,1-1,0 0,0-1,0 0,1 0,-1-1,1 0,0-1,-1 0,1 0,0-1,1-1,-1 0,0 0,0-1,0 0,0 0,0-1,-1-1,1 0,0 0,-1 0,0-2,0 1,0-1,0 0,-1-1,0 0,0 0,0-1,-1 0,6-7,3-7,-1 0,-1-1,0-1,-2 0,-1 0,-1-1,0-1,-2 0,-1 0,-1-1,-2 1,0-1,-1 0,-2 0,-1-1,-1 1,-1-3,3 12,-1 0,-1 0,0 0,-1 0,-1 0,-1 0,0 1,-1-1,-1 1,0 0,-1 1,-1-1,-5-6,11 20,1 0,-1 0,0 0,0 1,0-1,0 0,0 1,0-1,0 1,0 0,-1 0,1 0,0 0,-1 0,1 0,-1 1,1-1,-1 1,1 0,-1 0,1 0,-1 0,1 0,-1 0,0 1,1-1,0 1,-1 0,1-1,-1 1,1 0,0 1,-1-1,-5 4,1 0,0 1,0-1,1 1,-1 0,2 1,-1 0,1 0,-3 3,-5 11,1 1,1 1,1 0,1 0,1 1,1 0,1 0,1 1,1-1,1 1,2 0,0 0,1 0,2 0,1 0,1 4,-1-14,1 0,1 0,0 0,1-1,0 0,1 0,1 0,0-1,1-1,0 1,1-1,1-1,0 0,0 0,1-1,0-1,0 0,1 0,1-1,8 3,54 19,-5-11</inkml:trace>
  <inkml:trace contextRef="#ctx0" brushRef="#br0" timeOffset="1132.229">2012 682,'-13'0,"0"0,1 0,-1 1,1 0,-1 1,1 1,0 0,0 0,0 2,0-1,1 1,0 1,0 0,0 1,1 0,-1 0,-2 4,11-8,-1 0,1 1,0-1,0 1,0-1,0 1,1-1,0 1,-1 0,1 0,1 0,-1 0,0-1,1 1,0 0,0 0,0 0,0 0,1 0,0 0,0 0,0 0,0 0,0-1,1 1,-1 0,1-1,0 1,0-1,1 0,-1 0,1 0,-1 0,1 0,0 0,0-1,0 1,1-1,-1 0,1 0,-1 0,4 1,12 5,0-1,1-1,0-1,-1 0,2-2,-1 0,0-2,0 0,1-1,-1-1,1 0,-1-2,0-1,9-3,-14 4,0-1,-1-1,0 0,0-1,0 0,-1-1,0-1,0 0,-1-1,0 0,-1-1,0 0,0-1,-1 0,0-1,-1 0,-1 0,4-7,-8 9,6-7,-6 32,-4-8,7 99,-5-101,-1-1,0 0,1 0,0 0,0 0,0 0,1 0,-1 0,1-1,0 1,0-1,0 0,0 0,1 0,-1 0,1 0,0-1,0 0,0 1,0-2,0 1,3 1,2-1,0 0,0 0,0-1,1 0,-1-1,0 0,1 0,-1-1,0 0,0-1,0 0,0 0,0-1,0 0,0-1,-1 0,2-1,9-5,0-2,0 0,-1-1,-1-1,0 0,9-12,9-6,-34 32,0 0,0 0,0 0,1 1,-1-1,0 0,0 1,0-1,0 1,0 0,0-1,0 1,0 0,-1-1,1 1,0 0,0 0,-1 0,1 0,0 0,-1 0,1 0,-1 0,1 0,-1 0,1 0,-1 0,0 0,0 0,1 0,-1 0,0 1,0-1,0 0,0 0,0 0,-1 0,1 0,0 0,-1 1,3 9,1-3,-1 0,1-1,0 1,1-1,0 0,0 0,1 0,0 0,0-1,0 0,1 0,-1 0,2-1,-1 0,1 0,-1 0,1-1,0 0,1-1,-1 1,1-1,0-1,-1 1,1-1,0-1,3 1,6 0,1 0,-1-2,0 0,1 0,-1-2,1 0,-1-1,0-1,0-1,-1 0,1-1,-1-1,-1 0,0 0,0-2,-1 0,0 0,-1-1,0-1,-1 0,0-1,0 0,-2-1,1 0,-2-1,0 0,0-1,-1 1,-1-2,-1 1,0-1,-1 0,0 0,-1-2,2-19,-2-1,-1 1,-1-1,-3 1,-1-1,-1 1,-3 0,-1 0,-1 0,-2 1,-12-27,15 45,-1-1,0 2,-2-1,0 1,-1 0,-1 1,9 11,-1 0,0 1,0 0,0-1,0 1,-1 1,1-1,-1 1,0 0,0 0,0 0,-1 0,1 1,-1 0,1 1,-1-1,0 1,0 0,1 0,-1 0,0 1,0 0,-3 3,1-1,1 1,-1 1,0-1,1 2,-1-1,1 1,0 0,1 0,-1 0,1 1,0 0,1 1,-1-1,1 1,1 0,-1 0,1 1,0-1,1 1,0 0,-2 6,-5 9,1 1,0 0,2 0,1 1,1 0,1 0,1 0,2 0,0 1,1-1,2 0,1 1,0-1,2 0,1-1,1 1,1-1,1-1,2 1,3 5,-4-15,0 0,1 0,1-1,0-1,1 0,0-1,0 0,2-1,-1 0,1-2,0 1,1-2,0 0,5 1,-8-4,-1 0,1-1,-1 0,1-1,0-1,0 0,0-1,0 0,0-1,0 0,-1-1,1 0,0-1,-1-1,0 0,0-1,0 0,0-1,4-2,65-67,-80 75,0 0,-1 0,1 0,-1 0,1 0,-1 1,1-1,-1 0,1 0,0 0,-1 1,1-1,-1 0,0 1,1-1,-1 0,1 1,-1-1,1 1,-1-1,0 0,1 1,-1-1,0 1,0-1,1 1,-1-1,0 1,0 0,0-1,1 1,-1-1,0 1,0-1,0 1,0 0,0-1,0 1,0-1,-1 1,1-1,0 1,0-1,0 1,0 0,-1-1,1 1,0-1,-1 1,1-1,0 1,-1 1,0 4,0 0,0 1,1-1,0 0,0 0,0 1,1-1,0 0,0 0,0 0,1 0,0 0,0 0,1 0,-1-1,1 1,1-1,-1 0,1 1,0-2,0 1,0 0,0-1,1 0,0 0,0 0,0 0,0-1,1 0,-1 0,5 1,-2-3,0 0,0-1,0 0,0 0,0-1,0 0,0 0,0-1,-1 0,1 0,-1-1,1 0,-1 0,0-1,0 0,0 0,-1 0,0-1,1 0,-2-1,1 1,0-1,-1 0,-1 1,1 0,-1 0,-1 0,1-1,-1 0,0 1,0-1,-1 0,1-1,-1 1,-1 0,1 0,-1-1,0 1,0-1,-1 1,0-1,0 1,-1-1,0 1,0-1,0 1,-1-1,0 1,0 0,-1 0,1 0,-2 0,0-1,-2 2,1-1,0 0,-1 1,0 0,-1 0,1 1,-1 0,0 0,0 0,0 1,0 0,0 0,-1 1,1 0,-1 1,0-1,0 1,1 1,-1-1,0 2,0-1,0 1,0 0,1 0,-1 1,1 0,-1 0,1 1,-1 0,1 1,0-1,1 1,-1 1,1-1,0 1,0 0,0 0,-3 5,3-4,0 1,0 0,1 1,0-1,0 1,1 0,0 0,0 1,1-1,0 1,0 0,1-1,0 3,1-7,1 0,0 1,-1-1,2 0,-1 0,0 0,1 0,0 0,-1 0,2 0,-1 0,0 0,1 0,0 0,0-1,0 1,0-1,0 1,1-1,0 0,0 0,-1 0,2 0,-1-1,0 1,0-1,1 0,0 0,2 1,2 1,1-1,-1-1,1 1,0-1,0-1,0 0,0 0,0-1,8 0,31-4</inkml:trace>
  <inkml:trace contextRef="#ctx0" brushRef="#br0" timeOffset="1966.965">3990 201,'-5'-10,"-1"0,-1 0,0 1,0 0,-1 0,0 0,0 1,-1 0,0 1,0 0,-1 0,0 1,0 0,-1 1,1 0,-1 1,0 0,-1 1,-5-2,14 5,0 0,0 1,0-1,0 0,0 1,0 0,0 0,0 0,0 0,1 0,-1 0,0 1,1-1,-1 1,1 0,0 0,-1 0,1 0,0 0,0 0,0 0,1 1,-1-1,0 1,1-1,0 1,0 0,-1 0,2 0,-2 1,0 3,1 1,0-1,0 1,0-1,1 1,0-1,1 1,0-1,0 0,0 1,3 5,10 23,2-1,1-1,1-1,2-1,2 0,13 13,7 13,118 181,-158-234,2-1,-1 1,1-1,-1 1,1-1,0 0,0-1,1 1,-1-1,1 0,0 0,0 0,0-1,0 1,0-1,1 0,-1-1,1 1,-1-1,1 0,0-1,-1 1,1-1,-1 0,2-1,3-2,1 0,-1-1,0 0,0 0,-1-1,1-1,-1 0,0 0,0 0,-1-1,0-1,0 1,-1-1,0-1,0 1,-1-1,0 0,-1-1,0 1,0-1,-1 0,0 0,-1-1,1-4,-6-23,1 38,0 0,0 0,0 0,0 1,0-1,0 0,0 1,0-1,0 1,0-1,0 1,0-1,0 1,1-1,-1 1,0 0,0 0,1-1,-1 1,0 0,1 0,-1 0,1 0,-1 0,1 0,-1 0,1 0,0 0,0 0,-5 8,2 0,-1 0,1 0,0 1,1-1,1 1,-1 0,1 0,1-1,0 6,0-11,0 0,0 0,1 0,0 0,-1 0,1 0,1 0,-1 0,1 0,-1-1,1 1,0-1,0 1,1-1,-1 1,1-1,0 0,0 0,0-1,0 1,0 0,0-1,1 0,-1 0,1 0,0 0,6 2,0-1,0-1,0 0,0 0,1-1,-1 0,0-1,1 0,-1 0,0-1,1-1,-1 0,0 0,0-1,0 0,-1-1,1 0,-1 0,0-1,0-1,0 1,-1-1,0-1,0 1,0-2,-1 1,0-1,-1 0,1 0,-2-1,1 1,-1-1,0-1,-1 1,0-1,-1 1,0-1,0-4,-2-4,-1 18,0 0,0 0,0 0,0 0,0 1,0-1,0 0,-1 0,1 0,0 0,0 0,0 0,0 1,0-1,-1 0,1 0,0 0,0 0,0 0,0 0,-1 0,1 0,0 0,0 0,0 0,0 0,-1 0,1 0,0 0,0 0,0 0,-1 0,1 0,0 0,0 0,0 0,0 0,-1 0,1 0,0-1,0 1,0 0,0 0,0 0,-1 0,1 0,0 0,0-1,0 1,0 0,0 0,0 0,-5 8,1 1,0 0,1 0,-1 0,2 1,0-1,0 1,0-1,1 1,1-1,0 1,0 0,1 0,0-1,0 1,1 1,0-8,0 1,-1-1,1 0,1 0,-1 1,0-1,1-1,-1 1,1 0,0 0,0-1,0 0,0 0,1 0,-1 0,0 0,1 0,0-1,-1 0,1 0,0 0,-1 0,1 0,0-1,0 0,0 0,0 0,2 0,4-1,-1 0,0 0,0-1,0 0,-1 0,1-1,0-1,-1 1,0-1,0-1,6-3,-4 0,-1 0,0-1,-1 0,0 0,0-1,-1 1,0-2,-1 1,0-1,0 0,-2 0,1-1,-1 1,-1-1,2-9,-18 70,11-43,2-1,-1 0,1 1,-1-1,2 1,-1-1,0 1,1-1,0 0,1 1,-1-1,1 0,0 0,0 0,0 0,1 0,0 0,0-1,0 1,1-1,-1 0,1 0,0 0,0-1,0 1,1-1,-1 0,1 0,2 1,12 3,0-2,0 1,1-2,0-1,0 0,0-2,0 0,0-1,0-1,20-3,23-4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56.0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5019 763,'7'-14,"4"-6,5 2,5 11,-2 20,-4 27,-4 28,-14 27,-19 18,-27 12,-30 2,-1-21</inkml:trace>
  <inkml:trace contextRef="#ctx0" brushRef="#br0" timeOffset="-2948.38">727 376,'-2'20,"-1"19,0 13,1 8,0-1,1-2,1-10,2-14,1-13</inkml:trace>
  <inkml:trace contextRef="#ctx0" brushRef="#br0" timeOffset="-2668.376">568 1,'-5'16,"6"14,11 12,15 7,4-5</inkml:trace>
  <inkml:trace contextRef="#ctx0" brushRef="#br0" timeOffset="-2479.052">928 643,'36'-21,"3"1,-1-2,-1-2,-2-1,0-2,5-8,0-18,-40 52,0 0,0 0,0 0,0 0,0 0,0 0,0 0,-1 0,1 0,0 0,0 0,-1 1,1-1,-1 0,1 0,-1 0,1 0,-1 1,1-1,-1 0,0 0,1 1,-1-1,0 0,0 1,1-1,-1 1,0-1,0 1,0 0,0-1,0 1,0 0,1-1,-1 1,0 0,0 0,0 0,0 0,0 0,-1 0,-15-1,-1 1,0 0,0 1,0 1,1 1,-1 0,1 2,0 0,0 1,-15 7,-54 32,82-43,0 1,1 0,-1 0,1 0,-1 0,1 0,0 1,0-1,1 1,-1 0,1 0,0 0,0 0,0 0,0 1,1-1,-1 0,1 1,0 3,2-4,0 1,1-1,0 1,-1-1,2 0,-1 1,0-1,1 0,0 0,0-1,0 1,0-1,0 1,1-1,0 0,-1 0,1-1,0 1,0-1,1 0,-1 0,0 0,1 0,-1-1,1 0,0 0,1 0,149 30,-75-24</inkml:trace>
  <inkml:trace contextRef="#ctx0" brushRef="#br0" timeOffset="-2027.736">1596 335,'-15'-2,"4"0,1 0,-1 1,0 0,0 0,-1 1,1 1,0-1,0 2,1 0,-7 2,16-4,0 0,0 1,-1 0,1-1,0 1,0-1,0 1,0 0,0 0,0 0,0 0,0-1,1 1,-1 0,0 1,0-1,1 0,-1 0,1 0,-1 0,1 0,-1 1,1-1,0 0,0 0,-1 1,1-1,0 0,0 0,0 1,1-1,-1 0,0 0,0 1,1-1,-1 0,0 0,1 0,-1 1,1-1,0 0,-1 0,1 0,0 0,0 0,0 1,45 46,243 152,-286-198,2 1,0 0,-1 1,1-1,-1 1,1 0,-1 1,0-1,-1 1,1 0,-1 0,2 3,-4-7,-1 0,0 0,0 0,0 0,0 0,0 0,0 0,0 0,0 0,0 0,0 0,-1 0,1 0,0 0,0 0,-1 0,1 0,-1 0,1-1,-1 1,0 0,1 0,-1 0,1-1,-1 1,0 0,0-1,0 1,1-1,-1 1,0-1,0 1,0-1,0 1,0-1,0 0,0 0,0 1,0-1,-41 7,41-7,-9 2,0-2,-1 1,1-1,0-1,0 0,0 0,0-1,0 0,0-1,0 0,0-1,1 0,0 0,0-1,0 0,-6-6,13 10,0-1,0 0,0-1,0 1,1 0,-1 0,1-1,0 1,0-1,0 1,0-1,0 1,0-1,1 0,-1 0,1 1,0-1,0 0,0 1,0-1,0 0,0 0,1 1,-1-1,1 0,0 1,0-1,0 1,0-1,1-1,57-63,-35 49,2 1,0 2,0 1,2 1,0 1,0 1,1 2,0 0,0 3,6-1,-33 6,0 1,0-1,0 0,0 1,0-1,0 1,1 0,-1-1,0 1,0 0,0 0,0 1,0-1,1 0,-1 1,0-1,0 1,0 0,0 0,0-1,0 1,0 1,-1-1,1 0,0 0,-1 1,1-1,0 1,-1-1,0 1,1 0,-1-1,0 1,0 0,0 0,0 0,0 0,0 0,-1 0,0 9,0 1,-1-1,-1 0,0-1,-1 1,0 0,0-1,-2 4,-8 27,11-36,1-1,-1 0,1 1,0-1,0 1,0-1,0 1,1 0,0-1,0 1,0 0,1-1,-1 1,1-1,0 1,1-1,-1 1,1-1,0 0,0 0,0 0,0 0,1 0,-1 0,1 0,0-1,3 3,1-2,-1-1,0 0,1-1,0 0,0 0,-1 0,1-1,0 0,0 0,1-1,-1 1,0-2,0 1,0-1,4-1,28-5</inkml:trace>
  <inkml:trace contextRef="#ctx0" brushRef="#br0" timeOffset="-1757.65">1997 68,'-13'4,"-5"7,3 10,11 11,17 10,16 9,3-6</inkml:trace>
  <inkml:trace contextRef="#ctx0" brushRef="#br0" timeOffset="-1344.713">2358 696,'-6'-21,"1"-1,1-1,0 1,2 0,1-1,1 0,0 1,2-1,1 1,0 0,5-14,-8 35,0-1,0 1,0 0,1-1,-1 1,0-1,1 1,-1-1,1 1,0 0,-1-1,1 1,0 0,0 0,0 0,0-1,0 1,0 0,0 0,0 0,0 1,1-1,-1 0,0 0,0 1,1-1,-1 0,1 1,-1 0,0-1,1 1,-1 0,1 0,-1-1,1 1,-1 0,1 0,-1 1,1-1,-1 0,0 0,1 1,-1-1,1 1,-1 0,143 67,-124-60,-14-7,0-1,-1 2,0-1,1 1,-1 0,0 0,0 0,0 1,0 0,0 0,0 0,-1 1,0-1,1 1,-1 0,-1 0,1 0,-1 1,1 0,-1-1,0 1,-1 0,1 0,-1 1,0-1,-1 0,1 1,-1-1,0 2,-42 143,41-148,0 0,0 0,0 1,1-1,-1 0,1 0,0 0,0 0,-1 0,1 0,0 0,1 0,-1 0,0 0,1 0,-1 0,1-1,-1 1,1-1,0 1,-1-1,1 0,0 0,0 1,0-1,0-1,0 1,0 0,0 0,1-1,-1 1,0-1,0 0,1 1,78 1,-68-4,1-1,-1 0,0-1,0 0,-1-1,0-1,1 0,-2 0,1-1,-1-1,0 0,0 0,-1-1,0-1,-1 1,0-2,-1 1,0-1,0 0,-1-1,-1 0,0 0,0 0,-2-1,1 0,-1-3,-2-5,-2 21,0 0,0 0,-1 0,1 1,0-1,0 0,0 0,0 0,-1 0,1 1,0-1,0 0,0 0,-1 0,1 0,0 0,0 0,0 1,-1-1,1 0,0 0,0 0,-1 0,1 0,0 0,0 0,-1 0,1 0,0 0,0 0,-1 0,1 0,0 0,0-1,0 1,-1 0,1 0,0 0,0 0,0 0,-1 0,1-1,0 1,0 0,0 0,-1 0,1 0,0-1,0 1,0 0,0 0,0-1,0 1,0 0,-1 0,1 0,0-1,0 1,0 0,0 0,0-1,0 1,0 0,0-1,-4 8,1 0,0 0,0 0,0 1,0-1,1 1,1-1,-1 1,1 0,1-1,-1 1,1 0,0 0,1-1,0 1,0 0,3 5,-2-7,0 0,1 0,0 0,0-1,1 1,-1-1,1 0,0 0,1 0,-1 0,1-1,0 0,0 0,0 0,1-1,-1 1,1-1,0-1,0 1,0-1,0 0,0 0,1-1,-1 1,1-2,-1 1,2-1,25 2</inkml:trace>
  <inkml:trace contextRef="#ctx0" brushRef="#br0" timeOffset="-1180.645">2947 55,'-2'18,"10"15,13 9,15 6,1-5</inkml:trace>
  <inkml:trace contextRef="#ctx0" brushRef="#br0" timeOffset="-721.706">3334 602,'22'-5,"0"-1,-1-1,0-1,-1-1,0-1,0-1,-1 0,-1-2,0 0,0-1,-1-1,-1 0,-1-1,0-1,-1 0,-1-1,0-1,-2 0,0 0,-1-1,-1-1,-1 1,-1-2,0 1,-2-1,-1 0,1-8,-4 25,0 0,-1-1,1 1,-1 0,-1 0,1 0,0 0,-1 0,0 0,-1 0,1 0,-1 0,0 0,0 0,0 1,-1-1,1 1,-1-1,0 1,0 0,-1 0,1 1,-1-1,0 1,0-1,0 1,-1 0,1 1,-1-1,1 1,-1 0,0 0,0 1,0-1,0 1,-2-1,-2 2,0 0,1 1,-1 0,1 0,-1 1,1 0,-1 0,1 1,0 0,0 1,1 0,-1 0,1 0,-1 1,1 0,1 1,-1-1,1 1,0 0,0 1,-3 5,-2 2,1 1,1-1,0 2,1-1,1 1,1 1,0-1,1 1,0 0,0 8,4-2,0 1,1-1,2 0,0 1,2-1,0 0,2 0,0-1,2 0,0 0,2 0,0-1,1-1,1 1,1-2,1 0,1-1,0 0,1-1,1-1,12 9,-17-15,0-2,1 1,0-1,0-1,1 0,0-1,0-1,0 0,1-1,0 0,9 0,-16-3,0 0,0-1,0 0,0 0,0-1,0 1,0-2,0 1,0-1,0-1,-1 1,1-1,-1-1,0 1,0-1,0-1,0 1,-1-1,0 0,0-1,0 1,2-4,-4 5,0 0,0-1,0 0,0 0,-1 0,0 0,0 0,-1-1,1 0,-1 1,0-1,-1 0,1 0,-1 0,-1 0,1 0,-1 0,0 0,0 0,0 0,-1 0,0 0,0 0,-1 0,0 0,0-1,0 5,0 0,0 1,0-1,-1 1,1-1,0 1,0 0,-1 0,1 0,-1 0,1 0,-1 0,1 1,-1-1,1 1,-1 0,0 0,1 0,-1 0,1 0,-1 0,0 1,1-1,-1 1,1 0,-1 0,1 0,0 0,-1 0,1 0,0 1,0-1,0 1,0 0,0-1,0 1,0 0,0 0,1 0,-1 1,1-1,0 0,-1 0,1 1,0-1,0 1,1-1,-1 3,-1-1,1 1,0-1,1 1,-1-1,1 1,0 0,0-1,0 1,1-1,-1 1,1 0,1-1,-1 1,0-1,1 0,0 0,0 1,0-1,1 0,-1-1,1 1,0 0,0-1,0 1,1-1,-1 0,1 0,3 2,9 6,1 0,0-1,0-1,1 0,1-1,1-1,59 20</inkml:trace>
  <inkml:trace contextRef="#ctx0" brushRef="#br0" timeOffset="11667.814">366 1886,'-9'-10,"-2"1,1 1,-1 0,-1 1,0 0,0 0,0 1,0 1,-1 0,0 1,0 0,0 1,-3 0,8 1,0 1,0 1,0-1,0 1,0 1,0 0,1 0,-1 0,0 1,0 0,1 0,-1 1,1 0,0 0,0 1,0 0,0 0,1 1,0 0,0 0,0 0,-5 6,9-9,0 0,0 0,0 1,0-1,0 0,0 1,1-1,-1 1,1 0,0-1,0 1,0 0,0 0,0 0,1 0,-1 0,1 0,0 0,-1 0,1 0,1 0,-1 0,0-1,1 1,0 0,-1 0,1 0,0 0,1 0,-1-1,0 1,1-1,0 1,-1-1,1 1,0-1,0 0,0 0,1 0,-1 0,0 0,1-1,-1 1,1 0,0-1,8 3,1-1,-1-1,1 1,0-2,0 0,-1 0,1-1,0 0,0-1,0-1,-1 0,1 0,-1-1,1-1,-1 0,0 0,0-1,-1-1,1 0,-1 0,-1-1,1 0,-1 0,0-1,-1-1,0 1,4-6,-5 3,0 0,-1 0,0-1,-1 0,0 0,0 0,-2 0,1-1,-2 0,1 0,-2 0,0 0,0 0,-2 0,0-4,-1-12,-2 1,-1-1,-1 1,-1 1,-2-1,-5-9,-27-38,40 74,1 0,-1 0,0 0,0 0,0 0,0 0,0 1,0-1,0 0,0 1,0-1,0 1,0-1,0 1,-1-1,1 1,0 0,0 0,0 0,-1-1,1 1,0 0,0 0,-1 1,1-1,0 0,0 0,0 1,-1-1,1 0,0 1,0-1,0 1,0 0,0-1,0 1,0 0,0 0,0-1,0 1,0 0,1 0,-1 0,0 0,0 0,1 0,-1 0,-25 57,20-37,1 0,1 0,1 0,1 0,0 1,2-1,1 0,0 1,2-1,0 0,1 0,4 8,-4-16,0-1,1 1,1-1,0 0,0-1,1 1,1-2,0 1,0-1,1 0,0 0,1-1,0 0,0-1,1-1,0 1,1-2,-1 1,1-1,7 1,-4-2,-1-1,1 0,0-2,0 0,0 0,0-1,0-1,0-1,0 0,0-1,0 0,-1-1,1-1,4-2,-12 4,1-1,-1 0,0 0,0-1,0 0,0 0,-1-1,0 0,0 0,0 0,0-1,-1 0,0 0,0 0,-1 0,1-1,-1 0,-1 0,0 0,0 0,0-1,-1 1,1-1,-2 0,1 1,-1-1,-1-7,-7-15,7 29,-1 1,1-1,0 1,-1-1,1 1,0 0,-1-1,1 1,-1 0,1-1,-1 1,1 0,-1 0,1-1,-1 1,1 0,-1 0,1 0,-1 0,1 0,-1 0,1-1,-1 1,1 1,-1-1,1 0,-1 0,1 0,-1 0,0 0,1 0,-1 0,1 1,-1-1,1 0,0 1,-1-1,1 0,-1 0,1 1,-1-1,1 1,0-1,-1 0,1 1,0-1,0 1,-1-1,1 1,0-1,0 1,-1-1,1 1,-3 5,0 0,0 0,1 0,0 0,0 0,0 1,1-1,0 1,0-1,1 1,0-1,0 1,0-1,1 1,0-1,0 1,1-1,-1 1,1-1,1 0,-1 0,1 0,0 0,1-1,-1 1,1-1,0 0,1 0,4 4,5 4,0-1,1-1,1-1,0 0,0-1,1 0,2-1,57 24</inkml:trace>
  <inkml:trace contextRef="#ctx0" brushRef="#br0" timeOffset="11927.096">2292 1752,'0'16,"4"12,7 8,3 3,2-1,0-7,-2-9</inkml:trace>
  <inkml:trace contextRef="#ctx0" brushRef="#br0" timeOffset="12581.731">1984 1432,'118'15,"0"4,73 25,-165-39,0 2,0 0,0 1,-1 2,-1 1,0 1,0 0,-1 2,-1 1,0 1,0 1,-17-10,0-1,0 1,-1 0,0 0,0 1,-1-1,0 1,0 0,0 0,-1 0,0 0,-1 0,0 0,0 1,-1-1,0 0,-1 0,1 1,-1-1,-1 0,0 0,0 0,-1 0,1 0,-4 5,5-12,0 0,0 0,1 0,-1 0,0 0,1 0,-1 1,1-1,-1 0,1 0,0 1,-1-1,1 0,0 1,0-1,0 0,0 1,0-1,0 0,0 1,1-1,-1 0,0 1,1-1,-1 0,1 0,-1 1,1-1,0 0,-1 0,1 0,0 0,0 0,0 0,0 0,0 0,0 0,0-1,0 1,0 0,0-1,1 1,-1 0,0-1,0 0,2 1,10-1,1 0,0-1,-1 0,0-1,1-1,-1 0,0-1,0 0,-1-1,1 0,-1-1,0-1,0 1,-1-2,0 0,1-2,66-55,-77 65,0 0,0-1,0 1,0 0,0 0,0 0,0 0,1 0,-1 0,0 0,0 0,0 0,0 0,0 0,0 1,0-1,0 0,0 1,0-1,0 1,0-1,0 1,0-1,-1 1,1 0,0 0,0-1,-1 1,1 0,0 0,-1 0,1 0,-1 0,1-1,-1 1,1 0,-1 0,0 0,1 1,-1-1,0 0,0 0,0 0,0 0,0 0,0 0,0 0,0 0,0 0,-1 1,5 9,0 0,0-1,1 1,1-1,0-1,0 1,1-1,0 0,0 0,1-1,0 0,1 0,0-1,0 0,0-1,1 0,0 0,0-1,1-1,-1 1,1-2,0 1,0-2,0 1,1-2,-1 1,0-1,1-1,-1 0,1-1,-1 0,0-1,0 0,4-2,-8 2,-1-1,0 0,0 0,-1-1,1 0,-1 0,1 0,-1 0,-1-1,1 0,-1 0,1 0,-2-1,1 1,0-1,-1 0,0 0,-1 0,1-1,-1 1,0-1,0-4,3-15,-1 1,-2-1,0 0,-2 0,-1-8,-4-47,-3 0,-3 1,-20-71,29 144,2 2,-1 0,-1 0,1 1,-1-1,1 0,-1 0,-1 1,1-1,-1 1,0 0,0-1,0 1,0 0,2 4,0-1,0 1,-1 0,1 0,0 0,0-1,0 1,0 0,0 0,0 0,0 0,0 1,0-1,0 0,0 0,0 1,0-1,0 1,0-1,0 1,0-1,0 1,0-1,0 1,1 0,-1-1,0 1,0 0,1 0,-1 0,0 0,1-1,-1 1,1 0,-1 0,1 0,0 0,-1 0,1 0,0 0,0 1,-8 18,1 0,1 1,0-1,2 1,0 0,2 1,0-1,2 0,0 1,1-1,1 0,2 1,0-1,1 3,4 9,1-1,2 0,1-1,1 0,2-1,1 0,1-2,2 0,0-1,2-1,1-1,1-1,1-1,1-1,12 7,-6-9</inkml:trace>
  <inkml:trace contextRef="#ctx0" brushRef="#br0" timeOffset="12847.353">3294 1485,'-14'-11,"-6"-7,2 1,11 2,23 7,31 6,33 9,27 7,17 9,-13-1</inkml:trace>
  <inkml:trace contextRef="#ctx0" brushRef="#br0" timeOffset="13946.27">3869 1939,'11'-10,"0"0,-1-1,0-1,-1 0,0 0,-1 0,-1-1,0-1,0 1,-1-1,-1 0,0 0,-1-1,-1 1,1-12,-3 23,0 0,-1 0,1 0,-1 0,0 0,0 0,0-1,0 1,-1 0,1 0,-1 0,0 0,1 0,-2 0,1 0,0 0,-1 0,1 1,-1-1,0 0,1 1,-1-1,-1 1,1 0,0 0,-1 0,-1-2,3 4,0 0,0-1,0 1,0 0,0 0,0 0,0 0,0 0,0 0,0 1,0-1,0 0,0 0,0 1,0-1,0 1,0-1,1 1,-1-1,0 1,0-1,0 1,1 0,-1-1,0 1,1 0,-1 0,0-1,1 1,-1 0,1 0,-1 0,1 0,0 0,-1 0,1 0,0 0,0 0,0 0,0 0,0 0,0 0,0 0,0 0,0 0,0 0,0 0,0 0,1 0,-1-1,1 2,2 2,0-1,0 1,1 0,-1-1,1 0,0 0,0 0,0-1,0 1,0-1,1 0,-1 0,1 0,0-1,-1 0,1 0,2 1,-4-1,253 53,-253-53,1 0,0 0,0 1,-1-1,1 1,-1 0,0 0,0 0,1 0,-1 1,0-1,-1 1,1 0,0 0,-1 0,0 0,0 0,0 1,0-1,0 1,0-1,-1 1,0 0,0-1,0 1,0 0,-1 0,1 1,-1 37,0-36,-1-1,1 1,-1-1,2 1,-1-1,0 1,1-1,0 0,1 1,-1-1,1 0,0 0,0 1,0-2,1 1,0 0,0 0,0-1,2 2,9 3,0-1,0 0,1-1,1 0,-1-1,1-1,0-1,0 0,0-1,0-1,1 0,-1-1,3-1,-17 0,25 4,-1-1,1-2,0 0,0-2,0-1,-1-1,1-2,-1 0,0-2,0 0,-1-2,24-12,-42 17,0-1,-1-1,0 1,0-1,0 0,0 0,-1 0,0-1,0 0,-1 0,0 0,0-1,-1 1,1-4,-2 7,-1 1,0-1,0 0,-1 0,1 0,-1 0,0 0,0 0,0 0,0 0,-1 0,1 0,-1 0,0 0,-1 0,1 0,0 1,-1-1,0 1,0-1,0 1,-1-1,1 1,-1 0,1 0,-1 0,0 1,0-1,0 1,-1-1,-3-1,0 0,0 1,0 0,0 1,0-1,-1 1,1 0,-1 1,1 0,-1 0,0 1,1 0,-1 0,0 1,1 0,-1 0,1 1,-1 0,1 0,0 1,0-1,0 2,0-1,0 1,1 0,-1 0,1 1,0 0,1 0,-1 1,1-1,0 1,0 0,-2 5,6-9,-1 1,1-1,0 1,0 0,0-1,0 1,0 0,0 0,1 0,0-1,-1 1,1 0,0 0,1 0,-1 0,0 0,1 0,-1 0,1-1,0 1,0 0,0 0,0-1,1 1,-1-1,1 1,0-1,-1 0,1 1,0-1,0 0,0 0,1-1,-1 1,0 0,1 0,5 2,0 1,0-1,1 0,-1-1,1 0,-1 0,1-1,0 0,0-1,0 0,2 0,1-1,-1 0,1-1,-1-1,1 0,-1 0,0-1,0 0,0-1,0 0,0-1,-1 0,0-1,0 0,-1-1,1 0,3-4,-13 11,0 1,0 0,-1-1,1 1,0 0,0-1,0 1,0-1,0 1,0 0,0-1,0 1,0 0,0-1,0 1,1 0,-1-1,0 1,0-1,1 1,-1 0,0-1,1 1,-1-1,0 1,1-1,-1 1,1-1,-1 0,1 1,-1-1,1 1,-1-1,1 0,0 1,-1-1,1 0,-1 0,1 0,0 1,-1-1,1 0,0 0,-1 0,1 0,-1 0,1 0,0 0,-1 0,1 0,0-1,-1 1,1 0,-1 0,1-1,0 1,-1 0,1 0,-1-1,1 1,-1-1,1 1,-1 0,1-1,-1 1,1-1,-1 6,0 1,0-1,1 1,-1 0,2-1,-1 0,0 1,1-1,0 0,0 1,1-1,-1 0,1-1,0 1,1 0,-1-1,1 0,-1 0,2 0,-1 0,0 0,1-1,-1 0,1 0,0 0,0-1,0 1,0-1,0 0,1-1,2 1,-3-1,-1-1,1 0,0 0,-1 0,1 0,0-1,0 0,-1 0,1 0,-1-1,1 1,-1-1,0 0,1 0,-1-1,0 1,0-1,-1 0,1 0,-1 0,1 0,-1-1,0 0,0 1,0-1,-1 0,0 0,1-1,-1 1,-1 0,1-1,-1 1,1-1,-1 0,-1 1,1-2,4-25,-1-1,-2 0,-1 0,-2 0,-1 0,-1 1,-4-11,7 41,-1 0,1 0,-1 0,1-1,-1 1,1 0,0 0,0-1,-1 1,1 0,0-1,0 1,0 0,1-1,-1 1,0 0,0 0,1-1,-1 1,1 0,-1 0,1-1,-1 1,1 0,0 0,0 0,-1 0,1 0,0 0,0 0,0 0,0 1,0-1,0 0,0 0,1 1,-1-1,0 1,0-1,0 1,1-1,0 1,15 1,1 1,-1 1,0 0,0 2,-1 0,4 2,-6-3,-9-3,1 0,-1 0,0 0,1 1,-1-1,0 1,0 1,-1-1,1 1,0 0,-1 0,0 0,1 0,-1 1,0 0,-1 0,1 0,-1 0,0 1,0-1,0 1,0-1,-1 1,0 0,0 0,0 1,0 2,-17 59,12-63,1 1,0-1,0 1,0 0,1 0,0-1,0 1,0 0,0 0,1 0,0 0,0 0,0 0,0 0,1 0,0 0,0 0,1 0,-1-1,1 1,0 0,0-1,0 0,1 1,0-1,1 3,6-1,-1-1,0 0,1 0,0 0,0-2,1 1,-1-1,1 0,-1-1,1-1,0 0,0 0,0-1,-1 0,1-1,0 0,0-1,7-1,-8 1,0-1,-1 0,1 0,-1-1,1 0,-1-1,0 1,-1-2,1 1,-1-2,0 1,-1-1,1 0,-1 0,-1-1,1 0,-2 0,1 0,-1-1,0 0,0 0,-1 0,-1-1,0 0,0 1,0-1,-1-3,-1 11,-1 1,1 0,0 0,-1 0,1-1,-1 1,0 0,1-1,-1 1,0 0,0-1,0 1,0 0,0-1,0 1,0 0,0-1,-1 1,1 0,0 0,-1-1,1 1,-1 0,0 0,1-1,-1 1,0 0,0 0,0 0,1 0,-1 0,0 0,0 0,0 1,-1-1,1 0,0 0,0 1,0-1,-1 1,1-1,0 1,0 0,-1-1,1 1,0 0,-1 0,1 0,0 0,-1 0,1 0,0 0,-1 0,1 1,0-1,-1 0,0 1,-4 4,0 0,0 0,1 1,-1 0,1 0,0 0,1 0,0 1,0 0,0 0,1 0,0 0,0 0,0 1,1-1,1 1,-1 0,1 0,1-1,-1 1,1 0,1 3,-1-6,1 1,0-1,1 1,-1-1,1 0,0 0,1 0,-1 0,1 0,0-1,0 1,0-1,1 1,0-1,0 0,0-1,0 1,0-1,1 1,-1-2,2 2,7 3,0-1,1 0,-1-1,1-1,0 0,0 0,7-1,31 4</inkml:trace>
  <inkml:trace contextRef="#ctx0" brushRef="#br0" timeOffset="14249.713">6489 1244,'16'11,"12"18,9 22,3 23,1 21,-5 20,-10 20,-20 16,-33 12,-45 6,-60-3,-6-30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9:03.5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257 644,'-20'-1,"0"2,0 0,0 1,0 1,0 1,-3 2,17-4,-1 1,1-1,-1 1,1 1,0-1,0 1,0 0,1 0,-1 1,1 0,0 0,0 0,1 0,0 1,0 0,0-1,0 2,1-1,-1 2,2-3,0 0,1 0,-1 1,1-1,0 0,0 0,0 1,1-1,0 0,0 1,1-1,-1 0,1 1,0-1,0 0,1 0,0 0,0 0,0 0,0 0,1-1,0 1,0-1,0 1,0-1,1 0,-1 0,1-1,0 1,1-1,-1 0,4 3,12 3,0 0,1-1,0-1,0-1,0-1,0-1,1-1,0-1,0 0,0-2,0-1,-1 0,5-2,-4 2,0-1,-1 0,1-2,-1 0,0-2,0 0,0-1,-1-1,0-1,-1-1,0 0,0-2,-1 0,11-11,-27 22,0-1,0 0,0 1,0-1,0 0,0 0,-1 0,1-1,-1 1,1 0,-1-1,0 1,0 0,0-1,0 1,-1-1,1 0,-1 1,1-1,-1 1,0-1,0 0,0 1,-1-1,1 0,0 1,-1-1,0 1,1-1,-1 1,0-1,-1 1,1-1,0 1,-1 0,1 0,-1 0,1 0,-1 0,0 0,0 0,0 0,0 1,0-1,-2 0,2 2,0 0,0 0,0 0,0 0,-1 0,1 1,0-1,0 0,0 1,0 0,0 0,0-1,0 1,0 0,1 1,-1-1,0 0,0 0,1 1,-1-1,1 1,-1-1,1 1,0 0,0 0,0-1,0 1,0 0,0 0,0 0,0 0,1 0,-1 0,1 0,0 1,-1-1,1 0,0 0,0 0,0 0,1 0,-1 0,0 1,1-1,0 0,-1 0,1 0,2 7,1 0,-1 0,2 0,-1-1,1 1,0-1,1 0,0-1,0 0,1 1,-1-2,2 1,-1-1,1 0,0-1,0 0,0 0,1-1,-1 0,1 0,0-1,1 0,-1-1,0 0,1 0,-1-1,1 0,0-1,-1 0,8-1,-13 1,0-1,0 0,0 1,0-1,0-1,0 1,-1-1,1 1,0-1,-1 0,1 0,-1-1,1 1,-1-1,0 1,0-1,-1 0,1 0,0-1,-1 1,0-1,0 1,0-1,0 1,0-1,-1 0,0 0,0 0,0 0,0 0,0-2,0-3,0 1,-1-1,0 1,0-1,-1 1,0 0,-1-1,0 1,0 0,-1 0,0 0,0 0,0 0,-1 1,-1-1,-1 0,0 1,0 0,0 0,-1 0,0 1,0 0,-1 0,0 1,0 0,0 1,-1-1,1 2,-1-1,0 1,0 0,0 1,-1 0,1 1,0 0,-1 0,1 1,-1 0,1 0,-1 1,1 1,0 0,0 0,-1 0,2 1,-1 1,0-1,0 2,1-1,0 1,0 0,1 1,-1 0,1 0,0 0,1 1,-1 0,1 1,1-1,-4 7,6-9,1 0,-1 1,1 0,1-1,-1 1,1 0,0 0,0 0,0 0,1 0,0 0,0 0,1 0,1 6,9 30</inkml:trace>
  <inkml:trace contextRef="#ctx0" brushRef="#br0" timeOffset="762.46">1234 590,'21'72,"-16"-51,2 0,0-1,1 0,1 0,1-1,1 0,1 0,0-1,1-1,1 0,15 13,-26-28,0 1,1-2,-1 1,1 0,0-1,-1 1,1-1,0 0,0 0,0-1,0 1,0-1,0 0,0 0,0 0,-1 0,1-1,0 0,0 0,0 0,0 0,-1 0,1-1,0 0,-1 1,1-1,-1-1,0 1,0 0,0-1,0 0,0 1,-1-1,1 0,-1-1,1 1,-1 0,1-3,3-5,1-1,-1 0,-1 0,0-1,-1 1,0-1,-1 0,0-1,-1 1,-1 0,0-1,-1 1,0-1,-1-1,-8 0,-1 38,7-17,1 0,0 0,1 0,-1 1,1-1,1 0,-1 1,1-1,0 1,0-1,1 1,0-1,0 0,1 1,0-1,0 0,0 0,0 0,1 0,0-1,1 1,-1-1,1 0,0 1,0-2,1 1,-1 0,1-1,0 0,0 0,1-1,-1 1,6 2,0-3,1-1,0 0,0 0,0-1,0-1,0 0,0 0,0-2,0 1,-1-1,1-1,0 0,-1-1,0 0,1-1,-2 0,1 0,-1-1,0-1,0 0,0 0,-1-1,0 0,-1-1,0 1,0-2,2-3,-7 8,0 0,0-1,-1 0,0 0,1 0,-2 0,1 0,-1 0,0 0,0 0,-1-1,0 1,0 0,0 0,-2-3,3 9,-1 1,0-1,0 0,1 1,-1-1,0 0,0 1,0-1,1 0,-1 1,0-1,0 0,0 1,0-1,0 1,0-1,0 0,0 1,0-1,0 0,0 1,0-1,0 1,0-1,0 0,0 1,-1-1,1 0,0 1,0-1,0 0,-1 1,1-1,0 0,0 0,-1 1,1-1,0 0,-1 0,1 1,0-1,0 0,-1 0,1 0,-1 1,1-1,0 0,-1 0,1 0,0 0,-1 0,1 0,-1 0,1 0,0 0,-1 0,1 0,0 0,-1 0,1 0,-1 0,1 0,0-1,-1 1,1 0,0 0,-1 0,1-1,0 1,-1 0,1 5,0 0,0 0,0 1,1-1,-1 0,1 0,0 0,1 0,-1 0,1 0,0 0,1 0,-1-1,1 1,0-1,0 1,0-1,0 0,1 0,0-1,0 1,3 2,4 2,-1-1,1 0,0-1,0 0,1-1,-1 0,1-1,0 0,1-1,84 11,-55-12</inkml:trace>
  <inkml:trace contextRef="#ctx0" brushRef="#br0" timeOffset="1462.861">2423 176,'-3'3,"0"1,0-1,0 1,1 0,-1 0,1 0,0 1,0-1,1 0,-1 1,1-1,0 1,0 0,0-1,1 1,0 2,-1 1,-4 31,2 0,1 0,3 0,1 0,2 0,1 0,3 4,-5-32,-1 1,0 1,-1-1,0 0,-1 0,0 0,-1 0,-1 0,0 0,0 0,-3 6,5-18,0 1,-1-1,1 1,0-1,-1 1,1-1,0 1,0-1,0 1,-1-1,1 1,0-1,0 1,0-1,0 1,0-1,0 1,0-1,0 1,0 0,0-1,0 1,0-1,0 1,1-1,-1 1,0-1,0 1,1-1,-1 1,0-1,1 1,-1-1,0 0,1 1,-1-1,0 0,1 1,-1-1,1 0,-1 1,1-1,-1 0,1 0,-1 1,1-1,0 0,27-4,-22 2,53-15,-33 8,0 2,0 0,1 2,0 1,6 1,-26 3,0 0,0 0,0 0,-1 1,1 0,0 1,-1 0,1 0,-1 0,0 1,1-1,-1 1,0 1,-1-1,1 1,-1 0,1 1,-1-1,-1 1,1 0,-1 0,4 6,-3-6,-2 0,1 0,0 1,-1-1,0 1,0 0,-1 0,0 0,0 0,0 0,0 0,-1 1,0-1,-1 0,1 1,-1-1,-1 1,1-1,-1 1,0-1,0 0,-1 0,0 1,0-1,-1 0,1-1,-1 1,0 0,-1-1,1 1,-1-1,0 0,-1-1,1 1,-1-1,0 1,0-1,-5 2,1-3,-1-1,0 0,0-1,0 1,0-2,0 0,0 0,0-1,1 0,-1-1,0 0,0 0,1-1,-1 0,1-1,0 0,0 0,-6-5,13 8,0 1,1 0,-1 0,1-1,0 1,-1 0,1-1,0 1,-1-1,1 1,0-1,0 0,0 1,-1-1,1 0,0 0,0 0,0 0,0 0,0 0,1 0,-1 0,0 0,0 0,1 0,-1-1,1 1,-1 0,1 0,-1-1,1 1,0 0,-1-1,1 1,0-1,0 1,0 0,0-1,1 1,-1 0,0-1,20-8,6 1</inkml:trace>
  <inkml:trace contextRef="#ctx0" brushRef="#br0" timeOffset="1744.914">3052 630,'-7'19,"-3"12,4 10,4 3,5 0,5-4,5-8,2-8,2-9,-3-6</inkml:trace>
  <inkml:trace contextRef="#ctx0" brushRef="#br0" timeOffset="2132.074">2784 296,'159'77,"-123"-62,-1 2,0 1,-1 2,-1 1,-1 1,-1 2,-1 2,-1 0,-1 2,9 14,-28-28,-1 1,-1 0,-1 1,0 0,-1 0,0 0,-2 0,0 1,1 13,1-2,-5-25,0 0,0 0,1 0,-1 0,1 0,0 0,0 0,0-1,0 1,0 0,1-1,-1 1,1 0,-1-1,1 0,0 1,0-1,0 0,1 0,-1 0,0-1,1 1,-1 0,1-1,-1 0,1 1,0-1,0 0,0 0,-1-1,1 1,0-1,0 1,0-1,0 0,0 0,0 0,0 0,9-4,-1 1,0-1,0-1,0 0,0-1,-1 0,0 0,0-1,0 0,-1-1,0 0,-1-1,0 1,0-2,-1 1,0-1,-1 0,0-1,0 1,-1-1,-1 0,4-17,-14 40,4-7,1 1,0-1,0 1,1 0,-1 0,1-1,0 1,1 0,-1 0,1-1,1 1,-1 0,1-1,0 1,0-1,0 0,1 0,0 0,0 0,0 0,0 0,1-1,0 0,0 1,0-1,0-1,1 1,0-1,0 0,-1 0,4 1,13 6,0-2,1 0,0-2,0 0,1-1,-1-1,1-2,3 0,45 4</inkml:trace>
  <inkml:trace contextRef="#ctx0" brushRef="#br0" timeOffset="2879.124">4361 804,'-2'-5,"1"-1,-2 0,1 1,-1 0,0-1,0 1,0 0,-1 1,1-1,-1 1,0-1,-1 1,1 0,-1 1,0-1,0 1,0 0,0 0,0 0,-1 1,1 0,-1 0,0 0,0 1,1 0,-1 0,0 0,0 1,0 0,-5 0,3 0,0 1,-1 0,1 0,0 1,0 0,0 0,1 1,-1 0,1 1,-1-1,1 1,0 1,0-1,1 1,-1 1,1-1,0 1,1 0,-1 0,1 0,0 1,0 2,3-7,1 0,0 0,0 0,-1 1,1-1,0 0,1 1,-1-1,0 1,1-1,0 1,-1-1,1 1,0-1,0 1,0 0,1-1,-1 1,1-1,-1 1,1-1,0 0,0 1,0-1,0 0,0 1,1-1,-1 0,1 0,-1 0,1 0,0 0,0-1,0 1,0 0,0-1,0 0,0 1,0-1,0 0,1 0,-1 0,1 0,0 0,8 2,1-1,0 0,-1-1,1 0,0-1,0 0,0 0,0-2,-1 1,1-1,0-1,-1 0,0-1,0 0,0-1,0 0,-1-1,1 0,-2 0,1-1,-1-1,0 1,2-3,3-14,-26 42,9-14,0 1,1 1,0-1,0 0,1 0,-1 1,1-1,0 1,1-1,-1 1,1-1,0 1,0 0,1-1,0 1,0-1,0 1,1-1,-1 0,1 1,1-1,-1 0,1 0,0 0,0-1,0 1,0-1,1 0,0 0,0 0,0 0,0 0,1-1,0 0,-1 0,1 0,0-1,0 0,0 1,1-2,-1 1,1-1,0 1,1-2,0-1,1 0,-1 0,0 0,0 0,0-1,-1-1,1 1,0-1,-1 0,0 0,1-1,-1 0,-1 0,1-1,-1 1,1-1,-1 0,0-1,-1 1,2-3,4-6,-1 0,0-1,-1 0,0-1,-2 1,0-2,0 1,0-8,13-77,-5 1,-4-2,-4-23,-6 116,3-29,-3-188,0 220,0 1,0-1,-1 1,0-1,0 1,0 0,-1 0,0-1,0 1,0 0,-1 0,1 1,-1-1,-3-3,5 8,0-1,-1 1,1-1,-1 1,1 0,-1 0,1 0,-1-1,1 1,-1 0,1 1,0-1,-1 0,1 0,-1 1,1-1,-1 1,1-1,0 1,-1-1,1 1,0 0,0 0,-1 0,1 0,0 0,0 0,0 0,0 0,0 0,1 0,-1 0,0 1,0-1,1 0,-1 2,-12 18,1 1,1 0,1 1,1 1,1-1,2 1,0 0,1 1,1-1,2 3,-3 10,2 0,2 0,1 0,2 0,1 0,3-1,0 1,5 7,-5-21,1 0,2-1,0 1,2-2,0 1,1-1,1-1,1 0,1-1,1-1,0 0,2-1,1 0,-15-12,1-1,0 0,0 1,0-2,0 1,1-1,-1 1,1-2,0 1,0 0,0-1,0 0,0-1,0 1,1-1,-1-1,1 1,-1-1,0 0,1 0,-1-1,1 0,-1 0,0-1,0 1,0-1,0 0,0-1,0 0,0 0,68-75,-74 77,0 1,0 0,0-1,1 1,-1-1,0 1,0 0,1-1,-1 1,0 0,0-1,1 1,-1 0,0-1,1 1,-1 0,1 0,-1 0,0-1,1 1,-1 0,1 0,-1 0,0 0,1 0,-1 0,1 0,-1 0,1-1,-1 2,0-1,1 0,-1 0,1 0,-1 0,1 0,-1 0,0 0,1 0,-1 1,1-1,-1 0,0 0,1 1,-1-1,0 0,1 1,-1-1,0 0,0 1,1-1,-1 0,0 1,0-1,1 0,-1 1,0-1,0 1,0-1,0 0,0 1,0-1,0 1,0-1,0 1,0-1,0 1,0-1,0 0,0 1,3 41,-3-35,-1-2,1-1,1 0,-1 0,0 1,1-1,0 0,0 0,0 0,1 0,0 0,-1 0,1 0,0-1,1 1,-1 0,1-1,-1 0,1 0,0 0,0 0,1 0,-1 0,1-1,-1 0,1 1,0-1,0-1,-1 1,1-1,1 1,2 0,22 4</inkml:trace>
  <inkml:trace contextRef="#ctx0" brushRef="#br0" timeOffset="3143.016">5256 697,'-18'-7,"-6"-2</inkml:trace>
  <inkml:trace contextRef="#ctx0" brushRef="#br0" timeOffset="3331.431">4335 270,'23'-3,"25"-2,28-1,25 1,21 0,13 5,-2 4,-22 1</inkml:trace>
  <inkml:trace contextRef="#ctx0" brushRef="#br0" timeOffset="3517.683">5271 978,'17'0,"1"-1,0-1,-1 0,1-2,-1 0,0 0,0-2,0 0,-1-1,0-1,0 0,-1-1,0-1,-1 0,5-5,-17 14,0 0,0-1,0 1,-1-1,1 0,0 1,-1-1,1 0,-1 0,1 0,-1 0,0 0,0-1,0 1,0 0,0 0,-1-1,1 1,-1 0,1-1,-1 1,0-1,0 1,0 0,0-1,0 1,-1-1,1 1,-1 0,0-1,1 1,-1 0,0 0,0-1,-1 1,1 0,0 0,-2-1,-5-2,0 1,0 0,-1 1,0 0,0 0,1 1,-1 0,-1 0,1 1,0 0,0 1,0 0,-1 0,1 1,0 0,0 1,0 0,0 1,-7 2,6-2,1 1,0 0,1 0,-1 0,1 1,-1 1,1 0,1 0,-8 7,13-11,0 0,0 0,0 0,0 0,0 1,1-1,-1 1,1-1,-1 1,1-1,0 1,0 0,0 0,1 0,-1 0,1 0,-1-1,1 1,0 0,0 0,0 0,1 0,-1 0,1 0,-1 0,1 0,0 0,0-1,0 1,1 0,-1-1,1 1,-1-1,2 2,3 2,0 0,1 0,-1 0,1-1,1 0,-1-1,1 1,-1-2,1 1,0-1,1 0,4 1,56 13,0-4,1-2,0-3,1-4,39-3,-68 0,106 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9:02.4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294 291,'28'137,"42"123,-53-200,2-1,3-1,2-1,3-1,5 3,-27-49,1-2,0 1,1-1,-1 0,2 0,-1-1,1 0,5 4,-12-10,1 0,-1 0,1 0,-1 0,1 0,-1-1,1 1,0 0,-1-1,1 1,0-1,0 0,-1 1,1-1,0 0,0 0,-1 0,1 0,0-1,0 1,-1 0,1-1,0 1,-1-1,1 0,0 1,-1-1,1 0,-1 0,1 0,-1 0,1 0,-1 0,0-1,0 1,0 0,1-1,-1 1,27-67,-17 3,-2 0,-4 0,-2-43,-2 55,4-621,-6 668,0 20,0-7,-17 182,11-117</inkml:trace>
  <inkml:trace contextRef="#ctx0" brushRef="#br0" timeOffset="300.254">0 799,'23'-7,"32"-6,37-4,34-4,30 1,20-3,8 4,-8 3,-19 1,-37 4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9:00.8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241 514,'-5'20,"-3"21,-1 22,2 17,1 14,2 10,2 6,1 2,-1-3,-6-11,-3-16,-2-18,-1-21,2-18</inkml:trace>
  <inkml:trace contextRef="#ctx0" brushRef="#br0" timeOffset="406.96">54 1115,'-43'-307,"45"231,-1 74,-1 0,1-1,-1 1,1 0,0 0,0 0,-1 0,2 0,-1 0,0 0,0 1,0-1,1 0,-1 1,1-1,0 1,-1-1,1 1,0 0,0 0,0-1,0 1,0 1,0-1,0 0,0 0,0 1,0-1,0 1,0 0,2-1,10 4,0-1,0 2,0 0,0 1,-1 0,0 1,0 0,-1 1,1 0,-1 1,-1 1,4 3,-1-3,-1 1,0 0,-1 1,0 1,-1 0,9 11,-19-21,0-1,0 1,0-1,0 1,0 0,0-1,0 1,-1 0,1 0,-1-1,1 1,-1 0,0 0,0 0,1 0,-1-1,0 1,-1 0,1 0,0 0,-1 0,1-1,-1 1,1 0,-1 0,0-1,0 1,1 0,-1-1,0 1,-1-1,1 1,0-1,0 0,-1 1,1-1,-1 0,1 0,-1 0,1 0,-1 0,0 0,1-1,-1 1,0-1,0 1,1-1,-1 1,0-1,0 0,-1 0,-72 5,72-5,1 0,0 0,0-1,0 1,0 0,0-1,0 0,1 1,-1-1,0 0,0 0,0 0,1 0,-1 0,0-1,1 1,-1 0,1-1,-1 1,1-1,0 0,0 1,0-1,0 0,0 0,0 0,0 1,1-1,-1 0,0 0,1 0,0 0,-1 0,1 0,0-1,2-6,0 1,1-1,-1 1,2 0,-1 0,1 0,0 0,1 1,0-1,0 1,0 0,1 1,5-5,1-4,5-5,26-29,-3-2,-2-1,-2-2,-3-2,16-37,-39 72,-1 1,-1-2,-1 1,-1-1,-1 0,-1-1,-1 1,-1-1,-1 0,-1 1,-1-1,-1-7,2 26,-1 0,1 1,0-1,-1 1,0-1,0 1,0-1,0 1,-1-1,1 1,-1 0,0 0,0 0,0 0,0 0,-1 0,1 1,-1-1,1 1,-1-1,0 1,0 0,0 0,0 0,-1 1,1-1,0 1,-1 0,1 0,-1 0,1 0,-1 0,0 1,1 0,-1 0,1 0,-1 0,0 0,1 1,-3 0,-2 5,-1 1,1 0,0 1,0 0,1 0,0 1,1 0,0 0,0 0,1 1,0 0,1 0,0 0,0 0,1 1,1-1,0 1,0 0,1 0,0 5,-3 20,1 0,2 1,1 0,2-1,1 1,2-1,2 0,1-1,2 1,1-2,2 1,1-2,2 0,1 0,2-2,22 30,-31-48,1 1,0-2,1 0,1 0,-1-1,2 0,0-1,0-1,1 0,0-1,0-1,1 0,7 1,11-1</inkml:trace>
  <inkml:trace contextRef="#ctx0" brushRef="#br0" timeOffset="578.406">1 367,'29'5,"31"1,29 2,28 2,18 1,5 6,-10 9,-27 0</inkml:trace>
  <inkml:trace contextRef="#ctx0" brushRef="#br0" timeOffset="991.549">789 902,'0'-327,"0"326,0 0,-1 0,1 1,0-1,0 0,0 0,0 0,0 0,0 1,0-1,0 0,0 0,1 0,-1 0,0 1,0-1,1 0,-1 0,0 1,1-1,-1 0,1 1,-1-1,1 0,-1 1,1-1,0 0,-1 1,1-1,0 1,-1 0,1-1,0 1,0-1,-1 1,1 0,0 0,0-1,0 1,0 0,-1 0,1 0,0 0,0 0,0 0,0 0,-1 0,1 0,0 0,0 1,0-1,-1 0,1 1,0-1,159 40,-135-35,-11-4,0 2,0 0,0 0,0 1,-1 1,1 0,-1 1,0 0,-1 1,1 1,-11-6,0 0,0 0,0 0,0 1,-1-1,1 0,-1 1,1-1,-1 1,0 0,0-1,0 1,0 0,-1 0,1-1,-1 1,1 0,-1 0,0 0,0 0,0 0,-1-1,1 1,-1 0,0 0,1 0,-33 71,26-60,4-9,-4 6,1-1,0 1,1 0,0 1,1-1,0 1,1 0,1 0,0 0,0 0,0 12,4-19,0-1,1 1,-1 0,1-1,0 0,0 0,0 0,1 0,0 0,-1-1,1 1,0-1,1 0,-1 0,0 0,1-1,0 0,0 0,-1 0,1 0,0-1,0 0,1 0,-1 0,0-1,0 1,0-1,0 0,1-1,0 0,41 1,1-3,0-3,-1-1,0-2,33-12,-71 19,75-19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59.8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0 310,'11'7,"0"-1,1-1,-1 1,1-2,0 0,0 0,1-1,-1-1,1 0,0 0,-1-1,1-1,0 0,-1-1,1-1,0 0,-1 0,0-1,1-1,8-3,1-2,0-1,0 0,-1-2,-1-1,0 0,-1-1,0-1,-1-1,-1-1,10-11,-19 20,-1-1,0 0,0 0,-1 0,0-1,-1 0,0 0,-1 0,0-1,0 1,-1-1,1-8,-3 18,-1 0,0-1,0 1,1-1,-1 1,0-1,0 1,0-1,-1 1,1 0,0-1,-1 1,1-1,0 1,-1 0,0-1,1 1,-1 0,0-1,0 1,1 0,-1 0,0 0,0 0,0 0,0 0,-1 0,1 0,0 0,0 0,-1 1,1-1,0 0,-1 1,1-1,0 1,-1 0,1-1,-1 1,1 0,-1 0,-60 20,51-11,0 0,1 1,0 0,0 1,1 0,1 0,0 1,0 0,1 1,1 0,0 0,1 0,-3 10,-1 9,1 0,1 1,2 0,1-1,1 16,5 36,4 0,4-1,3 0,21 71,24 164,-55-291,-2 0,0 1,-2-1,-4 26,-7 5</inkml:trace>
  <inkml:trace contextRef="#ctx0" brushRef="#br0" timeOffset="502.974">120 711,'427'-80,"-37"-2,-315 62,-79 18,-159 42,136-31,12-4,-1-1,-1 0,1 2,1 0,-1 1,1 0,0 2,1-1,0 2,-3 3,16-13,-1 1,1 0,0-1,0 1,0 0,1 0,-1 0,0-1,0 1,0 0,1 0,-1 0,0 1,1-1,-1 0,1 0,-1 0,1 0,0 0,-1 1,1-1,0 0,0 0,0 1,0-1,0 0,0 0,0 1,0-1,0 0,1 0,-1 0,1 1,-1-1,1 0,-1 0,1 0,-1 0,1 0,0 0,0 0,-1 0,1 0,0 0,0-1,0 1,0 0,0 0,1 0,60 16,-49-16,0 0,0-1,1 0,-1-1,0 0,0-2,0 1,-1-1,1-1,-1-1,1 1,-1-2,-1 0,1 0,-1-1,0 0,0-1,-1-1,0 1,-1-2,0 1,0-1,-1 0,-1-1,6-9,-12 18,1 0,-1-1,0 1,-1 0,1-1,0 1,-1-1,1 1,-1-1,0 1,1-1,-1 1,0-1,-1 1,1 0,0-1,-1 1,0-1,1 1,-1-1,0 1,0 0,0 0,-1-1,1 1,0 0,-1 0,1 0,-1 1,0-1,0-1,-1 4,0 0,0 0,0 0,0 0,1 0,-1 0,1 1,-1-1,1 1,-1 0,1 0,0 0,0 0,0 0,0 0,0 0,0 1,1-1,-1 1,1-1,0 1,-1 0,1 0,0-1,1 1,-1 0,0 0,1 0,0 2,-2 1,1-1,0 1,0 0,1 0,0 0,0 0,0 0,1 0,0 0,0 0,0 0,1 0,0 0,0-1,0 1,1-1,0 1,0-1,0 0,0 0,1-1,0 1,0-1,1 0,-1 0,1 0,0 0,0-1,2 2,8 3,0-1,1 0,0-1,0 0,1-2,-1 0,2 0,52 8</inkml:trace>
  <inkml:trace contextRef="#ctx0" brushRef="#br0" timeOffset="794.514">1737 498,'-15'-5,"-16"-1,-10 0,-10 4,-6 6,-1 8,3 5,12 5,13 4,21 3,25 0,29-1,29-3,27-6,21-5,-10-6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8:58.8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716 897,'60'-85,"-4"-4,-4-1,-4-3,-5-1,15-49,-32 91,-16 56,16 61,80 260,-97-266,-9-59,0 0,0-1,-1 1,1 0,0-1,-1 1,1 0,0-1,-1 1,1 0,0-1,-1 1,1 0,0 0,-1 0,1-1,-1 1,1 0,0 0,-1 0,1 0,-1 0,1 0,-1 0,1 0,0 0,-1 0,1 0,-1 0,1 0,-1 0,1 0,0 0,-1 1,1-1,-1 0,1 0,0 0,-1 1,1-1,0 0,-1 1,1-1,0 0,-1 1,1-1,0 0,0 1,-1-1,1 0,0 1,0-1,0 1,0-1,0 0,-1 1,1-1,0 1,0-1,0 1,0-1,0 0,0 1,0-1,0 1,1-1,-1 1,0-1,0 0,0 1,-22-27,16 17,0 0,0 0,1 0,0-1,1 0,0 0,1 0,0 0,0-1,1 1,1-1,0 1,0-2,2 9,0 0,1 0,-1 1,1-1,0 1,0-1,0 1,0 0,0-1,0 1,1 0,-1 0,1 1,-1-1,1 1,0-1,0 1,0 0,-1 0,1 0,0 0,0 0,1 1,-1-1,0 1,0 0,0 0,0 0,0 1,2-1,9-1,74-9,-12 2,1-3,62-18,-138 29,8-2,-1 0,0 0,0 0,0-1,-1-1,1 1,-1-1,1-1,-1 1,-1-1,1 0,5-6,-12 9,1 0,0 0,-1 0,1 0,-1 0,0 0,1 0,-1 0,0 0,0 0,-1 0,1 0,0 0,-1 0,1 0,-1 0,0 0,1 0,-1 0,0 0,0 0,0 0,-1 1,1-1,0 0,-1 1,1-1,-1 1,1 0,-1-1,1 1,-1 0,0 0,0 0,0 0,0 0,0 1,0-1,0 0,0 1,0 0,0-1,0 1,0 0,0 0,-8-3,0 0,0 0,-1 1,1 1,0-1,-1 2,1-1,-1 2,1-1,-1 1,1 1,-1 0,1 1,0-1,0 2,0 0,1 0,-1 0,1 1,0 1,1 0,-1 0,1 0,-6 7,12-10,0 0,0 0,0 0,0 0,0 0,1 0,0 0,-1 1,1-1,1 1,-1-1,0 1,1-1,0 1,0-1,0 1,0-1,0 1,1-1,-1 1,1-1,0 0,0 1,0-1,1 0,-1 1,1-1,0 0,0 0,0 0,0-1,2 2,3 4,1 0,0-1,1 0,0 0,0-1,0 0,1-1,-1 0,1-1,2 1,22 6,0-2,1-1,0-2,0-1,0-2,31-1,25-3</inkml:trace>
  <inkml:trace contextRef="#ctx0" brushRef="#br0" timeOffset="352.153">462 1,'-22'11,"-22"16,-19 18,-12 23,-6 24,6 25,14 23,23 18,36 7,45-5,54-15,54-25,2-34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9:30.7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256 814,'-5'-8,"0"1,-1 0,0 0,-1 0,1 1,-1 0,0 0,-1 1,1-1,-1 2,-2-2,7 5,0-1,-1 1,1 0,-1 0,0 0,1 1,-1-1,0 1,1-1,-1 1,0 1,1-1,-1 0,0 1,1 0,-1 0,1 0,-1 0,1 0,-1 1,1 0,0-1,0 1,0 0,0 1,0-1,0 1,-1 1,-4 5,0 1,1 0,0 0,1 1,0 0,1 0,0 0,1 1,0-1,1 1,0 0,1 0,0 0,1 1,0-1,1 4,0-14,-1 0,1 0,-1 1,1-1,0 0,0 0,0 0,0 0,0 1,1-1,-1 0,1 0,-1 0,1 0,0 0,0 0,0 0,0 0,0 0,0 0,0 0,1-1,-1 1,1 0,-1-1,1 1,-1-1,1 0,0 1,0-1,0 0,0 0,0 0,0-1,0 1,0 0,0-1,0 1,0-1,1 0,-1 1,0-1,0 0,0-1,1 1,0 0,7-7,0 1,0-1,-1-1,0 0,0 0,-1-1,0 0,0-1,-1 1,-1-1,1-1,-2 1,1-1,-2 0,2-3,5-16,0 0,-2 0,-1-1,-2 0,-1 0,-1 0,-2-1,-1 1,-2-1,-1 0,-1 1,-1-1,-3-2,-59-259,55 254,4 29,6 30,11 441,-4-137,14-205,-18-114,-1-1,1 1,0-1,0 1,0-1,1 1,-1-1,1 0,0 0,1-1,-1 1,1-1,-1 1,1-1,0 0,0 0,0-1,1 1,-1-1,0 0,1 0,1 0,38 0,-2-9</inkml:trace>
  <inkml:trace contextRef="#ctx0" brushRef="#br0" timeOffset="199.218">537 200,'0'-14,"0"-18,0-10,0-3,0 4,0 16,2 26,8 31,7 32,6 31,5 24,0 19,-5 16,-11 11,-19 9,-24 7,-25 3,-3-31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9:37.1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482 943,'-18'-15,"-1"2,0 0,-1 1,-1 1,0 0,0 2,-1 1,-8-2,19 7,0 0,-1 1,1 1,0 0,-1 0,1 1,-1 0,1 1,-1 1,1 0,0 0,-1 1,1 0,1 1,-1 1,0-1,-6 5,10-4,0 0,0 1,0-1,1 2,0-1,0 0,0 1,1 0,0 0,-3 7,7-12,-1 1,1 0,-1 0,1-1,0 1,0 0,0 0,0 1,1-1,-1 0,1 0,0 0,0 0,0 0,0 0,0 1,1-1,0 0,-1 0,1 0,0 0,1 0,-1 0,0-1,1 1,-1 0,1-1,0 1,0-1,0 1,1-1,5 3,1 0,0-1,1 0,-1 0,1-1,-1 0,1-1,0 0,0 0,0-1,0-1,1 0,-1 0,0-1,0 0,0 0,7-3,6-1,0-1,0-1,0-1,-1-1,0 0,8-7,-29 15,-1 0,1 1,0-1,-1 1,1-1,0 0,-1 1,1-1,0 1,0 0,-1-1,1 1,0 0,0-1,0 1,0 0,0 0,0 0,-1 0,1 0,0 0,0 0,0 0,0 0,0 0,0 0,0 0,-1 1,1-1,0 0,0 1,0-1,-1 1,1-1,0 1,0-1,-1 1,1-1,0 1,-1 0,1-1,-1 1,1 0,-1 0,1-1,-1 1,1 0,-1 0,0 0,1 0,-1-1,0 1,0 0,0 0,0 0,0 0,0 0,0 0,0 0,0-1,0 2,6 241,-13 263,5-454</inkml:trace>
  <inkml:trace contextRef="#ctx0" brushRef="#br0" timeOffset="404.235">669 929,'-10'-24,"-31"-94,41 116,0 1,0-1,0 0,0 0,0 0,1 1,-1-1,1 0,-1 1,1-1,-1 0,1 1,0-1,0 1,0-1,0 1,0-1,0 1,0 0,0-1,1 1,-1 0,0 0,1 0,-1 0,1 0,-1 0,1 0,0 1,-1-1,1 1,1-1,61-12,-49 11,-2 1,-1-3,0 2,1-1,0 2,-1 0,1 0,0 1,-1 1,1 0,0 0,-1 1,1 1,-1 1,0-1,0 2,0 0,-1 0,1 1,-5 3,-1 0,-1 1,0-1,0 1,-1 0,0 0,-1 0,0 1,0-1,-1 1,-1 0,0-1,0 1,-1 0,0 0,-1 0,0-1,-1 1,-1 2,-9 100,14-109,0-1,0 0,1 1,-1-1,1 0,-1 0,1 0,0 0,0-1,0 1,1-1,-1 0,1 0,-1 0,1 0,0-1,-1 1,1-1,0 0,0 0,0-1,0 1,0-1,0 0,0 0,0 0,0 0,0-1,0 1,3-2,4 2,283-21,-242 16</inkml:trace>
  <inkml:trace contextRef="#ctx0" brushRef="#br0" timeOffset="794.739">1725 1036,'-2'-10,"0"1,-1 0,0 0,-1 0,0 1,0-1,-1 1,0 0,0 0,-1 0,0 1,0 0,-1 0,0 1,0 0,-1 0,0 0,0 1,0 0,0 1,-1 0,0 0,0 1,0 0,0 0,-4 1,5-1,-1 1,1 1,0 0,-1 0,1 1,-1 0,1 0,0 1,-1 0,1 0,0 1,-1 0,1 0,0 1,0 0,1 1,-1 0,1 0,0 1,0-1,0 1,0 1,1 0,0 0,0 0,1 0,0 1,0 0,-2 4,4-7,1-1,-1 0,1 1,0 0,0 0,1 0,-1-1,1 1,0 1,0-1,0 0,0 0,1 0,-1 0,1 1,0-1,1 0,-1 0,1 1,0-1,0 0,0 0,0 0,1 0,0 0,0-1,0 1,0 0,0-1,1 1,-1-1,1 0,0 0,0 0,1 0,-1-1,0 1,8 0,1-1,-1 0,0 0,0-1,1-1,-1 0,0-1,1 0,-1 0,0-1,0-1,0 0,0 0,0-1,-1 0,0-1,0-1,0 1,0-1,-1-1,0 0,2-2,-2 2,0-1,0 0,-1 0,0-1,0 0,-1 0,0-1,-1 1,0-2,0 1,-1-1,1-5,-19 40,9-16,1-1,0 1,0 0,0 0,1 0,1 0,-1 0,1 0,1 0,-1 1,2-1,-1 0,1 0,0 1,0-1,1 0,1 0,-1 0,1-1,0 1,1 0,0-1,0 0,0 0,1 0,0-1,1 0,-1 1,1-2,0 1,1-1,-1 0,3 1,35 9,-1-8</inkml:trace>
  <inkml:trace contextRef="#ctx0" brushRef="#br0" timeOffset="1251.942">1886 568,'41'10,"1"-1,0-2,0-2,1-2,-1-2,1-2,34-5,-47 3,-1-2,0-1,0-1,-1-2,0-1,0-1,-1-1,-1-1,9-7,-22 12,-1 0,0-1,-1 0,0 0,0-2,-1 1,-1-1,1-1,-2 1,0-2,0 1,-1-1,-1 0,0 0,0-1,-2 0,0 0,0 0,0-11,-3 22,0-1,0 0,-1 0,0 0,0 1,0-1,0 0,0 0,-1 0,0 0,0 1,0-1,0 0,0 1,-1-1,0 1,1 0,-1-1,-1 1,1 0,0 0,-1 0,1 0,-1 1,0-1,0 1,0 0,0-1,-1 1,1 1,-3-2,-1 2,1 1,-1 0,0 0,1 1,-1 0,1 0,-1 1,1-1,0 1,-1 1,1-1,0 1,0 0,1 1,-1-1,1 1,-1 0,1 0,1 1,-1 0,0-1,1 2,-3 4,-19 24,2 2,1 1,2 0,2 2,1 0,2 1,2 1,1 0,3 1,1 0,-3 43,0 49,5 1,10 126,1-22,-2-198,-3 0,-1 0,-3 0,0-1,-3 0,-2 0,-1-1,-2 0,-1-1,-2 0,-2-1,-11 16,22-44,1-1,-1 1,-1-1,1-1,-1 1,-1-1,1-1,-1 1,-1-1,7-4,1-1,-1 1,0-1,0 0,1 0,-1 0,0 0,0-1,0 1,0-1,0 0,0 0,0 0,0 0,0 0,0 0,0-1,0 0,0 1,0-1,1 0,-1-1,0 1,1 0,-1-1,0 1,1-1,0 0,-1 0,1 0,0 0,0 0,0-1,-22-32</inkml:trace>
  <inkml:trace contextRef="#ctx0" brushRef="#br0" timeOffset="1930.181">1979 1143,'1'-5,"1"1,0 0,0 0,0 0,0 0,1 0,-1 0,1 0,0 1,0-1,0 1,1 0,-1 0,1 0,0 0,0 1,0 0,0 0,0 0,0 0,1 0,-1 1,0 0,1 0,0 0,4 0,-2-2,117-31,2 5,111-11,-216 37,-2-1,0 2,0 0,1 1,-1 0,1 2,-1 0,1 2,-17-3,0 1,0 0,0 0,1 0,-1 1,0-1,0 1,-1-1,1 1,0 0,0 0,-1 0,0 1,1-1,-1 1,0-1,0 1,0 0,0-1,-1 1,1 0,-1 0,0 0,1 1,-1-1,-1 0,1 0,0 1,-1-1,0 0,0 1,0-1,0 2,0 23,8 67,-7-91,-1 0,1 0,1 0,-1-1,1 1,-1-1,1 1,0-1,0 1,1-1,-1 0,1 0,-1 0,1 0,0-1,0 1,0-1,0 0,1 1,-1-2,4 3,-1-4,1 1,0-2,0 1,0-1,-1 1,1-2,0 1,-1-1,1 0,-1 0,0-1,0 0,0 0,0-1,0 1,-1-1,1 0,-1-1,0 1,0-1,-1 0,3-3,9-10,0 0,-1-1,0 0,-2-1,0-1,-2 0,0-1,-1 0,0-5,-13 40,0 0,1 1,1-1,0 1,1-1,0 1,1-1,1 1,2 8,-2-16,1 0,0 0,0 0,0-1,1 0,0 0,0 0,0 0,1 0,0-1,0 0,0 0,0 0,1 0,-1-1,1 0,0 0,0-1,0 0,0 0,0 0,3 0,5 1,1-1,0 0,0-1,0-1,0 0,0-1,0 0,0-2,3 0,-1-2,0 0,0-1,0 0,-1-1,0-1,0-1,-1-1,0 0,-1 0,0-1,-1-1,0-1,-1 0,0 0,-1-1,8-14,0-3,-2 0,-1-1,-2-1,-1 0,-1-1,-2 0,-2-1,-1-1,4-13,-2 0,-3-1,-2 0,-2 0,-2 0,-2 0,-3 0,-1 0,-10-30,14 70,0 0,0 1,-2-1,1 1,-1-1,0 1,-1 0,0 1,-1-1,1 1,-2 0,1 0,-1 1,0 0,-1 0,1 1,-1 0,-1 0,1 1,-1 0,0 0,0 1,-1 0,1 1,-1 0,-4-1,1 5,1 1,0 0,0 1,-1 0,2 1,-1 0,0 1,1 0,0 1,0 0,0 0,1 2,0-1,0 1,1 1,0-1,1 2,0-1,0 1,1 0,0 1,1-1,-4 9,-5 10,1 1,1 0,2 1,1 1,1 0,2 0,1 0,1 1,2-1,2 1,1 0,1 0,2 0,1 0,1-1,2 0,2 0,1 0,1-1,1-1,2 0,1-1,1 0,2-1,1-1,1-1,1-1,7 7,6 0,1 0,2-3,1-1,0-1,3-3,41 20,76 26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9:33.5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622 833,'0'0,"0"22,-2-28,-7-26,2 16,0 0,-1 1,-1 0,0 0,-1 1,0 0,-1 1,-1 0,-7-5,12 12,1 0,-1 0,0 1,0 0,-1 1,0-1,0 2,0-1,0 1,0 0,-1 1,1 0,-1 0,1 0,-1 2,0-1,0 1,1 0,-7 1,-2 4,0 1,0 1,1 0,0 1,0 0,1 2,0 0,0 0,2 2,-1-1,1 2,1 0,0 0,1 1,0 1,-1 3,-1 2,0 1,1 0,2 0,0 1,1 1,1 0,1 0,1 0,2 1,-3 21,6-32,0 0,1 0,1-1,0 1,0 0,1 0,1-1,0 0,1 1,0-1,1 0,0-1,1 1,0-1,1 0,0-1,1 0,0 0,0 0,1-1,4 2,0-1,0 0,1-2,0 0,1 0,0-1,0-1,1-1,-1 0,1-1,0 0,0-1,1-1,-1-1,11 0,5-2,0 0,0-3,0 0,-1-2,1-2,29-10,-41 11,1-1,-1 0,0-2,-1 0,0-1,-1-1,0-1,-1 0,0-1,11-14,-5-1</inkml:trace>
  <inkml:trace contextRef="#ctx0" brushRef="#br0" timeOffset="743.445">1036 1100,'-5'6,"0"1,0 0,0 0,1 0,0 1,0 0,1 0,0-1,0 2,0 5,2-11,1 1,-1-1,1 1,0-1,0 0,1 1,-1-1,1 1,-1-1,1 0,0 0,0 1,1-1,-1 0,1 0,-1 0,1 0,0 0,0-1,0 1,1 0,-1-1,1 0,-1 1,1-1,0 0,2 1,5 1,0 1,0-2,1 1,-1-1,1-1,0 0,0 0,0-1,0-1,0 0,0 0,0-1,0-1,0 0,0 0,0-1,-1 0,1-1,-1 0,0-1,0 0,0 0,8-7,-15 10,1 0,-1 0,0 0,0 0,0-1,0 1,0-1,0 0,-1 0,1 0,-1 0,0 0,0 0,0-1,0 1,-1-1,1 1,-1-1,0 1,0-1,0 0,-1 0,1 0,-1 1,0-1,0 0,0 0,-1 0,1 0,-1 1,0-1,0 0,0 1,-1-1,1 0,-1 1,-1-3,-7-3,1 2,-1-1,0 1,0 1,-1 0,0 0,0 1,0 1,-1 0,1 0,-1 1,0 1,0 0,0 0,0 1,-5 1,7-2,-1 0,1 1,-1 1,0-1,1 2,-1 0,1 0,-1 0,1 2,0-1,-1 1,1 1,1 0,-1 0,0 1,0 1,9-5,0 0,0 0,0 0,1 0,-1 0,1 1,-1-1,1 0,-1 0,1 1,0-1,-1 0,1 1,0-1,0 0,0 0,0 1,0-1,0 0,1 1,-1-1,0 0,1 0,-1 1,1-1,-1 0,1 0,-1 0,1 1,0-1,0 0,-1 0,1 0,0 0,0-1,0 1,0 0,0 0,0 0,1-1,-1 1,0-1,0 1,0-1,1 1,-1-1,0 0,1 1,-1-1,0 0,0 0,1 0,-1 0,0 0,1 0,-1-1,1 1,29 3,0-1,0-1,0-2,1-1,-1-1,-1-2,1-1,18-7,62-15,-2-5,12-9,-116 40,-4 1,0 1,0-1,0 0,0 1,0-1,0 0,0 1,0-1,0 1,0 0,0-1,0 1,1 0,-1 0,0 0,0-1,0 1,0 0,1 1,-1-1,0 0,0 0,0 0,0 1,1-1,-1 1,0-1,0 1,0-1,0 1,0 0,0-1,0 1,0 0,0 0,-1 0,1-1,0 1,0 1,-2 105,3-100,0 0,0 0,1 0,0 0,0 0,1 0,0-1,0 1,1-1,-1 0,1-1,0 1,1-1,0 0,-1 0,1-1,1 1,-1-1,1-1,0 1,-1-1,2-1,-1 1,0-1,0 0,1-1,-1 1,1-2,-1 1,1-1,-1 0,1 0,-1-1,1 0,-1-1,1 1,-1-2,4 0,4-4,-1 1,0-2,0 0,-1 0,0-2,0 1,-1-2,0 1,-1-2,0 1,-1-2,0 1,-1-1,-1-1,0 0,-1 0,0 0,-1-1,-1 0,0 0,2-14,-34 131,26-96,1-1,-1 1,1-1,0 1,0-1,1 1,-1-1,1 1,0-1,1 1,0-1,-1 0,2 0,-1 0,1 0,-1 0,1 0,0-1,1 1,-1-1,1 0,0 0,0 0,0-1,1 1,-1-1,1 0,0 0,3 1,102 23,-53-22</inkml:trace>
  <inkml:trace contextRef="#ctx0" brushRef="#br0" timeOffset="1292.705">2774 859,'-19'-3,"0"0,0 2,0 0,-1 1,1 0,0 2,0 1,-18 4,35-7,-1 0,1 0,-1 1,1 0,0-1,-1 1,1 0,0 0,0 0,-1 0,1 0,0 1,0-1,0 1,1-1,-1 1,0 0,1-1,-1 1,1 0,-1 0,1 0,0 0,0 1,0-1,0 0,0 0,0 1,1-1,-1 1,1-1,-1 0,1 1,0-1,0 1,0-1,1 1,-1-1,0 0,1 1,0-1,0 0,0 1,10 15,1-2,0 1,2-2,0 0,0 0,1-1,1-1,1-1,2 1,-14-9,154 120,-158-124,0 0,0 1,0-1,0 1,0 0,-1-1,1 1,0 0,0-1,0 1,-1 0,1 0,0 0,-1 0,1 0,-1 0,1 0,-1 0,1 0,-1 0,0 0,1 0,-1 0,0 0,0 0,0 0,0 0,0 1,0-1,0 0,0 0,0 0,-1 0,1 0,0 0,-1 0,1 0,-1 0,1 0,-1 0,1 0,-1 0,0 0,1-1,-2 2,-1-1,0 0,0 0,0 0,0-1,0 1,0-1,0 1,0-1,-1 0,1 0,0-1,0 1,0-1,0 1,0-1,0 0,0 0,0 0,0-1,0 1,0-1,1 1,-1-1,0 0,1 0,0 0,-1-1,1 1,0 0,0-1,0 0,1 1,-1-1,1 0,-1 0,1 0,0 0,0 0,0 0,1 0,-1 0,1 0,-1 0,1 0,0-1,0 1,1-2,2-8,1 1,1 0,-1 1,2-1,0 1,0 0,1 0,0 0,1 1,8-8,-9 9,47-58,-2 5,-3-3,-3-2,29-58,-54 85,-2-2,-2 0,-1-1,-3 0,-2-1,-1-1,-2 0,-3 0,-1 0,-2-1,-3-19,0 61,2-2,-1 0,-1 0,1 0,-1 0,0 0,0 1,-1-1,1 0,-1 0,-1 1,1-1,-1 1,0 0,0 0,-1 0,1 0,-4-3,6 8,-1-1,1 1,-1 0,1-1,0 1,-1 0,1 0,-1 0,1 0,-1 0,1 0,-1 1,1-1,0 0,-1 1,1-1,-1 1,1-1,0 1,0 0,-1 0,1-1,0 1,0 0,0 0,0 0,0 0,0 0,0 1,0-1,0 0,1 0,-1 1,0 0,-9 15,2 1,0-1,0 1,2 1,1-1,0 1,1 0,1 1,1-1,0 2,-4 42,2 0,3 0,3 0,3 0,3 0,2-1,3 0,2-1,20 49,-27-87,0 0,2-1,0 0,1-1,1 0,1-1,1 0,1-1,1-1,0 0,1-1,1-1,1-1,0 0,9 4,-4-9</inkml:trace>
  <inkml:trace contextRef="#ctx0" brushRef="#br0" timeOffset="1539.765">2854 445,'-13'-5,"-3"-1,11 3,22 3,29 5,31 4,30 2,24 4,12 4,-17-2</inkml:trace>
  <inkml:trace contextRef="#ctx0" brushRef="#br0" timeOffset="2476.161">3603 1207,'15'-51,"-3"0,-2-1,-2 0,-3-1,-1-24,-4 74,-4-57,4 58,0 1,-1-1,1 1,0-1,-1 1,1-1,-1 1,1 0,-1-1,0 1,1-1,-1 1,0 0,0 0,0 0,0-1,0 1,0 0,-1 0,1 0,0 1,0-1,-1 0,1 0,0 1,-1-1,1 0,-1 1,1 0,-1-1,1 1,-1 0,1 0,-2 0,1 0,1 0,-1 1,0-1,1 1,-1 0,0 0,1-1,-1 1,1 0,-1 0,1 0,0 1,-1-1,1 0,0 0,0 1,0-1,0 1,0-1,0 1,0-1,0 1,1 0,-1-1,1 1,-1 0,1 0,-1-1,1 1,0 0,0 0,0-1,0 1,0 0,1 0,-1-1,0 1,1 0,-1 0,1-1,0 1,0-1,-1 1,1 0,0-1,1 1,5 3,0 1,0-2,1 1,0-1,0 0,0 0,0-1,1-1,-1 1,1-1,3 0,0 1,92 19,-66-15,0 1,0 2,-1 2,11 6,-40-15,-1 1,1 1,-1-1,0 1,-1 1,1-1,-1 1,0 0,0 0,-1 1,0 0,0 0,0 0,-1 0,0 1,-1 0,1 0,-2 0,1 0,-1 0,1 7,0-1,-3-9,1 0,-1 0,1-1,0 1,0 0,1 0,-1 0,1-1,0 1,1-1,-1 1,1-1,-1 0,1 0,1 0,-1-1,0 1,1-1,0 1,0-1,0 0,0-1,0 1,1-1,0 1,6-2,-1-1,1 0,-1-1,1 0,-1 0,0-1,0-1,1 1,-2-2,1 1,0-1,-1-1,1 0,-1 0,-1-1,1 0,-1-1,0 1,6-8,-4 5,-1-1,1 0,-2 0,0-1,0 0,-1-1,0 0,-1 0,0 0,-1 0,0-1,-1 0,-1 0,2-10,-9-11,4 34,0-1,0 1,0-1,0 1,0-1,0 1,0-1,-1 1,1-1,0 1,0 0,-1-1,1 1,0-1,-1 1,1 0,0-1,-1 1,1 0,0-1,-1 1,1 0,-1 0,1-1,-1 1,1 0,-1 0,1 0,0 0,-1 0,1-1,-1 1,1 0,-1 0,1 0,-1 0,1 1,-1-1,1 0,-1 0,1 0,-1 0,1 0,-1 1,1-1,-1 0,1 0,0 1,-1-1,1 0,-1 0,1 1,0-1,-1 1,1-1,0 0,0 1,-1-1,1 1,0-1,-5 7,1 1,1-1,-1 1,1 0,0 0,1 0,0 0,0 0,1 0,0 0,1 1,-1-1,2 8,-1-9,1 1,-1 0,2 0,-1 0,1-1,0 1,1-1,0 1,0-1,0 0,1 0,0-1,1 1,-1-1,1 0,1 0,-1 0,1-1,0 0,0 0,0 0,1-1,-1 0,1 0,0 0,1-1,-1 0,0-1,1 0,-1 0,3 0,0 0,0 0,0 0,0-1,0 0,1-1,-1 0,0-1,1 0,-1 0,0-1,0-1,0 0,-1 0,1-1,0 0,-1 0,0-1,0-1,-1 1,0-1,1-1,-2 0,1 0,-1 0,0-1,-1 0,0 0,0-1,-1 1,0-1,0-1,0-3,-2 7,-1 0,1-1,-2 1,1-1,-1 1,0-1,0 0,-1 0,0 1,0-1,-1 0,0-5,-11 33,11-13,1 0,0 0,0 1,1-1,0 0,0 0,1 0,0 0,0 0,1 0,0 0,0-1,1 1,0-1,0 0,1 0,0-1,0 0,1 1,0-1,0-1,0 1,0-1,1-1,0 1,0-1,0 0,1 0,-1-1,1 0,0-1,0 1,0-2,2 1,0 1,-1-1,1-1,0 0,-1 0,1-1,0 0,0 0,0-1,-1-1,1 1,0-2,-1 1,0-1,1-1,-1 0,-1 0,1-1,0 0,-1 0,0-1,-1 0,1 0,-1-1,0 0,-1 0,1-1,-1 0,-1 0,0 0,2-5,27-92,-29 144,20 68,-23-102,0-1,0 0,0 0,1 0,-1 0,1-1,0 1,0-1,1 0,-1 0,1 0,-1 0,1 0,0-1,0 1,0-1,1 0,-1-1,0 1,1-1,-1 0,4 1,22-1,-2-5</inkml:trace>
  <inkml:trace contextRef="#ctx0" brushRef="#br0" timeOffset="2648.719">5275 578,'-19'-2,"-12"-1,-3 3,3 3,11 8,12 6,17 6,16 3,3-3</inkml:trace>
  <inkml:trace contextRef="#ctx0" brushRef="#br0" timeOffset="3211.498">5435 793,'142'273,"-141"-271,59 83,-58-83,0 0,1 0,-1 0,1 0,-1 0,1 0,0-1,-1 0,1 1,0-1,0 0,0 0,0-1,0 1,0 0,1-1,-1 0,0 0,0 0,0 0,0 0,0-1,0 0,0 1,0-1,0 0,0 0,0-1,0 1,0 0,0-2,9-6,-1-1,-1 0,1 0,-2-1,1-1,-2 0,1 0,-2-1,0 0,0 0,-1-1,-1 1,4-15,-11 33,0-1,0 1,1-1,0 1,-1 0,2-1,-1 1,0 0,1 0,0 0,0-1,1 1,-1 0,1 0,0-1,0 1,0 0,1-1,0 1,0-1,0 0,0 1,1-1,0 0,0 0,0-1,0 1,0-1,1 1,1 0,1-1,0 1,1-1,-1 0,1-1,0 0,0 0,0 0,0-1,0 0,0-1,1 1,-1-1,0-1,0 1,0-1,0 0,0-1,0 0,0 0,0 0,0-1,-1 0,1-1,-1 1,0-1,0 0,-1-1,1 1,-1-1,0 0,0 0,0-1,-1 0,0 0,0 0,0 0,-1 0,1-3,0-2,-1 1,0-1,-1 0,-1 0,1 0,-2 0,1-1,-2-3,-9 43,9-21,0 0,0 0,0 0,1 0,0 0,0 0,1 0,0-1,0 1,1 0,-1 0,2 0,-1-1,1 1,0-1,0 0,0 0,1 0,0 0,0-1,1 0,0 1,4 3,6-1,0 0,0 0,1-1,0-1,0-1,0 0,1-1,0-1,0-1,0 0,12-1,213 9,-121-12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05.9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14,'21'0,"17"-2,14-1,12 0,11 1,6 1,4 0,-3 0,-7 1,-10 2,-11 1,-13 0,-16-1,-14 0,-9-1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09.3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0 126,'8'-11,"-1"2,2-1,-1 1,1 0,0 1,1 0,0 0,0 1,1 1,0 0,0 0,0 1,1 0,0 1,-1 0,2 1,-1 1,0 0,2 0,-10 1,0 1,-1 0,1 0,0 0,0 0,0 0,0 1,0 0,0 0,0 0,0 0,0 1,-1-1,1 1,-1 0,1 0,-1 0,0 0,0 1,0 0,0-1,0 1,0 0,-1 0,1 1,-1-1,0 0,0 1,0-1,-1 1,1 0,-1 0,0-1,0 1,0 0,0 2,-2 3,1 1,-1-1,0 0,-1 1,0-1,-1 0,0 0,0 0,-1 0,0-1,0 1,-1-1,0 0,-6 6,-93 97,-24-11,107-83,21-16,0-1,0 1,0-1,0 1,0 0,0-1,0 1,0-1,0 1,0 0,0-1,0 1,0-1,0 1,1 0,-1-1,0 1,0-1,1 1,-1-1,0 1,1-1,-1 1,0-1,1 0,-1 1,1-1,-1 1,1-1,-1 0,1 1,-1-1,1 0,-1 0,1 1,0-1,-1 0,1 0,-1 0,1 0,0 0,-1 0,1 0,-1 0,1 0,0 0,-1 0,1 0,-1 0,1-1,-1 1,1 0,-1 0,1 0,0-1,0 1,265-2,-223 0,67-4,-8-1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13.2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1 374,'16'0,"21"0,24 0,28 0,23 0,18 0,7 0,-4-2,-13-1,-27 0</inkml:trace>
  <inkml:trace contextRef="#ctx0" brushRef="#br0" timeOffset="292.217">549 0,'266'66,"-178"-43,-2 4,22 13,-94-35,0 2,-1 0,0 0,0 1,-1 1,0 0,0 2,-9-9,0 0,-1 1,1 0,-1-1,0 1,0 0,0 0,0 0,-1 1,1-1,-1 0,0 0,0 1,0-1,0 1,-1-1,1 1,-1 0,0-1,0 1,0-1,0 1,-1-1,0 1,1-1,-1 1,0-1,-1 1,1-1,-1 0,0 2,-11 12,0 0,-1-1,0-1,-2 0,1-1,-2-1,0 0,0-1,-20 9,19-9,-255 159,243-148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10.0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10 175,'-7'88,"4"-1,7 57,-1-48,-3-39,11 120,-4-154,-7-23,1 1,-1-1,0 0,0 0,1 1,-1-1,0 0,0 0,1 1,-1-1,0 0,1 0,-1 0,0 0,1 1,-1-1,0 0,1 0,-1 0,0 0,1 0,-1 0,0 0,1 0,-1 0,0 0,1 0,-1 0,0 0,1 0,-1-1,0 1,1 0,-1 0,0 0,1 0,-1-1,0 1,0 0,1 0,-1-1,0 1,0 0,1 0,-1-1,0 1,0 0,0-1,1 1,-1 0,0 0,0-1,0 1,0-1,0 1,0 0,0-1,0 1,0 0,0-1,0 1,26-64,-24 55,0 1,1-1,0 1,0 0,0 0,1 0,1 1,-1-1,1 1,0 0,1 0,0 1,0 0,0 0,1 0,0 1,0 0,5-3,-9 7,1 0,0 0,0 0,0 0,0 0,0 1,0 0,0 0,0 0,0 0,0 1,0 0,0-1,0 2,0-1,-1 0,1 1,0-1,-1 1,1 0,-1 0,1 1,-1-1,0 1,0-1,0 1,0 0,-1 0,1 1,6 7,-1 0,-1 0,1 0,-2 1,0 0,0 1,-1-1,0 2,-3-6,1-1,-2 1,1-1,-1 1,0-1,-1 1,0-1,0 1,0 0,-2 2,2-7,-1 0,1-1,-1 1,0-1,0 1,0-1,-1 1,1-1,-1 0,1 0,-1 1,0-1,1 0,-1 0,0-1,0 1,-1 0,1-1,0 1,0-1,-1 0,1 0,-1 0,1 0,-1 0,0 0,1-1,-1 1,0-1,-1 0,-1 0,-1 0,1 0,-1-1,0 0,1 0,0 0,-1-1,1 0,0 0,0 0,0 0,0-1,0 0,0 0,1-1,-2 0,4 2,0 0,-1 0,1 0,0 1,1-2,-1 1,0 0,1 0,-1-1,1 1,0 0,0-1,-1 1,2-1,-1 0,0 1,1-1,-1 0,1 0,0 1,-1-1,2 0,-1 0,0 1,0-1,1 0,0 1,-1-1,1 0,0 1,0-1,0 1,2-3,6-5,0 1,1-1,0 2,0 0,1 0,0 1,1 0,-1 1,1 0,1 1,-1 0,1 1,5-1,13-5,0 2,0 1,1 2,0 1,20 0,-49 4,-1-1,1 1,0 0,0-1,-1 1,1 0,0 1,-1-1,1 0,0 1,-1 0,1-1,-1 1,1 0,-1 0,1 0,-1 1,0-1,1 1,-1-1,0 1,0 0,0 0,0 0,-1 0,1 0,0 0,-1 0,1 0,-1 1,0-1,0 1,0-1,1 3,-1 46,-3-47,1-1,1 1,-1-1,0 1,1 0,-1-1,1 1,0-1,1 1,-1 0,0-1,1 1,0-1,0 1,0-1,0 1,1-1,-1 0,1 1,0-1,0 0,0 0,0 0,0-1,1 1,0 0,-1-1,1 0,0 1,0-1,0 0,0-1,0 1,3 0,17 0,-2-3</inkml:trace>
  <inkml:trace contextRef="#ctx0" brushRef="#br0" timeOffset="255.316">624 402,'-13'0,"-5"2,0 6,9 3,12 5,15 1,15-1,3-4</inkml:trace>
  <inkml:trace contextRef="#ctx0" brushRef="#br0" timeOffset="764.953">1146 590,'-25'-1,"0"1,0 1,1 1,-1 2,0 0,1 2,0 0,-18 9,40-15,0 0,0 0,0 1,0-1,0 0,1 1,-1 0,0-1,0 1,1 0,-1 0,1 0,-1 0,1 0,-1 0,1 0,-1 1,1-1,0 0,0 1,0-1,0 1,0 0,0-1,0 1,0 0,0-1,1 1,-1 0,1 0,0 0,-1-1,1 1,0 0,0 0,0 0,0 0,0 0,1 0,-1-1,1 1,-1 0,1 0,-1-1,1 1,0 0,0-1,0 1,0 0,13 7,-1-1,1 0,1-1,-1-1,1 0,0-1,0 0,1-2,3 1,19 6,4 1,-23-8,-1 2,0 0,0 1,0 1,-1 0,0 2,14 8,-30-16,0 0,0-1,1 1,-1 0,0 0,0 0,0 0,0 0,0 1,0-1,0 0,-1 0,1 1,0-1,-1 0,1 1,0-1,-1 1,0-1,1 0,-1 1,0-1,0 1,0-1,0 1,0-1,0 1,0-1,-1 1,1-1,0 1,-1-1,1 1,-1-1,0 0,1 1,-1-1,0 0,0 0,0 0,0 1,0-1,0 0,0 0,0 0,0 0,-1 0,-62 35,56-33,1 0,-1-1,1 1,-1-1,0-1,0 0,0 0,0 0,0-1,0 0,0-1,0 1,1-2,-1 1,0-1,0 0,-1-1,7 1,0 1,1-1,-1 0,0 1,1-1,-1 0,1 0,0 0,-1 0,1 0,0 0,0-1,0 1,1 0,-1-1,0 1,1 0,0-1,-1 1,1-1,0 1,0 0,1-1,-1 1,0-1,1 1,-1 0,1-1,0 1,0 0,33-71,227-280,-241 324,-2-1,0-1,-2 0,-2-1,-1 0,-1-1,-2-1,-1 0,2-22,-10 49,0-1,0 1,-1 0,0-1,0 1,-1 0,0 0,-1-1,1 1,-1 0,0 0,-2-3,3 9,1 1,0 0,0-1,0 1,0 0,-1 0,1-1,0 1,0 0,-1 0,1-1,0 1,-1 0,1 0,0-1,-1 1,1 0,0 0,-1 0,1 0,0 0,-1 0,1 0,0 0,-1-1,1 1,0 0,-1 0,1 1,-1-1,1 0,0 0,-1 0,1 0,0 0,-1 0,1 0,0 1,-1-1,1 0,0 0,-1 0,1 1,0-1,0 0,-1 0,1 1,0-1,0 0,0 1,-1-1,1 0,0 1,0-1,0 0,0 1,0-1,0 0,-1 1,1-1,0 0,0 1,0-1,0 1,0-1,0 0,1 1,-1-1,0 0,-6 21,2 1,0-1,1 1,1-1,1 1,2 16,-1-2,0-33,-4 85,5 0,3-1,4 1,6 9,-14-88,1 0,1-1,0 1,0 0,0 0,1-1,1 0,-1 1,1-1,1 0,-1-1,1 1,1-1,-1 0,1 0,1-1,-1 0,1 0,0 0,5 2,8-3</inkml:trace>
  <inkml:trace contextRef="#ctx0" brushRef="#br0" timeOffset="1056.17">1320 309,'-25'-9,"-18"-6,-7 1,-1 2,11 3,22 5,27 6,30 5,31 3,25 5,-5 0</inkml:trace>
  <inkml:trace contextRef="#ctx0" brushRef="#br0" timeOffset="1951.779">2096 683,'-53'-27,"31"13,-2 2,1 1,-2 1,0 1,0 1,-17-3,37 10,1 0,-1 1,0 0,0-1,0 2,1-1,-1 1,0-1,0 1,1 0,-1 1,1-1,-1 1,1 0,0 0,-1 1,1-1,0 1,1 0,-1 0,0 0,1 0,-1 1,1 0,0-1,1 1,-1 0,0 0,1 1,0-1,0 0,1 1,-1-1,0 2,1 0,-1-1,1 0,0 0,1 1,-1-1,1 0,0 1,0-1,1 1,0-1,0 0,0 0,0 1,1-1,0 0,0 0,0 0,1-1,-1 1,1 0,0-1,1 0,-1 0,1 0,0 0,0 0,0-1,0 0,1 0,-1 0,1 0,0-1,-1 1,1-1,1-1,-1 1,0-1,0 1,2-1,0 0,-1 0,1 0,-1-1,1 0,0 0,-1-1,1 0,-1 0,1 0,-1-1,1 0,-1 0,0 0,0-1,0 0,0 0,-1-1,1 1,-1-1,0-1,0 1,0-1,1-1,3-4,-1-1,0 0,0-1,-2 0,1 0,-1 0,-1-1,0 0,-1 0,2-11,4-29,16 163,13-42,-38-66,1-1,-1 1,1-1,0 1,0-1,0 0,0 0,0 0,0 0,0 0,0 0,0 0,0-1,1 1,-1-1,0 1,0-1,1 0,-1 0,0 0,1 0,-1 0,0-1,0 1,0-1,1 0,-1 1,0-1,0 0,0 0,0 0,1-1,9-8,-2-1,0 0,0-1,-1 0,0 0,-1-1,0 0,-1 0,-1-1,0 0,0 0,-2 0,0-1,1-9,8-38,-2 0,-4-1,-2 0,-3 0,-4-46,-7 44,2 66,-3 69,4 39,4 0,6 0,4 0,5 2,-1-52,-12-59,1 0,-1 0,1 0,-1 0,1 0,-1 0,1 0,-1 0,1 0,-1 0,0 0,1 0,-1 0,1 0,-1-1,1 1,-1 0,0 0,1 0,-1-1,0 1,1 0,-1-1,0 1,1 0,-1-1,0 1,1 0,-1-1,0 1,0-1,0 1,1 0,-1-1,0 1,0-1,0 1,0-1,0 1,0-1,0 1,0-1,0 1,0 0,0-1,0 1,0-1,0 1,0-1,-1 1,1-1,0 1,0 0,0-1,-1 1,1-1,1-4,0-1,0 1,0 0,1 0,0 0,0 0,0 1,0-1,1 0,0 1,0-1,0 1,0 0,1 0,0 0,-1 1,1-1,1 1,-1 0,0 0,1 1,-1-1,1 1,0 0,0 0,0 0,0 1,0 0,0 0,1 0,-1 1,4-1,2 4,0 1,0 0,0 0,-1 1,0 0,0 1,0 0,-1 1,1 0,-2 0,1 1,-1 0,0 1,-1 0,0 0,0 0,-1 1,-1 0,1 0,-1 1,-1-1,3 12,-6-20,0 1,0 0,-1-1,1 1,-1 0,1 0,-1-1,0 1,0 0,-1 0,1-1,0 1,-1 0,0-1,1 1,-1 0,0-1,0 1,-1-1,1 1,0-1,-1 0,0 1,1-1,-1 0,0 0,0 0,0-1,-1 1,1 0,0-1,0 1,-1-1,1 0,-1 0,0 0,1 0,-1 0,0 0,1-1,-1 0,-2 1,1-1,0 0,-1 0,1 0,0 0,0-1,0 0,0 0,0 0,0 0,0 0,0-1,1 0,-1 0,0 0,1 0,0 0,-1-1,1 0,0 1,0-1,0 0,1-1,-1 1,1 0,0-1,0 1,0-1,0 0,0 0,1 0,0 0,0 0,0 0,0 0,1 0,-1 0,1 0,0 0,0 0,1-1,-1 1,1 0,0 0,0 0,0 0,1-1,7-5,0 1,0 0,0 1,1 0,0 0,1 1,0 1,0-1,0 2,1-1,0 2,0 0,0 0,1 1,-1 0,1 1,3 1,113-8,-124 9,0 1,0-1,-1 1,1 1,0-1,0 0,-1 1,1 0,-1 0,0 1,1-1,-1 1,0 0,0 0,-1 0,1 0,-1 1,0 0,1-1,-2 1,1 0,0 1,-1-1,2 4,27 131,-30-136,0-1,0 0,0 0,1 0,-1 0,1 0,-1 0,1 0,0-1,0 1,0 0,0-1,0 0,0 1,0-1,0 0,1 0,-1 0,0-1,1 1,-1 0,0-1,3 1,14-1</inkml:trace>
  <inkml:trace contextRef="#ctx0" brushRef="#br0" timeOffset="2146.258">2937 242,'5'9,"8"8,2 0</inkml:trace>
  <inkml:trace contextRef="#ctx0" brushRef="#br0" timeOffset="2670.502">3218 710,'20'-16,"-1"-1,-1-1,-1-1,0 0,-2-1,0-1,-1 0,-2-1,0-1,-1 0,-1 0,-1-1,-1 0,-2-1,0 0,-1 0,-2 0,-1 0,0 0,-2-1,-1 1,-1-1,-1 1,-4-12,-14-32,20 67,0 1,1-1,-1 0,0 1,0-1,1 1,-1-1,-1 1,1 0,0-1,0 1,0 0,-1 0,1 0,0 0,-1 0,1 0,-1 0,1 0,-1 1,0-1,1 1,-1-1,0 1,1-1,-1 1,0 0,1 0,-1 0,0 0,0 0,1 0,-1 1,0-1,1 0,-1 1,0 0,1-1,-7 6,0 0,1 0,0 1,0 0,0 1,1-1,0 1,1 0,0 0,0 1,1 0,0 0,0 0,0 4,3-12,-13 32,1-1,1 2,2 0,1 0,2 1,1 0,2 0,1 1,2-1,2 1,1-1,1 0,2 0,5 15,-5-35,1 0,0 0,1 0,0-1,2 0,-1 0,2-1,0 0,0 0,6 4,-11-12,0 0,0-1,0 0,1 0,0 0,-1-1,1 1,1-2,-1 1,0 0,1-1,-1 0,1-1,-1 0,1 0,0 0,0-1,-1 0,1 0,0 0,0-1,-1 0,1-1,0 1,4-3,3-4,-1 0,0-1,0 0,-1-1,-1-1,1 0,-2 0,1-1,-2 0,0-1,0 0,-1-1,-1 0,0 0,2-7,0 5,-2 29,-7 48,-2-51,1 0,0 1,1-1,0 0,0 0,2 0,-1 1,1-1,0 0,1-1,0 1,1 0,0-1,0 0,1 0,0 0,4 4,-6-10,-1-1,1 0,0 0,0 0,0 0,1 0,-1-1,0 1,0-1,1 0,-1 0,1 0,-1-1,1 1,2-1,23 0</inkml:trace>
  <inkml:trace contextRef="#ctx0" brushRef="#br0" timeOffset="2858.028">3780 335,'-7'5,"5"3,2 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20.4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23,'20'0,"23"0,23 0,21-3,18 0,11-2,4-1,-3 2,-7 3,-22 2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23.9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216 307,'-6'-3,"-1"0,0 1,0 0,0 1,0-1,0 1,0 1,0-1,-1 1,1 0,0 1,0 0,0 0,0 0,0 1,0 0,0 1,1-1,-1 1,1 1,-1-1,1 1,0 0,1 0,-1 1,1 0,0 0,-3 3,6-6,0 0,0 1,0-1,0 1,0-1,1 1,-1-1,1 1,0 0,0 0,0-1,0 1,0 0,1 0,-1 0,1 0,0 0,0 0,0 0,0 0,0 0,1 0,0 0,-1 0,1 0,0 0,0 0,0-1,1 1,-1 0,1-1,0 1,-1-1,1 1,0-1,0 0,1 0,-1 0,0 0,2 0,5-1,-1-1,1-1,0 0,0 0,0-1,-1 0,1 0,-1-1,1 0,-1-1,0 1,0-2,0 1,-1-1,0 0,0-1,0 0,-1 0,1 0,2-5,4-3,0-1,-1 0,-1-1,0-1,-1 1,-1-2,-1 1,0-1,-2 0,0-1,0 0,-2 0,-1 0,0 0,-1 0,-1-1,-1-2,-11-27,10 48,1 0,-1 0,1 0,-1 0,0 1,1-1,-1 0,0 0,1 1,-1-1,0 1,0-1,0 1,0-1,1 1,-1-1,0 1,0 0,0-1,0 1,0 0,0 0,0 0,0 0,0 0,0 0,0 0,0 0,0 0,0 0,0 0,0 1,0-1,0 0,0 1,0-1,1 1,-1-1,0 1,0-1,0 1,1 0,-1-1,0 1,1 0,-1 0,0-1,1 1,-1 0,-5 7,0 1,0 0,1-1,0 2,1-1,0 0,0 1,1 0,1 0,-1 0,1 0,1 0,0 1,1-1,0 0,0 1,1-1,0 0,3 10,-1-8,1-1,0 1,1-1,0 0,1-1,0 1,0-1,1 0,1-1,0 1,0-2,0 1,1-1,1 0,-1-1,1 0,8 4,0-1,1 0,0-1,1-1,0-1,0-1,0-1,1 0,0-2,16 1,-33-2,0-1,1-1,-1 1,0-1,1 1,-1-1,0-1,1 1,-1 0,1-1,-1 0,0 0,0 0,0-1,0 1,0-1,0 0,0 0,0-1,-1 1,1-1,-1 0,1 0,-1 0,0 0,0 0,-1-1,1 1,-1-1,0 0,1 1,-1-3,-1 0,-1 1,1-1,-1 0,-1 0,1 1,-1-1,0 0,0 1,-1-1,1 1,-1-1,-1 1,1 0,-1 0,0 0,0 0,0 0,-1 1,1-1,-1 1,0 0,-1 0,-2-2,5 6,0 0,0 0,-1 0,1 1,0-1,0 1,0-1,0 1,0 0,0 0,1 0,-1 0,0 0,0 0,0 0,1 1,-1-1,1 1,-1-1,1 1,0-1,-1 1,1 0,0 0,0 0,0-1,1 1,-1 0,0 0,1 0,-1 0,1 1,-1-1,1 0,0 0,0 0,0 0,0 2,-1 2,0 1,1 0,0-1,0 1,0 0,1-1,0 1,0 0,0-1,1 1,0-1,0 1,1-1,0 0,0 0,0 0,1-1,0 1,0-1,0 0,1 0,0 0,0-1,0 1,0-1,1 0,5 3,9 3,-1 1,2-2,-1-1,1 0,0-2,1 0,18 2,40 4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17.6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6591 944,'0'-262,"0"260,-1 1,1-1,0 0,0 0,0 0,0 1,0-1,1 0,-1 0,0 1,1-1,-1 0,1 1,0-1,-1 0,1 1,0-1,0 1,0-1,0 1,0-1,1 1,-1 0,0 0,1-1,-1 1,1 0,-1 0,1 1,-1-1,1 0,-1 0,1 1,0-1,0 1,-1-1,1 1,0 0,0 0,0 0,-1 0,1 0,0 0,9 2,1 1,-1 1,-1 0,1 0,-1 1,1 0,-1 1,-1 0,1 0,-1 1,0 1,-1-1,0 2,0-1,2 4,-4-4,0-1,-1 1,0 0,0 0,-1 1,0-1,0 1,-1 0,1 2,-3-8,-1 0,1 0,0 0,-1 0,0 0,0 0,0 0,0 0,0 0,0 0,-1-1,1 1,-1 0,0 0,0 0,0 0,0-1,-1 1,1 0,-1-1,0 1,1-1,-1 0,0 0,0 1,-1-1,1 0,0-1,-1 1,0 1,1-2,0 0,0 0,0 0,0 0,0-1,0 1,0 0,0-1,0 0,0 1,0-1,0 0,0 0,-1 0,1 0,0 0,0-1,0 1,0-1,0 1,0-1,0 0,0 0,0 1,0-1,0-1,1 1,-1 0,0 0,1-1,-1 1,1-1,-1 1,1-1,0 0,0 0,-1 1,1-1,1 0,-1 0,0 0,0 0,1 0,-1 0,1 0,-1-1,1 1,0 0,0 0,0 0,0 0,1 0,-1-1,2-14,2 0,-1 0,2 1,0-1,1 1,1 0,1 1,4-8,6-14,0-3,-1-2,-3-1,-1 0,-2 0,-2-1,-2 0,-2-1,-1 0,-3 1,-2-1,-5-35,-12 0,3 64,5 43,7 11,2 1,2 0,2-1,1 1,2-1,7 26,4 7,2-1,3-1,4-1,2-1,3-1,36 54,-47-92,-6-13</inkml:trace>
  <inkml:trace contextRef="#ctx0" brushRef="#br0" timeOffset="266.306">6564 315,'21'0,"29"3,31 0,27 0,17 2,9 4,-8 5,-16 8,-26-1</inkml:trace>
  <inkml:trace contextRef="#ctx0" brushRef="#br0" timeOffset="473.802">7433 676,'-8'19,"2"0,0 1,1-1,1 1,1 1,0 17,2-34,1-1,0 1,0-1,0 1,0 0,0-1,1 1,0-1,-1 1,2-1,-1 1,0-1,0 0,1 0,0 0,0 1,0-1,0-1,0 1,0 0,1-1,0 1,-1-1,1 1,0-1,0 0,0-1,0 1,0 0,1-1,-1 0,0 1,1-1,-1-1,1 1,-1 0,1-1,0 0,-1 0,1 0,-1 0,1 0,1-1,3-1,-1 0,1-1,-1 0,1 0,-1 0,0-1,0 0,-1 0,1-1,-1 0,0 0,0 0,-1-1,1 0,-1 0,-1-1,1 1,-1-1,0 0,0 0,-1 0,0 0,-1-1,1 0,-1 1,-1-1,1 0,-1 0,-1 0,0 0,0 0,0 0,-1 0,0 1,0-2,-1 6,0-1,1 1,-1-1,0 1,0 0,-1-1,1 1,-1 0,0 1,0-1,1 0,-2 1,1 0,0-1,0 1,-1 0,1 1,-1-1,0 1,1 0,-1-1,0 2,0-1,0 0,0 1,0 0,0-1,0 2,0-1,-1 1,-6 0,0 0,0 1,1 1,-1 0,1 0,-1 1,1 0,0 1,1 0,-5 4,7-6,0 2,1-1,0 1,0 0,1 0,-1 1,1-1,0 1,0 1,1-1,0 0,0 1,1 0,-1 0,1 0,1 1,0-1,0 0,-1 5,4-10,-1 0,0 0,1 0,0 0,-1-1,1 1,0 0,0 0,0 0,0 0,0-1,1 1,-1-1,0 1,1-1,-1 1,1-1,0 0,-1 0,1 0,0 0,0 0,-1 0,1 0,0 0,0-1,0 1,0-1,0 1,0-1,0 0,2 0,69-2,-17-11,-2-4</inkml:trace>
  <inkml:trace contextRef="#ctx0" brushRef="#br0" timeOffset="1223.795">7713 302,'-100'-42,"95"41,0-1,1 2,-1-1,0 0,0 1,0 0,0 0,0 0,0 1,0 0,0 0,1 0,-1 0,0 1,1 0,-1 0,1 0,-1 0,1 1,-2 1,3-2,1 1,0-1,-1 1,1-1,0 1,0 0,0 0,1 0,-1 0,1 1,-1-1,1 0,0 0,0 1,1-1,-1 1,1-1,0 1,0-1,0 1,0-1,0 1,1-1,-1 1,1-1,0 0,0 1,1-1,-1 0,2 3,62 89,66 43,-95-104,-1 1,-2 2,-1 1,-2 2,-2 1,-2 1,1 6,12 18,-38-66,1 1,-1-1,1 0,0 0,-1 0,1 0,-1-1,1 1,-1 0,1-1,-1 1,1-1,-1 1,1-1,-1 0,0 1,1-1,-1 0,0 0,0 0,0 0,1 0,-1 0,0-1,0 1,-1 0,1 0,0-1,0 1,-1-1,1 1,0 0,-1-1,0 1,1-1,-1 0,9-22,-1 0,-1 0,-1-1,-1 1,-2-1,0 0,-1 0,-2-1,-1-12,1 21,-1 0,0-1,-1 1,-1 0,0 1,-1-1,-1 1,-1-1,-4-8,10 24,-1 0,1 0,0-1,-1 1,1 0,0 0,-1 0,0 0,1 0,-1 0,1 0,-1 0,0 0,0 0,0 0,0 1,1-1,-1 0,0 0,0 1,0-1,0 1,-1-1,1 1,0-1,0 1,0 0,0-1,0 1,-1 0,1 0,0 0,0 0,0 0,-1 0,1 0,0 0,0 1,0-1,0 0,0 1,-1-1,1 1,0-1,0 1,0 0,0-1,0 1,1 0,-1 0,0-1,0 1,0 0,1 0,-1 0,0 0,1 0,-1 0,1 0,-1 0,0 2,2-1,0 1,-1 0,1 0,0 0,0 0,0-1,1 1,-1-1,1 1,-1-1,1 1,0-1,0 0,0 0,0 0,0 0,1 0,-1 0,1-1,-1 1,1-1,-1 1,1-1,0 0,0 0,0 0,-1-1,3 1,23 6,0-1,0-2,1 0,-1-2,1-2,0 0,106 8,-132-8,1 0,-1 0,0 1,1-1,-1 1,0 0,1 0,-1 0,0 0,0 1,0-1,0 1,0 0,0 0,0 0,0 0,-1 1,1-1,-1 1,0-1,0 1,0 0,0 0,0 0,-1 0,1 0,-1 0,0 0,1 2,2 54,-5-51,1 0,0 0,1 0,0 0,0 0,0-1,1 1,0 0,1-1,0 0,0 1,0-1,-1-5,0 0,-1 0,1 0,0 0,0 0,0 0,0-1,0 1,0-1,0 0,1 0,-1 1,1-1,-1-1,0 1,1 0,-1-1,1 1,0-1,-1 0,1 0,-1 0,1 0,0 0,-1 0,1-1,-1 1,1-1,1-1,67-37,-59 28,-1 0,-1 0,0-1,0-1,-1 1,-1-2,0 1,-1-1,0 0,-1-1,-1 1,0-1,1-8,-11 47,2 0,0 0,2 0,1 1,0 4,1-23,-1-1,0 1,1 0,0 0,1 0,-1 0,1-1,0 1,0 0,1-1,0 0,0 0,0 0,0 0,1 0,0 0,0-1,0 0,1 0,-1 0,1 0,0-1,0 0,0 0,3 1,16 3</inkml:trace>
  <inkml:trace contextRef="#ctx0" brushRef="#br0" timeOffset="1490.695">8636 102,'-9'2,"-3"3,0 3,3 0</inkml:trace>
  <inkml:trace contextRef="#ctx0" brushRef="#br0" timeOffset="-876.528">5334 342,'-86'278,"8"-107,78-170,-1 0,0 0,1 0,-1 0,0 0,1 0,0 1,-1-1,1 0,0 0,-1 1,1-1,0 0,0 0,0 1,0-1,0 0,0 0,0 1,1-1,-1 0,0 0,1 1,-1-1,1 0,0 0,-1 0,1 0,0 0,-1 0,1 0,0 0,0 0,0 0,0 0,0 0,0-1,0 1,0 0,0-1,0 1,1-1,-1 1,1-1,14 3,1-2,0 0,0-1,0 0,0-2,0 0,0-1,10-3,-9 3,4-1,1 0,0-2,-1 0,0-1,0-1,-1-2,0 0,-1-1,2-1,-5-3</inkml:trace>
  <inkml:trace contextRef="#ctx0" brushRef="#br0" timeOffset="-620.214">5494 609,'-9'16,"-5"15,-1 15,1 13,2 9,4 6,4-1,6-1,5-6,2-14</inkml:trace>
  <inkml:trace contextRef="#ctx0" brushRef="#br0" timeOffset="-2844.894">535 663,'0'-7,"1"-1,-1 1,2 0,-1 0,1 0,0 1,1-1,-1 0,1 1,1-1,-1 1,1 0,2-2,-4 5,-1 1,1 0,0 0,0 0,0 0,0 1,0-1,0 0,1 1,-1 0,0-1,1 1,-1 0,1 0,-1 0,1 1,0-1,-1 1,1-1,0 1,-1 0,1 0,0 0,-1 0,1 1,0-1,-1 1,1-1,0 1,-1 0,1 0,-1 0,1 0,-1 1,0-1,1 1,5 6,1 1,-2 0,1 0,-2 1,1 0,-1 0,-1 0,1 1,-2 0,0 0,0 0,-1 0,0 0,-1 1,0 0,-1 1,7 22,-7-31,17 46,-18-49,1 0,-1 0,1 0,0 0,0 0,-1 0,1 0,0 0,0 0,0 0,0 0,0-1,0 1,0 0,1-1,-1 1,0 0,0-1,0 0,1 1,-1-1,0 0,1 0,-1 1,0-1,0 0,1 0,-1-1,0 1,1 0,-1 0,0 0,0-1,1 1,-1-1,1 0,8-6,-1-1,1 0,-2-1,1 0,-1-1,-1 1,0-1,0-1,-1 1,0-1,-1 0,3-10,-7 19,41-98,-35 85,-1 28,0 128,-5-138,0 0,0 0,0-1,1 1,-1-1,1 1,-1-1,1 1,0-1,0 0,0 0,0 0,0 0,1 0,-1-1,0 1,1 0,-1-1,1 0,0 0,0 0,-1 0,1 0,0 0,0-1,0 1,0-1,0 0,2 0,4 0,0 0,0-1,0-1,-1 1,1-1,0-1,-1 1,0-2,3 0,-2 0,-1 0,0 0,0 0,0-1,-1-1,1 1,-1-1,0 0,-1-1,0 0,0 0,0 0,-1-1,0 1,0-1,-1-1,0 1,-1 0,0-1,0 0,-1 0,0 0,0 0,-1 0,0-3,0 12,-1-1,0 1,1-1,-1 0,0 1,1-1,-1 1,0-1,0 0,0 1,0-1,0 0,1 0,-1 1,0-1,-1 0,1 1,0-1,0 0,0 1,0-1,0 0,-1 1,1-1,0 1,0-1,-1 0,1 1,-1-1,1 1,0-1,-1 1,1-1,-1 1,1-1,-1 1,0-1,1 1,-1 0,1-1,-1 1,0 0,1 0,-1 0,0-1,1 1,-1 0,0 0,1 0,-1 0,0 0,1 0,-1 0,0 0,1 0,-1 0,0 1,1-1,-1 0,0 0,1 1,-1-1,1 0,-1 1,0-1,-2 9,1-1,0 0,0 1,1-1,0 1,0-1,1 1,0 0,1-1,0 1,0-1,1 1,0-1,2 5,-2-7,1 0,1 0,-1 0,1-1,0 1,0-1,1 0,-1 0,1 0,0-1,1 0,-1 0,1 0,-1-1,1 1,0-2,1 1,-1 0,0-1,5 1,134 18,-85-19</inkml:trace>
  <inkml:trace contextRef="#ctx0" brushRef="#br0" timeOffset="-2548.687">1938 596,'-18'-7,"-1"0,1 2,-1 0,-1 1,1 0,0 2,-4 0,18 2,0-1,1 1,-1 0,0 0,1 0,-1 0,0 1,1 0,-1 0,1 0,-1 1,1 0,0-1,-1 1,1 1,0-1,0 1,1-1,-1 1,0 0,1 1,0-1,0 0,0 1,0 0,0 0,1 0,-1 0,1 0,0 0,1 0,-1 1,1-1,0 1,0 0,-1 4,3-7,-1 1,0-1,1 1,0-1,-1 1,1-1,0 1,0-1,1 1,-1-1,0 0,1 0,-1 0,1 0,0 0,-1 0,1 0,0 0,0-1,1 1,-1-1,0 0,0 1,1-1,-1 0,0 0,1-1,-1 1,1 0,0-1,4 2,0-1,1 0,-1 0,1-1,-1 0,0-1,1 1,-1-1,1-1,0 0,-1 1,0-1,-1 0,1 0,-1-1,1 1,-1-2,0 1,0-1,0 1,0-2,-1 1,0-1,0 0,0 0,0 0,-1 0,0-1,0 0,0 0,-1 0,0 0,2-7,-5 13,0 0,-1 0,1 1,0-1,0 0,-1 0,1 0,0 0,0 0,-1 0,1 0,0 0,-1 0,1 0,0 0,0 0,-1 0,1 0,0 0,-1 0,1 0,0-1,0 1,-1 0,1 0,0 0,0 0,0 0,-1-1,1 1,0 0,0 0,0-1,-1 1,1 0,0 0,0 0,0-1,0 1,0 0,0-1,-1 1,1 0,0-1,-1 6,0-1,0 0,1 1,-1-1,1 0,0 1,0-1,1 0,-1 1,1-1,0 0,0 0,0 1,1-1,-1 0,1 0,0 0,0-1,0 1,1 0,0-1,-1 0,1 1,0-1,1 0,-1 0,0-1,1 1,-1-1,1 0,0 0,0 0,0 0,0-1,0 1,0-1,1 0,0 0,32 10</inkml:trace>
  <inkml:trace contextRef="#ctx0" brushRef="#br0" timeOffset="-2267.44">2179 422,'4'18,"9"11,9 7,10 4,10 1,8-4,4-2,0-5,-5-4,-9-5,-8-7,-10-6</inkml:trace>
  <inkml:trace contextRef="#ctx0" brushRef="#br0" timeOffset="-1962.738">2513 463,'-16'0,"-9"6,-9 10,-3 11,-2 10,3 7,4 6,8 4,8-1,13-5,8-11</inkml:trace>
  <inkml:trace contextRef="#ctx0" brushRef="#br0" timeOffset="-1715.399">2888 489,'0'18,"-2"16,-1 8,0 4,2-2,5-3,3-8,1-11</inkml:trace>
  <inkml:trace contextRef="#ctx0" brushRef="#br0" timeOffset="-1303.387">2807 289,'16'2,"-1"1,0 0,-1 1,1 1,-1 0,1 1,-2 1,1 0,-1 0,0 2,0 0,-1 0,10 10,-5-3,0 1,-1 0,0 1,-2 1,0 0,-1 1,-1 0,-1 1,-1 1,-1-1,-1 2,0-1,-2 2,2 8,28 69,-35-99,0-1,0 1,0 0,0-1,1 0,-1 1,0-1,1 0,-1 1,1-1,-1 0,1 0,0 0,-1 0,1-1,0 1,0 0,-1-1,1 1,0-1,0 0,0 1,0-1,0 0,0 0,0 0,-1-1,1 1,0 0,0-1,0 1,0-1,-1 1,1-1,0 0,0 0,-1 0,1 0,-1 0,1 0,-1-1,1 1,56-61,-44 39,-1-1,-1 0,-1-1,-2 0,0-1,3-16,-7 31,-4 28,-3 28,6 74,-4-116,1 0,0 0,-1 0,1-1,0 1,1 0,-1-1,0 1,1-1,-1 0,1 1,0-1,0 0,0 0,0 0,0 0,0 0,1-1,-1 1,1 0,-1-1,1 0,-1 0,1 0,0 0,0 0,-1 0,1-1,0 1,0-1,0 0,0 0,0 0,1 0,4-1,0-1,-1 0,1 0,0 0,-1-1,1 0,-1 0,0-1,0 0,0 0,-1-1,1 0,4-4,0-1,-1 0,0-1,-1 0,0-1,0 0,-1 0,-1-1,0 0,-1 0,-1-1,0 1,0-1,-1 0,1-14,-7-5,2 32,0 1,0-1,0 1,0-1,-1 1,1-1,0 1,0-1,0 1,-1 0,1-1,0 1,0-1,-1 1,1 0,0-1,-1 1,1 0,0-1,-1 1,1 0,-1-1,1 1,0 0,-1 0,1-1,-1 1,1 0,-1 0,1 0,-1 0,1 0,-1 0,1 0,-1 0,1 0,-1 0,1 0,-1 0,1 0,-1 0,1 0,0 0,-1 1,1-1,-1 0,1 0,-1 1,1-1,0 0,-1 0,1 1,0-1,-1 1,1-1,0 0,-1 1,1-1,0 1,0-1,-5 7,0-1,1 1,0 0,1 1,0-1,0 1,0-1,1 1,0 0,1 0,-1 0,2 0,-1 1,1-3,0 0,0-1,0 1,1 0,-1 0,2 0,-1 0,1-1,-1 1,2-1,-1 1,0-1,1 0,0 0,1 0,-1 0,1 0,0-1,0 1,0-1,0 0,1-1,0 1,-1-1,2 0,-1 0,2 1,19 7,1 0,0-2,1-1,-1-1,1-1,1-2,-1 0,55 6</inkml:trace>
  <inkml:trace contextRef="#ctx0" brushRef="#br0" timeOffset="7874.222">0 2107,'0'-24,"1"1,2-1,0 1,1 0,1 0,1 0,2 1,0 0,1 0,4-4,-12 22,1 0,0 1,0-1,0 1,0 0,1 0,0 0,-1 0,1 0,0 0,0 1,0-1,1 1,-1 0,1 0,-1 0,1 0,-1 1,1 0,0-1,0 1,0 1,0-1,0 0,0 1,0 0,0 0,0 0,0 1,0-1,3 2,3 4,1 0,-1 1,0 0,-1 1,0 0,0 1,0 0,-1 0,-1 1,0 0,0 0,-1 1,0-1,-1 2,4 8,12 58,-21-76,0-1,0 1,0 0,0 0,0 0,0 0,-1 0,1 0,-1 0,1 0,-1-1,1 1,-1 0,0 0,0-1,0 1,0-1,0 1,-1-1,1 1,0-1,-1 1,1-1,-1 0,1 0,-1 0,1 0,-1 0,0 0,0 0,1-1,-1 1,0-1,0 1,0-1,0 1,0-1,0 0,0 0,1 0,-1 0,1 0,-1 0,1 0,0 0,-1 0,1 0,-1 0,1-1,-1 1,1 0,-1-1,1 0,0 1,-1-1,1 0,0 1,0-1,0 0,-1 0,1 0,0 0,0 0,0-1,0 1,1 0,-1 0,0 0,0-1,1 1,-1-1,1 1,-1 0,1-1,0 1,-1-1,1 1,0-1,9-59,111-163,-94 171,-3-2,-2 0,-3-1,-2 0,-2-2,-3 1,-3-2,-1-12,-5 54,-1 11,0 0,0-1,-1 1,1 0,-2-1,1 1,-1 0,0 0,0-1,0 1,-1 0,-1-3,2 9,1-1,-1 1,1 0,-1 0,1-1,-1 1,1 0,-1 0,1 0,-1 0,1 0,-1 0,0 0,1 0,-1 0,1 0,-1 0,1 0,-1 0,1 0,-1 1,0-1,1 0,-1 0,1 1,0-1,-1 0,1 0,-1 1,1-1,-1 1,1-1,0 0,-1 1,1-1,0 1,-1-1,1 1,0-1,0 1,-1-1,1 1,0-1,0 1,0 0,0-1,0 1,0-1,0 1,0-1,0 1,-9 25,1-1,2 1,1 1,0-1,2 1,2-1,0 21,1-36,-3 70,5 0,3 0,3-1,4 0,3 0,14 34,-26-101,-1-4,1 0,0 1,0-1,1-1,0 1,0 0,1-1,0 0,1 0,2 2,-7-9,0 0,0 0,0-1,0 1,0 0,0-1,0 1,0 0,1-1,-1 0,0 1,0-1,1 0,-1 1,0-1,0 0,1 0,-1 0,0 0,1 0,-1-1,0 1,0 0,1-1,-1 1,0 0,0-1,0 0,0 1,1-1,-1 0,0 1,0-1,0 0,0 0,0 0,-1 0,1 0,0 0,0 0,-1 0,1 0,0 0,-1 0,1-1,-1 1,0 0,1 0,-1-1,0 1,0 0,0-1,0 1,0 0,0 0,0-1,0 1,0 0,-1-1,1 1,-1 0,1-15,-1 0,-1 1,-1-1,0 1,-1 0,0 0,-1 0,-1 0,0 1,-1 0,-1 1,0-1,-1 1,0 1,-1 0,-1 0,0 1,0 0,-1 1,0 0,-1 1,-7-7,0 1,-1 1,-1 2,0 0,-1 1,0 1,0 1,-1 1,0 1,-1 1,1 2,-1 0,-2 1,21 2,1 1,0-1,-1 1,1 1,-1-1,1 1,-1-1,1 1,0 1,-1-1,-4 3,10-3,-1-1,1 1,-1 0,1-1,0 1,-1 0,1 0,0-1,-1 1,1 0,0 0,0 0,0-1,0 1,0 0,0 0,0 0,0-1,0 1,0 0,0 0,1 0,-1-1,0 1,1 0,-1 0,0-1,1 1,-1 0,1-1,-1 1,1-1,-1 1,1 0,-1-1,1 1,0-1,-1 1,1-1,0 0,0 1,-1-1,1 0,0 1,0-1,-1 0,1 0,0 0,0 0,0 0,0 0,20 9,1-1,0-1,0-1,0-1,1-1,0-1,15 0,-16-1,426 22,-267-19,-112 4,-70-1,-99 36,83-38,1 1,0 1,0 0,1 2,0-1,1 2,0 0,0 0,1 2,1 0,0 0,-4 7,15-18,-1 0,1 0,0 0,0 1,1-1,-1 0,0 0,1 1,-1-1,1 0,-1 1,1-1,0 1,0-1,1 0,-1 1,0-1,1 0,-1 1,1-1,0 0,0 1,0-1,0 0,0 0,0 0,0 0,1 0,-1 0,1 0,0-1,-1 1,1-1,0 1,0-1,0 1,0-1,0 0,0 0,0 0,1 0,-1 0,0-1,1 1,-1-1,10 2,0 0,0-1,0 0,0-2,0 1,0-1,0-1,0 0,0-1,0 0,-1 0,1-2,-1 1,0-1,-1-1,1 0,-1-1,0 0,-1 0,0-1,0 0,0 0,-1-1,0-1,-1 1,0-1,-1 0,0-1,1-1,-7 12,0 1,0-1,0 0,1 1,-1-1,0 0,0 0,1 1,-1-1,0 0,1 0,-1 0,0 0,0 1,1-1,-1 0,1 0,-1 0,0 0,1 0,-1 0,0 0,1 0,-1 0,0 0,1 0,-1 0,0 0,1 0,-1 0,1 0,-1 12,0-6,1 0,0 1,0-1,1 0,-1 0,1 0,1 0,-1-1,1 1,0-1,0 1,1-1,0 0,0 0,0 0,0-1,1 0,0 1,0-2,0 1,0 0,0-1,1 0,-1-1,1 1,0-1,0 0,0 0,0-1,0 1,1-2,-1 1,0-1,0 1,1-2,-1 1,0-1,0 0,0 0,1-1,-1 1,-1-1,1-1,0 1,0-1,0-1,1-2,1 0,-1 0,-1-1,1 0,-1 0,0-1,-1 1,0-1,0-1,-1 1,0-1,0 1,-1-1,0 0,-1 0,0-1,0 1,-1 0,0-1,-1 1,0-1,0 1,-1-1,0 1,-1 0,0 0,-1-1,0 1,-1-2,1 2,2 8,0 0,0 0,0 0,1 0,-1 0,0-1,0 1,1 0,-1 0,1 0,-1-1,1 1,0 0,-1-1,1 1,0 0,0 0,0-1,0 1,0 0,0-1,0 1,0 0,1-1,-1 1,1 0,-1 0,1-1,-1 1,1 0,-1 0,1 0,0 0,0 0,0 0,-1 0,1 0,0 0,0 0,1 0,-1 0,0 1,0-1,0 0,0 1,1-1,-1 1,12 1,0 0,1 1,-1 1,-1 0,1 1,0 0,-1 1,0 0,0 1,0 0,-1 1,3 3,-7-5,0 2,0-1,0 1,0 0,-1 1,-1-1,1 1,-1 0,-1 1,1-1,-1 1,-1 0,0 0,0 0,0 1,-1-1,-1 0,0 1,0 0,-1-1,0 5,-1-10,1 0,0 0,-1-1,2 1,-1 0,0 0,1-1,-1 1,1 0,0-1,1 1,-1-1,0 1,1-1,0 1,0-1,0 0,0 0,0 0,1 0,0 0,-1-1,1 1,0-1,0 0,0 0,0 0,1 0,-1 0,1-1,-1 1,1-1,-1 0,2 0,5 0,0 0,0-1,0 0,0-1,0 0,-1 0,1-1,0-1,-1 1,1-2,-1 1,0-1,0-1,0 1,-1-2,0 1,0-1,0 0,0-1,-1 0,0 0,-1 0,0-1,0 0,0 0,-1-1,0 1,-1-1,0 0,-1-1,1 1,-2-1,1 1,-1-1,0-7,-2 14,1 0,-1 0,0 0,0-1,0 1,-1 0,1 0,-1 0,0 0,0 0,0 0,0 0,0 0,-1 0,1 0,-1 1,0-1,0 1,0-1,0 1,0 0,-1 0,1-1,0 2,-1-1,0 0,1 0,-1 1,0 0,0-1,0 1,0 0,0 0,0 1,0-1,0 1,0-1,-1 1,1 0,0 0,0 1,0-1,0 1,0-1,0 1,0 0,0 0,0 0,0 1,0-1,0 1,1-1,-1 1,-2 2,2 0,0-1,0 1,0 0,0 0,1 1,-1-1,1 1,0-1,1 1,-1-1,1 1,0 0,0 0,0 0,1 0,0-1,0 1,0 0,0 0,1 0,0 0,0 0,0-1,1 1,-1 0,1-1,0 1,1-1,-1 0,1 1,0-1,-1 0,2-1,-1 1,0-1,1 1,0-1,0 0,1 1,15 7,1-1,0 0,1-1,0-2,0 0,1-1,-1-1,1-2,0 0,22 0,240 7,-144-14</inkml:trace>
  <inkml:trace contextRef="#ctx0" brushRef="#br0" timeOffset="8718.035">4451 1478,'-18'7,"0"0,1 1,-1 1,2 1,-1 0,1 1,1 1,0 0,1 1,0 1,-9 12,8-10,0 0,2 1,0 0,1 1,0 0,2 1,0 0,1 1,1 0,1 1,-3 17,8-34,1 0,0 1,1-1,-1 0,1 1,0-1,0 0,0 1,1-1,0 0,-1 0,2 1,-1-1,0 0,1 0,0 0,-1 0,2 0,-1-1,0 1,1-1,0 1,0-1,0 0,0 0,0 0,0 0,1-1,-1 1,1-1,0 0,0 0,0 0,0-1,0 1,0-1,1 0,0 0,3-1,1 0,-1 0,0-1,0 0,1 0,-1-1,0 0,0 0,-1-1,1 0,0-1,-1 1,0-1,0-1,0 0,5-4,5-5,0-1,-1-1,-1-1,0 0,7-12,-2 0,-2 0,0-2,-2 0,-2-1,-1 0,-1-1,-2 0,-1-1,-2 0,-1-1,-1 1,-2-24,-16-34,12 89,0 0,0 0,0 1,0-1,-1 0,1 0,-1 1,0-1,0 1,0 0,0 0,0-1,0 1,-1 1,1-1,-1 0,1 0,-1 1,0 0,0-1,0 1,1 0,-1 0,0 1,0-1,0 1,0-1,-2 1,-5 2,0 1,1-1,-1 2,1-1,-1 2,1-1,0 1,0 0,1 1,0 0,0 1,0-1,1 1,0 1,0 0,1-1,0 2,0-1,1 1,-3 6,-1 1,1 0,1 0,0 0,1 1,1 0,1 1,0-1,1 1,1 0,1-1,0 1,1 0,1 0,1 0,1-1,0 1,1-1,1 0,1 0,0 0,8 13,10 11,1-1,3-2,1 0,2-2,32 29,-24-24,-1 1,-2 2,21 34,-20-2,-29-49</inkml:trace>
  <inkml:trace contextRef="#ctx0" brushRef="#br0" timeOffset="9024.216">4866 2281,'13'-42,"-1"0,-2-1,-2 0,-2-1,-2 0,-2 1,-2-1,1 25,8 54,12 122,-12-82,3 0,12 39,-9-67,1-12</inkml:trace>
  <inkml:trace contextRef="#ctx0" brushRef="#br0" timeOffset="9870.604">5962 1545,'0'-12,"-1"1,0-1,-1 0,0 1,-1-1,0 1,-1 0,-3-7,6 14,-1 0,0 1,0-1,0 0,-1 1,1-1,-1 1,0 0,0 0,0 0,0 0,0 0,-1 1,1-1,-1 1,0 0,0 0,0 1,0-1,0 1,0 0,0 0,0 0,-4 0,3 1,0 0,0 1,0 0,-1 0,1 0,0 1,1 0,-1 0,0 0,1 0,-1 1,1 0,-1-1,1 2,0-1,0 0,1 1,-1 0,0 2,-56 85,46-60,1 0,1 1,1 0,2 0,2 1,1 1,1-1,2 1,1-1,2 1,2 15,-2-41,0 0,1 1,0-1,1 0,-1 1,1-1,1 0,0 0,0 0,0-1,1 1,0-1,1 0,0 0,0 0,0-1,1 0,0 0,0 0,0 0,1-1,0 0,0-1,0 0,1 0,-1 0,1-1,0 0,0 0,0-1,0 0,1-2,0 0,-1-1,1 0,-1 0,1-1,-1 0,0 0,1-1,-1 0,-1-1,1 0,0 0,-1 0,0-1,0 0,0 0,-1-1,1 0,3-6,6-6,0-1,-2-1,-1 0,0-1,-1 0,4-12,1-10,-1 0,-2-1,-2-1,-2 0,-2-1,-2 1,-3-1,0-31,-18-40,13 113,1-1,-1 0,0 0,0 1,-1-1,1 1,-1 0,0 0,0 0,-1 0,1 0,-1 1,1 0,-1-1,0 1,0 1,-1-1,1 0,-1 1,1 0,-5-1,-2 2,0 0,0 1,0 0,0 1,1 0,-1 1,0 0,0 1,1 0,-1 1,1 0,0 0,0 1,0 0,1 1,0 0,0 1,0 0,1 0,0 1,1 0,-1 0,2 0,-1 1,1 1,-3 5,3-4,0 1,1 0,0 0,1 0,1 0,-1 1,2-1,0 1,1 0,0 0,0 0,2 0,0 0,0-1,1 1,0 0,1-1,1 1,0-1,4 8,9 16,1 0,2-1,1-1,2-1,1-1,3 0,226 261,-252-291,0 0,1 1,-1-1,0 0,1 0,-1 0,1 0,0 0,0 0,0-1,0 1,0-1,0 1,0-1,0 0,1 0,-1 0,0 0,1 0,-1 0,1 0,-1-1,1 0,-1 1,1-1,-1 0,1 0,-1 0,1-1,0 1,-1 0,0-1,1 0,1 0,17-13,-1-2,0 0,-1-1,0 0,1-5,45-40,-65 61,1 0,-1 0,1 0,-1 0,1 0,0 0,-1 1,1-1,0 0,0 0,0 0,0 1,0-1,0 0,0 1,0-1,0 1,0-1,0 1,0 0,0-1,0 1,0 0,0 0,0 0,1 0,-1 0,0 0,0 0,0 0,0 0,0 0,1 1,-1-1,0 0,0 1,0-1,0 1,0-1,0 1,0 0,0-1,0 1,-1 0,1 0,0-1,0 1,-1 0,1 0,0 0,-1 0,1 0,-1 0,1 0,-1 0,0 0,1 0,-1 1,0-1,3 7,-3-2,1 0,0-1,0 1,0 0,1-1,0 1,0-1,0 1,1-1,0 0,0 0,0 0,1 0,-1-1,1 1,0-1,1 0,-1 0,1-1,-1 1,1-1,0 0,0 0,1-1,-1 1,1-1,-1 0,1-1,4 2,-2-5,0 1,0-1,-1 0,1-1,-1 0,1 0,-1-1,0 1,0-2,-1 1,1-1,-1 0,0 0,0-1,-1 0,1 0,-1 0,-1 0,1-1,-1 0,0 0,-1 0,1 0,-2-1,1 1,-1-1,0 0,0 0,-1 0,0 0,-1 0,0 0,0 0,0 0,-1 0,0 1,-1-1,0-1,-1 2,0 1,-1-1,0 0,0 1,0 0,-1 0,0 0,0 0,0 1,-1 0,0 0,0 0,0 1,-1 0,1 0,-1 1,0-1,0 1,0 1,-1 0,1 0,-1 0,1 1,-1 0,1 0,-1 1,0 0,1 0,-1 1,1 0,-1 1,1-1,-1 1,1 1,0-1,-4 3,-12 6,1 2,0 0,1 2,1 0,0 1,1 1,0 1,2 1,0 0,1 1,1 1,1 1,1 0,-35 53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21.0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0 388,'86'69,"-4"4,-3 3,24 34,-61-67,-40-43,-1 0,0 0,0 0,1 0,-1 0,0-1,0 1,1 0,-1 0,0-1,0 1,0-1,0 1,0-1,0 1,0-1,1 0,-2 0,1 1,0-1,0 0,0 0,0 0,0 0,-1 0,1 0,0 0,-1 0,1 0,-1 0,0-1,1 1,-1 0,0 0,1 0,-1-1,0 1,0 0,0 0,0 0,0-1,1-2,23-105,-21 87,1 0,1 1,0 0,2 0,1 0,0 1,1 0,3-2,22-9,-20 30</inkml:trace>
  <inkml:trace contextRef="#ctx0" brushRef="#br0" timeOffset="293.224">709 763,'17'-10,"0"0,-1-1,0-1,0-1,-2 0,0-1,0-1,-1 0,-1-1,0 0,-1 0,5-12,-15 25,0 1,0-1,0 0,0 1,0-1,0 0,-1 0,1 1,-1-1,0 0,0 0,0 0,0 0,0 0,-1 1,1-1,-1 0,0 0,0 1,0-1,0 0,0 1,-1-1,1 1,-1-1,1 1,-1 0,0 0,0 0,0 0,0 0,-1 0,1 0,0 1,-1-1,1 1,-1 0,1-1,-1 1,0 1,0-1,1 0,-1 0,0 1,0 0,-1 0,-3 0,-1 0,0 1,1 0,-1 0,1 1,-1 0,1 1,0-1,0 1,0 1,0-1,0 1,1 0,0 1,0 0,0 0,0 0,1 0,0 1,0 0,0 0,-1 3,3-5,0 1,0-1,1 1,-1-1,1 1,0 0,0 0,1 0,-1 0,1 0,1 0,-1 0,0 0,1 0,0 1,1-1,-1 0,1 0,0 0,0 0,0 0,1 0,0 0,0 0,0 0,0-1,1 1,0-1,0 0,0 0,0 0,1 0,1 1,5 2,0 0,1-1,0 0,1-1,-1 0,1 0,0-2,0 1,1-2,-1 1,0-2,11 1,40 4</inkml:trace>
  <inkml:trace contextRef="#ctx0" brushRef="#br0" timeOffset="735.555">1404 575,'-4'-4,"-1"0,1 0,-1 1,1 0,-1 0,0 0,-1 0,1 1,0 0,-1 0,1 0,-1 1,1-1,-1 1,0 1,0-1,1 1,-1 0,0 1,0-1,1 1,-1 0,0 0,1 1,-1 0,1 0,-1 0,1 0,0 1,0 0,0 0,1 1,-4 2,2-1,0 0,1 1,0 0,0 0,0 1,1-1,0 1,0 0,0 0,1 0,-1 3,3-7,0 0,0 1,1-1,-1 0,1 0,-1 0,1 1,0-1,0 0,0 1,1-1,-1 0,1 0,0 0,0 1,0-1,0 0,0 0,1 0,-1-1,1 1,0 0,0 0,0-1,0 0,1 1,-1-1,2 1,9 4,1 0,0-1,0-1,1-1,0 0,0 0,0-2,0 0,0 0,0-1,0-1,1-1,-1 0,0-1,11-3,2 2,0-1,-1-1,0-1,0-2,0 0,-1-2,0-1,-1-1,0-1,-1-2,-1 0,0-1,-1-1,0-1,-2-1,7-9,-16 8,-1 0,-1 0,0-1,-2 0,0-1,-1 0,-2 0,0 0,-1 0,-2-1,0 0,-1 1,-1-1,-1 1,-2 0,0-1,-3-7,5 14,-1 1,0 0,-1 0,-1 0,0 1,-1-1,0 1,-8-11,14 24,0 0,-1 0,1 0,0 1,-1-1,1 0,-1 0,1 0,-1 1,1-1,-1 0,1 1,-1-1,0 1,1-1,-1 1,0-1,1 1,-1-1,0 1,0-1,0 1,1 0,-1 0,0-1,0 1,0 0,0 0,0 0,0 0,1 0,-1 0,0 0,0 0,0 0,0 1,0-1,1 0,-1 0,0 1,0-1,0 1,1-1,-1 1,0-1,1 1,-1-1,0 1,1-1,-1 1,1 0,-1-1,1 1,-1 0,1 0,-1-1,1 1,0 0,-1 1,-15 54,9-3,3 0,2 0,3 0,2 0,2 0,4 9,-7-46,0 1,1-1,1 0,0 0,1 0,1-1,0 1,1-1,1-1,0 1,1-1,1-1,0 0,1 0,0-1,1 0,2 1,14 3</inkml:trace>
  <inkml:trace contextRef="#ctx0" brushRef="#br0" timeOffset="915.629">1444 242,'23'0,"25"0,26 0,20 0,14 0,4 2,-19 1</inkml:trace>
  <inkml:trace contextRef="#ctx0" brushRef="#br0" timeOffset="1154.989">2125 749,'12'6,"0"-1,0 0,0 0,1-1,-1-1,1 0,0-1,0 0,0-1,0 0,0-1,0-1,-6 1,0-1,-1 0,1 0,-1 0,1-1,-1 0,0 0,1 0,-1-1,0 0,-1 0,1-1,0 1,-1-1,0-1,0 1,0-1,-1 1,1-2,-1 1,0 0,-1-1,1 1,0-3,-3 4,1 0,0 0,-1-1,0 1,0-1,0 1,-1-1,1 1,-1-1,0 0,0 1,-1-1,1 1,-1-1,0 1,-1-1,1 1,-1-1,1 1,-1 0,-1 0,1 0,0 0,-1 0,0 1,0-1,0 1,0 0,-1-1,1 2,-1-1,0 0,0 1,-3-2,3 1,-1 0,-1 1,1 0,0 0,-1 0,1 0,-1 1,1 0,-1 0,0 1,1-1,-1 1,0 0,1 1,-1-1,0 1,1 0,-1 1,1 0,-1-1,1 2,0-1,0 0,0 1,0 0,0 0,0 1,0 0,2-1,0 0,0 0,1 0,-1 0,1 1,-1-1,1 1,0 0,0-1,1 1,-1 0,1 0,0 0,0 0,0 1,1-1,-1 0,1 0,0 0,0 1,0-1,1 0,0 4,10 21</inkml:trace>
  <inkml:trace contextRef="#ctx0" brushRef="#br0" timeOffset="2151.895">2821 763,'38'-362,"-42"318,-10 56,13-7,-1-1,0 0,1 1,0 0,0-1,0 1,1 0,0-1,0 1,0 0,0-1,1 1,-1 0,1-1,0 1,1-1,-1 1,1-1,0 0,0 1,0-1,1 0,0 0,-1-1,1 1,0 0,1-1,-1 0,1 0,-1 0,5 2,6 2,-1-2,1 0,1 0,-1-1,1-1,-1-1,1 0,0 0,0-2,10 0,77 9,-100-8,1-1,0 1,-1 0,1 0,-1 0,1 1,-1-1,0 0,1 1,-1 0,0-1,0 1,0 0,0 0,0 0,-1 1,1-1,-1 0,1 1,-1-1,0 0,0 1,0 0,0-1,0 1,-1 0,1 0,1 80,-4-64,2-18,-1 4,0-1,0 1,0 0,0 0,1 0,0-1,0 1,0 0,1 0,-1 0,1 0,0-1,1 1,-1 0,1-1,0 1,0-1,0 0,1 0,-1 0,1 0,0 0,1 0,-1-1,0 1,1-1,0 0,0 0,0 0,4 2,5-4,1 0,-1-1,0-1,1 0,-1 0,0-2,0 1,0-2,0 0,-1 0,1-1,-1-1,0 0,-1 0,1-1,9-9,-8 9,-1-1,0-1,-1 0,0 0,0-1,-1 0,0-1,-1 0,-1-1,1 0,-2 0,0-1,0 0,0-3,-7 17,-1-1,1 0,0 0,-1 0,1 0,-1 0,1 0,0-1,-1 1,1 0,0 0,-1 0,1 0,0 0,-1 0,1-1,0 1,-1 0,1 0,0 0,-1-1,1 1,0 0,0-1,0 1,-1 0,1 0,0-1,0 1,0 0,-1-1,1 1,0-1,0 1,0 0,0-1,0 1,0 0,0-1,0 1,0 0,0-1,0 1,0-1,0 1,0 0,0-1,0 1,1 0,-1-1,0 1,0 0,0-1,1 1,-1 0,0-1,0 1,1 0,-1 0,0-1,0 1,1 0,-1 0,0 0,1-1,-1 1,0 0,1 0,-20 23,15-15,0 0,0 1,1 0,0 0,0 0,1 0,0 1,1-1,0 1,1-1,0-5,0 0,0 0,0-1,1 1,0 0,0 0,0-1,0 1,0 0,1-1,0 0,-1 1,1-1,0 0,1 0,-1 0,1 0,-1 0,1 0,0-1,0 1,0-1,0 0,1 0,2 1,1 0,-1-1,1 0,0 0,0-1,0 0,0 0,0 0,0-1,0 0,0-1,0 0,0 0,0 0,0-1,0 0,0 0,-1-1,1 1,0-2,7-3,-1 0,0-1,0 0,-1-1,0-1,-1 1,1-2,3-5,-8 8,-1-1,0 1,-1-1,1 0,-2 0,1 0,-1-1,-1 0,0 1,0-1,-1 0,0-1,0-7,-10 39,5-10,0 0,1 0,0 0,1 1,1-1,0 0,0 1,1-1,0 0,1 1,0-1,4 9,-3-16,0-1,-1 1,1-1,1 0,-1 0,0 0,1 0,0-1,-1 1,1-1,0 0,0 0,0-1,1 1,-1-1,0 0,1 0,-1 0,0 0,1-1,3 0,95-7,-63-1,-1-1,-1-2,0-1,0-2,-1-2,-1-1,31-21,-58 33,0 0,0 0,-1-1,0 0,0-1,0 0,-1 0,0 0,-1-1,1 0,-1 0,-1-1,0 0,0 0,-1 0,0 0,0-1,-1 0,0 1,-1-1,0 0,-1 0,0-1,0 1,-2-7,-3-3,-1-1,-2 1,0 1,-1-1,0 1,-2 1,0-1,-1 2,-1-1,-1 2,0 0,-15-13,-31-21,57 49,-1 0,1 0,0-1,0 1,-1 1,1-1,-1 0,1 1,-1-1,1 1,-1-1,1 1,-1 0,1 0,-1 0,1 1,-1-1,1 1,0-1,-1 1,1 0,-1 0,1 0,0 0,0 0,-1 0,1 1,-1 0,-3 5,1 1,0-1,0 1,1 0,-1 1,2-1,-1 1,1-1,1 1,0 0,0 0,0 0,1 1,1-1,-1 1,1-7,-4 25,2 1,1-1,1 1,2-1,0 0,6 23,-5-38,1 1,0-1,1 0,0 0,1 0,1 0,0-1,0 0,1-1,1 0,0 0,0-1,1 0,10 7,0-3,1-1,0 0,1-2,1-1,-1 0,2-2,-1 0,1-2,14 2,46 7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31.7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1775 674,'-23'-10,"0"1,-1 0,0 2,-1 0,1 2,-1 1,0 1,0 1,0 1,0 1,-1 2,-19 3,-14 4,-1 3,1 2,1 3,1 2,0 3,2 2,0 2,2 3,1 3,2 1,-18 17,25-12,1 1,2 2,1 2,3 2,2 1,1 1,3 2,2 1,2 1,1 5,-34 92,6 2,7 3,6 3,-14 58,10 2,10 2,9 1,9 1,10 1,20 176,16-143,10-2,12-2,10-2,33 65,-42-160,7-4,6-2,7-2,73 107,-112-201,2-1,2-2,3-1,1-2,2-2,13 7,-33-31,1-1,0-1,2-1,0-1,0-1,2-2,-1-1,2-1,-1-1,1-2,1-1,-1-2,12 1,2-5,0-2,-1-1,1-3,-1-1,0-2,0-2,-1-2,-1-2,18-9,38-21,-2-5,-2-4,24-22,29-26,-4-5,-5-7,-5-6,-6-5,87-113,-129 129,-5-4,-5-4,-5-2,-5-3,-6-3,-5-3,-6-1,-5-3,-5-10,-2-14,-7-2,-7-2,-7 0,-7 0,-7-1,-7 1,-19-104,-13 38,-10 1,-10 2,-9 4,-10 2,-10 4,-8 4,-31-35,73 141,-5 2,-3 3,-5 2,-4 3,-71-69,122 140,-1 2,-1 0,-1 2,-1 0,0 2,-1 0,-1 2,0 1,-1 1,0 1,-1 1,0 2,-1 0,0 3,0 0,0 1,0 2,-1 1,0 4,0 2,1 0,0 2,0 1,0 1,1 2,1 1,0 1,0 1,2 1,-23 18,4 0,1 3,2 1,2 2,1 2,-30 43,-15 32</inkml:trace>
  <inkml:trace contextRef="#ctx0" brushRef="#br0" timeOffset="676.526">3887 1529,'66'-15,"1"3,0 3,63 0,-115 8,0-1,0 1,0 0,0 1,0 1,0 0,-1 1,1 1,0 0,-1 1,0 0,5 3,-17-6,0 0,-1 0,1 0,0 0,-1 0,1 0,-1 0,0 0,1 0,-1 1,0-1,0 1,0-1,0 1,0-1,0 1,0 0,-1-1,1 1,0 0,-1 0,0-1,1 1,-1 0,0 0,0 0,0 0,0-1,0 1,0 0,-1 0,1 0,0-1,-1 1,0 0,1 0,-1-1,0 1,0-1,0 1,0-1,0 1,0-1,-59 60,-207 99,266-160,-27 22,28-21,-1-1,1 1,-1-1,1 0,0 1,-1-1,1 1,0-1,-1 1,1-1,0 1,-1 0,1-1,0 1,0-1,0 1,0 0,0-1,0 1,0-1,0 1,0 0,0-1,0 1,0-1,0 1,0 0,0-1,0 1,1-1,-1 1,0-1,0 1,1-1,-1 1,1-1,-1 1,0-1,1 1,-1-1,1 1,-1-1,1 0,-1 1,1-1,-1 0,1 0,-1 1,1-1,-1 0,1 0,0 0,90 10,-11-17,0-3,0-3,50-17,-42 8</inkml:trace>
  <inkml:trace contextRef="#ctx0" brushRef="#br0" timeOffset="876.829">5050 1396,'-2'23,"-1"16,0 11,3 8,1 4,3-3,1-4,-1-6,-1-8,0-10</inkml:trace>
  <inkml:trace contextRef="#ctx0" brushRef="#br0" timeOffset="1153.149">4996 968,'-13'-9,"-8"-3,3 5,11 11,13 13,16 13,3 2</inkml:trace>
  <inkml:trace contextRef="#ctx0" brushRef="#br0" timeOffset="1427.938">5237 1744,'30'-11,"0"-1,-1-1,0-1,-1-2,-1 0,-1-2,0-1,20-20,-41 35,1-1,0 0,-1 0,0 0,0-1,-1 0,1 0,-1 0,-1-1,1 1,-1-1,0 0,-1 0,1 0,-1 0,-1 0,1 0,-1-1,-1 1,1 0,-1-8,-3 12,1 0,-1 0,0 0,0 1,0-1,0 1,0-1,0 1,-1 0,1 0,-1 1,1-1,-1 1,0-1,1 1,-1 0,0 1,0-1,0 1,0-1,0 1,0 1,0-1,0 0,1 1,-1 0,0 0,0 0,0 0,1 1,-1-1,1 1,-1 0,-1 1,-4 2,0 0,1 0,-1 1,1 0,0 0,1 1,-1 0,1 0,1 1,-1 0,1 0,1 1,0-1,0 1,-3 7,6-11,0 1,0 0,0-1,1 1,-1 0,2 0,-1-1,0 1,1 0,0 0,1 0,-1 0,1 0,0 0,1-1,-1 1,1 0,0-1,1 1,-1-1,1 0,0 0,0 0,1 0,-1 0,1-1,2 2,8 4,-1-1,1 0,1-1,-1-1,2 0,-1-1,1-1,-1 0,1-1,0-1,1 0,-1-1,1-1,14-1,35 1</inkml:trace>
  <inkml:trace contextRef="#ctx0" brushRef="#br0" timeOffset="1890.702">6026 1409,'-1'-5,"0"0,0 1,0-1,-1 0,0 1,0 0,0-1,0 1,-1 0,0 0,0 0,0 0,0 1,-1-1,1 1,-1 0,0 0,0 0,0 0,0 1,0-1,-1 1,1 0,-1 1,1-1,-1 1,0 0,0 0,1 0,-1 1,0-1,0 1,0 1,0-1,0 1,1-1,-1 1,0 1,1-1,-1 1,0-1,1 1,-3 2,2 0,1 1,0-1,0 1,0 0,1 0,-1 0,1 0,1 1,-1-1,1 1,0-1,0 1,0 0,1 0,0 0,0 0,1 0,-1 0,1 0,1 0,-1 0,1 0,0 0,0 0,1 0,0 0,0-1,0 1,1 0,0-1,0 0,0 0,0 0,1 0,0 0,0-1,0 1,3 1,17 17,0-1,1-1,2 0,16 8,18 14,-58-41,-2-1,1-1,-1 1,1-1,-1 1,0 0,1-1,-1 1,0 0,0 0,0 0,0 0,0 0,0 0,0 1,0-1,0 0,0 0,0 1,-1-1,1 0,0 1,-1-1,1 1,-1-1,0 0,0 1,1-1,-1 1,0-1,0 1,0-1,0 1,-1-1,1 1,0-1,-1 1,1-1,-1 1,-5 2,0 0,0-1,-1 0,1-1,-1 0,1 1,-1-2,0 1,0-1,0 0,-5-1,0 2,-108 7,120-9,-1 0,1 0,-1 1,1-1,0 0,-1 0,1 0,-1 0,1 0,-1 0,1 0,-1 1,1-1,-1-1,1 1,-1 0,1 0,-1 0,1 0,-1 0,1 0,-1 0,1-1,0 1,-1 0,1 0,-1-1,1 1,0 0,-1-1,1 1,0 0,-1-1,1 1,0-1,-1 1,1 0,0-1,0 1,0-1,-1 1,1-1,0 1,0-1,0 1,0-1,0 1,0-1,0 1,0-1,0 1,0-1,0 1,0-1,0 1,0-1,23-20,193-117,-150 91,-2-3,-2-2,40-46,-85 81,-29 65,6-35,1 1,0 0,1 0,1 1,0-1,1 1,0-1,2 1,-1 0,2-1,0 1,1 0,0-1,1 1,1-1,0 0,5 13,26 6,-19-25</inkml:trace>
  <inkml:trace contextRef="#ctx0" brushRef="#br0" timeOffset="2169.955">6520 1048,'-11'-13,"-6"-5,-3 0,2 7,5 11,8 12,13 16,13 15,3-1</inkml:trace>
  <inkml:trace contextRef="#ctx0" brushRef="#br0" timeOffset="2604.147">6748 1730,'49'-313,"-40"184,-9 128,0 0,0 0,0 0,0-1,0 1,0 0,1 0,-1 0,0 0,1 0,-1 0,1 0,-1 0,1 0,0 0,-1 0,1 0,0 0,0 0,0 0,-1 0,1 1,0-1,0 0,0 1,0-1,0 1,1-1,-1 1,0-1,0 1,0 0,0 0,0-1,0 1,1 0,-1 0,0 0,0 0,0 1,0-1,1 0,-1 0,0 1,0-1,0 0,0 1,0-1,0 1,0 0,0-1,0 1,0 0,0-1,0 1,0 0,-1 0,1 0,188 98,-184-97,0 1,1-1,-1 1,0 0,0 0,0 0,-1 1,1 0,-1 0,0 0,0 0,0 0,0 1,-1 0,0 0,0 0,0 0,-1 0,1 1,-1-1,-1 1,1-1,-1 1,0 0,0 0,-1 0,1 4,-21 59,17-60,-1 0,1 0,1 1,-1-1,2 0,-1 1,1 0,1-1,0 1,0-6,1-1,0 0,0 0,0 1,0-1,0 0,1 0,-1 0,1 0,0-1,0 1,0 0,0-1,1 0,-1 1,0-1,1 0,0 0,0 0,-1 0,1-1,0 1,0-1,1 0,-1 0,0 0,0 0,0 0,1-1,2 1,5 0,-1 0,1-1,-1 0,1 0,-1-1,1 0,-1-1,0 0,5-2,-4-1,1 0,-1-1,0 0,-1 0,1-1,-1 0,0-1,-1 0,0-1,0 0,-1 0,0-1,-1 0,0 0,-1-1,0 0,0 0,-1-1,-1 1,0-1,0 0,-1 0,-1 0,0-1,-1 0,-7 278,13-227,-1-29</inkml:trace>
  <inkml:trace contextRef="#ctx0" brushRef="#br0" timeOffset="2922.137">7643 874,'-14'-4,"-6"5,-5 7,-2 9,-4 6,4-1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35.6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50,'18'4,"20"2,19 0,18-2,14-5,11-8,9-4,3-2,-1 1,-7 4,-23 2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36.1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93,'10'-9,"-1"1,2 0,-1 0,1 0,0 2,0-1,1 1,0 1,0 0,0 1,0 0,1 1,0 0,0 1,2 1,-10-1,0 1,0 0,0 0,0 1,0-1,0 1,0 0,0 0,0 1,0 0,0 0,-1 0,1 0,0 1,0 0,-1 0,1 0,-1 0,1 1,-1-1,0 1,0 1,0-1,-1 0,1 1,-1 0,0 0,0 0,0 0,0 0,-1 0,0 1,0-1,2 6,-3-2,-1 0,0 0,0 1,-1-1,0 0,0 0,-1 0,0 0,-1 0,0 0,0-1,0 1,-1-1,-4 6,-71 95,-119 85,177-162,21-30,0 0,0 0,0 0,1-1,-1 1,0 0,1 0,-1 0,1-1,-1 1,1 0,-1 0,1-1,-1 1,1 0,0-1,-1 1,1-1,0 1,0-1,-1 1,1-1,0 0,0 1,0-1,0 0,-1 1,1-1,0 0,0 0,0 0,0 0,0 0,0 0,0 0,-1 0,1 0,0-1,0 1,24 0,0-1,0-1,-1-2,1 0,-1-2,8-3,-9 4,59-17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38.8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31,'9'2,"17"1,20 0,24-1,26-3,23-3,20-3,10-3,1 0,-26 2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39.3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33,'-4'15,"2"1,0 0,1 0,0 0,1 0,1 0,1 0,0 0,2 4,-2-14,-1 0,1 0,1 0,-1 0,1 0,0-1,0 1,1-1,0 0,0 0,0 0,0 0,1-1,0 0,0 0,0 0,0-1,0 1,1-1,0 0,-1-1,1 0,0 0,4 1,-3-1,-1-1,1 0,0 0,-1 0,1-1,0 0,0 0,-1-1,1 0,0 0,-1-1,1 0,-1 0,1 0,-1-1,0 0,0 0,0 0,0-1,-1 0,0 0,0 0,0-1,0 0,0 0,-1 0,0-1,0 1,-1-1,1 0,-1 0,0 0,-1 0,0-1,0 1,0-1,0 1,-1-1,-1 0,1 1,-1-1,0 0,0 0,-1 1,0-1,0 0,-1 1,-1-6,0 6,0-1,0 1,-1-1,0 1,0 0,0 0,-1 1,0 0,0-1,0 2,0-1,-1 0,0 1,0 0,0 1,-1-1,1 1,-1 0,0 1,0 0,0 0,0 0,0 1,0 0,0 0,-1 1,1 0,0 0,0 1,0 0,-1 0,0 1,4 0,1 1,0-1,-1 1,1-1,0 1,1 0,-1 1,0-1,1 0,0 1,0-1,0 1,0 0,0 0,1-1,0 1,-1 0,2 0,-1 1,0-1,1 0,0 0,0 0,0 0,0 0,1 0,-1 1,1-1,0 0,0 0,1 0,-1-1,1 1,0 0,1 1,17 34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36.4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121 335,'-2'20,"1"17,6 10,4 4,5 1,2-5,-1-5,-3-8,-4-9</inkml:trace>
  <inkml:trace contextRef="#ctx0" brushRef="#br0" timeOffset="295.256">82 1,'0'4,"9"11,12 10,11 11,1 1</inkml:trace>
  <inkml:trace contextRef="#ctx0" brushRef="#br0" timeOffset="487.741">535 709,'27'-75,"-14"45,-2 0,-2 0,0-1,-2 0,-2-1,1-18,-5 46,0 1,-1 0,0 0,1 0,-1 0,0 0,-1 0,1 0,0-1,-1 1,0 0,0 0,0 0,0 0,0 1,-1-1,1 0,-1 0,1 1,-1-1,0 1,0-1,0 1,-1 0,1 0,-1 0,1 0,-1 0,1 1,-1-1,0 1,0 0,0-1,0 1,0 0,0 1,0-1,0 1,-5 2,1 0,-1 1,1 0,0 1,1 0,-1 0,0 0,1 1,0 0,0 0,1 0,-1 1,1 0,0 0,1 0,-1 1,1-1,0 1,1 0,-1 2,1-3,-1-1,1 1,0 0,0 0,1 0,0 1,0-1,0 1,1-1,0 1,0-1,1 1,0 0,0-1,0 1,1 0,0-1,0 1,1-1,0 1,0-1,0 0,1 1,0-1,0-1,0 1,1 0,0-1,0 0,1 0,-1 0,1 0,0-1,5 4,6-1,0 0,0-1,1 0,0-1,0-2,0 1,1-2,-1 0,1-1,8-1,42 0</inkml:trace>
  <inkml:trace contextRef="#ctx0" brushRef="#br0" timeOffset="938.535">1138 389,'-13'-7,"-1"0,1 1,-1 1,0 0,0 1,-1 1,1 0,-1 1,1 1,-1 0,0 1,0 0,-2 1,15-1,1 0,-1 0,0 0,1 0,-1 1,0-1,1 0,-1 1,0-1,1 1,-1-1,1 1,-1 0,1 0,-1 0,1 0,-1 0,1 0,0 0,0 0,-1 0,1 1,0-1,0 0,0 1,1-1,-1 1,0-1,0 1,1-1,-1 1,1 0,-1-1,1 1,0 0,0-1,0 1,0 0,0-1,0 1,0 0,0 0,1-1,-1 1,1-1,-1 1,1 0,0-1,-1 1,1-1,0 1,0-1,0 0,0 1,1 0,11 10,0-1,1 0,0-1,1 0,0-1,0-1,15 6,21 12,-35-18,1 1,-1 1,-1 0,0 1,0 1,-1 0,-1 1,0 1,-1 0,9 12,-19-23,-1 0,1 1,0-1,-1 0,0 1,1-1,-1 1,-1-1,1 1,0-1,-1 1,0 0,0-1,0 1,0-1,-1 1,1 0,-1-1,0 1,0-1,0 1,0-1,-1 0,1 0,-1 1,0-1,0 0,0 0,-1-1,1 1,-1 0,1-1,-1 1,0-1,-2 2,0-1,-1 0,1-1,-1 1,0-1,1 0,-1 0,0-1,0 0,0 0,0 0,-1-1,1 0,0 0,0 0,-4-2,7 2,0-1,1 0,-1 1,0-1,0 0,1-1,-1 1,1 0,-1-1,1 0,0 1,-1-1,1 0,0 0,0 0,1 0,-1-1,0 1,1 0,-1-1,1 0,0 1,-1-1,1 1,1-1,-1 0,0 0,1 0,-1 1,1-1,0 0,0 0,0 0,0-1,4-12,0 0,0 0,1 0,2 0,-1 1,2-1,0 2,0-1,2 1,-1 1,2 0,0 0,0 1,4-2,-1-2,1 0,1 2,0-1,2 2,-1 0,1 1,1 1,0 1,1 0,4 0,-21 9,0 0,-1 0,1 0,-1 0,1 1,0-1,0 1,-1 0,1 0,0 0,0 0,0 0,-1 1,1-1,0 1,-1 0,1-1,0 1,-1 0,1 1,-1-1,1 0,-1 1,0 0,0-1,0 1,0 0,0 0,0 0,0 0,0 0,-1 1,1-1,-1 1,0-1,0 1,0-1,0 1,0-1,0 1,-1 0,1 0,10 113,-12-97,2 0,0-1,1 1,1 0,1-1,3 8,-7-24,1 0,-1 0,1 0,0 0,-1 0,1 0,0 0,0 0,0 0,1-1,-1 1,0 0,1-1,-1 1,1-1,0 1,-1-1,1 0,0 0,0 0,0 0,0 0,0 0,0 0,0 0,0-1,0 1,0-1,0 0,0 0,0 1,0-1,1 0,-1-1,0 1,0 0,0-1,0 1,0-1,0 0,0 0,0 1,0-1,0 0,1-1,17-14</inkml:trace>
  <inkml:trace contextRef="#ctx0" brushRef="#br0" timeOffset="1217.789">1418 41,'-11'16,"0"14,10 11,11 8,11 7,1-6</inkml:trace>
  <inkml:trace contextRef="#ctx0" brushRef="#br0" timeOffset="1620.224">1752 763,'-18'-334,"14"251,4 82,0 0,0 0,0 0,0 0,0 1,0-1,0 0,0 0,0 0,1 0,-1 0,0 1,0-1,1 0,-1 0,1 0,-1 1,0-1,1 0,0 0,-1 1,1-1,-1 1,1-1,0 0,-1 1,1-1,0 1,0 0,-1-1,1 1,0-1,0 1,0 0,0 0,-1 0,1-1,0 1,0 0,0 0,0 0,0 0,0 0,-1 1,2-1,35 20,119 101,-150-113,-1-1,0 1,0 0,0 1,-1-1,0 1,-1 0,1 0,-2 0,0 0,0 1,0-1,-1 1,-1-1,1 1,-2-1,1 1,-1-1,-1 0,-2 9,2 5,1-20,1 0,-1 1,1-1,-1 1,1-1,0 1,0-1,0 1,1-1,-1 1,1-1,0 1,0-1,0 1,0-1,1 0,0 0,-1 0,1 0,0 0,0 0,1 0,-1-1,0 1,1-1,0 1,-1-1,1 0,0 0,0 0,0-1,1 1,-1-1,0 0,4 1,5-2,0-1,0-1,0 0,0 0,-1-1,1-1,-1 0,0 0,0-1,0-1,0 0,-1 0,0-1,0 0,3-5,111-110,-108 103,-16 20,0 0,0-1,0 1,0-1,0 1,0 0,1-1,-1 1,0-1,0 1,0 0,1-1,-1 1,0-1,1 1,-1-1,0 1,1-1,-1 1,1-1,-1 0,1 1,-1-1,1 0,-1 1,1-1,-1 0,1 1,-1-1,1 0,0 0,-1 0,1 0,-1 1,1-1,0 0,-1 0,1 0,-1 0,1 0,0-1,-1 1,1 0,-1 0,1 0,0 0,-1-1,1 1,-1 0,1-1,-1 1,1 0,-1-1,1 1,-1 0,1-1,-1 1,0-1,1 1,-1-1,0 1,1-1,-1 1,0-1,0 0,1 1,-1-1,0 1,0-1,8 45,-7-32,0 0,1 0,0 0,1 0,0 0,1-1,1 1,0-1,0 0,1 0,0-1,1 0,0 0,0 0,1-1,2 1,40 10,-30-21</inkml:trace>
  <inkml:trace contextRef="#ctx0" brushRef="#br0" timeOffset="1929.935">2514 95,'-14'-12,"-8"-3,-4 0,1 3,0 9,0 8,-1 9,-2 8,3 1</inkml:trace>
  <inkml:trace contextRef="#ctx0" brushRef="#br0" timeOffset="3142.324">215 1538,'0'20,"2"14,3 8,4 1,-1-2,-1-5,-2-10</inkml:trace>
  <inkml:trace contextRef="#ctx0" brushRef="#br0" timeOffset="3801.559">1 1324,'20'-7,"0"0,1 1,-1 1,2 1,-1 0,0 2,0 1,1 0,-1 2,1 0,-1 1,0 2,0 0,0 1,0 1,-1 1,14 7,-23-8,-1 1,0 0,0 0,-1 1,0 1,-1-1,0 2,0-1,-1 1,0 0,0 0,-1 1,-1 0,0 0,0 0,-1 1,0 0,-1-1,-1 1,0 0,-1 1,0-1,0 0,-2 7,2-12,11 72,-12-77,1 0,0 0,0 0,0 0,1 0,-1-1,0 1,0-1,1 1,-1-1,1 1,0-1,-1 0,1 0,0 0,0 0,0 0,0 0,0 0,0 0,0-1,0 1,0-1,0 0,0 0,0 1,0-1,0 0,0-1,0 1,0 0,0-1,0 1,0-1,0 1,1-1,13-5,-1-1,1-1,-1 0,-1 0,0-2,0 0,0 0,-1-2,-1 1,0-2,-1 1,0-2,-1 1,8-14,-18 27,0 0,0 0,0 0,0 1,0-1,0 0,0 0,0 0,0 1,0-1,0 0,0 0,0 0,1 0,-1 1,0-1,0 0,0 0,0 0,0 0,1 0,-1 1,0-1,0 0,0 0,0 0,1 0,-1 0,0 0,0 0,0 0,1 0,-1 0,0 0,0 0,0 0,1 0,-1 0,0 0,0 0,0 0,1 0,-1 0,0 0,0 0,0 0,0 0,1 0,-1-1,0 1,0 0,0 0,0 0,1 0,-1 0,0 0,0-1,0 1,0 0,0 0,1 26,0-14,-1-5,0 1,1-1,0 1,0-1,1 0,0 1,0-1,1 0,0 0,0-1,1 1,-1-1,1 1,1-1,-1 0,1-1,0 1,1-1,-1 0,1 0,0-1,0 0,0 0,1 0,0-1,-1 1,1-2,0 1,1-1,4-1,0 0,0-1,0-1,1 0,-1 0,0-1,-1-1,1 0,0-1,-1 0,0-1,0 0,0 0,0-2,-1 1,0-1,0 0,-1-1,0 0,-1-1,1 0,-2 0,1-1,-1 0,-1 0,0-1,0 1,-1-1,0-1,2-8,4-27,-3 0,-1 0,-3-1,-2 0,-1 0,-3 1,-2-1,-7-33,-9-33,11 87,1 26,-6 72,8-17,3-1,1 1,3 0,3 0,1-1,3 1,2-1,3-1,16 42,-25-83,1 0,0-1,1 0,0 0,0 0,1 0,1-1,-1 0,2-1,-1 0,1 0,4 2,15 7</inkml:trace>
  <inkml:trace contextRef="#ctx0" brushRef="#br0" timeOffset="4013.546">910 1244,'21'4,"24"2,26 0,20 1,14 4,4 7,-16 0</inkml:trace>
  <inkml:trace contextRef="#ctx0" brushRef="#br0" timeOffset="5213.956">1685 1872,'5'-46,"-2"-1,-2 1,-2-1,-2 1,-2 0,-4-10,7 48,1 6,0 0,0 0,0 1,0-1,0 0,1 0,-1 0,1 0,-1 0,1 0,0 0,-1 0,1-1,1 1,-1 0,0 0,0 0,1 0,-1 0,1 0,-1 0,1 0,0 0,0 0,0 1,0-1,0 0,0 0,1 1,-1-1,1 1,-1-1,1 1,-1 0,1-1,0 1,-1 0,1 0,0 0,0 0,0 1,0-1,0 0,132 16,-101-9,86 27,-114-31,0 0,0 0,-1 1,0-1,1 1,-1 0,0 1,0-1,-1 1,1 0,-1-1,0 1,0 1,0-1,0 0,-1 1,1 0,-1-1,-1 1,1 0,-1 0,1 4,-1 4,-1 0,0 0,-2-1,1 1,-1 0,-1-1,0 1,-1-1,-2 5,1-4,1 0,0 1,1-1,0 1,2 0,-1 0,2 7,1-17,1 0,-1 0,1 0,0 0,0 0,1-1,-1 1,1-1,0 1,-1-1,2 0,-1 0,0-1,0 1,1 0,0-1,-1 0,1 0,0 0,0-1,0 1,0-1,0 0,1 0,-1 0,0-1,0 1,1-1,-1 0,0 0,1-1,-1 1,1-1,49-1,-1-2,1-2,-1-2,-1-3,0-2,23-11,-69 23,13-4,-1 0,1-1,-2 0,1-2,-1 0,0-1,0-1,-1 0,-1-1,0-1,6-5,-20 15,1 0,0 0,0 0,-1 0,0 0,1 0,-1-1,0 1,0 0,0-1,0 1,-1-1,1 1,0-1,-1 1,0-1,0 1,0-1,0 0,0 1,0-1,-1 1,1-1,-1 1,0-1,1 1,-1 0,0-1,-1 1,1 0,0 0,-1-1,1 1,-1 0,0 0,1 1,-1-1,0 0,0 1,0-1,-1 0,-2-1,-1-1,0 1,0 0,0 1,0-1,-1 1,1 0,-1 1,1 0,-1 0,0 0,1 1,-1-1,0 2,1-1,-1 1,1 0,-1 0,1 1,-1 0,1 0,0 1,0-1,0 1,0 1,0-1,-2 3,0-1,1 1,0 0,0 0,1 0,0 1,0 0,0 0,1 1,0-1,1 1,0 0,0 1,0-1,1 1,1-1,-1 1,1 0,1 0,0 0,0 1,0-7,1 0,0 1,0-1,1 1,-1-1,1 1,-1-1,1 1,0-1,0 0,1 0,-1 1,1-1,0 0,-1 0,1-1,0 1,1 0,-1 0,0-1,1 0,0 1,-1-1,1 0,0 0,0-1,0 1,0 0,1-1,-1 0,0 0,1 0,-1 0,3 0,9-1,0-1,0 0,0-1,-1 0,1-1,-1-1,0-1,0 0,0 0,0-2,-1 1,0-2,0 0,-1 0,5-6,-3 4,-1 0,0-1,0-1,-1 0,-1-1,0 0,7-13,-35 133,16-103,1 0,1-1,-1 1,0 0,1 0,0 0,0-1,0 1,0-1,1 1,0 0,-1-1,1 0,0 0,0 1,1-1,-1 0,1-1,0 1,-1 0,1-1,0 1,1-1,-1 0,0 0,1 0,-1-1,1 1,-1-1,1 0,0 0,-1 0,1 0,0-1,0 0,0 1,-1-1,1-1,0 1,1-1,-1 0,1-1,-1 0,0 0,0 0,0-1,0 1,0-1,0 0,-1 0,1 0,-1-1,0 1,0-1,0 0,0 0,-1 0,0 0,1 0,-2 0,1-1,0 1,0-5,14-105,-16-30,-1 143,1 0,0 0,0 0,0-1,0 1,0 0,0 0,0 0,0 0,0 0,0 0,1 0,-1 0,0-1,1 1,-1 0,1 0,-1 0,1 0,-1 1,1-1,0 0,0 0,-1 0,1 0,0 1,0-1,0 0,0 1,0-1,0 1,0-1,0 1,0-1,0 1,0 0,0-1,0 1,0 0,0 0,0 0,1 0,-1 0,0 0,0 0,0 0,0 1,0-1,0 0,0 1,0-1,0 0,0 1,0 0,0-1,0 1,1 0,24 9,0 1,-1 2,0 0,-1 2,0 0,-2 2,1 0,11 14,-27-23,0 1,0 0,-1 0,0 1,0 0,-1 0,-1 0,1 1,-2-1,0 1,0 0,-1 0,0 0,0 0,-2 1,1-1,-2 6,1-5,0-8,-1-1,1 1,0 0,-1 0,2 0,-1 0,0 0,1 0,0 0,0 0,0-1,0 1,1 0,-1-1,1 1,0-1,0 1,0-1,1 0,-1 0,1 0,-1 0,1 0,0-1,0 1,3 0,5 0,1-1,0-1,-1 0,1-1,0 0,0 0,0-1,-1-1,1 0,-1-1,1 0,2-2,4 2,-1-2,1 0,-1 0,0-2,0 0,-1-1,0-1,0 0,-1-1,0-1,-1 0,0-1,-1-1,0 0,-1-1,3-4,-14 13,1 0,-1 0,0 0,0 1,0-1,-1 0,1 0,-1-1,-1 1,1 0,-1 0,0 1,0-1,0 0,0 0,-1 0,0 1,0-1,0 1,-1-1,0 1,1 0,-2 0,1 0,0 0,-1 1,1-1,-1 1,0 0,0 0,-1 0,1 1,0-1,-1 1,1 0,-1 1,0-1,0 1,0 0,0 0,0 0,0 1,0-1,0 1,0 1,0-1,-1 1,3-1,0 0,0 1,1-1,-1 1,0 0,1 0,-1 0,0 0,1 0,-1 0,1 1,0-1,-1 1,1 0,0-1,0 1,0 0,0 0,1 1,-1-1,0 0,1 1,-1-1,1 1,0-1,0 1,0-1,0 1,1 0,-1 2,0 2,0-1,1 0,0 1,0-1,0 1,1-1,0 0,0 0,1 1,0-1,0 0,0 0,2 1,7 9,0-1,1 0,1 0,1-2,0 1,1-2,0 0,1-1,0 0,1-2,0 0,0 0,1-2,0 0,0-1,1-1,0-1,17 2,153 15,-108-21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43.9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187 540,'0'13,"0"15,2 10,4 9,2 4,3 2,-2-2,-1-5,-4-9,-4-9</inkml:trace>
  <inkml:trace contextRef="#ctx0" brushRef="#br0" timeOffset="676.703">0 286,'37'-6,"0"3,0 0,1 3,-1 1,0 1,19 5,-44-5,0 0,0 1,0 0,-1 1,1 1,-1-1,0 2,0-1,-1 2,0-1,0 1,0 1,-1 0,0 0,0 1,-1 0,-1 0,1 1,-1 0,-1 0,0 1,-1 0,0 0,1 3,0 10,-1 0,0 0,-2 0,-1 0,-2 1,0 3,3 50,-3-76,0 0,0-1,-1 1,1 0,1 0,-1 0,0 0,0 0,1-1,-1 1,1 0,-1 0,1-1,0 1,0 0,0-1,0 1,0-1,0 1,0-1,0 1,1-1,-1 0,0 0,1 0,-1 1,1-1,0-1,-1 1,1 0,0 0,-1-1,1 1,0-1,0 1,0-1,-1 0,1 1,0-1,0 0,0 0,0-1,0 1,-1 0,1-1,0 1,0-1,0 0,14-7,0-2,-1 0,0-1,0-1,-1 0,-1 0,0-2,-1 0,0 0,-2-1,1 0,-2-1,2-2,18-27,-28 45,0 0,0 0,0 0,0 0,0 0,0 1,0-1,0 0,0 0,-1 1,1-1,0 0,0 1,0-1,0 1,-1-1,1 1,0 0,0-1,-1 1,1 0,0-1,-1 1,1 0,-1 0,1-1,-1 1,1 0,-1 0,0 0,1 0,-1 0,0 0,0 0,0 0,1-1,-1 1,0 0,0 0,-1 0,1 0,0 1,1 1,5 16,0 0,1-1,1 0,1 0,1-1,2 3,-10-16,1 0,1 0,-1 0,0 0,1 0,0-1,0 1,0-1,0 0,1 0,-1-1,1 1,-1-1,1 0,0 0,0-1,0 1,0-1,0 0,0-1,1 1,-1-1,0 0,0 0,0-1,1 1,1-2,1 0,-1-1,0 1,0-1,0-1,-1 1,1-1,-1 0,0-1,0 1,0-1,0-1,-1 1,0-1,0 0,-1 0,4-6,2-3,-2-1,0 0,0-1,-1 0,-2 0,1 0,-2-1,5-36,-2 0,-2 0,-3 0,-3 0,-1 0,-3 0,-5-16,-10-19,20 89,1 1,-1-1,0 1,0-1,0 1,0-1,0 1,0-1,0 1,0-1,0 1,0 0,0-1,0 1,-1-1,1 1,0-1,0 1,0-1,-1 1,1-1,0 0,-1 1,1-1,0 1,-1-1,1 0,-1 1,1-1,0 0,-1 1,1-1,-1 0,1 0,-1 1,1-1,-1 0,1 0,-1 0,1 0,-1 0,1 0,-1 0,0 0,1 0,-1 0,1 0,-1 0,1 0,-1 0,1 0,-1 0,1-1,-1 1,1 0,-1 0,1-1,-1 1,1 0,0-1,-1 1,1 0,-1-1,1 1,0-1,-1 1,1-1,0 1,-8 29,2 0,0 0,3 1,-1 29,3-43,-3 26,2 1,2-1,2 1,1-1,3 0,1 0,2 0,12 29,-19-63,1 0,0 0,1 0,0-1,0 1,0-1,1 0,0 0,1 0,0-1,0 0,0 0,1 0,-1-1,1 0,1 0,-1-1,1 0,-1 0,2 0,17 0</inkml:trace>
  <inkml:trace contextRef="#ctx0" brushRef="#br0" timeOffset="974.419">829 259,'20'-5,"26"-3,24-3,22-2,13 2,2 2,-17 3</inkml:trace>
  <inkml:trace contextRef="#ctx0" brushRef="#br0" timeOffset="2183.256">1444 634,'-4'-17,"0"0,2 0,0 0,0 0,2 0,0 0,1 0,1-1,0 1,1 1,1-1,1 0,0 1,1 0,7-12,-13 26,1 0,-1 0,1 0,0 0,0 0,0 0,0 0,0 0,0 0,0 0,1 1,-1-1,1 0,-1 1,1-1,-1 1,1 0,0-1,0 1,0 0,0 0,0 0,0 0,0 1,0-1,0 1,0-1,0 1,1 0,-1-1,0 1,0 0,0 0,0 1,1-1,-1 0,0 1,0 0,0-1,0 1,0 0,0 0,1 0,107 81,-103-78,-1 0,0 1,0-1,0 1,-1 1,0-1,0 1,0 0,-1 0,1 1,-2-1,1 1,-1 0,0 0,0 0,-1 1,0-1,0 0,-1 1,0-1,0 1,-1 0,0 1,-20 90,21-96,0-1,1 0,-1 1,1-1,-1 0,1 0,0 1,0-1,0-1,0 1,0 0,1 0,-1-1,0 1,1-1,-1 0,1 0,-1 0,1 0,0 0,-1-1,1 1,0-1,0 1,-1-1,1 0,0 0,0 0,-1-1,1 1,0-1,0 1,-1-1,1 0,31-3,0 0,-1-3,0 0,0-2,-1-2,0-1,-1-1,-1-2,0-1,6-5,-26 15,0 0,0 0,-1-1,0-1,0 1,-1-1,0-1,0 0,-1 0,0 0,0-1,-1 0,-1 0,0-1,0 0,-1 1,0-2,-1 1,0 0,0-5,-3 15,0 0,0-1,-1 1,1-1,0 1,0-1,-1 1,1 0,-1-1,1 1,-1 0,0-1,1 1,-1 0,0 0,0 0,0 0,0 0,0 0,0 0,0 0,0 0,0 0,-1 0,1 1,0-1,-1 0,1 1,0-1,-1 1,1 0,0-1,-1 1,1 0,-1 0,1 0,-1 0,-55 7,47-3,0 0,0 1,0 0,1 0,-1 1,1 0,1 1,-1 0,1 0,0 1,1 0,0 1,0-1,1 1,0 1,0-1,1 1,0 0,1 0,-1 4,5-12,-1 1,1-1,-1 1,1-1,0 1,0-1,0 1,1-1,-1 1,0-1,1 0,0 1,-1-1,1 1,0-1,0 0,0 0,1 1,-1-1,1 0,-1 0,1 0,-1-1,1 1,0 0,0-1,0 1,0-1,0 1,0-1,1 0,-1 0,0 0,1 0,-1 0,0-1,1 1,-1-1,1 1,2-1,6 1,1 0,-1 0,1-1,-1 0,1-1,-1-1,0 0,1 0,-1-1,0-1,0 0,-1 0,1-1,-1 0,0-1,0 0,-1 0,0-1,0-1,0 0,-1 0,6-7,-14 15,0 0,0 0,0 1,0-1,0 0,0 0,0 0,0 1,0-1,0 0,0 0,0 0,0 1,0-1,0 0,1 0,-1 0,0 1,0-1,0 0,0 0,0 0,1 0,-1 1,0-1,0 0,0 0,0 0,1 0,-1 0,0 0,0 1,0-1,1 0,-1 0,0 0,0 0,1 0,-1 0,0 0,0 0,0 0,1 0,-1 0,0 0,0 0,1 0,-1 0,0-1,0 1,0 0,1 0,-1 0,0 0,0 0,0 0,0 0,1-1,-1 1,0 0,0 0,0 0,0-1,0 1,0 0,1 0,-1 0,1 27,-1-13,1-9,1 0,-1 0,1 0,0 0,1-1,-1 1,1-1,0 0,0 0,0 0,1 0,-1-1,1 1,0-1,0 0,0 0,1 0,-1 0,1-1,-1 0,1 0,0 0,0-1,0 1,0-1,0 0,0-1,0 1,0-1,0 0,0 0,0 0,0-1,1 0,-1 0,0 0,-1-1,1 0,0 0,0 0,-1 0,1-1,-1 1,0-1,0-1,1 1,2-3,0 0,0 0,0-1,-1 0,0 0,0-1,0 1,-1-1,-1 0,1-1,-1 1,-1-1,1 0,-2 0,3-7,10-141,-15 156,-1 0,1 0,0 0,-1 0,1 0,0 0,0 0,0 0,0 0,0 1,0-1,0 0,0 0,0 0,1 0,-1 0,0 0,0 0,1 0,-1 1,1-1,-1 0,1 0,-1 0,1 1,-1-1,1 0,0 1,-1-1,1 0,0 1,0-1,-1 1,1-1,0 1,0 0,0-1,0 1,0 0,-1-1,1 1,0 0,0 0,0 0,0 0,0 0,0 0,0 0,0 0,0 0,0 1,0-1,-1 0,1 0,0 1,0-1,0 1,0-1,11 8,0 0,0 1,-1 1,0-1,-1 2,0-1,-1 1,0 1,-1 0,0 0,0 1,-2-1,0 2,0 0,54 184,-58-194,0-1,0 1,0-1,1 0,-1 0,1 0,0 0,0 0,0 0,0-1,1 0,-1 0,1 0,-1 0,1 0,0 0,0-1,-1 0,1 0,0 0,0 0,0-1,0 1,0-1,1 0,-1 0,4-1,6-1,1 0,-1-1,0 0,0-1,0-1,-1 0,4-3,0 0,-1 0,0-1,0-1,-1-1,-1 0,0-1,0 0,-1-1,-1 0,0-2,-1 1,0-1,-2-1,1 1,-2-2,0 1,-1-1,-1-1,0 1,-2-1,0 0,2-14,-6 30,1 0,-1 1,0-1,0 0,1 1,-1-1,0 0,0 0,-1 1,1-1,0 0,0 0,-1 1,1-1,-1 0,0 1,1-1,-1 1,0-1,0 1,0-1,0 1,0-1,-1 1,1 0,0 0,0 0,-1 0,1 0,-1 0,1 0,-1 0,1 0,-1 0,0 1,1-1,-1 1,0 0,1-1,-1 1,-5 3,1 0,-1 1,1 0,0 0,0 0,0 1,1-1,0 1,0 1,0-1,0 1,1 0,0 0,0 0,1 1,0-1,0 1,0 0,1-1,-1 5,0-6,1 1,-1-1,1 1,0 0,1 0,-1 0,1 0,0 0,1 0,-1 0,1 1,1-1,-1 0,1 0,0 0,0 0,1 0,0 0,0 0,0 0,1-1,-1 1,1-1,1 0,-1 0,1 0,0 0,0-1,0 1,1-1,0 0,0 0,2 1,10 3,1 0,-1-2,1 0,0-1,0-1,1 0,-1-1,1-2,14 1,113-4,3-9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42.7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862 794,'-36'-4,"0"3,-1 1,1 1,-1 2,1 2,0 1,0 2,1 2,0 0,1 3,0 1,-22 13,29-13,1 1,1 1,1 2,0 0,1 2,1 0,1 1,1 2,1 0,1 0,1 2,1 0,1 1,2 1,-8 19,10-12,1 1,2 0,1 0,2 0,2 1,1 0,1-1,2 1,2 0,1-1,2 1,1-1,2 0,1-1,10 21,-1-11,1-1,2-1,1 0,3-2,1-1,2-1,2-2,1 0,2-3,1 0,22 13,5-4,2-2,1-4,2-3,1-2,1-3,2-4,1-3,0-2,2-4,-1-4,2-2,-1-4,1-3,0-3,13-4,-25-1,0-3,-1-2,-1-3,0-2,-1-4,-1-1,0-4,0-3,-21 8,-1-1,-1-2,-1-1,-1-2,-1-2,-2-1,-1-1,-1-1,-1-2,-2-1,-2-1,6-12,-6-1,-2-1,-2-1,-3 0,-1-2,-3 1,-2-2,-3 0,-2 0,-2-1,-2 1,-3-1,-2 1,-6-26,3 39,-1 1,-2 0,-2 0,-1 1,-2 0,-2 1,-1 1,-2 0,-2 2,-1 0,-1 1,-2 2,-1 0,-1 2,-2 1,-1 1,-1 1,-21-12,11 13,-1 2,0 1,-2 3,0 1,-1 3,-1 1,0 2,-1 3,0 1,0 3,-1 1,0 3,1 2,-1 1,0 3,1 2,0 2,1 2,0 2,1 2,0 2,-14 9,3 3,1 2,2 2,1 2,1 3,3 2,1 2,2 2,1 1,-31 47,-58 101,27-11</inkml:trace>
  <inkml:trace contextRef="#ctx0" brushRef="#br0" timeOffset="886.143">2654 165,'-4'12,"1"0,0 0,0 1,1-1,1 0,0 1,1-1,0 1,1-1,1 1,0-1,0 0,1 1,1-1,0-1,0 1,1 0,1-1,6 9,-11-18,1 0,1 1,-1-1,0 0,0-1,1 1,-1 0,1-1,0 1,-1-1,1 0,0 0,0 0,-1 0,1 0,0-1,0 1,0-1,0 0,0 0,0 0,0 0,0-1,0 1,0-1,0 0,0 1,0-1,-1-1,1 1,0 0,-1-1,1 1,-1-1,1 0,1-1,3-4,1 0,-1 0,0 0,0-1,-1 0,0-1,-1 1,0-1,0 0,1-4,-1 2,0-1,-1 0,0 0,-1 0,0 0,-1 0,0-1,-1 0,0 1,-1-1,-1 1,0-1,-1 1,0-1,-1 1,0 0,-1 0,0 0,-1 0,0 1,-1 0,0 0,-3-3,6 11,-1-1,0 0,0 1,0 0,0 0,0 0,-1 0,1 1,-1 0,0 0,0 0,0 0,0 1,0 0,0 0,0 0,0 1,0-1,0 1,-1 0,1 1,0 0,0-1,0 1,0 1,0-1,0 1,0 0,1 0,-1 1,0-1,1 1,0 0,0 0,0 0,0 1,0-1,1 1,-1 0,0 2,-2 1,1 1,0 0,0 0,1 1,0-1,1 1,0 0,0 0,1 0,0 0,0 0,1 1,0-1,1 1,1 8,4 30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51.3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17,'7'3,"13"0,22-1,22 1,23-4,16-3,12-4,7 0,-18 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58.1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134 584,'2'25,"4"17,4 13,4 7,3-2,4-2,-2-11,-4-12</inkml:trace>
  <inkml:trace contextRef="#ctx0" brushRef="#br0" timeOffset="699.133">1 410,'19'-2,"0"0,0 1,0 1,0 1,0 1,0 0,0 2,-1 0,1 1,-1 0,0 2,-1 0,1 1,-1 1,-1 0,14 11,-9-4,0 1,-1 0,-1 2,0 1,-2 0,0 1,-2 0,0 2,-1 0,-1 0,6 18,1 12,29 53,-46-102,1-1,0 1,-1-1,1 0,0 0,1 0,-1 0,0-1,1 0,0 0,-1 0,1 0,0-1,0 0,0 0,0 0,0-1,0 0,0 1,0-2,0 1,0-1,0 1,0-1,0-1,3 0,5-2,0-1,0 0,0 0,-1-2,0 1,0-2,-1 1,1-2,0-1,45-64,-56 74,0 0,0 1,-1-1,1 0,0 0,0 1,-1-1,1 1,0-1,-1 1,1-1,-1 1,1-1,-1 1,1-1,-1 1,1-1,-1 1,1 0,-1-1,0 1,1 0,-1 0,0-1,0 1,1 0,-1 0,0-1,0 1,0 0,0 0,0 0,0-1,0 1,0 0,0 0,-1-1,1 1,0 0,0 0,-1-1,1 1,4 18,0-9,0 0,2-1,-1 1,1-1,0 0,1 0,0-1,0 0,1 0,0-1,1 0,-1 0,1-1,0 0,1-1,0 0,-1 0,2-1,-1-1,0 1,7 0,-8-2,0 1,0-1,0-1,0 0,0 0,0-1,0 0,1-1,-1 0,0 0,0-1,0 0,0 0,-1-1,1 0,-1-1,1 0,-1 0,0-1,-1 0,1-1,-1 1,0-1,-1-1,5-4,0-8,-1-1,-1 0,-1-1,-1 1,-1-2,-1 1,0 0,-2-1,-1 0,0 0,-1 0,-2 0,-1-3,3 13,-6-513,-5 437,10 87,0 1,0-1,0 1,0-1,0 0,0 1,0-1,-1 1,1-1,0 1,0-1,-1 1,1-1,0 1,-1-1,1 1,0-1,-1 1,1 0,-1-1,1 1,-1 0,1-1,-1 1,1 0,-1-1,1 1,-1 0,1 0,-1 0,1 0,-1 0,0-1,1 1,-1 0,1 0,-1 0,0 1,1-1,-1 0,1 0,-1 0,1 0,-1 0,1 1,-1-1,1 0,-1 0,1 1,-1-1,1 0,-1 1,1-1,-1 1,1-1,0 1,-1-1,1 0,0 1,-1-1,1 1,0 0,0-1,-1 1,-6 11,0 0,1 1,0 0,1 0,1 0,0 0,0 1,2 0,-1 0,2 0,0-7,-5 31,1 0,3 1,1 0,1 0,3-1,1 1,2-1,1 0,2 0,2-1,1 0,2-1,2 1,9 15,2-2,3-1,1-2,3 0,9-7,-31-39</inkml:trace>
  <inkml:trace contextRef="#ctx0" brushRef="#br0" timeOffset="2176.205">1029 383,'228'73,"-139"-47,-2 3,-1 4,82 44,-150-67,-1 0,-1 2,1 0,-2 0,0 2,0 0,11 14,-21-21,0 0,0 0,0 0,-1 1,0-1,-1 1,0 0,0 0,-1 1,1-1,-2 0,1 1,-1-1,-1 1,0-1,0 1,0-1,-1 1,-2 6,3-10,-1 0,-1 0,1 0,-1 0,0 0,0 0,0 0,0-1,-1 1,0-1,0 1,0-1,-1 0,1-1,-1 1,3-4,0 0,-1 0,1 0,0 0,0 0,0-1,0 1,0 0,0-1,0 1,0-1,0 1,1-1,-1 1,0-1,0 1,0-1,0 0,1 0,-1 1,0-1,1 0,-1 0,1 0,-1 0,1 0,-1 0,1 0,-1 0,1 0,0 0,0 0,0 0,-1 0,1 0,0 0,0 0,0 0,1 0,-1 0,0 0,0 0,0 0,1 0,-1-1,-3-17,1 0,1-1,1 0,0 1,2-1,0 1,1-1,1 1,1 0,1 0,0 1,4-6,-6 18,0 0,0 1,0 0,0 0,1 0,0 0,0 1,0 0,1 0,0 0,-1 1,1 0,0 0,0 0,1 1,-1 0,1 0,-1 0,1 1,3 0,13-1,-1 0,1 2,0 0,0 2,10 2,157 28,80 7,-397-32,121-6,0 1,0-1,0 1,0 1,0-1,0 1,1 0,-1 0,1 0,0 1,0 0,0 0,1 0,-1 1,1 0,0-1,0 1,1 1,-2 2,3-5,0 1,1 0,0-1,-1 1,1 0,0 0,1 0,-1 0,1-1,0 1,0 0,0 0,0 0,1 0,-1 0,1 0,0 0,1-1,-1 1,0 0,1-1,0 1,0-1,0 1,0-1,1 0,-1 0,1 0,1 1,3 3,0-1,0-1,1 1,-1-1,1-1,0 1,1-1,-1-1,1 0,-1 0,1 0,4-1,-5 0,0 0,0-1,0-1,0 0,0 0,0 0,0-1,0 0,0 0,0-1,0 0,-1-1,1 0,-1 0,1 0,-1-1,0 0,0-1,-1 1,1-1,-1-1,0 1,-1-1,1 0,-1 0,0-1,-1 1,1-1,-1 0,3-7,24-77,-31 91,0 0,0 1,1-1,-1 0,0 0,1 0,-1 1,0-1,1 0,-1 0,0 0,1 0,-1 0,0 0,1 0,-1 0,1 0,-1 0,0 0,1 0,-1 0,0 0,1 0,-1 0,0 0,1 0,-1 0,0-1,1 1,-1 0,0 0,1 0,-1-1,0 1,1 0,-1 0,0-1,0 1,0 0,1-1,-1 1,0 0,0-1,0 1,0 0,1-1,-1 1,0 0,0-1,0 1,0 0,0-1,0 1,0 0,0-1,0 1,0-1,0 1,0 0,0-1,-1 1,1 0,0-1,0 1,8 31,-7-27,-1-4,3 24,2 0,0-1,2 0,0 0,1 0,2-1,0-1,1 0,12 17,-22-36,0-1,0 1,0 0,0-1,0 1,1-1,-1 0,0 1,1-1,-1 0,1 0,-1 0,1 0,-1 0,1 0,0 0,0 0,-1-1,1 1,0-1,0 1,0-1,-1 0,1 0,0 0,0 0,0 0,0 0,0 0,0-1,-1 1,1-1,0 1,0-1,-1 0,1 1,0-1,-1 0,1 0,-1 0,1-1,-1 1,1 0,-1 0,1-1,7-14,0 0,0-1,-2 0,0 0,-1-1,-1 0,0 0,-2 0,1-10,-1 16,31-160,-35 170,1 0,0 0,1 0,-1 0,0 0,0 0,1 0,0 0,-1 0,1 0,0 0,0 0,0 1,0-1,0 0,0 1,0-1,1 1,-1-1,0 1,1-1,0 1,-1 0,1 0,0 0,-1 0,1 0,0 0,0 0,0 1,0-1,0 1,0-1,0 1,0 0,0 0,0 0,1 0,9 1,0 1,0 1,-1 0,1 0,0 1,-1 1,0 0,0 1,0 0,-1 0,0 1,0 1,-1-1,0 1,0 1,6 8,-8-5,-1-1,0 1,-1 1,-1-1,1 1,-2 0,0 0,-1 0,1 3,-2-3,1 0,1 0,1 0,0-1,0 1,1-1,0 0,1 0,3 2,-6-10,0-1,0 1,0-1,0 0,1 0,-1 0,1 0,0-1,0 0,0 1,0-1,0-1,1 1,-1-1,0 1,1-1,-1-1,1 1,-1 0,1-1,0 0,-1 0,1-1,-1 1,1-1,-1 0,1 0,-1 0,4-3,5 0,0-2,-1 0,0 0,0-1,0-1,-1 0,0 0,-1-1,5-6,-7 9,-1-1,0-1,0 1,-1-1,0 0,0 0,-1-1,0 0,-1 0,0 0,0 0,-1-1,0 1,0-1,-2 0,1 0,-1 0,0 0,-1 0,0 0,-1 0,0 0,-1-4,1 12,-1-1,0 0,1 0,-1 1,0-1,-1 1,1 0,0-1,-1 1,1 0,-1 0,0 1,1-1,-1 1,0-1,0 1,0 0,0 0,0 0,0 0,-1 1,1-1,0 1,0 0,0 0,-1 0,1 0,0 0,0 1,0 0,-1 0,1-1,0 2,0-1,0 0,1 1,-1-1,0 1,0 0,1 0,-1 0,1 0,0 0,-1 0,1 1,0-1,0 1,1 0,-1 0,1-1,-1 1,0 3,-1-2,1 2,0-1,0 0,0 0,0 1,1-1,0 1,0-1,0 1,1-1,0 1,0 0,0-1,1 1,0 0,0-1,0 1,1-1,-1 0,1 1,1-1,-1 0,1 0,0 0,1 1,3 4,1 0,0-1,1 0,0 0,0-1,1 0,0-1,1 0,-1 0,1-1,3 0,23 9,1-2,0-1,1-2,0-2,0-1,1-3,0-1,0-1,13-3,-36 0,1 0,-2-1,1 0,0-1,0-1,-1-1,15-6,-26 9,0-1,0 1,0-1,-1 0,1 0,-1-1,0 1,0-1,0 0,0 0,0 0,-1-1,0 1,0-1,0 0,0 1,-1-1,0-1,0 1,0 0,-1 0,0-1,0 1,0-1,0-4,-2 3,1-1,-1 1,0-1,0 0,-1 1,0 0,-1-1,1 1,-1 0,-1 0,1 1,-1-1,-2-1,5 6,-1-1,1 1,-1 0,0 0,0-1,0 1,0 1,-1-1,1 0,0 0,-1 1,1-1,-1 1,0 0,1 0,-1 0,0 0,0 0,1 1,-1-1,0 1,0 0,0 0,0 0,0 0,0 0,1 1,-1-1,0 1,0 0,0 0,1 0,-1 0,0 0,-1 2,-6 5,1 0,0 1,0 0,1 1,1-1,-1 2,2-1,-1 1,1 0,1 0,0 1,1-1,0 1,1 0,0 1,0-1,2 0,-1 8,1-18,1 1,0-1,-1 0,1 1,0-1,0 1,0-1,1 0,-1 1,1-1,-1 0,1 0,0 1,-1-1,1 0,0 0,1 0,-1 0,0 0,0 0,1 0,0 0,-1-1,1 1,0 0,-1-1,1 0,0 1,0-1,0 0,1 0,-1 0,0 0,0 0,0-1,1 1,-1-1,0 1,1-1,-1 0,0 0,3 0,5-2,0 0,0-1,0 0,0-1,0 0,-1 0,0-1,0 0,0-1,0 0,-1 0,0-1,0 0,-1 0,0-1,0 0,-1 0,0 0,-1-1,1 0,-2-1,1 1,-1-1,-1 1,0-1,0 0,-1-1,1-1,-4-5,-4 29,4-4,1-1,0 0,0 0,1 1,0-1,0 0,1 0,-1 0,2 0,-1 0,1 0,0 0,0-1,1 1,0-1,0 0,1-1,-1 1,1-1,0 1,1-1,-1-1,1 1,0-1,0 0,1 0,-1-1,1 0,6 2,20 8,0-3,1-1,0-1,1-2,0-1,-1-2,21-1,50 2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56.0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293 486,'-21'-4,"-1"0,0 2,0 0,0 2,0 0,0 2,0 0,-10 4,27-5,0 0,1 1,-1 0,1-1,0 2,-1-1,1 1,0-1,1 1,-1 0,0 0,1 1,0-1,0 1,0 0,0 0,0 0,1 0,0 0,-1 0,2 1,-1-1,0 1,1-1,0 1,0 0,0-1,1 1,0 0,0 0,0 0,0 1,3-3,0 0,0 0,0 0,0 0,0-1,1 1,-1-1,1 0,-1 0,1 0,0 0,0-1,0 0,0 1,0-1,0-1,0 1,1-1,-1 1,0-1,0 0,0-1,0 1,1-1,-1 0,0 0,0 0,0 0,0-1,-1 0,1 0,1-1,12-3,0-1,0-1,-1-1,-1 0,0-1,0-1,-1 0,0-1,-1-1,0 0,-1 0,0-1,-1-1,-1 0,-1-1,0 1,-1-2,0 1,-1-1,-1 0,-1-1,0-5,1-7,-2-1,-1 0,-2 0,-1 0,-1 0,-2 0,-1 0,-2-4,6 33,1 1,-1 0,0 0,0-1,0 1,0 0,0 0,0-1,0 1,-1 0,1 0,0-1,-1 1,1 0,-1 0,1 0,-1 0,1-1,-1 1,0 0,0 0,1 0,-1 1,0-1,0 0,0 0,0 0,0 1,0-1,0 0,-1 1,1-1,0 1,0-1,0 1,-1 0,1-1,0 1,0 0,-1 0,1 0,0 0,0 0,-1 0,1 0,0 1,-1-1,-4 8,0 0,0 1,1 0,0 0,0 0,1 1,1 0,-1-1,1 1,0 8,0-8,-7 24,2 1,1 1,2 0,2-1,1 1,1 0,3 1,-2-27,1 0,1 0,0 0,0 0,1 0,0 0,1 0,0-1,0 0,1 1,0-2,1 1,0-1,0 0,1 0,0 0,0-1,1 0,0-1,0 0,1 0,-1 0,8 2,5 1,1-2,0 0,0-2,0 0,1-2,-1 0,1-1,0-2,0 0,0-1,-1-2,1 0,-1-1,19-7,-29 8,0-1,0-1,0 0,-1-1,1 0,-2 0,1-1,-1-1,4-3,-11 8,1 0,-1 0,0-1,1 1,-2-1,1 0,0 0,-1 0,0 0,0 0,0-1,0 1,-1-1,1 1,-1-1,0 1,-1-1,1 0,-1 1,0-1,0 0,-1 0,1 1,-1-1,0 0,-1-1,1 2,-2-1,1 0,0 1,-1-1,0 1,0 0,0 0,0 0,-1 0,0 1,1-1,-1 1,-1 0,0 0,4 1,-1 1,0 0,0 0,0 0,0 0,0 0,0 0,0 1,-1-1,1 1,0-1,0 1,0 0,-1 0,1 0,0 0,0 0,-1 0,1 1,0-1,0 1,0 0,0-1,0 1,0 0,0 0,0 0,0 1,0-1,0 0,1 1,-1-1,0 2,-3 5,1 0,0 1,1-1,0 1,0 0,1 0,0 0,0 1,1-1,0 0,1 1,0-1,1 0,0 1,0-1,1 0,0 0,1 0,2 8,-2-9,1 0,0 0,0 0,0-1,1 1,0-1,1 0,0 0,0-1,0 1,1-2,0 1,0-1,0 0,1 0,-1-1,1 0,0 0,0-1,1 0,1 1,17 3,0-1,0-1,1-1,-1-2,1 0,7-2,58-4,-7-4</inkml:trace>
  <inkml:trace contextRef="#ctx0" brushRef="#br0" timeOffset="437.082">1737 539,'-8'-2,"0"2,0-1,0 1,-1 1,1-1,0 2,0-1,0 1,0 0,0 0,1 1,-6 3,9-5,1 1,0 0,0-1,0 1,0 0,1 1,-1-1,1 0,-1 1,1-1,0 1,0 0,0 0,0 0,0 0,1 0,-1 0,1 1,0-1,0 0,0 1,0-1,1 1,-1-1,1 0,0 1,0-1,0 1,1-1,0 3,0 0,1-1,0 0,0 1,0-1,1 0,0 0,0 0,0-1,1 1,-1-1,1 0,0 0,0 0,1 0,-1-1,1 1,-1-1,1 0,0-1,1 1,-1-1,7 3,1 0,-1-1,1 0,0-1,0-1,0 0,1-1,6 0,-11-1,-1 0,1-1,0 0,0-1,0 1,-1-2,1 1,-1-1,1-1,-1 0,0 0,0 0,-5 2,0-1,0 1,0 0,0-1,0 0,-1 1,1-1,-1 0,0 0,1-1,-1 1,-1 0,1-1,0 1,-1-1,0 1,0-1,0 0,0 0,-1 1,1-1,-1 0,0 0,0 0,0 0,-1 1,1-1,-2-3,-2-4,-1 1,0 0,0 0,-1 0,-1 0,0 1,0 0,0 1,-1 0,0 0,-1 0,0 1,0 1,-1-1,1 1,-1 1,-1 0,1 1,-1-1,0 2,1 0,-2 0,1 1,0 0,-6 1,8 0,0 1,-1 0,1 1,0 0,0 0,0 1,0 0,1 1,-1 0,-7 4,13-6,-1 1,1-1,0 1,0 0,0 1,0-1,0 0,0 1,1 0,-1-1,1 1,-1 0,1 0,0 0,0 1,1-1,-1 0,1 1,-1-1,1 1,0 0,1-1,-1 1,1 0,-1-1,1 1,0 3,2-1,-1-1,1 1,1 0,-1-1,1 1,0-1,0 0,0 0,1 0,0 0,0 0,0-1,1 0,-1 0,1 0,0 0,0-1,0 0,1 0,-1 0,5 1,39 19</inkml:trace>
  <inkml:trace contextRef="#ctx0" brushRef="#br0" timeOffset="1252.933">2486 553,'-116'-81,"110"78,0 0,0 1,0 0,0 0,0 0,-1 1,1 0,-1 0,1 1,0-1,-1 2,1-1,-1 1,1-1,-1 2,1-1,0 1,0 0,0 0,-4 2,3 0,-1 1,1 0,0 0,0 1,0-1,1 1,0 1,0-1,1 1,-1 0,2 1,-1-1,1 1,0 0,0 0,1 0,0 0,1 1,0-1,0 1,0 5,2-11,1 0,-1 0,0 0,1 1,0-1,0 0,0 0,0 0,0-1,1 1,-1 0,1 0,0-1,0 1,0-1,0 1,0-1,0 0,1 0,-1 0,1 0,0 0,-1-1,1 1,0-1,0 1,0-1,0 0,0 0,0-1,3 1,100 5,-88-7,-1-2,1 0,-1-1,0-1,0 0,0-1,-1-1,0-1,0 0,-1-1,0-1,0 0,-1-1,-1-1,2-2,-12 12,0 0,-1-1,1 1,-1-1,0 0,0 0,0 1,0-1,-1-1,1 1,-1 0,1 0,-1-1,0 1,-1 0,1-1,0 1,-1-1,0 1,0-1,0 1,0-1,-1 1,1-1,-1 0,0 4,0 1,0-1,0 0,0 0,0 1,0-1,0 0,0 1,0-1,1 1,-1-1,0 1,0-1,0 1,1 0,-1-1,0 1,1 0,-1 0,0-1,1 1,-1 0,1 0,0 0,-1 0,1 0,-1 0,1 0,0 0,0 0,0 0,0 0,0 0,0 0,0 0,0 0,0 0,0 0,-1 7,1 1,0-1,0 1,1-1,0 1,0-1,1 1,0-1,0 0,1 0,0 0,1 0,0-1,0 1,0-1,1 0,0 0,1-1,-1 1,1-1,0 0,1-1,-1 0,1 0,0 0,1-1,-1 0,1 0,0-1,0 0,0 0,0-1,0 0,1 0,-1-1,1 0,-1-1,8 0,-10-1,-1-1,1 1,-1-1,0-1,0 1,0-1,0 0,0 0,0 0,-1-1,0 1,0-1,0 0,0-1,0 1,-1-1,0 1,0-1,0 0,0 0,-1 0,0-1,0-1,5-13,-1 0,-1-1,-1 0,-1 0,1-12,-3 5,-1 20,0-1,1 1,0-1,0 1,1-1,0 1,0 0,1 0,1-3,-2 9,0 1,1 0,-1 0,0 0,0 0,1 1,-1-1,0 1,1-1,-1 1,1 0,-1 0,1 0,-1 0,0 1,1-1,-1 0,0 1,1 0,-1 0,0-1,1 1,-1 1,0-1,0 0,0 0,0 1,1 0,7 3,51 18,-42-18,0 1,0 1,-1 1,0 0,0 2,-1 0,0 0,-1 2,0 0,-1 1,0 0,-1 1,0 1,6 10,45 169,-63-190,0 0,1-1,-1 1,0-1,1 0,0 0,0 0,0 0,0 0,0-1,1 1,-1-1,1 0,-1 0,1 0,0 0,0-1,0 1,0-1,0 0,0-1,0 1,0 0,0-1,1 0,0 0,8-1,1 0,-1-1,0 0,1-1,-1 0,0-1,6-4,0 1,0-2,0 0,-1-2,-1 0,1 0,-2-2,0 0,0-1,3-5,-13 13,-1 0,0 0,0 0,0-1,-1 0,0 0,0 0,-1 0,0 0,0-1,0 1,-1-1,-1 0,1 0,-1 1,0-1,-1 0,0 0,0 0,-1 0,0 0,0 0,-1 0,0 0,-2-3,2 5,-1 0,0 1,-1-1,1 1,-1-1,0 1,-1 0,1 1,-1-1,0 1,0 0,0 0,-4-2,6 5,1-1,-1 1,0-1,1 1,-1 0,0 0,0 1,0-1,1 0,-1 1,0 0,0-1,0 1,0 1,0-1,0 0,0 1,0-1,1 1,-1 0,0 0,0 0,1 0,-1 0,1 1,-1-1,1 1,-1 0,1 0,0 0,-1 0,-1 5,-1 0,1 1,0-1,1 1,0 0,0 0,1 0,0 0,0 1,1-1,0 1,0-1,1 0,0 1,1-1,0 1,0-1,1 1,0-1,0 0,1 0,0 0,0 0,1-1,2 3,0 0,0 0,1 0,0-1,0 0,1-1,1 1,-1-1,1-1,0 0,1 0,0-1,0 0,1-1,-1 0,1 0,1-1,12 4,-1-2,1-1,-1-1,1 0,1-2,-1-1,6-1,37-3</inkml:trace>
  <inkml:trace contextRef="#ctx0" brushRef="#br0" timeOffset="1719.201">4411 512,'-11'-2,"1"1,-1 0,0 1,0 0,0 1,0 0,1 1,-1 0,0 0,1 1,-1 0,1 1,0 1,1-1,-1 2,1-1,-1 1,2 0,-1 1,1 0,0 1,0 0,1 0,0 0,-3 6,8-11,1 0,-1 1,1-1,-1 0,1 1,0-1,0 1,1 0,-1-1,1 1,-1 0,1-1,1 1,-1 0,0-1,1 1,0-1,0 1,0 0,0-1,0 0,1 1,-1-1,1 0,0 0,0 0,0 0,1 0,-1 0,2 1,4 3,0 0,0-1,0 0,1 0,0-1,0 0,1-1,-1 0,1 0,4 0,24 5,0-2,0-2,1-2,-1-1,1-2,0-1,-1-3,1-1,-1-1,0-2,24-10,-40 13,-1-1,0-1,0-1,0-1,-2-1,1-1,-1 0,0-1,-1-1,-1-1,0-1,-1 0,-1-1,2-2,-15 16,0-1,0 1,0 0,0-1,0 1,0-1,0 0,-1 0,0 1,1-1,-1 0,0 0,0 0,-1 0,1-1,-1 1,1 0,-1 0,0 0,0 0,0-1,-1 1,1 0,-1 0,0 0,0 0,0 0,0 0,0 0,-1 0,1 1,-1-1,0 0,1 1,-1-1,-1 1,1 0,0 0,0-1,-1 1,-4 1,1 0,0 0,0 1,-1 0,1 0,0 0,0 1,-1 0,1 0,0 0,0 1,0 0,0 0,0 1,1 0,-1 0,1 0,0 0,-1 1,2 0,-1 0,0 0,1 1,0 0,0-1,0 2,1-1,-1 0,-1 5,3-5,0-1,0 1,1-1,-1 1,1 0,0 0,1-1,-1 1,1 0,0 0,0 0,1 0,-1 0,1-1,0 1,0 0,1-1,-1 1,1-1,0 1,1-1,-1 0,1 1,-1-1,1-1,0 1,1 0,-1-1,1 1,-1-1,1 0,0-1,0 1,0 0,1-1,-1 0,3 0,19 9,2-2,-1-1,1-1,1-1,-1-2,1 0,-1-2,1-2,5 0,101 0,-6-4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54.9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0 402,'21'0,"24"0,26-5,20-3,19-1,10-1,5 1,0 3,-6 1,-13 3,-19 1,-24 0</inkml:trace>
  <inkml:trace contextRef="#ctx0" brushRef="#br0" timeOffset="321.695">682 0,'8'11,"-1"-1,1-1,1 0,0 0,0 0,1-1,0-1,0 1,1-2,-1 1,2-2,-1 1,9 1,-10-2,303 140,-306-142,-1 0,1 0,-1 0,1 1,-1 0,0 0,-1 1,1 0,-1 0,0 0,0 0,0 1,-1 0,0 0,0 0,0 1,-1-1,0 1,0 0,-1 0,0 0,0 0,-1 0,0 0,0 0,0 1,-1-1,0 2,-7 5,0 0,-1 0,0-1,-1 0,-1-1,0 0,0-1,-1 0,-1 0,0-1,0-1,-1 0,0-1,-4 2,13-7,-130 79,110-69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5:52.5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28 270,'-9'114,"5"98,3-42,-1-144,-1-19,0-17,-1-55,2 1,3-1,3 1,7-29,42-257,-46 321,-3 24,-5 20,-6 46,3-39,1 0,1 1,1-1,1 1,1 0,4 18,-5-38,1 0,-1 0,1 0,0 0,0 0,0 0,0 0,0-1,1 1,-1 0,1-1,0 1,0-1,0 0,0 1,0-1,0 0,1 0,-1 0,1-1,-1 1,1-1,0 1,0-1,-1 0,1 0,0 0,0 0,0-1,0 1,0-1,0 0,3 0,7-2,0-1,0-1,0 0,0-1,-1 0,1-1,-1 0,-1-1,1 0,-1-1,6-6,-15 13,33-24,-2-2,0-2,-2-1,-1-1,-1-1,-2-2,22-36,-35 50,-8 21,-11 62,-14 67,7 2,6 0,6 57,-1-178,1 0,1 1,-1-1,2 0,0 0,0 1,1-1,0 0,1-1,0 1,0-1,2 0,-1 0,1 0,0-1,1 0,0 0,1 0,1 0,-5-7,0 0,0 0,0-1,0 1,0-1,1 0,-1 0,0 0,1-1,-1 0,1 1,-1-2,0 1,1 0,-1-1,0 0,2 0,31-10</inkml:trace>
  <inkml:trace contextRef="#ctx0" brushRef="#br0" timeOffset="430.164">856 537,'-2'10,"0"1,0 0,1 0,1 0,-1 1,2-1,0 0,0 0,1 0,0 0,1-1,0 1,0 0,3 3,-3-7,-2-4,-1 1,1-1,0 1,0-1,0 0,1 1,-1-1,1 0,0 0,0 0,0 0,0 0,0 0,0-1,1 1,0-1,-1 1,1-1,0 0,0 0,0 0,0-1,0 1,1-1,-1 0,1 0,-1 0,0 0,1 0,-1-1,1 1,0-1,-1 0,1 0,3-1,2-3,0-1,0 0,0 0,-1-1,0 0,0 0,0-1,-1 0,0-1,0 1,-1-1,0-1,0 1,-1-1,0 0,0 0,-1 0,-1-1,1 0,-1 0,-1 1,0-2,-1 1,0 0,0 0,-1 0,0 0,-1-1,0 1,-1 0,0 0,0 0,-1 0,0 1,-1-1,0 1,-1 0,0 0,0 0,-1 0,0 1,0 0,-1 1,0-1,-1 1,1 1,-1-1,-1 1,1 1,-3-2,6 5,0 0,-1 0,1 0,-1 1,0-1,1 1,-1 1,0-1,1 1,-1 0,0 0,0 1,1-1,-1 1,0 1,1-1,-1 1,1 0,-1 0,1 1,0-1,0 1,0 0,0 1,1-1,0 1,-1 0,1 0,0 0,1 1,-1 0,-1 0,1 1,0 0,1 0,0 0,-1 0,2 0,-1 1,1-1,0 1,0 0,1 0,0-1,0 1,1 0,0 0,0 0,0 0,1 0,0 0,0 0,1-1,0 1,0 0,1-1,2 6,0-4,1 0,0-1,0 0,0 0,1 0,0-1,0 0,1 0,0-1,4 3,35 17</inkml:trace>
  <inkml:trace contextRef="#ctx0" brushRef="#br0" timeOffset="1390.11">1351 483,'-9'8,"0"0,1 0,0 1,0 0,1 0,1 1,-1-1,2 2,-1-1,1 1,1 0,0 0,1 0,0 0,0 1,1-1,1 1,-1 4,2-9,-1 0,1 0,0 0,0 0,1 0,0 0,0 0,1 0,0 0,0-1,0 1,1-1,0 1,1-1,-1 0,1 0,0 0,0-1,1 0,0 1,0-2,0 1,1 0,-1-1,1 0,0 0,0-1,0 0,1 0,4 1,-9-2,0-1,1 0,-1 1,1-1,-1 0,1 0,-1-1,1 1,-1-1,1 1,0-1,-1 0,1 0,0 0,0 0,-1 0,1-1,-1 1,1-1,0 1,-1-1,1 0,-1 0,1-1,-1 1,0 0,0-1,1 1,-1-1,0 0,0 0,-1 0,1 0,0 0,0 0,-1 0,1-2,8-83,-5 64,-1 0,-1 0,-1 0,-1-1,-1 1,-1-1,-1 1,-1 0,-2 0,0 0,-1 0,-1 1,-1 0,-4-6,10 23,0 0,0 0,0 1,0-1,-1 0,0 1,0 0,0 0,-1 0,1 0,-1 0,0 1,0-1,0 1,-1 0,1 1,-1-1,0 1,1-1,-1 2,0-1,0 0,0 1,-1 0,1 0,0 1,0-1,0 1,-1 0,1 0,-4 1,3 3,0 1,0-1,1 1,-1 0,1 1,0-1,0 1,1 0,-1 0,1 0,1 1,-1-1,1 1,0 0,1 0,0 0,0 0,0 1,1-1,0 1,0-1,1 0,0 1,1-1,-1 1,1-1,1 0,-1 1,1-1,3 5,18 34,5-8</inkml:trace>
  <inkml:trace contextRef="#ctx0" brushRef="#br0" timeOffset="2034.389">1672 911,'10'-18,"-2"-1,0 0,-1 0,-1-1,0 0,-2 0,0 0,0-14,2-16,-2 0,-3-1,-1 1,-7-45,4 77,9 25,0-1,1-1,0 1,0-1,0-1,0 1,1-1,0 0,0-1,0 0,4 1,23 7,-25-9,0 0,0 0,-1 1,1 0,-1 0,0 1,1 1,-2-1,1 2,-1-1,1 1,-1 0,-1 1,1 0,-1 0,-1 0,1 1,-1 0,-1 0,1 1,-1 0,-1 0,2 3,4 108,-11-105,1 0,1 0,0 0,0-1,2 1,0 0,1-1,0 0,6 13,-8-22,1-1,0 0,0 0,0 0,1-1,-1 1,1-1,0 0,0 0,0 0,0 0,1-1,-1 0,1 0,-1 0,1 0,0-1,0 1,0-1,0-1,0 1,0-1,0 1,0-2,0 1,4-1,5 0,0-2,0 1,0-2,-1 0,1 0,-1-1,0-1,12-7,-15 7,0 0,0 0,-1-1,1-1,-2 0,1 0,-1-1,0 0,-1 0,0-1,0 1,-1-2,-1 1,0-1,0 0,-1 0,0 0,-1 0,0-1,-1 1,0-1,-1 0,0 0,-1 0,0 1,-1-1,0 0,-1 0,-1 1,-1-6,4 14,-1 0,0 0,1-1,-1 1,0 0,-1 0,1 0,0 1,-1-1,0 0,1 0,-1 1,0-1,0 1,-1 0,1-1,0 1,-1 0,0 1,1-1,-1 0,0 1,0-1,0 1,0 0,0 0,0 0,0 0,0 1,0-1,0 1,-1 0,1 0,0 0,0 0,0 0,0 1,-1-1,1 1,0 0,0 0,-2 2,0 2,0 0,1 1,-1 0,1-1,1 2,-1-1,1 0,0 1,0 0,1-1,0 1,0 0,1 0,0 1,0-1,0 0,1 0,0 0,1 0,0 1,0-1,0 0,1 0,0 0,0-1,1 1,0 0,0-1,0 0,1 1,0-1,0-1,1 1,4 4,6 1,1 0,1-1,0-1,0 0,1-1,0-1,0-1,0-1,1 0,0-1,0-1,0-1,0-1,1 0,15-3,77 2,-8-4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02.0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4 120,'-1'-4,"0"1,1-1,-1 1,1-1,-1 1,1-1,0 0,0 1,1-1,-1 1,1-1,0 1,0-1,0 1,0-1,0 1,1 0,-1 0,1 0,0 0,0 0,0 0,1 0,-1 1,1-1,-1 1,1-1,0 1,0 0,0 0,0 0,3-1,0 0,0 0,1 1,-1 0,0 0,1 0,0 1,-1 0,1 0,0 1,-1 0,1 0,0 0,-1 1,1 0,2 1,-1 0,0 1,0 0,0 1,0 0,0 0,-1 1,0-1,0 2,0-1,-1 1,0 0,0 0,0 1,-1-1,0 1,0 1,0-1,-1 1,0-1,-1 1,0 2,8 21,-1 1,-2 1,-1-1,1 27,-7-52,-2-6,1 1,0 0,0 0,0 0,0-1,0 1,0 0,0 0,0 0,1-1,-1 1,1 0,-1 0,1-1,0 1,0 0,-1-1,1 1,0-1,1 1,-1-1,0 1,0-1,1 0,-1 0,0 0,1 0,-1 0,1 0,0 0,-1 0,1 0,0-1,-1 1,1-1,0 1,0-1,-1 0,1 1,0-1,1 0,8-5,-1 0,0-1,0 0,-1 0,0-1,0 0,0-1,-1 0,0 0,-1-1,3-4,-7 9,98-129,-81 111,-20 21,1 1,-1 0,1 0,-1 0,1 0,-1 0,1 0,-1 0,0 0,1 0,-1 0,1 0,-1 0,1 0,-1 0,1 0,-1 1,0-1,1 0,-1 0,1 0,-1 1,0-1,1 0,-1 1,0-1,1 0,-1 1,0-1,1 0,-1 1,0-1,0 0,0 1,1-1,-1 1,0-1,0 1,0-1,0 1,0-1,0 0,0 1,0-1,0 1,0-1,0 1,0-1,0 1,0-1,0 1,0-1,0 0,-1 1,1-1,0 7,1 0,0 0,0-1,0 1,1-1,0 1,0-1,1 1,0-1,0 0,0 0,1 0,-1-1,2 1,-1-1,0 0,1 0,0-1,0 1,1-1,-1 0,4 1,-3-2,0 0,1-1,-1 0,1 0,-1 0,1-1,0 0,0 0,0-1,-1 0,1 0,0-1,0 0,-1 0,1 0,0-1,-1 0,1 0,-1-1,0 0,0 0,0 0,0-1,-1 0,1 0,-1 0,0-1,0 0,0 0,-1 0,2-3,2-4,-1-1,-1 0,0 0,0-1,-2 1,0-1,1-4,-6 30,5 116,-3-124,0 1,0-1,0 0,1 0,-1 0,1 0,0 0,0 0,0 0,0 0,1-1,0 1,0-1,0 0,0 0,0 0,1 0,-1-1,1 1,-1-1,1 0,0 0,0 0,0 0,0-1,1 0,0 1,5-2,0-1,1 0,-1 0,0-1,-1 0,1-1,0 0,-1 0,1-1,-1-1,0 1,0-1,-1-1,0 0,0 0,0 0,-1-1,1 0,-2-1,1 0,-1 0,0 0,-1 0,0-1,0 0,-1 0,0-1,0 1,-1-1,10-69,-12 86,-1-1,1 0,-1 1,2-1,-1 0,1 0,0 0,0 0,1 0,-1-1,1 1,1 0,-1-1,10 6,-1 0,2 0,0-2,0 1,0-2,1 0,1-1,-1 0,1-1,0-1,1-1,-1 0,1-1,13 1,61 9,-5-5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11.0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162 362,'-9'16,"-6"11,1 12,1 2,5 2,2-4,5-10,5-8,3-9,2-6</inkml:trace>
  <inkml:trace contextRef="#ctx0" brushRef="#br0" timeOffset="325.134">1 0,'8'9,"0"0,1-1,0 0,0-1,0 1,1-2,0 1,1-2,0 1,0-1,3 0,-11-3,67 27,84 46,-145-69,0 0,-1 1,0 0,0 0,0 0,-1 1,0 0,-1 1,0-1,0 1,-1 1,0-1,0 1,1 6,-1 2,-1 0,-1 0,-1 1,-1-1,0 1,-2 13,1 28,0-59,0 1,0 0,-1 0,1-1,1 1,-1 0,0 0,0-1,1 1,-1 0,1 0,-1-1,1 1,0-1,0 1,0 0,0-1,0 0,0 1,0-1,0 0,0 1,1-1,-1 0,1 0,-1 0,0 0,1 0,0 0,-1-1,1 1,0 0,-1-1,1 1,0-1,-1 0,1 0,0 1,0-1,0 0,-1 0,1-1,7-3,0 0,-1 0,0-1,0 0,0-1,-1 0,1 0,-1-1,-1 1,0-2,0 1,0-1,-1 1,0-2,0 1,-1 0,0-1,0 0,-1 0,0 0,0-7,11-26,-8 53,-4-2,1 0,0 0,1 0,0-1,1 1,-1-1,1 0,1 0,0-1,0 0,0 0,1 0,0-1,0 0,1 0,0-1,0 0,0 0,0-1,1 0,2 1,36 11,1-2,1-2,0-2,1-3,-1-1,1-3,38-2,-16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08.1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0 835,'9'0,"-1"1,1 1,-1 0,0 0,0 0,0 1,0 0,0 0,0 1,-1 0,0 1,1 0,-2 0,1 0,-1 1,0-1,1 2,6 8,0 0,-1 1,0 0,-1 1,-1 0,5 14,20 53,-34-83,0 0,0-1,0 1,1 0,-1-1,0 1,1-1,-1 1,0-1,1 0,-1 1,0-1,1 0,-1 0,0 0,1 0,-1 0,1 0,-1 0,0-1,1 1,-1 0,0-1,1 1,-1-1,0 0,0 1,1-1,-1 0,0 0,0 0,0 0,0 0,0 0,0 0,0 0,-1 0,1 0,0 0,0 0,-1-1,1 1,-1 0,1-1,-1 1,0 0,1-1,-1 0,3-1,119-205,-122 208,0 1,0-1,1 0,-1 1,0-1,0 0,1 1,-1-1,0 0,0 1,1-1,-1 0,0 0,1 0,-1 1,1-1,-1 0,0 0,1 0,-1 0,0 0,1 1,-1-1,1 0,-1 0,0 0,1 0,-1 0,1 0,-1-1,1 1,-1 0,0 0,1 0,-1 0,0 0,1 0,-1-1,1 1,-1 0,0 0,0-1,1 1,-1 0,0-1,1 1,-1 0,0 0,0-1,1 1,-1-1,0 1,0 0,0-1,0 1,0 0,1-1,-1 1,0-1,0 1,0 0,0-1,0 1,0-1,0 1,0-1,0 1,-1 0,1-1,0 1,1 31,-2-13,-1-12,0 0,1 0,0 1,1-1,-1 0,1 0,0 1,1-1,0 0,0 1,0-1,1 0,-1 0,1 0,1 0,-1-1,1 1,0 0,1-1,-1 0,1 0,0 0,0 0,1-1,-1 1,1-1,0-1,1-1,0 0,0 0,-1 0,1-1,0 1,0-2,1 1,-1-1,0 1,0-2,0 1,0-1,0 0,0 0,0 0,0-1,0 0,-1 0,1-1,0 1,-1-1,0 0,0-1,2-1,2-1,-1-1,0 0,0 0,-1-1,1 0,-2-1,1 1,-1-1,-1 0,0-1,0 1,0-1,-1 0,-1-2,8-58,-13 112,0-35,1 1,0-1,0 0,1 0,0 1,0-1,1 0,0 0,0 0,0 1,1-1,0 0,1-1,-1 1,1 0,1-1,-1 1,1-1,0 0,1 0,-1-1,6 5,1-5,0 0,1 0,0-1,0-1,0 0,0-1,0 0,1-1,-1 0,0-1,1-1,-1 0,1 0,-1-1,0-1,0 0,0 0,0-2,8-3,11-1,-29 8,0 1,0-1,-1 0,1 1,0-1,0 1,0 0,0-1,-1 1,1 0,0 0,0 0,0 0,0 1,0-1,-1 0,1 1,0-1,0 1,0 0,-1 0,1 0,-1 0,1 0,0 0,-1 0,0 0,1 0,-1 1,0-1,1 0,-1 1,0 0,0-1,0 1,0-1,0 3,2 2,0-1,0 1,1-1,0 1,0-1,0 0,0-1,1 1,0-1,0 0,0 0,0 0,1-1,-1 0,1 0,0 0,0-1,0 0,0 0,0 0,1-1,-1 0,1 0,-1 0,1-1,-1 0,0-1,1 1,-1-1,6-2,-7 2,1-1,-1 0,1 0,-1 0,1-1,-1 0,0 0,0 0,-1 0,1-1,-1 0,1 0,-1 0,-1-1,1 1,0-1,-1 0,0 0,0 0,-1 0,1-1,-1 1,0-1,-1 1,1-1,-1 0,0 0,-1 1,1-1,-1 0,0 0,-1 0,1 0,-1 0,0 1,-1-1,1 0,-1 1,-1-1,1 1,-1 0,1 0,-1 0,-1 0,1 1,0 1,-1 0,1 0,-1 0,1 1,-1-1,0 1,0 0,-1 0,1 0,0 0,0 1,-1 0,1 0,-1 0,1 1,-1-1,0 1,1 0,-1 0,1 1,-1-1,1 1,-1 0,1 0,-1 1,1-1,0 1,0 0,0 0,0 0,0 1,0 0,-2 1,0 0,1 0,-1 0,1 1,0 0,0 0,1 0,0 0,0 1,0 0,1 0,-1 0,1 0,1 0,-1 1,1-1,0 1,1 0,-1-1,2 1,-1 6,4 15</inkml:trace>
  <inkml:trace contextRef="#ctx0" brushRef="#br0" timeOffset="638.391">1872 941,'-13'-6,"-1"0,0 1,1 1,-2 0,1 0,0 2,-1 0,1 0,-1 2,1 0,-1 0,0 1,1 1,0 1,-1 0,-2 1,9 0,1 0,0 0,0 0,1 1,-1 0,1 0,0 0,0 1,1 0,-1 0,1 1,1-1,-2 4,3-7,1 1,0 0,0 0,0 0,0 1,1-1,0 0,0 0,0 1,0-1,1 1,-1-1,1 1,0-1,1 1,-1-1,1 1,0-1,0 0,0 1,0-1,1 0,0 0,1 3,3-1,0-1,0 0,0-1,0 1,1-1,0-1,0 1,0-1,0 0,0-1,1 1,-1-1,1-1,-1 0,1 0,0 0,-1-1,1 0,0-1,0 1,-1-2,1 1,-1-1,1 0,-1 0,4-3,4 0,0-1,-1-1,1-1,-2 1,1-2,-1 0,-1-1,1 0,-2-1,1 0,-2-1,1 0,-2-1,0 0,0 0,-1-1,-1 0,0-1,-1 1,0-1,-2-1,0 1,0-1,0-9,0-17,-2-1,-1 1,-3 0,-1 0,-2 0,-2 0,-3-7,-19-40,29 88,0 0,0 1,0-1,-1 0,1 0,0 0,-1 1,1-1,-1 0,1 0,-1 1,1-1,-1 0,0 1,1-1,-1 1,0-1,1 1,-1-1,0 1,0-1,1 1,-1 0,0-1,0 1,0 0,0 0,1 0,-1-1,0 1,0 0,0 0,0 0,0 1,1-1,-1 0,0 0,0 0,0 1,-21 29,9 8,2 1,1 0,2 1,2 0,2 1,1 7,0-11,1 0,2 0,1 0,2 0,3 8,-4-35,0 0,0 0,1-1,0 1,0-1,1 0,0 0,1 0,0 0,1-1,-1 0,2 0,-1 0,1-1,0 0,0 0,1-1,0 0,0 0,1-1,6 3,-7-4,0-2,1 1,-1-1,0 0,1 0,-1-1,1-1,0 1,-1-1,1-1,-1 0,1 0,-1 0,1-1,-1 0,0-1,0 0,0 0,0-1,0 0,-1 0,1-1,-1 0,-1 0,1-1,-1 0,0 0,0 0,0-1,-1 0,0 0,-1 0,1-1,-1 1,2-7,15-41,-17 51,-3 13,-4 24,2-26,-1 9,1-10,-1 0,1-1,1 1,-1 0,1 0,0 0,0 0,0 0,1-1,0 1,0 0,0 0,1-1,0 1,0-1,1 1,-1-1,1 0,0 0,0 0,1 0,0 0,15 6</inkml:trace>
  <inkml:trace contextRef="#ctx0" brushRef="#br0" timeOffset="921.156">2366 647</inkml:trace>
  <inkml:trace contextRef="#ctx0" brushRef="#br0" timeOffset="1178.463">2527 781,'44'-27,"-1"-2,-2-1,0-3,-3-1,0-2,12-18,-31 31,-2 0,0 0,-2-2,0 0,-2-1,-1 0,-1-1,-1 0,-1-1,-2 0,0 0,-2-5,-2 20,-1-1,-1 1,0-1,0 1,-2-1,0 0,0 1,-1-1,-1 1,0 0,-3-5,6 16,-1 1,1-1,-1 0,0 1,0-1,1 1,-1-1,0 1,-1 0,1-1,0 1,0 0,0 0,-1 0,1 0,-1 0,1 0,-1 0,1 0,-1 0,1 1,-1-1,0 1,1-1,-1 1,0 0,0 0,1-1,-1 1,0 0,0 1,1-1,-1 0,0 0,1 1,-1-1,0 1,1-1,-1 1,0 0,0 0,-57 53,33-13,2 1,2 2,2 0,1 2,3 0,1 0,1 9,-7 40,3 1,5 0,4 1,5 0,3 0,5 0,4 0,19 87,-19-139,-3-26,-1 1,-1 1,-1-1,0 0,-2 1,0-1,-3 9,-3-5</inkml:trace>
  <inkml:trace contextRef="#ctx0" brushRef="#br0" timeOffset="1516.561">2473 1035,'372'-186,"-247"126,-124 59,0 1,0-1,0 0,0 1,1-1,-1 1,0 0,0-1,1 1,-1 0,0 0,1 0,-1-1,0 1,1 1,-1-1,0 0,0 0,1 0,-1 1,0-1,0 1,1-1,-1 1,0-1,0 1,0 0,0-1,0 1,0 0,0 0,0 0,0 0,0 0,0 0,-1 0,1 0,0 0,-1 0,1 1,-1-1,1 0,-1 0,1 1,-1-1,0 0,0 0,0 1,0-1,0 0,0 1,0-1,0 0,0 2,20 113,-19-111,1 1,0-1,0 0,0 0,0-1,1 1,0 0,0-1,1 0,-1 1,1-1,0-1,0 1,0 0,0-1,0 0,1 0,0 0,0-1,3 2,5-1</inkml:trace>
  <inkml:trace contextRef="#ctx0" brushRef="#br0" timeOffset="1780.331">3181 554,'0'16,"3"9,0 2</inkml:trace>
  <inkml:trace contextRef="#ctx0" brushRef="#br0" timeOffset="2251.482">3503 821,'-10'-5,"0"2,-1-1,1 1,-1 1,1 0,-1 0,0 1,0 1,0 0,0 0,0 1,1 0,-1 1,0 0,1 1,-1 0,1 1,0 0,0 0,0 1,1 0,-1 1,1 0,1 1,-1 0,-5 6,12-11,0 1,0-1,0 1,0-1,0 1,0 0,1 0,0 0,-1 0,1 0,0 0,1 0,-1 0,0 0,1 1,0-1,0 0,0 0,0 0,0 1,1-1,-1 0,1 0,0 0,0 0,0 0,0 0,0 0,1 0,0 0,-1 0,1-1,0 1,0-1,0 1,1-1,-1 0,1 0,-1 0,1 0,1 0,14 7,0-1,0-1,1-1,0-1,0-1,1 0,-1-1,1-1,-1-1,1-1,14-2,-10 3,0-2,1-1,-1-1,0-1,0 0,-1-2,0-1,0-1,0-1,-1-1,4-3,21-37,-48 52,0 1,0 0,0 0,0-1,1 1,-1 0,1 0,0 0,-1 0,1 0,1 0,-1 0,0-1,1 1,-1 0,1 0,0 0,0 0,0-1,0 1,1 0,-1-1,1 1,-1-1,1 0,0 1,0-1,0 0,0 0,0 0,1-1,-1 1,1 0,-1-1,1 1,-1-1,1 0,0 0,0 0,-1 0,1-1,0 1,0-1,0 0,0 1,2-2,4 1,1 0,-1-1,0 0,1-1,-1 0,0 0,0-1,0 0,-1-1,1 0,-1 0,0-1,0 0,0-1,-1 1,1-1,-1-1,-1 0,1 1,-1-2,-1 1,1-1,-1 0,-1 0,1 0,-1-1,-1 0,0 1,2-9,-5 12,0 0,0 0,0 0,-1 1,0-1,0 0,0 0,0 1,-1-1,0 0,0 1,0 0,0-1,-1 1,0 0,0 0,0 1,0-1,-1 1,1-1,-1 1,0 0,0 0,0 1,0-1,0 1,-3-1,-1-1,-1 0,0 1,0-1,0 2,0 0,0 0,0 0,-1 1,1 1,-1-1,1 2,0-1,-9 3,12-3,1 1,0 0,-1 0,1 0,0 1,0 0,0 0,0 0,0 1,0 0,0 0,1 0,0 0,-1 1,1-1,1 1,-1 0,0 1,1-1,0 0,0 1,0 0,1 0,0 0,0 0,0 0,0 0,1 0,0 1,0-1,0 1,1-1,-1 0,1 1,1-1,-1 1,1-1,0 1,0-1,0 0,2 3,2-2,0 1,1-1,0 0,0-1,0 1,1-1,-1-1,1 1,0-1,1 0,-1-1,1 0,-1 0,1 0,0-1,0-1,0 1,0-1,1 0,2-1,32 3</inkml:trace>
  <inkml:trace contextRef="#ctx0" brushRef="#br0" timeOffset="2440.977">4117 380,'-16'-9,"-9"4,-6 9,-2 13,3 13,6 2</inkml:trace>
  <inkml:trace contextRef="#ctx0" brushRef="#br0" timeOffset="2650.415">4010 835,'9'16,"6"7,4 2,8 0,14-3,15-5,16-5,15-5,-8-4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16.0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121 435,'0'14,"0"13,0 12,3 7,4 2,9-4,4-9,2-11,-2-8</inkml:trace>
  <inkml:trace contextRef="#ctx0" brushRef="#br0" timeOffset="1">1 168,'11'19,"4"5</inkml:trace>
  <inkml:trace contextRef="#ctx0" brushRef="#br0" timeOffset="255.322">535 703,'13'-14,"-1"-1,0 0,-1 0,-1-2,-1 1,0-1,-1 0,-1-1,0 0,-2 0,0 0,1-12,-5 27,-1 1,0 0,0 0,0 0,0 0,-1 0,1 0,0 0,-1 0,0 0,1 0,-1 0,0 0,0 0,0 0,0 1,0-1,-1 0,1 1,0-1,-1 1,1-1,-1 1,0 0,1-1,-1 1,0 0,0 0,0 0,0 1,0-1,0 0,0 1,0-1,0 1,0 0,0-1,0 1,0 0,0 0,0 1,0-1,0 0,0 1,-2 0,-3 1,-1 0,1 1,0-1,1 2,-1-1,1 1,-1 0,1 0,0 1,0-1,1 1,0 1,-1-1,2 1,-1 0,1 0,0 0,0 1,0-1,1 1,-1 4,2-6,0 0,0 0,1 0,-1 1,1-1,1 0,-1 0,1 1,0-1,0 0,0 1,1-1,0 0,0 0,0 0,1 0,-1 0,1 0,0 0,1 0,-1 0,1-1,0 1,0-1,1 0,-1 0,1 0,0-1,0 1,3 1,8 3,0 0,0-1,1-1,0-1,0 0,1-2,-1 1,1-2,-1 0,11-1,42 4</inkml:trace>
  <inkml:trace contextRef="#ctx0" brushRef="#br0" timeOffset="735.034">1245 409,'-11'-1,"0"1,-1 0,1 1,0 0,0 1,0 1,0-1,1 1,-1 1,1 0,0 1,0 0,0 0,0 1,1 0,0 1,-1 1,9-6,0-1,-1 1,1-1,0 1,0-1,0 1,0 0,0-1,1 1,-1 0,0 0,1 0,0 0,-1 0,1-1,0 1,0 0,0 0,0 0,0 0,0 0,1 0,-1 0,1 0,-1-1,1 1,0 0,0 0,-1-1,1 1,0 0,1-1,-1 1,0-1,0 1,1-1,-1 0,1 1,-1-1,1 0,70 43,-70-43,75 33,-52-25,-1 2,0 0,0 2,-1 0,17 14,-39-26,1-1,-1 1,1-1,-1 1,1-1,-1 1,0 0,0 0,1 0,-1 0,0 0,0 0,0 0,0 0,0 0,0 0,0 0,0 1,-1-1,1 0,0 1,-1-1,1 1,-1-1,1 1,-1-1,0 1,0-1,0 1,0-1,0 1,0-1,0 1,0-1,0 1,-1-1,1 1,-1-1,1 0,-1 1,0-1,1 1,-1-1,0 0,0 0,0 1,0-1,0 0,0 0,0 0,-1 0,-1 1,-1 0,0-1,0 0,0 0,1 0,-1 0,0 0,0-1,-1 0,1 0,0 0,0 0,0 0,0-1,0 0,0 0,0 0,1 0,-1-1,0 1,1-1,-1 0,1 0,-1-1,1 1,0-1,0 1,0-1,0 0,0 0,1 0,-1 0,1-1,0 1,0-1,0 0,1 1,-1-1,1 0,-1-3,2 0,0 0,0 1,1-1,0 0,0 0,1 0,0 1,0-1,0 1,1-1,0 1,0 0,0 0,1 0,0 1,0-1,3-2,91-77,-87 77,1 0,1 0,0 1,0 1,0 0,0 1,1 0,0 1,0 1,0 0,2 1,-14 2,0 0,-1 0,1 0,0 1,0-1,-1 1,1-1,0 1,-1 0,1 0,0 0,-1-1,1 1,-1 1,0-1,1 0,-1 0,0 0,0 1,0-1,0 1,0-1,0 1,0-1,0 1,0-1,-1 1,1 0,-1 0,1-1,-1 3,4 58,-4-54,-1 19,4 66,-2-89,-1-1,1 0,0 0,0 0,1 1,-1-1,1 0,-1-1,1 1,0 0,0 0,0-1,0 1,1-1,-1 0,1 1,-1-1,1 0,0-1,0 1,0 0,0-1,0 0,0 1,2-1,46-6,-27-6</inkml:trace>
  <inkml:trace contextRef="#ctx0" brushRef="#br0" timeOffset="913.115">1632 141,'-2'21,"-1"6</inkml:trace>
  <inkml:trace contextRef="#ctx0" brushRef="#br0" timeOffset="1395.822">1806 690,'6'-16,"0"0,0 0,-2 0,0-1,-1 1,-1-1,0 0,-1 0,-1 0,-1 0,0 0,-1 0,-1 1,0-1,-1 1,-1-1,-1 1,-7-14,13 30,1 0,-1 0,0 0,0 0,1-1,-1 1,0 0,0 0,1 0,-1 0,0-1,0 1,1 0,-1 0,0 0,0-1,0 1,0 0,1 0,-1-1,0 1,0 0,0-1,0 1,0 0,0 0,0-1,0 1,0 0,0-1,0 1,0 0,0-1,0 1,0 0,0 0,0-1,0 1,0 0,6 3,115 43,-91-37,0 2,-1 0,0 3,12 7,-36-17,-1-1,1 1,-1 0,0 0,-1 1,1-1,-1 1,1 0,-2 0,1 0,0 0,-1 0,0 1,0-1,-1 1,1-1,-1 1,0 0,-1 0,0-1,1 1,-2 0,1 0,-1 4,2 32,-1-40,0 0,0 0,1 0,-1 0,1 0,-1 0,1 1,-1-2,1 1,0 0,0 0,0 0,0 0,0 0,1-1,-1 1,0-1,1 1,-1-1,1 1,0-1,-1 0,1 0,0 1,0-1,0-1,0 1,0 0,0 0,0-1,0 1,0-1,0 0,0 1,0-1,0 0,0 0,0-1,1 1,-1 0,0-1,0 1,1-1,13-4,-1-1,0 0,-1-1,1-1,-1 0,-1-1,0 0,0-1,-1 0,0-1,4-6,-5 6,-2 0,0-1,0 0,-1-1,-1 0,0 0,0 0,-1-1,3-14,-12 37,0 1,1 0,0 0,0 0,1 0,0 0,1 0,0 0,0 0,1 0,1 0,0 0,0-1,1 1,0 0,1-1,0 0,0 0,1 0,0 0,0-1,1 0,0 0,1 0,0-1,0 0,1 0,-1-1,8 5,-4-7,-1 1,1-2,0 1,0-2,0 1,0-1,0-1,6 0,34-1</inkml:trace>
  <inkml:trace contextRef="#ctx0" brushRef="#br0" timeOffset="1671.087">2514 61,'-16'-2,"-5"1,1 4,11 7,13 7,13 5,11 6,0-2</inkml:trace>
  <inkml:trace contextRef="#ctx0" brushRef="#br0" timeOffset="2043.601">2808 489,'16'0,"-1"-1,1-1,-1 0,1-1,-1 0,0-1,0-1,-1 0,1-1,-1-1,-1 0,1-1,-1-1,0 0,-1-1,1 2,0-2,-1 1,0-2,-1 0,0 0,-1-1,0 0,-1 0,0-1,-1-1,-1 0,0 0,0 0,-2 0,0-1,0 0,-2 0,0-1,0 1,-2-1,1-12,-3 22,0 0,0-1,0 1,-1 0,1 0,-2 0,1 0,-1 0,1 0,-2 1,1-1,-1 1,1 0,-2-1,3 4,0 0,1 1,-2-1,1 0,0 1,0-1,0 1,-1 0,1 0,0 0,-1 0,1 0,-1 0,1 1,-1-1,0 1,1 0,-1 0,0 0,1 0,-1 0,1 0,-1 1,0-1,1 1,-1 0,1 0,-1 0,1 0,0 0,-1 0,1 1,0-1,0 1,0 0,-11 11,1 0,0 1,1 0,0 1,2 0,0 1,0 0,2 1,0-1,1 1,0 1,2-1,-3 16,0-6,1-1,1 1,2 0,1 0,0 0,3 10,-1-28,1 0,0 0,0 0,1 0,1 0,-1 0,1-1,1 1,-1-1,1 0,1 0,0-1,0 1,0-1,1 0,0 0,0-1,1 0,0 0,6 4,-1-3,0-2,0 1,1-1,-1-1,1 0,0-1,0-1,0 0,1 0,-1-1,1-1,-1-1,0 1,1-2,-1 0,0-1,0 0,0-1,-1 0,1-1,-1 0,0-1,0-1,-1 0,0 0,0-1,-1-1,1 0,-2 0,0-1,0 0,0 0,-2-1,1 0,-1-1,-1 1,0-1,-1-1,0 1,-1-1,0 0,-3-37,-1 49,0 0,0 0,0 0,0 0,0 0,0 0,-1 0,1-1,0 1,-1 0,1 0,-1 0,1 1,-1-1,0 0,1 0,-1 0,0 0,1 0,-1 1,0-1,0 0,0 1,0-1,0 1,0-1,0 1,0-1,0 1,0 0,0-1,0 1,0 0,0 0,0 0,0 0,-1 0,1 0,0 0,0 0,0 0,-4 3,0 0,1 1,-1 0,1-1,0 1,0 0,0 1,1-1,-1 1,1 0,0 0,1 0,-1 0,1 0,0 0,0 1,1-1,-1 1,1 0,1-1,-1 1,1 0,-1 0,0 0,1 0,0-1,1 1,-1 0,1 0,0 0,0 0,1-1,0 1,0-1,0 1,0-1,1 0,0 0,0 0,1 0,-1 0,1-1,0 1,0-1,1 0,-1-1,1 1,0-1,0 0,0 0,0 0,0-1,1 1,5 0,15 6,0-1,1-2,0 0,0-2,0-1,6-1,104 3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14.2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317 500,'-11'-5,"-1"1,1 1,-1 0,1 1,-1 0,0 1,0 0,0 0,0 2,0-1,0 2,1 0,-1 0,0 1,1 0,-1 1,1 0,0 1,-5 3,9-3,1 1,-1 0,1 0,0 0,1 1,-1-1,1 1,1 1,-1-1,1 1,0 0,1 0,0 0,0 0,1 0,0 1,0 1,3-7,-1-1,1 1,-1 0,1-1,0 1,0-1,0 1,0-1,1 1,-1-1,1 0,-1 0,1 0,0 0,0 0,0 0,0 0,0 0,0-1,1 1,-1-1,0 0,1 1,-1-1,1 0,-1 0,1-1,0 1,-1-1,1 1,0-1,-1 0,1 0,0 0,0 0,-1 0,1-1,0 1,-1-1,1 0,-1 0,1 0,1 0,17-6,0-1,-1 0,0-2,0 0,-1-1,0-1,-1-1,0-1,-1 0,-1-1,0-1,-1-1,9-13,-10 12,0 0,-2-1,-1-1,0 0,-1 0,-1-1,-2 0,0-1,2-11,-6 20,0 0,-1 0,-1 0,0-1,-1 1,-1 0,0 0,0 0,-1 0,-1 0,0 0,-1 0,-1 1,1-1,-2 1,-5-9,11 20,-1-1,1 1,-1-1,1 1,-1-1,0 1,1 0,-1-1,0 1,0 0,0 0,0 0,0-1,0 1,0 0,-1 0,1 0,0 1,-1-1,1 0,0 0,-1 1,1-1,-1 1,1-1,-1 1,1 0,-1 0,1-1,-1 1,1 0,-1 0,0 1,1-1,-1 0,1 0,-1 1,1-1,-1 1,1-1,0 1,-1 0,0 0,-2 6,0 0,0 0,1 0,0 0,1 1,-1-1,2 1,-1 0,1 0,0 0,0 0,1 0,0 3,-1 5,-2 20,1 1,1 0,2-1,2 1,1-1,2 0,1 0,2-1,2 0,12 28,-20-56,1 1,-1-1,1 0,1-1,-1 1,1-1,0 0,1 0,0 0,0-1,0 0,0 0,1 0,0-1,0 0,0 0,0-1,0 0,1 0,0-1,-1 0,1 0,0-1,0 0,0 0,0-1,0 0,0 0,0-1,0 0,0 0,0-1,0 0,-1-1,3-1,1 0,-1-2,1 0,-1 0,-1-1,1 0,-1-1,0 1,-1-2,1 0,-2 0,1 0,-2-1,1 0,-1 0,0 0,-1-1,-1 0,0 0,0 0,-1-1,0 0,0-4,-6 34,-3 80,7-94,-1 0,1 1,-1-1,1 1,1-1,-1 0,1 0,-1 0,1 0,0 0,1 0,-1 0,1-1,-1 1,1-1,0 0,0 0,1 0,-1 0,1 0,-1-1,4 2,23 6,-1-6</inkml:trace>
  <inkml:trace contextRef="#ctx0" brushRef="#br0" timeOffset="188.497">785 138,'6'16,"10"14,2 2</inkml:trace>
  <inkml:trace contextRef="#ctx0" brushRef="#br0" timeOffset="675.226">1105 700,'4'-34,"-2"0,-2 1,0-1,-3 0,-1 1,-5-23,6 44,2 10,0 0,0-1,0 1,0 0,0-1,1 1,-1-1,1 1,0-1,0 1,0-1,0 0,0 1,0-1,0 1,1-1,0 1,-1-1,1 1,0 0,0-1,0 1,1 0,-1-1,0 1,1 0,1-1,75 0,-60 5,-18-2,28 1,-1 1,1 2,-1 1,1 1,-2 1,1 1,-1 2,16 7,-36-13,0 0,-1 0,1 0,-1 1,0 0,0 0,-1 0,1 0,-1 1,0 0,-1 0,1 0,-1 0,0 0,-1 1,1 0,-1-1,0 5,6 124,-8-130,0-3,-1 1,1-1,-1 1,1-1,0 1,0-1,0 1,0-1,0 1,1-1,-1 1,1-1,0 1,0-1,0 0,0 1,0-1,0 0,1 0,-1 0,1 0,-1 0,1 0,0 0,-1 0,1-1,0 1,0-1,1 1,-1-1,0 0,0 0,1 0,-1 0,0 0,10-2,-1 0,0 0,-1-1,1 0,0-1,0 0,-1-1,0 0,0-1,0 0,0-1,-1 0,2-1,5-3,-1 0,0-1,-1-1,0 0,-1-1,2-3,-11 13,-1-1,1 0,-1-1,0 1,-1 0,1-1,-1 1,0-1,0 0,0 0,-1 0,1 0,-1 0,0 0,-1 0,1 0,-1-1,0 1,-1 0,1 0,-1 0,0 0,0 0,-1-1,2 5,0-1,-1 0,1 0,-1 1,1-1,-1 0,0 0,1 1,-1-1,0 1,0-1,0 1,0-1,-1 1,1 0,0-1,-1 1,1 0,0 0,-1 0,1 0,-1 0,0 0,1 1,-1-1,0 0,0 1,1-1,-1 1,0 0,0 0,0-1,1 1,-1 0,0 1,0-1,0 0,1 0,-1 1,0-1,0 1,1 0,-1-1,0 1,1 0,-1 0,1 0,-1 0,1 0,-3 6,0 0,0 0,1 1,0-1,1 1,0-1,0 1,0 0,1 0,0 0,1 0,-1 0,2-1,-1 1,1 0,0 0,1 0,0 0,0-1,1 1,0 1,2-1,-1 0,1-1,0 0,0 0,0 0,1-1,1 0,-1 0,1 0,0-1,0 0,0 0,1-1,-1 0,1 0,1-1,38 16</inkml:trace>
  <inkml:trace contextRef="#ctx0" brushRef="#br0" timeOffset="1140.979">2468 513,'-10'-9,"0"0,0 1,-1 1,-1 0,1 0,-1 1,-5-2,15 7,-1 0,0 0,1 1,-1-1,0 1,0-1,1 1,-1 0,0 0,0 0,0 0,1 1,-1-1,0 1,0-1,1 1,-1 0,1 0,-1 1,1-1,-1 0,1 1,-1-1,1 1,0 0,0 0,0 0,0 0,0 0,1 0,-1 0,1 1,-1-1,1 1,0-1,0 1,-1 1,-2 5,1 1,-1 0,2-1,-1 2,1-1,1 0,0 0,0 1,1-1,0 0,1 1,0-1,1 0,0 2,0-7,-1 1,1 0,0-1,0 1,1-1,0 0,0 0,0 0,0 0,1-1,0 1,0-1,0 0,0 0,1 0,0 0,-1-1,1 0,1 0,-1 0,0-1,1 0,-1 0,1 0,2 0,2 0,1-1,-1 0,1-1,-1 0,1 0,-1-1,0-1,1 1,-1-2,0 0,0 0,0 0,0-1,-1-1,0 0,0 0,0-1,0 0,7-7,-2 1,-1-1,0 0,-1-1,0 0,-1-1,-1-1,0 1,-1-2,-1 1,0-1,-1-1,7-34,-3 0,-2-1,-2 0,-2-1,-3 1,-2-1,-4-18,4 51,-2-16,-1 25,0 27,-10 72,4 1,2 82,8-145,0 0,2 0,0-1,2 0,0 1,9 21,-10-37,0 1,0-1,0-1,1 1,1-1,-1 1,1-2,1 1,-1-1,1 0,1 0,-1 0,1-1,0-1,1 1,-1-1,1-1,6 3,-6-4,1 0,-1 0,1-1,0 0,0-1,0 0,0 0,0-1,0-1,0 0,0 0,7-2,17-7</inkml:trace>
  <inkml:trace contextRef="#ctx0" brushRef="#br0" timeOffset="1457.13">2536 232,'-18'0,"-9"0,3 0,17 2,26 3,34 1,37-1,36-1,33-4,25-1,-18-1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13.1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1 269,'6'-2,"1"0,-1 1,1-1,0 1,0 1,-1-1,1 1,0 0,0 1,-1-1,1 1,0 1,-1-1,1 1,-1 1,1-1,-1 1,0 0,0 0,0 1,-1-1,1 2,-1-1,0 0,3 4,10 10,-1 1,-1 1,0 1,-2 0,0 1,0 3,63 108,-76-133,1 1,-1 0,1-1,-1 1,1-1,-1 1,1-1,0 0,-1 0,1 0,-1 0,1 0,0 0,-1 0,1 0,-1 0,1-1,-1 1,1-1,0 1,-1-1,0 0,1 0,-1 1,1-1,-1 0,0 0,0 0,0-1,1 1,-1 0,0 0,0-1,-1 1,1 0,0-1,0 1,-1-1,1 1,-1-1,1 1,-1-1,1 1,-1-1,0 0,0 1,0-1,2-1,77-196,-69 178,-10 21,0 0,0 0,1 0,-1-1,0 1,1 0,-1 0,0 0,1 0,-1 0,0 0,0 0,1 0,-1-1,0 1,1 0,-1 1,0-1,1 0,-1 0,0 0,1 0,-1 0,0 0,1 0,-1 0,0 0,0 1,1-1,-1 0,0 0,0 0,1 1,-1-1,0 0,0 0,1 1,-1-1,0 0,0 0,0 1,0-1,1 0,-1 1,0-1,0 0,0 1,0-1,0 0,0 1,0-1,0 0,0 1,0-1,0 0,0 1,0-1,0 0,0 0,-1 1,1-1,0 0,0 1,0-1,0 0,-1 0,1 1,4 37,-5-33,0 1,1 0,0 0,0 0,0 0,1 0,0 0,0-1,1 1,-1 0,1-1,1 1,-1-1,1 1,-1-1,2 0,-1 0,0-1,1 1,0-1,0 1,0-1,1 0,0-1,-1 1,1-1,0 0,1 0,4 1,2-3,1-1,-1 0,1-1,-1-1,0 0,1-1,-1 0,0-1,-1 0,1-1,-1 0,0-1,0 0,0-1,-1 0,0 0,0-1,-1-1,2-2,35-47,-48 56,-5 15,6-10,-1 1,1 0,0-1,0 1,0 0,1 0,-1-1,1 1,0 0,0 0,0 0,1 0,-1 0,1-1,0 1,0 0,0-1,1 1,-1 0,1-1,0 0,0 1,0-1,0 0,1 0,-1 0,1 0,0-1,0 1,0-1,0 1,0-1,0 0,1 0,-1-1,1 1,-1-1,2 1,14 2,0-1,0-1,0-1,1 0,-1-2,0 0,1-1,-1-1,0 0,0-2,-1 0,19-8,-10 5,-24 7,-1 0,0 1,1-1,-1 1,0-1,1 1,-1 0,1 0,-1 0,0 0,1 0,-1 1,1-1,-1 1,0 0,1-1,-1 1,0 0,0 0,0 1,0-1,0 0,0 1,0-1,0 1,0-1,0 1,-1 0,1 0,-1 0,0 0,1 1,7 6,1 1,0-1,0-1,0 0,1-1,1 0,-1 0,1-1,0-1,0 0,1-1,0 0,-1-1,1 0,1-1,-1 0,0-1,0-1,0 0,1-1,4-1,-14 3,1-1,0 0,-1 0,1 0,0 0,0-1,-1 1,1-1,-1-1,1 1,-1-1,1 1,-1-1,0 0,0-1,0 1,0-1,0 0,0 0,-1 0,1 0,-1-1,0 1,0-1,0 0,-1 0,1 0,-1 0,0 0,0 0,0-4,0 4,-1 0,0-1,0 1,0 0,0-1,-1 1,0-1,0 1,0 0,-1-1,1 1,-1 0,0-1,0 1,0 0,-1 0,0 0,0 0,0 0,0 0,0 0,-1 1,0-1,1 1,-1-1,-1 1,1 0,0 1,-1-1,1 0,-1 1,0 0,-1-1,-7 0,0 0,0 1,-1 0,1 0,0 2,-1-1,1 2,-1 0,1 0,0 1,0 0,0 1,0 1,0 0,1 1,-1 0,1 0,0 1,1 1,-1 0,0 1,9-7,0 0,0-1,0 1,1 0,-1 1,0-1,0 0,1 0,-1 1,1-1,-1 1,1-1,-1 1,1 0,0 0,0-1,0 1,0 0,0 0,1 0,-1 0,0 0,1 0,-1 0,1 0,0 1,0-1,0 0,0 0,0 0,0 0,1 0,-1 0,1 0,-1 0,1 0,0 0,0 0,0 0,0 0,0 0,0-1,0 1,2 1,16 9</inkml:trace>
  <inkml:trace contextRef="#ctx0" brushRef="#br0" timeOffset="461.277">2179 536,'-8'-9,"-1"0,-1 0,0 1,0 0,-1 1,0 0,0 0,0 1,-1 1,0 0,0 1,0 0,-1 1,1 0,-1 1,0 0,0 1,1 0,-1 2,0-1,0 1,0 1,1 0,-1 1,-4 2,14-5,0 1,0 0,-1 0,1 0,0 0,0 0,0 0,1 1,-1 0,0-1,1 1,-1 0,1 0,-1 1,1-1,0 0,0 1,0-1,0 1,0 0,1 0,-1 0,1 0,0 0,0 0,0 0,0 0,0 0,1 0,-1 0,1 1,0-1,0 0,0 0,1 1,-1-1,1 0,-1 0,1 0,0 0,0 0,1 0,-1 0,1 0,-1 0,1 0,1 1,6 2,0-1,0 0,0 0,0-1,1 0,0 0,-1-2,1 1,1-1,-1 0,0-1,0 0,1-1,-1 0,0-1,1 0,-1 0,0-1,0 0,0-1,0 0,-1-1,1 0,-1 0,4-3,-2 0,0 1,0-2,0 1,-1-2,0 1,0-1,-1-1,-1 0,1 0,-2-1,1 0,-2 0,1 0,-1-1,-1 0,0-1,-1 1,0-1,0-5,3-17,-2 0,-2 1,-1-1,-2 0,-1 0,-4-26,4 48,0 5,1 0,-1 0,0 0,-1 0,0 0,0 0,-1 0,0 0,0 1,-2-3,5 10,-1-1,1 1,-1 0,0 0,1 0,-1 0,1-1,-1 1,1 0,-1 0,0 0,1 0,-1 0,1 0,-1 1,0-1,1 0,-1 0,1 0,-1 0,1 1,-1-1,1 0,-1 1,1-1,-1 0,1 1,-1-1,1 0,0 1,-1-1,1 1,-1-1,1 1,0-1,0 1,-1-1,1 1,0-1,0 1,0 0,-1-1,1 1,0-1,0 1,0-1,0 1,0 0,0-1,0 1,0 0,-7 24,0 0,2 0,1 1,1 0,1 0,1 0,1 0,2 3,-2-8,2 0,0 1,2-1,0 0,1 0,1-1,1 1,1-1,1-1,1 0,0 0,1 0,1-2,8 9,31 26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30.8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121 183,'0'19,"0"16,0 15,0 7,-2 6,-3 1,-3-4,0-7,-2-8,2-12</inkml:trace>
  <inkml:trace contextRef="#ctx0" brushRef="#br0" timeOffset="560.499">1 104,'17'8,"29"27,-2 2,-2 2,-1 1,-2 2,-2 2,-2 2,27 46,-24 11,-38-100,1 1,-1-1,0 0,1 0,-2 0,1 0,0 0,0 0,-1 0,0 0,0 0,0 0,0 0,0 0,0 0,-1 0,1-1,-1 1,0 0,0-1,0 0,0 1,0-1,-1 0,1 0,0 0,-1 0,0-1,1 1,-1-1,0 0,0 1,-1-1,-4 1,1-1,-1 0,0-1,0 1,0-1,0-1,1 0,-1 0,0 0,0-1,1 0,-1 0,1-1,0 0,0-1,0 1,0-1,0-1,1 1,0-1,0 0,0-1,0 1,1-1,0 0,0 0,1-1,0 1,0-1,0 0,1-1,0 1,1 0,-1-1,1 1,2 4,0 0,0 0,0 0,0 0,1 0,-1 0,1 0,0 0,0 1,0-1,0 0,0 1,1-1,-1 0,1 1,-1 0,1-1,0 1,0 0,0 0,0 0,1 0,-1 0,0 1,1-1,0 1,-1-1,1 1,0 0,2-1,89-21,-41 17,0 1,0 4,0 1,0 3,8 3,-55-6,0 0,0 0,0 0,0 1,0 0,0 0,0 1,-1-1,1 1,0 1,-1-1,0 1,1 0,-1 0,0 0,-1 1,1 0,-1 0,1 0,-1 0,0 1,-1 0,1 0,-1 0,0 0,0 0,0 1,-1 0,-1 2,-1 1,0-1,-1 1,1-1,-2 1,1-1,-1 0,-1 1,-1 3,-9 54,14-53,3-5</inkml:trace>
  <inkml:trace contextRef="#ctx0" brushRef="#br0" timeOffset="929.512">683 251,'38'14,"-1"1,-1 1,0 2,-2 2,19 14,-42-26,0 0,-1 1,0 0,-1 1,0 0,0 0,-1 1,-1 0,1 1,-2 0,0 0,0 0,-1 1,0-1,-2 1,1 0,-1 1,-1 1,1 20,10 52,-12-84,0-1,1 1,-1-1,0 0,1 0,-1 0,1 0,0 0,-1 0,1 0,0 0,0-1,0 1,0-1,1 1,-1-1,0 0,1 0,-1 0,1 0,-1 0,1-1,-1 1,1-1,-1 0,1 1,-1-1,1 0,0-1,-1 1,2 0,6-2,-1-1,1 1,-1-2,0 1,0-1,0 0,-1-1,1 0,-1-1,0 1,0-2,-1 1,0-1,0 0,-1 0,0-1,0 0,0 0,-1 0,0-1,-1 0,0 0,-1 0,1 0,-2-1,1-2,-2 10,0 0,0 0,0 0,-1 0,1 0,-1 0,0 0,0 0,1 0,-1 0,0 0,-1 0,1-1,0 1,-1 0,1 0,-1 0,1 0,-1 0,0 1,0-1,0 0,0 0,0 0,0 1,-1-1,1 1,-1-1,1 1,-1-1,0 0,-1 4,1 0,-1-1,1 1,0 0,0 0,-1 0,1 0,0 1,1-1,-1 1,0-1,1 1,0-1,-1 1,1 0,0 0,0-1,1 1,-1 0,0 0,1 0,0 0,0 0,0 0,0 0,0 3,1 0,0 0,0 0,0 0,0 0,1 0,0 0,0 0,1 0,0-1,-1 1,2-1,-1 0,1 0,0 0,0 0,0-1,1 0,-1 0,6 4,104 54,-53-40</inkml:trace>
  <inkml:trace contextRef="#ctx0" brushRef="#br0" timeOffset="1977.271">2528 545,'-5'-4,"0"-1,-1 1,0 0,1 0,-2 1,1 0,0 0,-1 0,1 1,-1 0,1 0,-1 0,0 1,0 0,0 1,0-1,0 1,0 1,0-1,0 1,0 1,1-1,-1 1,0 0,1 1,-1-1,1 1,0 0,0 1,0 0,0 0,1 0,-1 1,1-1,0 1,1 0,-1 1,1-1,-2 4,5-6,1-1,-1 1,1-1,0 1,0-1,0 1,0 0,0-1,1 1,-1-1,1 1,-1-1,1 0,0 1,0-1,0 1,0-1,1 0,-1 0,0 0,1 0,0 0,-1 0,1 0,0 0,0-1,0 1,0-1,0 1,1-1,-1 0,0 0,1 0,-1 0,1 0,-1-1,0 1,1-1,0 0,-1 1,1-1,-1 0,1 0,-1-1,1 1,-1 0,1-1,1 0,6 0,1 0,0 0,-1-1,1 0,-1-1,0 0,0-1,0 0,0 0,0-1,-1 0,0-1,0 0,-1-1,0 0,0 0,0 0,-1-1,0 0,0-1,-1 0,0 0,-1 0,0 0,0-1,0-4,-3-13,-2 27,0 0,0 1,-1-1,1 0,0 1,0-1,0 0,0 1,0-1,0 0,-1 0,1 1,0-1,0 0,0 0,-1 1,1-1,0 0,0 0,-1 0,1 1,0-1,0 0,-1 0,1 0,0 0,-1 0,1 1,0-1,-1 0,1 0,0 0,-1 0,1 0,0 0,-1 0,1 0,0 0,-1 0,1-1,0 1,0 0,-1 0,1 0,0 0,-1 0,1 0,0-1,0 1,-1 0,1 0,0-1,0 1,-1 0,1 0,0-1,0 1,0 0,0 0,-1-1,1 1,0 0,0-1,0 1,0 0,-3 4,0 0,0 0,1 1,0 0,0-1,0 1,0 0,1 0,0 0,0 0,0 0,0 0,1 0,0 0,0 0,0 0,1 1,0-1,0 0,0 0,0 0,1-1,0 1,0 0,0-1,1 1,0-1,-1 1,1-1,1 0,-1 0,1-1,-1 1,1-1,0 0,4 3,3-2,0-1,-1-1,1 1,0-2,0 1,0-1,1-1,-1 0,0-1,0 0,0-1,0 0,0-1,-1 0,1 0,-1-1,1-1,-1 1,-1-2,1 1,-1-2,0 1,0-1,-1 0,1-1,-2 0,1 0,-1-1,-1 0,1 0,-2-1,1 1,-1-1,0-2,-5 12,1 0,-1 0,0 0,1-1,-1 1,0 0,1 0,-1-1,0 1,1 0,-1 0,0-1,0 1,1 0,-1-1,0 1,0 0,0-1,1 1,-1 0,0-1,0 1,0-1,0 1,0 0,0-1,0 1,0-1,0 1,0 0,0-1,0 1,0-1,0 1,0 0,0-1,0 1,-1 0,1-1,0 1,0-1,0 1,-1 0,1 0,0-1,0 1,-1 0,1-1,0 1,-1 0,1 0,0-1,-1 1,1 0,0 0,-1 0,1 0,0 0,-1-1,1 1,-1 0,1 0,-1 0,-18 20,16-16,1 0,-1 1,1-1,0 0,1 1,-1 0,1-1,0 1,0 0,0 0,1-1,0 1,0 0,0 0,0 0,1 0,0-1,0 1,0 0,0-1,1 1,0-1,0 1,0-1,0 0,1 0,0 0,0 0,0 0,0 0,0-1,1 0,0 1,0-1,2 1,1 0,1 0,0 0,0 0,1-1,-1 0,1-1,0 0,-1 0,1-1,0 0,0 0,0-1,0-1,0 1,0-1,-1-1,1 0,0 0,-1 0,1-1,-1-1,0 1,0-1,0-1,-1 0,1 0,-1 0,0-1,-1 0,1 0,-1 0,3-5,-4 4,-1-1,0 0,0 0,0 0,-1-1,-1 1,1-1,-1 1,-1-1,0 0,0 0,0 0,-1 0,-1 0,-9-2,-1 30,10-14,-1 1,1 0,0 0,0 0,0 0,1 0,0 0,0 0,1 0,-1 0,1 0,1 0,-1 0,1 0,0 0,0-1,1 1,0-1,0 0,0 1,1-1,-1-1,1 1,0-1,0 1,1-1,0 0,9 5,0-1,1-1,-1 0,1-1,1 0,-1-1,1-1,9 1,28 5</inkml:trace>
  <inkml:trace contextRef="#ctx0" brushRef="#br0" timeOffset="2718.721">3812 612,'-1'-5,"1"-1,-1 1,1 0,-2 0,1 0,0 0,-1 0,0 0,0 0,-1 1,1-1,-1 1,0 0,0-1,0 1,-1 0,0 1,1-1,-1 1,0 0,-1-1,1 2,-1-1,1 1,-1-1,0 1,0 0,0 1,0-1,0 1,0 0,0 1,-4-1,5 0,-1 1,1 0,0 0,-1 0,1 1,0-1,-1 1,1 0,0 1,0-1,0 1,0-1,0 1,0 0,0 1,0-1,1 1,0-1,-1 1,1 0,0 0,0 1,0-1,1 1,-1-1,1 1,0 0,0 0,0 0,1 0,-1 0,1 0,0 1,0-1,0 1,2-3,-1 0,1 1,-1-1,1 1,0-1,0 0,0 0,0 1,0-1,1 0,-1 0,0 0,1 0,0-1,-1 1,1 0,0-1,0 1,0-1,0 0,0 1,0-1,1 0,-1 0,0 0,1-1,-1 1,1 0,71 9,-59-10,-1 0,1-1,0-1,-1-1,1 0,-1-1,0 0,6-4,-19 8,-1-1,1 1,-1-1,1 0,-1 1,1-1,0 1,-1-1,1 1,0 0,0-1,-1 1,1 0,0-1,0 1,-1 0,1 0,0 0,0 0,0 0,-1 0,1 0,0 0,0 0,0 0,-1 0,1 0,0 1,0-1,0 0,-1 0,1 1,0-1,-1 1,1-1,0 1,-1-1,1 1,0-1,-1 1,1-1,-1 1,1 0,-1-1,1 1,-1 0,0 0,1-1,-1 1,0 0,0 0,1-1,-1 1,0 0,0 0,0 0,0-1,0 1,0 0,0 0,-1 0,2 2,-1 0,0 0,1 0,0 0,0 0,0-1,0 1,0 0,0-1,1 1,-1-1,1 1,-1-1,1 1,0-1,0 0,0 0,1 0,-1 0,0-1,1 1,-1 0,1-1,0 0,-1 0,1 0,0 0,0 0,-1 0,1-1,0 1,0-1,0 0,2 0,7 1,1-1,-1 0,1-1,-1 0,1-1,-1-1,8-3,-3 1,-1 0,-1-2,0 0,1-1,-2 0,0-1,0-1,0 0,-1-1,-1 0,0-1,0-1,-1 0,-1 0,0-1,-1 0,-1-1,0 0,-1 0,0-1,-2 0,1 0,-1-6,3-7,-2 0,-1 0,-2-1,-1 1,-1-1,-1 0,-2 1,-1-1,-5-22,-18-8,25 58,0 1,0-1,0 1,0 0,0 0,-1-1,1 1,0 0,-1 0,1 0,-1 0,1 1,-1-1,1 0,-1 1,0-1,1 1,-1-1,0 1,1 0,-1 0,0 0,1 0,-1 0,0 0,0 0,1 0,-1 1,0-1,1 1,-1-1,1 1,-1 0,0-1,0 2,-7 6,0 0,1 1,-1 1,2 0,-1 0,2 0,-1 1,1 0,1 0,0 0,1 1,0-1,0 1,1 0,1 1,0 4,-4 4,1 0,1 0,1 0,1 1,1-1,1 1,1-1,1 1,1-1,0 0,2 0,0 0,2-1,0 1,1-2,1 1,1-1,1 0,0-1,11 12,-17-24,1-1,0 1,1-1,-1-1,1 1,0-1,0 0,0 0,1-1,0 0,-1-1,1 1,0-2,0 1,0-1,0 0,0 0,0-1,1-1,-1 1,0-1,0 0,0-1,0 0,-1 0,1-1,0 0,-1 0,0-1,1 0,-2 0,1-1,0 1,-1-2,3-1,1-2,-1-1,0 0,0 0,-1 0,-1-1,1 0,-2-1,0 0,0 0,-1 0,0-1,0-4,-22 36,12-11,1 0,0 0,0 0,1 1,0-1,0 1,1 0,0 0,1 0,0 0,0 0,1 0,0 0,1 0,-1 0,2 0,0 0,0 0,0-1,1 1,0-1,1 1,3 4,14 12</inkml:trace>
  <inkml:trace contextRef="#ctx0" brushRef="#br0" timeOffset="2982.018">4680 183,'7'3,"2"0</inkml:trace>
  <inkml:trace contextRef="#ctx0" brushRef="#br0" timeOffset="3702.091">4907 411,'30'-8,"-11"2,1 1,-1 1,1 0,0 1,0 2,0 0,0 1,0 1,0 0,-15 1,0-1,-1 0,1 1,-1 0,1 0,-1 0,0 1,1-1,-1 1,-1 0,1 0,0 1,-1-1,1 1,-1-1,0 1,0 0,-1 0,1 1,-1-1,0 0,0 1,-1 0,1-1,-1 1,0 0,0 0,0 4,1 11,-1 0,-1 0,0 1,-2-1,-1 0,-2 9,-21 87,15-76,2 1,2 1,-2 35,9-71,0 0,0 0,1 0,-1 0,1 0,1 0,-1 0,1 0,0-1,1 1,-1 0,1-1,0 0,0 0,1 0,-1 0,1 0,0-1,0 0,1 0,0 0,-1 0,1-1,0 1,1-1,-1 0,0-1,1 0,0 0,-1 0,1 0,1-1,0 2,-1-2,1 1,0-1,0 0,0 0,0 0,0-1,0-1,0 1,0-1,0 0,0 0,-1-1,1 0,0 0,-1-1,1 0,-1 0,0 0,0-1,0 0,-1 0,1-1,-1 1,0-1,0 0,-1 0,1-1,-1 0,0 0,-1 0,1 0,-1 0,-1 0,2-4,-2-7,-1 0,-1 1,0-1,-2 1,1-1,-2 1,0-1,-1 1,-1 0,-1 1,0-1,-1 1,0 0,-1 1,-1-1,0 2,-1-1,0 1,-1 1,-1 0,0 0,-1 2,-10-10,0 1,-2 1,0 1,-1 2,0 0,-13-4,16 8,23 11,1 0,-1 1,0-1,1 0,-1 0,0 0,0 0,1 0,-1 0,0-1,1 1,-1 0,0 0,0 0,1 0,-1 0,0 0,0 0,1-1,-1 1,0 0,0 0,0 0,1 0,-1-1,0 1,0 0,0 0,1-1,-1 1,0 0,0 0,0-1,0 1,0 0,0 0,0-1,0 1,0 0,0 0,0-1,0 1,0 0,0-1,0 1,0 0,0-1,242 15,-202-13,23 3,0-3,0-2,0-4,56-11,-38-14,-79 30,0-1,0 0,0 0,0 0,-1-1,1 1,0 0,0-1,-1 1,1-1,-1 1,0-1,1 0,-1 0,0 0,0 1,0-1,0 0,0 0,-1-1,1 1,0 0,-1 0,0 0,1 0,-1 0,0-1,0 1,0 0,-1 0,1 0,-1 0,1-1,-1 1,1 0,-1 0,-3-2,0 0,1 0,-1 1,-1 0,1-1,0 1,-1 1,1-1,-1 1,0 0,0 0,0 0,0 1,0 0,-1 0,1 0,0 0,0 1,-1 0,1 0,0 0,0 1,-1 0,-3-1,0 1,0 0,0 1,0 0,1 0,-1 1,1 0,0 1,0-1,0 2,0-1,0 1,1 0,0 0,0 1,1 0,-1 1,1-1,1 1,-1 0,1 1,0-1,1 1,0 0,0 0,1 0,0 1,0-1,1 1,0 1,2-6,0-1,0 1,1-1,-1 1,1-1,0 0,0 1,1-1,-1 0,1 0,-1 0,1 0,0 0,0 0,0 0,0-1,1 1,-1-1,1 0,0 1,-1-1,1 0,0-1,0 1,0 0,1-1,-1 0,0 0,0 0,3 1,3 0,1 0,0 0,0-1,0 0,0-1,0 0,0-1,-1 0,1 0,3-1,-6 0,1 0,0-1,0 0,-1 0,0-1,1 0,-1 0,-1-1,1 0,-1 0,0 0,0-1,0 0,-1 0,5-7,-10 13,1-1,-1 0,1 1,-1-1,1 1,-1-1,1 1,-1-1,1 1,-1-1,1 1,-1 0,1-1,0 1,-1 0,1 0,0-1,-1 1,1 0,0 0,-1 0,1 0,0 0,-1 0,1 0,0 0,0 0,-1 0,1 0,0 0,-1 0,1 1,0-1,-1 0,1 0,-1 1,1-1,0 1,-1-1,1 0,-1 1,1-1,-1 1,1-1,-1 1,1 0,-1-1,0 1,1-1,-1 1,0 0,0-1,1 1,-1 0,0-1,0 2,7 5,9 8,2-1,0-1,0 0,1-1,1-1,0-1,0-1,1-1,0 0,1-2,-1 0,1-2,21 2,20 4</inkml:trace>
  <inkml:trace contextRef="#ctx0" brushRef="#br0" timeOffset="4481.558">215 1814,'12'-37,"1"-1,1 2,3 0,1 0,1 2,13-16,-32 49,1-1,-1 1,0-1,1 1,0 0,-1-1,1 1,0 0,-1-1,1 1,0 0,0 0,0 0,0-1,0 1,0 0,0 0,1 1,-1-1,0 0,1 0,-1 1,0-1,1 0,-1 1,1-1,-1 1,0 0,1 0,-1-1,1 1,-1 0,1 0,0 0,-1 1,0-1,1 0,-1 0,1 1,-1-1,1 1,-1 0,0-1,1 1,-1 0,0 0,1 0,45 114,-12-1,-35-112,0-1,1 0,-1 0,0 0,0 0,0 1,1-1,-1 0,0 0,-1 0,1 0,0 1,0-1,0 0,-1 0,1 0,-1 0,1 0,-1 1,1-1,-1 0,1 0,-1 0,0 0,0-1,0 1,1 0,-1 0,0 0,0-1,0 1,0 0,0-1,0 1,0-1,-1 1,1-1,0 0,0 1,0-1,0 0,-1 0,1 0,0 0,0 0,0 0,-1 0,-1 0,-1-1,1 1,0-1,-1 0,1 0,0 0,0 0,0 0,0-1,0 1,0-1,0 0,0 0,0 0,1 0,-1-2,-9-11</inkml:trace>
  <inkml:trace contextRef="#ctx0" brushRef="#br0" timeOffset="5321.725">897 1574,'-6'-5,"0"1,0 0,-1 0,1 1,-1 0,0 0,0 0,0 1,0 0,0 0,-1 1,1 0,-1 1,1-1,0 1,-1 0,1 1,-1 0,1 0,0 1,-1 0,1 0,0 1,0-1,1 2,-1-1,1 1,-1 0,-3 3,8-6,1 1,-1-1,0 0,1 1,0-1,-1 0,1 1,0 0,0-1,0 1,0 0,0 0,0-1,0 1,1 0,-1 0,1 0,-1 0,1 0,0 0,-1 0,1 0,0 0,1 0,-1 0,0 0,0 0,1 0,-1 0,1 0,0 0,0 0,0-1,-1 1,2 0,-1 0,0-1,0 1,0-1,1 1,-1-1,1 0,-1 1,1-1,0 0,-1 0,1 0,0 0,0 0,12 4,1-1,-1 0,1-1,0-1,0 0,0-1,0-1,0 0,0-1,0-1,0 0,0-1,0 0,-1-1,0-1,4-2,0 0,0 0,0-1,-1-2,0 1,-1-2,0 0,-1-1,0 0,0-2,-2 1,0-2,0 0,-1 0,-1-1,-1-1,0 1,-1-2,-1 1,-1-1,0-1,3-17,-3 14,-1-1,-2 1,0-1,-1 0,-2 0,0 0,-1 0,-2 0,0 0,-1 0,-3-8,6 29,-1 0,1 0,0 0,-1-1,1 1,-1 0,0 0,0 0,0 0,0 0,0 0,0 0,-1 1,1-1,0 0,-1 1,0-1,1 1,-1-1,0 1,0 0,1 0,-1 0,0 0,0 0,0 0,0 0,-1 1,1-1,0 1,0-1,0 1,0 0,-1 0,1 0,0 0,0 0,0 1,-1-1,1 1,0-1,0 1,0 0,0 0,0 0,0 0,-2 1,-2 6,-1 0,1 0,0 0,1 1,0 0,0 0,1 0,0 1,1 0,0-1,1 1,0 0,0 0,1 1,0-1,1 0,0 0,1 3,0 14,2-1,1 0,1-1,1 1,1-1,2 0,0-1,1 0,13 21,14 19,3-2,43 50,-81-109,-2-3,0 1,0 0,1 0,-1 0,0-1,0 1,1 0,-1-1,0 1,1 0,-1-1,1 1,-1 0,1-1,-1 1,1-1,-1 1,1-1,0 1,-1-1,1 1,0-1,-1 0,1 1,0-1,0 0,-1 1,1-1,0 0,0 0,0 0,-1 0,1 0,0 0,0 0,-1 0,1 0,0 0,0 0,0-1,-1 1,1 0,0-1,-1 1,1 0,0-1,-1 1,1-1,0 1,-1-1,1 1,54-108,-49 101,-1 0,1 1,1-1,-1 1,1 1,0-1,0 1,1 0,0 1,0 0,0 0,0 1,-5 1,0 1,1 0,-1 0,0 1,1-1,-1 1,0 0,1-1,-1 2,1-1,-1 0,0 1,1-1,-1 1,0 0,1 0,-1 0,0 1,0-1,0 1,0-1,0 1,0 0,-1 0,1 1,-1-1,1 0,-1 1,0 0,0-1,0 1,0 0,33 75,-33-71,-1 0,1 0,1 0,-1 0,1 0,1-1,-1 1,1-1,0 0,1 0,-1 0,1 0,0-1,0 0,1 0,0 0,0-1,0 0,0 0,1 0,-1-1,6 2,1-4,-1 0,1-1,-1-1,1 0,-1 0,1-1,-1-1,0 0,0-1,0 0,-1-1,1 0,-1 0,0-2,0 1,-1-1,1-2,5-1,-1 0,0-2,0 0,-1 0,-1-1,0-1,0 0,-2-1,0-1,-1 1,3-8,-12 22,0 1,0-1,-1 0,1 0,0 1,-1-1,1 0,-1 0,1 0,-1 0,1 0,-1 0,0 0,0 0,1 0,-1 0,0 0,0 0,0 0,0-1,0 1,0 0,0 0,0 0,-1 0,1 0,0 0,-1 0,1 0,-1 0,1 0,-1 0,1 1,-1-1,0 0,1 0,-1 0,0 0,0 1,1-1,-1 0,0 1,0-1,0 1,0-1,0 1,0-1,0 1,0 0,0 0,0-1,0 1,0 0,0 0,0 0,0 0,0 0,0 0,0 0,0 1,0-1,-1 0,1 1,-4 0,0 1,0 0,1 0,-1 1,1-1,0 1,0 0,0 0,0 0,0 1,1 0,-1-1,1 1,0 0,0 1,1-1,-1 0,1 1,0-1,0 1,0 0,1 0,0 0,0 0,0 0,0 0,1 0,0 0,0 0,0 0,1 0,-1 0,1 0,1 0,-1 0,0-1,1 1,0 0,1 0,7 3,0 0,1-1,0 0,0 0,1-1,0-1,0 0,0-1,0 0,1 0,0-2,0 0,0 0,0-1,0 0,0-1,2-1,31 1</inkml:trace>
  <inkml:trace contextRef="#ctx0" brushRef="#br0" timeOffset="6269.268">2501 1494,'-2'9,"0"-1,0 1,1 0,0 0,1 0,0-1,0 1,1 0,0 0,1 0,0-1,0 1,1-1,0 1,0-1,1 0,0 0,0-1,1 1,0-1,1 0,-1 0,1 0,1-1,-1 0,1 0,0-1,0 0,4 2,-5-5,-1-1,0 0,0 0,1 0,-1-1,0 0,1 0,-1 0,0-1,1 1,-1-1,0-1,0 1,0-1,0 0,0 0,0 0,0-1,-1 1,1-1,-1 0,0-1,0 1,0-1,0 0,0 0,-1 0,0 0,0 0,0-1,0 0,-1 1,0-1,0 0,0 0,0 0,-1-1,0 1,0 0,-1 0,1-2,3-55,-4 63,0-1,0 0,0 0,1 1,-1-1,0 0,0 1,0-1,0 0,0 0,0 1,0-1,0 0,0 1,0-1,0 0,0 1,0-1,0 0,0 1,0-1,0 0,0 1,0-1,0 0,0 0,0 1,-1-1,1 0,0 1,0-1,0 0,-1 0,1 1,0-1,0 0,-1 0,1 0,0 1,0-1,-1 0,1 0,0 0,0 0,-1 0,1 0,0 0,-1 1,1-1,0 0,-1 0,1 0,0 0,-1 0,1 0,0-1,-1 1,1 0,0 0,-1 0,1 0,0 0,0 0,-1 0,1-1,0 1,0 0,-1 0,0 6,0 0,1 0,0 1,0-1,0 0,1 1,-1-1,1 0,1 0,0 0,-1 0,2 0,-1 0,1 0,0-1,0 1,0-1,1 0,0 0,0 0,0-1,1 1,-1-1,1 0,0 0,0-1,1 1,-1-1,1 0,-1-1,1 1,0-1,0 0,0-1,0 1,1-1,-1-1,0 1,0-1,1 0,-1 0,0-1,1 0,-1 0,3-1,2-2,-1-2,1 1,-1-1,0 0,0-1,-1-1,0 1,0-1,-1-1,0 1,0-1,-1-1,-1 0,1 0,-1-1,-4 8,12-15,-4 27,-9-2,1 0,0 0,1 0,-1 0,1-1,1 0,-1 1,1-1,0-1,0 1,1 0,0-1,0 0,0 0,0-1,1 1,0-1,0 0,0-1,0 1,1-1,-1 0,1-1,0 0,0 0,0 0,0-1,7 1,7 2,1-1,0 0,0-1,0-2,0 0,0-1,0-2,0 0,0-1,-1-1,1-1,-1-1,-1-1,1-1,-1 0,0-2,-15 7,0 0,0 0,-1 0,1-1,-1 0,0 0,0 0,-1 0,1 0,-1-1,-1 0,1 1,1-7,-3 10,0-1,-1 0,1 0,-1 1,1-1,-1 0,0 0,0 0,-1 1,1-1,0 0,-1 0,0 1,0-1,0 0,0 1,0-1,0 1,-1-1,1 1,-1-1,1 1,-1 0,0 0,0 0,0 0,0 0,0 0,-1 1,1-1,-2 0,1 0,0 0,0 0,0 0,0 0,0 1,0-1,-1 1,1 0,-1 0,1 0,-1 1,1-1,-1 1,1 0,-1-1,1 2,-1-1,0 0,1 1,-1 0,1-1,0 1,-1 1,1-1,0 0,-1 1,1 0,0 0,0 0,1 0,-1 0,0 0,1 1,-1 0,1-1,0 1,-2 3,3 1,0-1,1 1,0 0,0 0,1 0,-1-1,2 1,-1 0,1-1,0 1,0-1,1 1,0-1,0 0,0 0,1-1,0 1,0-1,0 1,1-1,-1 0,1-1,1 1,-1-1,1 0,-1-1,1 1,0-1,0 0,1 0,-1-1,6 2,1 0,-1-1,1 0,0-1,0 0,0-1,0 0,0-1,0 0,1-2,-1 1,0-1,-1-1,1 0,0-1,-1-1,0 0,0 0,0-1,-1-1,0 0,0 0,0-1,-1 0,-1-1,1-1,-1 1,-1-1,1-2,24-32,-33 44,0 1,0-1,0 0,0 0,0 0,0 1,0-1,0 0,0 0,0 0,0 1,0-1,0 0,0 0,1 0,-1 0,0 1,0-1,0 0,0 0,0 0,1 0,-1 0,0 1,0-1,0 0,0 0,1 0,-1 0,0 0,0 0,0 0,1 0,-1 0,0 0,0 0,1 0,-1 0,0 0,0 0,0 0,1 0,-1 0,0 0,0 0,0 0,1 0,-1 0,0-1,0 1,0 0,0 0,1 0,-1 0,0 0,0 0,0-1,0 1,0 0,0 26,-1-18,0-2,1-1,0 1,-1-1,2 1,-1-1,1 1,0-1,0 0,0 1,1-1,0 0,0 0,0 0,0 0,1 0,0-1,0 1,0-1,1 1,-1-1,1-1,0 1,0 0,1-1,-1 0,1 0,-1 0,1 0,5 1,20 2,-2-5</inkml:trace>
  <inkml:trace contextRef="#ctx0" brushRef="#br0" timeOffset="6454.771">4145 1200,'-9'2,"1"1,5 0,3-1</inkml:trace>
  <inkml:trace contextRef="#ctx0" brushRef="#br0" timeOffset="7158.84">5443 1707,'37'-31,"8"-6,-2-2,-2-2,21-27,-51 54,-1 0,0 0,-1-1,-1 0,0 0,-1-1,-1 0,0-1,-1 1,-1-1,-1 0,0 0,-1 0,-1-4,-13-46,12 66,-1-1,1 1,-1-1,0 1,0 0,0-1,0 1,0 0,0-1,0 1,0 0,-1 0,1 0,0 0,-1 0,1 0,0 1,-1-1,1 0,-1 1,1-1,-1 1,0 0,1-1,-1 1,1 0,-1 0,0 0,1 0,-1 0,0 0,1 0,-1 1,1-1,-1 1,1-1,-1 1,1 0,-2 0,-5 5,0 0,0 1,1 0,-1 1,2 0,-1 0,1 0,0 1,1 0,0 0,1 0,0 0,0 1,1 0,0 0,-2 10,-1 2,1 1,1 0,1 0,1 1,1-1,1 0,1 1,1-1,3 13,-3-25,0-1,1 0,0 0,0 0,1 0,1 0,-1-1,2 0,-1 0,1 0,1-1,-1 0,2 0,-1 0,1-1,0 0,0-1,1 0,0 0,0-1,0 0,3 1,-2-3,0 1,0-1,1-1,0 0,-1 0,1-1,0 0,0-1,0 0,-1-1,1 0,0-1,-1 0,1-1,-1 0,7-3,18-10</inkml:trace>
  <inkml:trace contextRef="#ctx0" brushRef="#br0" timeOffset="7460.56">6017 1641,'-1'1,"0"1,0 0,1 0,-1 0,1 0,-1 0,1 0,0 0,0 0,0 0,0 0,0 0,0 0,0 0,1 0,-1 0,1 0,-1 0,1 0,0-1,0 1,0 0,0 0,0-1,0 1,1 0,-1-1,0 1,1-1,-1 0,1 1,-1-1,1 0,0 0,67 23,-65-23,0 0,0-1,0 0,0 0,0 0,0 0,0-1,0 1,0-1,0 0,-1 0,1-1,0 1,0-1,-1 0,1 1,-1-2,1 1,-1 0,0-1,0 0,0 1,0-1,-1 0,1 0,-1-1,0 1,1-1,-2 1,1-1,0 1,-1-1,1 0,-1 0,0 0,-1 0,1 0,-1 0,1 0,-1 0,0 0,-1 0,1 0,-1 0,0 0,0 0,-1-2,-1 0,0 0,-1 1,0 0,0-1,-1 1,1 1,-1-1,0 1,0 0,-1 0,1 0,-1 1,0 0,0 0,0 0,0 1,-1 0,1 0,0 0,-1 1,0 0,1 1,-1-1,-3 1,4 0,1 0,-1 0,1 0,0 1,-1 0,1 0,-1 0,1 0,0 1,0 0,0 0,0 1,0-1,0 1,1 0,-1 0,1 1,0-1,0 1,0 0,1 0,-1 0,1 1,0-1,0 1,0 0,1 0,0 0,-2 4,3-6,1 1,-1 0,1-1,0 1,0 0,0-1,0 1,1-1,-1 1,1 0,0-1,0 1,0-1,1 0,-1 1,1-1,0 0,0 0,0 1,21 26</inkml:trace>
  <inkml:trace contextRef="#ctx0" brushRef="#br0" timeOffset="8067.598">6538 1574,'-18'-11,"-1"1,0 1,-1 1,0 0,0 2,0 0,-1 2,0 0,0 1,-17 0,33 3,0 0,1 1,-1 0,0 0,0 0,0 0,1 1,-1 0,1 0,-1 0,1 1,0-1,0 1,3-2,-1 0,1 1,0-1,-1 0,1 1,0-1,0 1,0-1,0 1,0-1,1 1,-1 0,0-1,1 1,-1 0,1 0,0 0,-1-1,1 1,0 0,0 0,0 0,0 0,1-1,-1 1,0 0,1 0,0-1,-1 1,1 0,0 0,0-1,0 1,0-1,0 2,7 4,0 0,0 0,0 0,1-1,0-1,0 1,1-1,0-1,-1 0,1 0,1-1,-1 0,0-1,1 0,-1-1,1 0,0-1,-1 0,5 0,-7 1,0 0,1 0,-1 0,0-1,0 0,0-1,1 0,-1 0,0-1,0 0,0 0,-1-1,1 0,-1 0,1-1,-1 0,0 0,0-1,-1 0,1 0,-1 0,0-1,-1 0,1 0,-1-1,3-4,-1 76,29 135,-24-146,-1 1,-3 0,-3 1,-2-1,-2 21,-2-63,-1 0,0-1,-1 1,0-1,-1 1,0-1,-1-1,-2 4,5-11,0 1,-1-1,1 0,-1 0,0 0,0-1,-1 1,1-1,-1 0,1 1,-1-1,0-1,0 1,0-1,-1 0,1 0,-1 0,1 0,-1-1,1 1,-1-1,-4 0,5-2,0 1,0-1,0-1,0 1,0 0,0-1,0 0,1 0,-1 0,1 0,-1-1,1 1,0-1,0 0,0 0,0 0,1 0,-1-1,1 1,0-1,0 1,0-1,0 0,1 0,-1 0,1 0,0 0,0 0,1 0,-1 0,1 0,0 0,0-1,0 1,1 0,0-3,3-25,1 1,2 1,1-1,1 1,2 0,1 1,1 1,1 0,9-11,-22 38,270-495,-251 453,-26 80,-2-5,2 1,2 1,1-1,1 0,2 1,1-1,3 9,-4-39,0 1,0-1,1 0,0 1,0-1,0 0,0 0,0 0,0 0,1 0,0 0,0 0,-1 0,2 0,-1-1,0 1,0-1,1 0,-1 1,1-1,0 0,0 0,15 3</inkml:trace>
  <inkml:trace contextRef="#ctx0" brushRef="#br0" timeOffset="8278.035">7046 1267,'-2'0,"6"2,11 6,3 1</inkml:trace>
  <inkml:trace contextRef="#ctx0" brushRef="#br0" timeOffset="8660.013">7488 1520,'-16'-9,"-1"0,0 1,0 0,-1 2,-17-5,30 10,0-1,0 2,0-1,0 1,-1 0,1 0,0 0,0 0,0 1,0 0,0 0,0 1,0-1,0 1,1 0,-1 0,0 1,1 0,0-1,0 1,0 1,0-1,-4 4,5-3,-1 0,1 0,-1 0,1 1,1-1,-1 1,0 0,1 0,0 0,0 0,1 0,-1 0,1 0,0 0,1 1,-1-1,1 0,0 1,0-1,1 0,0 1,0-1,0 0,0 0,1 1,0-1,0 0,0-1,1 1,-1 0,1-1,0 1,1-1,-1 0,2 1,11 6,-1-2,1 0,1-1,0-1,0 0,0-1,1-1,0-1,0 0,0-1,0-2,0 1,1-2,-1 0,0-2,7-1,-1 2,0-2,-1-1,1 0,-1-2,1-1,4-3,-19 7,0-1,0 0,-1-1,1 0,-1 0,0-1,0 0,-1 0,0-1,0 0,0 0,-1 0,0-1,0 0,-1 0,2-6,-5 10,0 0,0 1,0-1,-1 0,0-1,0 1,0 0,0 0,-1 0,1-1,-1 1,0 0,-1-1,1 1,-1 0,1 0,-1 0,-1-1,1 1,-1 0,1 0,-1 1,0-1,0 0,-1 0,1 1,-1 0,0-1,0 1,0 0,0 0,0 1,-1-1,1 1,-1 0,0 0,0 0,1 0,-1 0,-1 1,1 0,0 0,0 0,0 0,-4 0,4 2,0 0,0 1,0-1,1 1,-1-1,0 1,1 0,-1 0,1 1,0-1,0 1,0 0,0 0,0 0,0 0,1 0,-1 0,1 1,0-1,0 1,1 0,-1 0,1-1,-1 1,1 0,1 0,-1 0,0 0,1 0,0 1,0-1,0 0,0 0,1 0,0 0,0 0,0 0,0 0,0 0,1-1,0 1,1 3,3 5,0 0,1-1,1 1,-1-1,2-1,0 0,0 0,0 0,2-1,-1-1,1 0,11 7,7 3,1-2,1-1,0-2,20 6,15 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29.6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1 414,'25'0,"24"-2,20-4,13-2,8-2,-1 0,-7 2,-9 3,-16 3,-18 6,-14 1</inkml:trace>
  <inkml:trace contextRef="#ctx0" brushRef="#br0" timeOffset="231.381">268 494,'18'2,"20"1,19 0,16-3,9-3,2-4,-4-3,-16 0</inkml:trace>
  <inkml:trace contextRef="#ctx0" brushRef="#br0" timeOffset="494.227">923 26,'-14'-6,"9"3,0 0,0 1,-1 0,1 0,0 0,-1 1,1-1,-1 1,0 1,1-1,-4 1,8 0,1 1,-1-1,1 1,-1-1,1 1,0-1,-1 1,1-1,0 1,-1 0,1-1,0 1,0-1,-1 1,1 0,0-1,0 1,0 0,0-1,0 1,0 0,0-1,0 1,0 0,0-1,0 1,1 0,-1-1,0 1,0-1,1 1,-1 0,0-1,1 1,-1-1,1 1,-1-1,0 1,1-1,-1 1,1-1,0 0,-1 1,1-1,-1 0,1 1,0-1,12 13,0-1,2-1,-1 0,1-1,1 0,-1-2,7 3,3 3,25 12,-22-13,-1 0,0 2,-1 1,-1 1,-1 1,0 1,-1 2,-1 0,-1 1,-1 1,-1 1,-15-17,0-1,-1 1,0 0,0 0,-1 0,0 0,0 0,0 0,-1 1,0-1,-1 0,0 1,0-1,0 1,-1-1,0 0,0 1,-1-1,0 0,0 0,-1 0,0 0,-4 6,-11 13,-1-1,-2-1,0-1,-2-1,0-1,-1-1,-2-1,0-1,-15 7,22-12,-124 81,90-59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43.3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 3099,'1'-41,"7"17,0-1,2 2,1-1,1 1,7-9,-3 3,542-905,-367 633,14 10,149-158,-253 334,5 6,4 4,5 4,4 6,4 6,4 4,56-23,-162 97,8-6,1 2,1 1,1 1,0 2,6-1,-35 12,0-1,0 0,0 1,1 0,-1 0,0 0,0 0,0 0,0 1,0 0,1-1,-1 1,0 0,0 0,-1 1,1-1,0 1,0-1,-1 1,1 0,1 1,10 8</inkml:trace>
  <inkml:trace contextRef="#ctx0" brushRef="#br0" timeOffset="1493.572">117 2779,'0'-1,"0"1,0 0,0-1,0 1,0-1,0 1,0 0,0-1,0 1,0-1,0 1,0 0,0-1,0 1,0 0,-1-1,1 1,0-1,0 1,0 0,0-1,-1 1,1 0,0 0,0-1,-1 1,1 0,0-1,-1 1,1 0,0 0,-1 0,1-1,0 1,-1 0,1 0,0 0,-1 0,1 0,-1 0,1 0,0 0,-1 0,1 0,-1 0,1 0,0 0,-1 0,1 0,0 0,-1 0,1 0,-1 0,1 1,0-1,-1 0,1 0,0 0,-1 1,-10 23,-20 261,24-275,2-35,-34-344,30 307,11 65,0 1,0-1,0 0,0 0,1 0,-1 0,1 0,0 0,0 0,0-1,0 0,0 1,1-1,-1 0,1-1,-1 1,1-1,-1 1,1-1,0 0,2 0,95 14,116-8,-216-7,0-1,0 1,0 0,0 0,-1-1,1 1,0 0,0 0,0 0,0 0,0 0,0 0,0 0,-1 0,1 0,0 0,0 0,0 1,0-1,0 0,-1 1,1-1,0 1,0-1,0 1,-1-1,1 1,0-1,-1 1,1 0,-1-1,1 1,-1 0,1 0,-1-1,1 1,-1 0,1 0,-1 0,0-1,0 1,1 0,-1 0,0 0,0 0,0 0,0 0,0 0,0-1,0 1,0 0,-1 0,1 0,0 0,0 0,-1 0,1-1,-1 1,1 0,0 0,-1-1,0 1,1 0,-1-1,0 1,-148 113,121-86,1 1,2 2,1 0,1 1,2 2,1 0,-14 36,28-60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46.7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202 140,'-5'-3,"0"0,-1 1,1 0,-1 0,1 0,-1 1,0 0,0 0,0 0,0 1,0-1,0 2,1-1,-1 1,0 0,0 0,0 0,1 1,-1 0,0 0,1 0,0 1,0 0,-1 0,2 0,-1 0,-3 4,3-2,1 0,0 1,0-1,0 1,1 0,0 0,0 0,0 0,1 1,0-1,0 1,1-1,0 1,0-1,0 1,1 0,0 0,0-1,1 1,0 0,0 0,0-1,1 1,0-1,1 0,1 4,-3-8,1 0,-1-1,1 1,0 0,0-1,0 1,0-1,0 0,0 1,0-1,0 0,0 0,0-1,1 1,-1 0,0-1,1 1,-1-1,1 0,-1 0,0 0,1 0,-1 0,0-1,1 1,-1-1,0 1,1-1,1 0,60-37,-53 29,-1-1,0 0,0 0,-1-1,-1 0,0 0,0-1,-1 0,0-1,-1 1,-1-1,0 0,-1-1,0 1,0-3,-6 27,2 0,-1 0,2 0,-1 1,1-1,1 0,0-1,1 1,0 0,0-1,1 1,1-1,0 0,0 0,1-1,0 0,0 0,1 0,5 4,-9-10,1-1,-1 0,0 1,1-1,0-1,-1 1,1 0,0-1,0 0,0 0,0 0,0 0,0-1,0 1,0-1,0 0,0-1,0 1,0-1,0 1,0-1,0 0,0-1,0 1,0-1,-1 1,1-1,0 0,-1-1,0 1,1-1,-1 1,0-1,-1 0,1 0,0 0,-1 0,1-1,-1 1,1-4,5-7,0-1,-1-1,-1 1,0-1,-1 0,-1-1,-1 1,0-1,-1 1,-1-1,0 0,-1 0,-1 0,-2-5,3 21,-1-1,1 1,-1-1,1 0,0 1,0-1,0 1,0-1,0 0,0 1,0-1,0 0,1 1,-1-1,1 1,-1-1,1 1,0-1,-1 1,1-1,0 1,0 0,0-1,0 1,0 0,0 0,1 0,-1 0,0 0,0 0,1 0,-1 0,1 0,-1 0,1 1,-1-1,1 1,-1-1,1 1,0 0,-1 0,1-1,-1 1,1 0,0 0,0 1,177 2,-174-4,1 1,0 0,0 0,0 1,-1-1,1 1,0 0,-1 1,1 0,-1 0,1 0,-1 0,0 1,0 0,0 0,0 0,0 1,-1-1,0 1,0 0,0 1,0-1,0 1,-1-1,0 1,0 0,0 0,-1 1,1-1,-1 0,0 3,-5 110,-4-53,7-62,0-1,0 1,0 0,0-1,0 1,0 0,1-1,-1 1,1 0,0-1,0 1,0-1,0 1,0-1,0 0,1 1,-1-1,1 0,0 0,-1 0,1 0,0 0,0 0,0-1,1 1,-1-1,0 1,1-1,-1 0,0 0,1 0,0 0,-1 0,1-1,-1 1,1-1,0 0,0 0,12-1,-1 0,1-2,-1 0,1 0,-1-2,0 0,-1 0,1-1,-1-1,0 0,-1-1,1 0,-2-1,1 0,-1-1,0-1,1 2,-1-1,1 0,-2-1,0 0,0-1,-1 0,0 0,-1-1,-1 0,0-1,-1 0,0 0,-1 0,0-3,-4 16,0-1,0 1,-1-1,1 0,-1 1,0-1,1 0,-1 0,0 1,0-1,0 0,0 0,0 1,0-1,-1 0,1 1,0-1,-1 0,0 1,1-1,-1 0,0 1,0-1,0 1,0-1,0 1,0 0,0-1,0 1,-1 0,1 0,0 0,-1 0,1 0,-1 0,1 0,-1 0,1 1,-1-1,0 1,1-1,-1 1,0 0,0-1,1 1,-1 0,0 0,0 0,1 0,-1 1,0-1,1 0,-1 1,0-1,1 1,-1 0,-2 1,0 0,0 1,1-1,-1 1,1 0,0 0,-1 0,2 1,-1-1,0 1,1-1,-1 1,1 0,0 0,0 0,1 0,-1 1,1-1,0 0,0 1,0-1,1 0,-1 1,1-1,0 1,1-1,-1 1,1-1,0 1,0-1,0 0,0 1,1-1,0 0,0 0,0 0,0 0,1-1,-1 1,1-1,0 1,0-1,1 1,6 3,0-1,1 0,-1 0,2-1,-1 0,0-1,1-1,9 3,45 8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47.2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104 264,'0'18,"0"18,0 16,2 12,1 11,3 6,-1 5,-3-2,-4-1,-6-6,-2-16</inkml:trace>
  <inkml:trace contextRef="#ctx0" brushRef="#br0" timeOffset="937.685">11 519,'-2'-11,"0"7,1 0,0 0,0 0,0 0,0-1,0 1,1 0,0 0,0-1,0 1,1 0,-1 0,1-1,0 1,0 0,0 0,1 0,-1 0,1 0,0 1,0-1,1 0,-1 1,1 0,-1-1,1 1,2-1,3 1,0 0,0 1,0-1,0 2,0-1,1 1,-1 1,1 0,-1 0,0 0,1 1,-1 0,0 1,1 0,-1 0,0 1,0 0,-1 0,1 1,-1 0,1 0,-1 0,4 5,-8-7,0 1,0-1,0 1,0-1,-1 1,0 0,1 0,-1 0,0 0,0 1,-1-1,1 0,-1 1,0-1,0 1,0 0,0-1,0 1,-1 0,0 0,1-1,-2 1,1 0,0 0,-1-1,1 1,-1 0,0-1,0 1,-1-1,1 1,-1-1,0 0,0 1,0-1,0 0,0 0,-1 0,1-1,-1 1,-3 2,-3 3,0-1,-1 1,0-1,0-1,-1 0,0-1,0 0,0 0,0-1,-1-1,0 0,0 0,0-1,-9 0,22-2,0-1,0 1,0 0,0-1,0 1,0-1,-1 0,1 1,0-1,0 0,-1 1,1-1,0 0,-1 0,1 1,-1-1,1 0,-1 0,1 0,-1 0,0 0,1 0,-1 0,0 0,0 0,0 0,0 0,0 0,0 0,0 0,0 0,0 0,0 0,0 0,-1 1,1-1,0 0,-1 0,1 0,-1 0,1 0,-1 0,1 1,-1-1,0 0,1 0,-1 1,0-1,0 0,1 1,-1-1,0 1,0-1,0 1,0-1,0 1,0 0,1-1,-1 1,0 0,0 0,0 0,0 0,0 0,0 0,0 0,0 0,-1 0,20-10,1 2,0 0,1 0,0 2,0 1,0 0,1 2,-1 0,1 1,15 1,-24-1,1 1,-1 0,1 0,-1 2,1-1,-1 2,1 0,-1 0,0 1,0 0,0 1,-1 1,1 0,-1 0,0 1,0 0,-1 1,0 1,0-1,4 6,-13-12,0 1,-1-1,1 1,0-1,0 0,0 0,0 0,0 1,0-1,1 0,-1 0,0 0,0 0,1-1,-1 1,1 0,-1-1,1 1,-1-1,1 1,-1-1,1 0,-1 1,1-1,-1 0,1 0,0 0,-1 0,1 0,-1-1,1 1,-1 0,1-1,-1 1,1-1,-1 0,1 1,-1-1,1 0,-1 0,0 0,0 0,1 0,-1 0,0 0,0 0,1-2,3-3,-1 0,1 0,-1 0,-1-1,1 1,-1-1,0 0,0 0,-1-1,0 1,0 0,-1-1,0 1,0-1,-1 1,0-1,0 0,-1 1,0-1,0 1,-1-1,0 1,0 0,0 0,-1 0,0 0,-4-5,2 8,0 0,-1 1,1 0,-1 0,0 0,0 0,0 1,0 0,0 1,-1-1,1 1,0 0,-1 1,1 0,-1 0,1 0,0 0,-1 1,1 0,0 1,-1 0,1-1,0 2,0-1,0 1,0 0,6-3,0 0,-1 0,1 0,0 0,-1 1,1-1,0 0,-1 0,1 0,0 0,0 0,-1 0,1 1,0-1,-1 0,1 0,0 1,0-1,0 0,-1 0,1 1,0-1,0 0,0 0,0 1,-1-1,1 0,0 1,0-1,0 0,0 1,0-1,0 0,0 1,0-1,0 0,0 1,0-1,0 0,0 1,0-1,0 0,0 1,1-1,-1 0,0 0,0 1,0-1,0 0,1 1,-1-1,0 0,0 0,1 0,-1 1,0-1,0 0,1 0,-1 0,0 1,1-1,-1 0,0 0,0 0,1 0,-1 0,1 0,24 5,26-7,0-2,0-2,19-6,25-4,-68 12,-10 1,0 1,1 0,-1 1,0 1,0 0,0 1,11 3,-25-4,-1 1,1 0,0 0,0 0,0 0,-1 1,1-1,-1 1,1-1,-1 1,0 0,1 0,-1 0,0 0,0 1,0-1,-1 0,1 1,-1-1,1 1,-1 0,0-1,0 1,0 0,0 0,0 0,-1 0,1 0,-1 0,0 2,-13 91,12-89,-13 81,14-87,0-1,0 1,0 0,0 0,0 0,0 0,1-1,-1 1,0 0,0 0,1-1,-1 1,1 0,-1 0,1-1,-1 1,1 0,-1-1,1 1,0-1,-1 1,1-1,0 1,-1-1,1 1,0-1,0 0,-1 1,1-1,0 0,0 0,0 0,-1 1,1-1,0 0,0 0,0 0,0 0,-1 0,1-1,0 1,0 0,0 0,-1 0,1-1,0 1,0-1,37-20,-23 8,-1 0,0-2,-1 1,-1-2,0 1,-1-2,-1 1,0-2,-1 1,-1-1,-1 0,0-1,-2 0,1-6,-1 107,-4-74,1 1,1-1,-1 0,1 0,1 0,-1 0,1-1,1 1,0-1,0 0,0 0,0-1,1 1,0-1,1-1,0 1,-1-1,2 0,-1 0,0-1,1 0,0-1,0 0,0 0,0 0,8 1,37 8</inkml:trace>
  <inkml:trace contextRef="#ctx0" brushRef="#br0" timeOffset="1971.467">1802 438,'-22'-4,"0"2,0 1,0 1,-1 0,-20 4,37-3,-1 0,1 0,0 1,0 0,0 0,1 0,-1 0,0 1,1 0,-1 1,1-1,0 1,0 0,1 0,-1 0,1 1,0 0,0-1,0 2,1-1,0 0,0 1,-1 1,3-5,0 0,1-1,-1 1,0 0,1 0,-1 0,1 0,0 0,-1 0,1 0,0 0,0 0,0 0,1 0,-1 0,0 0,1 0,-1 0,1 0,0 0,0 0,0 0,0-1,0 1,0 0,0-1,0 1,1 0,-1-1,1 0,-1 1,1-1,-1 0,1 0,0 0,-1 0,1 0,0 0,0 0,0-1,0 1,1 0,4 1,0-1,1 0,-1 0,0 0,0-1,1 0,-1 0,0-1,0 0,1 0,3-2,4-3,0 0,0-1,-1-1,0-1,-1 0,0 0,0-2,-1 1,0-2,-1 1,0-2,-1 1,0-2,-1 1,0-1,-2 0,1-1,-2 0,0 0,-1-1,0 1,-1-1,-1 0,-1 0,1-10,0 2,-2 1,0 0,-1-1,-1 1,-2 0,0 0,-1 0,-1 0,-4-7,9 29,0 0,0 0,-1 0,1 0,0 0,0 0,-1 1,1-1,0 0,-1 0,1 0,-1 0,1 1,-1-1,1 0,-1 0,0 1,1-1,-1 1,0-1,0 0,1 1,-1-1,0 1,0 0,0-1,0 1,0 0,0-1,1 1,-1 0,0 0,0 0,0 0,0 0,0 0,0 0,0 0,0 0,0 0,0 1,0-1,1 0,-1 1,0-1,0 0,0 1,0-1,1 1,-1 0,0-1,0 1,1-1,-1 1,1 0,-1 0,0-1,1 1,-1 1,-8 13,1 1,0 0,1 0,1 1,0 0,2 0,0 0,0 1,2-1,0 8,1-20,-3 19,2 0,0 0,1 0,2 0,0 0,2 0,3 14,-4-30,0 1,1-1,-1 0,2 0,-1-1,1 1,0-1,1 1,-1-1,1 0,1-1,0 1,0-1,0-1,0 1,1-1,0 0,0 0,0-1,1 0,-1 0,1-1,1 1,2-1,0 0,0-1,0 0,0-1,1 0,-1-1,0 0,0-1,1 0,-1-1,0 0,0-1,0 0,0 0,-1-1,0-1,8-4,-11 5,0 0,-1 0,1 0,-1-1,-1 0,1 0,-1-1,0 1,0-1,0 0,-1-1,0 1,0-1,0 0,-1 0,0 0,-1 0,1 0,-2-1,1 1,-1-1,0 1,0-1,-1 0,0 1,-1-4,-14-36,15 46,-1 0,1 0,-1 0,1 0,-1 0,1 1,-1-1,0 0,1 0,-1 1,0-1,1 0,-1 1,0-1,0 1,0-1,1 1,-1-1,0 1,0 0,0-1,0 1,0 0,0 0,0 0,0 0,0 0,0 0,0 0,0 0,0 0,0 0,0 0,0 0,1 1,-1-1,0 0,0 1,0-1,0 1,0-1,1 1,-1-1,0 1,0 0,1-1,-2 2,-2 5,0-1,0 2,1-1,0 0,0 1,1-1,0 1,0 0,1 0,0 0,0-1,1 1,0 0,0 0,1 0,0 0,0 0,2 3,-2-4,1 1,-1-1,2 0,-1 0,1 0,0 0,0 0,1 0,0-1,0 0,1 1,-1-2,1 1,1 0,-1-1,1 0,0 0,0-1,0 0,1 0,-1 0,1-1,0 0,0 0,0-1,1 0,-1 0,0 0,1-1,5 0,-10-2,0 1,0-1,0 0,0 0,0 0,0 0,0 0,0-1,0 1,-1-1,1 0,-1 0,1 0,-1 0,0 0,1-1,-1 1,0-1,-1 1,1-1,0 0,-1 0,0 1,1-1,-1 0,0-3,12-84,-24-55,11 143,-1 0,1 1,0-1,0 0,0 0,1 1,-1-1,0 0,0 1,1-1,-1 0,1 1,0-1,-1 0,1 1,0-1,0 1,0 0,0-1,0 1,1 0,-1-1,0 1,0 0,1 0,-1 0,1 0,-1 0,1 1,-1-1,1 0,0 1,-1-1,1 1,0-1,-1 1,1 0,0 0,0 0,-1 0,1 0,0 0,-1 0,1 0,0 1,13 0,-1 0,1 1,-1 1,1 1,-1 0,0 0,0 2,-1 0,0 0,0 1,9 7,-17-10,-1 1,0 0,-1 0,1 1,-1-1,0 1,-1-1,1 1,-1 0,0 0,-1 0,1 0,-1 1,0-1,-1 0,0 0,0 1,0-1,0 0,-1 0,0 1,-1-1,1 0,-1 0,0 0,-3 5,-7 60,11-69,1 1,0-1,1 1,-1 0,0-1,1 1,0-1,-1 1,1-1,0 1,0-1,0 1,1-1,-1 0,0 0,1 1,0-1,-1 0,1 0,0-1,0 1,0 0,0-1,1 1,-1-1,0 0,1 1,-1-1,0 0,1-1,-1 1,1 0,0-1,-1 1,1-1,-1 0,4 0,4 0,1 0,-1 0,1-1,-1 0,1-1,-1-1,0 1,0-2,1 1,3-3,0 0,0-1,-1-1,0 0,0 0,-1-1,0-1,0 0,-1-1,-1 0,1 0,-2-1,0-1,0 0,-2 0,1 0,-2-1,1 0,-2 0,2-6,-6 17,0 1,0-1,0 0,-1 1,1-1,-1 0,1 0,-1 0,0 1,0-1,0 0,0 0,-1 0,1 1,-1-1,1 0,-1 1,0-1,0 0,0 1,-1-1,1 1,-1-1,1 1,-1 0,0 0,0 0,0 0,0 0,0 0,0 0,0 1,-1-1,1 1,-1-1,1 1,-1 0,0 0,1 0,-1 1,0-1,1 1,-1-1,0 1,0 0,0 0,-1 1,-1 1,1 0,0 0,0 0,0 1,0-1,0 1,1 0,-1 0,1 1,-1-1,1 0,1 1,-1 0,0 0,1 0,0 0,0 0,0 0,0 1,1-1,-1 3,-1 3,0-1,1 1,1 0,0 0,0 0,1 0,0 0,1 0,0 0,1 2,0-3,1 0,1 0,-1 0,1-1,1 1,0-1,0 0,1-1,0 1,0-1,0 0,1-1,0 1,1-1,-1-1,1 1,0-2,1 1,-1-1,3 1,37 16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50.0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1 379,'25'-43,"2"1,1 1,10-8,27-39,-2-15,-52 90,-8 33,-5 128,6 142,12-66,-17-207</inkml:trace>
  <inkml:trace contextRef="#ctx0" brushRef="#br0" timeOffset="301.192">188 607,'5'-3,"7"0,15 1,17-3,18-4,14-3,-6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6:52.2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100 2794,'22'-64,"-4"25,75-304,-59 209,3-23,8 3,6 1,34-60,-20 85,5 2,6 3,34-36,-71 114,-37 75,-13 50,10-66</inkml:trace>
  <inkml:trace contextRef="#ctx0" brushRef="#br0" timeOffset="968.225">33 2380,'13'349,"-1"-209,-10-169,-52-372,45 275,5 123,-1 2,1 1,-1-1,1 1,0 0,-1-1,1 1,0-1,0 1,0-1,-1 1,1-1,0 0,0 1,0-1,0 1,0-1,0 1,0-1,0 1,0-1,0 1,0-1,0 0,0 1,0-1,1 1,-1-1,0 1,0-1,1 1,-1 0,0-1,1 1,-1-1,0 1,1-1,-1 1,1 0,-1-1,0 1,1 0,-1 0,1-1,-1 1,1 0,-1 0,1 0,0-1,-1 1,1 0,-1 0,1 0,-1 0,1 0,-1 0,1 0,-1 0,1 0,-1 0,1 1,0-1,-1 0,1 0,-1 0,1 1,-1-1,0 0,1 1,0-1,26 22,2-1,0-1,1-2,1-1,1-1,15 4,105 9,-152-29,1 0,0 0,0 0,0 0,-1 0,1 1,0-1,0 0,0 0,-1 0,1 1,0-1,0 0,-1 1,1-1,0 1,-1-1,1 1,-1-1,1 1,0-1,-1 1,1 0,-1-1,1 1,-1 0,0 0,1-1,-1 1,0 0,1 0,-1-1,0 1,0 0,0 0,0 0,0-1,0 1,0 0,0 0,0 0,0-1,0 1,-1 1,-20 33,17-29,-11 13,-1 0,0 1,2 0,1 0,0 2,1-1,2 2,0 0,2 0,-6 20,10-11</inkml:trace>
  <inkml:trace contextRef="#ctx0" brushRef="#br0" timeOffset="1650.723">1277 562,'-5'16,"-1"14,0 13,1 12,4 9,2 5,1 3,-1-3,1-3,-1-8,-2-13,-2-13</inkml:trace>
  <inkml:trace contextRef="#ctx0" brushRef="#br0" timeOffset="2496.002">1169 655,'-53'-121,"53"120,-1 0,1-1,0 1,0 0,0-1,0 1,0-1,1 1,-1 0,0-1,1 1,-1 0,1 0,-1-1,1 1,-1 0,1 0,0 0,0 0,-1-1,1 1,0 0,0 0,0 1,0-1,0 0,1 0,-1 0,0 1,0-1,0 1,1-1,-1 1,0-1,2 1,53-11,-49 10,13-2,0 1,0 1,1 1,-1 0,1 2,-1 0,0 2,0 0,0 1,-1 0,1 2,12 7,-29-13,0 0,-1 0,1 1,-1-1,1 1,-1 0,0 0,1 0,-1 0,0 0,-1 0,1 0,0 1,0-1,-1 0,0 1,1 0,-1-1,0 1,0 0,-1 0,1-1,0 1,-1 0,0 0,0 0,0 0,0 0,0 0,0 0,-1-1,1 1,-1 1,-5 4,1 0,-1-1,0 0,-1 0,0 0,0-1,0 0,-1-1,0 1,0-1,0-1,0 1,-1-2,0 1,0-1,0 0,-8 0,14-2,-4 2,0 0,-1-1,1 1,0-2,-1 1,0-1,1 0,-1-1,0 0,0 0,1-1,-1 0,0 0,7 0,0 0,0 0,0 0,0 0,0 0,1 0,-1 0,0 0,1 0,-1-1,1 1,-1 0,1 0,-1-1,1 1,0 0,0 0,-1-1,1 1,0 0,0-1,1 1,-1 0,0-1,0 1,1 0,-1 0,0-1,1 1,-1 0,1 0,0 0,-1 0,1-1,0 1,0 0,0 0,0 1,0-1,0 0,0 0,0 0,0 0,0 1,0-1,0 1,0-1,1 1,-1-1,0 1,1 0,22-16,1 2,0 1,1 0,0 2,1 2,1 0,-1 1,1 2,6 0,-23 4,-3 0,0 0,1 1,-1 0,1 0,-1 0,1 1,-1 1,1 0,-1 0,9 2,-15-1,1 0,-1 0,0 1,0-1,0 1,0-1,0 1,-1 0,1-1,-1 1,0 0,0 0,0 0,0 0,0 1,0-1,-1 0,0 0,0 0,1 0,-2 1,1-1,0 0,-1 0,1 0,-1 0,0 0,0 0,0 0,-1 0,1 0,-1 1,-3 14,5-17,-1 0,0 1,0 0,1-1,-1 1,1-1,-1 1,1 0,0-1,-1 1,1 0,0-1,0 1,0 0,1-1,-1 1,0 0,0-1,1 1,-1 0,1-1,0 1,-1-1,1 1,0-1,0 1,0-1,0 0,0 1,0-1,1 0,-1 0,0 0,1 0,-1 0,0 0,1 0,-1 0,1-1,0 1,-1 0,1-1,0 1,2-1,-1 1,0-1,1 0,-1 0,0 0,1 0,-1 0,1-1,-1 1,0-1,0 0,1 0,-1-1,0 1,0 0,0-1,0 0,0 0,-1 0,1 0,0 0,-1 0,0-1,1 1,-1-1,0 0,0 0,-1 0,1 1,0-2,-1 1,0 0,0 0,0 0,0-1,0 1,-1 0,1-1,-1 1,0 0,0-1,0 1,-1-1,1 1,-2-4,-1 0,0 0,-1-1,0 1,0 0,0 0,-1 1,0 0,0 0,-1 0,0 0,0 1,0 0,-1 0,0 0,0 1,0 0,-4-1,40 0,86 3,84 5,-194-3,-1 0,1 1,-1-1,1 1,-1 0,0 0,1 0,-1 1,0-1,0 1,0 0,0 0,0 1,-1-1,1 1,-1 0,1 0,-1 0,0 0,0 1,-1-1,1 1,-1 0,1-1,-1 1,0 0,-1 0,1 1,-1-1,1 0,-1 1,-1-1,1 3,-4 18,4 27,2-52,0 1,0 0,0 0,0-1,0 0,0 0,0 1,0-2,0 1,0 0,0-1,0 1,0-1,0 0,0 0,0 0,-1 0,1-1,0 1,0-1,-1 0,1 1,-1-1,0 0,0-1,0 1,1-1,20-17,-1-1,-1-1,0-1,-2-1,-1-1,13-24,-28 45,-3 3,0 1,0-1,0 1,0-1,0 1,0-1,0 1,0-1,0 1,0-1,0 1,0-1,0 1,0-1,0 1,0 0,1-1,-1 1,0-1,0 1,1-1,-1 1,0 0,0-1,1 1,-1 0,1-1,-1 1,0 0,1-1,-1 1,1 0,-1 0,0-1,1 1,-1 0,1 0,-1 0,1 0,-1 0,1 0,-1 0,1 0,-1 0,1 0,-1 0,1 0,-1 0,1 0,-1 0,0 0,1 0,-1 1,1-1,-1 0,1 0,-1 1,0-1,1 0,-1 0,1 1,-1-1,0 1,0-1,1 1,2 9,0 0,0 0,2-1,-1 1,1-1,0 0,1 0,0 0,0-1,1 0,0 0,1 0,-1-1,2 0,-1-1,9 5,32 14,0-7</inkml:trace>
  <inkml:trace contextRef="#ctx0" brushRef="#br0" timeOffset="3527.01">2908 441,'-8'-2,"0"0,0 0,0 1,0 0,0 1,0 0,0 0,0 1,0 0,0 0,0 1,0 0,0 0,1 1,-1 0,1 0,-1 1,1 0,1 0,-1 1,0 0,1 0,0 0,0 1,-4 5,8-8,-1 0,1 0,-1 0,1 1,0-1,0 0,0 1,1-1,-1 1,1 0,0 0,0 0,0-1,0 1,1 0,0 0,0 0,0 0,0 0,0 0,1 0,0 0,0 0,0-1,0 1,0 0,1-1,0 1,0-1,0 1,0-1,0 0,1 0,-1 0,1 0,0 0,0 0,0-1,0 0,0 1,1-1,-1 0,1-1,0 1,4-1,0 0,1-1,-1 0,0-1,1 0,-1 0,0 0,0-1,0-1,0 1,0-1,0-1,-1 1,1-1,-1-1,0 1,0-1,-1 0,1-1,-1 1,-1-2,1 1,-1 0,0-1,0 0,-1 0,0 0,0-1,0 0,-1 1,-1-1,1 0,-1-3,5-18,-1-1,-2 1,-1-1,-1 0,-2 0,-1 0,-1 0,-1 0,-2 0,-1 1,-2 0,-2-6,-11-8,20 43,0 0,1 0,-1 1,0-1,0 0,0 1,0-1,1 1,-1-1,0 1,1-1,-1 1,0 0,1-1,-1 1,1 0,-1 0,1-1,-1 1,1 0,-1 0,1 0,0-1,-1 1,1 0,0 0,0 0,0 0,0 0,0 0,0 0,0-1,0 2,-6 31,3 0,0 1,2 0,2-1,2 7,-4-14,2 0,1 0,2-1,0 1,1-1,2 0,0 0,2-1,1 0,0 0,2-1,1-1,7 10,-15-27,0 0,0 0,0 0,1 0,0-1,0 0,0 0,0-1,1 0,-1 0,1 0,0-1,0 0,0 0,0-1,0 1,0-2,0 1,0-1,1 0,-1-1,0 1,0-1,0-1,0 0,0 0,0 0,0 0,-1-1,1 0,-1-1,0 0,0 0,0 0,2-2,0-1,0-1,0 0,-1 0,0-1,-1 1,0-2,0 1,-1-1,0 1,0-2,-1 1,-1 0,0-1,0 1,-1-1,0 0,-1 0,0-2,-14-32,12 44,1 0,-1 1,1-1,-1 0,0 0,1 1,-1-1,0 1,1-1,-1 1,0-1,0 1,1-1,-1 1,0 0,0-1,0 1,0 0,0 0,1 0,-1-1,0 1,0 0,0 0,0 0,0 1,0-1,0 0,0 0,1 0,-1 1,0-1,0 0,0 1,1-1,-1 1,0-1,0 1,1-1,-1 1,0-1,1 1,-1 0,0-1,1 1,-1 0,1 0,0-1,-1 2,-2 3,0 0,1 1,0-1,0 1,1 0,-1 0,1-1,0 1,1 0,-1 0,1 0,0 0,1 0,0 0,0 0,0 0,0 0,1-1,0 1,0-1,1 1,-1-1,1 0,0 0,1 0,-1 0,1 0,0-1,0 0,1 1,-1-2,1 1,0 0,0-1,0 0,0 0,1-1,-1 2,0-1,1 0,0 0,-1-1,1 1,0-1,0-1,0 1,1-1,-1 0,0-1,1 1,-1-1,0 0,0-1,1 0,-1 0,0 0,0 0,0-1,0 0,0-1,0 1,0-1,-1 0,0 0,1-1,-1 0,0 0,-1 0,1 0,-1-1,4-4,-3-2,-1 0,1 0,-2 0,0 0,0-1,-1 1,-1-1,1 1,-2-1,0 0,0 0,-1 1,-1-1,0 1,0-1,-1 1,-1 0,0 0,0 0,-2-3,6 14,0 0,1 1,-1-1,1 0,-1 0,0 0,1 1,-1-1,1 0,-1 0,1 0,-1 0,1 0,-1 0,0 0,1 0,-1 0,1 0,-1 0,1 0,-1 0,1-1,-1 1,0 0,1 0,-1 0,1-1,-1 1,0 0,1 0,-1-1,0 1,1 0,-1-1,0 1,0 0,1-1,-1 1,0-1,0 1,1 0,-1-1,0 1,0-1,0 1,0-1,0 1,0 0,0-1,0 1,0-1,0 1,0-1,0 1,0-1,0 1,0 0,0-1,-1 1,1-1,0 1,0-1,112 27,73 25,-180-49,0 0,0 0,0 1,0-1,0 1,-1 0,1 1,-1-1,0 1,0 0,0 0,-1 0,1 1,-1-1,0 1,0-1,-1 1,1 0,-1 0,0 1,-1-1,1 0,-1 0,0 1,0-1,-1 3,0 15,-1-21,0 0,0 0,1 0,-1-1,1 1,-1 0,1 0,0 0,0 0,0 0,0 0,0 0,0 0,0 0,1 0,-1 0,1 0,-1 0,1 0,0-1,0 1,0 0,0 0,0-1,0 1,0-1,1 1,-1-1,0 1,1-1,-1 0,1 0,0 1,-1-1,1 0,0-1,0 1,0 0,-1 0,1-1,0 1,0-1,0 0,0 1,0-1,12-4,-1 0,1 0,-1-1,-1-1,1 0,-1-1,0-1,0 1,-1-2,0 0,-1 0,0-1,0 0,-1 0,0-1,4-8,-7 11,0 0,-1 0,0-1,0 0,0 1,-1-2,-1 1,0 0,0-1,-1 0,0 1,0-1,-1 0,-1-1,0 9,0 1,0-1,0 1,-1-1,1 0,0 1,-1-1,1 1,-1-1,0 1,1-1,-1 1,0-1,0 1,0 0,0 0,0-1,0 1,-1 0,1 0,0 0,0 0,-1 0,1 0,-1 1,1-1,-1 0,1 1,-1-1,1 1,-1-1,0 1,1 0,-1 0,1 0,-1 0,0 0,1 0,-1 0,0 0,1 1,-1-1,1 1,-1-1,1 1,-1 0,1-1,-1 1,1 0,0 0,-1 0,1 0,0 0,0 0,0 1,0-1,0 0,0 0,0 1,-1 1,-1 1,0 0,0 1,0-1,0 1,1 0,0-1,0 1,0 0,0 1,1-1,0 0,0 0,1 1,-1-1,1 0,0 1,0-1,1 0,0 1,0-1,0 0,1 0,-1 0,1 0,0 0,1 0,-1 0,1-1,0 1,0-1,0 0,3 3,8 3,0-1,1-1,0 0,0-1,1 0,-1-1,2-1,-1 0,0-2,1 0,0 0,0-2,-1 0,3-1,50 3</inkml:trace>
  <inkml:trace contextRef="#ctx0" brushRef="#br0" timeOffset="3928.924">4752 254,'-2'11,"0"0,1 1,0-1,1 0,0 1,1-1,0 0,1 1,0-1,1 0,0 0,1 0,0-1,0 1,1-1,1 0,0 0,0-1,1 0,0 0,1 0,-1-1,2 0,7 6,-9-8,1 0,0 0,0-1,0 0,0-1,1 1,0-1,0-1,0 0,1 0,-1-1,0 0,1-1,0 0,-1 0,1-1,0 0,-1-1,1 0,-1-1,1 0,-1 0,1-1,-1 0,0 0,0-1,-1-1,1 1,-1-1,0-1,0 0,-1 0,0 0,3-4,-4 2,-1-1,0 1,0-1,-1-1,0 1,-1-1,0 1,-1-1,0 0,0 0,-1 0,0 0,-1 0,0 0,0-1,-1 1,-2-4,2 7,0 0,-1 1,0-1,0 1,-1-1,1 1,-2 0,1 0,-1 0,1 1,-2-1,1 1,0 0,-1 0,0 0,0 1,-1-1,1 1,-1 0,0 1,0 0,0 0,-1 0,1 1,0-1,-2 1,-3 2,-1-1,1 1,-1 1,1 0,0 1,-1 0,1 0,0 2,0-1,0 1,1 1,-1 0,1 0,0 1,0 0,1 1,0 0,0 1,1 0,0 0,0 0,1 1,0 0,0 1,1 0,1 0,0 0,-3 8,5-12,0 0,0 0,1 1,0-1,1 0,-1 1,1 0,0-1,1 1,-1 0,2-1,-1 1,1 0,-1-1,2 1,-1 0,1-1,0 0,3 6,13 17</inkml:trace>
  <inkml:trace contextRef="#ctx0" brushRef="#br0" timeOffset="4223.673">5354 0,'-27'27,"-30"30,-32 30,-35 27,-38 22,-32 15,17-18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7:40.5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1571 5154,'-34'-2,"1"-1,0-1,0-2,0-1,1-2,0-1,1-1,0-2,1-1,0-2,1 0,-18-16,7-2,2-3,1-1,3-2,1-1,1-1,3-2,2-1,1-2,-13-36,30 66,-408-832,359 732,5-3,6-2,4-2,7-1,-11-76,21-30,11 0,10-1,12-40,-6 208,5-45,5 1,5 1,4 0,28-83,-33 141,-2-1,-3 0,-1-1,-3 0,-2 0,-2-1,-3 1,-3-12,-42-211,45 263,1 0,1-1,0 1,0 0,2 0,-1 0,1 0,1 0,0 1,0-1,1 1,0 0,1 0,2-2,42-137,-46 134,-2 0,1-1,-2 1,0-1,-1 1,-1-11,0-3,2 28,-1 1,0 0,0-1,1 1,-1-1,0 1,0 0,1-1,-1 1,0-1,0 1,0-1,0 1,0-1,0 1,0-1,0 1,0 0,0-1,0 1,0-1,0 1,0-1,0 1,-1-1,1 1,0 0,0-1,0 1,-1-1,1 1,0 0,-1-1,1 1,0 0,-1-1,1 1,0 0,-1-1,1 1,0 0,-1 0,1 0,-1-1,1 1,-1 0,1 0,-1 0,1 0,0 0,-1 0,1 0,-1 0,1 0,-1 0,1 0,-1 0,1 0,-1 0,1 0,-1 1,-22 24,21-22,-97 133,-38 78,229-334,115-138,-207 257,1 0,-1 0,1 0,0 0,-1 0,1 0,0 0,0 0,0 1,0-1,0 0,-1 1,1-1,0 1,0-1,1 1,-1-1,0 1,0 0,0-1,0 1,0 0,0 0,0 0,0 0,1 0,-1 0,0 0,0 0,0 0,0 1,0-1,0 0,0 1,0-1,0 1,0-1,0 1,0 0,0-1,0 1,0 0,0-1,0 1,-1 0,1 0,0 0,-1 0,1 0,152 159,-114-127,-20-17,1 0,-2 2,0 1,-1 0,-1 1,-1 1,-14-21,0 1,0 0,0 0,0 0,0 0,0 0,0 1,-1-1,1 0,0 0,-1 0,1 1,-1-1,0 0,1 1,-1-1,0 0,0 1,0-1,1 0,-2 1,1-1,0 0,0 1,0-1,-1 0,1 1,0-1,-1 0,1 0,-1 1,0-1,1 0,-1 0,0 0,0 0,0 0,0 0,1 0,-2 0,1 0,0 0,0-1,0 1,0 0,0-1,-1 1,0 0,-16 2,-1 0,0-1,0-1,1-1,-1 0,-1-1,2 0,-39-2,0-3,0-3,-32-9,87 18,0 0,0-1,0 1,0-1,0 1,0-1,0 0,0 1,1-1,-1 0,0 0,0-1,1 1,-1 0,1 0,-1-1,1 1,0-1,-1 1,1-1,0 0,0 1,0-1,0 0,1 0,-1 0,0 0,1 1,-1-1,1 0,0 0,-1 0,1 0,0 0,0 0,1 0,-1 0,0 0,1 0,-1-1,47-211,-39 181,-13 60,-88 257,70-214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7:43.0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2050 4899,'-25'11,"-42"1,-25 4,0-4,-47-1,110-10,0-2,0 0,0-3,0 0,1-1,0-2,0-1,0-2,1 0,-4-4,-22-18,2-3,1-2,2-2,1-2,2-2,3-2,-10-15,13 18,-72-75,5-5,6-5,-81-133,148 204,2-1,3-1,2-1,3-2,3 0,2-2,-7-50,14 7,4 0,5-12,-14-180,-40-12,34 212,4 0,4-1,5-1,4-57,13 53,5 0,8-14,-3 14,3-27,-5-2,-4-59,-11-143,36 160,-30 150,54-225,-21 101,-41 149,1 0,0 0,-1 1,1-1,0 0,-1 0,1 0,0 0,0 0,-1 0,1 0,0 0,-1 0,1 0,0 0,-1 0,1 0,0 0,-1 0,1 0,0 0,-1-1,1 1,0 0,0 0,-1 0,1 0,0-1,0 1,-1 0,1 0,0-1,0 1,-1 0,1 0,0-1,0 1,0 0,0-1,0 1,-1 0,1 0,0-1,0 1,0 0,0-1,0 1,0 0,0-1,0 1,0 0,0-1,0 1,0 0,1-1,-1 1,0 0,0-1,0 1,0 0,0 0,1-1,-1 1,0 0,0 0,0-1,-15 22,-97 197,93-185,-5 10,-2-1,-2-1,-17 18,45-59,0-1,0 1,0 0,0 0,0 0,-1 0,1-1,0 1,0 0,0 0,-1 0,1 0,0 0,0 0,0 0,-1 0,1 0,0 0,0 0,-1 0,1-1,0 1,0 1,0-1,-1 0,1 0,0 0,0 0,0 0,-1 0,1 0,0 0,0 0,0 0,-1 0,12-24,32-50,4 2,24-26,71-111,-123 183,-11 41,-5 55,10 57,-3-98,2 0,0 0,2-2,1 1,2-2,0 0,2-1,15 16,-7-1,-34-35,-57-20,26 4,10 1,-1 2,0 1,0 1,0 1,-1 2,0 1,-23 1,43 3,-1 0,1 0,0 1,1 0,-1 0,0 1,1 1,0 0,-1 0,-28 21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12.5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43 157,'0'102,"-10"330,7-420,1-39,1 16,-24-501,25 374,-1 149,1-1,-1 1,2 0,0-1,0 1,1 0,0-1,0 0,1 1,1-1,0 0,0 0,1-1,0 0,1 1,0-2,0 1,1-1,6 7,-6-10,1 0,-1 0,0-1,1 0,0 0,0-1,0 0,1 0,-1-1,1 0,-1 0,1-1,0 0,-1-1,1 0,0 0,0-1,-1 0,1-1,0 1,-1-2,0 1,1-1,-1-1,0 1,-1-1,1-1,0 1,1-2,0 0,0-1,0 1,-1-2,0 1,0-1,-1 0,0-1,0 0,-1 0,0 0,-1-1,0 0,0 0,-1 0,-1 0,0-1,0 0,-1 1,0-1,-1 0,0-2,-3-7,2 20,0 0,0 0,0 1,0-1,0 0,0 0,-1 1,1-1,0 0,0 0,0 0,0 1,0-1,0 0,0 0,-1 0,1 1,0-1,0 0,0 0,0 0,-1 0,1 1,0-1,0 0,0 0,-1 0,1 0,0 0,0 0,-1 0,1 0,0 0,0 0,-1 0,1 0,0 0,0 0,-1 0,1 0,0 0,0 0,0 0,-1 0,1 0,0 0,0 0,-1 0,1 0,0-1,0 1,0 0,-1 0,1 0,0 0,0-1,0 1,0 0,0 0,-1 0,1-1,0 1,0 0,-24 101,21-81,-5 38,2 0,3 1,2-1,6 52,-5-103,1 0,-1 1,1-1,1 0,-1 0,1 1,1-1,-1-1,1 1,0 0,1-1,-1 1,1-1,1 0,-1 0,1-1,0 1,0-1,1 0,-1-1,1 1,0-1,0 0,1-1,-1 1,6 1,-2-4,0 0,0-1,0 0,0 0,0-1,0-1,-1 0,1 0,-1-1,1 0,-1 0,0-1,0 0,0-1,0 0,-1 0,0-1,0 0,-1-1,0 0,0 0,0 0,-1-1,0 0,0 0,3-8,-8 16,-1 0,0 1,0-1,0 0,0 0,0 0,0 1,0-1,1 0,-1 0,0 0,0 0,0 0,0 1,1-1,-1 0,0 0,0 0,0 0,0 0,1 0,-1 0,0 0,0 0,1 0,-1 0,0 0,0 0,0 0,1 0,-1 0,0 0,0 0,0 0,1 0,-1 0,0 0,0 0,0 0,1 0,-1 0,0 0,0-1,0 1,0 0,1 0,-1 0,0 0,0 0,0-1,0 1,0 0,1 0,-1 0,0-1,0 1,0 0,0 0,0 0,0-1,0 1,-1 23,1-15,0-3,0 0,1 0,0 0,0 0,0-1,1 1,0 0,0 0,0-1,0 1,1-1,-1 0,1 0,0 0,1 0,-1 0,1-1,-1 1,1-1,0 0,0 0,1 0,-1-1,1 1,-1-1,1 0,0-1,-1 1,1-1,0 0,0 0,0 0,5-1,-4 1,1 0,0 0,-1-1,1 0,0 0,0-1,-1 0,1 0,-1 0,1-1,-1 0,1 0,-1-1,0 0,0 0,0 0,-1-1,1 0,-1 0,0 0,0-1,0 1,0-1,-1-1,3-3,-4 3,0 0,-1 1,0-1,0-1,-1 1,1 0,-1 0,-1 0,1-1,-1 1,0 0,0-1,-1 1,0 0,0-1,-1 1,1 0,-1 0,-1 0,1 0,-1 1,0-1,0 1,-1-1,1 1,-1 0,0 0,-4-3,2 2,-1 0,1 0,-1 0,0 1,-1 0,1 0,-1 1,0 0,0 0,-1 1,1 0,-1 0,0 1,1 0,-1 1,0 0,0 0,0 1,0 0,-2 1,3 0,1 1,-1 0,1 0,0 0,-1 1,1 0,1 1,-1 0,0 0,1 0,0 1,0 0,0 0,1 0,-3 4,5-6,1 0,-1 0,1 1,0 0,0-1,0 1,1 0,-1 0,1 0,0 0,0 0,0 0,1 0,-1 0,1 0,0 0,0 0,1 0,-1 0,1 1,0-1,0 0,0 0,0-1,1 1,0 0,0 0,0-1,0 2,8 5,1 0,-1-1,2-1,-1 1,1-2,0 1,0-2,1 0,0 0,0-1,1-1,-1 0,1-1,0 0,0-1,0-1,0 0,9-1,157-8,-107 24,-62-14,1-1,0 0,-1-1,1 0,-1-1,1 0,-1-1,1 0,-1-1,0 0,10-4,-16 5,-1 0,1-1,-1 1,0-1,0 1,0-1,0-1,0 1,-1 0,1-1,-1 0,0 0,0 0,-1 0,1 0,-1-1,0 1,0-1,0 1,-1-1,1 0,-1 1,0-1,-1 0,1 0,-1 0,0 0,0 0,-1 0,1-1,-1 1,-1-1,1 1,-1 0,0 0,0 0,-1 0,1 0,-1 0,0 1,0-1,-1 1,1 0,-1 0,0 0,0 0,-1 1,1-1,-1 1,1 1,-1-1,0 0,0 1,0 0,0 0,-1 1,-4-2,3 1,1 1,-1 0,0 0,1 0,-1 0,0 1,1 1,-1-1,0 1,1 0,-1 0,0 1,1 0,0 0,-1 0,1 1,0 0,0 0,1 1,-1-1,1 1,-5 5,8-7,0 0,0 1,0-1,0 1,1-1,-1 1,1 0,0-1,0 1,0 0,0 0,0 0,1 0,-1 0,1 0,0 0,0 0,0 0,0 0,0 0,1 0,-1 0,1 0,0 0,0 0,0 0,0 0,1-1,-1 1,1 0,0 0,19 26</inkml:trace>
  <inkml:trace contextRef="#ctx0" brushRef="#br0" timeOffset="598.959">1633 586,'-15'-16,"1"-1,0 0,1 0,1-2,0 1,2-2,0 1,1-1,1-1,-3-14,9 31,1 0,1-1,-1 1,1 0,-1-1,1 1,0-1,1 1,-1-1,1 1,0 0,0-1,1 1,-1 0,1 0,0 0,0 0,0 0,0 0,1 0,-1 1,1-1,0 1,0 0,1 0,-1 0,1 0,-1 1,1-1,0 1,0 0,0 0,0 0,0 1,0-1,1 1,-1 0,2 0,1-1,-1 0,1 1,-1 0,1 0,0 1,0 0,-1 0,1 0,0 1,-1 0,1 0,-1 1,1-1,-1 1,0 1,1 0,-1-1,-1 2,1-1,0 1,-1 0,1 0,-1 0,-1 1,1 0,0 0,-1 0,0 0,0 1,-1 0,2 2,0 11,-1 0,-1 1,-1 0,0-1,-1 1,-2 0,0 0,-2 8,1 16,1-34,1-7,-1 0,0 0,1 0,-1 0,1 0,0 0,0 0,0 0,1 0,-1 0,1 0,-1 0,1 0,0 0,0 0,1-1,-1 1,0 0,1-1,0 1,-1-1,1 1,0-1,0 0,1 1,-1-1,0-1,1 1,-1 0,1 0,1 0,11 2,1 0,0-1,0-1,1 0,-1-1,0-1,1 0,-1-1,0-1,8-2,-4 1,-1-1,0-1,1 0,-2-2,1 0,-1-1,10-6,-21 11,-1-1,0 1,-1-1,1-1,0 1,-1-1,0 0,0 0,-1 0,1-1,-1 0,-1 0,1 0,-1 0,0 0,0-1,0 0,-1 1,0-1,-1 0,1 0,-1-6,-1 8,0 0,-1 1,0-1,0 0,0 0,0 1,-1-1,1 1,-1-1,0 1,-1 0,1 0,-1 0,0 0,0 0,0 1,0-1,-1 1,1 0,-1 0,0 0,0 0,0 1,0-1,0 1,-1 0,1 1,-1-1,1 1,-1 0,0 0,1 0,-1 1,0-1,0 1,0 0,1 1,-4-1,5 1,0 1,0-1,1 0,-1 1,0-1,1 1,-1 0,1 0,-1 0,1 0,0 1,0-1,0 0,0 1,0-1,1 1,-1 0,1 0,0 0,0-1,0 1,0 0,0 0,1 0,-1 1,1-1,0 0,0 0,0 2,0 5,0-1,1 1,0-1,1 1,0-1,0 0,1 1,0-2,2 4,1-1,0-1,0-1,1 1,0-1,0 0,1-1,0 0,1 0,0-1,0 0,1 0,-1-1,1 0,1-1,8 3,6 2,1-1,1-2,0 0,0-2,0-1,2-2,40 4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07.0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749 67,'0'0</inkml:trace>
  <inkml:trace contextRef="#ctx0" brushRef="#br0" timeOffset="553.237">936 121,'0'0</inkml:trace>
  <inkml:trace contextRef="#ctx0" brushRef="#br0" timeOffset="3920.496">0 0,'12'9,"39"2,1-2,-1-2,1-3,21-1,-40-2,1212 31,-866-27,-350-2,-27 2,-83 16,-323 41,-23-16,393-42,-789 70,737-64,90-6,116 4,1011 7,-743-1,-377-13,-4-1,-14-1,-4 0,-195-20,-282-25,-73 19,350 28,311-3,731-54,-543 33,-145 11,-116 6,-31 0,-98-11,-307-12,-224 20,483 12,120 2,32 3,112 10,551 3,-651-21,687-9,-503 3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8:10.3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0 323,'9'3,"12"0,16-1,16 1,12-2,9 0,0 0,-2 1,-12 4,-16 2,-15 0</inkml:trace>
  <inkml:trace contextRef="#ctx0" brushRef="#br0" timeOffset="272.25">13 523,'25'5,"20"1,15 0,14-2,6-1,2-3,-3-2,-8-2,-17-2</inkml:trace>
  <inkml:trace contextRef="#ctx0" brushRef="#br0" timeOffset="561.551">574 2,'0'0,"-1"0,1-1,0 1,-1 0,1 0,0 0,-1 0,1 0,-1 0,1 0,0 0,-1 0,1 0,0 0,-1 0,1 0,-1 0,1 0,0 0,-1 0,1 0,0 0,-1 1,1-1,0 0,-1 0,1 0,0 1,-1-1,1 0,0 0,0 1,-1-1,1 0,0 1,0-1,-1 0,1 1,0-1,0 0,0 1,0-1,0 0,0 1,0-1,-1 0,1 1,0-1,0 1,0-1,1 0,-1 1,0-1,0 1,18 16,183 82,-164-81,-1 1,-1 3,-1 0,0 2,20 21,-45-37,0 1,0 0,-1 1,0-1,0 2,-1-1,-1 1,1 0,-2 1,0-1,0 1,-1 0,-1 0,0 1,0-1,-1 0,-1 1,0 0,-1-1,0 7,-2-6,-1 1,0-1,-1 0,-1-1,0 1,0-1,-1 0,-1 0,0 0,0-1,-1 0,-1-1,-4 5,-13 11,-1 0,0-2,-2-1,-11 6,22-17,0 0,-1-1,0-1,0 0,-1-2,-1 0,-9 2,8-6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8:12.5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456 374,'-14'2,"0"1,0 0,0 1,1 0,-1 1,1 1,0 0,0 1,1 0,0 1,0 0,1 1,0 0,1 1,0 0,-3 4,-13 16,0 2,2 0,2 2,0 0,3 1,1 2,1 0,2 0,2 2,2-1,1 2,-3 27,10-51,1 1,1-1,0 1,1-1,1 1,0 0,3 6,-4-19,1 0,0 1,1-1,-1 0,1 1,0-1,0 0,0 0,0 0,1-1,0 1,0-1,0 1,0-1,0 0,0 0,1 0,0-1,-1 1,1-1,0 0,0 0,1 0,-1 0,0-1,0 0,1 0,-1 0,2 0,9-2,1 0,0-2,-1 1,0-2,0 0,0-1,0-1,0 0,-1 0,0-2,-1 0,0 0,0-1,-1-1,0 0,0-1,0-2,25-21,-1-1,-2-2,-2-1,-1-2,-2-1,-2-2,-2 0,-1-2,13-39,-29 63,-1-1,-1 1,-1-1,-1 0,-1 0,0 0,-2-1,-1 1,-1-6,0 16,-1 0,0 0,0 0,-1 1,-1-1,0 1,-1 0,0 0,0 0,-1 1,-1 0,0 0,0 0,-1 1,0 0,0 1,-9-7,7 7,-1 2,1-1,-1 1,-1 1,1 0,-1 0,0 1,0 1,0 0,0 0,0 1,-1 1,1 0,-1 1,1 0,-2 1,6 0,-1 0,1 0,0 1,0 0,0 0,0 1,0 0,1 0,-1 1,1 0,0 0,0 1,0 0,1 0,0 1,0 0,0 0,1 0,-1 0,2 1,-1 0,1 0,0 0,-2 5,3-1,0-1,0 0,1 1,0-1,1 1,0-1,1 1,0 0,1-1,0 1,1 0,0-1,0 0,1 1,2 3,72 148,-64-139,32 57,-4 2,-3 2,-4 1,-4 2,3 23,4 84,-30-167,0-9</inkml:trace>
  <inkml:trace contextRef="#ctx0" brushRef="#br0" timeOffset="1319.552">871 1564,'7'-36,"1"0,2 0,2 0,1 1,8-11,20-59,-28 78,-4 44,-10 331,1-118,0-227,1 0,-1 1,1-1,-1 0,0 0,0 0,-1 1,1-1,-1 0,1 0,-1 0,0 0,0 0,0 0,-1 0,1 0,-1 0,0 0,1-1,-1 1,0-1,-1 1,1-1,0 0,-1 0,1 0,-1 0,0 0,1-1,-1 1,0-1,0 0,0 1,0-1,-47-5,66 0,252-44,-230 43,-8 0</inkml:trace>
  <inkml:trace contextRef="#ctx0" brushRef="#br0" timeOffset="1935.22">950 241,'12'2,"10"1,8 0,7 1,7 1,6-1,4-1,-2 1,-1 1,-4-2,-5-1,-7 0,-10-1</inkml:trace>
  <inkml:trace contextRef="#ctx0" brushRef="#br0" timeOffset="2204.104">1165 0,'0'14,"0"15,-3 20,-2 14,-1 13,-1 9,0 6,1 1,2-3,2-17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8:36.2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0,'29'422,"11"-45,19 12,-31-199,-8 2,-7 91,6 358,-11-397,-12 43,-22 79,16-112,7-34,-10-140,13-64,0-20,-5-38,-1 15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7:51.6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8574 5508,'0'-4,"-4"-5,-2 0</inkml:trace>
  <inkml:trace contextRef="#ctx0" brushRef="#br0" timeOffset="-788.121">6690 5040,'-1'0,"0"0,1-1,-1 1,0-1,1 1,-1-1,1 1,-1-1,1 1,-1-1,1 1,-1-1,1 0,0 1,-1-1,1 1,0-1,-1 0,1 0,0 1,0-1,0 0,-1 1,1-1,0 0,0 0,0 1,0-1,1 0,-1 0,0 1,0-1,0 0,0 1,1-1,-1 0,0 0,1 1,-1-1,1 1,-1-1,1 0,0 0,-1-1,8-32,2-4,-2 0,-1-1,-2 0,-2 0,-2 0,-1-1,-3-21,-15 8,18 52,0 0,0 0,-1 0,1 0,-1 0,1 0,-1 0,0 0,1 1,-1-1,0 0,1 0,-1 1,0-1,0 0,1 1,-1-1,0 1,0-1,0 1,0 0,0-1,0 1,0 0,0 0,0-1,0 1,0 0,0 0,0 0,0 0,0 0,0 1,0-1,0 0,0 0,0 1,0-1,0 0,0 1,0-1,0 1,1-1,-1 1,0 0,0-1,1 1,-1 0,0 0,0 0,-1 1,0 0,0 0,0 0,0 0,0 1,0-1,1 1,-1-1,1 1,0 0,0 0,0-1,0 1,0 0,1 0,-1 0,1 0,-1 0,1 0,0 0,1 0,-1 0,0 0,1 0,0 0,-1 0,1-1,0 1,1 0,-1 0,0-1,1 1,0-1,0 2,7 0,-1-1,1 0,-1-1,1 0,0 0,-1-1,1 0,0 0,0-1,0-1,0 1,3-2,17-1,1-2,-1-1,-1-1,0-2,0 0,0-2,-1-1,-1-1,0-2,-1 0,-1-2,5-4,-14 20,-19 25,-20 103,6 2,5 0,6 1,7 44,20 431,-18-589,-1 1,-1-1,0 1,-1-1,-1 1,-1-1,0 0,-1 0,0 0,-2 0,0-1,0 0,-1 0,-1 0,-2 0,7-12,-1 1,0-1,0 0,0-1,0 1,-1-1,1 0,-1 0,0 0,1 0,-1-1,0 0,0 0,0 0,0-1,0 0,0 0,0 0,0 0,0-1,0 0,0 0,1 0,-1 0,0-1,0 0,1 0,-1 0,1-1,0 1,0-1,0 0,0 0,0 0,1-1,-1 0,1 1,0-1,0 0,-1-3,-9-15,2-1,0-1,1 0,2 0,0-1,2 0,0-1,2 1,1-1,1 0,1 0,2-17,-2 6,2-1,1 1,2-1,1 1,2 1,2-1,1 1,2 1,6-13,-13 39,1-1,0 1,1-1,0 2,0-1,1 1,0 0,0 1,1 0,0 0,0 1,0 0,1 0,0 1,0 1,1 0,-1 0,1 1,0 0,6-1,165-39,-124 25</inkml:trace>
  <inkml:trace contextRef="#ctx0" brushRef="#br0" timeOffset="-524.856">7572 4720,'-5'13,"-1"19,1 19,2 18,5 12,4 8,4 4,-1-7,-1-7,-2-18</inkml:trace>
  <inkml:trace contextRef="#ctx0" brushRef="#br0" timeOffset="-268.658">7919 4800,'-79'76,"2"4,-15 27,73-86,9-10,0 0,1 0,0 1,1 0,0 0,1 1,0 0,1 1,-1 2,7-14,0 1,-1-1,1 1,0-1,0 1,0-1,1 1,-1-1,1 1,-1-1,1 1,0-1,0 0,0 1,0-1,0 0,1 0,-1 1,1-1,-1-1,1 1,0 0,0 0,0 0,0-1,0 1,62 35,-47-29,222 125,-95-56,-121-68</inkml:trace>
  <inkml:trace contextRef="#ctx0" brushRef="#br0" timeOffset="-4185.857">2545 4880,'18'199,"19"352,-36-526,0-20,2-12,0-15,-2 4,0-4,1-1,1 1,1 0,1 0,0 1,6-11,-11 29,1 1,1-1,-1 1,0-1,0 1,1 0,-1-1,1 1,0 0,0 0,0 0,0 0,0 0,0 1,0-1,1 1,-1-1,1 1,-1 0,1 0,-1 0,1 0,0 0,-1 1,1-1,0 1,0 0,-1 0,1 0,0 0,0 0,-1 0,1 1,0-1,-1 1,1 0,0 0,-1 0,1 0,-1 1,1-1,-1 0,0 1,0 0,2 1,7 6,-1 1,-1 0,1 1,-1 0,-1 0,0 1,-1 0,0 1,-1-1,0 1,-1 1,1 5,-5-17,0 0,0 1,0-1,0 1,-1 0,1-1,-1 1,0-1,1 1,-1 0,0-1,-1 1,1 0,0-1,-1 1,1-1,-1 1,0-1,0 1,0-1,0 1,0-1,-1 0,1 0,-1 1,0-1,1 0,-1 0,0-1,0 1,0 0,0-1,0 1,-1-1,1 0,0 1,-1-1,1 0,-1 0,1-1,-1 1,-1 0,-3 1,-1 0,1-1,-1 1,1-2,-1 1,0-1,1 0,-1 0,1-1,-1 0,1-1,-1 1,1-1,0-1,-1 1,1-1,-4-3,9 5,1 0,0 0,0 0,0-1,0 1,1 0,-1 0,0 0,0-1,1 1,-1 0,1-1,-1 1,1-1,0 1,-1 0,1-1,0 1,0-1,0 1,0-1,0 1,0-1,0 1,1 0,-1-1,1 1,-1-1,1 1,-1 0,1-1,0 1,-1 0,1 0,0-1,39-38,-17 25,1 0,0 2,1 1,1 1,0 1,0 1,1 1,0 2,0 0,0 2,1 1,6 1,-31 2,-1-1,1 1,0-1,-1 1,1 0,0 0,-1 0,1 0,0 1,-1-1,1 1,0 0,-1 0,1 0,-1 0,0 0,1 0,-1 0,0 1,1-1,-1 1,0 0,0 0,0 0,-1 0,1 0,0 0,-1 0,1 0,-1 1,0 0,6 62,-8-58,1 0,0 0,1 0,-1 0,1 0,0 0,1-1,0 1,0 0,0-1,1 1,0-1,1 1,25 14,-13-16</inkml:trace>
  <inkml:trace contextRef="#ctx0" brushRef="#br0" timeOffset="-4011.396">3040 5174,'13'0,"19"0,4 0</inkml:trace>
  <inkml:trace contextRef="#ctx0" brushRef="#br0" timeOffset="-3443.547">3629 5241,'-14'-2,"1"-1,0 0,0 1,0 1,-1 0,1 0,0 2,-1-1,1 2,0 0,0 0,0 1,0 1,-7 3,18-6,0 0,0 0,0 1,0-1,0 1,0 0,0-1,0 1,1 0,-1 0,1 0,-1 0,1 0,0 0,0 1,0-1,0 0,0 1,0-1,1 0,-1 1,1-1,-1 1,1-1,0 1,0-1,0 1,1-1,-1 1,1-1,-1 1,1-1,0 0,0 2,2 3,1 1,0-1,0 0,1 0,0 0,0 0,1-1,-1 0,7 4,10 8,1-1,0-2,2 0,0-2,2 0,23 13,-1 8,-48-33,0 0,0 0,0 0,-1 0,1 0,0 0,-1 0,1 0,0 1,-1-1,1 0,-1 0,0 0,0 1,1-1,-1 0,0 0,0 1,0-1,0 0,0 0,0 1,-1-1,1 0,0 0,-1 1,1-1,0 0,-1 0,0 0,1 0,-1 1,0-1,1 0,-1 0,0-1,0 1,0 0,0 0,0 0,0 0,0-1,0 1,0 0,-12 6,0 0,0 0,-1-1,0-1,0 0,0-1,-1 0,-7 0,22-4,-1 1,-1 0,1-1,0 1,0-1,-1 1,1 0,0-1,-1 0,1 1,-1-1,1 0,0 0,-1 0,1 0,-1 0,1 0,0 0,-1 0,1-1,-1 1,1 0,0-1,-1 0,1 1,0-1,0 1,-1-1,1 0,0 0,0 0,0 0,0 0,0 0,0 0,0 0,1 0,-1 0,0-1,0 1,1 0,-1-1,40-63,23-10,-21 27,-1-2,-3-2,-3-1,-1-1,15-39,-36 67,-1 0,-1-1,-2 0,-1 0,0-1,-3 0,0-1,-1 1,-2 0,-1-1,-1 1,-2-1,-1 1,-1 0,-1 0,-1 1,-4-5,-18-12,29 43,-1 1,0 0,0 0,1 0,-1 0,0 0,0 1,1-1,-1 0,0 0,1 0,-1 1,0-1,1 0,-1 1,0-1,1 0,-1 1,1-1,-1 1,1-1,-1 1,1-1,-1 1,1 0,-1-1,1 1,0 0,-1-1,1 1,0 0,-1-1,1 1,0 0,0-1,0 1,0 0,0 0,0-1,0 1,0 0,0 0,0-1,0 2,-3 27,2 1,0-1,2 1,1-1,2 1,1-1,4 13,26 115,7-1,29 64,-62-193,1 0,1-1,1 0,1-1,1 0,9 10,-6-17</inkml:trace>
  <inkml:trace contextRef="#ctx0" brushRef="#br0" timeOffset="-3196.679">3615 5053,'20'5,"28"1,30 0,27-1,23-2,13 1,-1 3,-9 6,-27 1</inkml:trace>
  <inkml:trace contextRef="#ctx0" brushRef="#br0" timeOffset="-2287.987">4685 5281,'-60'-1,"17"0,0 1,0 2,0 2,0 2,-16 5,50-8,0 0,1 0,0 1,0 0,0 0,0 1,1 0,0 0,0 1,0 0,-1 2,6-6,0 0,0 0,0 0,1 1,-1-1,0 1,1-1,0 1,0 0,0-1,0 1,0 0,0 0,1 0,-1 0,1-1,0 1,0 0,0 0,0 0,0 0,1 0,-1 0,1 0,0-1,0 1,0 0,0 0,1-1,-1 1,0-1,1 1,0-1,0 0,1 2,4 2,1-1,0 1,0-2,1 1,-1-1,1 0,0 0,0-1,0-1,1 1,-1-1,0-1,1 0,0 0,-1-1,1 0,-1-1,1 0,-1-1,1 1,-1-2,0 1,0-2,0 1,0-1,0 0,1-2,-2 2,0-1,0 0,-1-1,1 0,-1 0,-1-1,1 1,-1-1,0-1,-1 1,1-1,-2 0,1 0,-1-1,0 1,-1-1,0 0,0 0,-1 0,0 0,0-7,-3 0,-9 26,6 3,0 0,1 0,1 0,0 1,1-1,0 1,1-1,0 1,1-1,1 0,0 1,1-1,0 0,1 0,1 0,3 6,-6-15,-1 0,1 0,0-1,1 1,-1 0,0-1,1 0,0 0,0 0,0 0,0 0,0-1,1 1,-1-1,1 0,-1 0,1 0,0 0,0-1,0 1,0-1,0 0,0 0,0-1,0 1,0-1,1 0,-1 0,0 0,0-1,0 0,0 1,0-1,0-1,0 1,0-1,0 1,0-1,0 0,5-8,-1 0,1 0,-1-1,-1 0,0-1,-1 0,0 0,-1 0,0 0,-1-1,0 0,-1 0,0 0,-1-4,15-88,-4-2,-4 1,-6-2,-4 0,-6-52,3 151,0 24,-4 48,4 0,3 54,1-83,2 206,12 10,-5-191,-8-59,0 0,0 0,0 0,0 0,0 0,1 0,-1 0,0 0,0-1,0 1,0 0,0-1,0 1,0-1,0 1,-1-1,1 1,0-1,0 0,0 1,0-1,-1 0,1 0,0 1,-1-1,1 0,-1 0,1 0,-1 0,1 0,-1 0,1 0,-1 0,0 0,0 0,0 0,1 0,-1 0,0-1,1 0,15-33,-13 25,1 0,0 0,1 1,0-1,0 1,1 0,0 0,1 1,0-1,0 2,1-1,0 1,0 0,1 1,0-1,3 0,-9 6,-1 0,1 1,0-1,0 1,0 0,0 0,-1 0,1 0,0 0,0 0,0 1,0 0,-1-1,1 1,0 0,0 0,-1 1,1-1,-1 0,1 1,-1 0,0-1,0 1,1 0,-1 0,0 0,-1 1,1-1,0 0,-1 1,1-1,-1 1,1 1,32 93,-29 19,-5-112,-1 0,1 0,-1 0,0 0,0 0,-1 0,1 0,-1-1,0 1,0 0,0-1,0 1,0-1,-1 0,0 0,0 0,0 0,0 0,0-1,0 1,-1-1,1 0,-1 0,0 0,1 0,-3 0,4-1,0-1,0 1,0-1,1 0,-1 0,0 1,0-1,0 0,0 0,0-1,1 1,-1 0,0-1,0 1,0-1,0 1,1-1,-1 0,0 0,1 0,-1 0,1 0,-1 0,1 0,-1-1,1 1,0 0,0-1,0 1,-1-1,1 0,1 1,-1-1,0 0,0 1,1-1,-1 0,1 0,-1-1,-3-76,7 64,1 0,1 0,0 0,1 1,0-1,2 1,-1 1,2-1,0 2,0-1,1 1,1 0,0 1,0 1,1-1,0 2,1 0,0 0,1 1,6-2,-19 9,1 0,0-1,-1 1,1 0,0 1,0-1,0 0,0 0,0 1,0-1,0 1,0 0,0-1,0 1,0 0,0 0,0 0,0 1,0-1,0 0,0 1,0-1,0 1,0 0,-1 0,1-1,0 1,0 0,0 1,-1-1,1 0,-1 0,1 1,-1-1,1 1,-1-1,0 1,1 0,10 108,-11-84,-2-17,1 0,1 0,-1 0,1 0,1 0,0 0,0 0,1-1,0 1,0-1,4 6,20 2,-13-15</inkml:trace>
  <inkml:trace contextRef="#ctx0" brushRef="#br0" timeOffset="-2032.025">5312 4840,'-4'2,"2"6,9 7,11 9,1 0</inkml:trace>
  <inkml:trace contextRef="#ctx0" brushRef="#br0" timeOffset="-1779.226">5620 5294,'27'-28,"-1"0,-1-2,-2-1,-1-1,-2-1,-1 0,-2-2,-1 0,-1-1,-3 0,0-1,-3 0,-1-1,-2 0,-1 0,-2-11,-1 38,-1 0,-1-1,0 1,-1 0,0 0,0 0,-1-1,-1 2,0-1,0 0,-1 0,-1 1,1 0,-2 0,1 0,-1 1,-1 0,0 0,-4-4,9 11,-1 1,0-1,1 1,-1 0,0 0,0 0,0 0,0 0,0 0,0 1,0 0,0-1,0 1,0 0,0 1,0-1,0 0,0 1,0 0,0 0,0 0,0 0,0 0,1 0,-1 1,0-1,1 1,-2 1,-59 67,51-49,1 1,1 1,1 0,2 0,0 0,1 1,1 0,1 1,1-1,2 1,0-1,3 15,0 1,3-1,2 0,1 0,1-1,3 0,1 0,9 16,-9-24,2-1,1 0,1-2,7 10,-17-29,-1 1,1-1,0-1,1 1,0-1,0 0,1-1,0 0,0-1,0 1,1-2,-1 1,1-1,0-1,2 1,33 1,-3-4</inkml:trace>
  <inkml:trace contextRef="#ctx0" brushRef="#br0" timeOffset="-5945.899">260 5160,'-24'40,"2"1,1 1,3 1,1 0,2 2,0 12,-60 228,72-277,5-22,96-468,-46 188,-50 285,18-37,-19 46,0 0,0 0,0 1,1-1,-1 0,0 1,0-1,0 1,0 0,0-1,0 1,0 0,0 0,0-1,0 1,0 0,0 0,-1 0,1 0,0 0,-1 0,1 0,0 0,-1 1,0-1,1 0,-1 0,0 0,1 2,0 0,22 53,-2 2,-2 0,-2 10,2 1,33 119,-2 36,-31-132,-16-84</inkml:trace>
  <inkml:trace contextRef="#ctx0" brushRef="#br0" timeOffset="-5234.176">45 5495,'-44'0,"322"-54,-267 52,35-6,1 2,0 2,0 2,0 2,39 5,-80-4,1 0,0 0,-1 0,1 1,-1 0,1 1,-1-1,0 1,0 0,0 1,0 0,-1 0,1 0,-1 0,0 1,-1 0,1 0,-1 0,0 0,0 1,0 0,-1-1,0 2,0-1,0 0,6 51,-9-49,0 0,1 0,1 0,-1-1,1 1,0 0,1-1,0 1,3 6,-4-13,-1 1,1 0,-1 0,1-1,0 1,0-1,0 0,0 1,0-1,0 0,0 0,0 0,0 0,1-1,-1 1,0-1,0 1,1-1,-1 0,0 0,1 0,-1 0,0 0,1 0,-1-1,0 1,1-1,0 0,60-27,-47 17,-1-1,-1 0,0-1,0-1,-2 0,0-1,0 0,-1-1,-1 0,-1 0,0-1,-1-1,2-7,-7 96,-3-64,0-1,0 0,1 0,0 1,0-1,0 0,1 0,0 0,0 0,0 0,1-1,0 1,0-1,0 1,1-1,0 0,0 0,0-1,1 1,-1-1,1 0,0 0,0 0,0-1,1 0,-1 0,1 0,0-1,0 0,0 0,0 0,0-1,0 0,0 0,1-1,-1 1,0-1,5-1,-4-1,0 0,0 0,0-1,0 0,-1-1,1 1,-1-1,0 0,0-1,0 1,-1-1,0 0,0-1,0 1,0-1,-1 0,0 0,0-1,-1 1,1-1,-1 0,3-8,-1 1,0-1,-1 0,-1 0,0 0,-1-1,-1 1,0-1,-1-8,-3 6,-13 48,13-19,0 0,1 0,1 0,0 1,0-1,1 1,0-1,1 0,1 1,0-1,0 0,1 0,0 0,1 0,1 0,-1-1,2 0,-1 0,1 0,1-1,0 0,0 0,1 0,0-1,6 4,4-2,0-2,1 0,0-1,0-1,0-1,1 0,0-2,0 0,0-1,0-1,0-1,1-1,-1-1,0 0,0-2,2-1,51-9</inkml:trace>
  <inkml:trace contextRef="#ctx0" brushRef="#br0" timeOffset="1761.572">807 7420,'-17'0,"0"1,-1 1,1 0,0 1,0 1,0 1,1 0,0 1,0 1,0 1,1 0,0 1,0 0,-6 6,-12 7,2 0,0 2,2 1,1 1,1 2,1 1,1 1,2 1,1 1,1 0,2 2,2 1,1 0,-10 32,23-62,1 1,0 0,0 0,0 0,1 0,0 0,0 0,0 0,1 1,0-1,0 0,1 0,-1 0,1 0,1 1,-1-1,1-1,0 1,1 0,-1 0,1-1,0 1,0-1,1 0,0 0,0 0,0-1,0 1,1-1,-1 0,1 0,0 0,1-1,-1 0,1 0,9-1,1-1,-1-1,1 0,0-1,-1-1,1-1,-1 0,0 0,0-2,0 0,0-1,-1 0,0-1,0 0,-1-2,0 1,0-2,3-2,13-10,0 0,-1-2,-1-2,-2 0,0-1,-2-2,-1 0,-2-1,0-2,-2 0,-2 0,-1-2,-1 0,-2-1,-1 0,-2 0,-2-1,-1 0,-2-1,0-16,-4 33,-1 0,0 0,-2 1,0-1,-1 1,-1 0,-2-4,5 15,-1 1,0 0,0 1,-1-1,1 1,-2-1,1 1,-1 0,1 0,-2 1,1 0,-1 0,1 0,-1 0,-1 1,1 0,-1 0,1 1,-1 0,-3-1,4 3,0-1,1 1,-1 0,-1 1,1-1,0 1,0 0,0 1,0 0,0 0,0 0,0 0,1 1,-1 0,0 0,1 1,-1 0,1 0,0 0,0 0,0 1,0 0,1 0,-1 0,1 1,0-1,0 1,1 0,-8 9,1 1,1 0,1 0,0 1,1 0,0 0,1 1,1-1,0 7,0 8,1 1,2-1,1 0,1 1,2-1,1 1,1-1,2 0,1 0,6 13,14 35,3-1,4-2,16 24,96 156,-142-250,1 0,-1 1,1 0,-1 0,-1 1,1-1,-1 1,0-1,-1 1,0 0,0 0,-1 0,0 0,0 1,-1-1,0 0,-1 6,-32 19,10-25</inkml:trace>
  <inkml:trace contextRef="#ctx0" brushRef="#br0" timeOffset="2079.327">1075 7300,'21'0,"17"0,14 0,8-2,4-1,3-3,2 1,-3-2,-7 0,-9 0,-14 1</inkml:trace>
  <inkml:trace contextRef="#ctx0" brushRef="#br0" timeOffset="2361.84">1462 6993,'-11'20,"-4"23,0 20,4 15,2 10,4 7,3 2,1 1,1-16</inkml:trace>
  <inkml:trace contextRef="#ctx0" brushRef="#br0" timeOffset="3344.227">1944 7781,'7'2,"13"1,15 0,15-1,13 0,9-1,4-3,-4-1,-11 0,-14 1</inkml:trace>
  <inkml:trace contextRef="#ctx0" brushRef="#br0" timeOffset="3608.632">1998 8075,'25'11,"24"4,22 0,17-6,9-6,-2-6,-18-2</inkml:trace>
  <inkml:trace contextRef="#ctx0" brushRef="#br0" timeOffset="5100.549">3080 6725,'5'27,"1"28,4 24,3 26,1 30,1 28,0 29,-2 24,-4 12,-1 5,-2-3,0-9,0-13,-2-16,1-19,-1-20,0-22,-1-34</inkml:trace>
  <inkml:trace contextRef="#ctx0" brushRef="#br0" timeOffset="6241.861">3601 7353,'-1'-3,"-1"0,1 0,0 0,0 0,0-1,0 1,1 0,0-1,-1 1,1-1,0 1,0-1,1 1,-1 0,1-1,0 1,0-2,0-2,41-254,-42 242,-1 19,1 0,-1 0,0 1,0-1,1 0,-1 0,0 0,0 1,1-1,-1 0,0 1,1-1,-1 0,1 1,-1-1,0 1,1-1,-1 1,1 0,-1-1,1 1,0-1,-1 1,1 0,0-1,-1 1,1 0,0-1,0 1,-1 0,1 0,0-1,0 1,0 0,0 0,0-1,0 2,-13 58,13-59,0 1,0 0,1 0,-1-1,1 1,-1 0,1-1,-1 1,1 0,0-1,0 1,0-1,0 1,0-1,0 0,0 1,1-1,-1 0,0 0,1 0,-1 0,1 0,-1 0,1 0,-1 0,1-1,0 1,-1-1,1 1,0-1,-1 0,1 1,1-1,11 1,0-1,0 0,0-1,0 0,-1-1,1-1,0 0,6-3,58-10,-75 16,0 0,0 1,0 0,-1-1,1 1,0 0,0 1,0-1,-1 0,1 1,0 0,-1-1,0 1,1 0,-1 0,0 0,0 1,0-1,0 1,0-1,-1 1,1-1,-1 1,0 0,1 0,-1-1,-1 1,1 0,0 0,-1 0,1 0,-1 0,0 0,0 0,0 1,0-1,-1 0,0 1,2 4,53 504,-52-482,5 28,-3 0,-2 0,-3 0,-2 0,-4 12,5-59,-1-1,0 1,0-1,-1 0,0 0,-1 0,0 0,0-1,-1 0,-2 2,5-7,0-1,0 1,-1-1,1 0,-1 0,0 0,0-1,0 1,0-1,0 0,0 0,0 0,-1-1,1 0,-1 0,1 0,-1 0,0 0,1-1,-1 0,0 0,1 0,-1-1,-3 0,-1-2,0 1,-1-2,2 1,-1-1,0-1,1 1,-1-2,1 1,1-1,-1 0,1 0,0-1,0 0,1-1,0 0,-9-12,1 0,1-1,0 0,2-1,-3-9,3 4,1 0,1-1,1 0,2 0,1-1,1 0,1-2,2 26,1 0,0-1,0 1,1 0,-1 0,1-1,0 1,0 0,1 0,0 0,0 0,0 1,0-1,1 0,0 1,0 0,0-1,0 1,1 0,-1 1,1-1,0 1,0-1,1 1,-1 0,0 1,1-1,0 1,3-1,48-18,1 3,0 3,1 2,18 0,-39 6,62-11</inkml:trace>
  <inkml:trace contextRef="#ctx0" brushRef="#br0" timeOffset="9578.385">3629 8730,'2'-16,"8"-7,8 0,11 4,12 5,12 7,11 10,13 6,9 4,8 0,2-3,-15-2</inkml:trace>
  <inkml:trace contextRef="#ctx0" brushRef="#br0" timeOffset="8924.905">3749 9024,'0'11,"0"16,0 16,0 17,0 15,0 7,0 4,0-1,0-7,0-9,0-14,0-17</inkml:trace>
  <inkml:trace contextRef="#ctx0" brushRef="#br0" timeOffset="9302.046">4136 9011,'-12'31,"-1"-1,-2 0,-1 0,-1-2,-1 0,-2-1,-21 23,-104 106,130-141,15-14,0 0,0 0,0 0,1-1,-1 1,0 0,0-1,1 1,-1 0,1-1,-1 1,0 0,1-1,-1 1,1 0,-1-1,1 1,0-1,-1 0,1 1,0-1,-1 1,1-1,0 0,-1 1,1-1,0 0,0 0,-1 0,1 1,0-1,0 0,-1 0,1 0,0 0,0 0,0-1,-1 1,1 0,0 0,0 0,-1-1,1 1,0-1,6 2,34 8,-1 3,0 1,0 1,-1 3,-1 1,17 12,45 19,18-2,-117-47,1 1,0-1,-1 0,1 1,0-1,0 0,-1 0,1 0,0 0,0-1,-1 1,1 0,0-1,0 1,-1-1,1 0,-1 1,1-1,0 0,-1 0,1 0,-1 0,0 0,10-13</inkml:trace>
  <inkml:trace contextRef="#ctx0" brushRef="#br0" timeOffset="7839.663">5059 7113,'-10'-2,"-1"0,1 1,0 0,0 1,0 0,-1 1,1 0,0 1,0 0,0 0,0 1,0 0,1 1,0 0,-1 1,1 0,1 0,-1 1,1 0,0 0,0 1,1 0,0 0,0 1,0 0,1 0,-4 8,-4 5,1 1,1 0,0 0,2 1,1 1,1 0,1 0,0 1,2-1,2 1,0 0,0 16,3-32,1 1,0-1,0 0,1 1,0-1,0 0,1 0,1 0,-1 0,1-1,4 6,-6-10,1-1,-1 1,1-1,0 0,0 1,0-2,0 1,1 0,-1-1,1 1,0-1,-1 0,1 0,0 0,0-1,1 0,-1 0,0 0,0 0,0 0,1-1,-1 0,0 0,1 0,-1 0,2-1,11-4,-1-1,-1-1,1-1,-1 0,0 0,-1-2,0 0,0-1,-1 0,-1 0,0-2,0 0,-2 0,1-1,-2 0,0 0,5-11,5-9,-1 0,-2-1,-1-1,-2 0,-2-1,-1 0,-2-1,-1 0,-2 0,-1-28,-9-30,4 92,1 1,-1-1,0 0,0 0,-1 1,1-1,-1 0,0 1,0 0,0-1,0 1,0 0,-1 0,0 0,1 1,-1-1,0 0,0 1,-1 0,1 0,0 0,-4-2,2 3,1 1,-1-1,0 0,0 1,1 0,-1 0,0 1,1-1,-1 1,0 0,1 0,-1 1,1-1,-1 1,1 0,0 0,0 1,0-1,0 1,-1 0,-70 66,65-57,0-1,0 1,2 0,-1 1,2 0,0 1,0 0,1 0,1 0,0 0,1 1,1 0,0 0,1 0,1 0,0 0,1 0,1 0,0 0,1 1,0-1,2-1,-1 1,6 10,10 13,3-2,0 0,3-1,1-1,1-2,14 12,-4-2,-17-19,-6-9,-1 0,0 1,-1 1,0 0,-2 0,0 1,-1 0,0 1,-2 0,3 8,-10-25,1 0,-1 0,1 0,-1 1,0-1,1 0,-1 0,0 1,0-1,0 0,0 1,0-1,0 0,0 1,0-1,0 0,-1 1,1-1,-1 0,1 0,-1 1,1-1,-1 0,0 0,1 0,-1 0,0 0,0 0,0 0,0 0,0 0,0 0,0-1,0 1,0 0,0-1,0 1,-2 0,-9-2</inkml:trace>
  <inkml:trace contextRef="#ctx0" brushRef="#br0" timeOffset="8096.857">4711 6765,'16'-7,"21"-2,23 0,21 2,22 0,16 1,9 2,-2 3,-16 7,-26 2</inkml:trace>
  <inkml:trace contextRef="#ctx0" brushRef="#br0" timeOffset="11176.524">5153 8837,'-23'10,"1"1,1 0,0 2,0 1,2 0,0 1,0 2,1 0,1 0,1 2,-5 8,5-11,1 2,1 0,1 1,0 0,1 1,1 0,2 1,-1 0,2 1,1 0,1 0,1 0,0 1,0 19,5-35,1 0,0 0,0 0,0 0,1 0,0 0,0 0,0-1,1 1,0-1,1 0,-1 0,1 0,0 0,1 0,-1-1,1 0,0 0,1 0,-1-1,1 0,0 0,0 0,0-1,0 0,1 0,-1 0,1-1,0 0,-1 0,1-1,0 0,0 0,5 0,0-1,1 0,-1-1,1 0,-1-1,1 0,-1-1,0-1,0 0,0 0,-1-1,1-1,-1 0,0 0,-1-1,0-1,5-4,2-3,0 0,-2-1,0-1,0-1,-2 0,0-1,-1 0,8-18,-6 5,-1-1,-2 0,-1-1,-1-1,-2 1,-2-1,-1 0,-1-1,-3-33,0 57,-1-1,-1 1,0-1,0 1,-1 0,-1 0,0 0,0 0,-3-3,4 11,1 0,-1 0,0 0,0 0,0 0,0 0,0 1,-1 0,0-1,0 1,0 1,0-1,0 1,-1-1,1 1,0 0,-1 1,0-1,0 1,1 0,-1 0,0 1,0-1,0 1,0 0,-7 1,1 1,-1 1,1 0,0 0,0 1,0 0,1 1,-1 1,1-1,0 1,1 1,0 0,0 0,0 1,1 0,0 1,0 0,1 0,1 0,-1 1,1 0,1 0,0 1,0 0,1-1,1 1,0 1,0-1,1 0,0 1,1-1,1 1,0 0,0 0,2 4,1 0,0 0,1 0,1-1,0 1,1-1,1 0,0-1,1 0,0 0,2 0,7 8,20 22,3-1,41 33,-65-61,48 43,-19-19,-1 3,-2 1,-2 1,-1 4,-36-44,0-1,0 0,0 1,-1 0,1-1,-1 1,0 0,0 1,-1-1,1 0,-1 0,0 1,0-1,0 0,0 1,-1-1,0 1,0-1,0 1,-1-1,1 1,-10 10</inkml:trace>
  <inkml:trace contextRef="#ctx0" brushRef="#br0" timeOffset="12762.933">6168 6618,'4'1,"-1"1,0 0,0 0,0 0,0 0,0 0,0 1,-1-1,1 1,-1 0,1 0,-1 0,0 0,0 0,-1 0,1 0,-1 1,1-1,-1 1,0-1,0 1,-1-1,1 1,-1 0,0-1,0 1,0 1,1 0,34 326,74 721,-75-734,-8 179,-13 21,7-410,0-15,-20-93,0-1,0 1,0 0,0 0,0-1,0 1,0 0,0 0,0-1,0 1,0 0,0 0,0-1,0 1,0 0,0 0,0-1,0 1,0 0,0 0,1-1,-1 1,0 0,0 0,0 0,0-1,1 1,-1 0,0 0,0 0,0 0,1 0,-1-1,0 1,0 0,1 0,-1 0,0 0,0 0,1 0,-1 0,0 0,0 0,1 0,-1 0,0 0,0 0,1 0,-1 0,0 0,0 0,1 0,-1 0,0 0,0 0,1 1,-1-1,0 0,0 0,0 0,1 0,-1 1,2-14</inkml:trace>
  <inkml:trace contextRef="#ctx0" brushRef="#br0" timeOffset="17724.038">7906 14,'0'-1,"0"1,0-1,0 1,0 0,0-1,0 1,0-1,0 1,0-1,1 1,-1 0,0-1,0 1,0-1,0 1,1 0,-1-1,0 1,0 0,1-1,-1 1,0 0,0-1,1 1,-1 0,1 0,-1-1,0 1,1 0,-1 0,0 0,1 0,-1-1,1 1,-1 0,0 0,1 0,-1 0,1 0,-1 0,1 0,-1 0,0 0,1 0,-1 0,1 0,-1 1,1-1,-1 0,0 0,1 0,-1 1,53-4,0 2,0 3,48 9,-97-11,54 7,-1 2,0 2,-1 3,0 2,-1 3,-1 2,18 12,-46-20,0 2,-1 0,0 2,-2 1,0 0,-1 2,0 1,-2 0,-1 2,-1 0,0 1,-2 1,-1 0,-1 1,3 11,-6-6,-1 0,-2 0,-1 0,-1 1,-2 0,-2 1,0-1,-2 0,-2 0,-4 24,-10 42,-4-1,-28 79,18-73,-13 30,7 1,5 1,6 2,6 0,3 53,15-156,2 0,2 1,1-1,1-1,2 1,2-1,1 0,1-1,1 0,2 0,2-2,1 0,1-1,1 0,1-2,2 0,1-2,1 0,0-2,3 0,-8-7,2-1,0-1,1-1,0-1,1-1,0-1,1-1,0-1,8 1,-20-6,0-1,0 0,1 0,-1-2,1 1,-1-2,1 1,-1-2,1 0,-1 0,0-1,0-1,0 0,-1 0,1-1,-1-1,0 0,0-1,4-3,-6 3,0 0,0-1,-1 0,-1 0,1-1,-1 0,-1 0,0-1,0 0,0 0,-2 0,1 0,-1-2,-5 13,1-1,-1 0,1 1,-1-1,1 0,-1 0,1 1,-1-1,1 0,-1 0,0 0,1 0,-1 0,1 0,-1 0,0 0,1 0,-1 0,1 0,-1 0,0-1,1 1,-1 0,1 0,-1-1,1 1,-1 0,1-1,-1 1,1 0,-1-1,1 1,-1-1,1 1,0 0,-1-1,1 1,0-1,-1 1,1-1,0 0,0 1,0-1,-1 1,1-1,0 1,0-1,0 0,0 1,0-1,0 1,0-1,-21 24,1 2,1 0,1 2,1 0,2 0,-5 13,-3 10,2 0,2 1,2 0,3 2,2 0,2 0,3 1,0 42,4 391,6-291,-27 953,21-1065,-8 272,16 0,35 216,9-214,35 371,-56 21,-22-616,-5 0,-6 0,-15 84,1-107,-5-1,-36 100,52-193,-1 0,-1-1,0 0,-1-1,-1 0,0 0,-1-2,-1 1,0-2,0 0,-10 6,-14 14,33-26,-1-1,0 0,1 0,-2 0,1-1,0 0,-1 0,0-1,0 0,0 0,0 0,0-1,-1 0,1-1,-1 1,1-2,-1 1,1-1,-1 0,0 0,1-1,-1 0,-1-1,-213-40,152 39,-1 4,1 2,0 4,-29 8,-13-6,76-13</inkml:trace>
  <inkml:trace contextRef="#ctx0" brushRef="#br0" timeOffset="54462.081">2131 2888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8:58.9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0,'15'7,"13"5,8 2,8-2,4 1,4-3,-1 0,-1-3,-8-1,-8-3,-10-1</inkml:trace>
  <inkml:trace contextRef="#ctx0" brushRef="#br0" timeOffset="277.09">94 294,'20'12,"16"5,14 1,9-1,8-4,3-3,-3-4,-10-2,-14-3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9:24.30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1728 3116</inkml:trace>
  <inkml:trace contextRef="#ctx0" brushRef="#br0" timeOffset="69964.347">765 81,'-6'-6,"0"0,-1 0,0 0,-1 1,1 0,-1 1,0-1,0 1,0 1,-1 0,1 0,-1 0,1 1,-1 1,0-1,0 2,0-1,0 1,0 0,0 1,0 0,-2 1,-18 4,0 2,1 1,0 2,0 0,1 2,1 1,0 1,1 1,-16 14,15-4,0 1,2 2,0 1,3 0,0 1,2 2,2 0,0 1,3 0,-4 15,7-25,1 1,1 0,1 1,1 0,2 0,0 0,2 1,0 4,7 354,16-221,-4-76,14 133,-30-210,1 0,-1 0,1-1,1 1,0-1,1 1,0-1,0 0,1 0,1 0,-1-1,2 1,-1-1,1 0,1-1,-1 1,3 0,1 1,0-1,1 0,0-1,0 0,1-1,0 0,0-1,0 0,1-1,0 0,0-1,4 0,288 62,-222-60,54 11,-112-10,-4 0,0-1,1 0,0-2,0-1,15 0,75 6,5 3,27 14,-93-20,-1-3,1-3,13-2,18 1,-44-3,1-1,-1-1,0-3,-1 0,0-3,34-16,-19 10,166-76,-207 90,-1 1,-1-1,1-1,0 0,-1 0,0-1,-1 0,1-1,-1 0,0 0,-1 0,1-1,-2-1,1 1,-1-1,0 0,-1 0,0-1,1-4,11-36,-3 0,-3-1,2-22,-7 16,-3-1,-2 0,-2 1,-4-1,-1 1,-13-46,8 44,-3 1,-3 0,-2 1,-3 1,-2 1,-2 1,-3 1,-5-4,-13-31,38 69,-1-1,0 1,-1 1,-1 0,-1 0,-15-14,-138-105,141 122,0 1,0 2,-2 0,1 2,-2 0,1 2,-1 1,-26-2,-7-5,-43-7,0 4,0 5,-1 4,-33 5,127 3,-193 0,-94 17,224-9</inkml:trace>
  <inkml:trace contextRef="#ctx0" brushRef="#br1" timeOffset="80074.024">325 2153,'-4'1,"1"0,-1 1,1 0,0-1,0 1,-1 0,1 1,0-1,1 1,-1-1,0 1,1 0,0 0,-1 0,1 0,0 0,0 0,0 2,-9 21,1 0,1 0,1 1,2 0,1 0,0 1,3-1,0 1,1 0,2 0,2 7,3 65,5 0,24 96,-15-85,-11-60,1 0,3 0,1-1,3-1,3 0,1-2,2 0,2-2,3 0,11 11,-10-18,1-1,3-2,1-1,1-2,2-1,1-2,1-2,1-1,2-2,0-2,24 8,1-9,1-3,1-3,0-3,1-3,0-3,1-3,57-6,-61-2,-1-3,0-2,-1-4,0-2,-1-4,-1-2,-1-2,11-10,-41 19,0-1,-1-2,-1-1,-1-1,0-2,-2 0,0-2,-2-1,2-4,18-28,-3-1,-2-3,-2 0,5-20,-23 34,-3-1,-1 0,-3-1,-2-1,-2 0,-2-1,-3 1,-2-1,-2-27,0 55,0 1,-2-1,0 1,-2-1,0 1,-2 0,0 1,-1-1,-1 1,-4-4,-127-241,134 253,0 0,-1 1,0 0,-1 0,0 1,-1 0,-1 0,1 1,-2 0,1 0,-1 1,-1 0,0 1,0 0,-10-5,18 12,-16-7,0 0,0-2,1 0,1-1,0-1,0-1,-8-8,5 4,0 1,-1 1,-1 1,0 1,-20-8,-19-12,42 24,0 2,0 0,0 1,-1 0,1 2,-1 1,0 0,-1 1,1 2,0 0,-19 2,37-2,-149-13,-296 13,218 24,148-12,-169 6,232-17,0 0,0 1,-1 1,1 1,1 1,-1 0,-4 3,-132 46,108-22,45-32,0 0,0 0,1 1,-1-1,0 0,1 0,-1 0,0 0,0 0,1 0,-1 0,0 0,0 0,1 0,-1 0,0-1,0 1,1 0,-1 0,0-1,1 1,-1-1,0 1,1 0,-1-1,1 1,-1-1,1 1,-1-1,1 0,-1 1,1-1,-1 1,1-1,0 0,-1 1,1-1,0 0,0 0,-4-4,-12-15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38:15.758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1795,'16'3,"14"0,16-1,11 1,5-2,2 0,-7 0,-7 1,-13 4,-15 4,-11 1</inkml:trace>
  <inkml:trace contextRef="#ctx0" brushRef="#br0" timeOffset="170.942">41 2143,'18'0,"18"0,13 0,13 0,7 0,2 0,-3 0,-13 0</inkml:trace>
  <inkml:trace contextRef="#ctx0" brushRef="#br0" timeOffset="7540.15">3196 1060,'-10'2,"1"0,-1 1,1 0,0 0,0 1,0 1,0-1,1 1,0 1,0 0,0 0,1 0,0 1,0 0,0 0,1 1,0 0,-4 8,-2 4,1 0,2 1,0 0,0 1,2-1,1 1,-2 15,3-14,0-1,2 1,1 0,0 0,2 0,0 0,2 0,1 0,0 0,2-1,6 19,-9-36,0 0,1 1,0-1,0 0,1-1,-1 1,1-1,0 1,0-1,1 0,-1 0,1-1,0 1,0-1,0 0,0-1,1 1,-1-1,1 0,-1 0,1-1,0 0,-1 0,1 0,0 0,3-1,4 0,-1-1,1 0,-1-1,1-1,-1 1,0-2,0 0,0 0,0-1,-1-1,11-6,-6 1,0-1,-1-1,0 0,-1-1,-1 0,0-1,-1-1,0 0,-1 0,-1-1,-1-1,0 1,2-11,3-11,-1-1,-2 0,-2 0,-1-1,1-39,-6 60,-1-1,-1 1,0-1,-2 0,0 1,-2-1,0 1,-1-1,-1 1,-1 0,-6-12,8 26,0 0,-1 1,1 0,-1 0,-1 0,1 0,-1 1,1 0,-1 0,0 1,-1 0,1 0,0 0,-1 1,0-1,1 2,-1-1,0 1,0 0,0 0,0 1,0 0,0 0,0 1,0 0,0 0,0 1,0-1,0 1,1 1,-1 0,1 0,0 0,0 0,0 1,0 0,0 0,1 1,0 0,0 0,0 0,0 0,1 1,0-1,0 1,1 0,-2 5,-5 16,2 0,1 0,1 1,2 0,0 0,2 1,1-1,2 0,0 1,2-1,2 3,1 21,2-1,3 0,2-1,2 0,3-1,1 0,3-2,1 0,19 23,18 10,-35-56</inkml:trace>
  <inkml:trace contextRef="#ctx0" brushRef="#br0" timeOffset="7848.406">3771 1849,'28'-196,"-25"158,9-117,-12 155,0 1,0-1,0 0,0 0,0 1,0-1,0 0,0 0,0 0,0 1,1-1,-1 0,0 0,0 1,0-1,0 0,1 0,-1 0,0 0,0 0,0 1,1-1,-1 0,0 0,0 0,1 0,-1 0,0 0,0 0,1 0,-1 0,0 0,0 0,1 0,-1 0,0 0,0 0,1 0,-1 0,0 0,0 0,1 0,-1 0,31 184,25 79,-50-232</inkml:trace>
  <inkml:trace contextRef="#ctx0" brushRef="#br0" timeOffset="8371.442">2915 686,'0'-1,"0"0,0 0,1 0,-1 0,0 1,0-1,1 0,-1 0,0 0,1 1,-1-1,1 0,-1 1,1-1,0 0,-1 1,1-1,-1 0,1 1,0-1,0 1,-1-1,1 1,0 0,0-1,0 1,-1 0,1-1,0 1,0 0,0 0,0 0,0 0,-1 0,1 0,0 0,44-9,-1 1,1 3,1 1,20 3,-22-1,653-5,-654-3,-35 9,-1-1</inkml:trace>
  <inkml:trace contextRef="#ctx0" brushRef="#br0" timeOffset="2343.809">2314 1675,'11'-18,"7"-11,3-5,2-1,-1 1,-5 4,-5 13,-6 15,-10 17,-3 17,-4 12,1 7,2 3,4-2,6-4,4-9,2-11</inkml:trace>
  <inkml:trace contextRef="#ctx0" brushRef="#br0" timeOffset="682.992">1030 458,'-6'45,"1"0,3 1,1-1,2 0,2 0,3 0,4 15,97 532,11 75,-94-462,-10 0,-8 0,-9 1,-18 96,-25 1,-30 72,57-272,20-88,6-18,1-11</inkml:trace>
  <inkml:trace contextRef="#ctx0" brushRef="#br0" timeOffset="2072.443">1538 1313,'-10'-136,"8"102,1-22,-3 1,-2-1,-14-51,20 105,1 1,-1-1,-1 0,1 1,0-1,0 1,0-1,-1 1,1-1,-1 1,1-1,-1 1,0-1,0 1,1 0,-1-1,0 1,0 0,0 0,0-1,-1 1,1 0,0 0,0 0,-1 1,1-1,0 0,-1 0,1 1,-1-1,1 1,-1-1,1 1,-1 0,1-1,-1 1,0 0,1 0,-1 0,1 0,-1 0,1 1,-1-1,0 0,1 1,-1-1,1 1,0 0,-1-1,1 1,-1 0,1 0,0 0,0 0,-1 0,1 0,0 0,0 0,0 1,0-1,0 1,0-1,0 1,0 0,1-1,-1 1,0 0,1 0,0-1,-1 1,1 0,0 0,0 0,0-1,0 1,0 0,0 0,1 0,-1-1,0 1,1 0,0 0,-1-1,1 1,0-1,0 1,0 0,0-1,0 1,0-1,0 0,1 1,-1-1,0 0,1 0,-1 0,1 0,-1 0,1 0,-1 0,1-1,0 1,74 23,-34-20,1-2,-1-2,0-2,0-2,41-8,-51 7,-31 5,0 0,0-1,0 0,0 1,-1-1,1 1,0 0,0-1,0 1,1 0,-1 0,0-1,0 1,0 0,0 0,0 0,0 0,0 0,0 1,0-1,0 0,0 0,0 1,0-1,0 1,0-1,0 1,0-1,0 1,0-1,0 1,-1 0,1 0,0-1,0 1,-1 0,1 0,-1 0,1 0,-1 0,1 0,-1 0,1 0,-1 0,0 0,1 0,-1 0,0 0,0 0,0 0,-27 61,11-17,3 0,1 1,3 1,1-1,3 2,1-1,3 0,2 1,1-1,3 0,2 0,2 0,6 12,-2-10,-8-34,0 1,-1 0,-1 0,0 0,-1 0,-1 0,-1 1,0 7,-1-20,0 0,0 0,-1 0,1-1,-1 1,0 0,0 0,0-1,0 1,-1-1,1 0,-1 0,0 0,0 0,0 0,0-1,0 1,-1-1,1 0,-1 0,0 0,0 0,1-1,-1 0,0 0,0 0,0 0,0 0,0-1,-1 1,1-1,0 0,0-1,0 1,0-1,0 0,0 0,0 0,0 0,0-1,0 1,1-1,-1 0,1 0,-1-1,1 1,0-1,-1 1,2-1,-2-1,-6-9,0-1,1 1,1-1,1-1,0 1,0-1,2-1,0 1,0-1,2 0,0 0,0 0,2 0,0 0,1-1,1 1,2-16,-3 30,0 0,0 0,0 0,1 1,-1-1,1 0,-1 0,1 0,-1 1,1-1,0 0,0 1,0-1,0 1,0-1,0 1,1-1,-1 1,0 0,1 0,-1 0,1-1,-1 1,1 1,-1-1,1 0,0 0,0 1,-1-1,1 0,0 1,0 0,0-1,-1 1,1 0,0 0,0 0,0 0,0 1,129 3,-78 1</inkml:trace>
  <inkml:trace contextRef="#ctx0" brushRef="#br0" timeOffset="13778.067">1778 3105,'-2'23,"-1"18,0 17,1 13,0 12,1 4,-1 2,-2-5,2-9,-1-11,2-18</inkml:trace>
  <inkml:trace contextRef="#ctx0" brushRef="#br0" timeOffset="14099.14">2153 3159,'-115'89,"4"6,-19 27,127-118,-6 4,0 0,1 1,0 0,1 1,0 0,0 0,1 0,0 1,1 0,-3 9,8-19,-1 1,1 0,0 0,0-1,0 1,0 0,0-1,0 1,0 0,0 0,1-1,-1 1,1 0,-1-1,1 1,0-1,-1 1,1-1,0 1,0-1,0 1,0-1,1 0,-1 1,0-1,0 0,1 0,-1 0,1 0,-1 0,1-1,1 2,58 16,-52-17,74 15,-9-3,0 3,-1 3,-1 3,29 15,-65-20</inkml:trace>
  <inkml:trace contextRef="#ctx0" brushRef="#br0" timeOffset="14354.902">2447 3827,'51'-276,"-39"235,-7 55,-14 441,11-426</inkml:trace>
  <inkml:trace contextRef="#ctx0" brushRef="#br0" timeOffset="14856.127">1498 2865,'18'-3,"13"0,10 1,10-1,7-1,8 0,8 0,5 2,6-2,-1 0,-3-2,-9 1,-12-2,-13 1,-20 1,-15 2</inkml:trace>
  <inkml:trace contextRef="#ctx0" brushRef="#br0" timeOffset="16476.777">3450 3145,'-17'10,"1"0,1 1,0 1,0 0,1 1,1 1,0 0,1 0,1 1,0 1,1 0,0 1,1-1,2 2,-1-1,2 1,-1 6,-4 6,2 0,1 1,2 0,0 0,3 1,0 0,2 21,1-49,-1 1,1 0,0-1,0 1,1-1,-1 1,1 0,0-1,0 0,1 1,-1-1,1 0,0 1,0-1,0 0,1 0,0-1,-1 1,1 0,1-1,-1 0,0 0,1 0,-1 0,1 0,0-1,0 1,0-1,0 0,1-1,-1 1,0-1,4 1,6-4,0 0,0-1,-1-1,1 0,-1-1,0 0,0-1,0-1,-1 0,0 0,0-1,-1-1,0 0,0-1,5-6,8-3,0-2,-2-1,0-1,-1-1,-2-1,0 0,-2-1,-1-1,-1-1,-1 0,-1-1,-2-1,-1 0,-1 0,-2-1,-1 0,-1 0,0-24,-4 47,-1-1,0 1,0-1,-1 1,0 0,0-1,-1 1,0 0,-1 0,0 0,0 0,0 0,-1 1,0 0,-1-1,0 1,0 1,0-1,-1 1,0 0,0 0,0 1,-1 0,0 0,0 0,0 1,-1 0,1 0,-1 1,0 0,0 1,-1-1,6 3,-1-1,1 1,-1 0,0 0,1 1,-1-1,1 1,-1 0,1 0,-1 0,1 0,0 0,-1 1,1 0,0-1,0 1,0 0,0 1,0-1,1 0,-1 1,1 0,0-1,-1 1,1 0,0 0,1 0,-1 1,0-1,1 0,0 1,0-1,0 1,-1 2,-1 12,0 0,0 0,2 0,0 0,2 0,0 9,11 80,5 1,23 76,-37-162,2 0,0 0,2-1,0 0,1 0,1 0,1-1,1-1,0 0,2 0,0-1,1-1,1 0,12 11,-6-14</inkml:trace>
  <inkml:trace contextRef="#ctx0" brushRef="#br0" timeOffset="18832.267">3971 3961,'103'-199,"-60"92,-34 90,-4 19,-4 61,-12 85,5-85,1 0,4 1,3-1,4 25,-1-57</inkml:trace>
  <inkml:trace contextRef="#ctx0" brushRef="#br1" timeOffset="133035.514">2273 405,'0'-10,"-2"0,1 0,-2 0,1 1,-1-1,-1 1,1-1,-2 1,-1-3,-3-7,-1 1,0 0,-1 1,-1 0,0 1,-1 0,-1 1,-1 1,0 0,-1 1,0 1,-15-10,-1 6,-1 2,0 1,0 1,-1 2,-1 1,0 2,0 1,0 2,-1 2,1 1,-1 1,1 2,-13 4,14 1,0 2,1 1,0 2,1 2,-12 6,-42 18,64-31,1 1,0 0,0 2,0 1,2 1,-1 0,1 1,1 1,1 1,0 1,-13 15,-28 49,3 3,-40 85,19 0,61-138,2 0,1 1,1 0,1 1,2 0,-1 16,4 8,2-1,2 1,7 48,37 137,-39-213,2 0,1-1,1 1,1-2,1 1,2-1,12 20,133 202,-140-227,0-1,1-1,1 0,0-2,2 0,0-1,0-1,2-1,0-1,20 8,78 51,-90-51,0-1,1-1,1-2,23 9,169 37,-79-42,-102-18,204 1,-216-5,-1-1,1-2,-1-2,1 0,-2-2,2-2,-13 0,0-2,-1 0,-1-1,0-1,-1 0,0-1,-1-1,-1 0,-1-1,0-1,-1 0,-1-1,0 0,-2 0,1-5,2-8,-1-1,-2 1,-1-2,-2 1,-1-1,-1 0,-2 0,-2 0,-1-1,-3-12,2-42,0-246,-32 63,30 189,4 44,-2 1,-1-1,-2 1,-2 0,-5-13,-7-3,-2 2,-3 1,-1 1,-19-24,35 58,-2 0,0 1,-1 1,0 0,-1 0,0 2,-1-1,-14-8,-6 0</inkml:trace>
  <inkml:trace contextRef="#ctx0" brushRef="#br2" timeOffset="146080.493">2661 3266,'-1'-6,"0"0,-1 1,0-1,-1 1,1 0,-1 0,0 0,0 0,-1 0,1 0,-1 1,0 0,0 0,-1 0,-92-52,68 43,-97-40,-30 35,-81-26,204 40,1 1,-1 1,1 2,-1 1,1 2,-1 1,1 1,0 2,1 1,-6 4,11-2,1 1,0 1,1 1,1 2,0 0,1 1,0 1,-9 12,16-15,0 0,1 2,1-1,0 2,2-1,-1 2,2-1,1 2,0-1,1 1,1 0,1 1,0 0,2 0,0 0,2 1,-1 9,0 18,1 1,3 0,1 0,3 0,2 0,2-1,2-1,3 1,1-2,10 20,-14-41,1 0,0-1,2 0,1-1,1-1,1 0,0-1,2-1,17 14,20 7,2-4,1-2,11 2,-39-20,0-1,1-3,0 0,1-2,0-1,1-2,0-1,0-2,5-1,14 2,0-2,1-3,-1-2,31-5,-63 3,1 0,-2-2,1 0,0-2,-1 0,0-1,-1-1,0-1,0 0,-1-2,0 0,12-12,-5-2,-1-1,-1-1,-1-1,-2-1,-1 0,-2-2,-1 0,-1-1,-2-1,7-23,-5 19,-2-1,-1 0,-2-1,-1 0,-3 0,-1-1,-1-22,-5 27,-2 1,-2-1,-1 1,-2 0,-1 0,-1 1,-2 1,-2 0,-1 0,-1 1,-2 1,-1 1,-13-15,25 35,0 1,0-1,-1 1,0 1,-1-1,1 1,-2 1,1 0,-1 0,0 1,-1 0,1 1,-1 0,-5-1,-23 15,23 3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0:09.520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4306 2763,'-14'-1,"0"0,0 1,0 0,-1 1,1 1,1 0,-1 1,0 0,1 1,-1 1,1 0,0 1,1 0,-1 1,1 1,1-1,-1 2,1 0,1 0,0 1,0 0,-3 5,-1 3,0 0,1 1,1 0,1 1,1 1,1 0,0 0,2 0,0 1,1 0,2 1,0-1,0 12,3-28,0 0,0 0,0 0,1 0,0 1,0-1,1 0,-1 0,1 0,1 0,-1 0,1 0,0 0,0 0,1-1,0 1,0-1,0 0,0 1,1-2,0 1,0 0,1-1,-1 0,1 1,0-2,0 1,0-1,0 0,1 0,-1 0,6 1,-2-3,0-1,0 0,0 0,0-1,0 0,0-1,0 0,-1 0,1-1,-1 0,0-1,1 0,-1 0,-1 0,5-4,6-5,0 0,0-2,-2 0,0 0,10-14,-2-2,-3-1,0-1,-2-1,-2-1,-1-1,-1 0,-3 0,0-2,-3 1,-1-2,3-37,-8 57,0 0,-1 0,-1-1,-1 1,-1-1,0 1,-2 0,0 0,-1 0,-1 0,-1 0,0 1,-1 0,-1 0,-9-13,15 28,1 1,-1-1,0 0,-1 1,1-1,0 1,-1 0,0 0,1 0,-1 0,0 0,0 0,0 1,0-1,0 1,0 0,-1 0,1 0,0 1,0-1,-1 1,1 0,0-1,-1 1,1 1,-1-1,1 1,0-1,0 1,-1 0,1 0,0 0,0 1,0-1,0 1,-3 1,-2 7,0 0,0 0,1 1,1 0,0 0,0 1,1 0,1 0,0 0,0 0,1 1,1-1,0 1,1 0,0 11,-2 42,4-1,2 0,4 0,2 0,15 53,15 123,-36-195,-3-10</inkml:trace>
  <inkml:trace contextRef="#ctx0" brushRef="#br0" timeOffset="832.096">4467 3432,'32'-33,"-1"-1,-2-1,-1-2,-2-1,10-21,-34 56,-2 3,-1-1,1 1,0-1,0 1,0-1,0 0,0 1,0-1,0 1,0-1,0 1,0-1,0 1,0-1,0 1,0-1,1 1,-1-1,0 1,0-1,0 1,1-1,-1 1,0-1,1 1,-1 0,0-1,1 1,-1-1,1 1,-1 0,0 0,1-1,-1 1,1 0,-1 0,1-1,-1 1,1 0,-1 0,1 0,-1 0,1 0,0 0,-1 0,1 0,-1 0,1 0,-1 0,1 0,-1 0,1 0,-1 0,1 1,-1-1,1 0,-1 0,1 1,-1-1,1 0,-4 158,-1-106,-18 252,30-261,1-33</inkml:trace>
  <inkml:trace contextRef="#ctx0" brushRef="#br0" timeOffset="2460.667">3971 2055,'5'0,"6"0,10 0,12 0,16 0,11 0,11-3,6 0,1 1,0-1,-8 2,-11 0,-10 0,-17 1,-13 2,-12 1,-8 0</inkml:trace>
  <inkml:trace contextRef="#ctx0" brushRef="#br0" timeOffset="-68715.812">1 2202,'10'471,"23"154,5 136,-40-147,-11-179,28-39,-2-203,1-36,-1-39,-1-64,-11-54,-1 0,1 0,0 0,-1 0,1 0,-1 0,1 0,0 0,-1 0,1 0,-1 0,1 0,0-1,-1 1,1 0,-1 0,1-1,-1 1,1 0,-1-1,1 1,-1-1,1 1,-1 0,0-1,1 1,-1-1,0 1,1-1,-1 0,0 1,1-1,-1 1,0-1,0 1,0-1,0 0,0 1,0-1,0 1,0-1,0 0,0 1,0-1,0 1,0-1,0 0,0 1,-1-1,1 1,0-1,0 1,-1-1,1 0,0-1,10-71,-8 53</inkml:trace>
  <inkml:trace contextRef="#ctx0" brushRef="#br0" timeOffset="-66129.957">602 2857,'-2'0,"1"0,4 5,5 5,6 11,8 8,6 11,6 8,4 6,2 4,1 1,0-3,1-4,-3-6,-6-9,-6-10,-5-11,-7-7</inkml:trace>
  <inkml:trace contextRef="#ctx0" brushRef="#br0" timeOffset="-65919.179">950 2911,'-14'4,"-6"9,-7 11,-8 13,-7 11,-6 9,-3 6,0 4,4 2,10-11</inkml:trace>
  <inkml:trace contextRef="#ctx0" brushRef="#br0" timeOffset="-64509.293">1886 2804,'-38'24,"18"-4,2 1,0 1,1 0,1 1,2 1,0 1,1 0,2 0,0 1,2 1,1-1,1 2,-1 14,6-37,1-1,0 1,1 0,-1 0,1 0,0 0,0 0,0 0,0 0,1 0,0 0,0-1,1 1,-1 0,1-1,0 1,0-1,1 1,-1-1,1 0,0 0,0 0,0 0,1-1,-1 1,1-1,0 0,0 0,0 0,0-1,3 2,4-3,-1 0,1-1,-1-1,0 0,1 0,-1-1,0 0,0-1,0 0,0-1,0 0,0 0,-1-1,0 0,0-1,-1 0,1 0,-1-1,-1 0,1-1,-1 1,1-4,10-8,0 0,-2-2,-1 0,0 0,-2-2,0 1,-2-2,0 0,-2 0,0-1,-2 0,-1 0,-1 0,-1-1,-1 0,-1 0,-2 0,0 0,-2 0,-1 0,-1 0,-3-11,4 28,-1 0,1 1,-1-1,-1 1,1 0,-1 0,-1 0,0 1,0-1,0 1,-6-4,9 8,0 1,0 0,0 0,0 0,0 0,-1 0,1 0,0 1,-1 0,0-1,1 1,-1 1,0-1,1 0,-1 1,0 0,0 0,1 0,-1 0,0 1,0-1,1 1,-1 0,1 0,-1 1,1-1,-1 1,1-1,-1 1,0 1,-5 6,1 1,0 0,0 0,1 1,0 0,1 1,0-1,1 1,0 0,1 0,0 0,1 1,1 0,0-1,0 1,1 0,1 0,1 9,2 33,3 0,3-1,1 0,3 0,3-2,1 1,3-2,2-1,7 8,-15-27,-9-16,1-1,0 0,1 0,0 0,2-1,-1 0,1-1,1 0,1-1,1 2,-9-11,-1 0,1 0,0-1,0 1,0-1,0 1,0-1,0 0,0-1,0 1,0 0,0-1,1 0,-1 0,0 0,0 0,0 0,1 0,1-1,17-5</inkml:trace>
  <inkml:trace contextRef="#ctx0" brushRef="#br0" timeOffset="-64221.881">2340 3419,'-2'6,"0"1,0 0,0-1,1 1,0 0,0 0,1 0,0-1,0 1,0 0,1 0,0 0,0 0,1-1,0 1,0-1,1 1,0-1,0 0,0 0,1 0,-1 0,2 0,-1-1,0 0,1 0,0 0,2 1,0-3,0 0,0 0,0 0,1-1,-1 0,1-1,-1 1,1-2,0 1,-1-1,1 0,0 0,-1-1,1 0,0-1,-1 1,1-1,-1-1,0 0,0 0,0 0,0-1,-1 1,1-2,-1 1,0-1,0 0,0 0,-1-1,0 0,0 1,0-2,-1 1,0-1,0 1,-1-1,0 0,0 0,0-1,-1 1,0 0,-1-1,1 0,-1 1,-1-1,0 0,0 0,-1 4,0-1,0 0,0 1,-1-1,0 1,0-1,0 1,-1 0,1 0,-1 0,0 0,0 1,0-1,-1 1,1 0,-1-1,0 2,0-1,0 0,0 1,0 0,-1 0,1 0,-1 0,-2 0,-9-2,0 0,0 1,0 1,0 0,0 2,0-1,-1 2,-87 10,63-4</inkml:trace>
  <inkml:trace contextRef="#ctx0" brushRef="#br0" timeOffset="-63631.698">1726 2336,'-7'0,"0"0,8 0,16 0,17 0,20 0,21 0,16 0,8 0,1 0,-5 0,-14 0,-19 2,-22 3,-18 1</inkml:trace>
  <inkml:trace contextRef="#ctx0" brushRef="#br0" timeOffset="-61112.447">402 2215,'795'0,"-467"-13,-311 13,66-1,0-3,31-7,208-27,-54 25,233 14,-496-1</inkml:trace>
  <inkml:trace contextRef="#ctx0" brushRef="#br1" timeOffset="-53603.838">2862 1574,'-138'-86,"-120"-46,210 105,-1 3,-1 1,-1 2,-1 3,-43-9,-78-5,-52 2,113 22,-1 4,-13 7,-5-2,-253 7,339-5,0 3,1 1,0 2,0 2,-15 7,49-15,1 0,-1 0,1 1,0 1,0-1,1 2,-1-1,1 1,0 0,0 1,1 0,0 0,0 0,1 1,0 0,0 1,1-1,-100 209,91-193,0 0,2 1,1 0,1 0,1 1,-3 20,-8 129,-7 11,0 64,18-104,6-117,2-1,1 0,2 1,3 19,2 58,10 71,-12-141,-1 0,-2 1,-2-1,-2 18,2 73,4-105,1 0,0-1,1 0,2 0,0 0,1-1,5 7,0 3,2 0,1-2,1 0,2 0,12 11,45 67,51 117,-35-115,-85-100,0 1,1-2,0 1,0-1,1 0,-1-1,1 0,1-1,-1 0,1 0,0-1,10 2,121 46,-119-45,1-1,0-1,0-1,1-2,-1 0,19-1,101 12,15-1,-26-6,58 1,-123-8,224-14,-232 17,1-2,0-3,-1-2,0-3,0-3,-1-3,43-15,-67 17,-1 0,-1-3,0 0,-1-3,0 0,-2-2,0-1,-1-2,-2-1,0 0,3-8,15-26,-24 31</inkml:trace>
  <inkml:trace contextRef="#ctx0" brushRef="#br1" timeOffset="-52974.892">3250 3659,'82'-570,"-73"525,6-26,-2 0,-5-1,0-28,6-223,-11 293,2-4,-2-1,-2 0,-1 1,-4-29,-51-103,-15-59,65 214,0 1,-1 0,0 0,-1 1,0 0,-1 0,0 1,0-1,0 2,-1-1,-1 1,1 1,-1 0,0 0,-1 1,1 0,-2 0,-26-16,-91-79,107 79,-1 1,-2 1,0 1,-19-10,-39-11,-1 5,-1 3,-70-16,-18 5,118 30</inkml:trace>
  <inkml:trace contextRef="#ctx0" brushRef="#br1" timeOffset="-51888.239">1606 651,'24'-84,"-13"56,-2 0,0-1,-2 0,-1 0,-1 0,-2-1,-1 0,-1 0,-1 0,-2 1,-1-1,-1 0,-7-20,10 46,0-1,-1 1,1-1,-1 1,0 0,-1 0,1 0,-1 0,0 0,1 0,-2 1,1 0,0-1,-1 1,1 0,-1 1,0-1,0 1,0-1,-4-1,8 5,0-1,0 0,0 0,0 0,1 1,-1-1,0 0,0 0,0 1,0-1,0 0,0 0,0 1,0-1,1 0,-1 0,0 1,0-1,0 0,0 1,0-1,0 0,-1 0,1 1,0-1,0 0,0 0,0 1,0-1,0 0,0 0,0 1,-1-1,1 0,0 0,0 0,0 1,-1-1,1 0,0 0,0 0,0 0,-1 0,1 1,0-1,0 0,-1 0,1 0,0 0,0 0,-1 0,1 0,0 0,-1 0,1 0,0 0,0 0,-1 0,1 0,0 0,0 0,-1 0,1 0,0 0,17 14,-1-8,1-2,0 0,-1-1,1 0,1-2,-1 0,0-1,0 0,5-2,-16 2,8 0,1 0,-1-1,0 0,0-1,0-1,0 0,-1-1,1-1,-1 0,0 0,0-2,-1 1,0-2,0 1,0-2,-1 0,0 0,-1-1,0 0,-6 26,-6 601,24-276,-22-337,2 1,-1 0,0 1,-1-1,1 1,-1-1,0 0,0 1,-1-1,0 1,0-1,0 0,0 1,-1-1,0 0,0 0,0 0,-1 0,0-1,0 1,0-1,0 1,-1-1,1 0,-2 0,-2 0,-1 0,0-1,1-1,-1 1,0-1,0-1,-1 1,1-1,0-1,0 1,-1-1,1-1,0 0,0 0,0 0,-1-1,2-1,-1 1,0-1,0 0,1-1,0 0,-1 0,2-1,-1 0,0 0,0-2,0-1,0 0,0 0,1 0,1-1,-1 0,2 0,-1 0,1-1,0 0,1 0,0 0,1 0,0 0,0-3,-1-17,1 0,2-1,0 1,4-19,-4 40,-1 0,2 0,-1-1,1 1,1 0,-1 0,2 0,-1 0,1 1,1-1,-1 1,1-1,1 1,0 0,0 1,0-1,1 1,0 0,1 1,-1-1,1 1,0 0,1 1,3-2,5 2,1 1,0 1,0 1,0 1,0 0,10 1,-26 0,46 0</inkml:trace>
  <inkml:trace contextRef="#ctx0" brushRef="#br1" timeOffset="-51340.563">2353 718,'11'-27,"1"1,1 1,1 0,1 0,1 2,2 0,0 1,13-13,-16 21,-15 15,1-1,0 1,0-1,-1 1,1 0,0-1,-1 1,1 0,-1-1,1 1,-1 0,1 0,-1 0,1-1,-1 1,0 0,1 0,-1 0,0 0,0 0,0 0,1-1,-1 1,0 0,0 0,-1 0,1 0,0 0,0 0,0 0,0 0,-1 0,1-1,-1 1,1 0,0 0,-1 0,1-1,-1 1,1 1,-12 105,3 104,8-155,2-51,0 0,-1 0,0 0,1-1,-1 1,-1 0,1 0,-1 0,0 0,0 0,0 0,-1-1,0 1,0-1,0 1,0-1,-1 0,1 0,-1 0,0 0,0 0,-1 0,1-1,-1 0,0 1,0-2,0 1,0 0,0-1,-1 0,1 1,-1-2,0 1,-2 0,4-1,0-1,1 0,-1 0,1 0,-1 0,0 0,1-1,-1 1,1-1,-1 1,1-1,-1 0,1 0,-1 0,1-1,0 1,0 0,0-1,-1 0,0 0,3 1,1 0,-1 0,0 1,1-1,-1 0,0 1,1-1,-1 0,1 1,-1-1,1 0,-1 1,1-1,-1 1,1-1,0 1,-1-1,1 1,0 0,-1-1,1 1,0 0,-1-1,1 1,0 0,0 0,0 0,-1 0,1 0,0-1,0 2,-1-1,1 0,0 0,0 0,0 0,-1 0,1 0,231-4,-191 1</inkml:trace>
  <inkml:trace contextRef="#ctx0" brushRef="#br1" timeOffset="-51086.608">2995 986,'-2'0,"-1"0</inkml:trace>
  <inkml:trace contextRef="#ctx0" brushRef="#br0" timeOffset="41245.719">750 5491,'2'-3,"3"3,6 7,2 9,4 11,4 11,3 7,3 5,5 4,4-1,2-3,-1-5,-2-6,-2-6,-4-8,-11-10,-6-7</inkml:trace>
  <inkml:trace contextRef="#ctx0" brushRef="#br0" timeOffset="41521.664">1151 5585,'-18'-5,"-11"1,-5 8,-1 10,1 12,2 10,-1 9,0 5,2 4,2-2,3-3,6-9,6-11</inkml:trace>
  <inkml:trace contextRef="#ctx0" brushRef="#br0" timeOffset="42023.892">1499 5678,'-16'29,"2"2,1 0,1 1,2 0,1 1,2 0,1 0,0 20,5-49,1 0,-1 0,1 0,0 0,0 0,0 0,1 0,-1 0,1 0,0-1,0 1,0 0,1 0,0-1,-1 1,1-1,0 1,1-1,-1 0,0 0,1 0,0 0,0 0,0-1,0 1,0-1,0 0,1 0,-1 0,1 0,-1 0,1-1,3 1,5-1,-1-2,0 1,0-2,0 1,0-2,0 1,0-1,0-1,-1 0,0-1,0 0,0 0,0-1,-1 0,0-1,6-5,5-4,-2 0,0-1,-1-1,0-1,-2 0,0-1,-1 0,-1-2,-1 1,-1-1,-1-1,0-5,-3 10,-2 1,0-1,-1-1,-1 1,0 0,-2-1,0 0,-1 1,-1-1,0 1,-2-1,0 1,-1 0,-1 0,0 0,-5-9,5 18,0-1,-1 1,0-1,0 1,-1 1,0 0,0 0,-1 0,0 1,-1 0,0 0,-6-3,11 7,-1 1,1 0,0-1,-1 2,0-1,1 0,-1 1,0 0,0 0,0 1,0-1,1 1,-1 0,0 0,0 1,0-1,0 1,0 0,0 0,1 1,-1 0,1 0,-1 0,1 0,-1 0,1 1,0 0,-3 2,1 4,-1-1,1 1,1 0,0 1,0-1,0 1,2 0,-1 0,1 1,0-1,1 1,1-1,-1 1,2 0,0-1,0 1,0 0,2-1,-1 1,1-1,1 1,0-1,3 7,14 45,3-1,2 0,5 2,-2-6,-3 2,-2 1,2 18,10 67,-33-143,-1 0,0 0,1 0,-1 0,1 0,-1-1,1 1,0 0,0-1,0 1,0-1,0 0,0 0,0 1,0-1,1-1,-1 1,0 0,1-1,-1 1,1-1,-1 1,0-1,1 0,-1 0,2-1,21 0</inkml:trace>
  <inkml:trace contextRef="#ctx0" brushRef="#br0" timeOffset="42323.38">2046 6132,'0'5,"-1"0,1 0,0 0,0-1,0 1,1 0,0 0,0-1,0 1,0 0,1-1,0 1,0-1,0 1,0-1,1 0,0 0,-1 0,1-1,1 1,-1-1,1 1,-1-1,1 0,0 0,0-1,0 1,0-1,1 0,-1 0,5 1,-1 1,1-1,0-1,0 1,0-1,0-1,0 0,1 0,-1-1,0 0,1 0,-1-1,0-1,0 1,0-1,0-1,0 0,0 0,-1-1,1 0,-1 0,0-1,0 0,-1 0,0-1,1 0,-2 0,1-1,-1 0,0 0,-1-1,1 1,1-5,-4 6,-1 0,0-1,0 1,0 0,-1-1,0 0,0 1,-1-1,0 0,0 1,0-1,-1 0,0 1,0-1,-1 1,1-1,-2 1,1 0,-1 0,0 0,0 0,0 0,-1 1,0-1,0 1,0 0,-1 0,0 0,0 1,0 0,0 0,-1 0,0 1,1-1,-1 1,-3 0,0 0,-1 0,0 1,1 1,-1-1,0 2,0-1,0 1,0 1,0 0,0 0,1 1,-1 0,1 1,-1 0,1 0,-9 5,-10 6,0 2,1 1,1 0,-16 15,12-7</inkml:trace>
  <inkml:trace contextRef="#ctx0" brushRef="#br0" timeOffset="43396.509">496 5023,'1'1,"-1"0,1 1,0-1,-1 0,1 0,0 1,0-1,0 0,0 0,0 0,0 0,0 0,0 0,1 0,-1-1,0 1,0 0,1-1,-1 1,0-1,1 1,-1-1,1 0,-1 1,1-1,-1 0,1 0,0 0,0 0,59 14,1-2,1-4,36 1,-84-8,402 23,97-20,-376-6,0-7,9-7,-137 7,-17 3</inkml:trace>
  <inkml:trace contextRef="#ctx0" brushRef="#br0" timeOffset="46741.212">255 4662,'23'10,"8"-3,0-2,1-2,0-1,-1-1,14-2,-2 1,491 5,-25 4,-373-10,280-39,-104 40,-186 13,7-5,-19 17,-108-24,-3-2</inkml:trace>
  <inkml:trace contextRef="#ctx0" brushRef="#br0" timeOffset="48500.13">3851 5210,'-12'2,"0"1,0 1,0 0,0 0,0 2,1-1,0 1,1 1,-1 0,1 0,0 1,1 1,0-1,0 1,1 1,-2 3,-5 7,1 0,1 1,0 1,2 0,1 1,0 0,-4 19,7-19,1 0,0 1,2-1,1 1,1 0,1 0,1 0,1 0,1 0,1 0,5 21,-6-40,0 1,0-1,0 0,0 0,1 0,0 0,0-1,0 1,0-1,1 0,0 0,0 0,0 0,0 0,1-1,-1 0,1 0,0 0,0-1,0 1,0-1,0-1,1 1,-1-1,1 1,-1-2,1 1,-1 0,1-1,-1 0,1-1,-1 1,1-1,0 0,15-5,0-2,0 0,-1-1,0-1,0-1,-1-1,0 0,-1-1,-1-1,0-1,-1-1,-1 0,12-16,-4 6,-1-1,-1-2,-1 0,-2 0,-1-2,-1 0,-2-1,-1-1,-2 0,-1 0,-1-1,-2-1,-2 1,0-16,-3 39,0 1,-1-1,-1 1,1-1,-2 1,0-1,0 1,-1-1,0 1,-1-1,0 1,0 0,-1 0,0 1,-1-1,0 1,-1 0,0 0,0 1,-1 0,0 0,-1 0,1 1,-2 0,1 1,-9-6,10 9,0 0,0 1,0 0,-1 0,1 0,-1 1,0 0,1 1,-1-1,0 2,1-1,-1 1,0 0,1 1,-1-1,1 2,0-1,0 1,0 0,0 0,0 1,0 0,1 0,0 1,0 0,0 0,0 0,1 0,-2 4,-4 10,1 1,1-1,0 2,2-1,1 1,0 1,1-1,2 1,0-1,1 1,2 21,1 27,4-1,3 1,4-1,2 0,3-1,3-1,3-1,2-1,4-1,17 25,-31-58,-2-8</inkml:trace>
  <inkml:trace contextRef="#ctx0" brushRef="#br0" timeOffset="48784.718">4306 6052,'122'-257,"-27"74,-94 181,13-19,-15 21,1 0,0 1,0-1,0 0,0 0,0 1,-1-1,1 0,0 0,0 1,0-1,0 0,0 1,0-1,0 0,0 1,0-1,0 0,0 0,0 1,0-1,0 0,1 1,-1-1,0 0,0 0,0 1,0-1,0 0,1 1,-1-1,0 0,0 0,0 0,1 1,-1-1,0 0,0 0,1 0,-1 0,0 1,1-1,-1 0,0 0,0 0,1 0,-1 0,0 0,1 0,-1 0,0 0,1 0,-1 0,0 0,0 0,1 0,-1 0,0 0,1 0,-1 0,0-1,0 1,1 0,-1 0,0 0,0 0,1-1,-1 1,-6 154,11 178,-1-262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00.1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1,'13'97,"-5"1,-3 21,-3-36,4 1,3-1,10 32,63 155,-53-188,-4 1,-3 1,3 43,-6 129,-15-160,4 0,12 47,-16-128,14 72,-4 0,2 83,-11 220,-1-337,-3 0,-1 0,-4 0,-1 0,-10 39,-11 18,4-26,5 2,3 0,-2 68,15 38,2-71,-15 122,4-166,-2 0,4 0,4 0,3 1,3 4,5 3,-4 0,-4 1,-7 38,2-1,-2-86,3-59,4-16,1-7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00.8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0,'5'7,"10"4,12 1,15-2,16-3,12-2,8-2,1-2,-5 1,-13 4,-19 1,-17 1</inkml:trace>
  <inkml:trace contextRef="#ctx0" brushRef="#br0" timeOffset="276.39">108 335,'13'4,"17"5,15 2,18-1,15 1,8-2,1-2,-12-1,-21-1,-20-1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05.7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1,'-13'127,"5"1,5-1,7 1,15 98,24 204,-19 6,-21-259,-2 35,10-1,33 169,-17-238,-4-30,-4 0,-6 2,-3 26,-10-43,11 171,2-32,-5-185,-6-66,-4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04.4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40,'16'-5,"14"-3,14-1,10 1,5 3,3 1,-4 4,-9 7,-10 4,-13 0</inkml:trace>
  <inkml:trace contextRef="#ctx0" brushRef="#br0" timeOffset="264.489">68 240,'13'2,"17"1,14 2,13 3,10 2,8-1,3 1,-1-2,-14-2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12.9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0,'2'3,"6"4,5 7,8 7,5 9,4 9,5 7,0 6,2 5,-2-2,-4-3,-3-5,-4-7,-3-10,-4-10,-2-11,-3-7</inkml:trace>
  <inkml:trace contextRef="#ctx0" brushRef="#br0" timeOffset="277.998">361 68,'-18'2,"-11"8,-7 9,-4 10,-3 9,-2 12,-3 9,0 8,8-8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16.8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0 153,'562'-16,"107"-62,-534 59,-32 3,1 5,68 3,-70 6,-91-1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14.6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241 455,'-10'4,"0"1,1 0,0 0,0 1,0 0,0 0,1 1,0 0,1 1,0 0,0 0,0 1,1-1,0 1,1 0,0 1,1 0,-3 8,-4 10,2 1,2 0,0 0,2 1,1 0,1 1,3-26,-2 2,1-1,0 1,1 0,-1 0,1 0,1 0,-1 0,1 0,0 0,1 0,0 0,0 0,0-1,1 1,0-1,0 0,1 0,2 3,-3-7,1-1,0 0,0-1,-1 1,1-1,0 1,0-1,0 0,0 0,0-1,-1 1,1-1,0 0,0 0,0 0,-1-1,1 1,-1-1,1 0,-1 0,0 0,0 0,0-1,0 1,0-1,0 0,0 0,-1 0,0 0,2-2,19-20,-1-1,-1-1,-1-1,-2-1,-1-1,-1 0,-1-1,-2-1,-1 0,-2 0,-1-1,3-26,-8 35,-1 1,-1-1,-1 0,-2 1,-2-21,3 37,-1 0,0 0,-1 0,0 0,0 0,0 0,-1 1,0-1,0 1,-1 0,1 0,-1 0,-1 0,1 1,-1 0,0 0,0 0,-1 0,1 1,-1 0,-2-2,2 5,1-1,-1 1,0 0,1 0,-1 0,0 1,1 0,-1 0,0 0,0 1,1 0,-1 0,0 0,1 1,-1 0,1 0,0 0,0 1,0 0,0 0,0 0,0 0,1 1,0 0,-1 0,1 0,1 0,-1 1,1-1,0 1,0 0,0 0,0 0,1 0,0 1,0-1,1 1,-1-1,1 1,0 3,-4 26,1 0,2 0,2 1,1-1,2 0,1 1,1-1,3-1,0 1,3-1,0-1,2 0,2-1,14 23,-16-28,1-1,1-1,1 0,1-2,2 0,0 0,22 18,-37-37,1 0,0 0,0-1,0 1,0-1,1-1,-1 1,1-1,-1 0,1 0,0 0,0-1,0 0,0 0,0-1,0 0,0 0,0 0,0 0,0-1,0 0,0-1,0 1,0-1,-1 0,1 0,3-3,75-45,-83 50,1-1,0 1,-1 0,1 0,0 0,-1 0,1 1,0-1,-1 0,1 1,0-1,-1 1,1-1,0 1,-1 0,0 0,1 0,-1 0,1 0,-1 0,0 0,0 0,1 0,-1 1,0-1,0 0,0 1,0-1,-1 1,2 1,12 13,-6-12,-1-1,1 0,-1-1,1 1,0-1,0-1,0 0,0 0,0 0,0-1,1-1,-1 1,0-1,0 0,0-1,-1 0,1 0,0-1,-1 0,1 0,-1-1,0 0,0 0,4-4,-7 6,0 0,0-1,0 1,0-1,0 0,-1 0,0-1,1 1,-1-1,0 0,0 1,-1-1,1-1,-1 1,0 0,0 0,-1-1,1 1,-1-1,0 0,0 1,0-1,-1 0,1 1,-1-1,-1 0,1 0,-1 1,1-1,-1 0,0 1,-1-1,1 1,-1-1,0 1,0 0,-1-1,-1 0,0 0,0 1,0-1,-1 1,0 0,0 0,0 0,0 1,-1 0,1 0,-1 0,0 1,1 0,-1 0,0 0,-1 1,1 0,0 0,0 0,-1 1,1 0,0 0,0 1,-4 0,-7 2,0 0,0 2,0 0,1 0,0 2,0 0,0 1,-3 3,-1 0</inkml:trace>
  <inkml:trace contextRef="#ctx0" brushRef="#br0" timeOffset="506.807">0 41,'14'-2,"15"-4,15 1,13-3,11 1,7 2,0 1,-4 2,-13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20.2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27,'7'-2,"11"-1,14 0,15 1,16-2,13 0,9 1,2 0,-3 2,-11 0,-18 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18.0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543 345,'-1'0,"-1"0,1 0,0 0,-1 0,1 1,-1-1,1 0,0 1,-1-1,1 1,0 0,-1-1,1 1,0 0,0-1,-1 1,1 0,0 0,0 0,0 0,0 0,1 1,-1-1,0 0,0 0,1 1,-1 0,-1 0,-21 29,1 1,2 1,2 1,0 0,3 1,-4 16,10-29,1 1,1 0,2 1,0 0,1-1,1 7,3-27,-1 0,1 0,0-1,0 1,0 0,0 0,0 0,1-1,-1 1,1 0,0-1,-1 1,1 0,0-1,1 1,-1-1,0 1,1-1,0 0,-1 0,1 0,0 0,0 0,0 0,0 0,1 0,-1-1,0 1,1-1,-1 0,1 0,-1 0,3 1,6-2,1-1,-1 0,1-1,-1 0,0-1,0 0,0-1,0 0,0-1,-1 0,0 0,0-1,0 0,-1-1,0-1,1 0,13-13,0-1,-1-1,-2 0,0-2,-2 0,-1-1,0-1,-2-1,-2 0,0-1,-2 0,-1-1,-1 0,-2-1,-1 0,-1 0,-2 0,-1-30,0 48,-1-1,-1 1,0 0,-1-1,-1 1,0 0,-1 0,0 0,-1 0,0 0,-1 1,0 0,-1 0,-1 0,-7-10,12 20,-1-1,1 1,-1 0,0-1,0 1,0 1,0-1,0 0,0 1,-1-1,1 1,0 0,-1 0,1 1,-1-1,1 1,-1-1,1 1,-1 0,0 0,1 1,-1-1,1 1,-1 0,1 0,0 0,-1 0,1 0,0 1,0 0,-1 0,-7 4,2 1,-1 0,1 0,0 1,0 0,1 0,1 1,-8 10,3-2,1 1,1 0,0 1,1 1,1-1,1 1,1 1,1-1,0 1,2 0,0 0,2 0,0 0,1 1,2 7,2 2,0 1,3 0,0-1,2 0,2-1,0 0,2-1,1 0,16 23,154 191,-150-174,-32-47</inkml:trace>
  <inkml:trace contextRef="#ctx0" brushRef="#br0" timeOffset="464.855">9 559,'0'3,"2"2,4 1,2-1,2-1,0-4,-2-4,-2-3,-3-3,-4-2,-3 0,-4 4,-3 2,-2 4,2 8,2 7,5 3,4 0</inkml:trace>
  <inkml:trace contextRef="#ctx0" brushRef="#br0" timeOffset="1507.175">1011 1067,'5'-18,"3"-13,6-6,2-3,0 1,1 2,-1 5,-3 13,-4 16,-3 18,-3 17,-4 16,-2 12,0 10,-1 4,2-1,0-8,1-16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23.2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168 415,'-16'16,"0"1,2 0,0 0,1 2,0 0,2 0,0 1,2 0,0 1,1 0,1 0,1 1,1 0,1 0,0 11,9 39,-4-70,0 0,-1 0,1-1,0 1,0 0,0 0,1-1,-1 1,0-1,1 1,-1-1,1 1,-1-1,1 0,-1 0,1 0,0 0,0 0,0 0,-1 0,1-1,0 1,0-1,0 1,0-1,0 0,0 0,0 0,0 0,0 0,0 0,0 0,0-1,1 1,11-5,-1-1,1 0,-1 0,-1-1,0-1,0 0,0-1,-1 0,0-1,0 0,-2 0,6-7,6-7,0-1,-1-1,-2-1,-1 0,-1-1,-1-1,-1 0,-2-1,-1-1,-1 0,-2 0,-1-1,-2 0,-1 0,-1-1,-2-13,-1 32,-2-1,0 1,0 0,-1 0,-1 0,0 0,-1 1,-1-1,-6-10,10 19,-1 1,0-1,0 0,-1 1,1 0,-1 0,0 0,0 0,0 1,0-1,-1 1,1 0,-1 1,0-1,0 1,0 0,0 0,0 0,-1 1,1-1,0 2,-1-1,1 0,-1 1,1 0,-1 0,0 1,-3 1,-1 0,1 1,-1 0,1 0,0 1,0 1,1-1,0 1,-1 1,2 0,-1 0,1 0,-1 1,2 0,-1 0,1 1,0 0,-1 2,-6 11,0 0,1 1,1 1,1 0,1 0,-3 17,4-17,2 1,0-1,1 1,2 0,0 0,2 0,1 0,0 0,2 1,1-1,1-1,1 1,1 0,1-1,0 0,2-1,1 0,1 0,5 5,7 2,1-2,2 0,1-2,0-1,2-1,1-1,1-2,30 15,-55-31,0 1,1-1,-1-1,1 1,0-1,0-1,0 1,1-1,-1 0,1-1,-1 0,1 0,-1 0,1-1,0 0,-1-1,1 0,-1 0,1 0,-1-1,0 0,1-1,-1 0,0 0,0 0,-1-1,5-3,36-34,-47 41,1-1,0 1,-1 0,1 0,0 0,-1 0,1 0,0 0,0 0,-1 0,1 0,0 0,-1 0,1 0,0 0,-1 1,1-1,-1 0,1 0,0 1,-1-1,1 0,-1 1,1-1,-1 1,1-1,-1 1,1-1,-1 1,1-1,-1 1,0 0,1-1,-1 1,0-1,1 1,-1 0,0-1,0 1,0 0,0-1,1 1,-1 0,0-1,0 1,0 0,-1-1,1 1,0 0,0 0,0-1,0 1,-1 0,5 12,-1-9,1 0,0-1,0 0,1 0,-1 0,0-1,1 1,0-1,-1 0,1-1,0 1,0-1,0 0,0 0,0 0,0-1,0 1,1-1,-1-1,0 1,0-1,0 0,0 0,0 0,0-1,0 1,-1-1,5-3,0 2,-1-1,0 0,0 0,0-1,0 0,-1-1,0 0,0 0,0 0,-1-1,1 0,-5 4,0 0,1 0,-1 0,0 0,-1 0,1-1,0 1,-1 0,0-1,0 1,0-1,0 0,0 1,-1-1,0 1,0-1,0 0,0 0,0 1,-1-1,1 1,-1-1,0 0,0 1,-1-1,1 1,-1 0,0-2,-4-1,0 0,0 1,0 0,-1 0,1 1,-1-1,0 1,-1 1,1 0,-1 0,1 0,-1 1,0 0,0 0,0 1,0 0,0 1,0-1,0 2,0-1,0 1,0 0,0 1,0 0,-2 0,0 0,1 1,0 0,-1 1,2-1,-1 2,0 0,1 0,0 0,0 1,-3 2,-8 12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21.6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0,'0'12,"5"10,5 8,8 9,11 3,6 5,8 1,4 1,-1-3,-1-5,-6-7,-8-7,-9-8</inkml:trace>
  <inkml:trace contextRef="#ctx0" brushRef="#br0" timeOffset="276.4">326 94,'-11'-13,"-9"-5,-2 3,-3 10,-4 16,-3 20,-6 20,-3 17,0 14,4 8,7-11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27.7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0,'9'74,"-4"0,-4 46,0-12,58 1240,-13 23,-39-1235,6 0,6-1,6 0,10 13,14 74,-50-231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28.9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1,'16'4,"15"2,1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29.1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0,'16'0,"16"0,17 0,0 0</inkml:trace>
  <inkml:trace contextRef="#ctx0" brushRef="#br0" timeOffset="1">829 67,'13'0,"14"-2,14-1,0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29.3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6,'16'0,"14"-2,2-1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29.6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25,'16'-3,"8"-6,-1-3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28.4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0,'18'5,"20"3,17 1,13 1,8-1,3-1,-5 4,-9 2,-15 3,-16-1</inkml:trace>
  <inkml:trace contextRef="#ctx0" brushRef="#br0" timeOffset="283.179">161 308,'13'11,"19"6,17 1,21-1,17-1,13-3,-9-5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26.2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229 294,'-20'16,"1"1,1 0,0 2,1 0,2 1,0 0,0 1,2 1,1 1,1-1,1 2,0 0,2 0,1 0,1 1,-1 13,6-34,-1 0,1 1,0-1,0 0,1 1,-1-1,1 0,0 1,0-1,0 1,1-1,-1 0,1 1,0-1,1 0,-1 0,1 0,0 0,0 0,0 0,0 0,0-1,1 1,0-1,0 1,0-1,0 0,0 0,1-1,-1 1,1-1,0 1,2 0,6-1,0-1,0-1,1 0,-1 0,0-1,0 0,0-1,0-1,-1 0,1 0,0-2,-1 1,0-1,0-1,-1 0,1 0,-1-1,-1 0,1-1,2-3,7-7,-1-1,0 0,-1-1,-2-1,0-1,-1 0,-1-1,-1 0,-1-1,-1 0,-2-1,0 0,-1 0,-2-1,0 0,-2 0,-1 0,-1 0,-1 0,-2-1,0 1,-2 0,-1-2,2 16,0-1,-1 0,-1 1,0 0,0 0,-1 0,-6-7,10 15,0 1,0 0,0 0,-1 0,1 1,-1-1,0 1,1-1,-1 1,0 0,0 0,-1 0,1 0,0 1,-1-1,1 1,-1 0,1 0,-1 0,0 1,1-1,-1 1,0 0,1 0,-1 0,0 0,1 1,-1-1,-1 1,-4 4,1 0,-1 0,1 1,1 0,-1 1,1-1,0 1,1 1,0-1,0 1,0 0,1 1,0-1,1 1,0 0,0 0,1 0,0 0,1 1,-1 4,-5 18,2 1,1-1,1 1,2 0,1 0,2 0,1 0,2 0,1-1,7 24,4 1,2-1,3-1,2-1,2-1,20 29,-6-13,-26-45</inkml:trace>
  <inkml:trace contextRef="#ctx0" brushRef="#br0" timeOffset="292.679">643 935,'13'-66,"3"0,2 1,8-12,-10 28,5-4,-17 53,-12 61,7-53,-11 50,2-1,3 1,3 1,2-1,2 1,3-1,5 17,0-39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41.1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83 75,'-14'-14,"-4"-6,-1-1,2 6,6 11,8 14,11 17,10 18,3 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42.6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1 702,'28'2,"-1"-2,1-2,0 0,-1-2,1-1,-1-1,-1-1,1-1,-1-2,-1 0,1-2,-2-1,0-1,0 0,17-17,-23 14,-1-2,-1 0,-1 0,0-2,-2 1,0-2,-1 0,-2 0,0-1,-1-1,-2 1,0-1,-2-1,0 1,0-15,-4 26,0 0,-1 1,0-1,-1 0,-1 0,0 0,0 0,-2-1,3 9,-1 0,0 1,0-1,0 0,0 1,-1 0,0 0,1 0,-2 0,1 0,0 0,-1 1,0-1,0 1,0 0,0 0,0 1,0-1,-1 1,1 0,-1 0,-1 0,-1 1,0 0,-1 0,1 0,0 1,-1 0,1 0,0 1,-1 0,1 0,0 1,0 0,-1 0,2 0,-1 1,0 0,0 1,1 0,0 0,0 0,0 0,0 1,0 1,-7 6,0 0,1 1,1 1,0 0,1 0,0 1,1 0,-6 15,6-7,0 1,2 1,0-1,2 1,1 0,1 1,1-1,1 0,2 1,0-1,1 0,4 12,4 10,1 0,3 0,2-1,1-1,3-1,3 2,-11-21,1 0,0-1,2-1,1 0,1-2,1 1,0-2,16 12,-32-29,1-1,-1 0,1 0,-1 0,1-1,0 1,-1-1,1 1,0-1,0 0,0 0,0 0,1 0,-1-1,0 1,0-1,0 0,0 0,1 0,-1 0,0-1,0 1,0-1,0 0,0 0,0 0,0 0,0-1,0 1,0-1,0 1,-1-1,1 0,-1 0,1 0,-1-1,1 0,10-16,0-1,-1-1,-2 1,0-2,-1 1,-1-2,-1 1,1-10,-7 31,12-52,-16 63,-1 0,1 0,1 0,0 0,0 0,1 0,1 1,0-1,0 2,-1-5,1 0,0 0,0 0,1 0,0 0,0 0,1-1,0 1,0 0,0-1,1 1,0-1,0 0,0 0,1 0,0 0,0-1,1 0,0 1,-1-1,2-1,-1 1,0-1,1 0,0 0,0-1,0 0,1 0,-1 0,1-1,5 2,-5-3,1 0,-1 0,1 0,-1-1,1 0,-1 0,1-1,0 0,-1-1,0 1,1-1,-1-1,0 0,0 0,0 0,0 0,-1-1,0 0,1-1,-1 0,-1 0,4-2,1-4,-1 0,0-1,0 0,-1 0,0 0,-1-1,-1 0,0-1,-1 0,0 1,0-4,-5-18,-17 51,14-11,0 0,1 1,0-1,0 0,0 1,0 0,1-1,0 1,1 0,-1-1,1 1,0 0,0 0,1 0,0-1,0 1,0 0,0-1,1 1,0-1,1 1,-1-1,1 0,0 0,0 0,0 0,1-1,0 1,-1-1,2 0,-1 0,0 0,1-1,0 0,0 1,3 0,1 0,-1 0,1-1,0-1,0 1,0-1,0-1,0 0,1 0,-1-1,0 0,0 0,1-1,-1 0,0-1,0 0,0-1,0 0,0 0,-1-1,0 0,1 0,-1-1,-1 0,1 0,-1-1,0 0,0 0,4-6,1-2,-1-1,0-1,-2 0,1 0,-2-1,0 0,-2-1,1 0,-11 29,2 1,-1-1,1 1,1-1,0 1,1-1,0 1,1 0,0-1,1 2,-1-7,0 0,1-1,-1 1,1-1,0 1,0-1,1 0,0 0,0 0,0 0,0 0,1-1,0 1,0-1,0 0,0 0,1 0,-1-1,1 0,0 0,0 0,0 0,6 1,0 0,0-1,1 0,-1-1,1 0,-1-1,1 0,0-1,0-1,-1 0,1 0,0-1,-1 0,1-1,-1-1,0 0,0 0,0-1,-1 0,0-1,0 0,0-1,-1 0,0 0,0-1,0 0,2-5,-11 14,0 0,0-1,0 1,0 0,0-1,0 1,0-1,0 1,1 0,-1-1,0 1,0-1,0 1,1-1,-1 1,0-1,1 1,-1-1,1 1,-1-1,0 1,1-1,-1 0,1 1,-1-1,1 0,0 1,-1-1,1 0,-1 0,1 0,-1 1,1-1,0 0,-1 0,1 0,-1 0,1 0,0 0,-1 0,1 0,-1 0,1 0,0 0,-1-1,1 1,-1 0,1 0,-1-1,1 1,-1 0,1-1,-1 1,1 0,-1-1,1 1,-1-1,1 1,-1-1,0 1,1-1,-1 1,0-1,0 1,1-1,53 120,-37-90</inkml:trace>
  <inkml:trace contextRef="#ctx0" brushRef="#br0" timeOffset="265.969">1913 462,'-9'-16,"-8"-8,-3 1,0 4,0 10,0 15,-4 16,-7 16,2 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38.9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1 380,'16'6,"0"-1,1 0,0-1,0-1,1 0,-1-2,0 0,1-1,-1 0,1-2,-1 0,0-1,0 0,0-2,0 0,-1-1,0 0,0-1,0-1,1-2,-9 7,0 0,0-1,0 0,-1 0,0 0,0-1,0 0,0-1,-1 0,1 0,-2 0,1-1,-1 1,0-1,0-1,-1 1,0-1,0 1,0-1,-1 0,-1 0,1-1,-1-3,-2 8,-1 0,0 1,1-1,-2 1,1-1,0 1,-1-1,1 1,-1 0,0 0,0 0,0 0,-1 0,1 0,-1 0,0 1,1-1,-1 1,0 0,0 0,-1 0,1 0,0 1,-1-1,1 1,-4-1,0-1,-1 1,0 0,1 1,-1 0,0 0,0 0,0 1,1 0,-1 1,0 0,0 0,-2 1,3 1,1 0,-1 1,1-1,0 1,0 0,1 1,-1-1,1 1,0 1,1-1,-1 0,1 1,0 0,0 0,0 0,1 1,0-1,1 1,-1 0,1 0,1 0,-1 0,1 0,0 0,1 0,-1 0,2 0,-1 0,1 0,0 0,0 0,1 0,0 0,0 0,1 0,-1-1,2 1,-1-1,1 0,3 5,6 5,0 0,1-1,1 0,0-1,1-1,1-1,0 0,0-1,1-1,1 0,-1-2,2 0,-1-1,1-1,0-1,1 0,39 9</inkml:trace>
  <inkml:trace contextRef="#ctx0" brushRef="#br0" timeOffset="249.848">669 153,'9'18,"12"13,14 8,14 4,11 1,6-1,1-5,-4-5,-5-7,-10-7,-11-8</inkml:trace>
  <inkml:trace contextRef="#ctx0" brushRef="#br0" timeOffset="499.302">1096 179,'-16'7,"-12"9,-8 11,-7 12,-1 11,3 8,6 8,8 4,10 0,7-13</inkml:trace>
  <inkml:trace contextRef="#ctx0" brushRef="#br0" timeOffset="668.916">1524 139,'-11'25,"-7"22,1 19,2 16,7 13,6 8,7 0,4-4,3-7,-1-10,-2-19</inkml:trace>
  <inkml:trace contextRef="#ctx0" brushRef="#br0" timeOffset="881.346">1564 593,'-49'-380,"49"373,-1 5,0-1,0 1,1 0,-1-1,1 1,0 0,-1-1,1 1,0-1,1 1,-1-1,0 1,1 0,-1-1,1 1,0 0,0-1,0 1,0 0,0 0,0 0,1 0,-1 0,0 0,1 0,0 1,0-1,-1 0,1 1,0-1,0 1,0 0,4 1,0 0,-1 1,1 0,-1 0,1 0,-1 1,1 0,-1 0,0 0,0 1,0 0,0 0,13 6,-2 0,1 1,-1 1,-1 1,0 0,-1 0,0 2,-1 0,0 0,-1 1,-1 1,0 0,-1 1,-9-14,1 0,-1 1,0-1,0 0,-1 0,1 0,-1 1,1-1,-1 0,0 0,0 1,-1-1,1 0,-1 0,1 1,-1-1,0 0,0 0,0 0,-1 0,1 0,-1 0,0 0,0-1,0 1,0-1,0 1,0-1,-1 0,1 0,-1 0,1 0,-1 0,0 0,0-1,0 1,0-1,0 0,-1 0,-70 22,41-17</inkml:trace>
  <inkml:trace contextRef="#ctx0" brushRef="#br0" timeOffset="1433.309">1992 500,'-12'-281,"10"90,2 191,-1-1,1 0,0 0,0 0,-1 0,1 1,0-1,0 0,0 0,0 0,0 0,0 0,0 0,1 1,-1-1,0 0,0 0,1 0,-1 1,0-1,1 0,-1 0,1 0,-1 1,1-1,-1 0,1 1,0-1,-1 1,1-1,0 1,-1-1,1 1,0-1,0 1,0 0,-1-1,1 1,0 0,0 0,0-1,0 1,-1 0,1 0,0 0,0 0,0 0,0 0,0 0,0 1,-1-1,1 0,0 0,129 64,-126-61,6 0,-1 0,0 1,0 0,0 1,0 0,-1 1,0-1,0 2,0-1,-1 1,0 0,-1 0,1 1,-1 0,-1 0,1 1,-2 0,1-1,-1 2,0-1,0 2,0 159,-4-166,1 0,0 0,0 0,0 0,0 0,1-1,-1 1,1-1,0 1,0-1,0 0,1 1,-1-1,1 0,0-1,-1 1,1 0,1-1,-1 1,0-1,0 0,1 0,-1-1,1 1,0-1,0 1,-1-1,1 0,0-1,3 1,5 1,1-1,-1-1,1 0,-1 0,1-1,-1-1,0 0,0-1,5-2,-5 1,-1 0,1-1,-1 0,0-1,0-1,-1 0,0 0,0-1,0 0,-1 0,0-1,-1-1,0 1,-1-2,0 1,0-1,-1 1,0-2,-1 1,-1-1,1 1,-2-1,0-1,0 1,0-10,-2 21,-1-1,1 1,-1-1,1 1,-1-1,0 0,0 1,1-1,-1 0,0 1,0-1,-1 1,1-1,0 0,-1 1,1-1,0 1,-1-1,0 0,1 1,-1 0,0-1,0 1,0-1,0 1,0 0,0 0,0-1,-1 1,1 0,0 0,0 0,-1 1,1-1,-1 0,1 0,-1 1,1-1,-1 1,0-1,1 1,-1 0,1-1,-1 1,0 0,1 0,-1 0,0 1,1-1,-1 0,0 0,1 1,-1-1,1 1,-1 0,0 0,-5 5,0 0,1 1,-1 0,1 1,1-1,-1 1,1 0,1 0,0 1,0-1,0 1,1 0,1 0,-1 0,1 1,1-1,0 0,0 1,1-1,0 1,1-1,0 1,0-1,1 0,1 0,-1 0,2-1,-1 1,1-1,0 1,1-1,0-1,0 1,1-1,0 0,0 0,1 0,-1-1,1 0,1 0,-1-1,1 0,8 4,27 13</inkml:trace>
  <inkml:trace contextRef="#ctx0" brushRef="#br0" timeOffset="1934.412">3182 112,'-9'-7,"-1"1,1-1,-1 2,0-1,0 1,-1 1,0 0,1 0,-1 1,-1 1,1 0,0 0,0 1,-1 0,1 1,-1 1,1 0,0 0,-11 3,19-2,-1-1,1 1,0-1,0 1,0 0,1 0,-1 1,0-1,1 0,-1 1,1 0,0-1,0 1,0 0,0 0,1 0,-1 0,1 1,0-1,0 0,0 1,0-1,0 0,1 1,-1-1,1 1,0-1,0 1,1-1,-1 1,1-1,-1 1,1-1,0 0,1 3,4 10,0-1,0 0,2 0,0-1,0 0,1 0,2 0,151 172,-160-184,-1-1,1 1,-1-1,0 1,1-1,-1 1,0-1,0 1,0 0,0 0,0 0,0-1,-1 1,1 0,-1 0,1 0,-1 0,0 0,1 0,-1 0,0 0,-1 1,-14-25,15 10,1 1,1-1,0 1,0-1,1 1,1 0,0 0,0 0,1 1,0 0,1 0,0 0,1 0,0 1,1 0,0 1,0-1,0 2,5-4,80-66,-93 76,1 0,-1 1,1-1,0 0,-1 0,1 1,0-1,0 1,-1-1,1 0,0 1,0 0,0-1,0 1,0-1,0 1,0 0,0 0,0 0,0-1,0 1,0 0,0 0,0 0,-1 0,1 1,0-1,0 0,0 0,0 1,0-1,0 0,0 1,0-1,0 1,0-1,-1 1,1-1,0 1,0 0,-1-1,1 1,0 0,-1 0,1 0,-1-1,1 1,-1 0,1 0,-1 1,16 62,14 29,-26-86,0 1,1-1,1 0,-1 0,1-1,0 1,0-1,1-1,0 1,0-1,0 0,1-1,-1 1,1-2,0 1,0-1,1 0,-1-1,1 0,-1 0,2-1,9-1</inkml:trace>
  <inkml:trace contextRef="#ctx0" brushRef="#br0" timeOffset="2474.536">3864 286,'5'-14,"-1"0,-1 0,0 0,-1-1,0 1,-1-1,-1 1,0-1,-1 1,-1-1,0 1,-3-10,4 21,0 0,0 0,0 1,-1-1,1 0,-1 1,0-1,1 1,-1-1,0 1,0 0,0 0,-1 0,1 0,0 0,-1 1,1-1,-1 1,0-1,0 1,1 0,-1 0,0 0,0 1,0-1,0 0,0 1,0 0,0 0,0 0,0 0,0 0,0 1,0 0,0-1,0 1,1 0,-1 0,0 1,-6 2,2 1,-1 1,1 0,0 0,0 0,0 1,1-1,0 2,1-1,-1 1,1 0,1 0,0 0,0 0,0 1,1 0,0 0,1 0,0 0,1 0,0 0,0 0,0 1,2-1,-1 0,1 3,0-8,0 0,0 0,1 0,-1 0,1 0,0 0,0-1,0 1,1-1,-1 1,1-1,0 0,0 0,0 0,0-1,0 1,1-1,-1 1,1-1,0 0,-1-1,1 1,0-1,0 1,0-1,0 0,0-1,0 1,1-1,0 1,4-1,0 0,0-1,0 0,0 0,0-1,0 0,0 0,0-1,0-1,-1 1,0-1,1-1,1-1,-2 0,1-1,-2 1,1-2,-1 1,0-1,-1 0,1-1,-2 1,1-1,-1 0,-1-1,1 1,-2-1,1 0,-1 0,-1 0,0 0,0-1,-1 1,0-6,-6 7,-2 25,5-8,1 0,0-1,0 1,1 0,0 0,0 0,1 0,0-1,1 1,-1 0,1-1,1 1,0-1,0 0,0 0,1 0,0 0,0 0,0-1,1 0,0 0,1 0,-1 0,1-1,0 0,0 0,1-1,3 2,58 36,2-7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37.5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281 245,'-14'16,"1"2,0 0,1 0,1 1,1 0,-6 17,8-20,-37 82,4 3,5 1,-4 30,32-99,9-21,8-24,93-229,125-333,-197 519,-24 64,-2 156,-5-18,7-1,7 0,26 118,-3-96,-29-138</inkml:trace>
  <inkml:trace contextRef="#ctx0" brushRef="#br0" timeOffset="704.456">0 646,'182'-13,"-67"5,34-3,83 7,-226 3,1 0,0 1,-1-1,1 2,0-1,-1 1,1 0,0 0,-1 0,1 1,-1 0,0 1,0-1,0 1,0 1,0-1,0 1,-1 0,0 0,0 0,0 1,0 0,-1 0,1 0,-1 0,-1 1,2 2,-2 5,-1 0,-1 0,0 0,0 1,-2-1,0 0,-1 6,0-12,1 0,-1 0,1 0,0 0,1 0,0 0,0 0,0 0,1 0,0 0,1 0,-1 0,1 0,1 0,-1-1,1 1,0-1,1 0,-1 0,1 0,1 0,-1-1,1 1,0-1,0 0,2 1,-1-2,1-1,-1 1,1-1,0-1,0 1,0-1,1 0,-1-1,1 1,-1-1,0-1,1 0,0 0,-1 0,1-1,-1 0,0-1,1 1,-1-1,0-1,0 1,0-1,0-1,-1 1,1-1,-1 0,0-1,0 1,0-1,-1 0,0-1,0 1,0-1,0 0,-1 0,0-1,0 1,-1-2,7-80,-6 119,-3-22,1 1,0-1,1 0,0 0,1 0,0 0,0-1,0 0,1 0,1 0,-1 0,1-1,1 0,-1 0,1 0,0-1,1 0,0 0,0-1,1 0,-5-4,0 0,1-1,-1 0,0 0,0 0,1-1,-1 1,0-1,0 0,0 0,1-1,-1 1,-1-1,1 0,0 0,0 0,-1 0,1-1,-1 1,0-1,1-1,58-69,14-69,-77 180,0-32,0 0,0 0,0 0,1 0,0 0,0 0,1 0,-1 0,1 0,0 0,1 0,0 0,0-1,0 1,0 0,1-1,0 0,0 0,1 0,-1 0,1 0,0-1,0 1,5 2,5 2,2-2,-1 0,1 0,0-2,0 0,1-1,-1 0,1-1,0-1,0-1,1 0,34 2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36.0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0 325,'18'0,"18"0,13 0,13 0,12 0,6 0,4 3,-2 0,-3 2,-8 0,-16-1</inkml:trace>
  <inkml:trace contextRef="#ctx0" brushRef="#br0" timeOffset="270.117">94 606,'23'7,"20"2,20-1,15-1,12-2,7-2,0-3,-2-7,-9-4,-18-1</inkml:trace>
  <inkml:trace contextRef="#ctx0" brushRef="#br0" timeOffset="519.303">856 44,'-107'-41,"80"39,27 2,-1 0,1 0,0 0,-1 0,1 0,-1 1,1-1,0 0,-1 0,1 0,0 0,-1 1,1-1,0 0,-1 1,1-1,0 0,-1 0,1 1,0-1,0 0,0 1,-1-1,1 1,0-1,0 0,0 1,0-1,0 1,-1-1,1 0,0 1,0-1,0 1,0-1,0 0,1 1,-1-1,0 1,0-1,0 0,0 1,0-1,0 1,1-1,-1 0,0 1,0-1,0 0,1 1,-1-1,0 0,1 0,-1 1,0-1,1 0,-1 0,0 1,1-1,-1 0,0 0,1 0,10 11,0-2,1 1,0-2,0 1,0-2,1 0,1 0,8 2,1 2,135 60,-74-35,-3 3,28 20,-97-52,-1 1,1 0,-2 0,1 1,-1 0,-1 1,6 7,-12-13,-1 0,1 0,-1 0,1 1,-1-1,0 1,-1-1,1 1,-1 0,0 0,0 0,-1 0,1-1,-1 1,0 0,0 0,-1 0,1 0,-1 0,0 0,-1-1,0 3,-6 9,-1 1,0-2,-1 1,-1-1,-1-1,0 0,0-1,-2 0,1-1,-10 6,6-3,-186 167,157-135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1:43.9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462 803,'1'-3,"-1"1,0-1,0 0,1 1,-2-1,1 0,0 1,0-1,-1 0,0 1,1-1,-1 0,0 1,0-1,-1 1,1 0,0-1,-1 1,0 0,1 0,-1 0,0 0,0 0,0 0,0 0,0 1,-1-1,1 1,0 0,-1-1,1 1,-1 0,1 0,-1 1,0-1,1 1,-1-1,0 1,1 0,-1 0,0 0,1 0,-1 0,-1 1,-13 3,0 0,0 2,1 0,0 1,1 0,-1 1,1 1,1 0,0 2,0-1,1 1,0 1,1 1,0 0,-7 10,3-6,2 1,-1 0,2 1,1 0,0 1,1 0,2 1,0 0,1 1,1 0,1 0,0 0,2 1,1 0,1 0,1-1,1 1,1 3,0-20,0 0,0 0,1 0,0 0,0 0,0 0,1-1,0 1,0-1,0 0,1 0,0 0,0 0,0-1,1 1,-1-1,1 0,0-1,0 1,0-1,1 0,-1 0,1 0,0-1,-1 0,1 0,0-1,3 1,10-1,-1-2,1 0,0-1,-1-1,1 0,-1-2,0 0,0-1,0-1,-1 0,0-1,-1-1,0-1,0-1,-1 0,0 0,4-7,8-4,-2-2,0-1,-2-1,0-1,-2-1,-2-1,0-1,-2 0,-1-1,-2-1,-1 0,-1-1,-2-1,-1 0,-2 0,-1 0,-2-1,-1 0,-2 0,-2-23,-1 37,-1 0,0-1,-2 2,0-1,-2 1,0 0,-1 0,-9-15,13 27,0 1,-1-1,0 0,-1 1,1 0,-1 0,-1 1,1 0,-1 0,-1 0,1 1,-1 0,1 0,-1 1,-1 0,1 1,0 0,-1 0,0 0,0 1,-5 0,5 1,1 1,0 0,0 1,-1 0,1 0,0 1,0 0,0 0,1 1,-1 0,0 0,1 1,0 0,0 0,0 1,0-1,1 2,0-1,0 1,0 0,1 0,-5 6,0 2,1 1,0 0,0 0,2 1,0 0,1 1,0-1,2 1,0 0,-1 8,2 6,1 1,2-1,1 1,1-1,2 1,1-1,1 0,2 0,1-1,8 17,23 49,5-2,32 48,77 158,-132-249</inkml:trace>
  <inkml:trace contextRef="#ctx0" brushRef="#br0" timeOffset="285.214">984 1578,'14'-53,"2"1,3 1,2 0,2 1,2 2,10-11,-23 41,-12 18,0-1,1 1,-1 0,0 0,1 0,-1-1,0 1,1 0,-1 0,0 0,1 0,-1 0,0 0,1 0,-1 0,0 0,1 0,-1 0,0 0,1 0,-1 0,0 0,1 0,-1 0,0 1,1-1,-1 0,0 0,1 0,-1 0,0 1,0-1,1 0,-1 0,0 1,0-1,1 0,-1 0,0 1,0-1,0 0,0 1,1-1,-1 0,0 1,0-1,0 0,0 1,0-1,0 0,0 1,0-1,0 0,0 1,0-1,0 0,0 1,0-1,0 0,-1 1,1-1,0 0,0 1,0-1,0 0,-1 1,1-1,0 0,0 0,-11 197,9-163,0-12,0 1,1-1,2 0,0 0,1 0,2 0,0 0,1-1,3 5,2-5</inkml:trace>
  <inkml:trace contextRef="#ctx0" brushRef="#br0" timeOffset="531.182">1023 415,'5'-16,"10"-7,19-3,23 4,26 5,19 6,10 5,0 3,-9 2,-13 1,-21 4,-22 0</inkml:trace>
  <inkml:trace contextRef="#ctx0" brushRef="#br0" timeOffset="707.036">1465 1,'2'29,"5"31,5 30,-1 27,-4 23,-4-12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46.5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41,'3'-7,"-5"-9,-1-1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45.6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106 538,'26'-131,"-14"72,-2 0,-3 0,0-53,-20 33,12 77,0 0,0-1,-1 1,1 0,0 0,-1 0,1 0,-1 0,1 0,-1 0,0 0,0 1,0-1,0 1,0 0,0-1,0 1,-1 0,1 0,0 0,-1 1,1-1,-1 0,1 1,-1 0,1-1,-1 1,1 0,-1 0,1 1,-3-1,0 1,0-1,0 1,1 1,-1-1,1 1,-1-1,1 1,-1 1,1-1,0 1,0-1,0 1,0 0,1 0,-1 1,1-1,0 1,0 0,0 0,0 0,0 2,3-4,-1-1,1 1,0 0,0 0,0-1,0 1,0 0,0 0,0 0,1-1,-1 1,0 0,1-1,0 1,-1 0,1-1,0 1,0-1,0 1,0-1,0 1,0-1,1 0,-1 1,0-1,1 0,-1 0,1 0,-1 0,1 0,-1-1,1 1,-1 0,1-1,0 1,65 18,-21-15,-1-2,1-2,-1-2,1-2,-1-2,0-2,-1-2,0-2,0-1,20-11,-64 23,0 1,1 0,-1-1,0 1,0 0,1 0,-1 0,0-1,1 1,-1 0,0 0,1 0,-1 0,0-1,1 1,-1 0,1 0,-1 0,0 0,1 0,-1 0,0 0,1 0,-1 0,0 0,1 0,-1 1,1-1,-1 0,0 0,1 0,-1 0,0 0,0 1,1-1,-1 0,0 0,1 1,-1-1,0 0,0 0,1 1,-1-1,0 0,0 1,0-1,0 0,1 1,-1-1,0 0,0 1,0-1,0 0,0 1,0-1,0 1,0-1,-9 25,5-14,-11 32,3 1,2 0,1 0,3 1,1 0,3 0,1 0,2 1,4 17,12 57,4-1,34 105,-46-190,1-6,-1 1,-1 1,-1-1,-2 1,-1 0,-2 0,-1 0,-1 0,-1 1,-2-1,-1 0,-3 10,3-30,-1 0,1 0,-1-1,-1 0,0 0,0 0,-1 0,0-1,-1-1,1 1,-1-1,-1 0,0-1,0 0,0 0,0-1,-1 0,0-1,0 0,0 0,0-1,-1 0,1-1,-1-1,0 1,0-2,1 1,-1-2,0 1,0-1,1-1,-1 0,0-1,1 0,0 0,0-1,0 0,0-1,1 0,-1-1,0-1,-4-6,1 0,1-2,0 0,1 0,0-1,1 0,1-1,1 0,0 0,1-1,1 0,1 0,0-1,2 1,0-1,1 0,1 0,0 0,2 0,0 0,1 0,1 0,3-9,0 7,1 0,1 1,0 0,2 0,0 0,1 2,2-1,-1 1,2 1,0 0,2 1,7-6,33-26,3 2,1 2,6 1,11-8,108-72,-136 93</inkml:trace>
  <inkml:trace contextRef="#ctx0" brushRef="#br0" timeOffset="280.253">1162 204,'-3'18,"5"20,4 16,2 18,1 13,-1 7,-3 2,-1-4,-5-7,-1-15,-3-15,0-17</inkml:trace>
  <inkml:trace contextRef="#ctx0" brushRef="#br0" timeOffset="646.273">1644 176,'-57'87,"-4"-4,-3-1,-3-4,-35 28,86-91,-68 51,84-67,0 1,0 0,0 0,0-1,0 1,0 0,0 0,0-1,0 1,0 0,0 0,0-1,0 1,0 0,0 0,0-1,-1 1,1 0,0 0,0-1,0 1,0 0,-1 0,1 0,0 0,0-1,0 1,-1 0,1 0,0 0,0 0,-1 0,1 0,0-1,0 1,-1 0,1 0,0 0,0 0,-1 0,1 0,0 0,0 0,-1 0,1 0,0 0,0 0,-1 0,1 1,0-1,0 0,-1 0,1 0,0 0,0 0,0 0,-1 1,1-1,0 0,14-19,-7 14,0-1,0 1,0 0,1 1,0 0,0 0,0 1,0 0,0 0,1 1,-1 0,1 0,0 1,-1 1,1-1,0 1,0 0,-1 1,1 0,0 1,-1 0,1 0,-1 1,0 0,1 0,-1 1,-1 0,1 0,-1 1,1 0,-2 0,7 6,92 94,-83-80,1-1,0-1,2-1,1-1,11 5,-20-16,1-1,0-1,1-1,0 0,0-1,0-2,1 0,0 0,0-2,0-1,0 0,0-2,0 0,-1-1,1-1,0-1,-1 0,15-6,3-2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41.8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24 359,'-9'49,"2"1,3-1,1 1,3 0,5 40,6 34,5 0,6 3,-12-103,-8-61,-3 30,0-1,1 1,-1 0,1 0,1 0,0-1,0 1,0 0,1 0,0 0,0 0,1 0,-1 1,2-1,-1 1,1 0,0 0,0 0,0 0,1 1,0 0,0-1,1 2,-1-1,1 1,3-2,-5 5,1 0,0 0,-1 0,1 0,0 1,-1 0,1 0,0 0,-1 1,1 0,0 0,-1 0,1 0,-1 0,0 1,1 0,-1 0,0 0,0 1,0-1,0 1,-1 0,1 0,-1 0,1 1,0 1,5 5,0 1,0 0,-2 0,1 0,-1 1,-1 0,0 1,2 8,-5-16,-1 0,1 0,-1 1,0-1,-1 1,1 0,-1-1,0 1,-1 0,1 0,-1-1,0 1,0 0,-1 0,0 0,0-1,0 1,-1 0,0-1,0 1,0-1,-1 0,0 0,0 0,0 0,0 0,-1 0,0-1,0 0,0 0,0 0,-1 0,0-1,0 1,1-1,-3 0,-1 0,1-1,-1 0,0-1,1 0,-1 0,0 0,0-1,0 0,0-1,0 0,1 0,-1-1,0 1,-1-2,5 2,0-1,0 0,0 1,1-1,-1 0,0-1,1 1,-1-1,1 0,0 1,0-1,0-1,0 1,1 0,-1-1,1 1,0-1,0 0,0 0,1 0,-1 0,1 0,0 0,0 0,0 0,0-4,3-1,-1-1,1 1,1-1,0 1,0 0,1 0,0 1,1-1,0 1,0 0,0 0,1 0,1 1,-1 0,1 0,0 1,1 0,-1 0,1 0,0 1,1 1,-1-1,8-2,12-6,0 0,0 2,1 2,0 0,1 2,-1 1,1 1,21 1,-47 3,-1 0,0 0,1 1,-1 0,0 0,1 0,-1 0,0 0,1 0,-1 1,0 0,0 0,1 0,-1 0,0 0,0 1,0-1,0 1,0 0,-1 0,1 0,-1 0,1 0,-1 0,1 1,-1-1,0 1,0 0,-1 0,1 0,0 0,-1 0,0 0,0 0,6 96,-8-87,1 0,0 0,0 0,1 0,1 0,0-1,1 1,0 0,4 9,-6-19,0-1,0 1,0 0,0-1,0 1,0 0,0-1,0 0,1 1,-1-1,1 0,-1 0,1 1,-1-1,1 0,0-1,-1 1,1 0,0 0,0-1,0 1,0-1,-1 0,1 1,0-1,0 0,0 0,2 0,14-3</inkml:trace>
  <inkml:trace contextRef="#ctx0" brushRef="#br0" timeOffset="289.227">559 587,'5'4,"12"7,15 3,2-1</inkml:trace>
  <inkml:trace contextRef="#ctx0" brushRef="#br0" timeOffset="787.964">1187 747,'-17'-3,"0"0,0 1,0 1,-1 1,1 0,0 1,0 1,0 1,0 0,0 1,1 1,-12 5,25-9,1 0,-1 1,0-1,0 1,1 0,-1 0,1 0,0 0,-1 1,1-1,0 0,0 1,1 0,-1-1,0 1,1 0,0 0,0 0,-1 0,2 0,-1 0,0 0,1 0,-1 0,1 0,0 1,0-1,0 0,0 0,1 0,0 0,-1 0,1 1,0-1,0 0,1-1,-1 1,0 0,1 0,0-1,2 3,10 13,1-1,1-1,0 0,1-1,16 10,-15-12,-1 1,0 1,-1 0,-1 2,0-1,0 3,-13-17,0 0,0 0,-1 1,1-1,-1 0,1 0,-1 1,0-1,0 1,0-1,0 1,0 0,-1-1,1 1,-1 0,1-1,-1 1,0 0,0-1,-1 1,1 0,0 0,-1-1,0 1,1-1,-1 1,0 0,0-1,-1 0,1 1,0-1,-1 0,0 1,1-1,-1 0,0 0,-1 0,-3 3,0-1,-1 0,0 0,0-1,0 1,0-2,0 1,-1-1,1 0,-1 0,0-1,1 0,-1-1,-7 0,13 0,1 0,-1 0,0 0,1-1,-1 1,1-1,-1 1,0-1,1 1,-1-1,1 0,-1 0,1 0,0 0,-1 0,1 0,0 0,0-1,0 1,0 0,0-1,0 1,0 0,0-1,0 1,1-1,-1 0,1 1,-1-1,1 1,-1-1,1 0,0 1,0-1,0 0,14-61,5 29,1 1,2 0,1 2,1 1,21-20,3-5,-4 3,-2-2,-3-2,-3-2,-2-1,-1-4,-20 34,0 0,-2-1,-2 0,0-1,-3 0,0 0,-2 0,-1-1,-1 0,-2 0,-4-29,3 50,0 0,-1 0,-1 0,1 0,-2 0,1 0,-2 1,1 0,-2-1,-9 4,8 29,3 39,2 0,4-1,2 1,10 49,76 456,-85-540,1-1,1 0,1 0,1-1,7 14,-14-35,-1 0,1-1,0 1,-1 0,1 0,0-1,1 1,-1-1,0 0,1 1,-1-1,1 0,0 0,0-1,-1 1,2 0,14 1</inkml:trace>
  <inkml:trace contextRef="#ctx0" brushRef="#br0" timeOffset="1038.298">1201 400,'-14'0,"-6"2,-1 3,11 6,19 2,25 4,30 2,31-3,25-2,-9-3</inkml:trace>
  <inkml:trace contextRef="#ctx0" brushRef="#br0" timeOffset="2041.305">2150 961,'-6'-6,"0"1,0 0,-1 0,0 1,0 0,0 0,0 1,-1 0,1 0,-1 0,0 1,0 0,0 1,0 0,0 0,0 1,0 0,0 0,0 1,0 0,0 0,0 1,0 0,1 0,-1 1,1 0,-1 0,1 1,0 0,0 0,1 1,-1 0,1 0,0 1,0-1,1 1,0 0,0 1,-4 5,5-5,-1 0,1 0,1 1,-1-1,1 1,1 0,-1-1,1 1,1 1,0-1,0 1,0-7,1 1,0 0,0 0,0-1,1 1,-1 0,1-1,-1 1,1 0,0-1,0 1,0-1,1 1,-1-1,0 0,1 1,0-1,-1 0,1 0,0 0,0 0,0 0,0-1,1 1,-1-1,0 1,1-1,-1 0,1 0,-1 0,1 0,-1 0,1-1,1 1,6-1,0 0,0-1,0 0,0 0,0-1,0 0,0-1,-1-1,1 1,-1-1,0-1,0 1,-1-2,1 1,-1-1,0 0,-1-1,1 0,-1 0,-1-1,5-6,0 2,-1 0,-1 0,0-1,-1 0,0-1,-1 0,0 0,-1 0,-1-1,0 0,-1 0,-1 0,-1 0,0-1,0-11,-2 28,0-1,-1 0,1 1,0-1,0 0,-1 1,1-1,0 0,-1 1,1-1,0 0,-1 0,1 0,-1 1,1-1,0 0,-1 0,1 0,-1 0,1 0,-1 0,1 1,0-1,-1 0,1 0,-1-1,1 1,-1 0,1 0,0 0,-1 0,1 0,-1 0,1-1,0 1,-1 0,1 0,-1 0,1-1,0 1,-1 0,1-1,0 1,0 0,-1-1,1 1,0-1,-5 16,0-1,2 0,0 1,0 0,1-1,1 1,1 0,0 0,1 0,0 0,1-1,1 1,1 4,-2-14,0 0,0 1,0-1,1 0,0 0,0 0,0-1,0 1,1-1,0 1,0-1,0 0,0-1,1 1,-1-1,1 0,0 0,0 0,0-1,0 1,1-1,-1-1,1 1,-1-1,1 0,-1 0,1 0,0-1,-1 0,1 0,0-1,-1 1,1-1,-1 0,1-1,4-1,2-1,-1-1,1-1,-1 0,-1 0,1-1,-1 0,0-1,-1 0,0-1,0 0,-1 0,0-1,0 0,4-9,2-4,-2 0,0 0,-2-1,-1-1,0 0,2-17,1-19,-3-1,-2 0,-3 0,-3 0,-2 0,-4 0,-3-12,-9 1,8 75,-6 88,-27 600,42-511,0-179,0 1,-1 0,1 1,0-1,-1 0,1 0,0 0,0 0,0 0,0 0,0 0,0 0,0 1,1-1,-1 0,0 0,0 0,1 0,-1 0,1 0,-1 0,1 0,0 0,-1 0,1 0,0-1,-1 1,1 0,0 0,0-1,0 1,0 0,0-1,0 1,0-1,0 1,0-1,0 0,0 1,0-1,0 0,0 0,0 1,4-7,-1-1,0 1,0 0,0-1,-1 0,0 0,0 0,-1 0,0 0,0-1,5-14,5-12,-5 10,1 1,1 0,1 0,1 1,1 0,0 1,4-3,-15 23,0-1,0 1,0-1,0 1,0 0,0-1,1 1,-1 0,0 0,1 0,-1 0,1 0,-1 0,1 0,-1 1,1-1,0 0,-1 1,1-1,0 1,-1 0,1 0,0-1,0 1,-1 0,1 1,0-1,0 0,-1 0,1 1,0-1,-1 1,1-1,0 1,-1 0,1 0,-1 0,1 0,7 8,0 0,0 1,-1 1,-1-1,0 1,0 0,-1 1,0-1,-1 1,1 5,-5-13,1 0,5 9,-1 0,-1 0,0 1,0 0,-1 0,-1 0,-1 0,0 1,0-1,-2 1,0 10,-1-22,0 0,-1 0,1 0,-1 0,0 0,1 0,-1 0,0-1,-1 1,1-1,0 1,-1-1,1 0,-1 0,0 0,0 0,0-1,0 1,0-1,0 0,0 0,0 0,-1 0,1 0,0 0,-1-1,1 0,0 0,-1 0,1 0,0 0,-1-1,1 1,0-1,0 0,-1 0,1 0,0-1,0 1,0-1,0 1,0-1,1 0,-1 0,0-1,1 1,0 0,-1-1,-1-2,1 0,0 0,0 0,0 0,0 0,1 0,0-1,0 1,0-1,1 0,0 1,0-1,0 0,1 0,0 0,0 0,0 1,1-1,0 0,0 0,0 1,1-1,0 0,0 1,0 0,1-1,3-6,1-1,0 1,1 1,0-1,1 2,0-1,1 1,0 0,0 1,2 0,0-1,1 1,1 0,-1 1,2 1,-1 0,1 1,0 0,0 1,0 1,1 0,0 1,0 1,0 1,10 0,-23 1,0 1,1-1,-1 1,0 0,0 0,0 0,0 0,0 0,0 1,0 0,0-1,0 1,-1 0,1 1,-1-1,0 0,1 1,-1-1,0 1,0-1,0 1,-1 0,1 0,-1 0,0 0,0 0,0 0,0 1,0-1,0 0,-1 0,0 1,0-1,0 1,2 182,-2-184,-1 1,2-1,-1 0,0 1,0-1,1 0,-1 1,1-1,0 0,0 0,0 0,0 1,0-1,0 0,1 0,-1 0,1-1,-1 1,1 0,-1-1,1 1,0-1,0 1,0-1,0 0,0 1,0-1,1-1,-1 1,0 0,0 0,1-1,-1 1,2-1,15-2</inkml:trace>
  <inkml:trace contextRef="#ctx0" brushRef="#br0" timeOffset="2344.01">2992 493,'11'18,"11"13,2 1</inkml:trace>
  <inkml:trace contextRef="#ctx0" brushRef="#br0" timeOffset="2794.804">3393 961,'29'-31,"-1"-1,-2-1,-1-2,-2 0,-2-1,-1-2,-1 0,-2 0,-2-2,-2 0,-2-1,-1 0,-2 0,-2-1,0-27,-5 60,-1 0,0 0,0 0,-1 0,0 0,-1 0,0 0,0 0,-1 0,0 1,-1-1,0 1,0 0,-1 0,0 0,-5-6,8 12,-1 1,1-1,0 1,0-1,-1 1,1 0,-1 0,1 0,-1 0,0 1,1-1,-1 1,0-1,1 1,-1 0,0 0,1 0,-1 0,0 1,0-1,1 1,-1 0,1 0,-1 0,1 0,-1 0,1 0,-1 0,1 1,0 0,0-1,0 1,-2 1,-62 73,46-43,1 1,1 1,2 1,2 0,1 1,2 1,2 0,1 0,2 1,1 0,2 1,2-19,1 1,1 0,1-1,1 1,0 0,2-1,1 0,0 0,2-1,0 0,1 0,1-1,1 0,0 0,2-2,0 1,1-2,1 1,0-2,9 7,-19-18,-1 0,1-1,0 1,0-1,0 0,1-1,-1 1,1-1,-1 0,1 0,0-1,-1 0,1 0,0 0,0-1,0 1,0-1,0-1,0 1,0-1,0 0,-1-1,1 1,0-1,-1 0,1-1,-1 1,17-15,-2 0,0-1,0-1,-2-1,-1 0,0-1,-2-1,0-1,-1 0,0-4,-9 18,30-48,-35 57,0 0,0 1,-1-1,1 0,0 0,0 1,0-1,1 0,-1 0,0 1,0-1,0 0,0 0,0 0,0 1,0-1,0 0,0 0,0 0,1 1,-1-1,0 0,0 0,0 0,0 1,1-1,-1 0,0 0,0 0,0 0,1 0,-1 0,0 0,0 1,1-1,-1 0,0 0,0 0,0 0,1 0,-1 0,0 0,0 0,1 0,-1 0,0 0,0 0,1 0,-1-1,0 1,0 0,0 0,1 0,-1 0,0 0,0 0,0-1,1 1,-1 0,0 0,0 0,0 0,-1 25,1-22,-4 32,0 82,4-111,1-1,0 1,0 0,0-1,1 1,0-1,0 1,0-1,1 0,0 0,0 0,0 0,0 0,1-1,0 1,0-1,0 0,2 1,-3-3,0 0,0 0,1-1,-1 1,0-1,1 1,-1-1,1 0,0 0,-1-1,1 1,0-1,-1 0,1 0,0 0,0 0,-1-1,1 0,0 1,-1-1,1 0,-1-1,1 1,-1-1,0 0,1 1,-1-1,0-1,0 1,0 0,-1-1,3-2,21-21</inkml:trace>
  <inkml:trace contextRef="#ctx0" brushRef="#br0" timeOffset="3067.59">4022 493,'-7'4,"2"5,5 2,2-1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39.3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401 273,'-10'13,"-1"1,2 0,0 0,0 1,2 1,0-1,0 1,2 0,-1 2,0 0,-153 475,146-456,5-24,6-26,57-267,-51 261,28-129,6 1,7 3,15-23,-27 104,-32 63,-1 0,0-1,0 1,1 0,-1 0,0-1,1 1,-1 0,1 0,-1 0,0-1,1 1,-1 0,1 0,-1 0,0 0,1 0,-1 0,1 0,-1 0,1 0,-1 0,0 0,1 0,-1 0,1 0,-1 0,0 0,1 1,-1-1,1 0,-1 0,0 0,1 1,-1-1,0 0,1 1,-1-1,0 0,0 0,1 1,-1-1,0 1,0-1,0 0,1 1,-1-1,0 0,0 1,0-1,0 1,0-1,0 1,0-1,0 0,0 1,0-1,0 1,0-1,0 0,0 1,0-1,0 1,0-1,0 0,-1 1,1-1,0 1,20 246,57 299,-51-388,-20-103,-7-40</inkml:trace>
  <inkml:trace contextRef="#ctx0" brushRef="#br0" timeOffset="210.955">0 661,'7'-5,"16"-3,19-3,22-2,18-1,10 0,1 2,-3 3,-11 3,-18 3</inkml:trace>
  <inkml:trace contextRef="#ctx0" brushRef="#br0" timeOffset="526.112">789 580,'2'-1,"-1"-1,1 1,-1-1,1 1,-1 0,1 0,0 0,-1-1,1 2,0-1,0 0,0 0,0 1,0-1,0 1,0-1,0 1,0 0,0 0,0 0,0 0,0 0,0 0,0 1,0-1,0 1,0-1,-1 1,1 0,0 0,0 0,0 0,-1 0,1 0,0 0,-1 0,1 1,-1-1,1 1,6 11,-1 0,-1 0,0 1,-1-1,-1 1,0 0,0 1,0 7,7 25,25 41,-35-86,0 1,1-1,-1 0,0 0,1 0,0-1,-1 1,1 0,0 0,0-1,0 1,0-1,0 0,0 0,0 0,0 0,1 0,-1 0,0 0,1-1,-1 1,0-1,1 1,-1-1,1 0,-1 0,1 0,-1-1,1 1,-1 0,0-1,1 0,-1 1,0-1,0 0,3-2,4-4,-1 0,0-1,0-1,0 1,-1-1,-1-1,1 1,-1-1,-1 0,0-1,0 1,1-8,30-79,-28 70,2 0,0 0,2 1,1 1,5-6,-4 14,-2 6</inkml:trace>
  <inkml:trace contextRef="#ctx0" brushRef="#br0" timeOffset="1388.93">1431 808,'25'-22,"0"0,-2-1,0-1,-2-1,-1-1,-1-1,-1-1,-2 0,0-1,-2-1,1-6,-8-9,-7 44,0 0,0 1,0-1,0 0,0 0,0 0,0 0,-1 0,1 0,0 1,-1-1,1 0,0 0,-1 0,1 1,-1-1,1 0,-1 0,0 1,1-1,-1 0,1 1,-1-1,0 1,0-1,1 1,-1-1,0 1,0 0,0-1,0 1,1 0,-1 0,0-1,0 1,0 0,0 0,0 0,0 0,0 0,0 0,1 1,-1-1,0 0,-1 0,-5 4,0 1,0-1,1 1,-1 0,1 0,0 1,1 0,-1 0,1 0,0 1,1-1,-1 1,1 0,1 1,-1-1,1 1,1-1,-1 4,-3 3,1 0,1 0,0 1,1 0,1 0,0 0,1 0,0 0,2 0,0 11,0-19,0 0,1-1,0 1,0 0,0 0,1-1,-1 0,2 1,-1-1,1 0,0 0,0-1,0 1,1-1,0 0,0 0,0-1,1 0,0 1,-1-2,1 1,1-1,5 3,-4-3,1 0,0 0,-1-1,1 0,0 0,0-1,0 0,0-1,1 0,-1 0,0-1,0 0,0-1,-1 0,1 0,0-1,-1 0,1-1,-1 0,0 0,0 0,0-1,-1 0,0-1,0 0,0 0,-1 0,0-1,0 0,0 0,-1-1,0 0,2-5,3-11,-1 0,-2 0,0 0,-2-1,-1 0,0 0,-1-22,-5 32,-2 32,-6 141,10-154,0-1,0 1,0-1,0 1,0-1,1 1,-1-1,1 1,0-1,0 1,1-1,-1 0,0 0,1 1,0-1,0 0,0 0,0-1,1 1,-1 0,1-1,-1 1,1-1,0 0,0 0,0 0,0 0,0-1,0 1,1-1,-1 0,1 0,3 0,1 0,0-1,-1 0,1 0,0-1,-1 0,1 0,-1 0,0-1,1-1,-1 1,0-1,0 0,0-1,-1 0,1 0,-1 0,0-1,2-1,6-6,-1-1,1 0,-2-1,0-1,-1 1,0-2,2-5,36-91,-66 220,17-104,0 1,0-1,0 0,1 0,-1 0,1 1,0-1,1 0,-1 0,1 0,-1 0,1-1,0 1,1 0,-1-1,0 1,1-1,0 0,0 0,0 0,0 0,1 0,-1-1,3 1,1 1,0-1,1 0,0 0,0-1,0 0,0-1,0 0,0 0,0 0,0-1,0 0,0-1,0 0,0 0,0-1,0 0,0 0,0-1,-1 0,1 0,-1-1,0 0,0 0,0-1,2-2,-1 1,0-1,0 0,0-1,-1 0,0 0,0-1,-1 1,0-1,-1-1,0 1,0-1,-1 0,0 0,-1-1,0 1,-1 0,0-1,1-11,-3 21,1 0,-1 0,1 0,-1 0,0 0,0 0,1 0,-1-1,0 1,0 0,0 0,0 0,0 0,0-1,-1 1,1 0,0 0,-1 0,1 0,0 0,-1 0,0 0,1 0,-1 0,1 0,-1 0,0 0,0 0,0 0,1 0,-1 1,0-1,0 0,0 1,0-1,0 1,0-1,0 1,0-1,-1 1,1 0,0-1,0 1,0 0,0 0,-1 0,1 0,0 0,0 0,-1 0,-3 6,0 0,0 0,1 1,0-1,0 1,0 0,1 0,0 0,1 1,-1-1,1 1,1-1,-1 1,1 5,0-8,0 1,0-1,0 1,1 0,0-1,0 1,1-1,-1 1,1 0,0-1,1 1,-1-1,1 0,0 0,1 1,-1-1,1 0,0-1,0 1,1-1,-1 1,1-1,0 0,0 0,0 0,1-1,-1 0,1 0,0 0,5 2,18 6,1-1,0-2,1 0,0-2,0-2,0 0,20-2,-43-1,96 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51.0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 0,'-11'85,"4"0,3 0,7 68,45 948,-26 888,-34-1705,-33 164,34-373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54.4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245 472,'1'1,"-1"0,0 0,0 0,0 0,0 0,0 0,0 0,0 0,0-1,-1 1,1 0,0 0,-1 0,1 0,0 0,-1 0,1-1,-1 1,1 0,-1 0,0-1,1 1,-1 0,0-1,1 1,-1 0,0-1,0 1,1-1,-1 0,0 1,0-1,0 1,0-1,0 0,0 0,0 0,1 1,-1-1,0 0,0 0,0 0,0-1,0 1,0 0,0 0,0 0,0-1,0 1,0 0,1-1,-1 1,0-1,0 1,0-1,1 1,-1-1,0 0,1 1,-9-16,1 1,1-1,1 0,0-1,1 0,0 0,2 0,-2-17,-16-280,16 302,2 36,2-18,-1 0,1 0,1 0,-1 0,1 0,0 0,0 0,1 0,0-1,0 1,0 0,1 0,-1 0,2-1,-1 1,0-1,1 0,0 0,0 1,1-2,0 1,-1 0,2-1,-1 0,0 0,1 0,0 0,-1-1,3 1,10-1,-1 0,1-1,0-1,0-1,0 0,0-1,0-1,0 0,-1-2,1 0,-1-1,0 0,0-1,9-6,177-85,-158 80,-44 18,1 0,-1 0,1 1,-1-1,1 0,-1 0,0 1,0-1,0 0,0 0,0 1,0-1,0 0,0 0,0 1,0-1,-1 0,1 0,0 1,-1-1,1 0,-1 0,0 0,1 0,-1 0,-1 1,2 0,-6 13,0 1,1-1,1 1,1 0,0 0,1 1,1-1,0 10,31 430,-16 131,-14-586,0 27,0 0,-2 0,-1-1,-2 1,-1 4,4-25,0 0,-1 1,1-1,-2-1,1 1,-1 0,0-1,0 0,-1 1,1-2,-2 1,1-1,0 1,-1-1,0-1,0 1,-1-1,1 0,-1-1,0 0,-2 1,-5 1,-1-1,0 0,0-1,0-1,0 0,-1-1,1-1,0 0,0-1,-1-1,1 0,0-1,0-1,1 0,-1-1,1-1,0 0,0-1,1 0,0-1,0-1,1 0,0 0,-7-9,-3-3,1-1,1-1,1-1,1 0,2-2,0 0,1 0,2-2,1 0,1 0,1-1,-5-29,13 52,1 1,0-1,0 0,0 1,1-1,-1 0,1 1,1-1,-1 0,1 0,0 1,0-1,1 1,0-1,0 1,0 0,0-1,1 1,0 0,0 1,0-1,1 0,0 1,0 0,19-14,1 1,1 2,1 1,0 0,1 2,0 1,1 2,1 0,-6 1,197-61,218-38,-413 101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55.3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579 173,'-10'-5,"0"2,-1 0,0 0,0 1,0 0,0 1,0 0,0 0,0 2,0-1,0 1,0 1,0 0,0 1,0 0,1 0,-1 1,1 1,0-1,0 2,1-1,-7 6,-6 5,0 2,1 0,1 1,1 2,0 0,2 0,0 2,-6 13,2-4,2 1,1 0,2 2,2 0,1 0,1 2,2-1,2 1,1 1,2-1,1 1,2 33,2-61,1 0,0-1,0 1,1 0,0-1,1 1,0-1,0 0,1 0,0 0,1 0,0-1,0 0,1 0,0 0,0-1,1 1,0-2,0 1,1-1,0 0,0 0,0-1,0 0,6 2,-2-3,1-1,-1 0,0-1,1 0,-1-1,1 0,-1-1,1 0,0-1,-1 0,1-1,-1-1,0 0,0-1,11-4,1-2,-1-2,0 0,0-1,-2-1,0-1,0-1,5-8,5-6,-3-2,0-1,-3-2,0 0,-3-2,0 0,-3-1,-1-2,-2 0,-2 0,-1-1,-3-1,-1 0,-2 0,-1-6,-3 22,-1 1,-1-2,-2 1,0 0,-2 1,-2-9,3 24,0 1,-1 0,0 0,0 0,-1 0,0 0,0 1,-1 0,0 0,-1 0,0 0,0 1,0 0,-1 1,0-1,-1 1,1 0,-7-3,3 4,0 1,1 0,-1 1,0 0,-1 1,1 0,0 1,-1 0,1 1,-1 0,1 1,0 0,-1 1,1 0,0 1,0 0,0 1,0 0,1 0,0 1,0 1,0 0,0 0,1 1,0 0,1 0,-1 1,1 0,1 1,0 0,0 0,0 1,1-1,1 1,0 1,0-1,1 1,0 0,1-1,-1 6,0 4,2-1,-1 0,2 0,1 1,0-1,2 1,0-1,1 0,1 0,0 0,2 0,0-1,1 0,4 8,21 37,2-2,3-1,16 17,-37-55,24 37,5 1,-2 2,-3 2,-3 2,-3 1,-3 2,-3 1,6 29,-31-87,-1-7,0 1,0 0,-1 0,0 0,0 0,0 0,-1 0,0 0,0 0,0 0,-1 0,0-1,0 1,-1 0,0 3,-8-1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55.6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4,'9'-3,"19"3,27 2,33 4,27 3,22 0,8 0,-5 2,-14 0,-23 2,-28-3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58.0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577 300,'-1'-5,"-1"1,-1 0,1-1,0 1,-1 0,0 1,0-1,0 0,0 1,-1 0,0 0,1 0,-1 0,0 0,0 1,0 0,-1 0,1 0,-1 0,1 1,-1-1,1 1,-1 0,0 1,0-1,1 1,-1 0,0 0,0 0,1 1,-1 0,0 0,1 0,-1 0,1 1,-1 0,1 0,0 0,-1 1,-21 12,2 1,0 1,1 1,0 1,2 1,0 1,2 1,0 1,1 0,2 1,-9 18,3-10,1 2,2 0,2 1,1 1,1 1,3 0,1 1,1 0,2 0,2 2,5-33,0 1,1-1,0 1,0 0,0-1,1 1,0 0,1-1,0 0,0 1,0-1,1 0,0 0,0 0,1 0,0-1,0 1,1-1,0 0,0-1,0 1,1-1,-1 0,1 0,1 0,-1-1,0 0,1-1,0 1,7 2,-3-3,1 0,0-1,0 0,-1-1,1 0,0 0,0-2,0 1,0-2,0 1,-1-2,1 1,0-2,-1 0,0 0,0-1,0 0,-1-1,0 0,0 0,0-1,8-8,9-9,-1-2,-1 0,-2-1,0-2,-2 0,-2-1,2-4,10-21,-2-1,-3-2,-2 0,-3-1,-2-2,-3 0,5-46,-17 85,-2 0,0 0,-2 0,0 1,-3-15,2 29,0 0,-1 0,1 0,-2 0,1 0,-1 0,0 0,0 0,-1 1,1 0,-2 0,1 0,-1 0,1 1,-2-1,1 1,-1 1,-1-2,-1 1,-1 0,-1 0,1 1,0 0,-1 1,0 0,0 1,0 0,0 0,0 1,0 1,0-1,0 2,-1-1,1 2,0-1,0 1,0 1,-7 2,3-1,1 1,-1 1,1 0,1 1,-1 0,1 1,0 1,1-1,0 2,0 0,1 0,0 1,-6 9,9-8,0 0,1 0,0 1,1-1,0 1,1 1,0-1,1 0,1 1,0 0,1-1,1 1,0 0,0 0,2-1,0 1,0 0,1-1,4 11,6 15,3 1,0-2,3-1,1 0,24 32,51 65,42 39,-44-57,56 94,-138-195,-2 1,0 0,-1 1,0 0,-2 0,4 12,-8-10,-4-8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59.5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9,'1'-1,"1"0,-1 0,1 0,0 1,-1-1,1 0,0 0,0 1,-1-1,1 1,0 0,0 0,0-1,0 1,0 0,-1 0,1 1,0-1,0 0,0 1,0-1,-1 1,1 0,0-1,0 1,-1 0,1 0,0 0,-1 0,1 0,-1 0,0 1,1-1,-1 1,0-1,0 1,0-1,0 1,0-1,0 1,0 0,-1-1,1 1,0 1,5 20,-1-1,-1 1,-1 0,-1 0,-1 15,0-5,39 817,131 609,-137-1218,-10 1,-10 2,-12-1,-15 91,-28 14,39-226,0-119,-1-9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56.4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295 282,'11'27,"7"23,-1 21,-2 14,-4 11,-7 7,-8 0,-7-3,-8-9,-2-12,0-15,4-16,5-17</inkml:trace>
  <inkml:trace contextRef="#ctx0" brushRef="#br0" timeOffset="418.867">816 362,'-21'38,"-1"-1,-2-1,-2-2,-1 0,-2-1,-1-2,-32 26,33-31,-1-2,-1-2,-1 0,-1-2,-1-2,0-1,-4 0,37-17,-56 9,57-10,0 1,0-1,0 0,0 0,0 0,0 0,0 0,0 0,1 1,-1-1,0 0,1 0,-1 0,1 1,-1-1,1 0,-1 1,1-1,-1 0,1 1,0-1,-1 1,1-1,0 1,-1-1,1 1,0-1,0 1,0 0,-1-1,1 1,0 0,1-1,9-4,0-1,0 1,1 1,0 0,0 1,0 0,0 1,1 0,-1 1,1 0,-1 1,0 0,1 1,-1 1,1 0,-1 0,0 1,0 1,0 0,-1 1,1 0,2 2,47 28,-1 3,36 32,17 11,-110-80,24 19,1-1,1-1,1-2,0 0,1-3,1 0,0-2,10 1,-39-11,0-1,0 1,0-1,1 0,-1 0,0 0,0 0,1-1,-1 1,0-1,0 0,0 0,0 0,0 0,0 0,0-1,11-10</inkml:trace>
  <inkml:trace contextRef="#ctx0" brushRef="#br0" timeOffset="728.57">1 1,'16'4,"23"5,28-1,30 2,28-1,24-2,15-3,4-1,-9-2,-19-1,-27 0,-31 0,-33-1,-32 3,-19 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47.8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1 208,'15'0,"20"-3,22-2,19-1,14 1,9 1,1 1,-8 4,-14 5,-22 3</inkml:trace>
  <inkml:trace contextRef="#ctx0" brushRef="#br0" timeOffset="280.256">188 448,'24'7,"28"2,27 0,22-7,15-5,7-7,-6-9,-21-1</inkml:trace>
  <inkml:trace contextRef="#ctx0" brushRef="#br0" timeOffset="562.501">896 7,'-36'-6,"55"8,56 8,0 3,-1 3,0 4,-1 2,-2 4,15 10,-69-27,0 1,0 0,-1 1,0 1,-1 0,0 1,-1 1,9 12,-18-20,0 0,0 1,-1 0,0 0,0 0,-1 0,0 1,0 0,-1-1,1 1,-2 0,1 0,-1 0,-1 0,1 0,-1 0,-1 1,1-1,-2 0,1 0,-1 0,-1 2,-8 12,-1 0,-1-2,-1 0,-1 0,-1-1,-1-1,0-1,-1 0,-1-1,0-1,-1-1,-1-1,-15 8,-219 124,194-115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9:32.3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67 244,'0'20,"0"21,5 17,5 10,4 7,2 2,-2-1,-3-4,-4-7,-3-10,-2-11,-1-10,-4-10,0-10</inkml:trace>
  <inkml:trace contextRef="#ctx0" brushRef="#br0" timeOffset="300.195">13 164,'0'0,"-2"-4,0 0,1-1,-1 1,1 0,0 0,0-1,0 1,0-1,1 1,0-1,0 1,0-1,1 1,-1-1,1 1,0-1,0 1,0 0,1-1,0 1,0 0,0 0,0 0,1 0,-1 1,1-1,1 0,6-3,0 2,1-1,0 1,0 1,1 0,-1 0,1 1,0 1,0 0,0 0,0 1,0 1,0 0,0 1,0 0,0 1,0 0,0 1,-1 0,1 1,8 4,-7-3,0 0,-1 1,0 0,0 1,0 0,-1 1,0 0,0 1,-1 0,-1 1,1 0,-1 0,-1 1,0 1,-1-1,0 1,-1 0,0 0,0 1,-2 0,0 0,0 2,-3-8,-1 0,-1 1,1-1,-1 0,0 0,-1 1,0-1,0 0,0-1,-1 1,0 0,-1-1,1 1,-1-1,0 0,-1 0,1-1,-1 1,-3 1,-7 8,-1-1,-1-1,-1-1,1 0,-2-1,-1 0,-2 1,0-1,-1-1,0-1,-1-1,0-1,0-1,-6 0,12-6</inkml:trace>
  <inkml:trace contextRef="#ctx0" brushRef="#br0" timeOffset="786.476">535 859,'17'-16,"-2"-1,0-1,0 0,-2-1,0-1,-1 0,-1 0,-1-1,-1-1,-1 1,-1-1,-1-1,-1 0,0 1,-2-1,-1-4,7-52,-4-1,-4 0,-2 0,-11-61,7 123,6 21,41 108,10 38,-45-91,-3 0,-2-1,-3 19,3 92,-2-158,0-1,1 0,0 0,0 0,1 0,0 0,1 0,0 0,0 0,1-1,0 0,0 1,1-2,0 1,1 0,0-1,0 0,0-1,1 1,0-1,0 0,6 3,1-4,0-1,0 0,0-1,0 0,0-2,1 1,-1-2,0 0,1-1,-1 0,0-1,1 0,-1-2,-1 1,1-2,0 0,-1 0,6-4,11-9</inkml:trace>
  <inkml:trace contextRef="#ctx0" brushRef="#br0" timeOffset="996.911">602 404,'18'-4,"20"-4,24-3,19-2,17 1,7 3,-3 5,-18 4</inkml:trace>
  <inkml:trace contextRef="#ctx0" brushRef="#br0" timeOffset="1545.497">1378 993,'25'-185,"-7"86,-14 74,1-81,-5 106,0-1,0 0,0 0,0 1,0-1,0 0,-1 0,1 1,0-1,0 0,-1 1,1-1,-1 0,1 1,0-1,-1 0,1 1,-1-1,1 1,-1-1,0 1,1-1,-1 1,0-1,1 1,-1 0,0-1,1 1,-1 0,0 0,0 0,1-1,-1 1,0 0,0 0,1 0,-1 0,0 0,0 0,1 0,-1 1,0-1,0 0,1 0,-1 1,0-1,1 0,-1 1,0-1,1 0,-1 1,0-1,1 1,-1-1,1 1,-1 0,-30 32,30-32,0 0,1 1,-1-1,0 0,0 1,1-1,-1 1,0-1,1 1,0-1,-1 1,1-1,0 1,0 0,0-1,0 1,0-1,0 1,0-1,1 1,-1-1,0 1,1-1,-1 1,1-1,0 1,-1-1,1 1,0-1,0 0,0 0,0 1,0-1,0 0,0 0,1 0,-1 0,0 0,1-1,-1 1,0 0,1 0,-1-1,1 1,-1-1,1 0,-1 1,2-1,16 4,0-1,0-1,0 0,0-2,1 0,-1-1,0-1,1-1,6 0,119-4,-143 7,0 0,0 1,0-1,0 0,0 1,0 0,0-1,0 1,0 0,0 0,0 0,-1 0,1 1,0-1,-1 0,1 1,-1-1,1 1,-1-1,0 1,1 0,-1 0,0 0,0-1,-1 1,1 0,0 0,-1 0,1 0,-1 0,1 0,-1 1,0-1,0 0,0 0,0 0,0 0,-1 0,1 0,0 0,-1 0,0 0,1 0,-1 0,0 0,0 0,-1 1,-30 65,25-56,0 1,1 0,0 0,1 1,1 0,0 0,-1 12,4-23,1 0,0 0,1 0,-1 0,0 1,1-1,0 0,0 0,0 0,0-1,0 1,0 0,1 0,0-1,-1 1,1 0,0-1,0 0,0 1,1-1,-1 0,0 0,1 0,0-1,-1 1,1-1,0 1,0-1,0 0,0 0,1 0,100 16,-70-17,1-2,-1-1,1-2,-1-1,-1-2,1-1,-1-2,-1-1,13-8,1-3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9:30.9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1 321,'16'5,"14"1,11 0,10-1,8-2,8-1,3-1,1 0,-2-1,-6-1,-9 1,-12 2,-13 3,-11 1</inkml:trace>
  <inkml:trace contextRef="#ctx0" brushRef="#br0" timeOffset="650.804">14 642,'198'-13,"-110"-1,135 1,103-1,-324 14,-7 1</inkml:trace>
  <inkml:trace contextRef="#ctx0" brushRef="#br0" timeOffset="996.878">656 1,'11'24,"6"-10,0-2,1 0,0-1,1-1,0 0,1-2,0 0,10 2,-6-1,75 26,141 62,-225-89,0 0,-1 1,-1 0,1 1,-1 1,-1 0,0 1,4 6,-11-12,0 0,-1 0,0 0,-1 1,0-1,0 1,0 0,0 0,-1 0,0 0,-1 1,0-1,0 0,0 1,-1-1,0 1,-1-1,0 1,-1 6,-7 9,-1-1,-1 1,-1-2,0 0,-2 0,-1-1,0-1,-1 0,-1-1,-1-1,-1-1,0 0,-12 6,-100 70,104-79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9:39.4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 22,'-3'-9,"0"-3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9:40.9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274 616,'-42'64,"3"2,3 1,3 2,3 2,3 0,3 2,3 1,15-50,1 0,1 0,1 0,2 1,0 7,0-31,1 0,0 0,0 0,0 0,0 0,0 0,0 0,0 0,0 0,0 0,1 0,-1 0,0-1,0 1,1 0,-1 0,1 0,-1 0,1 0,-1-1,1 1,-1 0,1 0,0-1,-1 1,1 0,0-1,0 1,0-1,-1 1,1-1,0 1,0-1,0 0,0 1,0-1,0 0,0 0,0 0,0 0,0 0,0 0,0 0,0 0,0 0,-1 0,1 0,0-1,0 1,0 0,0-1,0 1,0 0,0-1,-1 1,49-34,-11-6,-2-2,-1-1,-3-2,-1-1,18-39,-46 79,78-128,-7-3,49-128,-116 249,0 0,0 0,-2-1,0 0,-1-1,0 1,-2-1,0 1,-1-1,-1 0,0 0,-1 1,-3-9,3 21,-1 1,-1-1,1 1,0-1,-1 1,0 0,0 0,0 0,0 1,-1-1,0 1,1 0,-1 0,0 0,-1 0,1 1,0 0,-1 0,1 0,-1 0,0 1,0-1,1 1,-1 0,0 1,0-1,0 1,-4 0,-5 1,0-1,0 2,-1 0,2 1,-1 0,0 1,1 0,-1 1,-6 4,2 1,1 1,0 0,1 1,0 0,1 2,0 0,1 0,1 2,0-1,1 2,1-1,0 2,2-1,0 2,1-1,0 1,2 0,0 0,1 1,1 0,1 0,0 8,4-11,-1 0,2-1,0 1,2-1,-1 1,2-1,0 0,1 0,1-1,0 0,1 0,3 4,126 163,-115-156,10 11,-3 1,-1 2,-2 1,6 15,-23-39,-1 0,-1 1,-1 0,-1 0,0 0,-1 1,-1-1,-1 1,0 0,-1 0,-2 0,-1 11,-18 34,6-45</inkml:trace>
  <inkml:trace contextRef="#ctx0" brushRef="#br0" timeOffset="458.455">768 1685,'22'-79,"4"0,3 2,28-50,14-4,-71 132,0-1,0 1,1-1,-1 0,0 1,0-1,0 1,1-1,-1 0,0 1,0-1,1 0,-1 1,0-1,1 0,-1 0,0 1,1-1,-1 0,1 0,-1 1,0-1,1 0,-1 0,1 0,-1 0,1 0,-1 0,1 0,-1 0,0 0,1 0,-1 0,1 0,-1 0,1 0,-1 0,1 0,-1 0,0-1,1 1,-1 0,1 0,-1 0,0-1,1 1,-1 0,0-1,1 1,-1 0,0-1,0 1,1 0,-1-1,0 1,0 0,1-1,-1 1,0-1,0 1,0-1,-2 43,1-39,-13 150,6 148,8-290,-8 129,7-133,-1 1,0-1,0 1,0-1,-1 1,0-1,0 0,-1-1,0 1,0 0,-1-1,1 0,-1 0,-1 0,1-1,-4 3,-6 1</inkml:trace>
  <inkml:trace contextRef="#ctx0" brushRef="#br0" timeOffset="770.155">822 1953,'9'2,"7"4,11-1,7 1,9-5,7-1,3-4,2-2,-1-2,-5 2,-10 2,-10 0</inkml:trace>
  <inkml:trace contextRef="#ctx0" brushRef="#br0" timeOffset="1342.189">781 363,'499'-27,"-294"12,-215 13,-1-1</inkml:trace>
  <inkml:trace contextRef="#ctx0" brushRef="#br0" timeOffset="1731.128">1089 1,'-6'80,"7"-53,5 671,-7-750,1 34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9:38.7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370 246,'-19'10,"2"1,-1 1,1 1,1 0,1 2,0-1,0 2,2 0,0 1,1 0,-8 14,-5 8,1 1,3 0,1 2,2 1,2 0,1 1,3 0,2 1,1 1,2 4,6-33,0 0,1-1,0 1,2 0,0 0,1-1,3 13,-4-24,-1 0,1 0,0 0,0 0,1 0,-1-1,1 1,0-1,0 0,1 1,-1-2,1 1,0 0,0-1,0 0,0 1,1-2,-1 1,1 0,0-1,0 0,0 0,0-1,0 1,0-1,2 0,1 0,1-1,-1 0,1 0,-1-1,1 0,-1-1,0 0,0 0,0-1,0 1,0-2,0 1,-1-1,0-1,1 1,-1-1,-1 0,5-5,6-5,-1-2,-1 0,-1 0,0-1,-1-1,4-10,11-22,-4-3,-1 0,-3-1,-3 0,-1-2,-4 0,-1-1,-4 0,-2-1,-1 38,-1 0,-2 0,0 0,-1-1,-1 1,-1 0,-1 0,-1 0,0 1,-2-1,0 1,-2 0,0 1,-1 0,-1 0,-1-1,7 16,0-1,0 1,-1-1,1 1,-1 1,0-1,0 1,0 0,-1 0,1 0,-1 0,1 1,-1 0,0 1,0-1,0 1,0 0,0 0,0 1,0 0,0 0,0 0,0 1,0 0,0 0,0 1,0-1,1 1,-1 0,0 1,1 0,0-1,-1 2,1-1,0 1,-5 7,0 1,0 0,1 0,1 1,0 1,1-1,0 1,1 0,1 1,0-1,1 1,0 0,2 0,-1 1,2-1,0 0,1 1,1-1,0 1,1 0,7 41,3-1,3-1,1 0,3-1,3-1,2-1,2-1,29 44,-47-82,41 75,-8-18,-3 2,-3 2,0 11,-22-44,-7-11</inkml:trace>
  <inkml:trace contextRef="#ctx0" brushRef="#br0" timeOffset="375.508">878 1141,'12'-87,"3"0,22-68,-29 133,-8 22,0 0,0 0,0 1,0-1,0 0,0 0,0 1,0-1,0 0,0 0,0 0,0 1,0-1,0 0,0 0,0 0,1 1,-1-1,0 0,0 0,0 0,0 0,0 1,1-1,-1 0,0 0,0 0,0 0,0 0,1 0,-1 1,0-1,0 0,1 0,-1 0,0 0,0 0,0 0,1 0,-1 0,0 0,0 0,0 0,1 0,-1 0,0 0,0 0,1 0,-1 0,0-1,0 1,0 0,1 0,1 25,-1 47,2 52,5-1,11 43,15-25,-31-126</inkml:trace>
  <inkml:trace contextRef="#ctx0" brushRef="#br0" timeOffset="555.573">865 1328,'16'2,"14"1,14 1,14-2,12 0,8-4,1-2,-12-2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9:35.0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9 364,'-8'782,"7"-688,1-94,1-1,-1 1,0 0,1-1,-1 1,0-1,1 1,-1 0,1-1,-1 1,0 0,1-1,-1 1,1 0,-1 0,1-1,-1 1,1 0,-1 0,1 0,-1 0,1 0,0 0,-1 0,1 0,-1 0,1 0,-1 0,1 0,-1 0,1 0,-1 1,1-1,-1 0,1 0,-1 0,1 1,-1-1,0 0,1 1,-1-1,1 0,-1 1,0-1,1 1,-1-1,0 0,1 1,-1-1,0 1,26-63,-23 51,0 0,1-1,0 1,1 0,1 1,-1-1,1 1,1 1,0-1,1 1,-1 0,2 0,-1 1,1 0,1 1,-1 0,11-5,-15 10,0 0,0 1,-1 0,1 0,0 1,0-1,1 1,-1 0,0 0,0 1,0-1,0 1,0 1,-1-1,1 0,0 1,0 0,-1 0,1 1,-1-1,0 1,0 0,0 0,0 0,0 1,-1-1,1 1,-1 0,1 2,3 2,-1 0,0 1,-1 0,0 0,0 0,-1 0,-1 1,1 0,-1 0,-1 0,0 0,0 0,-1 0,0 3,-2-7,0-1,0 1,0-1,0 0,-1 1,0-1,0 0,0 0,-1 0,1 0,-1-1,-1 1,1-1,-1 0,1 1,-1-2,0 1,-1 0,1-1,0 0,-1 0,0 0,0 0,0-1,0 0,-5 1,6-1,-1 0,1-1,-1 0,1 0,-1 0,0 0,1-1,-1 0,0 0,1 0,-1-1,1 1,-1-1,1 0,-1-1,1 1,-1-1,1 0,0 0,0 0,0 0,0-1,0 1,0-1,1 0,-1 0,1-1,0 1,0-1,0 0,-2-3,3 2,0 1,0-1,0 0,1 0,0 1,0-1,0 0,0 0,1 0,-1 0,1 0,1 0,-1 0,1 0,0 0,0 0,0 0,1 0,-1 0,1 1,1-1,-1 1,0-1,1 1,0 0,0 0,0 0,1 0,-1 1,1-1,0 1,0 0,0 0,4-1,9-7,0 1,0 1,1 1,0 1,0 0,1 2,0 0,0 0,0 2,1 1,-1 0,1 1,-1 2,1 0,4 1,-15-1,-1 1,1 0,-1 1,0-1,0 2,0-1,-1 1,1 0,-1 1,0-1,0 1,0 1,-1 0,0-1,0 2,0-1,-1 1,0 0,0 0,-1 0,0 1,0 0,-1-1,0 1,2 7,1 6,-5-17,-1 0,0 0,1 0,0 0,0-1,0 1,1 0,-1 0,1-1,0 1,0-1,0 1,0-1,1 0,-1 0,1 0,0 0,0 0,0 0,0-1,0 0,1 0,-1 0,1 0,-1 0,1 0,3 0,9-4</inkml:trace>
  <inkml:trace contextRef="#ctx0" brushRef="#br0" timeOffset="253.319">504 658,'5'16,"10"7,3 0</inkml:trace>
  <inkml:trace contextRef="#ctx0" brushRef="#br0" timeOffset="802.528">1106 898,'-19'0,"1"0,-1 1,1 1,0 1,-1 0,1 1,1 1,-1 1,1 1,0 0,0 1,1 1,0 0,1 2,0-1,-2 4,14-12,0-1,0 1,0 0,1 0,-1 0,1 1,0-1,0 1,-1-1,2 1,-1 0,0-1,0 1,1 0,0 0,-1 0,1 0,0 1,1-1,-1 0,0 0,1 1,0-1,0 0,0 0,0 1,0-1,1 0,0 0,-1 1,1-1,0 0,1 0,-1 0,0 0,1 0,0 0,1 2,11 4,-1 0,1-1,1-1,-1 0,1-1,0-1,1 0,-1-1,1-1,0 0,6-1,-8 1,143 28,-156-31,1 0,0 0,-1 0,1 0,0 0,-1 0,1 1,-1-1,1 0,0 1,-1-1,1 1,-1 0,1-1,-1 1,0 0,1 0,-1 0,0 0,1 0,-1 0,0 0,0 0,0 1,0-1,0 0,0 1,0-1,-1 1,1-1,0 1,-1-1,1 1,-1-1,0 1,1-1,-1 1,0 0,0-1,0 1,0 0,-5 3,-1 0,1 0,-1-1,0 1,0-1,-1-1,1 1,-1-1,1 0,-1-1,0 1,-7 0,0 2,13-5,-20 9,-2-2,1 0,-1-1,0-2,0 0,0-1,-4-2,26 0,0-1,0 0,0 0,0 0,1 0,-1 0,0 0,0 0,0 0,0 0,1-1,-1 1,0 0,0 0,0-1,1 1,-1-1,0 1,1 0,-1-1,0 1,1-1,-1 0,0 1,1-1,-1 0,1 1,-1-1,1 0,0 1,-1-1,1 0,0 0,-1 1,1-1,0 0,0 0,0 0,0 1,-1-2,19-30,117-81,-56 53,-53 39,0-1,-2-2,0 0,-2-2,-1 0,-1-1,-1-1,-2-1,0-1,-2 0,-2-1,2-8,-3-1,-3-1,-1-1,-2 0,-1 0,-3 0,-2 0,-1 0,-2 0,-2 0,-2 0,-5-13,-23-38,35 94,0 0,0 0,0-1,0 1,-1 0,1 0,0 0,-1 0,1 0,-1-1,1 1,-1 0,1 0,-1-1,1 1,-1 0,0-1,1 1,-1-1,0 1,0-1,0 1,1-1,-1 1,0-1,0 0,0 0,0 1,0-1,1 0,-1 0,0 0,0 0,0 0,0 0,0 0,0 0,0 0,0 0,0-1,1 1,-1 0,0-1,0 1,0 0,0-1,1 1,-1-1,0 0,1 1,-1-1,0 1,1-1,-1 0,1 0,-1 1,1-1,-1 0,1 0,-1 1,1-1,0 0,-1 0,1 0,0 0,0 0,0 0,0 0,0 0,-5 26,1 0,2 0,0 1,2-1,1 1,1 0,-1-13,10 93,5-1,5-2,4 0,5-1,4-2,27 52,-26-55,-25-67</inkml:trace>
  <inkml:trace contextRef="#ctx0" brushRef="#br0" timeOffset="1100.731">1066 458,'16'7,"23"6,28 6,26 3,21 3,-9-3</inkml:trace>
  <inkml:trace contextRef="#ctx0" brushRef="#br0" timeOffset="2018.31">2041 1059,'-13'-9,"-1"0,0 1,0 1,-1 0,0 1,0 0,-1 1,0 1,1 1,-1 0,-1 1,1 1,0 0,0 1,-8 2,20-2,0 1,0 0,0 1,0-1,0 1,0 0,0 0,1 0,-1 0,1 0,-1 1,1 0,0 0,0 0,0 0,1 0,-1 0,1 1,0-1,-1 1,2 0,-1 0,0 0,1 0,0 0,-1 0,2 0,-1 0,0 0,1 0,0 0,0 1,0-1,1 0,-1 0,1 0,0 1,0-1,0 0,1 0,-1-1,1 1,0 0,0 0,1-1,-1 1,1-1,-1 0,1 0,0 0,3 2,5 0,1-1,0 0,0-1,0-1,0 0,0 0,0-1,1 0,-1-2,0 1,1-1,-1-1,0 0,0-1,0 0,0-1,-1 0,0-1,1 0,-1-1,-1 0,1-1,-1 0,-1 0,1-1,2-4,-5 6,-1 0,-1-1,1 1,-1-1,0 0,-1-1,1 1,-1-1,-1 0,0 0,0 0,1-5,-8 92,4-76,1 1,-1-1,1 0,-1 0,1 0,0 0,0 0,1 0,-1 0,1 0,-1 0,1 0,0-1,0 1,0-1,0 1,1-1,-1 0,1 0,-1 0,1 0,0-1,-1 1,1 0,0-1,0 0,0 0,3 0,-1 0,0 0,0-1,0 0,0 0,1 0,-1-1,0 1,0-1,0 0,0-1,0 0,0 1,0-1,0-1,-1 1,1-1,-1 0,0 0,0 0,0 0,4-4,2-4,0 0,0-1,-1 0,-1 0,0 0,0-1,2-8,9-31,-1-1,-3-1,-3-1,-1 0,-4 0,1-46,9-233,-20 383,-5 98,6-1,7 1,23 136,-13-223,-15-60,1 0,-1 1,1-1,-1 0,0 0,1 1,-1-1,1 0,-1 0,1 0,-1 0,1 1,-1-1,1 0,-1 0,1 0,-1 0,1 0,-1 0,1 0,-1-1,1 1,-1 0,1 0,-1 0,0 0,1 0,-1-1,1 1,-1 0,1-1,-1 1,0 0,1 0,-1-1,0 1,1-1,-1 1,0 0,1-1,-1 1,0-1,0 1,0-1,1 1,-1-1,0 1,0 0,0-1,0 1,0-1,0 0,23-44,-19 35,0 0,1 0,0 1,1-1,-1 1,2 1,-1-1,1 1,1 0,-1 1,1 0,8-6,-13 12,0-1,0 1,0 0,0 0,0 0,0 1,1-1,-1 1,0 0,0-1,0 1,1 1,-1-1,0 0,0 1,0 0,0 0,0 0,0 0,0 0,0 0,0 1,0 0,0-1,-1 1,1 0,-1 0,1 1,56 73,-26 17,-32-89,0 0,-1 0,0 0,0 0,0 0,0-1,0 1,-1 0,0 0,0 0,0 0,0-1,0 1,-1 0,0-1,1 0,-1 1,-1-1,1 0,0 0,-1 0,0 0,1 0,-2-1,-3 3,0 0,0-1,-1 0,0-1,0 1,0-2,0 1,0-1,-1 0,1-1,-1 0,1 0,-1-1,1 0,-1-1,1 1,-1-2,1 1,-1-1,1-1,5 2,1 0,-1 0,1 0,-1-1,1 1,0-1,-1 0,1 0,0 0,0 0,0 0,0 0,1 0,-1-1,1 1,-1-1,1 1,0-1,0 1,0-1,0 0,0 0,1 0,-1 1,1-1,0 0,0 0,0 0,0 0,0 1,1-1,-1 0,2-6,0 0,1 1,0 0,0 0,1 0,0 0,1 0,-1 1,6-7,4-2,0 0,1 1,1 1,0 0,1 1,0 1,1 0,1 2,0 0,0 1,1 1,18-5,-34 11,0 0,1 1,-1-1,1 1,0 0,-1 0,1 1,0-1,0 1,-1 0,1 1,0-1,-1 1,1 0,0 0,-1 0,1 1,-1-1,1 1,-1 0,0 1,0-1,0 1,0 0,0 0,-1 0,1 0,-1 1,7 12,-2 0,0 1,0 0,-2 1,0-1,-1 1,-1 0,0 4,2 8,0-5,21 56,-27-80,1-1,-1 1,0-1,1 1,-1-1,0 1,1-1,-1 0,1 1,-1-1,0 1,1-1,-1 0,1 0,-1 1,1-1,-1 0,1 0,0 0,-1 1,1-1,-1 0,1 0,-1 0,1 0,0 0,-1 0,1 0,-1 0,1 0,-1-1,1 1,-1 0,1 0,0 0,-1-1,1 1,-1 0,1-1,-1 1,1 0,9-9</inkml:trace>
  <inkml:trace contextRef="#ctx0" brushRef="#br0" timeOffset="2271.633">2964 471,'-9'16,"-1"9,8 11,12 5,13 2,2-5</inkml:trace>
  <inkml:trace contextRef="#ctx0" brushRef="#br0" timeOffset="3103.822">3459 885,'28'-38,"-2"0,-2-2,-1-1,-3-1,11-30,-18 35,-2 0,-1-1,-1-1,-3 0,-1 0,-2 0,-1 0,-3 0,-2-19,1 49,1-1,-2 0,1 1,-1-1,-1 1,0 0,0 0,-6-8,9 14,-1 1,1 0,-1-1,0 1,0 0,0 0,0 0,-1 0,1 1,0-1,-1 0,1 1,-1 0,1 0,-1 0,0 0,0 0,1 0,-1 0,0 1,0 0,0-1,0 1,0 0,0 1,1-1,-1 0,0 1,0-1,0 1,1 0,-1 0,-8 6,0-1,1 1,0 1,0 0,1 0,0 1,1 0,-1 1,2 0,0 0,0 1,1-1,0 1,0 1,2-1,-4 10,-7 19,2 0,1 0,2 1,2 1,1 0,3 0,1 0,3 0,1 0,1 0,3 0,3 7,-4-27,1 0,1-1,0 1,2-1,1-1,0 1,1-2,2 1,0-1,0-1,2 0,1-1,0 0,1-2,16 14,-28-25,1-1,-1 0,0-1,1 1,-1-1,1 1,0-1,0-1,0 1,0-1,0 0,0 0,0 0,0-1,0 1,0-1,1-1,-1 1,0-1,0 0,0 0,0 0,0-1,0 1,0-1,-1-1,1 1,-1-1,3-1,9-12,-1-1,0-1,-1 0,-1-1,-1-1,-1 0,-1 0,0-1,-2 0,0-1,3-17,-1 11,13-29,-23 57,1-1,-1 1,1 0,-1 0,0 0,1 0,-1 0,0 0,1 0,-1 0,0 0,1 0,-1 0,0 1,1-1,-1 0,0 0,1 0,-1 0,0 0,0 1,1-1,-1 0,0 0,1 1,-1-1,0 0,0 0,0 1,1-1,-1 0,0 0,0 1,0-1,0 0,1 1,-1-1,0 0,0 1,0-1,0 0,0 1,0-1,0 1,0-1,0 0,0 1,0-1,0 0,0 1,-1-1,1 0,0 1,0-1,0 0,0 0,-1 1,1-1,0 0,0 1,0-1,-1 0,1 0,0 1,-1-1,1 0,-9 70,5-56,2 0,0 1,0-1,1 0,1 1,1-1,0 1,0-1,2 0,2 12,-3-23,-1 1,1-1,0 0,0 0,0 0,0 0,1 0,-1 0,1 0,0-1,0 1,0-1,0 0,0 0,0 0,1 0,-1-1,0 1,1-1,-1 0,1 0,0 0,-1-1,1 1,0-1,0 0,-1 0,1 0,2 0,7-2,-1 1,1-2,-1 1,0-2,1 0,-2 0,1-1,2-2,7-5,-1-1,0-1,0 0,-2-2,0 0,-1-1,0-1,-2-1,3-4,-17 21,-1 2,0-1,0 0,0 1,0-1,0 0,0 1,0-1,1 0,-1 1,0-1,0 0,0 1,1-1,-1 1,0-1,1 0,-1 1,0-1,1 1,-1-1,1 1,-1-1,1 1,-1-1,1 1,-1 0,1-1,-1 1,1 0,0-1,-1 1,1 0,0 0,-1-1,1 1,-1 0,1 0,0 0,0 0,-1 0,1 0,0 0,-1 0,1 0,0 1,-1-1,1 0,-1 0,1 1,0-1,-1 0,1 0,-1 1,1-1,-1 1,1-1,-3 39,0-33,1 0,0 0,0 0,1 0,-1 1,2-1,-1 0,0 0,1 1,0-1,1 0,0 0,0 0,0 0,0 0,1-1,0 1,0-1,0 0,1 0,0 0,0 0,0 0,1-1,3 3,5 0,1-1,1-1,-1 0,1-1,0-1,0 0,0-1,1-1,-1 0,0-1,1 0,-1-2,4 0,0 1,-1 0,1-1,-1-1,0 0,0-2,0 0,0-1,-1 0,0-2,0 0,0-1,-2-1,1 0,-1-1,0-1,-1 0,-1-1,1-1,9-23,-2-1,-2-1,-1 0,-2-2,-1 0,-3 0,-1-1,-2-1,-2 0,-2-5,3 8,-2 0,-1-1,-2 0,-3 1,-1-1,-1 0,-3 1,-7-31,11 64,-1 1,0-1,0 0,-1 1,1-1,-2 1,1 0,-1 0,1 0,-2 1,1-1,-1 1,1 0,-1 0,-1 1,1-1,-1 1,0 0,0 1,0 0,0-1,0 2,-1-1,1 1,-1 0,-5-1,3 3,0 0,0 1,0 0,0 0,0 1,0 0,1 0,-1 1,1 0,-1 1,1 0,0 0,0 0,1 1,-1 1,1-1,-3 4,-6 5,1 1,1 1,0 0,1 1,0 0,-9 19,10-15,1-1,1 2,0-1,2 1,1 1,0-1,2 1,1 1,0-1,2 0,0 1,2-1,1 1,1 0,0-1,2 0,1 0,1 0,1 0,0-1,2 0,5 8,2-6,0 0,2-1,1-1,0 0,2-2,0 0,2-1,0-2,1 0,14 7,16 6,2-2,0-3,1-2,26 5,43 9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9:43.7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55,'4'0,"9"0,8 0,11-2,8-1,6 0,3 0,2-1,1 0,2-2,-3 1,-3-2,-4 1,-6 1,-7 2,-6 1,-13 1,-7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9:44.2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1,'5'2,"3"1,6 2,6 0,10 0,10-2,13-1,8-1,6 0,-1-1,-1 0,-8 0,-8-1,-16 1,-17 0,-12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9:52.9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469 599,'-25'13,"1"1,0 1,2 1,-1 1,2 1,1 1,0 1,-11 15,5-4,1 2,2 1,1 0,1 2,3 0,1 1,1 1,2 1,2 0,2 1,1 0,2 0,2 1,1 8,3-40,0 0,1 1,0-1,1 0,0 1,0-1,1 0,0 0,0 0,1 0,0 0,1 0,0-1,0 0,1 0,0 0,3 2,-7-8,1 0,0-1,0 1,0-1,0 0,0 0,0 0,0 0,0 0,1 0,-1 0,0-1,0 1,1-1,-1 0,1 1,-1-1,0 0,1 0,-1-1,0 1,1 0,-1-1,0 0,1 1,-1-1,0 0,0 0,0 0,0-1,2 0,52-54,-7-15,-3-3,-3-2,-4-1,-1-6,-15 32,-1-1,-3-1,-2-1,-2 0,-3-1,-3 0,-1-1,-3 0,-3 0,-3-29,2 76,-1 0,-1 0,0 0,0 0,0 0,-1 0,-1 1,1-1,-1 1,-1 0,1 0,-2 0,1 0,-1 0,0 1,0 0,-1 0,0 0,0 1,-1 0,0 0,-1 0,4 5,0 0,0 0,0 0,0 1,0 0,0-1,0 1,-1 1,1-1,0 1,0-1,0 1,0 0,0 1,0-1,1 1,-1 0,0 0,1 0,-1 0,1 0,-2 2,-66 67,48-39,2 1,1 0,2 2,1 0,2 1,1 1,2 0,2 1,1 0,2 0,2 1,1 3,4-6,1 0,2 0,1 0,2-1,1 0,2 0,2 0,1-1,1-1,2 0,1-1,11 15,14 27,-20-43,-2 2,-2 0,-1 1,-1 0,-2 1,-1 1,-2 0,-2 1,-1-1,-2 3,-16 43,7-73</inkml:trace>
  <inkml:trace contextRef="#ctx0" brushRef="#br0" timeOffset="477.719">642 1897,'19'-53,"2"1,3 1,1 1,3 1,34-45,-59 90,-2 2,1-1,-1 1,1 0,0-1,0 1,0 0,0 0,0 0,1 0,-1 0,0 1,1-1,-1 1,1 0,0-1,0 1,-1 0,1 1,1-1,-3 2,0 0,1 0,-1 0,0 0,0 1,0-1,1 1,-2-1,1 0,0 1,0 0,0-1,-1 1,1-1,-1 1,1 0,-1 0,0-1,1 1,-1 0,0-1,0 1,0 0,-1 0,1 1,0 1,0 91,-4-1,-13 69,0 12,11-7,6-177</inkml:trace>
  <inkml:trace contextRef="#ctx0" brushRef="#br0" timeOffset="1222.243">1 11,'13'-8,"15"6,0 2,0 0,-1 2,23 5,-14-3,709 75,-725-80,-22-2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8:50.4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2056 1284,'30'0,"29"-2,31-1,22 0,11 1,-3 0,-12 6,-24 1</inkml:trace>
  <inkml:trace contextRef="#ctx0" brushRef="#br0" timeOffset="208.442">2191 1578,'15'5,"25"1,24 0,28-1,24-2,21-1,9-5,-20-3</inkml:trace>
  <inkml:trace contextRef="#ctx0" brushRef="#br0" timeOffset="-1119.979">479 496,'-27'15,"1"1,0 2,1 0,2 2,0 0,1 2,1 0,0 2,2 0,1 1,2 1,-7 12,-6 13,3 0,1 2,3 0,2 2,3 0,2 1,3 1,2 0,0 28,8-64,1 1,2-1,0 1,1-1,1 0,1 0,5 14,-7-27,1 0,0-1,0 1,1-1,0 0,0 0,0 0,1-1,0 1,1-1,-1 0,1-1,0 0,1 1,-1-2,1 1,0-1,0 0,0-1,1 1,3 0,-1-2,-1 0,1 0,0-1,-1 0,1-1,0 0,0 0,-1-1,1 0,-1-1,1 0,-1-1,1 0,-1 0,0-1,0 0,-1-1,1 0,-1 0,0-1,2-1,13-13,0 0,-1-1,-1-2,-1 0,-1-1,3-7,19-29,-4-3,-2 0,-3-3,-3 0,-3-2,-3-1,-3-1,7-47,-20 84,0-1,-3 0,-1 0,-1-1,-2 1,-1-1,-2 1,-1 0,-8-27,10 54,0 1,0-1,0 1,-1-1,0 1,0 0,-1 0,0 1,0-1,0 1,0-1,-1 1,0 1,0-1,-1 1,1 0,-1 0,0 0,0 1,0 0,0 0,0 1,-1-1,0 1,1 1,-1-1,0 1,0 0,1 1,-4 0,1 1,0 0,0 1,1 0,-1 0,1 1,0 0,-1 0,1 1,1 1,-1-1,1 1,0 0,0 1,0-1,1 1,-1 1,1-1,1 1,0 0,0 1,0-1,-1 4,-2 5,0 0,0 1,2 0,0 1,1 0,1-1,1 2,0-1,1 0,1 8,2 3,1 0,2 0,0 0,2 0,2-1,0 0,2-1,1 0,2 3,26 46,3-2,25 33,0-7,2 1,-6 3,-2 5,-44-74,-1 1,-2 0,-1 1,-2 0,-2 1,-1 0,-2 0,-1 17,-3-10,-3-11</inkml:trace>
  <inkml:trace contextRef="#ctx0" brushRef="#br0" timeOffset="-689.58">1041 522,'13'3,"19"0,19-1,18-2,12-1,4-3,-4-1,-10 1,-16-1,-16-1</inkml:trace>
  <inkml:trace contextRef="#ctx0" brushRef="#br0" timeOffset="-473.55">1414 269,'0'13,"0"19,0 22,0 21,-2 20,-3 13,-3 9,0 6,-1-6,1-22</inkml:trace>
  <inkml:trace contextRef="#ctx0" brushRef="#br0" timeOffset="69416.523">1442 496,'462'14,"-473"-14,-1-1</inkml:trace>
  <inkml:trace contextRef="#ctx0" brushRef="#br0" timeOffset="69745.641">1428 1,'0'4,"0"12,0 13,0 16,0 16,0 14,-5 9,-10 5,-3-13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0:22.0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1,'9'195,"8"0,9 3,-24-186,53 328,-22-159,-9 1,-1 95,-33 342,9-531,4-1,3 0,6 16,0-23,-4 0,-4 1,-3-1,-4 1,-5 17,-7 40,6 1,6 29,4 535,12-601,-14-97,-2-2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0:18.8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339 161,'-5'1,"0"1,-1-1,1 1,0 0,0 1,0-1,1 1,-1 0,1 0,-1 1,1-1,0 1,0 0,-3 4,4-5,-23 28,1 1,2 1,2 1,1 0,1 2,2 1,2 0,1 1,-8 37,8-34,1 2,3-1,1 1,3 1,-1 19,7-62,0 0,-1 1,1-1,0 0,-1 1,1-1,0 1,0-1,0 0,0 1,1-1,-1 1,0-1,0 0,1 1,-1-1,1 0,-1 1,1-1,0 0,0 0,-1 1,1-1,0 0,0 0,0 0,0 0,0 0,0 0,0-1,1 1,-1 0,0-1,0 1,1 0,-1-1,0 1,1-1,-1 0,0 1,1-1,-1 0,1 0,-1 0,0 0,1 0,-1 0,1-1,-1 1,0 0,1-1,-1 1,0-1,1 1,-1-1,21-12,-1-1,-1 0,0-2,-2 0,1-1,-2-1,0 0,-2-1,10-16,-2 8,-2-1,-1-1,-2-1,-1 0,-1-2,-1 0,-2 0,-1-1,-2-1,-2 0,0 0,-3-1,0 0,-3 0,0 0,-3-5,0 26,-1 1,-1 0,0 0,-1 0,0 0,-1 1,0-1,-6-10,9 20,0 0,0-1,0 1,-1 0,1 0,-1 0,0 1,1-1,-1 0,0 1,-1 0,1 0,0 0,-1 0,1 0,-1 1,1-1,-1 1,0 0,1 0,-1 1,0-1,0 1,0-1,0 1,0 1,1-1,-1 0,0 1,0 0,0 0,-1 0,-1 2,-1 1,0-1,1 1,0 0,0 0,0 1,0 0,1 0,0 0,0 1,0-1,0 1,1 0,0 1,1-1,-1 1,0 3,-37 124,38-107,0 1,2-1,1 1,2-1,0 0,2 1,1-1,1 0,1-1,1 0,10 19,19 38,4-3,46 68,-80-136,6 9</inkml:trace>
  <inkml:trace contextRef="#ctx0" brushRef="#br0" timeOffset="809.858">620 1004,'56'-113,"-5"-1,17-65,-67 177,-1 1,-1 0,1 1,0-1,0 0,0 1,0-1,-1 0,1 0,0 1,0-1,1 0,-1 0,0 1,0-1,0 0,0 1,1-1,-1 0,0 0,1 1,-1-1,0 1,1-1,-1 0,1 1,-1-1,1 1,-1-1,1 1,-1-1,1 1,0 0,-1-1,1 1,0 0,-1-1,1 1,0 0,-1 0,1-1,0 1,0 0,-7 200,-1-101,5-40,3-27,-2 1,-1-1,-2 0,-1 0,-2 0,0-1,-8 17,4-25</inkml:trace>
  <inkml:trace contextRef="#ctx0" brushRef="#br0" timeOffset="1094.101">674 1217,'20'0,"17"0,10 0,9-2,3-3,2-3,-3 0,-9-1,-13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0:28.3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20 519,'76'-423,"-70"328,-24 143,17-44,0-3,0 1,1-1,-1 1,0 0,0 0,1-1,-1 1,1 0,-1 0,1 0,0 0,0-1,-1 1,2 0,-1 0,0 0,0 0,0 0,1-1,-1 1,1 0,0 0,-1-1,1 1,0 0,0-1,0 1,0-1,0 1,1-1,-1 1,0-1,1 0,-1 0,0 1,1-1,0 0,-1 0,3 0,6 0,0 0,0-1,1 0,-1-1,0 0,0 0,0-1,0-1,7-2,9-1,-12 3,-11 1,1 0,-1 0,1 1,0-1,-1 1,1 0,0 0,0 1,0-1,0 1,0 0,0 0,0 0,0 0,0 1,0-1,-1 1,1 0,0 1,0-1,-1 0,1 1,-1 0,1 0,-1 0,1 0,-1 1,0-1,0 1,-1 0,1 0,0 0,-1 0,0 0,0 1,0-1,23 132,-21-97,50 505,-50-502,2 2,-3 0,-1 0,-3 0,-2 13,2-48,0-1,-1 1,0-1,0 1,-1-1,0 0,0 0,0 0,-1 0,0-1,-1 1,1-1,-1 0,-1 0,1-1,-1 1,0-1,0-1,0 1,-1-1,1 0,-1-1,0 1,0-1,-1-1,1 1,0-1,-1 0,0-1,1 0,-1 0,0-1,-3 0,-3-1,1-1,-1-1,1 0,-1-1,1 0,0-1,1-1,-1 0,1 0,0-1,1-1,0 0,0 0,0-1,1-1,1 0,-1 0,2-1,-1 0,2 0,-1-1,2 0,0 0,0-1,1 0,0 0,1 0,-1-8,5 18,-1 0,1 0,0 0,-1 0,1 0,1 0,-1 1,0-1,1 0,0 0,-1 0,1 0,0 1,0-1,1 0,-1 1,1-1,-1 1,1 0,0-1,0 1,-1 0,2 0,-1 0,0 0,0 1,1-1,-1 0,1 1,-1 0,1-1,0 1,-1 0,1 1,0-1,0 0,216-64,-62 26,-87 25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0:28.9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1,'18'4,"15"3,16-2,11 0,8-1,3-2,-3-1,-7-1,-11 0,-12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0:28.6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0 121,'0'18,"3"16,0 10,0 7,-1 4,0 2,-1-2,-3-2,-1-4,0-9,1-12</inkml:trace>
  <inkml:trace contextRef="#ctx0" brushRef="#br0" timeOffset="556.514">281 1,'25'4,"22"2,17 0,13-1,7-4,-2-2,-9-1,-18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0:25.0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1089,'22'-39,"-1"-1,-2 0,-2-2,-2 0,-2-1,2-16,6-17,13-4,-33 78,0-1,1 1,0 0,0 0,0 0,0 0,0 0,0 0,0 0,0 1,1-1,-1 1,1 0,-1-1,1 1,-1 0,1 1,0-1,0 0,-1 1,1-1,0 1,0 0,-1 0,1 0,0 1,0-1,0 0,0 1,11 6,-1-1,-1 2,1 0,-1 0,-1 1,0 0,0 1,0 1,-2-1,1 2,-1-1,-1 1,0 1,-1-1,0 1,0 2,2 1,0 0,-2 1,1 1,-2-1,0 1,-1 0,-1 0,-1 1,-1-1,0 1,-1 7,-1-24,0 0,0 0,0 0,0-1,0 1,-1 0,1 0,0 0,-1-1,0 1,1 0,-1 0,0-1,0 1,0-1,0 1,0-1,0 1,-1-1,1 1,0-1,-1 0,1 0,-1 0,1 0,-1 0,1 0,-1 0,0 0,0-1,1 1,-1-1,0 1,0-1,0 0,1 0,-1 0,0 1,0-2,0 1,0 0,0 0,1-1,-1 1,0-1,0 1,1-1,-1 0,0 0,1 0,-1 0,0 0,-2-2,0 0,0 0,1 0,-1 0,1 0,0-1,0 0,0 1,0-1,1 0,-1-1,1 1,0 0,1-1,-1 1,1-1,0 1,0-1,0-3,-1-12</inkml:trace>
  <inkml:trace contextRef="#ctx0" brushRef="#br0" timeOffset="929.589">962 714,'-13'-2,"0"0,0 1,-1 1,1 0,0 1,-1 0,1 1,0 0,0 1,0 1,0 0,1 0,0 1,-1 1,2 0,-1 1,1 0,0 1,0 0,1 1,1 0,-1 1,1-1,-4 7,10-12,-1 0,1-1,0 1,0 0,0 0,1 1,0-1,-1 1,2-1,-1 1,0 0,1-1,0 1,0 0,0 0,1 0,0 0,0 0,0 0,0 0,1 0,0 0,0 0,0 0,0-1,1 1,0 0,0-1,0 1,3 2,0-2,0-1,0 0,1 0,0 0,0 0,0-1,0 0,0-1,1 1,0-1,-1 0,1-1,0 1,0-2,-1 1,1-1,0 0,0 0,2-1,10 0,-1-2,0 0,0-1,-1 0,1-2,12-5,-4-1,0-1,-1-1,-1-2,-1 0,0-1,0-1,-2-2,-1 0,0-1,-2 0,0-2,-1 0,-2-1,0-1,-2 0,0-1,-2-1,-1 1,-1-3,5-20,-3-1,-2-1,-3 0,-1 0,-3 0,-2-10,-15-57,14 113,0 0,-1 0,0 1,1-1,-1 1,-1-1,1 1,-1 0,0 0,0 0,0 0,0 0,0 1,-1-1,0 1,0 0,0 0,0 0,0 1,0 0,-1-1,-1 1,2 1,0 0,0 1,0 0,0-1,0 1,0 1,0-1,0 0,0 1,0 0,0 0,0 0,0 1,1-1,-1 1,0 0,1 0,-1 0,1 0,0 1,0-1,0 1,0 0,0 0,-56 83,52-67,1 0,0 0,1 1,2-1,0 1,1 0,0 0,2 0,0 0,2 0,0 0,1 0,1 0,1-1,1 1,0-1,2-1,0 1,1-1,1-1,0 0,10 11,24 32,2-3,31 27,-44-51,-1 2,-1 2,-2 0,-2 2,-1 1,-2 1,8 23,-29-57,0-1,0 1,-1 0,0 0,0 0,-1 1,1-1,-2 0,1 0,-1 1,0-1,-1 0,0 5,1-11,0 0,0-1,0 1,0 0,0-1,0 1,0 0,-1-1,1 1,0 0,0-1,-1 1,1 0,0-1,-1 1,1 0,-1-1,1 1,-1-1,1 1,-1-1,1 1,-1-1,1 0,-1 1,0-1,1 0,-1 1,1-1,-1 0,0 0,1 1,-1-1,0 0,0 0,1 0,-1 0,0 0,1 0,-1 0,0 0,1 0,-1 0,0-1,0 1,1 0,-19-30,17 13,1 0,1 0,1 0,0 0,1 1,1-1,0 0,2 1,0 0,0 0,2 0,0 1,1 0,0 0,8-9,-8 10,0 2,1-1,1 1,0 1,1 0,0 0,1 1,0 0,1 1,-1 0,2 1,-1 1,8-3,-19 10,0-1,1 0,-1 1,0-1,1 1,-1 0,1 0,-1 0,0 0,1 0,-1 0,1 1,-1-1,0 1,1 0,-1-1,0 1,0 0,1 0,-1 1,0-1,0 0,0 1,-1-1,1 1,0 0,0 0,-1-1,1 1,-1 0,0 0,1 0,-1 1,0-1,0 0,0 0,-1 1,1-1,-1 0,1 1,-1-1,0 1,0-1,0 0,0 2,5 59,-6-56,0-1,1 0,-1 1,1-1,0 0,1 1,-1-1,1 0,1 1,-1-1,1 0,0 0,1 0,-1 0,1-1,0 1,0-1,1 1,0-1,0 0,0 0,0-1,1 0,0 1,0-1,0-1,0 1,1-1,3 2,6-2,0 0,0 0,1-1,-1-1,1-1,-1 0,1-1,-1-1,0 0,0-1,1-1,-2 0,1-1,0-1,-1 0,0-1,11-8,-18 12,-1-1,0 0,0-1,0 0,-1 1,0-2,1 1,-2 0,1-1,-1 0,0 0,0-1,-1 1,1-1,-2 0,1 1,-1-1,0 0,0-1,-1 1,0 0,0 0,-1-1,1 1,-2 0,1-1,-1 1,0 0,-1 0,0 0,0-1,0 2,-1-1,0 0,0 0,-1 1,-4-6,7 9,0 0,-1 1,0-1,0 0,0 1,0-1,0 1,0 0,0-1,-1 1,0 0,1 1,-1-1,0 0,0 1,1-1,-1 1,0 0,0 0,-1 0,1 1,0-1,0 1,0-1,-1 1,1 0,0 0,0 1,0-1,-1 1,1-1,0 1,0 0,0 0,0 0,0 1,0-1,1 1,-1 0,0-1,1 1,-1 0,1 1,0-1,-2 7,0 0,2 1,-1-1,1 1,0 0,1-1,0 1,1 0,0 0,0 0,1 0,1-1,-1 1,2 0,-1-1,1 1,1-1,-1 0,2 0,-1 0,1-1,4 5,1-1,0-1,1 0,0-1,1 0,0-1,1 0,0-1,0 0,1-1,-1-1,2 0,-1-1,1 0,-1-2,1 1,0-2,0 0,1-1,-1 0,0-1,0-1,1 0,-1-1,0-1,0 0,6-3,26-10</inkml:trace>
  <inkml:trace contextRef="#ctx0" brushRef="#br0" timeOffset="1815.733">2674 768,'-2'-3,"-20"-33,22 35,0 1,-1-1,1 0,-1 1,1-1,-1 1,1-1,-1 1,0-1,1 1,-1-1,0 1,1 0,-1-1,0 1,1 0,-1-1,0 1,0 0,1 0,-1 0,0 0,0 0,0 0,1 0,-1 0,0 0,0 0,1 0,-1 0,0 1,0-1,1 0,-1 1,0-1,1 0,-1 1,0-1,1 1,-1-1,1 1,-1-1,0 1,1-1,0 1,-1 0,-3 7,0 0,1 0,0 1,0-1,1 1,0 0,0 0,1-1,0 1,1 0,0 0,0 0,1 0,1 3,-2-5,0 0,0-1,1 1,0 0,0-1,1 1,-1-1,1 0,1 1,-1-1,1 0,0 0,1-1,0 1,-1-1,2 1,-1-1,0 0,1-1,0 1,0-1,1 0,-1 0,1-1,0 1,0-1,0-1,0 1,0-1,1 0,-1 0,7 0,-1-4,0-1,-1-1,1 0,-1 0,0-1,0-1,-1 0,1 0,-1-1,-1 0,1-1,-1 0,-1-1,1 1,-1-2,-1 1,0-1,0 0,-1 0,0-1,2-8,-2 9,-1 0,0-1,-1 0,0 0,-1 0,0-1,0 1,-2-1,1 0,-1 1,-1-5,0 16,0 0,0 1,-1-1,1 0,0 0,0 0,0 1,-1-1,1 0,0 0,0 0,-1 0,1 1,0-1,0 0,-1 0,1 0,0 0,0 0,-1 0,1 0,0 0,0 0,-1 0,1 0,0 0,0 0,-1 0,1 0,0 0,-1 0,1 0,0 0,0 0,-1-1,1 1,0 0,0 0,0 0,-1 0,1 0,0-1,0 1,0 0,-1 0,1 0,0-1,0 1,0 0,0 0,0-1,0 1,-1 0,1 0,0-1,0 1,0 0,0-1,0 1,0 0,0 0,0-1,0 1,0 0,0 0,0-1,-11 21,7-9,1 1,0 0,1-1,0 1,1 0,0 0,1 0,0 0,2 8,-2-15,1 0,0 1,0-1,1 0,-1 0,1 0,0-1,0 1,1 0,-1-1,1 1,0-1,0 0,1 0,-1 0,1 0,0-1,0 1,0-1,0 0,1-1,-1 1,2 0,1 0,1-1,0 0,0 0,0-1,0 0,0-1,0 1,0-2,0 1,1-1,-1 0,0-1,-1 1,1-2,0 1,0-1,-1 0,0-1,2-1,6-3,0-1,-1 0,0-1,0-1,-1-1,-1 1,0-2,6-8,-13 15,0-1,0 1,0-1,-1 0,-1-1,1 1,-1 0,0-1,-1 0,1 0,-2 0,1 0,-1 0,0-4,-6 6,0 23,3-11,0 1,1-1,0 1,0-1,0 1,1-1,0 1,1-1,-1 1,1-1,0 0,1 1,0-1,0 0,0 0,0 0,1 0,0 0,1 0,-1-1,1 0,0 0,0 0,1 0,-1 0,1-1,0 0,0 0,1 0,-1-1,1 0,0 0,0 0,0-1,0 1,5 0,2-4,0 0,0-1,0 0,0-1,-1 0,1-1,-1-1,0 0,0 0,0-1,-1-1,0 0,0 0,0-1,4-6,60-34,-74 47,1 0,-1 0,0 1,0-1,1 0,-1 1,0-1,1 1,-1-1,0 1,1 0,-1 0,1-1,-1 1,1 0,-1 0,0 0,1 1,-1-1,1 0,-1 0,1 1,-1-1,0 1,1-1,-1 1,0 0,0-1,1 1,-1 0,0 0,0 0,0 0,0 0,0 0,0 0,0 0,-1 1,1-1,0 0,0 0,-1 1,1-1,-1 0,0 1,1-1,-1 1,3 6,0 0,1 0,0-1,0 1,1-1,0 0,0 0,0-1,1 1,0-1,1 0,-1-1,1 0,0 0,0 0,1-1,-1 0,9 3,-2-3,0 0,0-1,1-1,-1 0,1 0,-1-2,1 0,0-1,-1 0,1-1,-1-1,1 0,-1-1,0 0,-1-1,1-1,-1 0,0-1,0 0,-1-1,0-1,5-4,-14 10,0 0,0 0,0-1,0 1,0-1,-1 1,0-1,0 0,0 0,0 0,-1 0,1 0,-1 0,0 0,0 0,0-1,-1 1,0 0,0-1,0 1,0 0,-1-1,1 1,-1 0,0-1,0 1,-1 0,1 0,-1 0,0 0,0 0,0 1,-1-1,1 1,-1-1,0 1,0 0,0 0,-2-1,-6-4,1 2,-1 0,0 0,-1 1,1 0,-1 1,0 0,-1 1,1 0,0 1,-1 1,1 0,-1 0,1 2,-1-1,1 1,-1 1,1 0,0 1,-1 1,1 0,1 0,-1 1,1 0,0 1,0 1,0-1,1 2,0-1,1 2,-1-1,2 1,-1 1,1-1,1 1,0 1,0-1,1 1,0 0,-2 7,6-13,0-1,1 0,-1 0,1 1,0-1,0 1,1-1,-1 1,1-1,0 1,0-1,0 1,1 0,0-1,0 1,0-1,0 0,1 1,-1-1,1 0,0 0,0 0,1 0,-1 0,1-1,0 1,0-1,0 1,1-1,-1 0,1 0,0-1,-1 1,5 1,0-1,0 0,1 0,-1-1,1 0,0-1,-1 0,1 0,0-1,0 0,1-1,39-4</inkml:trace>
  <inkml:trace contextRef="#ctx0" brushRef="#br0" timeOffset="2080.539">4211 354,'-16'-16,"-12"-6,-5 2,-1 8,5 11,6 13,8 13,8 9,10 8,9 8,3-4</inkml:trace>
  <inkml:trace contextRef="#ctx0" brushRef="#br0" timeOffset="2282.998">4252 835,'4'18,"7"13,5 8,7 2,7-4,9-6,10-6,9-7,10-9,8-10,3-10,-12-3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0:23.6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 68,'0'18,"0"20,0 14,0 13,0 6,0 2,0 1,0-4,-4-6,-2-13,0-14</inkml:trace>
  <inkml:trace contextRef="#ctx0" brushRef="#br0" timeOffset="447.822">0 1,'27'10,"68"57,-2 3,8 15,-78-67,0 0,-2 1,0 1,-1 1,-1 1,-1 1,-2 0,0 1,-1 1,-1 1,7 19,-20-40,1 0,-1 1,0-1,0 1,-1 0,0-1,0 1,0 0,0-1,-1 1,0-1,0 1,-1-1,1 1,-1-1,0 0,-1 0,1 0,-1 0,0 0,0 0,-1-1,1 0,-1 1,0-1,0-1,-1 1,1-1,-1 1,0-1,1 0,-1-1,-1 1,1-1,0 0,-1-1,-3 2,0-1,-1 0,0-1,1 0,-1 0,0-1,1-1,-1 0,0 0,1 0,-1-1,1-1,0 0,0 0,0-1,0 0,0 0,1-1,0 0,0-1,0 1,0-2,1 1,0-1,1 0,-1 0,2-1,-1 0,1 0,-3-6,7 10,1 0,-1 0,1 0,0 0,1 0,-1 0,1 0,0 0,0 0,0 1,0-1,0 0,1 1,0-1,0 1,0-1,0 1,0 0,1 0,0 0,-1 0,1 0,0 1,0-1,1 1,-1 0,0 0,1 0,-1 0,1 0,0 1,-1 0,1 0,0 0,0 0,42-16,1 3,1 1,-1 3,2 2,-1 1,21 2,-56 3,0 0,0 1,0 1,1 0,-1 1,0 0,0 1,0 0,0 1,-1 0,1 1,-1 1,0 0,0 1,5 2,-12 0,0-1,-1 1,0 0,0 0,-1 1,0-1,0 1,-1-1,0 1,0 0,-1 0,0 0,-1 0,0 0,0 0,-1 0,0 0,-1 0,-1 6,0 11,3-19,-1 47,1-53,0 1,0-1,0 0,0 0,0 0,1 0,-1 0,0 0,0 0,1 0,-1 0,1 0,-1 0,1 0,-1 0,1-1,0 1,-1 0,1 0,0 0,0-1,-1 1,1 0,0-1,0 1,0-1,0 1,0-1,0 1,0-1,0 0,0 1,0-1,0 0,0 0,0 0,0 0,0 0,0 0,0 0,0 0,0 0,1 0,13-6</inkml:trace>
  <inkml:trace contextRef="#ctx0" brushRef="#br0" timeOffset="904.381">749 175,'22'0,"146"10,-157-8,-1 1,1 0,-1 0,0 1,0 0,-1 1,1 0,-1 0,0 1,0 1,-1-1,0 1,0 1,3 3,0 5,-1 0,0 0,-2 1,1 0,-2 1,-1-1,0 2,-1-1,-1 0,0 1,0 12,23 89,-26-117,-1-1,1 1,0 0,0-1,0 1,0-1,1 1,-1-1,1 1,-1-1,1 0,0 0,0 0,0 0,0 0,0 0,0-1,1 1,-1-1,0 1,1-1,0 0,-1 0,1 0,0 0,-1-1,1 1,0-1,0 1,-1-1,1 0,0 0,0 0,-1-1,1 1,0 0,0-1,-1 0,1 0,0 0,-1 0,1 0,-1-1,1 1,-1-1,1 1,9-10,0-1,0 0,-1 0,-1-1,0-1,-1 0,0 0,-1 0,-1-1,0-1,-1 1,-1-1,0 0,-1 0,-1 0,-1-1,1-10,-2 5,-10 54,8-24,0 1,0-1,1 1,0-1,0 1,1-1,0 1,1-1,-1 1,2-1,-1 0,1 0,1 0,-1 0,1-1,0 1,1-1,0 0,0-1,1 1,0-1,0 0,0 0,0-1,1 1,1-1,9 3,2 0,-1-1,1 0,0-2,0 0,18 1,46 6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0:41.5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127 0,'-3'18,"0"18,0 16,-2 13,1 11,0 6,1 4,1-2,1-7,0-9,1-11,1-16</inkml:trace>
  <inkml:trace contextRef="#ctx0" brushRef="#br0" timeOffset="561.536">421 81,'-1'22,"-1"-1,-1 1,0 0,-2-1,0 0,-2 0,0-1,-1 0,-1 0,-1 0,-1-1,-1-1,0 0,-9 9,10-11,-1 0,0 0,-1-1,-1-1,0 0,-1-1,0-1,-1 0,-1-1,0-1,0 0,-1-1,0-1,-5 1,-26-9,48 0,0 0,0 0,0 0,0 0,0-1,0 1,0 0,0-1,0 1,0-1,0 1,0-1,0 1,0-1,0 0,1 1,-1-1,0 0,1 0,-1 0,0 1,1-1,-1 0,1 0,-1 0,1 0,-1 0,1 0,0 0,0 0,-1 0,1 0,0 0,0 0,0 0,0-1,0 1,0 0,1 0,-1 0,0 0,0 0,1 0,-1 0,0 1,0-1,1 0,-1 1,0-1,0 1,1-1,-1 0,0 1,1-1,-1 1,1-1,-1 1,1-1,-1 1,1-1,-1 1,1 0,-1-1,1 1,0 0,-1 0,1-1,0 1,-1 0,1 0,0 0,-1 0,1-1,0 1,-1 0,1 0,0 0,-1 1,1-1,0 0,-1 0,1 0,-1 0,1 1,0-1,-1 0,1 1,-1-1,1 0,0 1,-1-1,1 1,26 23,12 24,-24-28,0 0,2 0,0-2,2 0,0-1,0-1,2-1,2 0,7-2,1 0,1-3,0 0,0-3,1 0,0-2,0-1,0-2,0-1,1-2,19-3,44-10,-93 13,0 0,0-1,0 1,-1-1,1 0,-1 0,1 0,-1-1,0 1,1-1,-1 0,-1 1,1-1,0-1,-1 1,1 0,-1-1,0 1,0-1,-1 0,1 0,0 0,1-13,0 0,-1 0,-1 0,-1 0,0 0,-3-17,-5 137,7-84,-3 26,2-1,3 1,1-1,6 32,1-39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0:42.6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1 693,'18'5,"18"1,13 0,13-1,7-2,3-1,-4 1,-9 3,-12 4,-14 4,-13-2</inkml:trace>
  <inkml:trace contextRef="#ctx0" brushRef="#br0" timeOffset="162.566">82 974,'18'7,"20"2,16 0,16-2,12-7,5-5,-5-2,-17 0</inkml:trace>
  <inkml:trace contextRef="#ctx0" brushRef="#br0" timeOffset="11250.212">1003 467,'-2'0,"1"2,6 5,6 9,7 10,6 10,6 8,5 8,3 7,2 4,1 2,1-2,-1-5,-2-8,-6-10,-8-10,-9-10</inkml:trace>
  <inkml:trace contextRef="#ctx0" brushRef="#br0" timeOffset="11529.28">1312 493,'-3'7,"-4"11,-9 17,-10 17,-13 19,-13 17,-8 13,-7 2,5-7,10-16,14-21</inkml:trace>
  <inkml:trace contextRef="#ctx0" brushRef="#br0" timeOffset="12496.235">2140 547,'-7'3,"-1"1,1 0,0 0,0 1,1 0,-1 0,1 1,0 0,1 0,-1 0,0 2,-3 2,-20 25,2 0,1 2,2 1,1 1,2 1,2 0,2 2,2 0,1 1,-5 31,15 29,5-99,-1-1,1 1,0-1,0 0,0 0,1 1,-1-1,1 0,-1 0,1 0,0 0,0-1,0 1,1 0,-1-1,1 0,-1 1,1-1,0 0,0 0,0-1,0 1,0-1,0 1,1-1,-1 0,3 0,6 0,-1-1,1-1,0 0,0 0,-1-2,1 1,-1-1,0-1,0 0,0-1,0 0,-1 0,0-1,0 0,0-1,-1 0,0-1,4-4,4-4,0-1,-1-1,-1 0,0-2,-2 1,0-1,-1-1,-1 0,-1-1,-1 0,-1-1,-1-1,10-40,-2-1,-4-1,2-48,-10 86,1 4,-1-1,-2 0,0 0,-2 0,0 0,-2 0,0 0,-5-11,8 33,-1 1,0-1,0 1,0-1,0 1,0-1,-1 1,1-1,-1 1,1 0,-1 0,0 0,0 0,0 0,0 0,0 0,0 1,-1-1,1 1,-1 0,1 0,-1-1,1 2,-1-1,1 0,-1 0,0 1,0 0,1-1,-1 1,0 0,0 0,-2 1,-6 2,0 1,1 0,-1 1,1 0,0 0,0 1,1 1,-1 0,1 0,1 0,0 1,0 1,0-1,1 1,0 1,1-1,0 1,0 0,1 0,1 1,-4 10,1 1,1 0,1 1,1-1,1 1,1 0,1 0,0 0,2 0,1 0,1-1,2 8,8 27,2-1,2 0,21 45,-13-39,3 0,2-2,3-2,24 32,-16-45,-27-34</inkml:trace>
  <inkml:trace contextRef="#ctx0" brushRef="#br0" timeOffset="15540.793">2582 1161,'-1'11,"0"0,0 1,2-1,-1 0,1 0,1 1,0-1,1 0,0 0,0-1,1 1,1-1,0 0,0 0,1 0,0-1,1 0,0 0,0 0,8 6,-12-12,0 0,0 1,0-2,0 1,0 0,1-1,-1 1,1-1,0 0,-1 0,1-1,0 1,0-1,0 0,0 0,1 0,-1 0,0-1,0 0,1 1,-1-2,0 1,0 0,0-1,1 0,-1 0,0 0,0-1,0 1,-1-1,1 0,0 0,0 0,-1 0,0-1,3-1,0-6,0 1,-1-1,0 0,0-1,-1 1,0-1,-1 0,-1 0,1 0,-2 0,1-1,-2 1,1 0,-2-1,1 1,-2 0,1-1,-2 1,1 0,-2-2,2 7,0 0,0 0,0 0,0 1,-1-1,0 1,0 0,-1 0,1 0,-1 0,0 1,-1-1,1 1,-1 0,0 0,1 1,-2-1,1 1,0 0,-1 1,1-1,-1 1,0 0,0 1,0-1,0 1,0 0,0 0,0 1,0 0,0 0,0 1,0-1,0 1,0 1,0-1,-2 2,0 1,0 1,0 0,0 1,1 0,0 0,0 0,1 1,0 0,0 0,0 1,1 0,0 0,1 0,0 0,0 1,1-1,0 1,0 0,1 0,0 0,1 1,-1 3,-3 26</inkml:trace>
  <inkml:trace contextRef="#ctx0" brushRef="#br0" timeOffset="27818.474">897 145,'202'11,"152"-18,0-15,164-39,-350 40,97-2,-249 10,-16 5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0:40.6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6,'34'12,"0"-1,0-2,1-2,1-1,-1-1,1-2,-1-2,1-1,0-2,15-3,-39 5,937-47,-454 46,-450-1,-39 0</inkml:trace>
  <inkml:trace contextRef="#ctx0" brushRef="#br0" timeOffset="-1402.732">1256 607,'-40'46,"3"2,1 2,-9 20,33-50,1 2,1-1,0 1,2 1,1 0,0 0,2 0,1 1,-1 22,4-41,0 0,0 0,1 0,0-1,0 1,1 0,-1 0,1 0,0 0,0 0,1-1,0 1,-1 0,2-1,-1 1,0-1,1 0,0 0,0 0,0 0,0 0,1-1,-1 0,1 1,0-1,0 0,0-1,0 1,1-1,0 0,1 0,1-1,0 0,-1 0,1-1,0 1,0-2,0 1,-1-1,1 0,0 0,-1-1,1 0,-1 0,1 0,-1-1,0 0,0-1,0 1,0-2,8-4,0-1,-1-1,-1 0,0-1,0-1,-1 1,2-6,9-17,-2 0,-1-2,-2 0,-2-1,-1-1,-2 0,-1-1,-3 0,-1 0,-2-1,-1 0,-3-3,1 34,-1-1,0 1,0-1,-1 1,-1-1,0 1,0 0,-1-1,0 1,-1 0,0 0,-1 0,0 1,0-1,-1 1,0 0,-1 0,0 1,-6-7,7 13,-1 0,0 0,0 1,1 0,-1 1,0-1,0 1,0 0,0 1,0-1,0 1,0 0,0 1,1-1,-1 1,0 0,1 1,0-1,-1 1,1 0,0 1,0-1,1 1,-1 0,1 0,0 0,0 1,0-1,-3 6,-8 8,1 0,1 1,0 0,2 1,0 1,1 0,1 0,1 1,1 0,1 0,1 1,1-1,1 1,1 0,0 21,3-4,1 0,2-1,2 0,1 0,2 0,2-1,2 0,15 32,-11-35,2 0,1-1,2 0,1-2,1-1,2-1,22 19,11-8,-46-37</inkml:trace>
  <inkml:trace contextRef="#ctx0" brushRef="#br0" timeOffset="-1085.577">1671 1276,'10'108,"-9"-104,1 0,-1 1,1-1,0 0,0 0,0 0,1 0,0-1,-1 1,1-1,0 1,1-1,-1 0,0 0,1 0,0-1,0 1,0-1,0 0,0 0,0-1,3 2,1-2,1 1,0-2,0 1,0-1,0 0,0-1,0 0,0-1,0 1,-1-2,1 1,-1-1,1-1,-1 1,0-1,0-1,-1 0,1 0,-1 0,0-1,0 0,-1 0,0-1,0 0,0 0,-1 0,0 0,-1-1,1 0,-2 0,1 0,-1-1,0 1,-1-1,0 0,0 0,-1 0,0 0,0 0,-1 1,-1-1,0-3,1 9,0-1,-1 0,0 0,0 0,0 1,0-1,-1 0,1 1,-1-1,0 1,0 0,0 0,-1-1,1 1,-1 1,1-1,-1 0,0 1,0-1,0 1,-1 0,1 0,0 0,-1 0,1 1,-1 0,0-1,1 1,-1 1,0-1,0 0,0 1,0 0,1 0,-1 0,0 0,0 1,0-1,0 1,0 0,-9 4,1 0,0 0,0 1,0 1,1 0,-1 0,2 1,-1 1,-6 6,-17 18</inkml:trace>
  <inkml:trace contextRef="#ctx0" brushRef="#br0" timeOffset="-2436.748">187 701,'5'-2,"5"3,6 5,8 7,5 6,6 7,3 9,4 4,2 5,1 2,-4-1,-3 0,-5-4,-4-4,-8-8</inkml:trace>
  <inkml:trace contextRef="#ctx0" brushRef="#br0" timeOffset="-2114.366">548 688,'-11'-9,"-7"4,-4 11,-5 19,-7 21,-8 18,-7 17,-2 9,3-1,7-6,10-12,11-18</inkml:trace>
  <inkml:trace contextRef="#ctx0" brushRef="#br0" timeOffset="28455.778">1069 233,'676'0,"-603"5,-54-19,-13 4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13.7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0,'2'0,"3"0,5 0,8 2,8 1,8 0,10 2,7 0,7-1,7-1,0-1,-2-1,-6 2,-13 4,-15 2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13.9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0,'23'7,"18"4,16 1,15-2,8-3,2-2,-8-2,-17-2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23.3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1553 125,'-2'-3,"1"0,0 1,-1-1,1 1,-1 0,0-1,1 1,-1 0,0 0,-1 0,1 0,0 0,0 1,-1-1,1 1,-1-1,1 1,-1 0,0 0,0 0,1 1,-3-1,-9-6,-19-7,-1 1,0 1,0 2,-1 2,0 1,-1 2,1 1,-1 1,0 3,0 1,0 1,10 2,0 0,1 2,-1 1,1 1,1 2,0 0,-2 2,-52 20,-9-3,60-22,0 1,0 2,1 0,1 2,0 1,-17 12,-13 20,1 4,3 1,2 3,-9 15,53-62,-22 30,1 0,1 2,3 1,0 1,3 1,-11 34,16-31,2 1,1 0,3 0,2 1,2 0,1 0,4 20,-3-18,3-1,2 1,2-1,2 0,2 0,2 1,21 45,4-2,10 12,-30-74,2 0,0-2,2 0,1-1,8 6,36 47,-39-45,0-1,2-1,2-1,0-2,20 14,162 129,-196-162,0-1,0 0,1-1,1-1,-1-1,1 0,16 2,53 18,-67-20,1-1,0-1,1-1,-1-1,1-1,-1 0,1-2,6-2,32 2,-36 1,23 0,1-1,0-3,30-7,99-20,-104 8,-2-4,-1-2,29-19,-81 40,-1-1,0-1,-1-1,0 0,-1-1,0-1,-1 0,0-1,-1-1,0 0,-2 0,7-11,-5-6,-1-1,-2 0,0 0,-3-1,-1 0,-1-1,-2 1,-1-1,-3-27,-2-248,-43-12,4 54,-7-23,-4 93,39 169,0 0,-2 1,-1 0,-1 2,-2 0,0 1,-2 0,-1 2,0 1,-2 1,-16-10,24 19,-1 1,-1 0,0 2,0 0,-1 1,0 1,-1 1,1 1,-5 0,-11-3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26.6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94 163,'-3'1,"0"-1,0 1,0 0,0-1,0 1,0 0,1 1,-1-1,0 0,0 1,1 0,-1 0,1 0,-1 0,1 0,0 0,0 0,0 1,0-1,0 1,1-1,-1 1,1 0,0 0,-1 2,-23 77,25-81,-4 32,2-1,0 1,3-1,1 1,1-1,3 10,1 26,-1 10,-5-42,2-1,1 0,2 1,2-2,1 2,27 76,19 102,-46-175,1 1,3-1,1-1,1 0,20 32,50 111,-75-157,1-1,1 0,1-1,1-1,1 0,1-1,1-1,1 0,16 13,-5-7,1 0,2-2,0-2,2-1,0-1,1-2,1-1,0-2,9 0,11 2,14 4,0-4,60 7,61-11,107-9,-177-4,-62-2,-1-3,0-2,22-8,66-9,-115 22,0-1,0-2,-1-1,0-2,0 0,-1-2,-1-2,1 0,-1-2,13-12,0-2,-2-1,-1-2,-2-2,-1-1,9-15,-30 32,-1-2,-1 1,0-2,-2 0,0 0,-1-1,-2 0,0 0,3-21,2-25,-3-1,0-48,-6 49,-3 0,-3-1,-3 1,-14-63,19 124,-4-29,-1 1,-1-1,-2 1,-2 1,-1-1,-2 2,-1 0,-1 1,-2 0,-1 1,-2 2,-12-15,-10 0,-2 1,-2 2,-1 3,-22-12,8 13,-2 3,-41-15,56 28,15 5,0 2,-1 1,0 1,-1 2,0 2,-15-1,-254 5,172 6,110-2,-55-2,-1 4,1 4,1 2,-67 18,69-8,-2-3,-73 5,107-16,0 1,0 3,1 1,0 2,1 2,-6 4,-164 60,182-57,23-11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34.48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110 1071,'27'30,"-14"-19,-1-1,2-1,-1 0,1-1,1 0,-1-1,1-1,1 0,-1-1,1-1,0 0,0-1,11 0,-22-2,265 49,-211-42,1-2,-1-3,1-2,0-3,0-3,-34 5,0-2,0-2,-1 0,1-1,-1-2,-1 0,1-2,-1 0,-1-2,0-1,16-10,-5-3,-1-2,0-1,-2-2,4-8,-25 23,-2 0,0 0,0-1,-2 0,0 0,0-1,-2 0,0 0,-1 0,-1 0,0 0,-2-1,0 1,-1-1,0 0,1-32,-2-1,-2 1,-10-41,10 68,-1 1,-1 0,-1 1,-1-1,-1 2,-1-1,0 1,-2 0,0 1,-2 1,0 0,-4-3,-1 0,-1 0,-2 2,0 0,-1 2,0 0,-1 2,-2 0,21 13,-26-14,0 2,-1 1,0 1,-1 2,-12-2,-103-5,-46 25,16-2,165-4,1 1,0 0,1 1,-1 0,0 1,1 0,0 0,0 2,1-1,-38 19,5-4,1 1,1 2,-28 22,54-36,8-6,0 1,-1 0,2 0,-1 0,1 1,-1 0,2 0,-1 1,1 0,0 0,0 0,1 0,-1 1,-2 7,2 10,2-1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37.08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0 362,'1'20,"0"0,1 0,2 0,0-1,1 1,0-1,2 0,3 7,14 31,3 6,-3 0,-3 2,-2 2,54 224,-66-270,8 23,-2 0,-2 1,-2 1,2 29,-8-19,1 19,2 0,4 0,15 50,-13-83,3-1,1 0,2-1,2-1,1-1,10 11,-9-25,0 0,1-1,2-1,0-1,1-1,2-2,-1 0,2-2,0-1,1-2,29 9,0 2,1-3,0-2,2-3,0-3,1-2,0-4,2-2,-1-3,0-2,0-4,0-2,0-4,60-16,0-9,-2-5,-2-5,-2-6,-2-5,3-7,-88 45,0-2,-1-1,0-1,-2-1,-1-1,-1-2,-1-1,-1 0,-2-2,-1-1,-1-1,5-11,12-38,-3-2,-4-1,-3-2,-4 0,3-34,-18 67,-2 0,-2-1,-2 0,-3 1,-1-1,-4 0,-1 1,-8-22,12 57,-2 0,0 0,0 1,-2 0,0 0,-1 0,0 1,-1 0,-1 1,0 0,-1 0,-1 1,0 1,-1 0,0 1,-11-8,-195-119,-139-25,290 127,-2 2,-65-20,75 33,-1 2,-1 4,-1 2,0 2,0 4,-48 0,-6 8,1 5,-3 5,-148 27,-104 71,167-31,41 26,83-56,59-40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51.2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27,'589'0,"-296"-13,15 0,680 13,-888 14,7-7,-107-7,0 0,-1-1,1 1,0 0,0 0,0 0,0-1,-1 1,1 0,0 0,0 0,0-1,0 1,0 0,0 0,-1-1,1 1,0 0,0 0,0-1,0 1,0 0,0-1,0 1,0 0,0 0,0-1,0 1,0 0,1 0,-1-1,0 1,0 0,0 0,0-1,0 1,0 0,1 0,-1 0,0-1,0 1,0 0,1 0,-1 0,-15-8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43.2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105 814,'-53'-93,"52"93,1 0,-1 0,1 0,-1 0,1-1,-1 1,1 0,-1 0,1 0,-1 0,1 0,-1 0,1 0,-1 0,1 0,-1 0,1 0,-1 1,1-1,-1 0,1 0,0 0,-1 1,1-1,-1 0,1 1,-1-1,1 0,0 1,-1-1,1 0,0 1,-1-1,1 1,0-1,0 0,-1 1,1-1,0 1,0-1,0 1,0-1,0 1,0-1,0 1,-1-1,1 1,1-1,-1 1,0-1,0 1,0-1,0 1,0-1,0 1,0-1,1 1,-1-1,0 1,0-1,1 1,-1-1,1 1,-1-1,0 265,27 177,7 78,-23-414,-6 0,-4 1,-5-1,-14 83,3-78,6 0,3 27,-7 319,5-337,5 0,9 76,0 357,8-320,-14-221,0 0,1 0,0 0,1 0,1 0,-1 0,2 0,0 0,16 55,-19-67,0 0,0 0,0 0,0 0,0 0,-1 0,1 0,0-1,0 1,0 0,0 0,0-1,-1 1,1-1,0 1,0-1,-1 1,1-1,0 1,-1-1,1 0,0 1,-1-1,1 0,-1 1,1-1,-1 0,1 0,-1 0,0 1,0-1,1 0,-1 0,0 0,0 0,0 0,0 0,0 0,0 1,0-1,0-1,4-13,-2 0</inkml:trace>
  <inkml:trace contextRef="#ctx0" brushRef="#br0" timeOffset="9007.914">66 106,'0'-14,"-3"-4,0-2,0 1,1 1,0 6,-1 7,-1 12,-1 13,-3 15,-1 17,-1 21,3 20,2 19,4 18,2 15,4 6,1-21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47.7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256 402,'-2'-3,"-1"1,0-1,0 1,-1 0,1 0,0 0,-1 0,1 1,-1-1,1 1,-1 0,0 0,1 0,-1 1,0-1,0 1,1 0,-1 0,0 0,0 1,0-1,1 1,-1 0,0 0,1 0,-1 0,0 1,1 0,0-1,-1 1,1 0,0 1,0-1,0 1,0-1,0 2,-12 15,2 1,1 0,0 1,2 0,0 1,1 0,1 1,2-1,0 2,1-1,1 0,1 10,-3 4,1 1,2 0,2 0,1 0,2-1,2 2,-4-34,0 0,1 0,0 0,0 0,0-1,0 1,1 0,0-1,0 1,0-1,0 0,1 1,0-1,0 0,0-1,0 1,0 0,1-1,0 0,0 0,0 0,0 0,0-1,0 1,1-1,-1 0,1-1,-1 1,1-1,0 0,0 0,0 0,0 0,-1-1,4 0,3-1,0-1,0 0,0-1,0 0,0-1,-1 0,1-1,-1 0,0 0,-1-1,1-1,-1 1,7-8,6-6,0-2,-2 0,0-1,10-17,-14 16,0 0,-2-1,0-1,-2-1,-1 1,-2-2,0 0,-2 0,0 0,-2-1,-2 1,0-1,-2 0,-1 0,-2 0,-3-21,3 37,-2 0,1 0,-1 1,-1-1,0 1,-1 0,0 1,-1-1,-2-2,7 11,0 0,-1-1,1 1,-1 0,0 0,0 1,0-1,0 0,-1 1,1 0,0 0,-1 0,0 0,1 1,-1-1,0 1,0 0,0 0,0 0,0 1,0-1,0 1,0 0,0 0,0 0,0 1,0 0,0-1,0 1,0 1,-3 0,-1 4,-1 1,1-1,0 2,1-1,-1 1,2 0,-1 0,1 1,0 0,1 0,0 1,0-1,1 1,1 0,0 0,0 0,0 1,2-1,-1 7,-5 19,2 0,1 1,2-1,2 1,1-1,2 1,2-1,1 0,1 0,2 0,2-1,1-1,2 0,1 0,2-2,1 0,1-1,2-1,1 0,10 8,-21-27,0 0,0 0,1-1,1 0,0-1,11 5,1-2</inkml:trace>
  <inkml:trace contextRef="#ctx0" brushRef="#br0" timeOffset="333.11">792 1057,'0'8,"0"1,1-1,0 1,0-1,1 0,0 1,1-1,0 0,0 0,0 0,1-1,0 1,1-1,0 0,0 0,0-1,1 1,0-1,0 0,1-1,0 0,0 0,0 0,0-1,1 0,-1 0,1-1,0 0,1 0,-1-1,0 0,0 0,1-1,-1 0,1-1,4 0,-6-1,-1-1,1 0,-1 0,0 0,0-1,0 0,0 0,0-1,-1 0,1 0,-1 0,0 0,0-1,-1 0,1 0,-1 0,0 0,0-1,-1 0,0 0,0 0,0 0,-1 0,0 0,0-1,0 1,-1-1,0 1,0-1,-1 0,0 0,0 1,0-1,-1 0,0 1,-1-1,1 1,-1-1,0 1,-1 0,1 0,-1 0,-2-2,-1 0,0 2,-1-1,1 1,-1 0,0 0,-1 0,0 1,0 1,0-1,0 1,-1 0,1 1,-1 0,0 1,0 0,0 0,0 0,0 2,-1-1,1 1,0 0,0 1,-1 0,1 0,0 1,0 0,0 1,1 0,-1 1,1-1,-1 2,1-1,-4 4,-26 16,7 0</inkml:trace>
  <inkml:trace contextRef="#ctx0" brushRef="#br0" timeOffset="1062.988">16 1,'48'8,"397"-2,-300-7,-17 3,-129-2,1 0,0 0,-1 0,1 0,0 0,-1 0,1 0,0 0,0 0,-1 0,1 0,0 0,-1 0,1 0,0 0,-1 0,1 0,0 0,0 1,-1-1,1 0,0 0,-1 0,1 0,0 1,0-1,0 0,-1 0,1 0,0 1,0-1,0 0,-1 1,1-1,0 0,0 0,0 1,0-1,0 0,0 1,0-1,0 0,0 0,0 1,0-1,0 0,0 1,0-1,0 0,0 1,0-1,0 0,0 1,0-1,0 0,0 0,1 1,-1-1,0 0,0 0,0 1,0-1,1 0,-1 0,0 1,0-1,1 0,-1 0,0 0,0 1,-23 9,-3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46.6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40,'-3'-11,"8"17,3 6,23 25,2-2,2-1,1-2,1-2,22 14,-8-6,-1 2,33 38,-25-1,-55-85,-3-7</inkml:trace>
  <inkml:trace contextRef="#ctx0" brushRef="#br0" timeOffset="269.801">444 0,'-7'14,"-7"13,-7 14,-8 13,-5 9,-6 7,-5 4,-5 0,0-3,6-10,9-10,11-13,18-17,10-11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53.9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 14,'-2'-3,"-4"0,-2 1,-2-1,-3 2,0 0,0 2,1 5,8 0,9-1,10-1,10-3,0-3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55.8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0,'9'0,"12"0,14 0,17 0,15 0,17 0,13 0,5 0,-1 0,-6 0,-11 0,-14 0,-17 0,-16 0,-13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54.7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496 403,'-13'-1,"1"1,-1 1,1-1,-1 2,1 0,-1 1,1 0,0 0,0 2,1-1,-1 1,1 1,0 0,0 1,1 0,0 1,-1 0,-17 22,2 1,1 1,2 1,1 1,2 1,1 1,1 0,-3 18,6-22,1 2,2-1,2 2,1-1,1 1,2 1,0 15,5-46,1-1,-1 0,1 1,0-1,0 1,0-1,1 1,0-1,-1 0,2 1,-1-1,0 0,1 0,0 0,0 0,0 0,0 0,1 0,-1-1,1 1,0-1,0 0,0 1,1-2,-1 1,1 0,0-1,-1 1,1-1,0 0,0-1,1 1,-1-1,3 2,7-4,-1 0,1-1,-1 0,0-1,0 0,0-1,0-1,0 0,-1 0,0-1,0-1,-1 0,0-1,0 0,9-9,18-14,-2-2,-1-2,-2 0,-1-3,-2 0,-2-2,-2-1,-1-1,-2-1,-2-1,-2-1,-2-1,-2-1,-2 0,-2-1,-2 0,0-24,-8 48,0-1,-1 0,-2 1,-1-1,0 1,-4-10,5 24,-1 0,0 1,-1-1,1 1,-2 0,1 0,-1 0,-1 1,0-1,0 1,0 1,-1-1,0 1,-1 0,1 1,-9-5,11 8,0 0,0 0,0 1,-1 0,1 0,-1 1,0 0,1 0,-1 0,0 0,0 1,0 0,0 0,1 1,-1-1,0 1,0 1,1-1,-1 1,1 0,-1 0,1 0,0 1,0 0,0 0,0 0,0 1,1 0,0-1,0 2,0-1,0 1,-9 14,0 1,2 1,1 0,0 1,2 0,0 0,2 1,0 0,2 0,0 0,2 0,0 11,-5 50,4-1,4 1,3-1,3 0,5 0,3-1,4 0,3-2,3 0,4-2,32 59,-17-56,-27-53</inkml:trace>
  <inkml:trace contextRef="#ctx0" brushRef="#br0" timeOffset="340.087">964 1298,'1'-30,"1"0,1 1,2-1,1 1,2 0,0 0,2 1,7-13,12-3,-29 44,1 0,0 0,-1 1,1-1,0 0,-1 0,1 0,0 0,-1 1,1-1,0 0,-1 1,1-1,-1 0,1 1,-1-1,1 1,-1-1,1 1,-1-1,1 1,-1-1,1 1,-1-1,0 1,1 0,-1-1,0 1,0 0,1-1,-1 1,0 0,0-1,0 1,0 0,0-1,0 1,0 0,0 0,0-1,0 1,-1 0,2-1,20 286,5-103,-22-164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1:59.4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0 215,'17'-10,"234"7,-140 4,352-10,-48 2,-256 8,241-27,-126-6,94-4,-74 11,100 24,-392 1</inkml:trace>
  <inkml:trace contextRef="#ctx0" brushRef="#br0" timeOffset="4672.013">67 136,'0'-1,"0"0,0 1,0-1,0 0,0 1,1-1,-1 0,0 1,0-1,1 1,-1-1,0 1,1-1,-1 0,1 1,-1 0,1-1,-1 1,1-1,-1 1,1-1,-1 1,1 0,-1-1,1 1,0 0,-1 0,1 0,0-1,-1 1,1 0,-1 0,1 0,0 0,-1 0,1 0,0 0,-1 0,1 0,0 0,-1 1,1-1,0 0,-1 0,1 1,-1-1,2 0,368-24,146-7,18-3,-188 19,141 9,-303 7,-130 0,142-10,2 3,-145 7,-404 26,150-14,-95-9,23-2,106 7,-75 16,102-5,-117 16,-2-12,31-15,125-4,103-5,5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49:45.4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0,'0'159,"-3"-106,-7 198,10 1,32 220,10-165,-3-28,-8 71,-22-17,11 182,-16-470,9 74,-6 0,-5 0,-5 0,-7 23,-30 129,40-229,0-53</inkml:trace>
  <inkml:trace contextRef="#ctx0" brushRef="#br0" timeOffset="3494.066">495 776,'16'-333,"-6"198,-9 134,-1 1,0 0,1-1,-1 1,1-1,-1 1,0-1,1 1,-1-1,0 1,0-1,1 1,-1-1,0 1,0-1,0 0,0 1,0-1,0 1,0-1,0 1,0-1,0 0,0 1,0-1,0 1,0-1,-1 1,1-1,0 1,0-1,-1 1,1-1,0 1,-1-1,1 1,0-1,-1 1,1-1,-1 1,1 0,-1-1,1 1,-1 0,1-1,-1 1,1 0,-1 0,1 0,-1-1,1 1,-1 0,1 0,-1 0,0 0,1 0,-1 0,1 0,-1 0,1 0,-1 0,0 1,1-1,-1 0,0 0,-3 8,-1 0,1 0,0 0,1 0,0 0,0 1,1 0,0-1,0 1,1 0,0 0,1 0,0 6,2-12,0 0,-1 0,1 0,1 0,-1 0,0 0,1 0,-1-1,1 1,0-1,0 0,0 0,0 0,0 0,0 0,1-1,-1 0,0 1,1-1,-1 0,1-1,0 1,-1-1,1 1,-1-1,1 0,0 0,-1-1,1 1,0-1,27-1,0-1,0-1,-1-2,0-1,0-2,4-2,114-26,-146 37,1-1,-1 1,0 0,0-1,1 1,-1 0,0 1,1-1,-1 0,0 1,0-1,1 1,-1 0,0 0,0 0,0 0,0 0,0 0,0 0,0 1,0-1,-1 1,1-1,0 1,-1 0,1-1,-1 1,0 0,0 0,0 0,0 0,0 0,0 1,0-1,0 1,6 24,-1 0,-1 1,-2-1,0 1,-2 9,1-2,5 350,-9-329,-2-1,-3 0,-2 0,-2 0,-3-2,-2 0,-2 0,-10 15,20-51,-1 0,0-1,-1 0,-1 0,0-1,-1-1,-6 5,15-15,-1 0,0 0,-1-1,1 0,-1 0,1 0,-1 0,0-1,0 0,0 0,0 0,0 0,-1-1,1 0,0 0,-1 0,1-1,-1 0,1 0,-1 0,1-1,0 0,-1 0,1 0,0 0,0-1,-1 0,-14-10,0-1,1-1,1 0,1-1,0-1,0-1,2 0,0-1,1-1,1 0,1-1,-1-5,-7-6,2 0,2-2,1 0,1-1,2-1,0-6,11 39,0 0,0-1,1 1,-1 0,0-1,1 1,0-1,-1 1,1-1,0 1,0-1,0 1,1-1,-1 1,1-1,-1 1,1 0,0-1,0 1,0 0,0 0,0-1,1 1,-1 0,0 0,1 0,0 0,0 1,-1-1,1 0,0 1,0-1,0 1,0 0,2-1,20-7,1 0,1 2,-1 1,1 1,25-2,-11 2,224-30,-184 26</inkml:trace>
  <inkml:trace contextRef="#ctx0" brushRef="#br0" timeOffset="4829.436">1258 1417,'16'-29,"23"-28,3 2,2 3,33-30,-38 53,-29 49,-10-18,-13 214,14-120,1-60,-1-1,-2 0,-1 0,-2 0,-2 0,0-1,-3 0,-6 16,-16-3,30-46,1 0,-1-1,0 1,0 0,1-1,-1 1,0 0,0-1,0 1,0-1,0 1,0-1,0 1,0-1,0 0,0 0,0 1,0-1,0 0,0 0,-1 0,1 0,0 0,0 0,0 0,0-1,0 1,0 0,0-1,0 1,0-1,0 1,0-1,0 1,0-1,0 1,1-1,-1 0,0 0,0 1,1-1,-1 0,0 0,1 0,-1 0,1 0,-1 0,1 0,-3-2,1-1,1 1,-1 0,0-1,1 1,-1-1,1 0,0 1,0-1,1 0,-1 0,1 0,0 1,0-4,1 6,0 0,1 0,-1 0,1 0,-1 0,0 0,1 1,0-1,-1 1,1-1,-1 1,1 0,0-1,-1 1,1 0,0 0,-1 0,1 0,0 0,-1 1,1-1,-1 1,1-1,0 1,-1-1,1 1,4 0,271 23,-194-10,-76-9</inkml:trace>
  <inkml:trace contextRef="#ctx0" brushRef="#br0" timeOffset="30501.225">803 2901,'3'16,"0"19,0 14,-1 16,-1 10,0 6,-2 2,-4-1,-4-5,1-9,-1-12,0-16</inkml:trace>
  <inkml:trace contextRef="#ctx0" brushRef="#br0" timeOffset="30887.747">1205 2901,'-19'46,"-1"0,-2-2,-3 0,-1-1,-2-2,-2-1,-18 18,35-41,-1-1,-1 0,0-1,-1-1,-1 0,0-1,-1-1,-6 3,23-14,0 0,0 0,0-1,-1 1,1 0,0-1,0 1,0 0,0-1,-1 0,1 1,0-1,-1 0,1 1,0-1,0 0,-1 0,1 0,0 0,-1 0,1-1,0 1,-1 0,1-1,0 1,0 0,0-1,-1 0,1 1,0-1,0 0,0 1,0-1,0 0,0 0,0 0,0 0,0 0,1 0,-1 0,0 0,1 0,-1-1,0 1,1 0,0 0,-1 0,1-1,0 1,-1 0,1-1,0 1,0 0,0-1,0 1,0 0,1-1,-1 1,0 1,0-1,0 1,0-1,1 1,-1 0,0-1,0 1,1-1,-1 1,0 0,0-1,1 1,-1-1,1 1,-1 0,0 0,1-1,-1 1,1 0,-1 0,0-1,1 1,-1 0,1 0,-1 0,1 0,-1 0,1 0,-1-1,1 1,-1 0,1 0,-1 1,1-1,-1 0,1 0,-1 0,1 0,-1 0,1 0,-1 1,0-1,1 0,-1 0,1 1,-1-1,0 0,1 1,-1-1,0 0,1 1,-1-1,1 1,20 22,-4-1,-4-3,0-1,2-1,0 0,0-1,1-1,1 0,1-2,0 0,12 6,-2-7,1-1,0-1,1-2,0-1,0-2,12 1,55 11,-25 7,-47-12</inkml:trace>
  <inkml:trace contextRef="#ctx0" brushRef="#br0" timeOffset="31167.998">1512 3744,'61'-180,"-48"139,59-151,-57 173,-4 34,-17 187,0 70,6-242</inkml:trace>
  <inkml:trace contextRef="#ctx0" brushRef="#br0" timeOffset="31681.625">549 2634,'-7'0,"3"0,10 0,16 0,21 0,22-2,22-4,13-2,9 0,1-1,-7 1,-13 2,-19 1,-18 3,-16 1,-14 3,-14 3,-8 1</inkml:trace>
  <inkml:trace contextRef="#ctx0" brushRef="#br0" timeOffset="136587.22">563 2607,'8'-11,"167"0,106-17,-25 1,104 8,-339 20,-16-1,-13 0,-249-26,98 15,-1 7,-28 7,-1 17,149-7,41-12,-1 1,1-1,-1 0,1 0,0 0,-1 0,1 1,0-1,0 0,-1 0,1 0,0 0,0-1,0 1,0 0,1 0,-1-1,0 1,0 0,0-1,1 1,-1-1,0 0,0 1,1-1,-1 0,0 0,1 0,-1 0,0 0,1 0,0 0,58 7,-1-3,1-2,0-3,6-3,-39 3,533-36,-867 50,-371-11,671-2,4-1,1 1,0-1,0 1,0 0,-1 0,1 0,0 0,-1 0,1 0,0 0,0 1,0 0,-1-1,1 1,0 0,0 0,0 0,0 0,0 0,0 0,1 1,-1-1,0 1,1-1,-1 1,0 0,2 0,1-1,-1 0,1 0,-1 0,1-1,-1 1,1 0,0 0,-1 0,1 0,0 0,0-1,0 1,-1 0,1-1,0 1,0-1,0 1,0-1,0 1,0-1,0 1,0-1,0 0,1 0,-1 0,0 1,0-1,0 0,0 0,0-1,0 1,1 0,-1 0,37 2,0-1,0-3,0-1,35-7,-46 6,94-13,88-12,166-1,-354 31,-56 0,-115 1,-523 23,649-23,-100 20,124-22,1 1,-1-1,0 0,0 0,1 0,-1 0,0 0,0 0,1 1,-1-1,0 0,0 0,0 0,1 0,-1 1,0-1,0 0,0 0,0 1,0-1,1 0,-1 0,0 1,0-1,0 0,0 0,0 1,0-1,0 0,0 1,0-1,0 0,0 0,0 1,0-1,0 0,0 0,0 1,0-1,0 0,-1 0,1 1,0-1,0 0,0 0,0 1,-1-1,1 0,0 0,0 0,0 1,-1-1,1 0,0 0,0 0,-1 0,1 0,0 1,0-1,-1 0,1 0,0 0,0 0,-1 0,1 0,0 0,0 0,-1 0,1 0,22 7,22-2,0-2,0-1,0-3,1-1,-13 0,743-20,-830 28,-152 4,-160 16,149 7,198-27,146-5,616-30,-786 29,-141-1,1 9,-59 14,179-8,63-8,70-1,157-14,-149 4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06.4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121 487,'66'51,"-51"-36,43 48,-4 2,-2 2,-3 3,34 64,-52-93,-26-44,-2-4</inkml:trace>
  <inkml:trace contextRef="#ctx0" brushRef="#br0" timeOffset="269.279">522 447,'-11'18,"-11"15,-11 14,-9 9,-6 8,-4 3,0 0,4-4,11-12,11-11,12-13,9-11</inkml:trace>
  <inkml:trace contextRef="#ctx0" brushRef="#br0" timeOffset="1078.851">1203 568,'-7'-2,"1"1,-1 0,0 0,0 1,0-1,0 2,0-1,0 1,0 0,1 0,-1 1,0 0,1 0,-1 1,1 0,0 0,0 0,0 1,0 0,0 0,1 0,0 1,0 0,-4 4,-2 4,1-1,0 2,0-1,2 2,-1-1,2 1,0 0,1 0,-4 16,6-18,1 0,1 0,0 0,1 0,1 0,0 1,0-1,1 0,1 0,3 10,-4-17,0 0,1-1,0 1,1-1,-1 0,1 0,0 0,0 0,0 0,1-1,0 1,-1-1,2 0,-1 0,0-1,1 1,0-1,0 0,0 0,0 0,0-1,0 0,1 0,-1 0,6 0,-5-1,1 0,0-1,-1 1,1-1,0-1,-1 1,1-1,0-1,-1 1,1-1,-1 0,0-1,0 1,0-1,0 0,0-1,0 1,-1-1,0-1,0 1,0-1,0 1,0-1,-1-1,0 1,0-2,8-11,0 0,-2-1,0-1,-1 1,-1-2,-1 1,2-13,7-37,-3 0,-3-1,-3-1,-3-36,-4 98,-5-71,5 79,-1 0,1-1,-1 1,1 0,-1-1,0 1,0 0,0 0,0-1,-1 1,1 0,-1 0,1 0,-1 1,0-1,1 0,-1 1,0-1,0 1,0-1,0 1,0 0,-1 0,1 0,0 0,-1 0,1 1,0-1,-2 0,-4 3,1 0,0 0,-1 1,1 0,1 0,-1 0,0 1,1 0,0 1,0-1,0 1,0 0,1 1,0-1,0 1,0 0,1 0,0 1,0-1,0 1,0 3,-8 15,2 0,1 0,0 1,2 1,1-1,2 1,0 0,2 0,1 0,1 1,1-1,1 0,5 17,-2-18,1 0,1 0,1-1,1 0,2 0,0-1,2 0,0-1,2-1,0 0,2 0,3 3,56 57,-65-76</inkml:trace>
  <inkml:trace contextRef="#ctx0" brushRef="#br0" timeOffset="1439.885">1578 1008,'-1'6,"0"0,1 0,0 0,0 0,0 0,1 0,-1-1,1 1,1 0,-1 0,1-1,0 1,1-1,-1 1,1-1,0 0,0 0,1 0,-1 0,1-1,0 1,0-1,1 0,-1 0,1-1,0 0,0 1,0-1,0-1,1 1,-1-1,8 0,-1 0,0-1,1-1,-1 0,0-1,1 0,-1-1,0 0,0-1,0 0,0-1,0 0,-1-1,0 0,0-1,0-1,-1 1,0-2,0 1,0-1,-1-1,7-9,-13 15,0 0,0 0,-1-1,1 1,-1-1,0 0,0 0,0 1,-1-1,1 0,-1-1,0 1,0 0,-1 0,1 0,-1-1,0 1,0 0,0-1,-1 1,1 0,-1 0,0 0,0 0,-1-1,1 1,-1 1,0-1,0 0,0 0,0 1,-1-1,0 1,1 0,-1 0,0 0,-1 0,1 0,-9-4,1 1,-1 0,0 0,-1 1,1 1,-1 0,0 1,0 0,0 1,0 1,0 0,-1 1,1 0,0 1,0 0,-1 1,1 1,1 0,-1 0,-11 6,11-4,1 1,0 0,1 0,-1 1,1 1,1 0,-1 1,1 0,-4 6,-11 14</inkml:trace>
  <inkml:trace contextRef="#ctx0" brushRef="#br0" timeOffset="3134.364">1 100,'256'-23,"778"-33,-612 43,-385 8,-29 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10.8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66 1,'8'56,"-8"-55,1 1,-1-1,1 1,-1-1,1 0,0 1,0-1,0 0,-1 0,1 0,1 0,-1 0,0 0,0 0,0 0,0 0,1 0,-1 0,0-1,1 1,-1-1,0 1,1-1,-1 1,1-1,-1 0,1 0,-1 0,1 1,-1-1,1-1,-1 1,1 0,-1 0,1-1,-1 1,1 0,-1-1,0 1,1-1,-1 1,0-1,1 0,-1 1,0-1,0 0,0 0,0 0,0 0,0 0,0 0,0 0,0 0,0 0,-1 0,1-1,0 1,-1 0,1 0,-1-1,1 1,-1 0,0-1,0 1,1-1,-1 1,0 0,0-1,0 1,0-1,-1 1,1 0,0-1,-1 1,1-1,-1 1,1 0,-1 0,1-1,-1 1,0 0,0 0,0 0,0 0,0 0,0 0,0 0,0 0,0 0,0 0,0 1,0-1,-1 0,1 1,0-1,-1 1,1-1,-1 1,-2-1,0-1,1 2,-1-1,0 0,0 1,1 0,-1 0,0 0,0 0,0 1,1-1,-1 1,0 0,1 0,-1 0,1 1,-1-1,1 1,-1 0,1 0,0 0,0 0,0 0,0 1,0 0,1-1,-1 1,1 0,0 0,0 1,0-1,0 0,0 1,1-1,-1 1,1-1,0 1,0 0,0-1,1 1,0 0,-1 0,1 0,0-1,1 4,25 28,-6-25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11.4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468 335,'-10'-2,"0"-1,-1 2,1-1,-1 1,1 1,-1 0,0 0,1 1,-1 1,1-1,-1 2,1-1,0 2,0-1,0 1,1 1,-5 2,-5 4,0 0,1 2,1 0,0 1,1 0,0 1,1 1,0 1,1 2,0 0,1 0,0 1,2 1,1 0,0 1,2 0,0 0,1 1,2 0,0 0,2 0,0 1,1-1,2 1,0 0,2-1,1 1,1 3,-2-17,0-1,0 0,1 0,0-1,1 1,0-1,0 1,1-1,0 0,0-1,1 1,0-1,0 0,1-1,0 1,0-2,0 1,1-1,0 0,0 0,0-1,1 0,0 0,-1-1,1 0,0-1,0 0,1 0,-1-1,0 0,0-1,1 0,5-1,3-6,1 0,-1-1,-1-1,0-1,0-1,-1 0,0-1,-1-1,-1 0,0-1,0 0,-1-1,-1-1,-1 0,6-12,20-25,-2-1,-2-1,-4-2,-1-1,-3-2,-3 0,-3-1,2-18,-16 56,-1 0,-1 0,-1 0,-1-1,-1 0,-1 1,-1 0,-1-3,2 19,-1-1,0 0,0 1,-1-1,1 1,-2 0,1 0,-1 0,0 1,0-1,-1 1,0 0,0 0,-1 0,1 1,-1 0,0 0,-1 0,1 1,-1 0,0 0,0 1,0 0,0 0,-7-1,3 2,0 0,0 1,0 0,0 1,0 0,0 1,0 0,0 1,0 0,0 0,1 2,-1-1,1 1,0 1,0-1,0 2,1 0,-1 0,2 0,-1 1,1 1,0-1,0 1,1 1,0-1,0 1,1 0,0 1,1 0,0 0,0 0,1 0,-1 6,-2 9,1 0,1 0,1 0,1 1,1-1,2 1,0 0,2 0,1-1,0 1,3 0,11 49,4-2,3 0,6 4,130 337,-107-302,-38-89</inkml:trace>
  <inkml:trace contextRef="#ctx0" brushRef="#br0" timeOffset="285.746">923 1178,'70'-328,"-49"268,-20 60,-1 0,0 0,1-1,-1 1,0 0,1 0,-1 0,1 0,-1 0,0-1,1 1,-1 0,1 0,-1 0,0 0,1 0,-1 0,1 0,-1 0,1 0,-1 0,0 1,1-1,-1 0,0 0,1 0,-1 0,1 1,-1-1,0 0,1 0,-1 1,0-1,0 0,1 0,-1 1,0-1,1 0,-1 1,0-1,0 1,0-1,0 0,1 1,-1-1,0 0,0 1,0-1,0 1,0-1,0 1,0-1,0 0,0 1,0-1,0 1,0-1,0 0,0 1,-1-1,1 1,0-1,0 0,0 1,-1-1,1 0,0 1,-1-1,9 236,-7-201,2 0,2-1,0 0,3 0,0-1,3 0,0 0,2-1,3-1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13.3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1,'24'231,"27"524,-2-10,-26-551,29 373,-47 166,-8-415,3 403,-4-647,-4 0,-14 59,16 55,-6-106,16-99,-2-2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13.9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23,'16'-2,"16"-1,15 0,12 1,11 0,4-1,-2-1,-7 1,-14 5,-15 5,-15 5,-13 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14.1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1,'25'2,"24"1,22 0,17-1,12 0,5-1,-7-1,-17 1,-23-1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22.8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 1,'0'2,"2"1,-1 0,-3-1,-4 0,-3 1,0 3,2 2,4 0,7-1,3-2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23.4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241 669,'-17'11,"0"1,1 1,1 0,0 2,1-1,1 2,0-1,1 2,1 0,0 0,1 1,1 0,1 1,1 0,0 0,1 1,1 0,1 0,1 0,1 0,0 14,1-27,0 0,0 0,1 0,0 0,0 0,0 0,1 0,0 0,0 0,1 0,0 0,0 0,1-1,0 1,0-1,0 0,1 0,0 0,0 0,1-1,-1 1,1-1,1 0,-1-1,0 1,1-1,0 0,0 0,0-1,1 0,-1 0,1 0,0-1,3 1,-3-3,0 0,0-1,0 1,0-1,0-1,0 1,0-1,0 0,0-1,-1 0,1 0,-1 0,0-1,0 0,0 0,-1 0,1-1,-1 0,5-5,79-113,-52 57,-4-2,-3-1,-3-1,-3-2,-3 0,6-46,-26 116,18-142,-18 134,-1 1,-1-1,1 1,-1 0,-1-1,0 1,0 0,-1 0,0 0,0 0,-1 1,0-1,-6-7,8 13,0 0,-1 0,1 0,-1 1,1-1,-1 1,0-1,0 1,-1 0,1 0,0 1,-1-1,1 1,-1-1,1 1,-1 0,1 1,-1-1,0 0,0 1,1 0,-1 0,0 0,0 1,1-1,-1 1,0-1,1 1,-1 1,1-1,-3 1,-3 3,0-1,0 1,0 1,0 0,1 0,0 1,0 0,1 0,0 1,0-1,0 2,-8 17,1 1,1 1,2 0,0 1,2 0,1 1,2-1,1 1,1 1,1-1,2 1,1-1,1 1,2-1,3 13,8 47,4-2,3-1,5 0,34 78,-48-133,1 0,2-1,1 0,2-1,4 3,-3-9</inkml:trace>
  <inkml:trace contextRef="#ctx0" brushRef="#br0" timeOffset="312.7">869 1324,'3'-51,"2"1,3 0,1 0,10-25,-1 16,-18 59,0 0,-1-1,1 1,0 0,0 0,0-1,0 1,0 0,0-1,0 1,0 0,0 0,0-1,0 1,0 0,0-1,0 1,0 0,1 0,-1-1,0 1,0 0,0-1,0 1,0 0,1 0,-1 0,0-1,0 1,0 0,1 0,-1 0,0-1,0 1,1 0,-1 0,0 0,0 0,1 0,-1 0,0-1,1 1,-1 0,0 0,0 0,1 0,-1 0,0 0,1 0,-1 0,0 0,1 1,-1-1,0 0,0 0,1 0,-1 0,0 0,0 0,1 1,-1-1,0 0,0 0,1 0,-1 0,0 1,0-1,0 0,1 1,4 22,5 263,19-68,-27-199</inkml:trace>
  <inkml:trace contextRef="#ctx0" brushRef="#br0" timeOffset="980.425">0 1,'18'0,"22"0,21 0,17 0,14 0,7 0,3 0,-3 0,-8 0,-14 0,-17 0,-21 0,-17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29.9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6,'2'-2,"1"-1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30.6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380 363,'-13'-2,"0"1,-1 1,1 0,0 1,-1 1,1 0,0 1,0 0,0 1,1 0,-1 1,1 0,0 1,1 1,-1 0,1 0,1 1,-1 0,1 1,1 1,0-1,0 1,0 1,2 0,-1 0,1 0,1 1,-2 5,-4 13,1 0,1 1,2 0,1 1,1-1,2 1,1 1,2-1,1 8,14 46,-13-84,-1 0,1 0,0 0,0 0,-1 0,2 0,-1-1,0 1,0 0,0 0,1-1,-1 1,1-1,0 1,-1-1,1 0,0 0,0 0,-1 0,1 0,0 0,0 0,0 0,0-1,0 1,1-1,-1 0,0 1,0-1,0 0,0 0,0-1,0 1,1 0,-1-1,0 1,0-1,0 1,12-8,0 1,-1-2,0 0,0 0,-1-1,-1 0,1-1,-2-1,1 0,-2 0,0-1,1-2,23-33,-3-1,-1-1,-3-1,-2-2,-3 0,-2-1,-2-1,-3-1,-2-1,2-34,-10-38,-4 125,0-1,-1 0,0 0,0 1,0-1,-1 1,1-1,-1 1,0-1,0 1,-1 0,1 0,-1 0,0 0,0 1,0-1,-1 1,1 0,-1 0,0 0,0 0,0 1,0-1,0 1,-2-1,1 2,-1 0,1 0,0 0,-1 1,1-1,-1 1,1 0,-1 1,1 0,0-1,-1 2,1-1,0 1,0-1,0 1,0 1,0-1,0 1,1 0,-1 0,1 0,-4 4,-2 2,-1 1,1 0,1 1,0 0,1 0,0 1,0 0,-1 4,-2 8,2 0,0 1,1 0,1 0,2 0,0 1,2 0,1 0,1 0,1 1,2-1,0 0,2 0,4 18,4 5,2-2,2 0,3-1,1 0,2-2,2 0,11 12,-16-26,1 0,1-2,2-1,1 0,1-2,0-1,10 5,-6-10,-4-8</inkml:trace>
  <inkml:trace contextRef="#ctx0" brushRef="#br0" timeOffset="238.362">821 1004,'37'-199,"-20"91,-12 84,0 17,-3 19,6 209,-4-176,2 0,2 0,2-1,2-1,1 0,15 29,-8-30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17.6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0 200,'23'409,"-5"-157,30 849,-50-661,-28 115,28-521,-18 256,14 63,39-40,-21-229,-10-68,1-6,-1 1,-1-1,0 1,0-1,-1 1,0 0,-1 0,0-1,-1 1,0-1,-4 11,6-22,0 1,0 0,0-1,0 1,0-1,1 1,-1 0,-1-1,1 1,0 0,0-1,0 1,0 0,0-1,0 1,0 0,0-1,0 1,-1 0,1 0,0-1,0 1,0 0,-1 0,1-1,0 1,0 0,-1 0,1-1,0 1,-1 0,1 0,0 0,-1 0,1 0,0-1,-1 1,1 0,0 0,-1 0,1 0,0 0,-1 0,1 0,0 0,-1 0,1 0,0 0,-1 0,1 1,0-1,-1 0,1 0,0 0,9-60,-2 24</inkml:trace>
  <inkml:trace contextRef="#ctx0" brushRef="#br0" timeOffset="800.371">590 869,'15'18,"13"13,13 10,8 8,5 3,5 4,1-2,-3-1,-6-3,-7-5,-12-6,-11-4,-9-9</inkml:trace>
  <inkml:trace contextRef="#ctx0" brushRef="#br0" timeOffset="1080.62">1043 895,'-4'-4,"-2"2,-4 9,-8 13,-7 13,-8 16,-9 12,-2 8,-4 5,1 2,6-5,8-8,13-11,12-11,7-13</inkml:trace>
  <inkml:trace contextRef="#ctx0" brushRef="#br0" timeOffset="2145.639">1819 908,'0'-1,"-1"0,1-1,-1 1,1-1,-1 1,0 0,0 0,0-1,0 1,1 0,-2 0,1 0,0 0,0 0,0 0,0 0,-1 1,1-1,0 0,-1 1,1-1,0 1,-1-1,1 1,-1 0,1-1,-1 1,1 0,-1 0,1 0,-1 0,1 0,-1 1,1-1,-1 0,1 1,0-1,-1 1,1-1,-1 1,1 0,0-1,0 1,-1 0,1 0,0 0,0 0,0 0,0 0,0 0,0 1,0-1,1 0,-1 0,0 1,1-1,-1 1,-14 21,1-1,0 2,2-1,1 2,1 0,1 0,2 0,0 1,2 1,-2 19,3-34,2 0,-1 0,2 1,-1 0,2-1,0 1,0 0,1-1,1 1,0-1,1 0,0 1,1-1,0 0,5 10,-7-20,1 1,-1-1,1 1,-1-1,1 0,0 0,0 0,0 0,0 0,0-1,0 1,1-1,-1 0,0 0,1 0,-1-1,1 1,-1-1,1 0,-1 1,1-2,-1 1,1 0,-1-1,0 0,1 1,0-2,6 0,-1-2,1 0,0 0,-1 0,0-1,0-1,0 1,4-6,3-2,-2-1,0-1,-1-1,0 0,-1 0,-1-1,0-1,-2 0,0 0,-1-1,-1 0,0 0,-2-1,2-12,1-9,-2-1,-2-1,-2 1,-1-1,-3 1,-4-23,5 49,0 1,-1 0,-1-1,0 1,-1 0,-1 0,0 1,-1-1,-1 1,0 0,-1 1,0-1,6 13,1-1,-1 0,1 0,-1 1,0-1,0 1,0-1,0 1,0 0,0 0,0 0,0 0,0 0,0 0,-1 1,1-1,0 1,-1-1,1 1,0 0,-1 0,1 0,0 0,-1 1,1-1,0 1,-1-1,1 1,0 0,0 0,-1 0,1 0,0 0,0 0,0 0,1 1,-1-1,0 1,0 0,1-1,-1 1,0 0,-7 13,1 0,0 0,1 0,0 1,1 0,1 1,1-1,0 1,1 0,1 0,1 0,0 0,1 8,-1 16,1 0,1 1,3-1,1 0,3 0,1-1,10 29,-11-46,1 1,1-1,1-1,1 0,1 0,1-1,0-1,2 0,0-1,1-1,1-1,1 0,8 5,-18-17,-1 1,1-1,1 0,-1-1,0 0,1 0,0-1,0-1,9 2,6-1</inkml:trace>
  <inkml:trace contextRef="#ctx0" brushRef="#br0" timeOffset="2481.315">2354 1417,'0'13,"-1"-7,0 0,0 0,0 0,1-1,0 1,1 0,-1 0,1 0,0 0,0-1,1 1,0 0,0-1,0 1,1-1,0 0,0 0,0 0,0 0,1 0,0-1,0 0,0 1,0-1,1-1,3 3,1-3,0-2,1 1,-1-1,0 0,1-1,-1 0,1 0,-1-1,0-1,1 1,-1-1,0-1,0 0,0 0,-1-1,1 0,-1 0,0-1,0 0,0-1,-1 0,0 0,0 0,0-1,-1 0,0 0,5-8,-8 10,-1 1,1-1,-1 1,0-1,0 1,-1-1,1 0,-1 0,0 0,-1 0,1 0,-1 0,0 0,0 0,-1 0,1 0,-1 0,0 0,0 0,-1 0,0 0,1 1,-2-1,1 1,0-1,-1 1,0 0,0 0,0 0,-1 0,1 0,-1 1,0 0,0 0,0 0,0 0,0 0,-1 1,1 0,-1 0,0 0,-2 0,-9-1,1 1,-1 0,1 1,-1 1,0 0,1 1,-1 1,1 1,-1 0,1 1,0 0,0 1,1 1,-1 0,1 1,1 1,-4 3,-15 7</inkml:trace>
  <inkml:trace contextRef="#ctx0" brushRef="#br0" timeOffset="3036.369">1565 387,'18'-2,"17"-1,17-2,13-3,9 1,3-2,-2 2,-9 1,-14 2,-16 2</inkml:trace>
  <inkml:trace contextRef="#ctx0" brushRef="#br0" timeOffset="4250.87">416 146,'477'-16,"128"-34,-98-7,-417 43,-77 9,-14 2</inkml:trace>
  <inkml:trace contextRef="#ctx0" brushRef="#br0" timeOffset="9801.664">963 2874,'0'-2,"3"3,4 9,7 12,7 11,7 9,5 6,7 7,3 3,0 1,-1-1,-4-4,-4-5,-5-10,-6-11,-6-11</inkml:trace>
  <inkml:trace contextRef="#ctx0" brushRef="#br0" timeOffset="10064.961">1418 2874,'-16'11,"-14"20,-12 21,-9 19,-6 18,-1 13,3 2,10-3,12-12,12-21</inkml:trace>
  <inkml:trace contextRef="#ctx0" brushRef="#br0" timeOffset="11257.433">1859 2927,'-5'-1,"0"1,0-1,0 1,0 0,0 0,-1 0,1 0,0 1,0 0,0 0,1 1,-1-1,0 1,0 0,1 0,-1 1,1-1,0 1,0 0,-4 3,-2 3,0 0,1 0,0 1,0 1,1-1,0 2,-1 3,-11 23,3 0,1 1,2 1,2 0,2 1,1 0,2 0,1 15,3-39,2 0,0 0,1 0,1 0,1 0,0 0,4 11,-5-24,0 0,0 1,1-1,0 0,0 0,0 0,0 0,0 0,1-1,0 1,0-1,0 1,0-1,0 0,1 0,0-1,-1 1,1-1,0 1,0-1,0 0,0-1,1 1,-1-1,0 0,1 0,-1 0,1-1,-1 1,5-1,2-1,0 0,-1 0,1-1,0-1,-1 0,0 0,1-1,-1 0,-1-1,1 0,-1 0,1-1,-2 0,1-1,6-7,6-5,-2-1,-1 0,-1-2,0 0,10-19,-7 4,-1-1,-1-1,-3 0,-1-1,-2-1,-2 0,-1 0,-3-1,-1 0,-2-1,-2 1,-1-1,0 29,0 0,0-1,-1 1,-1-1,-1 1,0 0,-1 0,0 0,-1 1,0 0,-1-1,-1 2,0-1,-1 1,0 0,-6-5,10 14,1 0,-1 1,0 0,0 0,0 0,0 0,0 1,0-1,0 1,-1 0,1 1,0-1,-1 1,1-1,0 1,-1 1,1-1,-1 1,1-1,0 1,-1 0,1 1,0-1,0 1,0 0,0 0,0 0,1 0,-1 1,1 0,-1 0,1 0,0 0,0 0,0 0,0 1,1-1,-1 1,1 0,0 0,0 0,1 0,-1 0,0 2,-4 10,1 0,1 0,0 1,1-1,1 1,0 0,1 0,1 0,1-1,0 1,1 0,1 0,1-1,2 7,7 20,3 0,1-2,2 0,20 31,156 247,-180-293,-4-6,0 0,2-1,0-1,1 0,7 7,-18-23,0 1,0-1,0 0,0 0,0 0,1 0,-1 0,0-1,1 1,-1-1,1 0,0 0,-1 0,1-1,0 1,0-1,-1 0,1 0,0 0,0 0,-1-1,1 0,0 0,-1 0,1 0,2-1,85-55,-79 48,91-67,-102 76,0 0,0 0,0 0,0 0,0 0,0 1,-1-1,1 0,0 1,0-1,0 0,0 1,-1-1,1 1,0-1,-1 1,1-1,0 1,-1 0,1-1,0 1,-1 0,1-1,-1 1,0 0,1 0,-1-1,1 1,-1 0,0 0,0 0,0 0,1 0,-1 0,0-1,0 1,0 0,0 0,0 0,0 0,-1 0,1 0,0-1,0 1,-1 0,1 0,0 0,-1-1,1 1,-1 0,1 0,-1-1,1 1,-1 0,0-1,0 1,-1 10,2-8,0 0,-1 1,1-1,1 0,-1 1,0-1,1 0,0 0,-1 1,1-1,1 0,-1 0,0 0,1 0,-1 0,1 0,0-1,0 1,0 0,0-1,1 0,-1 1,1-1,-1 0,1 0,0-1,0 1,0 0,0-1,0 0,0 0,0 0,0 0,1 0,-1 0,0-1,2 0,3 2,-1-1,1 0,-1 0,1-1,-1 0,1-1,0 1,-1-1,0-1,1 0,-1 0,0 0,0-1,0 0,0 0,0 0,-1-1,1 0,-1-1,0 1,0-1,-1-1,0 1,0-1,0 1,0-2,-1 1,0 0,0-1,-1 0,0 1,0-1,0-1,-1 1,0 0,-1-1,0 1,0-1,0 1,-1-1,0 1,0-2,-1 2,0 1,-1-1,1 1,-1 0,0 0,-1 0,1 0,-1 0,0 0,-1 1,1-1,-1 1,0 0,-1 0,1 1,-1-1,0 1,0 0,0 0,-1 1,1-1,-1 1,0 0,0 1,0-1,0 1,0 1,-1-1,1 1,0 0,-1 0,1 1,-1 0,1 0,-3 1,-3 1,1 1,-1 0,1 1,0 0,1 1,-1 0,1 1,0 0,0 1,1 0,-1 0,2 1,-1 0,1 0,0 1,1 0,0 1,0 0,1 0,1 0,0 1,0-1,1 1,-3 9,6-15,0-1,0 1,1-1,-1 1,1 0,0 0,0-1,0 1,1 0,0-1,0 1,0 0,0-1,1 0,0 2,14 21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32.1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1,'15'130,"112"961,-24-188,-30-306,-22 93,-33-276,-31-374,13-40,-1 0,1 0,0 1,-1-1,1 0,0 0,-1 0,1 0,-1 0,1 0,0 0,-1-1,1 1,0 0,-1 0,1 0,-1 0,1 0,0-1,-1 1,1 0,0 0,-1 0,1-1,0 1,0 0,-1 0,1-1,0 1,0 0,-1-1,1 1,0 0,0-1,0 1,0-1,0 1,-1 0,1-1,0 1,0 0,0-1,0 1,0-1,0 1,0 0,0-1,0 1,1 0,-1-1,0 1,0-1,0 1,-2-13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33.1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1,'2'2,"5"1,11 0,11-1,1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33.4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0,'21'0,"17"0,3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33.7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43,'18'-2,"7"-1</inkml:trace>
  <inkml:trace contextRef="#ctx0" brushRef="#br0" timeOffset="1">829 83,'18'-11,"6"-22,-1-6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32.7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8,'25'0,"19"0,19 0,12-2,5-1,-5 0,-13 3,-16 1</inkml:trace>
  <inkml:trace contextRef="#ctx0" brushRef="#br0" timeOffset="189.01">108 222,'20'3,"23"0,23-3,19-3,15-4,10-2,-14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2:44.8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1056 135,'-10'10,"-1"2,1-1,1 1,0 1,1-1,0 2,1-1,0 1,1 0,1 0,0 1,1-1,0 1,2 0,0 0,0 0,1 1,1 1,-1-6,1 0,1-1,-1 1,2 0,0 0,0-1,0 1,2-1,-1 0,1 1,1-2,-1 1,2 0,-1-1,2 0,-1 0,1-1,0 0,1 0,0-1,0 0,0 0,1-1,0 0,1 0,-1-1,1 0,3 0,-4 0,0-1,0-1,1 0,-1 0,1-1,0 0,0 0,0-1,-1-1,1 0,0 0,0-1,0 0,0 0,0-1,-1-1,1 0,-1 0,0-1,0 0,0 0,0-1,-1 0,1-1,-1 0,-1 0,1 0,-1-1,0-1,-1 1,0-1,0 0,0 0,1-5,-1-8,0 0,-2-1,-1 0,0 0,-2 0,0-1,-1 1,-2 0,0 0,-1 0,-2 0,0 1,-1-1,-1 1,-1 1,-1-1,-1 1,-3-5,8 15,0-1,0 1,-1-1,-1 2,1-1,-1 1,-1 0,0 0,0 1,-1 0,0 0,0 1,-1 1,-2-2,9 7,0 0,0 0,0 0,0 0,-1 1,1-1,0 1,0 0,-1 0,1 0,0 0,-1 0,1 1,0-1,0 1,-1 0,1 0,0 1,0-1,0 0,0 1,0 0,1 0,-1 0,0 0,1 0,0 0,-1 1,0 1,-5 5,1 1,0 0,0 0,1 1,1-1,0 2,-3 7,-1 9,1 1,1 0,1 0,2 1,1-1,1 1,2 0,1-1,1 1,2 0,1-1,1 0,1 0,5 10,15 29</inkml:trace>
  <inkml:trace contextRef="#ctx0" brushRef="#br0" timeOffset="451.017">1659 55,'-30'-48,"30"48,0 0,-1 0,1 0,0 0,-1 0,1 0,-1 0,1 0,0 0,-1 0,1 0,0 0,-1 0,1 0,0 0,-1 1,1-1,0 0,-1 0,1 0,0 1,-1-1,1 0,0 0,-1 1,1-1,0 0,0 0,0 1,-1-1,1 0,0 1,0-1,0 0,0 1,-1-1,1 1,0-1,0 0,0 1,0-1,0 0,0 1,0-1,0 1,0-1,0 0,0 1,1-1,-1 0,0 1,0-1,0 0,0 1,0-1,1 0,-1 1,0-1,0 0,1 0,-1 1,0-1,0 0,1 0,-1 1,0-1,1 0,53 214,6 62,-59-270,-1-4,0-1,0 0,-1 1,1-1,0 1,0-1,0 0,1 1,-1-1,0 0,0 1,1-1,-1 1,1-1,-1 0,1 0,0 1,-1-1,1 0,0 0,0 0,0 0,0 0,0 0,0 0,0 0,0 0,0 0,0-1,1 1,-1 0,0-1,1 1,-1-1,0 1,1-1,-1 0,0 0,1 1,-1-1,1 0,87-73,-80 68,1 0,0 1,1 0,-1 1,1 0,-1 1,1 0,10-1,-18 3,0 0,0 0,0 0,0 0,0 0,1 0,-1 1,0-1,0 1,0 0,0 0,0 0,0 1,-1-1,1 1,0-1,-1 1,1 0,-1 0,1 0,-1 0,0 1,0-1,0 1,0-1,0 1,-1 0,1-1,-1 1,0 0,0 0,1 1,-2 1,1-1,0 1,-1 0,0-1,0 1,0-1,-1 1,0 0,0-1,0 1,0-1,-1 0,1 1,-1-1,0 0,0 0,-1 0,1 0,-1 0,0-1,0 1,0-1,-1 0,0 1,-92 66,96-70,-140 72,134-73,10-4</inkml:trace>
  <inkml:trace contextRef="#ctx0" brushRef="#br0" timeOffset="827.011">2541 309,'-23'2,"0"1,0 1,0 2,1 0,0 1,0 1,1 1,0 1,-13 9,-30 26,62-44,0 1,1-1,0 1,-1 0,1-1,0 1,0 0,0 0,0-1,0 1,0 0,0 0,0 0,1 0,-1 0,1 0,0 0,0 1,0-1,0 0,0 0,0 0,0 0,0 0,1 0,-1 0,1 0,0 0,0 0,-1 0,1 0,0 0,1-1,-1 1,1 0,5 6,1-1,1 0,-1-1,1 0,0 0,1-1,-1 0,1-1,0 0,0-1,7 2,-6-1,299 88,-253-64,-56-27,1 0,-1 0,0 0,0 0,0 0,0 0,0 0,0 0,0 0,0 1,0-1,0 0,-1 1,1-1,0 0,-1 1,1-1,-1 1,0-1,1 1,-1-1,0 1,0-1,0 1,0 0,0-1,-1 1,1-1,0 1,-1-1,1 1,-1-1,1 0,-1 1,0-1,1 1,-2 0,-5 6,-1-1,0 0,0 0,0 0,-1-1,0 0,0-1,0 0,-1-1,0 0,0 0,-1 0,-6 2,-59 22,-1-3,-44 6,24-9</inkml:trace>
  <inkml:trace contextRef="#ctx0" brushRef="#br0" timeOffset="1539.629">3196 242,'-2'-24,"-7"35,7-3,-1-1,1 0,0 1,1-1,0 1,0-1,1 1,-1 0,2 6,-1-13,0 0,1 0,-1 0,0 0,0 0,1 0,-1 0,1-1,-1 1,1 0,-1 0,1 0,-1-1,1 1,0 0,-1 0,1-1,0 1,0-1,0 1,-1-1,1 1,0-1,0 1,0-1,0 0,0 1,0-1,0 0,0 0,0 0,0 0,0 0,0 0,0 0,0 0,0 0,0 0,0-1,-1 1,1 0,0-1,0 1,0 0,0-1,0 1,0-1,38-29,-37 28,1-1,-1 1,0-1,0 1,-1-1,1 0,0 0,-1 0,0 0,0 0,0 0,0 0,0 0,0-1,-1 1,0 0,1 0,-1-1,-1 1,1 0,0-1,-1 1,1 0,-1 0,0 0,0 0,-1 0,1 0,0 0,-1 0,0 0,0 0,0 1,0-1,0 1,0-1,-1 1,1 0,-1 0,1 0,-1 0,0 1,0-1,-3 0,2 0,0 1,0 1,0-1,0 1,-1-1,1 1,0 1,0-1,0 0,0 1,-1 0,1 0,0 0,0 1,0-1,1 1,-1 0,0 0,1 0,-1 1,1-1,0 1,-1 0,1 0,-1 2,-2 1,0 1,1 0,0 1,0 0,1 0,0 0,0 0,0 0,2 1,-1-1,0 6,-2 33,6-4</inkml:trace>
  <inkml:trace contextRef="#ctx0" brushRef="#br0" timeOffset="1831.417">3356 817,'5'4,"3"-2,1-7,-1-7,-3-8,-1-5,-4-1,-7 2,-6 5,-8 5,-5 11,-3 11,-1 15,1 11,0 10,5-3</inkml:trace>
  <inkml:trace contextRef="#ctx0" brushRef="#br0" timeOffset="8025.741">12660 2006,'52'-33,"-2"-3,-1-2,28-31,-77 69,7-6,-1 0,1 0,-1 0,-1-1,0 0,0 0,0-1,-1 1,0-1,0 0,1-5,-5 12,1 1,-1-1,0 0,0 0,1 0,-1 0,0 1,0-1,0 0,0 0,0 0,0 0,-1 0,1 1,0-1,0 0,-1 0,1 0,0 0,-1 1,1-1,-1 0,1 1,-1-1,1 0,-1 1,1-1,-1 0,0 1,1-1,-1 1,0-1,1 1,-1-1,0 1,0 0,0-1,1 1,-1 0,0 0,0 0,0-1,0 1,1 0,-1 0,0 0,0 0,0 1,-43 10,37-8,1 0,-1 1,1 0,-1 0,2 1,-1-1,0 1,1 1,0-1,0 1,0 0,1 0,0 0,0 0,0 1,1 0,0 0,1 0,-1 0,1 0,1 0,-1 0,1 1,0-1,1 1,0-1,0 1,1-1,0 1,0-1,0 0,1 0,0 1,1-1,2 5,3-1,1-2,0 1,0-1,1-1,0 0,0 0,1-1,0 0,1-1,-1 0,1-1,0-1,0 1,1-2,51 17</inkml:trace>
  <inkml:trace contextRef="#ctx0" brushRef="#br0" timeOffset="8317.962">13196 1725,'4'19,"9"12,11 10,13 8,11 1,7 0,3-4,-2-6,-5-9,-10-10,-11-9</inkml:trace>
  <inkml:trace contextRef="#ctx0" brushRef="#br0" timeOffset="8574.273">13610 1766,'-13'2,"-15"6,-11 7,-7 12,-8 9,-2 10,3 6,7 4,12-1,11-10</inkml:trace>
  <inkml:trace contextRef="#ctx0" brushRef="#br0" timeOffset="8987.237">14118 1833,'-11'-3,"0"1,0 0,0 1,0 1,0 0,-1 0,1 1,0 0,0 1,1 1,-1-1,0 2,1-1,-1 1,1 1,0 0,1 1,-1-1,1 2,0-1,1 2,0-1,-2 2,8-6,0 0,0 0,0 0,0 0,1 0,-1 0,1 0,0 0,0 1,0-1,0 1,1-1,-1 1,1-1,0 0,0 1,0-1,1 1,-1-1,1 1,-1-1,1 1,1-1,-1 0,0 0,1 1,-1-1,1 0,0 0,0-1,0 1,0 0,1-1,-1 1,1-1,0 0,-1 0,1 0,0 0,0 0,0-1,1 1,-1-1,17 8,0-2,0 0,1-2,-1 0,1-1,1-1,-1-1,0-1,0-1,1-1,-1 0,0-2,0 0,21-7,-30 8,0-1,0 0,0-1,0 0,0 0,-1-2,0 1,0-1,0-1,-1 0,0-1,0 0,-1 0,0-1,-1 0,1 0,-2-1,1 0,-2-1,1 0,-1 0,-1 0,0 0,-1-1,2-8,-6 65,1-36,0 0,0 0,1 0,0 0,1-1,0 1,0-1,1 0,0 0,1 0,-1 0,1-1,1 1,0-1,0-1,0 1,0-1,1 0,2 1,14 6</inkml:trace>
  <inkml:trace contextRef="#ctx0" brushRef="#br0" timeOffset="9196.677">14626 1405,'-14'-5,"-4"2,1 2,5 7,10 4,9 1,4-2</inkml:trace>
  <inkml:trace contextRef="#ctx0" brushRef="#br0" timeOffset="10344.426">14880 1071,'10'-145,"-15"219,4 0,3 0,4-1,12 60,112 598,-128-704,-2-28,0 1,0 0,0 0,0 0,0 0,-1-1,1 1,0 0,0 0,0 0,0 0,-1 0,1 0,0-1,0 1,0 0,-1 0,1 0,0 0,0 0,-1 0,1 0,0 0,0 0,0 0,-1 0,1 0,0 0,0 0,0 0,-1 0,1 1,0-1,0 0,0 0,-1 0,1 0,0 0,0 0,0 1,0-1,-1 0,1 0,0 0,0 0,-13-23,9 14,-37-84,-4 2,-40-56,50 89,34 57,1 0,0 1,0-1,0 0,0 1,0-1,0 0,0 0,0 1,0-1,0 0,0 1,0-1,0 0,1 1,-1-1,0 0,0 1,1-1,-1 1,1-1,-1 0,0 1,1-1,-1 1,1-1,-1 1,1-1,-1 1,1 0,0-1,-1 1,1 0,0-1,-1 1,1 0,0 0,-1-1,1 1,0 0,-1 0,1 0,0 0,-1 0,1 0,0 0,-1 0,1 0,0 1,-1-1,1 0,0 0,176 23,-24 0,1-7,49-5,-197-10,-14 2,-28 3,15-2,4-1,0 0,0 1,0 0,0 2,1 0,-1 1,2 0,-1 1,1 1,0 1,-1 1,14-10,1 0,0 0,0 0,0 0,0 0,0 0,0 0,0 1,0-1,0 0,1 0,-1 1,0-1,1 0,-1 1,1-1,-1 1,1-1,0 1,0-1,-1 1,1-1,0 1,1-1,-1 1,0-1,0 1,0-1,1 0,-1 1,1-1,-1 1,1-1,0 0,0 1,-1-1,1 0,0 0,0 0,0 1,0-1,0 0,1 0,62 27,-50-26,1 0,-1-1,1 0,0-1,-1-1,1 0,0-1,-1-1,0 0,1-1,-1 0,-1-1,1-1,-1 0,0-1,0-1,-1 0,0 0,5-5,-3 1,-14 12,1 0,-1 0,0 0,1 1,-1-1,1 0,-1 0,1 0,-1 1,0-1,1 0,-1 0,0 1,1-1,-1 0,0 1,1-1,-1 0,0 1,0-1,1 1,-1-1,0 0,0 1,0-1,1 1,-1-1,0 1,0-1,0 1,0-1,0 0,0 1,0-1,0 1,0-1,0 1,0-1,0 1,-1-1,1 1,0-1,0 0,0 1,-1-1,1 1,0-1,0 0,-1 1,1-1,0 0,-1 1,1 1,-1 1,0 0,0-1,1 1,-1 0,1 0,0 0,0 0,0 0,0 0,0 0,1 0,-1 0,1 0,0 0,0 0,0 0,0-1,0 1,1 0,-1-1,1 1,0-1,-1 0,1 1,0-1,1 0,-1 0,0 0,1 0,-1-1,1 1,-1-1,1 1,0-1,5-1,0 0,0 0,0-1,0 0,0 0,0-1,-1 0,1-1,-1 1,1-1,-1-1,0 0,0 0,0 0,-1-1,1 1,-1-2,0 1,-1-1,1 0,-1 0,4-7,10-15,-2-1,-1 0,-2-1,0-1,-2-1,-2 0,-1 0,-1-1,-2 0,-1 0,-1 0,-2-13,8-55,-5-1,-3 0,-11-79,-11 93,19 88,1-1,0 1,0-1,0 0,-1 1,1-1,0 1,-1-1,1 1,0 0,-1-1,1 1,0-1,-1 1,1 0,-1-1,1 1,-1 0,1-1,-1 1,1 0,-1 0,1-1,-1 1,1 0,-1 0,0 0,1 0,-1 0,1 0,-1 0,1 0,-1 0,0 0,1 0,-1 0,1 0,-1 1,1-1,-1 0,1 0,-1 1,1-1,-1 0,1 1,-1-1,1 0,-1 1,1-1,0 1,-1-1,1 0,0 1,-1-1,1 1,0-1,-1 1,1-1,0 1,0 0,0-1,0 1,0-1,0 1,-1-1,1 1,-5 15,0-1,1 1,0 0,1 0,1 0,1 0,0 0,1 6,-1-3,1 55,3 0,4 0,2 0,4-1,3 0,3-2,3 0,29 61,-46-121,1 6,0 0,2-1,0 0,0 0,2-1,0 0,1-1,0 0,10 9,-20-22,1 0,0 1,0-1,-1 0,1 0,0-1,0 1,0 0,0-1,0 1,0-1,0 1,0-1,0 0,0 0,0 0,1 0,-1 0,0-1,0 1,0 0,0-1,0 0,0 1,0-1,-1 0,1 0,0 0,0 0,-1-1,1 1,0 0,-1-1,1 1,-1-1,0 1,1-1,42-67,7-96,-38 112,-19 148,5-88,0 0,0 0,0 0,1 0,0 0,0 0,0 0,1 0,0 0,1 0,0 0,0-1,0 1,1-1,0 1,0-1,0 0,1 0,0 0,0-1,1 1,-1-1,1 0,1 0,-1-1,0 1,1-1,31 9,-2-5</inkml:trace>
  <inkml:trace contextRef="#ctx0" brushRef="#br0" timeOffset="10629.178">16497 1472,'-15'-7,"-11"-2,-7-2,-3-1,1-1,-1-1,5 2</inkml:trace>
  <inkml:trace contextRef="#ctx0" brushRef="#br0" timeOffset="10890.013">15815 1191,'18'-14,"23"-8,21-4,22 3,16 6,10 7,-14 6</inkml:trace>
  <inkml:trace contextRef="#ctx0" brushRef="#br0" timeOffset="11125.384">16684 1833,'13'-1,"-1"1,1-2,-1 0,0 0,0-1,0 0,0-1,0-1,-1 0,1 0,-2-1,1 0,0-1,-1-1,-1 1,1-2,-1 1,1-3,1 1,1-2,-2 0,0 0,0 0,-2-2,1 1,-1-1,-1 0,-1 0,0-1,1-5,-7 19,1-1,-1 0,1 1,-1-1,0 0,1 0,-1 0,0 0,0 1,0-1,-1 0,1 0,0 0,-1 1,1-1,-1 0,1 1,-1-1,0 0,0 1,0-1,0 1,0-1,0 1,0-1,0 1,-1 0,1 0,-1-1,1 1,-1 0,1 0,-1 1,1-1,-1 0,0 0,1 1,-1-1,0 1,0 0,0-1,1 1,-2 0,-4-1,-1 1,1 0,0 1,-1-1,1 2,0-1,0 1,0 0,0 0,-2 1,0 1,1 1,0-1,0 1,0 1,0 0,1 0,0 0,0 1,1 0,-1 0,2 0,-1 1,-1 3,5-7,-1 1,1-1,0 1,0 0,0-1,1 1,0 0,0 0,0 0,1 0,-1 1,1-1,0 0,1 0,-1 0,1 0,0 0,0 0,1 0,-1 0,1-1,0 1,0 0,1-1,1 3,7 4,1 1,0-1,1-1,0 0,0-1,1-1,0 0,1 0,0-2,0 0,1 0,-1-2,1 0,0 0,14 0,46 10</inkml:trace>
  <inkml:trace contextRef="#ctx0" brushRef="#br0" timeOffset="11126.384">17968 1886,'-3'0,"-6"-2,-3-1</inkml:trace>
  <inkml:trace contextRef="#ctx0" brushRef="#br0" timeOffset="22484.832">12487 3771,'-3'-14,"2"-1,0 1,0 0,1-1,1 1,1 0,0 0,0-1,2 1,0 1,0-1,1 1,1-1,4-6,-7 13,0-1,0 1,1-1,-1 1,2 0,-1 1,1-1,0 1,1 0,-1 0,1 0,0 1,1 0,-1 0,1 1,0-1,0 2,0-1,1 1,-1 0,1 0,0 1,0 0,0 1,0-1,0 2,0-1,0 1,0 0,0 1,1 0,6 4,1 1,-1 1,-1 0,1 1,-1 1,-1 0,1 1,-2 0,1 1,-1 0,-1 1,0 1,-1-1,0 2,-1-1,-1 2,2 3,-7-15,-1-1,1 1,-1 0,0 0,0 0,0 1,0-1,-1 0,1 1,-1-1,0 1,0 0,0-1,0 1,-1 0,1-1,-1 1,0 0,0-1,-1 1,1 0,-1 0,0-1,0 1,0-1,0 1,0-1,-1 1,0-1,0 0,0 0,0 2,-7-2,0 1,0-1,0-1,0 0,0 0,-1-1,1 0,0 0,-1-1,1 0,0-1,-1 0,1-1,0 0,0 0,0-1,-6-2,-13-8,28 13,0 0,-1 0,1 0,-1 0,1 0,0-1,-1 1,1 0,-1 0,1 0,0-1,-1 1,1 0,0 0,-1-1,1 1,0 0,0-1,-1 1,1 0,0-1,0 1,-1 0,1-1,0 1,0-1,0 1,0 0,0-1,0 1,0-1,-1 1,1-1,0 1,1 0,-1-1,0 1,0-1,0 1,0-1,0 1,0 0,0-1,1 1,-1-1,0 1,0 0,1-1,-1 1,0 0,0-1,1 1,-1 0,0 0,1-1,-1 1,0 0,1 0,-1-1,1 1,-1 0,1 0,11-4,0 0,0 1,1 0,-1 1,1 0,-1 1,13 1,6-2,16-1,-9 3,0-3,0-1,-1-1,0-2,0-2,0-2,-1-1,0-2,-30 12,0-1,0 1,0-2,0 1,-1-1,1 0,-1 0,0 0,0-1,-1 0,1 1,-1-2,0 1,0 0,-1-1,0 0,0 0,0 0,-1 0,1 0,-1-1,-1 1,0-1,0 1,0-1,0 0,-1 1,0-1,-1 1,1-1,-1 0,-1 1,1-1,-2-3,0 4,0 1,0-1,0 1,0 0,-1 0,0 0,0 1,0 0,0-1,-1 1,0 1,1-1,-2 1,1-1,0 2,-1-1,1 0,-1 1,0 0,1 1,-1-1,0 1,0 0,0 0,0 1,-1 0,1 0,0 0,0 1,3 0,1 0,0 0,0 1,0-1,-1 1,1-1,1 1,-1-1,0 1,0 0,1 0,-1 0,1 0,-1 0,1 0,0 1,0-1,0 0,0 0,0 1,1-1,-1 1,1-1,0 1,-1-1,1 1,0-1,0 1,1 1,20 73,-6-55,1 0,1-1,1 0,1-2,1 0,0-1,1-1,1-1,1-1,0-1,1-1,1-1,-1-1,25 6,35 14</inkml:trace>
  <inkml:trace contextRef="#ctx0" brushRef="#br0" timeOffset="24374.171">18208 3169,'3'16,"4"22,7 23,5 23,3 15,4 9,-2 2,-1-4,-6-8,-7-15,-11-19,-4-20</inkml:trace>
  <inkml:trace contextRef="#ctx0" brushRef="#br0" timeOffset="24653.424">18182 3223,'179'73,"-136"-53,-26-12,12 5,0 0,-1 2,-1 1,0 1,-1 1,5 7,-29-24,-1-1,0 1,0-1,0 1,0 0,0 0,0-1,0 1,0 0,0 0,0 0,-1 0,1 0,0 0,-1 0,1 0,0 0,-1 1,1-1,-1 0,0 0,1 0,-1 1,0-1,0 0,0 1,0-1,0 0,0 0,0 1,0-1,-1 0,1 0,0 0,-1 1,1-1,-1 0,1 0,-1 0,0 0,1 0,-1 0,0 0,0 0,0 0,0 0,0 0,0 0,0-1,0 1,0 0,0-1,0 1,0-1,0 1,-1-1,1 1,0-1,0 0,-20 4,1 0,-1-2,1 0,-1-2,0 0,1-1,-1-1,-13-3,23 4,0-1,0 1,0-2,1 0,-1 0,1-1,-1 0,1-1,-4-3,3-3,8 2</inkml:trace>
  <inkml:trace contextRef="#ctx0" brushRef="#br0" timeOffset="25258.999">18730 3530,'-3'-30,"2"-1,1 0,2 0,4-21,0-95,-5 144,-1 0,0 1,0-1,0 1,0-1,0 1,-1-1,1 0,-1 1,0-1,0 1,0 0,0-1,0 1,0 0,0-1,-1 1,1 0,-1 0,0 0,0 0,1 1,-1-1,0 0,-1 1,1-1,0 1,0 0,-1 0,1 0,0 0,-1 0,1 0,-1 1,1-1,-1 1,-1-1,3 2,0-1,0 0,0 1,0-1,0 1,0-1,0 1,0-1,0 1,0 0,1-1,-1 1,0 0,0 0,1-1,-1 1,1 0,-1 0,1 0,-1 0,1 0,-1 0,1 0,0 0,-1 0,1 0,0 0,0 0,0 0,0 0,0 0,0 0,0 0,0 0,0 0,1 0,-1 0,0 0,1 0,-1 0,1 0,-1 0,1 1,30 35,-12-27,1-1,1 0,-1-2,1 0,0-1,1-2,-1 0,1-1,0-1,5-1,16 3,47 14,-88-16,0 0,0 0,0 1,-1-1,1 0,-1 1,0-1,1 1,-1-1,0 1,-1-1,1 1,0 0,-1-1,1 1,-1 0,0 0,0-1,0 1,0 0,-1 0,1-1,-1 1,1 0,-2 1,1 31,2-31,1 0,-1 0,1 0,0 0,0-1,0 1,0 0,0-1,1 1,0-1,0 0,0 0,0 0,0 0,0-1,1 1,-1-1,1 0,0 0,0 0,3 1,89 18,-85-21,0 0,-1 0,1-1,0-1,-1 0,1 0,-1-1,0 0,0-1,0 0,0 0,-1-1,0-1,0 1,0-2,0 1,-1-1,0 0,-1-1,0 0,0 0,0 0,-1-1,0 0,-1-1,0 1,2-7,4-3,-10 32,0-1,1 1,0-1,1 1,1-1,0 0,0 0,1 0,1-1,0 0,0 0,1 0,1-1,5 6,8 4</inkml:trace>
  <inkml:trace contextRef="#ctx0" brushRef="#br0" timeOffset="25719.796">19478 2969,'39'21,"-10"-7,1 1,-2 1,0 1,-1 1,-1 2,-1 0,0 2,-2 1,-1 1,0 0,-2 2,3 7,61 177,-83-206,1 0,-1 1,1-1,1 0,-1 0,0-1,1 1,0 0,0-1,0 0,0 1,1-1,-1-1,1 1,0 0,0-1,0 0,0 0,0 0,0 0,0-1,1 1,-1-1,1 0,-1-1,1 1,-1-1,1 0,-1 0,3 0,2-2,-1-1,0 0,0 0,0-1,0 0,0 0,-1-1,1 0,-1 0,-1-1,1 0,-1 0,0 0,0-1,-1 0,0 0,0 0,0-1,0-2,10-21,0 0,-3-1,0-1,-1-6,6 109,-8-55,0-1,1 0,1 0,0-1,1 0,0-1,1 0,0-1,1 0,0-1,1-1,0-1,0 0,1 0,0-2,0 0,1-1,10 2,26 5,-11-6</inkml:trace>
  <inkml:trace contextRef="#ctx0" brushRef="#br0" timeOffset="22845.382">14546 2755,'13'371,"-10"-334,2 0,1 0,2-1,1 1,2-2,3 3,-8-23,0-1,1 0,0-1,2 1,-1-2,1 1,1-1,1 0,-1-1,2-1,-1 1,1-2,1 0,0 0,13 6,-12-8,-1-1,1-1,0 0,0-1,1-1,-1 0,1-1,0 0,-1-1,1-1,0 0,0-1,0-1,-1 0,1-1,-1-1,0 0,1 0,8-6,18-14</inkml:trace>
  <inkml:trace contextRef="#ctx0" brushRef="#br0" timeOffset="23141.711">14225 3049,'13'-2,"24"-1,27 0,33 3,29 4,23 3,11 3,-22 0</inkml:trace>
  <inkml:trace contextRef="#ctx0" brushRef="#br0" timeOffset="23611.455">15241 3704,'10'-33,"-2"-1,-2 0,-1 0,-1-1,-2 0,-2 1,-1-1,-1 1,-2-1,-4-9,-6-15,14 58,1 0,-1 1,0-1,0 0,1 1,-1-1,0 0,1 1,-1-1,1 0,-1 1,1-1,-1 1,1-1,-1 1,1-1,0 1,-1-1,1 1,0 0,-1-1,1 1,0 0,-1 0,1-1,0 1,0 0,-1 0,1 0,0 0,-1 0,1 0,0 0,0 0,-1 0,1 1,0-1,0 0,-1 0,1 1,0-1,-1 0,1 1,0-1,-1 0,1 1,-1-1,1 1,-1-1,1 1,-1 0,1 0,5 1,312 75,-313-77,1 1,-1 0,0 0,1 1,-1-1,0 1,0 0,0 1,0-1,-1 1,1 0,-1 0,1 1,-1-1,0 1,0 0,-1 0,1 0,-1 0,0 1,0-1,0 1,-1 0,0 0,0 0,0 0,0 0,-1 1,0-1,1 2,-8 49,4-51,0 0,1 0,-1 1,1-1,0 0,1 1,-1-1,1 1,0-1,0 1,1-1,0 1,0-1,0 1,1-1,-1 0,1 0,1 0,-1 0,1 0,-1 0,2-1,-1 1,0-1,1 0,0 0,0 0,0 0,4 2,2-2,0-1,0 0,0-1,0 0,0 0,1-1,-1-1,0 0,1 0,-1-1,0 0,1-1,-1 0,0-1,0 0,-1 0,1-1,-1-1,0 1,1-1,-2-1,1 0,-1 0,0-1,0 0,-1 0,0 0,0-1,-1 0,0-1,0 0,-1 1,0-2,-1 1,0 0,3-9,-3 7,-1 0,1 0,-2 0,1 0,-2-1,0 1,0-1,-1 1,0-1,-1-7,0 18,1 1,0-1,0 0,-1 0,1 0,0 1,-1-1,1 0,-1 1,1-1,-1 0,1 1,-1-1,0 0,1 1,-1-1,0 1,1-1,-1 1,0 0,1-1,-1 1,0 0,0-1,0 1,1 0,-1 0,0 0,0 0,0 0,0 0,1 0,-1 0,0 0,0 0,0 0,0 0,1 1,-1-1,0 0,0 1,1-1,-1 0,0 1,0-1,1 1,-1-1,0 1,1-1,-1 1,1 0,-1-1,1 1,-1 0,1-1,-1 1,1 0,0 0,-1-1,1 1,0 0,0 0,0 0,0 0,-1-1,1 1,0 0,0 0,1 0,-1 0,-2 7,0 1,0-1,1 0,0 1,1-1,0 1,0-1,1 1,0-1,0 0,1 1,0-1,1 0,0 0,0 0,0-1,1 1,0-1,1 0,0 0,0 0,0-1,1 1,0-1,0-1,0 1,1-1,0 0,0 0,0-1,1 0,0-1,-1 1,9 1,42 16,-3-7</inkml:trace>
  <inkml:trace contextRef="#ctx0" brushRef="#br0" timeOffset="23879.888">16671 3397,'-10'-2,"-1"0,1 1,-1 1,1 0,-1 0,1 1,-1 0,1 1,-1 0,1 0,0 1,0 1,0 0,0 0,1 1,0 0,0 1,0 0,1 0,-1 1,2 0,-1 0,1 1,0 0,0 0,1 1,-2 3,7-10,-1 1,0-1,1 1,0 0,-1-1,1 1,0 0,1 0,-1 0,0 0,1 0,0 0,-1 0,1 0,1 0,-1 0,0 0,1 0,-1 0,1 0,0 0,0 0,0-1,0 1,1 0,-1-1,1 1,-1-1,1 1,0-1,2 2,6 3,0-1,0-1,1 0,0 0,0-1,0 0,0-1,1 0,-1-1,1 0,0-1,8 0,-19-1,312 8,-279-8,51-1</inkml:trace>
  <inkml:trace contextRef="#ctx0" brushRef="#br0" timeOffset="1169.62">642 1204,'23'6,"37"-3,0-3,-1-2,34-6,-11 1,598-30,457 40,-1109-2,-21-2,-12-1</inkml:trace>
  <inkml:trace contextRef="#ctx0" brushRef="#br0" timeOffset="2820.315">1178 2140,'31'-95,"35"-128,-66 222,0 1,0-1,0 1,0-1,0 1,0-1,0 1,1-1,-1 1,0-1,0 1,0-1,1 1,-1 0,0-1,0 1,1-1,-1 1,0 0,1-1,-1 1,1 0,-1-1,0 1,1 0,-1 0,1-1,-1 1,1 0,-1 0,1 0,-1 0,1 0,-1 0,1-1,-1 1,1 0,-1 0,1 1,-1-1,0 0,1 0,-1 0,1 0,-1 0,1 0,-1 1,1-1,-1 0,1 0,-1 1,0-1,1 0,-1 1,1-1,-1 0,0 1,1-1,-1 0,0 1,0-1,1 1,-1-1,0 1,0-1,0 1,0-1,1 0,-1 1,4 4,27 28,-2 2,-1 1,-2 1,-1 1,-2 2,-2 0,-2 1,-1 1,-3 1,-1 0,-2 1,-2 1,0 10,-6-34,-1 0,-1 1,-1-1,0 1,-2-1,0 1,-2-1,0 0,-1 0,-1 0,-1 0,-8 16,11-31,0-1,0 0,-1 0,0 0,0-1,0 1,0-1,0 0,-1 0,0-1,0 1,0-1,0 0,-1 0,1-1,-1 0,1 0,-1 0,0 0,0-1,0 0,0 0,0-1,0 0,0 0,0 0,-4-1,-1-1,1 0,0 0,0-1,0 0,0 0,1-1,-1-1,1 0,0 0,0 0,1-1,0-1,0 0,0 0,-5-6,1-2,0-1,1 1,1-2,1 1,0-1,1-1,1 0,1 0,-2-8,7 24,1 0,-1 1,1-1,-1 0,1 0,0 0,0 0,0 0,0 0,0 0,0 0,0 0,1 1,-1-1,1 0,-1 0,1 0,0 1,0-1,0 0,0 0,0 1,0-1,0 1,1-1,-1 1,0 0,1-1,-1 1,1 0,-1 0,1 0,0 0,0 0,-1 1,1-1,1 0,164-49,73-23,-173 51</inkml:trace>
  <inkml:trace contextRef="#ctx0" brushRef="#br0" timeOffset="3408.297">2006 2581,'1'-48,"2"1,3-1,1 1,2 0,6-13,-9 42,1 30,22 254,10-28,-32-197</inkml:trace>
  <inkml:trace contextRef="#ctx0" brushRef="#br0" timeOffset="7658.658">11257 1860,'-10'-3,"-1"1,1 1,-1 0,1 0,-1 1,1 0,-1 1,1 0,0 1,-1 0,1 0,0 1,0 1,0-1,1 2,-1-1,1 1,0 1,1 0,-1 0,1 1,0 0,1 0,-1 0,1 1,1 1,-4 5,8-11,1-1,0 1,0 0,0 0,1 0,-1 0,1 0,-1-1,1 1,0 0,0 0,1 0,-1 0,0 0,1 0,0 0,0 0,0-1,0 1,0 0,0 0,1-1,-1 1,1-1,0 0,-1 1,1-1,1 0,-1 0,0 0,0 0,1-1,-1 1,1 0,-1-1,1 0,0 0,-1 0,1 0,0 0,0 0,0-1,0 1,12 1,0-1,0 0,0-1,0-1,0 0,0-1,0-1,0 0,-1-1,0-1,1 0,-2 0,1-2,-1 0,0 0,0-1,-1-1,7-5,-7 3,0 0,-1-1,0 0,0-1,-2 0,1-1,-2 0,0 0,0 0,-2-1,0-1,0 1,-1-1,0-8,2-8,-2-1,-2 0,0-1,-3 1,0 0,-5-22,-20-58,24 112,1-1,0 0,-1 1,1-1,-1 1,0-1,1 1,-1-1,0 1,0-1,0 1,0 0,0 0,0-1,-1 1,1 0,0 0,0 0,-1 0,1 0,-1 1,1-1,-1 0,1 1,-1-1,0 1,1-1,-1 1,1 0,-1-1,0 1,1 0,-1 0,0 1,1-1,-1 0,0 0,1 1,-1-1,0 1,1-1,-1 1,1 0,-1 0,1 0,0-1,-1 1,1 0,0 1,0-1,-1 0,1 0,-1 2,-10 15,0 0,1 2,1-1,0 1,2 0,0 1,2 0,0 0,1 1,-1 19,2-25,0 1,1-1,1 0,1 1,0 0,1-1,1 1,0-1,1 1,1-1,1 0,0 0,1 0,1-1,0 1,1-1,1-1,0 1,1-1,10 11,-9-16,0 1,1-2,0 1,1-2,0 1,0-2,1 1,-1-2,1 0,1 0,-1-1,0-1,1 0,0-1,13 0,-18-1,1-1,-1 0,1-1,-1 0,0 0,1-1,-1 0,0-1,0 0,0 0,0-1,-1 0,0-1,1 0,-2 0,1-1,-1 0,1 0,-1 0,-1-1,0 0,0-1,3-4,-4 4,0 1,-1-1,0 0,0 0,-1 0,0 0,-1 0,1-1,-2 0,1 1,-1-1,-1 0,1 0,-1 1,-1-1,0 0,0 0,-1 1,0-1,0 1,-1-1,0 1,0 0,-3-4,4 10,1 1,0-1,-1 0,0 0,1 1,-1-1,0 1,0 0,0-1,0 1,0 0,0 0,0 0,0 0,0 1,-1-1,1 0,0 1,0 0,-1-1,1 1,0 0,-1 0,1 0,0 1,-1-1,1 1,0-1,0 1,-1 0,1-1,0 1,0 0,0 1,0-1,0 0,0 1,1-1,-1 1,0-1,1 1,-1 0,1-1,-1 1,1 0,0 0,0 1,-2 2,0 0,1 0,0 0,0 0,0 1,1-1,0 1,0-1,0 1,1-1,-1 1,1 0,1-1,-1 1,1-1,0 1,0-1,1 1,-1-1,1 1,1-1,0 2,3 5,1-1,0 0,0 0,1 0,1-1,0-1,0 1,1-1,0-1,43 32</inkml:trace>
  <inkml:trace contextRef="#ctx0" brushRef="#br0" timeOffset="11857.275">108 2367,'25'-2,"28"-3,29-6,20-2,14-2,-2 2,-21 2</inkml:trace>
  <inkml:trace contextRef="#ctx0" brushRef="#br0" timeOffset="12518.55">0 3811,'21'7,"22"2,22-2,23-8,17-7,11-8,0-3,-21 2</inkml:trace>
  <inkml:trace contextRef="#ctx0" brushRef="#br0" timeOffset="5368.629">5482 2234,'8'-95,"-8"81,0 0,1 0,1 0,0 0,0 1,1-1,1 1,1-1,0 1,1-2,-4 12,0 0,0 0,1 0,-1 0,1 0,-1 1,1-1,0 1,0-1,0 1,1 0,-1 0,0 1,1-1,-1 1,1 0,-1-1,1 1,0 1,-1-1,1 1,0-1,0 1,0 0,-1 0,1 1,0-1,3 2,7 1,0 1,0 1,0 0,-1 1,0 0,12 8,-5-3,0 0,-1 2,-1 0,0 2,-1-1,0 2,-1 1,-1 0,10 15,-24-31,0 0,0 1,0-1,0 1,0-1,-1 0,1 1,-1-1,1 1,-1-1,1 1,-1 0,0-1,0 1,0-1,0 1,0 0,0-1,0 1,0-1,-1 1,1-1,0 1,-1 0,0-1,1 0,-1 1,0-1,0 1,0-1,1 0,-2 0,1 1,0-1,0 0,0 0,0 0,-1 0,1 0,0 0,-1-1,1 1,-1 0,1-1,-1 1,1-1,-1 0,1 1,-1-1,0 0,1 0,-1 0,1 0,-1 0,-6 1,1 0,-1 0,1-1,-1 0,1 0,-1-1,1 0,0-1,-1 1,1-1,0-1,0 1,0-1,0-1,0 1,1-1,0 0,-6-5,11 9,1-1,-1 1,1 0,0-1,-1 1,1-1,-1 1,1-1,0 1,-1-1,1 0,0 1,0-1,-1 1,1-1,0 0,0 1,0-1,0 1,0-1,0 0,0 1,0-1,0 0,0 1,0-1,0 1,1-1,-1 0,0 1,0-1,1 1,-1-1,0 1,1-1,-1 1,0-1,1 1,-1-1,1 1,-1-1,1 1,-1 0,1-1,-1 1,1 0,-1-1,1 1,0 0,-1 0,1-1,-1 1,1 0,0 0,-1 0,1 0,0 0,40-7,-40 7,150-2,50-5,-193 5,1 1,-1-2,1 1,-1-1,0-1,0 1,0-1,0-1,4-3,-9 6,0 0,-1 0,0 0,1 0,-1 0,0-1,0 1,0-1,0 0,-1 1,1-1,-1 0,0 0,0 0,0 0,0 0,0 0,-1 0,1-1,-1 1,0 0,0 0,0 0,0-1,0 1,-1 0,0-3,-1 1,0 1,1 0,-2-1,1 1,0 0,-1 0,0 0,0 0,0 1,0-1,0 1,-1 0,0 0,0 0,1 0,-2 0,3 2,0 0,0 0,0 0,0 0,0 0,0 0,-1 1,1-1,0 1,0 0,-1-1,1 1,0 0,0 0,-1 1,1-1,0 0,0 1,-1-1,1 1,0 0,0 0,0 0,0 0,0 0,0 0,0 0,0 1,1-1,-1 1,0-1,1 1,-1 0,0 0,-2 4,0 1,1-1,-1 1,1 0,0 0,1 0,0 0,0 0,0 1,1-1,0 0,1 1,0-1,0 1,0-1,1 1,0-1,0 0,1 1,0-1,0 0,1 0,0 0,0 0,1-1,0 1,0-1,0 0,1 0,0 0,0-1,0 0,1 0,1 1,5 3,1-1,0-1,0 1,1-2,0 0,0-1,0 0,1-1,0-1,-1 0,2-1,39 4</inkml:trace>
  <inkml:trace contextRef="#ctx0" brushRef="#br0" timeOffset="5909.727">6632 1940,'-5'4,"1"0,0 1,0-1,0 1,1 0,0 0,0 1,0-1,1 1,0-1,0 1,0 0,0-1,1 1,0 0,0 0,1 0,0 0,0 1,0-1,1 0,0 0,0-1,0 1,1 0,0 0,0 0,0-1,1 1,0-1,0 0,0 0,1 0,0 0,0-1,0 1,0-1,1 0,-1 0,1-1,0 1,0-1,0 0,1 0,2 0,-1 0,0-1,0 0,0-1,1 0,-1 0,1 0,-1-1,1 0,-1 0,0-1,1 0,-1 0,0-1,1 0,-1 0,0-1,-1 0,1 0,0 0,-1-1,0 0,1-1,-2 1,6-5,-2 0,0 0,-1-1,0 0,-1 0,0 0,-1-1,0 0,0 0,-1-1,-1 0,0 0,0 0,-1 0,0-5,0-28,-4 44,1 1,-1 0,0 0,1 0,-1 0,0 0,1 0,-1 0,0 0,1 0,-1 0,0 0,1 0,-1 0,0 0,1 0,-1 1,1-1,-1 0,0 1,1-1,-1 0,1 1,-1-1,1 1,-1-1,1 1,-1-1,1 1,0-1,-1 1,1-1,0 1,-1-1,1 1,0 0,0-1,-1 1,1 0,0-1,0 1,0 0,0-1,0 1,0 0,0-1,0 1,0 0,-3 4,0 0,1 0,0 1,0-1,0 1,0-1,1 1,0 0,0 0,1-1,-1 1,1 0,1 0,-1 0,1 0,0-1,0 1,0 0,1-1,0 1,0-1,1 1,-1-1,1 0,0 0,1 0,-1-1,1 1,0-1,0 0,0 0,1 0,-1 0,1-1,0 0,0 0,2 1,2-1,0 1,0-2,1 1,-1-1,1 0,-1-1,1 0,0-1,0 0,-1 0,1-1,0-1,-1 1,1-1,-1-1,0 0,1 0,-2-1,1 0,0-1,-1 0,0 0,0-1,0 0,0 0,-1 0,0-1,-1-1,0 1,0-1,0 0,3-7,-5 5,-1 0,0 0,0 0,-1 0,-1 0,1-1,-2 1,1-1,-2 1,1-1,-1 1,-3-9,4 19,0-1,0 1,-1 0,1-1,0 1,-1 0,1-1,-1 1,1 0,0 0,-1 0,1-1,-1 1,1 0,0 0,-1 0,1 0,-1 0,1 0,-1 0,1 0,-1 0,1 0,0 0,-1 0,1 0,-1 0,1 0,-1 0,1 0,-1 1,1-1,0 0,-1 0,1 0,0 1,-1-1,1 0,-1 1,1-1,0 0,0 1,-1-1,1 0,0 1,0-1,-1 1,1-1,0 0,0 1,0-1,0 1,0-1,0 1,-1-1,1 1,0-1,0 0,0 1,1-1,-1 1,0-1,0 1,0-1,0 1,0-1,0 0,1 1,-1-1,0 1,-2 6,0 1,0 0,1 0,0-1,0 1,1 0,0 0,0 0,1 0,0 0,1 0,-1 0,2-1,-1 1,1-1,0 1,0-1,1 0,0 0,0-1,1 1,0-1,0 0,0 0,1-1,0 1,0-1,0 0,1-1,0 0,1 1,74 24,-45-22</inkml:trace>
  <inkml:trace contextRef="#ctx0" brushRef="#br0" timeOffset="7006.843">7608 1860,'-3'15,"2"0,0 1,0-1,2 1,0-1,0 0,2 1,0-1,0 0,2 0,0-1,0 1,1-1,1 0,1-1,2 4,-7-12,0 1,0 0,0-1,1 0,0 0,0 0,0 0,1-1,0 1,-1-1,2 0,-1-1,0 1,1-1,-1 0,4 1,-5-5,0 0,-1 0,1 0,0 0,-1-1,1 1,-1-1,0 0,0 0,1 0,-1-1,-1 1,1-1,0 1,-1-1,1 0,-1 0,0 0,0 0,0-1,0 1,0-1,0-2,-2 6,15-28,-2 0,0 0,-2-2,-2 1,0-1,-2 0,0-6,-8 44,2 0,-1 0,1 1,0-1,1 0,0 0,0 0,1 0,0-1,0 1,1-1,0 0,0 0,1 0,0 0,0-1,2 3,11 3,0-1,1 0,0-2,0 0,1-1,0-1,0-1,1-1,-1 0,1-2,1 0,18-1,-18 1,-1 0,1-2,0-1,-1 0,1-2,0 0,-1-2,0 0,13-5,-31 8,0-1,0 1,0 0,0-1,-1 0,1 0,0 0,-1 0,1 0,-1 0,0-1,0 1,0-1,0 0,0 0,0 1,-1-1,0 0,1 0,-1 0,0-1,0 1,-1 0,1 0,-1 0,1-1,-1 1,0 0,0-1,-1 1,1 0,-1 0,1-1,-1 1,0 0,-1-1,-1-4,0 0,0 0,-1 0,0 0,-1 1,0-1,0 1,0 1,-1-1,0 1,0 0,-1 0,-2-2,6 6,0 0,1 1,-1-1,0 1,0-1,0 1,0 0,-1 0,1 1,0-1,0 0,-1 1,1 0,0 0,0 0,-1 0,1 1,0-1,0 1,0-1,-1 1,1 0,0 1,0-1,0 0,0 1,1 0,-1 0,0 0,1 0,-1 0,1 0,0 0,-1 1,-4 6,0-1,0 1,1 0,0 0,1 1,0-1,0 1,1 1,-2 7,4-14,1-1,-1 0,1 1,0-1,0 1,0-1,1 1,-1-1,1 1,0-1,0 1,0 0,0-1,1 1,-1-1,1 1,0-1,0 1,0-1,1 1,-1-1,1 0,0 0,0 0,0 0,0 0,0 0,1 0,-1-1,1 1,0-1,2 1,3 0,1-1,-1 0,1-1,0 1,0-2,0 1,0-2,-1 1,1-1,0 0,0-1,-1 0,1 0,-1-1,1 0,-1-1,0 1,0-2,-1 1,1-1,-1 0,0-1,0 1,-1-1,0-1,0 1,0-1,0-2,-4 7,0 0,-1 0,1 0,-1-1,1 1,-1 0,0-1,0 1,0-1,0 0,-1 1,1-1,-1 0,1 1,-1-1,0 0,0 1,0-1,-1 0,1 0,-1-1,0 4,0 0,0 0,0 0,0 0,0 0,1 0,-1 0,0 1,0-1,0 0,0 0,0 1,0-1,0 1,1-1,-1 1,0-1,0 1,1-1,-1 1,0 0,0-1,1 1,-1 0,1-1,-1 1,1 0,-1 0,1 0,0 0,-1-1,1 1,0 0,-1 0,1 0,0 0,0 0,0 0,-2 3,1 0,-1 0,1 0,0 0,0 1,0-1,1 0,-1 0,1 1,0-1,0 0,1 0,-1 1,1-1,0 0,0 0,0 0,1 0,-1 0,1 0,0 0,0 0,1-1,-1 1,1-1,0 0,-1 1,1-1,1-1,-1 1,0 0,1-1,-1 1,1-1,0 0,0-1,0 1,0-1,0 1,0-1,2 0,6-1,-1-1,1-1,0 0,0 0,-1-1,0 0,1-1,-1-1,0 0,-1 0,1-1,-1 0,0-1,-1 0,0-1,0 1,0-2,3-5,10-11,-2-1,-1-1,-1 0,-1-2,-2 0,-1 0,-1-2,-2 0,0 0,-3-1,0 0,-2 0,-2-1,-1 1,-1-28,-1 42,0 0,-2-1,0 1,-1 0,-1 0,-1-2,4 18,0 0,0-1,0 1,-1 0,1 0,0 0,-1 0,1 0,-1 0,0 0,0 1,0-1,0 0,0 0,0 0,0 1,-1-1,1 1,0-1,-1 1,0-1,1 1,-1 0,0 0,1 0,-1 0,0 0,0 0,0 1,0-1,0 0,0 1,0-1,0 1,0 0,0 0,0 0,0 0,0 0,0 0,0 1,0-1,0 1,0-1,0 1,0 0,0 0,-2 1,-5 6,-1 1,2 0,-1 1,1 0,0 0,1 1,1 0,-1 0,2 1,0 0,0 0,1 0,-1 3,-2 3,0 0,0 1,2 0,0 0,2 1,0-1,1 1,1 0,0-1,2 1,0 0,2-1,0 1,1-1,1 0,0 0,2 0,0-1,1 0,1 0,0-1,2 0,9 11,-8-14,2-1,0 0,0-1,2 0,-1-1,1-1,1-1,-1 0,2-1,-1-1,1-1,0 0,0-1,1-1,-1-1,1-1,0 0,0-1,0-1,0-1,0-1,4-1,-14 1,-1 0,1-1,-1 1,1-2,-1 1,0-1,0 0,-1-1,1 0,-1 0,0-1,0 0,-1 0,1 0,-2-1,1 0,-1 0,0 0,0-1,-1 0,0 0,0 0,-1 0,0-1,0 1,-1-1,0 0,-1 0,0 1,0-1,-1 0,0 0,-1 0,0 0,0 0,-1 0,0 1,0-1,-2-2,4 9,-1 0,1 0,-1 0,0-1,1 1,-1 0,0 0,0 0,0 1,-1-1,1 0,0 0,-1 1,1-1,-1 0,1 1,-1 0,0-1,0 1,0 0,0 0,1 0,-1 0,-1 0,1 0,0 1,0-1,0 1,0 0,0-1,-1 1,1 0,0 0,0 0,0 0,-1 1,1-1,0 1,0-1,0 1,0 0,0 0,0 0,0 0,0 0,0 0,0 0,1 1,-1-1,-1 3,1 0,-1 0,1 0,0 0,0 0,1 0,-1 1,1-1,0 0,0 1,0-1,1 1,0-1,-1 1,2-1,-1 1,0-1,1 1,0-1,0 1,0-1,1 0,0 0,-1 1,1-1,1 0,-1-1,0 1,4 3,3 5,1 0,0 0,1-1,0 0,1-1,0-1,0 0,8 4,15 6,2-2,0-1,1-2,35 9,47 8</inkml:trace>
  <inkml:trace contextRef="#ctx0" brushRef="#br0" timeOffset="3990.287">2875 1766,'9'22,"4"22,0 17,2 14,-3 9,-2 6,-4-3,-3-6,1-12,2-17,-1-16</inkml:trace>
  <inkml:trace contextRef="#ctx0" brushRef="#br0" timeOffset="4560.763">3370 1806,'-103'106,"39"-38,-2-2,-54 38,108-94,32-7,-8-2,-1 1,1 1,-1 0,0 0,0 1,0 1,0 0,-1 0,0 1,0 0,0 1,-1 0,0 0,0 1,-1 0,0 1,0 0,1 3,43 38,-31-33,1-1,0-1,2-1,0-1,0-1,1-1,0-2,1 0,0-1,0-2,1-1,0-1,0-1,0-1,0-2,26-2,-46 2,0 0,-1-1,1 0,-1 0,1 0,-1-1,0 0,0 0,1-1,-1 0,-1 0,1 0,0-1,-1 0,0 0,0 0,0 0,0-1,-1 0,0 0,1 0,-2-1,1 0,9-20,-2-1,-1 0,-2 0,0-1,-2 0,2-16,-14 66,2 0,0-1,2 1,0 1,2-1,0 0,1 0,2 0,0 0,1 0,1 0,1-1,1 0,1 0,1-1,10 17,18 8,1-8</inkml:trace>
  <inkml:trace contextRef="#ctx0" brushRef="#br0" timeOffset="17966.318">1404 3905,'3'-59,"0"46,8-42,3 1,2 0,17-38,-33 90,1-1,-1 1,1 0,-1 0,1 0,0 0,0 0,0 0,0 0,1 0,-1 0,0 0,1 0,-1 1,1-1,0 1,-1-1,1 1,0 0,0-1,0 1,0 0,0 0,0 0,0 1,1-1,-1 1,0-1,0 1,1-1,-1 1,0 0,0 0,1 0,-1 1,0-1,1 0,8 7,-1 0,1 1,-2 0,1 1,-1-1,0 2,-1-1,0 1,5 9,-9-14,6 7,0-1,-1 1,-1 1,0 0,-1 0,0 0,-1 1,-1 0,0 0,0 1,-2-1,1 4,-4-16,-1 1,1 0,-1-1,1 1,-1-1,0 1,0-1,0 1,0-1,0 1,-1-1,1 0,-1 0,1 0,-1 0,0 0,0 0,0 0,0-1,0 1,0 0,0-1,-1 0,1 0,0 0,-1 0,1 0,-1 0,0 0,1-1,-1 1,1-1,-1 0,0 0,1 0,-1 0,0 0,1-1,-1 1,1-1,-1 0,0 1,1-1,0 0,-1-1,1 1,0 0,-1-1,1 1,0-1,0 0,0 1,0-1,1 0,-1-1,0 2,0 0,0-1,0 1,0-1,1 1,-1-1,1 0,-1 1,1-1,-1 0,1 0,0 0,0 0,0 0,0 0,1-1,-1 1,0 0,1 0,0 0,-1-1,1 1,0 0,0-1,0 1,1 0,-1 0,0-1,1 1,0 0,-1 0,1 0,0 0,0-1,0 1,0 1,1-2,6 0,0 0,1 1,-1 0,0 0,1 1,-1 0,1 0,0 1,-1 1,6 0,6-1,8 0,0-1,0-2,0-1,-1-1,21-7,-36 9,0-1,-1 0,0-1,1-1,-1 1,-1-2,1 0,-1 0,-1 0,1-2,-1 1,-1-1,1 0,0-3,-8 11,1-1,0 1,-1-1,1 0,-1 1,1-1,-1 0,0 0,0 0,0 0,0-1,0 1,-1 0,1 0,-1 0,1-1,-1 1,0 0,0-1,0 1,0 0,0 0,0-1,-1 1,1 0,-1 0,1-1,-1 1,0 0,0 0,0 0,0 0,0 0,-1 0,1 0,-1 0,1 1,-1-1,0 1,1-1,-1 1,0-1,0 1,0 0,0 0,0 0,-2-1,-3 2,1 1,-1-1,1 1,-1 0,1 1,0-1,-1 1,1 1,0-1,0 1,0 0,1 0,-1 1,1-1,-1 1,1 1,0-1,1 1,-1 0,1 0,0 0,0 0,1 1,0-1,-2 4,2-4,0 1,0-1,0 1,1 0,0 0,0 0,1 0,-1 0,1 1,1-1,-1 0,1 0,0 1,1-1,-1 0,1 0,0 1,1-1,0 0,0 0,0 0,0-1,1 1,0 0,0-1,1 0,-1 0,1 0,1 0,-1 0,0-1,1 0,0 0,0 0,0-1,1 1,3 1,89 23,-49-24</inkml:trace>
  <inkml:trace contextRef="#ctx0" brushRef="#br0" timeOffset="18236.596">2367 3558,'-3'6,"0"1,1 0,0 0,0 0,1 1,0-1,0 0,0 0,1 1,0-1,1 1,0-1,0 0,0 0,1 1,0-1,1 0,-1-1,1 1,0 0,1-1,0 0,0 1,0-1,1-1,0 1,0-1,0 0,1 0,-1 0,1-1,0 0,1 0,-1-1,4 2,-4-2,1-1,0 0,-1-1,1 0,0 0,0 0,0 0,0-1,-1-1,1 1,0-1,0 0,0 0,-1-1,1 0,0 0,-1-1,0 0,1 0,-1 0,-1-1,1 0,0 0,-1 0,0-1,0 0,0 0,-1 0,1 0,-1-1,-1 0,1 0,0-1,2-3,0-1,0 0,-1 0,0 0,-1-1,0 1,-1-1,-1 0,1-2,-4 14,1 0,0 0,0 0,0 0,-1 0,1 0,0 0,0 0,0 0,0 0,-1 0,1 0,0 0,0-1,0 1,0 0,-1 0,1 0,0 0,0 0,0 0,0 0,-1-1,1 1,0 0,0 0,0 0,0 0,0-1,0 1,0 0,0 0,0 0,0 0,0-1,-1 1,1 0,0 0,0 0,0-1,0 1,0 0,1 0,-9 18,4-12,2 1,-1 0,1 0,0 0,0 0,1 0,0 0,1 1,-1-1,1 0,1 1,-1-1,1 0,1 0,-1 1,1-1,0 0,1-1,0 1,0 0,0-1,1 1,0-1,0 0,0 0,4 2,2-3,1 0,-1-1,1-1,0 1,0-2,1 0,-1 0,0-1,1 0,-1-1,1-1,-1 1,0-2,1 0,-1 0,0-1,0 0,0-1,-1 0,1-1,-1 0,0-1,0 0,-1 0,0-1,0 0,1-2,-3 2,0 1,-1-2,0 1,0-1,0 1,-1-2,-1 1,1 0,-1-1,-1 0,0 0,0 0,0 0,-1-1,-1 1,1-5,-3 27,0-1,1 0,1 1,0-1,1 1,0-1,1 0,0 0,1 0,0-1,1 1,1-1,-1 0,2 0,1 1,10 7</inkml:trace>
  <inkml:trace contextRef="#ctx0" brushRef="#br0" timeOffset="19553.634">3370 3517,'3'31,"1"-1,2 0,1 0,1 0,2-1,4 6,-13-31,0 0,1-1,0 1,0-1,0 1,0-1,0 1,1-1,-1 0,1 0,0 0,0-1,0 1,0-1,1 1,-1-1,1 0,-1-1,1 1,0 0,-1-1,1 0,0 0,0 0,0 0,0-1,0 0,0 1,0-2,0 1,0 0,0-1,0 1,0-1,0-1,0 1,0 0,-1-1,1 0,0 1,7-8,0 0,0 0,-1-1,0 0,0 0,-2-1,1-1,-1 1,-1-1,0-1,0 0,-2 1,1-2,-2 1,0-1,0 1,-1-2,-5 8,-5 22,4-8,1-1,0 0,0 1,1 0,0-1,0 1,1 0,0 0,0-1,0 1,1 0,0 0,0-1,1 1,0-1,0 1,1-1,-1 0,1 0,0 0,1 0,0 0,0-1,3 4,7 0,0-1,1 0,0-1,0 0,1-1,0-1,0 0,0-2,0 0,1 0,-1-1,1-2,12 0,14 3,0-1,1-3,-1-2,0-1,0-3,-1-1,40-13,-3-24,-77 44,0-1,-1 1,0-1,1 0,-1 1,0-1,1 0,-1 0,0 0,-1 0,1 0,0 0,0 0,-1 0,1 0,-1 0,0-1,0 1,0 0,0 0,0 0,0-1,0 1,-1 0,1 0,-1 0,0 0,1 0,-1 0,0 0,0 0,0 0,-1 0,1 0,0 1,-1-1,1 1,-1-1,0 0,-6-4,0-1,-1 2,0-1,0 1,0 0,-1 1,1 0,-1 1,0 0,-1 0,1 1,0 0,-1 1,1 0,0 1,-1 0,1 1,-10 1,15-2,1 1,-1 0,0 0,1 0,-1 0,1 0,0 1,-1 0,1 0,0 0,0 1,0-1,0 1,0 0,1 0,0 1,-1-1,1 0,0 1,0 0,1 0,-1 0,1 0,0 0,0 1,0-1,1 0,0 1,-1-1,1 5,1-6,1-1,0 0,0 1,-1-1,1 0,0 0,1 0,-1 0,0 0,1 0,-1 0,1 0,0 0,-1-1,1 1,0-1,0 1,0-1,0 0,0 0,0 1,1-2,-1 1,0 0,1 0,-1-1,0 1,1-1,68 1,-60-4,0 0,0-1,0-1,-1 0,1 0,-1-1,0 0,-1 0,0-1,4-4,-13 10,1 0,-1 0,0 1,1-1,-1 0,0 0,1 1,-1-1,1 0,-1 1,1-1,-1 0,1 1,0-1,-1 1,1-1,0 1,-1-1,1 1,0 0,-1-1,1 1,0 0,0-1,0 1,-1 0,1 0,0 0,0 0,0 0,0 0,-1 0,1 0,0 0,0 0,0 0,-1 1,1-1,0 0,0 1,0-1,-1 0,1 1,0-1,-1 1,1-1,0 1,-1-1,1 1,-1-1,1 1,-1 0,1-1,-1 1,1 0,-1 0,0-1,1 1,-1 0,0 0,0 0,1-1,-1 1,0 0,0 0,0 0,0 0,0 6,1-1,-1 0,2 1,-1-1,1 0,-1 0,2 0,-1 0,1 0,0-1,0 1,0-1,1 0,0 0,0 0,0 0,1-1,-1 1,1-1,0 0,1-1,-1 1,0-1,1 0,0-1,0 1,0-1,0 0,5 1,0-5,-1-1,1 1,0-2,-1 1,0-2,0 1,0-1,-1-1,1 0,-1 0,-1 0,1-1,-1-1,0 0,-1 0,0 0,0-1,-1 0,1-1,14-19,-1-1,-2-1,-1 0,-1-2,-2 0,-1 0,-2-1,-1-1,-1 0,-3 0,0-1,-1-26,-4 52,0-1,0 0,-1 0,-1 1,0-1,0 0,-1 1,-1-1,0 1,0-1,-1 1,0 0,0 1,-3-3,6 10,0 0,-1 1,1-1,-1 0,1 1,-1-1,1 1,-1 0,0-1,0 1,0 0,0 0,0 0,0 0,0 1,0-1,0 0,-1 1,1 0,0-1,0 1,-1 0,1 0,0 0,0 0,0 1,-1-1,1 1,0-1,0 1,0 0,0 0,-1 0,-2 2,-1 1,0-1,1 1,0 0,0 0,0 1,1 0,0 0,0 0,0 0,0 1,-6 13,0 0,2 1,0 0,2 0,0 1,1 0,1 0,1 0,1 0,0 0,2 1,1-1,0 1,2-1,0 0,2 0,0-1,1 1,1-1,1 0,1-1,1 1,0-2,1 0,1 0,8 8,-10-13,1-1,0 0,1-1,1 0,0-1,0 0,0-1,2-1,-1 0,1-1,0 0,0-1,1-1,-1-1,1 0,0-1,6 1,-14-5,0 1,0-1,0 0,0-1,0 0,0 0,-1 0,1-1,-1-1,0 1,0-1,0 0,0-1,-1 1,0-1,0-1,0 1,0-1,-1 0,0 0,0-1,-1 1,0-1,0 0,0 0,-1-1,0 1,-1-1,1 1,-2-1,1 0,-1 0,0-4,5-78,-6 90,-1 0,1 1,0-1,0 0,0 1,0-1,-1 0,1 1,0-1,-1 0,1 1,0-1,0 0,-1 1,1-1,0 0,-1 0,1 0,-1 1,1-1,0 0,-1 0,1 0,-1 0,1 0,0 0,-1 0,1 0,-1 0,1 0,0 0,-1 0,1 0,-1 0,1 0,0 0,-1 0,1 0,-1-1,1 1,0 0,-1 0,1 0,0-1,-1 1,1 0,0-1,-1 1,1 0,0-1,0 1,-1 0,1-1,0 1,0 0,0-1,0 1,-1-1,1 1,0 0,0-1,0 1,0-1,0 1,0 0,0-1,0 0,-15 32,12-26,0 1,1-1,0 1,0-1,1 1,0 0,0 0,0 0,0 0,1 0,0-1,1 1,-1 0,1 0,0 0,0 0,1 0,0-1,0 1,0-1,1 1,-1-1,1 0,1 0,-1 0,1 0,0-1,0 0,0 1,0-1,1-1,0 1,-1-1,1 1,1-2,0 2,14 1,0-1,0-1,1-1,-1-1,0 0,1-2,-1 0,0-1,0-1,0-1,0-1,0-1,-1 0,0-2,9-4,-10 6,0-1,0-1,-1 0,0-1,0-1,-1-1,-1 0,0-1,0-1,-1 0,-1-1,0 0,-1-1,-1 0,0-1,-1-1,0 1,-2-2,2-4,0-20,-3 0,-1 0,-2-1,-2 0,-2 0,-1 0,-4-14,5 56,-3-49,-1 1,-2 0,-3 0,-8-22,17 68,0 0,-1 0,1 1,-1-1,0 0,0 0,0 0,-1 1,1-1,-1 0,1 1,-1-1,0 1,0 0,0 0,0 0,0 0,0 0,-1 0,1 0,-1 1,1-1,-1 1,0 0,1-1,-1 1,0 1,0-1,0 0,0 1,0-1,-4 4,0 0,0 0,0 1,1 0,-1 0,1 0,0 1,1 0,-1 0,1 1,0-1,0 1,0 0,1 0,0 1,1 0,-1 0,-12 23,1 2,2-1,2 1,0 1,2 0,2 1,1 0,1 0,2 0,2 0,1 6,-1-19,1-1,1 0,1 0,1 0,1 0,0 0,2-1,0 1,1-1,1-1,1 1,0-2,1 1,1-1,1-1,1 0,0 0,0-1,2-1,0-1,0 0,2 0,-1-2,1 0,1-1,0-1,15 5,-24-10,0-1,1 0,-1 0,1-1,-1-1,1 0,0 0,-1 0,1-2,0 1,0-1,-1 0,1-1,-1 0,1-1,-1 0,0 0,0-1,0 0,0-1,-1 0,0 0,0-1,0 0,-1 0,1-1,-2 0,1 0,-1-1,0 1,0-1,-1-1,1-2,0-3,-1 0,-1 0,0 0,-1-1,-1 1,0-1,-1 0,0 1,-1-1,-1 0,0 1,-2-6,3 19,0 0,0 0,0 0,0 0,0 0,0 0,0 0,0 0,-1 0,1 0,0 0,0 0,-1 0,1 0,-1 0,1 0,-1 1,0-1,1 0,-1 0,0 0,1 1,-1-1,0 0,0 1,0-1,1 1,-1-1,0 1,0-1,0 1,0-1,0 1,0 0,0 0,0-1,0 1,0 0,0 0,0 0,0 0,0 0,0 1,0-1,0 0,0 0,0 1,0-1,0 0,0 1,0-1,0 1,0-1,0 1,1 0,-1-1,0 1,0 0,1 0,-4 5,0 0,1 0,0 1,1 0,-1-1,1 1,1 0,-1 0,1 0,0 1,1-1,-1 0,2 0,-1 0,1 0,0 0,1 4,1-2,0 0,0 0,1 0,1-1,-1 1,1-1,1 0,-1 0,1-1,1 0,-1 0,1 0,1-1,-1 0,1-1,0 1,0-2,0 1,1-1,0 0,8 2,18 7,1-3,1 0,0-2,30 1,33 3</inkml:trace>
  <inkml:trace contextRef="#ctx0" brushRef="#br0" timeOffset="20512.645">8142 3571,'13'-29,"-2"-1,-2 0,0 0,-2-1,-2 0,0-1,-2 1,-2-11,0 27,-2-1,0 1,-1 0,0 0,-1 0,-1 1,0-1,-3-5,6 16,-1 0,0-1,0 1,0 0,0 0,-1 0,1 1,-1-1,0 1,0-1,-1 1,1 0,-1 0,1 0,-1 1,0-1,0 1,0 0,0 0,-1 1,1-1,0 1,-1 0,1 0,-1 0,1 0,-1 1,0 0,0 0,-47 20,51-19,-1 0,1-1,0 1,0 0,0 0,0-1,0 1,0 0,0 0,0 0,0 0,1 0,-1 1,0-1,0 0,1 0,-1 0,1 1,-1-1,1 0,0 0,0 1,-1-1,1 0,0 1,0-1,0 0,0 1,0-1,1 0,-1 1,0-1,1 0,-1 1,1-1,-1 0,1 0,0 2,3 0,1 0,-1 0,1 0,-1 0,1-1,0 0,0 0,0 0,0 0,1-1,-1 0,0 0,1 0,-1-1,1 0,3 0,1 1,41 3,0-2,0-3,0-1,0-3,-1-2,17-6,1 0,-66 14,0 0,0 0,-1 0,1 0,0 0,-1 1,1-1,-1 0,0 1,1-1,-1 1,0 0,0-1,0 1,0 0,0 0,0 0,0 0,-1 0,1-1,-1 1,1 0,-1 0,0 0,0 1,0-1,0 0,0 0,0 0,0 0,-1 0,1 0,-1 0,0 1,1 5,-3 302,17-195,5-1,12 27,14 83,-41-211,-1 0,0 0,-1 0,-1 0,0 0,-1 0,0 0,-1 1,-1-1,0 0,0 0,-1-1,-1 1,0 0,-1-1,-5 8,9-17,-1-1,0 0,0 0,0 0,0 0,-1 0,1 0,-1-1,1 1,-1-1,1 1,-1-1,0 0,1 0,-1 0,0-1,0 1,0-1,0 1,0-1,1 0,-1 0,0 0,0-1,0 1,0-1,0 1,0-1,1 0,-3-1,-2-1,1-1,0 1,0-1,1 0,-1-1,1 1,0-1,0 0,0-1,1 1,0-1,-2-3,-5-11,2 0,0-1,2-1,0 1,1-1,1 0,1-1,1 1,1-1,1 1,1-1,2-7,1 9,1 1,1 0,0-1,2 2,0-1,1 1,1 0,1 1,1 0,0 0,2 1,-1 1,2 0,0 1,1 0,1 1,0 1,1 1,0 0,1 1,0 1,1 0,0 2,0 0,1 1,0 1,0 1,9-1,-25 5,0 0,-1 0,1 0,0 1,-1-1,1 1,0 0,0 0,0 0,-1 1,1 0,0-1,-1 1,1 0,0 1,-1-1,0 1,1-1,-1 1,0 0,0 0,0 1,0-1,0 0,0 1,-1 0,1 0,-1 0,0 0,2 2,0 10,0 0,0 0,-1 0,-1 1,-1-1,0 1,-1-1,0 1,-2 6,1 53,1-69,0-1,0 1,1 0,0-1,0 1,1 0,-1-1,1 0,0 1,1-1,-1 0,1 0,0 0,0-1,1 1,-1-1,1 1,0-1,0 0,1-1,-1 1,1-1,-1 0,2 0,29 11,0-5</inkml:trace>
  <inkml:trace contextRef="#ctx0" brushRef="#br0" timeOffset="21285.981">9746 3223,'7'23,"4"21,3 21,2 16,-3 9,-1 4,0-1,-2-7,-1-14,3-16,-1-19</inkml:trace>
  <inkml:trace contextRef="#ctx0" brushRef="#br0" timeOffset="21803.129">10375 3317,'-118'44,"-89"49,126-55,-52 29,131-66,1 0,0 0,0 0,0 0,0 0,0 1,0-1,0 0,1 0,-1 1,0-1,1 0,-1 1,1-1,-1 0,1 1,0-1,-1 1,1-1,0 1,0-1,0 1,0-1,0 1,1-1,-1 1,0-1,1 0,-1 1,1-1,-1 1,1-1,0 0,-1 0,1 1,0-1,0 0,0 0,1 1,47 42,-48-43,82 53,2-3,81 35,-123-63,1-2,1-2,1-2,1-2,0-2,1-2,0-2,40 2,-78-10,1-1,-1 0,1-1,-1 0,1 0,-1-1,0 0,0-1,0-1,0 1,0-1,-1-1,0 0,0 0,0-1,0 0,-1 0,0-1,-1 0,1-1,-1 0,-1 0,1 0,-1-1,-1 0,0 0,0 0,1-6,-1 0,0 0,-1 0,-1 0,0-1,-2 1,1-1,-2-12,0 133,2-79,2-1,0 0,2 0,1 0,1-1,1 0,1 0,1-1,1 0,1-1,1 0,4 3,21 22</inkml:trace>
  <inkml:trace contextRef="#ctx0" brushRef="#br0" timeOffset="27352.049">1271 5015,'48'-14,"-1"-2,-1-2,0-2,-1-3,16-11,-56 31,9-3,0-1,-1-1,0 0,0 0,-1-1,0-1,-1 0,0-1,0 0,-1-1,-1 0,6-8,-14 18,0 0,-1 0,1 0,0 0,-1 0,1 0,-1 0,0 0,0 0,0 0,0 0,0-1,0 1,-1 0,1 0,0 0,-1 0,0 0,1 0,-1 0,0 0,0 0,0 1,-1-1,1 0,0 1,-1-1,1 0,0 1,-1 0,0-1,1 1,-1 0,0 0,0 0,0 0,0 0,0 0,0 0,-82-19,71 20,0-1,1 1,-1 1,0 0,1 1,-1 1,1 0,-1 0,-8 4,16-4,-1-1,1 1,0-1,0 2,0-1,0 0,1 1,0 0,-1 0,1 0,0 1,1-1,-1 1,1 0,0 0,0 0,1 1,-1-1,1 1,0-1,1 1,-1 0,2 0,-1 0,1 0,0-1,0 1,0 0,1-1,0 1,0 0,1-1,-1 1,1-1,0 0,1 1,-1-1,1 0,0 0,0-1,1 1,0-1,-1 1,1-1,1 0,2 2,6 4,0 0,0-1,1-1,0 0,0-1,1-1,0 0,1 0,155 25,-90-27</inkml:trace>
  <inkml:trace contextRef="#ctx0" brushRef="#br0" timeOffset="27652.245">2407 4693,'-25'-4,"0"0,-1 1,0 2,0 1,0 0,1 2,-1 1,1 2,-1 0,19-2,0-1,0 1,1 1,-1-1,1 1,0 0,1 1,-1-1,0 1,1 0,0 0,1 1,-1 0,1 0,0 0,0 0,1 1,0-1,0 1,0 0,1 0,0 0,0 0,1 0,0 0,0 0,1 1,0-1,0 0,1 0,0 1,0-1,0 0,1 0,0 0,1 0,0-1,0 1,0 0,0-1,1 0,3 4,1 0,0-1,1 1,0-1,1-1,0 0,0 0,0-1,1 0,0-1,1 0,-1-1,1 0,0-1,1-1,4 2,13 1,0-1,0-1,1-2,-1-1,30-3,23-6,-10-4</inkml:trace>
  <inkml:trace contextRef="#ctx0" brushRef="#br0" timeOffset="27910.556">3009 4934,'4'0,"7"0,8-2,0-1</inkml:trace>
  <inkml:trace contextRef="#ctx0" brushRef="#br0" timeOffset="28275.865">4105 4506,'10'7,"-1"-2,1 1,0-1,0-1,1 0,-1 0,1-1,0 0,0-1,0 0,0-1,0-1,1 1,-1-2,15 1,0-1,-1-1,1-2,-1-1,0 0,0-2,0-1,-1-1,-1-1,1-1,-1-1,18-14,-34 22,-1-1,0 0,-1-1,1 1,-1-1,0 0,-1-1,1 1,-1-1,2-6,-4 11,-1-1,0 0,0 0,-1 0,1 1,0-1,-1 0,0 0,0 0,0 0,0 0,0 0,0 0,-1 0,0 0,1 0,-1 0,0 1,0-1,-1 0,1 0,-1 1,1-1,-1 1,0 0,0-1,0 1,0 0,0 0,-1-1,0 1,0-1,1 1,-1 0,-1 0,1 0,0 1,0-1,-1 1,1 0,0-1,-1 2,0-1,1 0,-1 1,1-1,-1 1,0 0,1 1,-1-1,1 0,-1 1,0 0,1 0,0 0,-1 0,1 1,-1-1,1 1,0 0,0 0,0 0,0 0,1 0,-1 1,0-1,0 2,-5 8,0 1,1 0,1 1,0-1,0 1,2 0,-1 1,2-1,0 1,1 0,0 0,1 13,-3 89,5 0,6 1,4-1,6-1,8 14,29 253,-50-332</inkml:trace>
  <inkml:trace contextRef="#ctx0" brushRef="#br0" timeOffset="28774.054">4225 5041,'0'-3,"-1"-1,0 1,1 0,0-1,0 1,0 0,0-1,0 1,1 0,-1-1,1 1,0 0,0 0,0-1,1 1,-1 0,1 0,0 0,-1 1,1-1,0 0,1 1,-1-1,0 1,1 0,73-48,-28 31,1 1,1 3,0 2,1 3,0 1,36 0,-85 9,102 0,-101 0,1 0,-1 1,1 0,-1 0,0 0,1 0,-1 0,0 1,0-1,0 1,0 0,0 0,0 0,-1 1,1-1,0 0,-1 1,0 0,0-1,0 1,0 0,0 0,0 1,-1-1,0 0,1 0,-1 2,7 123,-6-125,1-1,-1 0,1 1,0-1,0 0,-1 0,1-1,0 1,1-1,-1 1,0-1,0 0,1 0,-1-1,0 1,1 0,-1-1,1 0,-1 0,0 0,1 0,-1-1,1 1,-1-1,0 0,1 0,-1 0,0-1,0 1,2-2,3-1,0 0,0-1,-1 0,0 0,0-1,-1 0,1 0,-1 0,0-1,-1 0,0 0,0 0,0-1,-1 0,0 0,-1 0,0 0,0 0,0-1,-1 1,-1-1,1 0,-2 0,1 1,-1-1,0-4,0 28,1 1,1-1,1 1,0-1,1 0,0 0,1 0,1 0,1-1,0 0,0-1,2 1,-1-1,2-1,0 0,0 0,2 0,44 14,-31-22</inkml:trace>
  <inkml:trace contextRef="#ctx0" brushRef="#br0" timeOffset="29108.668">5428 4880,'5'19,"-4"-9,1 0,0 0,1 0,0 0,0 0,1 0,1-1,-1 0,2 0,-1 0,1 0,1-1,-1 0,1 0,1-1,-1 0,3 2,-7-8,0 0,0 0,1 0,-1 0,0 0,0-1,1 1,-1-1,0 0,1 0,-1 0,0 0,1-1,-1 1,0-1,0 0,0 0,1 0,-1 0,0-1,0 1,-1-1,1 0,0 0,0 0,-1 0,1 0,0-1,59-75,-14-1,-47 79,0 0,-1 0,1 0,0 0,0 0,0 1,-1-1,1 0,0 0,0 1,-1-1,1 0,0 1,-1-1,1 0,0 1,-1-1,1 1,0 0,-1-1,1 1,-1-1,1 1,-1 0,0-1,1 1,-1 0,0 0,1-1,-1 1,0 0,0 0,0-1,1 1,-1 0,0 0,0 0,0-1,0 1,0 0,-1 0,1 0,0-1,0 1,-1 0,1 0,0-1,-1 1,1 0,1 3,-1 4,1 0,0 0,1-1,0 1,0-1,1 1,0-1,0 0,0 1,1-2,1 1,-1 0,1-1,0 0,0 0,0 0,1-1,5 4,30 13,0-7</inkml:trace>
  <inkml:trace contextRef="#ctx0" brushRef="#br0" timeOffset="29708.067">6351 4800,'-7'-1,"1"0,-1 0,0 0,1 1,-1 0,0 0,1 1,-1-1,1 2,-1-1,1 1,-1 0,1 0,0 0,0 1,0 0,0 0,0 1,1 0,0 0,0 0,0 0,0 1,0 0,1 0,0 0,0 1,0-1,1 1,0 0,0 0,0 0,1 0,0 1,0-1,1 1,0-1,-1 6,2-8,-1 0,1 0,0-1,0 1,0 0,1 0,-1 0,1-1,0 1,0 0,0 0,1-1,-1 1,1-1,0 1,0-1,0 0,0 0,1 0,-1 0,1 0,0-1,0 1,0-1,0 1,0-1,0 0,1 0,-1-1,1 1,2 0,3 1,0 0,0-1,0 0,0-1,1 0,-1 0,1-1,-1 0,1-1,-1 0,0-1,7-1,2-3,0 0,0-2,0 0,-1-1,-1-1,1 0,-1-1,-1-1,0-1,-1 0,0 0,-1-2,-1 1,0-2,-1 0,-1 0,0-1,-1 0,-1 0,0-1,-2-1,0 1,-1-1,-1 0,3-10,-1-1,-2 1,-1-1,-1 1,-2-1,0 0,-3 1,0-1,-2 1,-1-1,-1 2,-2-1,0 1,-11-19,19 44,0 0,0 0,0 0,0 0,-1 0,1 0,-1 1,0-1,0 1,0-1,0 1,0 0,0 0,-1-1,1 2,-1-1,1 0,-1 1,0-1,0 1,0 0,0-1,0 1,0 1,0-1,0 0,0 1,0 0,0 0,0 0,0 0,-1 0,1 0,0 1,-1 0,-2 4,0 1,1 0,0 1,0-1,0 1,1 0,0 0,0 0,1 1,0-1,0 1,1 0,0-1,0 1,1 0,0 1,0-1,1 1,-3 27,1 0,2-1,2 1,1 0,2 0,1-1,2 0,1 0,2-1,1 0,2-1,1-1,2 0,1-1,1-1,1 0,8 6,-19-24,1 1,0-1,1-1,0 0,1 0,0-1,1-1,0 0,0-1,1 0,12 5,-21-12,-1 0,1 0,0-1,-1 0,1 0,0 0,0 0,-1 0,1-1,0 0,-1 0,1 0,-1-1,1 0,-1 0,0 0,1 0,-1 0,0-1,-1 0,1 0,0 0,-1 0,1-1,71-93,-71 90,55-92,-58 99,0 0,-1 0,1 0,0 0,-1 1,1-1,-1 0,1 0,0 1,-1-1,1 0,-1 1,1-1,-1 1,1-1,-1 1,1-1,-1 1,0-1,1 1,-1-1,0 1,1-1,-1 1,0 0,0-1,0 1,1 0,-1-1,0 1,0 0,0-1,0 1,0 0,0-1,0 1,0 0,0-1,-1 1,1-1,0 1,0 0,-1-1,1 1,0-1,-1 2,1 1,23 123,-21-120,-1-1,1 0,1 0,-1 0,1 0,0 0,0-1,0 1,1-1,-1 0,1 0,0 0,0 0,1-1,-1 0,1 0,0 0,-1 0,1-1,0 0,6 2,13 1</inkml:trace>
  <inkml:trace contextRef="#ctx0" brushRef="#br0" timeOffset="29931.467">7314 4747,'-19'-5,"-12"-3,-1-1</inkml:trace>
  <inkml:trace contextRef="#ctx0" brushRef="#br0" timeOffset="30129.936">6391 4480,'23'0,"25"0,28 0,28-2,25-1,19-1,-16 2</inkml:trace>
  <inkml:trace contextRef="#ctx0" brushRef="#br0" timeOffset="31550.775">7621 4854,'0'11,"1"0,0 0,0-1,1 1,1-1,0 1,0-1,1 0,0 0,1 0,0 0,1-1,-1 0,2 0,0-1,0 1,0-2,1 1,0-1,0 0,1 0,0-1,8 4,-15-9,-1 0,1-1,-1 1,1 0,0-1,0 1,-1-1,1 0,0 0,0 1,-1-1,1 0,0 0,0-1,0 1,-1 0,1-1,0 1,-1-1,1 1,0-1,-1 0,1 0,0 0,-1 1,0-2,1 1,-1 0,1 0,-1 0,0-1,0 1,0 0,0-1,0 1,0-1,0 0,0 1,0-2,12-72,-12 68,0 0,-1-1,0 1,0-1,-1 1,0-1,0 1,-1 0,0 0,0 0,0 0,-1 0,0 0,-1 0,0 1,0 0,0-1,0 2,-1-1,0 0,0 1,-1 0,0 0,1 1,-1-1,-1 1,1 1,-1-1,0 1,1 0,-1 0,0 1,-6-1,11 2,-1 1,1-1,-1 1,1 0,-1 0,1 0,0 0,-1 0,1 0,-1 0,1 1,0 0,-1-1,1 1,0 0,-1 0,1 0,0 0,0 0,0 1,0-1,0 1,0-1,0 1,1 0,-1 0,1 0,-1 0,0 1,3 0,1-1,-1 0,1 0,-1 0,1 0,0 0,0 0,0 0,0 0,0-1,0 1,0-1,1 1,-1-1,1 0,-1 0,1 0,-1 0,1-1,-1 1,1-1,0 1,-1-1,1 0,2 0,-4 0,198 11,-160-12,1 1,-1 3,0 1,39 9,-73-12,0 0,0 0,-1 0,1 1,0-1,-1 1,1 1,-1-1,0 1,0-1,0 1,0 0,0 1,-1-1,1 1,-1-1,0 1,0 0,0 0,-1 1,1-1,-1 0,0 1,0-1,-1 1,1 0,-1 0,0 4,2 10,-4-16,1 0,0 1,0-1,0 0,0 0,1 0,-1 0,1 0,0 0,0 0,0 0,0 0,0-1,1 1,-1 0,1-1,0 1,-1-1,1 1,1-1,-1 0,0 0,0 0,1 0,-1 0,1-1,0 1,2 0,4-1,1-1,-1 0,1 0,-1-1,1-1,-1 0,0 0,1 0,-1-1,-1-1,1 0,0 0,-1 0,0-1,0-1,0 1,0-1,-1 0,0-1,-1 0,1 0,-1 0,-1-1,5-6,33-55,-41 69,-1 0,1 0,-1 0,0 0,1 0,-1 0,1 0,-1 1,0-1,1 0,-1 1,0-1,1 1,-1 0,0-1,0 1,0 0,0 0,1 0,-1-1,0 1,0 0,-1 1,1-1,0 0,0 0,0 0,-1 0,1 1,-1-1,1 0,-1 1,1-1,-1 0,0 1,6 7,10 6,0-2,1 0,1-1,0 0,0-1,1-2,0 0,1 0,0-2,0-1,0 0,1-2,0 0,0-1,0-1,10-1,-16 2,0 0,1-1,-1-1,0-1,1 0,-1-1,1 0,-1-1,0-1,0-1,0 0,0 0,-1-2,10-4,-21 8,0-1,-1 1,1 0,-1-1,1 0,-1 1,0-1,0 0,0 0,0 0,-1-1,1 1,-1 0,0 0,0-1,0 1,0-1,0 1,-1-1,0 1,0-1,0 0,0 1,0-1,-1 1,1-1,-1 1,0-1,0 1,-1 0,1-1,-1 1,1 0,-1 0,0 0,0 0,0-1,-1 1,0-1,1 1,-1-1,-1 1,1 0,0 0,-1 1,1-1,-1 1,0 0,0 0,0 0,0 0,0 0,0 1,0 0,0 0,-1 0,1 0,-1 1,1 0,0 0,-1 0,1 0,-1 1,1 0,0-1,-2 2,-1 1,-1 1,1 0,0 0,1 1,-1 0,1 0,0 0,0 1,0 0,1 0,0 1,0-1,1 1,-1 0,2 0,-1 1,1-1,-3 8,6-13,-1-1,1 1,0 0,-1 0,1 0,0 0,0-1,0 1,0 0,0 0,0 0,1-1,-1 1,1 0,-1 0,1-1,-1 1,1 0,0-1,0 1,0-1,0 1,0-1,0 1,1-1,-1 0,0 1,1-1,-1 0,1 0,-1 0,1 0,0 0,-1-1,1 1,0 0,-1-1,1 1,0-1,0 0,0 1,78 0,-65-3,0-2,0 0,0-1,0 0,-1-1,0-1,8-5,-18 10,-4 2,0-1,0 1,0-1,1 1,-1-1,0 1,1-1,-1 1,0-1,1 1,-1 0,1-1,-1 1,0 0,1-1,-1 1,1 0,-1-1,1 1,0 0,-1 0,1 0,-1 0,1-1,-1 1,1 0,-1 0,1 0,0 0,-1 0,1 0,-1 1,1-1,-1 0,1 0,-1 0,1 0,-1 1,1-1,-1 0,1 0,-1 1,1-1,-1 0,1 1,-1-1,1 1,-1-1,0 0,1 1,-1-1,0 1,0-1,1 1,-1-1,0 1,0-1,0 1,1 0,-1-1,0 1,0-1,0 1,0-1,0 1,0 0,0 1,1 0,-1 0,1 0,0 1,-1-1,1 0,0 0,0 0,1 0,-1 0,0-1,1 1,-1 0,1 0,-1-1,1 1,0-1,0 0,0 1,0-1,0 0,0 0,0 0,0 0,0-1,0 1,0 0,1-1,-1 0,0 1,0-1,1 0,-1 0,1-1,82-6,-69 3,0-1,0 0,0-1,0-1,-1 0,0-1,-1-1,0 0,0-1,-1 0,0-1,-1-1,0 0,-1 0,-1-1,0-1,0 0,-1 0,-1-1,-1 0,5-13,-2 0,-1-1,-2-1,-1 1,-1-1,-2 0,-1-1,-1 1,-2 0,-1 0,-4-23,-21-23,26 74,0 0,0 0,0 1,0-1,0 0,0 0,-1 1,1-1,-1 1,1-1,-1 1,0 0,0 0,1 0,-1-1,0 2,0-1,0 0,0 0,0 1,0-1,0 1,0-1,-1 1,1 0,0 0,0 0,0 0,0 0,0 1,0-1,-1 1,1-1,-1 1,-4 4,1 0,-1 0,1 1,0-1,0 1,1 1,0-1,0 1,0 0,1 0,0 0,0 0,1 1,0 0,0 0,0 5,-3 5,1 0,2 1,0 0,0 0,2 0,0 0,2 0,0 0,1 0,0 0,2-1,0 1,1-1,1 0,1 0,1 0,0-1,1 0,1-1,0 0,1-1,1 0,1 0,0-1,0-1,1 0,1-1,15 9,-19-13,-1 0,1 0,1-1,-1-1,1 0,0 0,1-1,-1-1,1 0,0-1,0 0,0-1,1 0,-1-1,0-1,1 0,-1-1,0 0,0-1,1-1,-1 0,-1 0,1-2,-1 1,1-2,1 0,-13 4,1 1,-1 0,1 0,0 0,0 0,-1 0,1 1,0-1,0 0,0 1,0 0,0-1,0 1,-1 0,1 0,0 0,0 0,0 0,0 0,0 1,0-1,0 1,0-1,0 1,-1 0,1 0,0 0,0 0,-1 0,1 0,1 1,97 47,-96-47,0 0,0-1,1 0,-1 0,0 0,1 0,-1-1,1 0,-1 0,1 0,-1 0,1-1,-1 0,0 0,1 0,-1 0,0-1,0 1,1-1,-1 0,-1-1,1 1,1-1,-1-2,-1 1,0 0,-1-1,1 1,-1-1,0 0,0 0,0 0,0 0,-1 0,0 0,0 0,-1-1,1 1,-1 0,0-1,-1 1,1 0,-1 0,0-1,0 1,-1 0,1 0,-1 0,0 0,-1 1,1-1,-1 0,0 1,0 0,0 0,-1 0,1 0,-1 0,0 1,0-1,-1 1,1 0,-1 0,-2 0,1 0,-1 0,0 0,-1 1,1 0,0 0,0 1,-1 0,1 1,-1-1,1 1,-1 1,1-1,-1 1,1 0,0 1,0 0,-1 0,1 1,0 0,1 0,-1 0,1 1,-1 0,1 0,0 1,1 0,-1 0,1 0,0 1,0-1,0 1,1 0,0 1,0-1,1 1,0 0,0 0,0 0,1 0,-1 3,4-4,-1-1,1 0,0 0,1 0,-1 1,1-1,0 0,0-1,0 1,1 0,0-1,0 1,0-1,0 0,1 0,-1 0,1 0,0-1,0 1,1-1,-1 0,1-1,-1 1,1-1,0 0,0 0,0 0,0 0,0-1,0 0,1 0,-1-1,0 1,3-1,32 6</inkml:trace>
  <inkml:trace contextRef="#ctx0" brushRef="#br0" timeOffset="31809.158">10282 4480,'-16'-18,"-10"-9,-5 1,-2 5,1 10,0 14,4 13,4 11,7 0</inkml:trace>
  <inkml:trace contextRef="#ctx0" brushRef="#br0" timeOffset="32011.128">10134 4760,'9'18,"8"11,5 5,6 1,5-3,8-7,9-5,9-7,10-5,-5-4</inkml:trace>
  <inkml:trace contextRef="#ctx0" brushRef="#br0" timeOffset="32242.101">12006 4814,'-6'-8,"1"0,-1 1,-1 0,1 0,-1 1,0 0,-1 0,1 0,-1 1,0 0,-1 1,1 0,-1 0,0 0,1 2,-2-1,1 1,0 0,-3 0,5 1,1 0,-1 1,0-1,1 1,-1 1,1-1,-1 1,1 0,-1 1,1 0,0 0,-1 0,1 0,0 1,0 0,1 1,-1-1,1 1,0 0,0 0,0 1,0-1,1 1,-1 0,1 0,1 1,-3 4,4-7,1 0,-1 0,1 0,0 0,0 0,0 0,1 1,-1-1,1 0,0 0,0 1,0-1,0 0,0 1,1-1,-1 0,1 1,0-1,0 0,0 0,1 0,-1 0,1 0,0 0,-1 0,1-1,0 1,1-1,-1 1,0-1,1 0,-1 0,1 0,0 0,0 0,0-1,0 1,1 0,5 2,1-1,0 0,0 0,0-1,1 0,-1-1,0 0,0 0,1-2,-1 1,1-1,-1 0,0-1,0 0,0-1,0 0,0-1,-1 0,1 0,-1-1,0 0,0-1,-1 0,0 0,0-1,0 0,-1 0,0-1,0 0,-1 0,0-1,0 1,-1-1,0-1,-1 1,3-8,-6 15,-1 0,1 0,0 0,-1 0,1 0,-1 0,0 0,0 0,0 0,0 0,0 0,0 0,0 0,0 0,-1 0,1 0,-1 1,0-1,1 0,-1 0,0 0,0 0,0 1,-1-1,1 1,0-1,0 0,-1 1,1 0,-1-1,1 1,-1 0,0 0,0 0,1 0,-1 0,0 0,-1 0,1 2,0 0,0 0,0 0,1 0,-1 0,0 0,0 1,1-1,-1 1,0-1,1 1,0-1,-1 1,1 0,0 0,0-1,0 1,0 0,0 0,0 0,0 0,1 1,-1-1,1 0,0 0,-1 0,1 0,0 0,0 1,1-1,-1 0,0 0,1 0,-1 0,1 2,4 4,-1 0,1 0,0-1,1 1,0-1,0-1,0 1,1-1,0 0,0 0,0-1,1 0,0 0,0-1,0 0,1-1,-1 1,1-2,0 1,0-1,3 0,62 17,-3-4</inkml:trace>
  <inkml:trace contextRef="#ctx0" brushRef="#br0" timeOffset="32889.398">13235 4052,'-5'33,"1"1,1 1,2-1,1 0,2 0,1 0,2 0,1 0,2-1,1 0,2-1,1 1,1-2,15 24,-20-37,-3-6,1 1,0-1,1-1,0 1,1-1,0 0,7 6,-13-16,0 0,-1-1,1 0,0 1,0-1,-1 0,1 0,0 0,0 0,-1 0,1 0,0-1,0 1,-1-1,1 1,0-1,-1 0,1 1,-1-1,1 0,-1 0,1 0,-1 0,1 0,-1 0,0-1,0 1,1 0,-1-1,0 1,0-1,-1 1,1-1,0 0,0 1,-1-1,1 0,-1 1,1-3,7-8,-4 6,0 1,0 0,1 0,0 1,0-1,0 1,0 0,0 0,1 1,0 0,0 0,0 0,0 1,0-1,0 1,1 1,-1-1,1 1,-1 1,1-1,-1 1,1 0,-1 0,1 1,-1 0,1 0,-1 1,1-1,-1 1,0 1,0-1,0 1,0 0,0 1,-1-1,1 1,-1 0,0 0,0 1,-1 0,2 1,-3-3,0 0,0 0,0 0,0 0,-1 1,0-1,1 1,-1 0,0-1,-1 1,1 0,-1 0,0 0,0 0,0 0,0 0,-1 0,1 1,-1-1,0 0,-1 0,1 0,-1 0,0 1,0-1,0 0,0 0,-1 0,1-1,-1 1,0 0,0-1,-1 1,1-1,-1 1,1-1,-1 0,0 0,-1 0,1-1,0 0,0 1,0-2,0 1,-1 0,1-1,-1 1,1-1,-1 0,1 0,-1 0,0-1,1 1,-1-1,0 0,0 0,1 0,-1-1,0 1,1-1,-1 0,0 0,1 0,-1 0,1-1,0 0,-1 1,1-1,0 0,0-1,0 1,0 0,1-1,-1 0,1 1,-1-1,1 0,0 0,0-1,0 1,1 0,-1-1,3-2,0 0,0 1,0-1,1 1,0-1,0 1,1 0,-1 0,1 0,0 0,1 0,-1 0,1 1,0 0,0 0,0 0,1 0,-1 0,1 1,0 0,0 0,0 1,0-1,0 1,1 0,1 0,22-12,1 1,0 2,1 1,0 2,0 1,1 1,3 1,-31 4,0 0,0 0,0 0,0 1,0 0,0-1,0 2,0-1,0 0,0 1,0 0,0-1,0 2,0-1,0 0,0 1,-1 0,1 0,-1 0,1 0,-1 0,0 1,0-1,0 1,0 0,0 0,-1 0,2 2,6 81,-10-79,-1 0,1 0,0 0,1 1,-1-1,1 0,1 0,0 0,0 0,0-1,0 1,1-1,0 1,2 1,-4-6,1-1,-1 1,1 0,0 0,0-1,-1 1,1-1,0 1,0-1,1 0,-1 0,0 0,0 0,0 0,1-1,-1 1,1-1,-1 1,0-1,1 0,-1 0,1 0,-1 0,0 0,1-1,-1 1,1-1,-1 1,0-1,0 0,1 0,-1 0,0 0,16-11</inkml:trace>
  <inkml:trace contextRef="#ctx0" brushRef="#br0" timeOffset="33066.924">14104 4319,'-4'7,"5"7,2 1</inkml:trace>
  <inkml:trace contextRef="#ctx0" brushRef="#br0" timeOffset="34657.215">14666 4399,'-13'-5,"-1"-1,0 2,-1 0,1 0,-1 2,1 0,-1 0,0 1,-10 2,22-1,1 0,-1 0,1 1,-1-1,1 1,0 0,-1 0,1 0,0 0,-1 0,1 0,0 1,0-1,0 1,0-1,1 1,-1 0,0-1,1 1,-1 0,1 0,-1 1,1-1,0 0,0 0,0 0,0 1,1-1,-1 1,0-1,1 1,0-1,-1 0,1 1,0-1,1 1,-1-1,0 1,1 0,1 7,0 0,0-1,1 1,1-1,0 0,0 0,1 0,0 0,2 2,161 171,-168-181,1-1,0 0,0 1,0 0,0-1,0 1,0 0,0-1,-1 1,1 0,0 0,0 0,-1 0,1 0,0 0,-1 0,1 0,-1 0,1 0,-1 0,0 0,0 0,1 0,-1 1,0-1,0 0,0 0,0 0,0 0,0 0,0 1,-1-1,1 0,0 0,-1 0,1 0,-1 0,1 0,-1 0,1 0,-1 0,0 0,1 0,-1 0,0 0,-3 0,0-1,0 1,1-1,-1 0,0-1,0 1,0 0,1-1,-1 0,0 0,1 0,-1-1,1 1,-1-1,1 1,0-1,-1 0,1-1,0 1,1 0,-1-1,0 0,1 0,-1 0,1 0,0 0,0 0,0 0,0-1,1 1,-1-1,1 1,0-1,0 1,0-1,0 0,1 0,0 1,0-4,1-2,1-1,1 1,0-1,0 1,1 0,0 0,1 0,0 1,0 0,1-1,0 2,2-3,0-1,79-104,-46 66,-2-3,-2-1,-2-2,-3-1,-2-1,-3-2,5-22,-25 52,-8 29,1 0,0 1,0-1,0 0,-1 1,1-1,0 0,0 0,-1 0,1 1,0-1,-1 0,1 0,0 0,-1 0,1 1,0-1,-1 0,1 0,0 0,-1 0,1 0,0 0,-1 0,1 0,0 0,-1 0,1 0,-1 0,1 0,0-1,-1 1,1 0,0 0,0 0,-1 0,1-1,0 1,-1 0,1 0,0 0,0-1,-1 1,1 0,0-1,0 1,0 0,-1 0,1-1,0 1,0 0,0-1,0 1,0 0,0-1,-1 1,1 0,0-1,0 1,0-1,0 1,-7 12,0 0,0 0,1 1,1 0,0 1,1-1,0 1,1-1,0 1,1 0,1 0,0 10,-1 21,3-1,1 1,2-1,2 0,2 0,1-1,3 0,2-1,1 0,2-1,2-1,21 33,-6-24,-33-52,-53-90,-86-133,137 225,1 0,-1 1,0-1,0 0,0 1,0-1,1 0,-1 0,0 0,1 0,-1 0,0 0,1 0,0 0,-1 0,1 0,-1 0,1 0,0 0,0 0,0-1,0 1,0 0,0 0,0 0,0 0,0 0,0 0,1 0,-1-1,0 1,1 0,-1 0,1 0,-1 0,1 0,-1 0,1 1,0-1,0 0,-1 0,1 0,0 0,0 1,0-1,0 0,0 1,0-1,0 1,0-1,0 1,0 0,0-1,0 1,0 0,0 0,0 0,1 0,-1-1,0 2,133 19,-94-10,211 39,27-8,-267-37,-32-3,12 0,-3-1,-12 1,0 1,0 0,1 2,-1 0,1 2,0 1,-16 7,36-14,1 1,-1 0,1 0,0 0,-1 0,1 0,0 0,0 0,0 1,0-1,0 1,0 0,0-1,1 1,-1 0,1 0,-1 0,1 0,-1 0,1 1,0-1,0 0,0 0,1 1,-1-1,0 1,1-1,0 1,-1-1,1 1,0-1,0 1,1-1,-1 1,0-1,1 0,0 1,-1-1,1 1,0-1,6 4,1-1,-1 1,1-1,0-1,1 0,-1 0,1-1,0 1,-1-2,1 0,1 0,-1 0,0-1,0 0,1-1,-1 0,0-1,5 0,-4 0,-1 0,1 0,-1-1,1 0,-1-1,0 0,0 0,0-1,0 0,-1-1,1 0,-1 0,0-1,-1 0,1 0,-1-1,-1 0,4-4,-11 13,-1 1,1 0,0 0,-1 0,1 0,1 0,-1 0,0 0,1 0,-1 0,1 0,0 1,0-1,0 0,1 0,-1 0,1 0,-1 0,1 0,0 0,0 0,1 0,-1 0,1 0,-1 0,1-1,0 1,0-1,0 1,1 0,3-1,1 1,0-1,0-1,-1 1,1-1,0 0,0-1,0 1,0-1,0-1,0 1,0-1,0-1,0 1,0-1,-1 0,1-1,-1 0,1 0,5-3,4-3,1-1,-1 0,-1-1,0 0,0-1,-1-1,-1-1,0 0,-1 0,-1-1,6-10,4-9,-1-1,-2-1,-1-1,10-36,-12 29,-3 0,-1-2,2-24,-14 61,-3 20,-9 45,3 0,3 0,2 1,2-1,3 1,7 53,1-2,-8-108,0-1,0 1,0-1,-1 1,1-1,0 1,0 0,0-1,0 1,0-1,0 1,0 0,1-1,-1 1,0-1,0 1,0 0,0-1,0 1,1-1,-1 1,0 0,0-1,1 1,-1 0,0-1,1 1,-1 0,0 0,1-1,-1 1,0 0,1 0,-1 0,0-1,1 1,-1 0,1 0,-1 0,0 0,1 0,-1 0,1 0,-1 0,1 0,-1 0,0 0,1 0,-1 0,1 0,-1 0,0 0,1 1,-1-1,1 0,-1 0,0 0,1 1,-1-1,0 0,1 0,-1 1,0-1,0 0,1 1,-1-1,0 0,0 1,1-1,-1 1,2-6,7-8,0 0,0 1,1 0,1 0,0 1,0 1,4-3,-12 11,0-1,1 1,-1 0,1 0,0 0,-1 0,1 1,0-1,0 1,0 0,0 0,0 1,0-1,1 1,-1 0,0 0,0 0,0 1,0-1,0 1,0 0,0 0,0 1,0-1,0 1,0 0,-1-1,1 2,1 0,0 0,-1 1,1-1,-1 1,0 0,0 0,-1 1,1-1,-1 1,0-1,0 1,0 0,-1 0,1 0,-1 1,-1-1,1 0,-1 1,0-1,0 1,-1 0,1-1,-1 2,-2-4,0 0,0 0,0 0,-1 0,1-1,-1 1,0-1,1 0,-1 0,0 0,0 0,-1 0,1-1,0 1,-1-1,1 0,0 0,-1 0,1 0,-1-1,0 1,1-1,-1 0,1 0,-1 0,1-1,-1 1,0-1,1 0,0 0,-1 0,1 0,-3-2,4 2,0 1,1-1,-1 0,0 1,1-1,-1 0,1 0,-1 0,1 0,0 0,-1 0,1-1,0 1,0 0,0-1,0 1,0-1,0 1,0-1,0 1,0-1,1 0,-1 1,1-1,-1 0,1 0,0 1,0-1,0 0,0 0,0 1,0-1,0 0,0 0,1 1,-1-1,1 0,-1 0,1 1,0-1,0 1,0-1,-1 1,2-1,-1 1,0-1,0 1,0 0,0 0,1-1,-1 1,1 0,-1 0,1 0,-1 1,2-1,20-14,0 2,1 0,0 2,1 0,1 2,-1 1,9-1,-19 5,-10 2,64-11,-67 13,-1 0,1 0,0 0,-1 1,1-1,0 1,-1-1,1 1,0-1,-1 1,1 0,-1 0,1 0,-1 0,0 0,1 0,-1 0,0 0,0 0,0 1,0-1,0 0,0 1,0-1,0 1,0-1,-1 1,1-1,-1 1,1 0,-1-1,1 1,-1 0,0-1,0 1,0 0,0 0,0 0,-3 50,1-46,1 1,0 0,0 0,1-1,0 1,0 0,0 0,1 0,0-1,0 1,1 0,0-1,0 1,1-1,0 0,0 1,0-1,1-1,-3-3,0-1,1 1,-1-1,0 0,1 1,0-1,-1 0,1 0,0 0,-1-1,1 1,0 0,0-1,0 1,0-1,0 1,0-1,0 0,0 0,-1 0,1 0,0 0,0 0,0-1,0 1,0 0,0-1,0 0,0 1,-1-1,1 0,16-9</inkml:trace>
  <inkml:trace contextRef="#ctx0" brushRef="#br0" timeOffset="36150.268">16752 4118,'1'5,"0"-1,0 0,0 0,0 0,1 0,0 0,-1-1,1 1,1 0,-1-1,1 1,-1-1,1 0,0 0,0 0,0 0,1-1,-1 1,1-1,-1 0,1 0,0 0,0 0,0-1,0 1,0-1,0 0,3 0,9 5,0-2,1 1,0-2,-1 0,1-1,0-1,0-1,2 0,-12 0,0-1,1 1,-1-2,1 1,-1-1,0 0,0 0,0-1,0 0,-1 0,1-1,-1 0,0 0,0 0,0-1,0 0,-1 0,0 0,3-5,2-7,0 0,-2 0,0-1,-1-1,0 1,-2-1,0 0,-2 0,0-1,0-8,-2 27,-1 0,1 0,0-1,-1 1,1 0,-1-1,0 1,0-1,1 1,-1 0,0-1,0 1,0-1,0 1,0 0,-1-1,1 1,0-1,-1 1,1 0,-1-1,1 1,-1 0,0 0,1-1,-1 1,0 0,0 0,0 0,0 0,0 0,0 0,0 0,0 0,-1 1,1-1,0 0,0 1,-1-1,1 0,0 1,-1 0,1-1,-1 1,1 0,0 0,-1 0,1 0,-2 0,-5 4,0 1,1 0,-1 1,1 0,0 0,1 0,-1 1,1 0,-2 4,-13 15,1 1,1 1,1 1,2 0,1 1,1 0,2 1,1 1,1 0,2 1,1 0,2 0,-2 33,8-51,0 0,1 0,0 0,1 0,1-1,0 1,1-1,0 0,1 0,1-1,3 5,-6-12,-1 0,2 0,-1 0,0-1,1 0,0 0,1 0,-1-1,1 1,-1-1,1 0,1-1,-1 0,0 0,1 0,0 0,-1-1,1 0,0-1,0 0,0 0,0 0,0-1,7 0,-6-1,-1-1,1 0,0 0,0 0,-1-1,1 0,-1-1,0 1,0-1,0-1,-1 1,1-1,-1-1,0 1,-1-1,1 0,-1 0,1-3,9-11,-2-1,0-1,-1 0,-2-1,2-5,-27 127,14-95,0-1,0 1,1-1,-1 1,1 0,-1-1,1 1,0 0,0-1,1 1,-1-1,1 1,0-1,0 1,0-1,0 1,1-1,-1 0,1 1,0-1,0 0,0 0,0 0,1-1,-1 1,1 0,-1-1,1 0,0 0,0 0,0 0,0 0,1 0,-1-1,0 1,1-1,-1 0,4 0,-1-1,-1-1,1 1,-1-2,0 1,1 0,-1-1,0 0,0-1,0 1,0-1,0 0,-1 0,1 0,-1 0,0-1,0 0,0 0,0 0,2-4,52-92,-53 144,-5-41,1 1,0-1,0 0,0 1,0-1,1 0,-1 0,1 0,0 0,0 0,0 0,0 0,0 0,1-1,-1 1,1-1,0 0,0 0,0 0,0 0,0 0,0-1,0 0,0 1,1-1,-1 0,1 0,-1-1,1 1,-1-1,4 0,114-10,-109 8,-11 1,0 1,0-1,-1 1,1 0,0-1,0 1,0-1,0 1,0 0,0 0,0 0,0 0,0-1,-1 1,1 0,0 1,0-1,0 0,0 0,0 0,0 0,0 1,0-1,0 0,0 1,-1-1,1 1,0-1,0 1,-1-1,1 1,0 0,0-1,-1 1,1 0,-1 0,1-1,-1 1,1 0,-1 0,1 0,-1 0,0-1,1 1,-1 0,0 0,0 0,0 0,0 0,0 0,0 0,0 0,0 0,0 0,-1 7,0-7,1 1,-1 0,1-1,-1 1,1 0,0 0,0-1,0 1,0 0,0 0,0-1,0 1,1 0,-1-1,0 1,1 0,0-1,-1 1,1 0,0-1,0 1,0-1,0 1,0-1,0 0,0 1,0-1,1 0,-1 0,0 0,1 0,-1 0,1 0,-1 0,2 0,7 2,1-1,-1 0,0-1,1 0,0 0,-1-1,1-1,-1 1,1-2,-1 0,0 0,1-1,-1 0,0 0,0-1,-1-1,1 0,-1 0,0 0,-1-1,1-1,-1 0,7-7,-5 3,-1-1,0 0,0-1,-1 1,-1-2,0 1,-1-1,0 0,-1 0,-1-1,1-9,20-167,-22 161,-2 0,0 0,-2-1,-2 1,-1 0,0 0,-3 1,0-1,-10-20,17 47,-1 0,0 0,-1 0,1 0,0 0,-1 0,0 1,1-1,-1 1,0-1,0 1,-1 0,1-1,0 1,-1 0,1 1,-1-1,0 0,0 1,0-1,1 1,-1 0,0 0,0 0,-1 1,1-1,0 1,0-1,0 1,0 0,-1 0,1 0,0 1,0-1,0 1,-1 0,-6 6,0 1,1 0,0 0,0 1,0 0,1 0,1 1,0 0,0 1,1 0,0 0,1 0,0 0,1 1,0 0,1 0,-1 4,-4 11,1-1,2 1,0 1,1-1,2 1,1-1,1 1,2-1,0 1,2-1,1 0,1 0,2 0,0-1,11 22,-17-42,1 0,0 0,0 0,0-1,1 0,-1 1,1-1,1-1,-1 1,1-1,-1 1,1-1,1-1,-1 1,0-1,1 0,0 0,-1 0,1-1,0 0,1 0,-1 0,0-1,0 0,1 0,-1-1,1 0,-1 0,0 0,1-1,-1 0,0 0,0-1,3 0,4-6,0-1,-1 0,0-1,0-1,-1 1,-1-2,0 1,0-2,-2 1,1-1,-1 0,-1-1,0 0,0-3,5-5,-13 87,1-61,0 0,0 1,0-1,1 0,0 1,0-1,0 0,0 1,1-1,-1 0,1 0,0 0,1-1,-1 1,0 0,1-1,0 1,0-1,0 0,0 0,1 0,-1-1,1 1,0-1,-1 0,1 1,0-2,0 1,1 0,-1-1,0 0,0 0,1 0,-1-1,0 1,1-1,-1 0,1 0,-1-1,4 0,4-3,0-1,-1 0,0-1,0 0,0-1,-1 0,0 0,0-1,-1-1,0 1,0-2,5-6,35-32,-49 48,0 0,0 0,0 1,0-1,0 0,0 1,0-1,0 0,0 0,0 1,0-1,0 0,1 1,-1-1,0 0,0 0,0 0,0 1,1-1,-1 0,0 0,0 0,1 1,-1-1,0 0,0 0,1 0,-1 0,0 0,0 1,1-1,-1 0,0 0,1 0,-1 0,0 0,1 0,-1 0,0 0,0 0,1 0,-1 0,0 0,1-1,-1 1,0 0,0 0,1 0,-1 0,0 0,0 0,1-1,-1 1,0 0,0 0,0 0,1-1,-11 36,6-26,1 2,0 1,1-1,0 1,1-1,0 1,1 0,0 0,2 9,-1-17,-1 0,1 0,0 0,1 0,-1 0,1 0,0 0,0 0,0-1,0 1,0-1,1 1,0-1,0 0,0 0,0 0,0-1,0 1,1-1,-1 0,1 0,0 0,-1 0,1 0,0-1,2 1,24 3,-1-4</inkml:trace>
  <inkml:trace contextRef="#ctx0" brushRef="#br0" timeOffset="36430.515">18744 4225,'4'3,"16"4,3 2</inkml:trace>
  <inkml:trace contextRef="#ctx0" brushRef="#br0" timeOffset="36819.511">19787 4333,'20'4,"23"2,25 3,18 0,13 1,4-1,-7-1,-16-2,-25 0,-31-1,-20-1</inkml:trace>
  <inkml:trace contextRef="#ctx0" brushRef="#br0" timeOffset="37075.826">19893 4600,'25'7,"20"2,17 0,16-3,6-1,2-2,-8-3,-10-7,-16-2</inkml:trace>
  <inkml:trace contextRef="#ctx0" brushRef="#br0" timeOffset="37282.64">20508 4025,'51'26,"-2"1,-1 3,-1 2,6 8,-26-22,-2 1,0 2,-2 0,0 2,-1 0,-2 2,0 0,-2 1,0 1,5 14,-21-35,1 0,-2 0,1 0,-1 0,0 0,0 0,0 0,-1 0,0 1,0-1,-1 0,0 0,0 0,0 0,-1 0,0 0,0 0,0 0,-1 0,0-1,0 0,0 1,-1-1,0 0,0-1,0 1,0-1,-1 1,-2 0,-26 21,-1-1,-1-2,-1-2,-1-1,-10 3,2-1,-120 62,90-47</inkml:trace>
  <inkml:trace contextRef="#ctx0" brushRef="#br0" timeOffset="38311.714">5402 5736,'25'0,"24"0,22-2,21-3,17-1,6 1,3 1,-7 1,-14 4,-21 4,-24 5,-24 3,-18 0</inkml:trace>
  <inkml:trace contextRef="#ctx0" brushRef="#br0" timeOffset="38587.973">5442 5897,'16'2,"16"1,22 0,16-1,18 0,10-1,3-1,-3 3,-10 0,-15 2,-18 3,-18-1</inkml:trace>
  <inkml:trace contextRef="#ctx0" brushRef="#br0" timeOffset="38898.685">5964 5469,'54'4,"0"1,-1 3,1 2,16 7,-66-16,40 8,-1 2,0 2,0 1,-2 3,0 1,11 8,-45-22,-1 0,1 0,-1 0,0 1,0 0,0 0,-1 1,0 0,0 0,0 0,-1 0,0 1,0-1,0 1,-1 0,0 0,-1 1,0-1,0 0,0 1,-1 0,0-1,0 1,-1 0,0-1,0 1,-1 1,-6 10,-1-1,-1 1,-1-2,0 1,-1-1,-1-1,0 0,-1-1,-1 0,0-1,-1-1,-1 0,0-1,-1-1,-13 7,-35 21,5-7</inkml:trace>
  <inkml:trace contextRef="#ctx0" brushRef="#br1" timeOffset="45368.181">7140 5870,'-5'60,"9"-82,137-249,-103 179,-37 92,-1 0,0 0,1-1,-1 1,0 0,1 0,-1 0,1 0,-1 0,0 0,1 0,-1 0,1 0,-1 0,0 0,1 0,-1 1,0-1,1 0,-1 0,0 0,1 0,-1 1,0-1,1 0,-1 0,0 1,1-1,-1 0,0 0,0 1,1-1,-1 0,0 1,0-1,0 0,0 1,1-1,-1 1,0-1,0 0,0 1,0-1,0 1,0-1,0 0,0 1,0-1,0 0,0 1,0-1,0 1,-1-1,1 1,0-1,15 70,-11-45,1-1,1 0,1 0,1 0,1-1,2 2,65 74,-76-99,1 0,-1 0,0 1,1-1,-1 0,0 0,1 0,-1 1,0-1,1 0,-1 0,0 1,0-1,1 0,-1 0,0 1,0-1,0 0,1 1,-1-1,0 1,0-1,0 0,0 1,0-1,0 0,1 1,-1-1,0 1,0-1,0 0,0 1,-1-1,1 0,0 1,0-1,0 1,0-1,0 0,0 1,-1-1,1 0,0 1,0-1,0 0,-1 1,1-1,0 0,0 0,-1 1,1-1,0 0,-1 0,1 1,0-1,-1 0,1 0,0 0,-1 0,1 0,-1 0,1 1,0-1,-1 0,1 0,0 0,-1 0,1 0,-1 0,-28-3,25 2,0 1,0-1,1 0,-1 0,0-1,1 1,-1-1,1 1,0-1,-1 0,1-1,0 1,0 0,0-1,1 0,-1 1,1-1,-1 0,1-1,0 1,0 0,0 0,1-1,-1 1,1-1,0 0,0 1,0-1,0 0,1 0,-1 0,1 1,0-1,0 0,1 0,-1 0,1 1,0-1,0-2,9-10,1 0,1 0,0 2,0-1,2 2,0 0,4-3,20-20,-18 18,-1-1,0-1,-2 0,-1-2,0 0,-1 0,-2-2,0 1,-2-2,0 0,-2 0,-1-1,5-23,-13 45,2-7,0 0,-1 0,0 0,0 0,-2 0,1-1,-1 1,-2-4,3 15,0 1,0-1,0 1,0 0,0-1,0 1,0-1,0 1,0 0,0-1,0 1,-1-1,1 1,0-1,-1 1,1-1,0 1,-1-1,1 1,0-1,-1 1,1-1,-1 1,1-1,-1 0,1 1,-1-1,1 0,-1 0,1 1,-1-1,1 0,-1 0,0 0,1 0,-1 1,1-1,-1 0,0 0,1 0,-1 0,1-1,-1 1,0 0,1 0,-1 0,1 0,-1 0,1-1,-1 1,1 0,-1-1,1 1,-1 0,1-1,-1 1,1-1,-1 1,1 0,0-1,-1 1,1-1,0 1,-1-1,1 0,-5 23,0 0,2 0,0 0,1 0,2 1,0-1,2 0,0 0,1 0,3 9,15 48,3-2,3 0,22 38,-25-58,-14-33</inkml:trace>
  <inkml:trace contextRef="#ctx0" brushRef="#br1" timeOffset="46400.484">7514 5496,'103'29,"1"-5,0-4,45 0,-60-7,250 30,-430-35,71-4,0 0,1 1,-1 0,1 2,1 1,-13 6,25-11,0 0,1 0,-1 1,1-1,0 1,-1 1,2-1,-1 1,1-1,-1 1,1 1,1-1,-1 1,1-1,0 1,0 0,1 0,-1 0,1 1,1-1,-1 0,1 2,1-4,0 0,0 0,0-1,0 1,1 0,-1-1,1 1,0 0,1-1,-1 1,0-1,1 1,0-1,0 0,0 0,0 0,0 0,1 0,-1 0,1-1,0 1,0-1,0 1,0-1,0 0,0-1,1 1,-1 0,1-1,2 1,2 1,0-1,1 0,-1 0,1-1,-1 0,1 0,0-1,-1 0,1-1,-1 0,1 0,-1-1,1 0,3-3,0 0,0-1,-1 0,0-1,0 0,-1-1,0 0,0-1,-1 0,0 0,0-1,-1 0,0-1,3-6,-11 17,0-1,0 1,0-1,1 1,-1 0,0-1,0 1,0-1,1 1,-1 0,0-1,0 1,1 0,-1 0,0-1,1 1,-1 0,0-1,1 1,-1 0,1 0,-1 0,0 0,1-1,-1 1,1 0,-1 0,0 0,1 0,-1 0,1 0,-1 0,1 0,-1 0,0 0,1 0,-1 0,1 0,-1 1,1-1,-1 0,0 0,1 0,-1 1,0-1,1 0,-1 0,0 1,1-1,-1 0,0 1,1-1,-1 0,0 1,0-1,0 0,1 1,-1-1,0 1,10 31,-7-19,1-3,-1 0,2 0,-1-1,1 1,1-1,-1 0,2-1,5 8,-10-14,0 0,0 0,0 0,0 0,0 0,1-1,-1 1,1-1,-1 1,1-1,-1 0,1 0,0 0,-1 0,1-1,0 1,0-1,-1 1,1-1,0 0,0 0,0-1,0 1,-1 0,1-1,0 0,0 1,-1-1,1 0,0-1,-1 1,1 0,-1-1,0 1,1-2,5-3,0-1,-1 0,0-1,0 0,0 0,-1 0,-1-1,0 0,0 0,0 0,-1-1,0 1,-1-1,1-5,18-143,-21 76,0 81,-1 1,1 0,-1-1,1 1,-1 0,1-1,-1 1,1 0,-1 0,1 0,-1 0,1 0,0 0,-1 0,1 0,-1 0,1 0,-1 0,1 0,0 0,-1 0,1 0,-1 0,1 1,-1-1,1 0,-1 0,1 1,-1-1,1 0,-1 1,1-1,-1 1,0-1,1 1,-1-1,0 0,1 1,-1-1,0 1,1-1,-1 1,4 2,56 30,-51-30,-1 1,1-1,-1 2,0-1,0 1,0 0,0 0,-1 1,0 0,0 1,-1-1,0 1,0 1,-1-1,1 1,-2 0,1 0,-1 0,0 1,-1-1,1 5,3 144,-6-153,0-1,0 1,0-1,1 0,-1 1,1-1,0 0,0 0,0 0,0 0,0 0,1-1,-1 1,1-1,0 1,-1-1,1 0,0 0,1 0,-1-1,0 1,0-1,1 1,-1-1,1 0,-1-1,1 1,-1 0,1-1,0 0,9 1,0-1,0 0,0-1,0-1,-1 0,1 0,-1-1,1-1,1 0,-1 0,1-1,-1 0,-1-1,1 0,-1-1,0 0,0-1,-1-1,0 0,0 0,-1-1,-1 0,1-1,-2 0,1-1,-2 0,0 0,0 0,-1-1,0 0,3-12,-8 22,-1 0,1 1,0-1,-1 0,0 0,1 0,-1 0,0 0,-1 0,1 0,0 0,-1 0,0 1,1-1,-1 0,0 0,-1 1,1-1,0 0,-1 1,1-1,-1 1,0 0,0 0,0-1,0 1,0 0,-1 1,1-1,0 0,-1 1,0-1,1 1,-1 0,0 0,1 0,-1 0,0 0,0 1,0-1,0 1,0 0,0 0,0 0,0 0,-2 1,-1 0,1 0,0 1,0 0,0 0,0 1,1-1,-1 1,0 0,1 0,0 0,0 1,0 0,0 0,1 0,-1 0,1 0,0 1,0-1,0 1,1 0,0 0,0 0,0 0,1 0,-1 0,1 0,0 1,1-1,-1 1,1-1,0 0,1 1,-1-1,1 0,0 1,0-1,2 4,4 0,0-1,1 0,0-1,1 1,-1-2,1 1,0-1,1-1,0 1,0-2,0 1,0-1,1-1,-1 0,1 0,0-1,0-1,0 0,3 0,152 12,-87-12</inkml:trace>
  <inkml:trace contextRef="#ctx0" brushRef="#br1" timeOffset="46710.656">9973 5843,'0'0,"-11"-20,-1 0,-1 0,0 1,-2 1,-7-7,19 22,-1-1,1 1,-1 0,1 0,-1 0,0 0,0 1,-1-1,1 1,0 0,-1 1,1-1,-1 1,0 0,1 0,-1 0,0 1,0-1,0 1,1 0,-1 1,0-1,0 1,1 0,-1 0,0 0,1 1,-1 0,-1 1,-4 2,0 1,1 0,0 1,0 0,1 1,-1-1,2 2,-1-1,1 1,1 0,-1 1,1-1,1 1,-3 8,7-17,1 0,-1 1,1-1,0 1,-1-1,1 1,0-1,0 0,0 1,0-1,0 1,0-1,0 1,1-1,-1 1,0-1,1 1,-1-1,1 0,0 1,-1-1,1 0,0 0,0 1,0-1,0 0,0 0,0 0,0 0,0 0,0 0,1-1,-1 1,0 0,0 0,1-1,-1 1,1-1,-1 1,0-1,1 0,-1 0,1 1,-1-1,1 0,70 2,-60-2,0-1,0 0,0-1,0-1,-1 0,1 0,-1-1,1-1,-1 0,-1 0,1-1,-1-1,0 1,0-2,2-1,-11 8,0 0,1-1,-1 1,0 0,0-1,0 1,0-1,0 1,0-1,0 1,-1-1,1 0,0 1,-1-1,1 0,-1 1,0-1,0 0,1 0,-1 0,0 1,-1-1,1 0,0 0,-1 3,1-1,-1 0,0 1,1-1,-1 1,0 0,1-1,-1 1,1-1,-1 1,1 0,0-1,-1 1,1 0,-1 0,1-1,0 1,0 0,-1 0,1-1,0 1,0 0,0 0,0 0,0-1,0 1,0 0,0 0,0 0,1-1,-1 1,0 0,0 0,1-1,-1 1,1 0,-1 0,2 3,1 0,-1-1,1 1,-1-1,1 1,0-1,0 0,0 0,1-1,-1 1,1-1,-1 1,1-1,4 1,20 10,1-2,0-1,1-2,0-1,1-1,-1-1,7-2,-24-1,96 11</inkml:trace>
  <inkml:trace contextRef="#ctx0" brushRef="#br1" timeOffset="47146.022">11604 5536,'8'27,"0"0,2-1,1 0,0-1,2 0,1-1,2-1,0 0,1-1,9 8,-22-25,1 1,-1-1,1-1,1 1,-1-1,1 0,-1 0,1-1,0 1,1-1,-1-1,0 1,1-1,0 0,-1-1,1 1,6-1,-9-3,-1 0,1 0,-1-1,1 0,-1 1,0-1,0 0,-1 0,1-1,-1 1,1-1,-1 1,0-1,0 0,-1 0,1 0,-1 0,0 0,0 0,0 0,0 0,-1 0,0 0,0-1,0 1,0 0,-1 0,0-2,2 2,-1-42,-1 35,0 0,1 0,1 0,0 0,0 0,1 0,0 1,1-1,0 0,4-6,-4 14,-1-1,1 1,0 0,1-1,-1 1,0 1,1-1,0 0,0 1,-1 0,1 0,1 0,-1 0,0 1,0 0,1-1,-1 2,5-2,24-3</inkml:trace>
  <inkml:trace contextRef="#ctx0" brushRef="#br1" timeOffset="47347.483">12340 5683,'0'16,"0"12,0 5,0 5,2 0,3-2,4-4,1-6,0-5,0-7,1-4,-2-5</inkml:trace>
  <inkml:trace contextRef="#ctx0" brushRef="#br1" timeOffset="47604.309">12273 5455,'-13'-4,"-8"-2,3 2,11 5,16 4,17 6,5 1</inkml:trace>
  <inkml:trace contextRef="#ctx0" brushRef="#br1" timeOffset="47882.566">12660 5643,'5'18,"1"13,0 6,-1 3,-2-1,2-2,1-5,2-6,1-5,0-6,-1-5</inkml:trace>
  <inkml:trace contextRef="#ctx0" brushRef="#br1" timeOffset="47883.566">12701 5389,'-16'-16,"-8"-8,-3 1,-1 4,6 7,5 11,14 10,13 7,12 4,2-1</inkml:trace>
  <inkml:trace contextRef="#ctx0" brushRef="#br1" timeOffset="48141.871">13128 5348,'3'-9,"-3"4,-4 12,-5 18,-5 17,-2 14,-2 11,4 9,3 2,4-3,8-5,7-8,8-10,8-11,4-13,2-11,-2-13,-6-7</inkml:trace>
  <inkml:trace contextRef="#ctx0" brushRef="#br1" timeOffset="48518.377">13062 5710,'-166'-107,"166"107,0 0,-1 0,1 0,-1 0,1 0,-1 0,1 0,0 0,-1 0,1 0,-1 0,1-1,-1 1,1 0,0 0,-1 0,1-1,0 1,-1 0,1 0,0-1,-1 1,1 0,0-1,0 1,-1 0,1-1,0 1,0-1,0 1,-1 0,1-1,0 1,0-1,0 1,0 0,0-1,0 1,0-1,0 1,0-1,0 1,0-1,0 1,0 0,0-1,1 1,-1-1,0 1,0 0,0-1,1 1,-1 0,0-1,0 1,1 0,-1-1,0 1,29 0,460 70,-486-69,61 18,-63-18,1-1,0 1,-1 0,1 1,-1-1,0 0,1 0,-1 1,0-1,1 0,-1 1,0 0,0-1,-1 1,1-1,0 1,0 0,-1 0,1-1,-1 1,1 0,-1 0,0 0,0 0,0 0,0-1,0 1,0 0,0 0,-1 0,1 0,-1 1,-7 23,6-23,0 0,0 0,0 0,1 0,-1 0,1 1,0-1,0 1,0-1,1 1,-1-1,1 1,0-1,0 1,0 0,0-1,1 1,-1-1,1 1,0-1,0 1,0-1,1 0,-1 1,1-1,0 0,0 0,0 0,0 0,0-1,1 1,-1-1,1 1,0-1,0 1,2-1,1 0,0-1,0 1,1-1,-1-1,0 1,0-1,0 0,1 0,-1 0,0-1,0 0,0-1,0 1,0-1,0 0,0-1,-1 1,1-1,-1 0,1 0,-1-1,0 0,0 0,-1 0,1 0,-1-1,0 0,0 0,-1 0,1 0,-1 0,0-1,-1 1,1-1,-1 0,0 0,0-1,0 2,0 0,-1 0,1 0,-1 0,0 0,0 0,0 0,-1 0,0 0,0 0,0-1,-1 1,0 0,1 0,-2 0,1 0,-1 0,0 0,0 1,0-1,0 0,-1 1,0 0,0-1,0 1,0 0,-1 1,0-1,1 0,-1 1,-1 0,1 0,0 0,-1 1,1 0,-3-1,2 1,0 1,0 0,0 0,0 1,0-1,-1 1,1 0,0 1,0-1,0 1,0 0,-1 0,1 1,1 0,-1-1,0 2,0-1,1 0,-1 1,1 0,0 0,0 0,0 1,0-1,0 1,1 0,0 0,-1 0,2 1,-1 0,2-2,1 0,0 0,0 1,0-1,0 0,1 0,-1 1,1-1,0 0,0 0,0 0,0 0,1 0,-1 0,1 0,0 0,0-1,0 1,0-1,0 1,0-1,1 0,-1 0,1 0,0 0,-1 0,1 0,2 0,30 20</inkml:trace>
  <inkml:trace contextRef="#ctx0" brushRef="#br1" timeOffset="49298.436">14278 5736,'-8'-13,"-1"1,0-1,-1 1,0 1,-1 0,0 0,-1 1,-11-7,18 14,0 0,1 0,-2 0,1 1,0 0,0 0,-1 0,1 1,-1-1,1 1,-1 1,0-1,0 1,1 0,-1 0,0 1,1-1,-1 1,1 1,-1-1,1 1,-1 0,1 0,0 0,0 1,-3 2,1 0,0 0,0 0,0 1,1 0,0 1,0-1,1 1,-1 0,1 1,1-1,0 1,0 0,0 0,1 0,0 0,1 1,0-1,0 1,1 0,0-1,0 5,1-10,1 1,0-1,-1 1,1-1,1 1,-1-1,0 0,1 1,0-1,-1 0,1 0,0 0,1 0,-1 0,0-1,1 1,0-1,-1 0,1 1,0-1,0-1,1 1,-1 0,0-1,0 1,1-1,-1 0,1 0,1 0,6 1,1 0,-1 0,1-1,-1-1,1 0,0 0,-1-1,8-2,-4 0,0-1,1 0,-2-1,1 0,-1-1,1-1,-2-1,1 0,-1 0,0-1,-1-1,7-7,-35 108,16-88,0 0,0 0,0 0,0 0,1 0,-1 0,1-1,0 1,0 0,0 0,0 0,0-1,1 1,-1-1,1 1,-1-1,1 0,0 1,0-1,0 0,0 0,1 0,-1-1,1 1,-1-1,1 1,-1-1,1 0,0 0,-1 0,1 0,0 0,0 0,0-1,0 0,0 1,0-1,0 0,0-1,-1 1,1 0,0-1,0 0,0 1,1-2,5-4,-1-1,0 0,0-1,0 1,-1-2,0 1,-1-1,0 0,0 0,-1-1,0 0,-1 0,0 0,0 0,-1 0,0-1,-1-2,-1 9,10-30,-6 16,0 0,1 0,1 1,1 0,0 0,1 1,6-8,-14 23,-1-1,1 1,0-1,0 0,0 1,1 0,-1-1,0 1,0 0,1 0,-1-1,1 1,-1 0,1 1,0-1,-1 0,1 0,0 1,-1-1,1 1,0-1,0 1,-1 0,1-1,0 1,0 0,0 0,0 1,-1-1,1 0,0 1,0-1,-1 1,1-1,0 1,-1 0,1-1,0 1,-1 0,1 0,-1 0,1 1,-1-1,0 0,1 1,3 7,0 1,-1 0,0 0,-1 1,0-1,-1 1,0-1,0 1,-1 0,0 0,-1 0,-1 10,3 35,-2-51,0 0,0 0,0 0,1 0,0 0,0 0,0 0,0-1,1 1,0 0,0 0,0-1,1 0,-1 1,1-1,0 0,0 0,1-1,-1 1,1 0,0-1,0 0,0 0,0 0,0-1,1 1,3 0,2 0,-1-1,1 0,1-1,-1 0,0-1,0 0,0 0,0-1,0 0,0-1,0 0,0-1,0 0,-1-1,1 0,-1 0,0-1,0 0,-1 0,0-1,1 0,-2-1,1 0,-1 0,0 0,-1-1,0 0,0-1,0 1,-1-1,-1 0,1 0,0-4,-1-1,0 0,0 0,-2 0,0-1,0 1,-1-1,-1-4,0 14,0 0,-1 0,1 0,-1 0,0 0,0 0,-1 0,1 0,-1 1,0-1,-1 0,1 1,-1 0,1-1,-1 1,-1 0,1 1,-1-1,1 0,-1 1,0 0,-1 0,3 1,-1 1,1-1,-1 1,0 0,0 0,1 0,-1 1,0-1,0 1,0-1,0 1,0 0,0 0,0 0,0 1,0-1,1 1,-1-1,0 1,0 0,0 0,1 0,-1 1,0-1,1 1,-1-1,1 1,0 0,0 0,-1 0,1 0,-2 2,1 1,-1-1,1 1,0-1,0 1,0 0,1 0,-1 0,1 0,1 1,-1-1,1 0,0 1,0-1,0 1,1 1,1 2,1 1,1-1,0 0,0 0,0 0,1-1,1 1,-1-1,1 0,1 0,0 0,0-1,0 0,1 0,0-1,0 1,0-2,1 1,0-1,1 0,-1-1,1 1,-1-2,7 2,120 48,9-11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3:54.18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123 670,'-18'110,"6"0,4 1,6 85,1-144,1 1134,-40-469,-2 80,44-133,-2-646,-1-5,1-1,0 1,1-1,0 1,1-1,1 1,0-1,0 0,4 9,-5-19,-1 0,0 0,1 0,0-1,-1 1,1 0,0-1,0 1,0-1,0 1,0-1,0 0,0 0,0 0,1 0,-1 0,0-1,1 1,-1-1,0 1,1-1,-1 0,1 0,-1 0,1 0,-1 0,0-1,2 1,68-22,-66 19,11-3,22-11,0 2,2 2,-1 2,23-3,39 5,0 4,71 7,-65 0,1095-8,-131 25,468-3,-834-16,250 35,-676-20,777 7,-664-18,1061 40,-1072-9,-380-34,-1-1,1 1,0-1,0 1,-1-1,1 0,0 0,0 0,0 0,-1 0,1 0,0-1,0 1,-1 0,1-1,0 0,-1 1,1-1,0 0,-1 0,1 0,-1 0,1 0,-1 0,0 0,1 0,-1-1,0 1,0 0,0-1,0 1,0-1,0 0,0 1,0-2,5-18,-1 0,-1 0,0-1,-2 0,0 0,-2 0,0 0,-2 0,0 0,-3-9,3 13,-11-76,5 0,4-1,8-85,16 45,7 0,5 2,11-15,-5 14,-33 117,93-344,-14-3,-11-47,-53 192,-10-1,-13-94,3 255,2 0,3 0,2 1,10-37,-2 33,-3 0,-3 0,-2-1,-2-55,-5 106,1 0,0 0,0 0,2 0,-1 0,1 1,1-1,0 1,5-9,-1-3,-1 0,-1-1,-2 0,0 1,0-17,5-28,-7 58,0 1,0-1,-1 0,-1 0,1 0,-2 0,1 0,-1 1,-1-1,0 0,0 0,-1 1,0 0,-3-7,-6-4,-1 0,-1 1,0 1,-1 0,-1 1,-1 1,0 1,-2 0,1 1,-8-4,1 7,1 0,-2 1,1 2,-1 1,0 0,-1 2,1 1,-1 2,0 0,0 2,0 1,-12 2,4-3,-82 1,-547-10,-265-22,722 31,-533-9,-833-9,1075 20,333-2,-1233 39,753 23,-324 25,573-66,-131-21,-23-9,397-5,-137 15,289-1,-1-1,0 1,1 0,-1 0,1 0,-1 0,1 0,-1 0,1 1,-1-1,0 0,1 1,0 0,-1-1,1 1,-1 0,1-1,0 1,-1 0,1 0,0 0,0 0,0 0,0 1,0-1,0 0,0 0,0 1,0-1,0 0,1 1,-1-1,1 1,-1-1,1 1,0-1,-1 1,1 0,0-1,0 1,0 1,-19 86,2-36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0.21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205 1,'79'13,"183"8,226-13,-108-4,-204 0,1 9,82 20,-215-24,-27-5,0 0,1-1,-1-1,1-1,0 0,4-2,367-56,-377 55,0-1,0 1,0 0,0 1,0 0,0 1,1 0,-1 1,11 2,-21-2,0 0,0 0,-1 0,1 0,0 1,-1-1,1 0,-1 1,1-1,-1 1,1 0,-1-1,0 1,0 0,0 0,0 0,0 0,-1 0,1 0,0 0,-1 0,1 0,-1 0,0 0,0 0,0 0,0 0,0 1,-7 64,6-62,-63 314,59-243,2 0,4 0,3 0,9 43,13 91,-5 112,-13 258,13 159,-13-607,6 119,-12 84,-3-319,1-1,-2 1,0-1,-1 1,-1-1,0 0,-1 0,0 0,1-11,0 0,0-1,0 1,-1-1,1 0,-1 0,1 0,-1-1,0 1,0-1,0 0,-1-1,1 1,0-1,-1 0,1-1,0 1,-1-1,1 0,-1 0,1-1,-1 0,-2 0,-9 1,-41 0,-675 16,-423 55,556-9,542-59,43-6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1.67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279 724,'-24'0,"1"0,-1 1,1 1,0 2,-1 0,1 1,1 2,-5 2,23-8,0 0,0 1,0 0,1 0,-1 0,1 0,0 1,-1-1,1 1,0 0,1 0,-1 0,0 0,1 1,0-1,0 1,0-1,0 1,0 0,1-1,-1 1,1 0,0 0,1 0,-1 0,1 0,-1 1,1-1,0 0,1 0,-1 0,1 0,0 0,0 0,1 3,6 6,0-1,1-1,0 1,0-2,2 1,-1-1,1-1,1 0,-1 0,1-2,1 1,0-1,0-1,10 3,264 116,-279-121,-1-2,0 1,0 0,-1 0,1 1,-1 0,0 0,0 0,0 1,0 0,-1 0,0 1,0-1,0 1,-1 0,2 3,-5-6,-1-1,0 0,1 1,-1-1,0 0,0 0,0 1,0-1,-1 0,1 1,-1-1,1 0,-1 0,0 1,0-1,0 0,0 0,0 0,0 0,-1 0,1-1,-1 1,1 0,-1 0,0-1,1 1,-1-1,0 0,0 0,-1 1,-66 32,54-28,1-1,-1 0,0-2,-1 1,1-2,0 0,-1-1,-12-1,24 0,1-1,0 0,-1 0,1 0,0 0,0-1,0 1,0-1,0 0,0 0,0 0,1 0,-1 0,1-1,-1 1,1-1,0 1,0-1,0 0,0 0,1 0,-1 0,1 0,0 0,0-1,0 1,0 0,0 0,1-1,-1 1,1-1,0 1,0-1,1 1,-1 0,1-1,-1 1,1 0,0-1,0 1,0 0,1 0,-1 0,2-2,14-36,2 2,1 0,2 1,2 1,11-12,5-10,-2 4,-3-1,-2-1,-3-2,-2-1,-3-2,-3 0,-3-1,3-21,12-258,-30 317,-3 276,-2-133,-2-9,4 1,5-1,5-1,24 107,-32-201,0 1,1-1,1 0,0-1,1 1,1-1,0 0,1-1,0 1,10 10,16-7,-20-19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1.97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47,'22'-9,"34"-3,37 0,37 3,26 5,13 7,-5 11,-30 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2.76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383 261,'-11'-3,"0"-2,-1 0,0 1,0 1,0 0,0 0,0 1,0 1,-1 0,1 1,-1 0,1 1,0 0,-1 1,1 0,0 1,0 1,0 0,1 0,0 1,-4 2,5 1,0 1,1 0,0 0,0 1,1 0,0 0,1 1,0 0,1 0,0 1,1 0,0 0,1 0,0 1,1-1,1 1,0 0,0-1,1 4,1-12,0 0,1 1,-1-1,1 0,0 0,0 0,0 0,1 0,-1-1,1 1,0 0,0-1,0 1,1-1,-1 0,1 1,0-1,0 0,0-1,0 1,0-1,1 1,-1-1,1 0,0 0,-1 0,1-1,0 1,0-1,0 0,1 0,4 1,1-1,0 0,0-1,-1 0,1 0,0-1,0 0,-1-1,1 0,-1 0,1-1,6-3,1-3,0 0,-1-2,0 0,0 0,-1-1,-1-1,0-1,-1 0,0 0,-1-1,-1-1,-1 0,0-1,-1 0,0 0,-2-1,0 0,-1 0,1-7,-3 5,-7 25,-7 33,7-19,1-1,0 1,1 0,1 0,1 0,1-1,2 12,-2-23,-1 0,1 0,1 0,-1 0,1-1,1 1,-1-1,1 0,0 0,0 0,1 0,0-1,0 0,0 0,0 0,1 0,0-1,0 0,0 0,1-1,2 1,-4-1,1-1,0 0,0-1,0 1,0-1,0 0,0-1,1 0,-1 0,0 0,0 0,0-1,0 0,0-1,0 1,0-1,0 0,0-1,-1 1,1-1,-1 0,0 0,1-1,-2 0,1 0,0 0,-1 0,0-1,0 0,0 0,0 0,-1 0,0 0,0-1,9-23,-1 1,-2-1,-1 0,-2-1,0 0,-2 0,-1 0,-2-1,-1 1,-3-25,3 46,0-116,1 123,0 0,0 0,0 0,0 0,1 1,-1-1,1 0,-1 1,1-1,0 1,0 0,-1 0,1-1,0 1,0 0,0 0,0 1,0-1,0 0,0 1,1-1,-1 1,0 0,0 0,0-1,1 2,-1-1,0 0,0 0,0 1,0-1,1 1,-1-1,0 1,0 0,0 0,0 0,0 0,-1 0,2 2,4-2,-2 1,38 8,0 2,-1 2,0 2,-1 1,-1 3,25 16,-61-33,0-1,0 1,0 0,-1 0,1 0,-1 0,0 1,0-1,0 1,0 0,-1 0,1 0,-1 0,0 1,-1-1,1 1,-1-1,1 1,-1-1,-1 1,1 0,-1-1,1 1,-1 0,-1-1,1 1,-1 0,0-1,0 1,-1 1,-98 200,99-204,0 1,0 0,1 0,-1 0,1 0,-1-1,1 1,0 0,0 0,0 0,1 0,-1 0,1 0,-1-1,1 1,0 0,0 0,0-1,1 1,-1-1,0 1,1-1,0 1,0-1,0 0,0 0,0 0,0 0,0 0,0 0,3 0,7 4,1-1,0-1,0 0,1-1,-1 0,1-1,-1 0,1-2,0 1,-1-2,1 0,0 0,-1-1,3-1,2-1,0 1,-1-2,1 0,-1-2,0 1,-1-2,0 0,0-1,-1-1,0 0,0-1,-2-1,1 0,-1-1,-1 0,0-1,-1 0,-1-1,0 0,-1-1,0 0,-2-1,0 1,0-1,-2-1,0 0,-4 11,0 0,-1 0,0 0,0 1,0-1,-1 0,0 0,-1 0,1 1,-1-1,-1 0,2 5,0-1,1 1,-2 0,1 0,0 0,0 0,-1 0,1 1,-1-1,1 0,-1 1,0-1,1 1,-1-1,0 1,0 0,0 0,0 0,-1 0,1 0,0 0,0 0,-1 1,1-1,0 1,0 0,-1 0,1 0,0 0,-1 0,1 0,0 1,-2-1,-2 3,1-1,-1 1,1 0,0 0,0 0,1 1,-1 0,1 0,0 0,0 0,0 0,0 1,1 0,0 0,0 0,0 0,0 1,1-1,0 1,0-1,0 1,1 0,0-1,0 1,1 0,-1 0,1 0,1 0,-1 0,1 0,0-1,0 1,0 0,1 0,0-1,0 1,1-1,0 0,-1 0,2 1,7 8,1-1,1 1,0-2,1 0,0-1,1 0,0-1,1-1,0 0,0-1,1-1,0-1,0 0,1-1,16 3,49 11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3.54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0 174,'65'77,"-4"2,-4 3,42 79,-66-102,-33-59,1 0,-1 1,0-1,0 0,1 1,-1-1,0 0,0 1,1-1,-1 0,0 1,1-1,-1 0,1 0,-1 0,0 1,1-1,-1 0,1 0,-1 0,0 0,1 0,-1 0,1 0,-1 0,1 0,-1 0,0 0,1 0,-1 0,1 0,-1 0,0 0,1 0,-1-1,1 1,-1 0,0 0,1 0,-1-1,0 1,1 0,-1-1,0 1,1 0,-1 0,0-1,0 1,1-1,-1 1,0 0,0-1,0 1,0 0,1-1,-1 1,0-1,0 1,0-1,0 1,8-31,-8 29,22-155,-15 90,3 1,2 0,4 0,16-40,-5 54,-15 37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3.79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 1,'-7'15,"-2"15,1 12,1 7,4 4,5 3,5 1,0-1,0-2,-2-6,-1-10,-2-10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4.04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88 15,'-14'-5,"-6"-1,-3 3,3 6,10 7,14 6,17 4,5-3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4.24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0,'0'14,"0"13,0 12,2 9,1 10,2 2,1 4,-1-1,-2 1,-1-2,-3-4,-4-10,-1-11,1-14,1-10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4.53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 4,'-9'-3,"6"3,15 2,19 2,4-1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4.80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495 1,'-4'22,"-7"27,-3 24,-4 23,1 16,1 9,4 0,3-7,8-10,7-12,4-16,0-14,2-15,-2-13,-3-17,-2-12</inkml:trace>
  <inkml:trace contextRef="#ctx0" brushRef="#br0" timeOffset="1">0 642,'30'-4,"30"-5,27 1,24-2,17 1,3 3,-6 1,-15 5,-27 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5.09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67 127,'-8'10,"1"1,0 0,0 0,1 1,0-1,1 1,1 0,0 1,0-1,1 1,1 0,0 0,1 0,0 0,1 0,1-9,1 0,-1-1,1 1,-1 0,1-1,0 0,1 1,-1-1,0 0,1 0,0 0,0 0,-1-1,2 1,-1-1,0 0,0 0,1 0,-1 0,1 0,0-1,-1 1,1-1,0 0,0-1,101 10,-95-10,0 1,0-2,0 0,1 0,-1 0,0-2,-1 1,1-1,0 0,-1-1,1 0,-1-1,-1 0,1 0,0-1,-1 0,0-1,-1 0,0 0,0 0,0-1,-1 0,0 0,0-1,-1 1,0-1,-1-1,0 1,0 0,0-5,-4 5,0 0,0-1,-1 1,0 0,-1 0,0 0,-1 0,0 0,0 0,0 0,-1 1,-1 0,1 0,-1 0,-1 0,0 1,0 0,0 0,-1 0,0 1,0 0,0 0,-1 1,0 0,0 1,0-1,-1 1,1 1,-1 0,0 0,0 1,0 0,0 0,-1 1,1 0,0 1,0 0,-1 0,-5 2,9-1,-1 1,1 0,0 0,0 1,0-1,0 1,0 1,1-1,-1 1,1 0,0 0,0 1,0-1,1 1,-1 0,1 0,1 1,-1-1,1 1,0 0,0 0,0 0,1 0,0 0,0 1,1-1,0 1,0-1,0 1,1-1,0 1,0 0,1-1,-1 1,2-1,-1 1,1-1,25 42,8-8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6.00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261 430,'-3'-19,"-1"0,-1 0,-1 1,-1 0,0 0,-1 0,-1 1,0 0,-2 1,0 0,-11-12,21 26,0 0,-1 0,1 1,-1-1,0 0,0 1,1 0,-1-1,0 1,0 0,0 0,0 0,-1 0,1 0,0 1,0-1,0 1,-1-1,1 1,0 0,-1 0,1 0,0 0,0 0,-1 1,1-1,0 1,0-1,-1 1,1 0,0 0,0 0,0 0,0 0,-1 1,-6 8,1 0,0 1,1 0,0 0,1 1,0-1,1 1,1 1,-1-1,2 1,0-1,0 1,0 11,0-8,1 1,1-1,0 0,1 1,0-1,2 1,0-1,1 0,1 5,-2-14,0 0,1 0,-1-1,1 1,1-1,-1 0,1 0,0 0,0-1,1 1,0-1,0 0,0 0,0-1,1 1,0-1,0 0,0-1,0 1,1-1,-1-1,6 2,-5-1,-1-1,1-1,0 1,0-1,0 0,0-1,0 0,0 0,0 0,0-1,0 0,0 0,0-1,0 0,0 0,-1-1,1 1,-1-1,0-1,0 1,0-1,0 0,-1-1,1 1,-1-1,0 0,-1-1,1 1,-1-1,0 0,0 0,-1 0,0 0,0 0,0-1,4-15,-2 0,0 0,-1 0,-1 0,-1 0,-1-1,-1-7,7 140,-5-100,0 0,1 0,0-1,0 1,1-1,1 0,-1 0,1 0,1 0,0-1,0 0,1 0,0-1,0 1,0-2,1 1,0-1,1 0,-1-1,1 0,0 0,0-1,1 0,-1 0,1-1,8 1,-14-4,-1 0,1-1,0 1,0-1,0 0,0 0,-1 0,1-1,-1 1,1-1,-1 0,1 0,-1 0,0 0,0-1,0 0,0 1,-1-1,1 0,-1 0,1 0,-1 0,0-1,0 1,0-1,-1 1,1-1,-1 0,28-111,-4-246,-26 356,1 1,0-1,0 1,0 0,1-1,0 1,-1 0,1-1,1 1,-1 0,1 0,-1 0,1 0,0 0,1 0,-1 1,1-1,-1 1,1-1,0 1,1 0,-1 0,0 1,1-1,-1 0,1 1,0 0,0 0,0 0,0 1,0-1,0 1,2 0,3 2,0 0,-1 1,0 1,1-1,-1 1,0 1,0-1,0 1,-1 1,0-1,1 1,-2 1,1-1,0 1,-1 0,0 1,-1 0,0 0,0 0,0 0,-1 1,0-1,0 1,-1 0,0 1,0-1,-1 0,0 1,0 2,-1 8,0 0,-2 1,0-1,-1 0,-1 0,-2 8,-6 101,11-122,1 0,0-1,1 1,-1-1,1 1,0-1,0 0,1 0,0 0,0 0,0 0,0 0,1-1,0 1,0-1,0 0,0-1,1 1,-1-1,1 1,0-2,0 1,0 0,0-1,1 0,4 1,1 1,1-1,0-1,0 0,0-1,0 0,0-1,0 0,0-1,0 0,0-1,0 0,6-3,3-3,1-2,-1 0,-1-1,0-1,-1-1,0-1,-1-1,-1 0,0-1,-1-1,-1 0,0-2,-2 1,0-2,-1 0,-1 0,0-1,-2 0,-1-1,0 0,-2 0,1-9,-4 25,-2-1,1 1,-1 0,0-1,0 1,-1-1,0 1,0-1,0 1,-1-1,0 1,0-1,-1 1,0 0,0-1,0 1,-1 0,0 1,0-1,0 0,-1 1,0 0,0 0,0 0,-1 0,1 0,-1 1,0 0,-1 0,1 1,-4-2,4 3,-1 0,0 1,0 0,-1 1,1-1,0 1,0 0,0 1,0-1,0 1,0 1,0-1,0 1,0 0,0 0,1 0,-1 1,1 0,0 0,0 1,0-1,0 1,0 0,-4 4,0 1,1-1,0 1,1 1,0-1,0 1,1 1,0-1,1 1,0 0,-1 5,2-3,1 1,1-1,0 1,1-1,0 1,1 0,0-1,2 1,-1-1,2 1,0-1,0 0,1 0,1 0,0 0,1-1,0 0,1 0,0 0,3 3,17 21,2-1,1-1,1-2,2-1,21 15,268 204,-236-183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6.91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22 101,'22'280,"-8"-143,-13-125,7 51,-3 1,-3 0,-2 0,-3-1,-4 1,-1-1,-5 4,12-61,-25 48,16-61,4-76,57-363,-37-45,-14 488,0 0,-1 1,1-1,-1 1,1-1,0 0,0 1,0-1,1 0,-1 1,1-1,-1 1,1-1,0 1,0-1,0 1,0-1,0 1,1 0,-1-1,1 1,-1 0,1 0,0 0,0 1,0-1,0 0,0 1,0-1,0 1,1-1,-1 1,6 1,1 0,-1 0,0 1,0 0,1 0,-1 1,0 0,0 0,-1 1,1 0,-1 0,1 1,4 3,-3-2,30 13,-1 3,-1 1,-1 1,20 18,-12 7,-43-47,0 0,0 1,0-1,0 0,-1 1,1-1,-1 1,1-1,-1 1,1-1,-1 1,0 0,0-1,0 1,0-1,0 1,0-1,0 1,0 0,-1-1,1 1,-1-1,1 1,-1-1,0 1,1-1,-1 0,0 1,0-1,0 0,0 0,0 1,0-1,0 0,0 0,-1 0,0 0,-12 6,-1 0,0-1,0-1,-1-1,1 0,-1-1,0-1,0 0,0-1,-14-1,12 1,-75 2,78-4,24 1,12-1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7.24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1155,'6'-115,"5"1,5 0,17-50,5-44,-17 74,1-84,-27 137,5 81,0 1,0-1,0 1,-1-1,1 0,0 1,0-1,-1 0,1 1,0-1,-1 0,1 1,0-1,-1 0,1 0,0 1,-1-1,1 0,-1 0,1 0,0 0,-1 1,1-1,-1 0,1 0,-1 0,1 0,-1 0,1 0,0 0,-1 0,1 0,-1 0,1-1,-1 1,1 0,0 0,-1 0,1 0,-1-1,1 1,0 0,-1 0,1-1,0 1,-1 0,1-1,0 1,0 0,-1-1,1 1,0 0,0-1,-1 1,1-1,0 1,0 0,0-1,0 1,0-1,0 1,0-1,-1 1,1 0,0-1,1 1,-1-1,0 1,0-1,0 1,-27 84,11 8,4 0,4 0,4 1,6 59,-2-115,1 0,2 0,2 0,2-1,1 1,1-2,2 1,2-1,1-1,2 0,1-1,5 5,-16-31,-1 0,1 0,0-1,0 0,0 0,1-1,0 0,0 0,1-1,-1 1,1-2,0 1,0-1,0 0,0-1,1 0,-1 0,1-1,-1 0,1 0,0-1,-1 0,1-1,-1 0,9-2,30-10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7.43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71 9,'-18'-2,"-11"-1,7 0,20 3,32 1,37 1,39 0,37-1,24 0,15 0,-25-1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7.93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0 643,'32'-53,"-2"-1,-3-1,-2-1,-3-1,-2-1,-2-1,-4-1,-1 0,-1-21,-11 75,-2 4,1 1,0-1,0 0,0 1,0-1,1 0,-1 1,0-1,1 1,-1-1,1 0,-1 1,1-1,0 1,0 0,-1-1,1 1,0 0,0-1,0 1,1 0,-1 0,0 0,0 0,1 0,-1 0,1 0,-1 0,0 1,1-1,0 0,-1 1,1-1,-1 1,1 0,176 24,-144-19,-3-2,-1 2,1 1,-1 2,0 0,1 3,-28-10,0 0,1 0,-1 1,0-1,1 1,-1 0,0 0,0 0,-1 0,1 1,0-1,-1 1,1-1,-1 1,0 0,0 0,0 0,0 0,-1 0,1 1,-1-1,0 1,0-1,0 0,0 1,0 0,-1-1,0 1,0-1,0 1,0 0,0-1,-1 1,1-1,-1 1,-1 2,-45 89,38-81,1 0,1 0,0 1,1-1,0 1,1 1,-1 7,5-19,1-1,0 1,0-1,0 1,0-1,0 1,1-1,-1 1,1-1,0 1,0-1,0 0,1 1,-1-1,1 0,0 0,0 0,0 0,0 0,0 0,1-1,-1 1,1-1,0 0,-1 0,1 0,0 0,1 0,-1 0,106 31,-16-24,0-3,0-5,1-4,86-15,-25 0,-19-1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8.55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466 358,'-16'4,"-1"0,1 1,0 1,0 0,1 2,-1 0,2 0,-1 1,1 1,-8 7,-3 2,0 1,1 1,1 1,1 1,2 1,0 0,1 2,2 0,0 1,2 1,1 1,1 0,-5 20,15-42,0-1,1 1,0 0,0-1,1 1,-1 0,2 1,-1-1,1 0,0 0,0 0,1 0,0 0,0 0,1 0,0 0,0 0,0-1,1 1,0-1,0 1,1-1,0 0,0-1,0 1,1-1,0 1,0-1,0-1,1 1,-1-1,4 2,1-2,0-1,0 0,0 0,0-1,1 0,-1-1,1 0,-1-1,1 0,-1-1,1 0,-1-1,0 0,1 0,-1-1,0 0,0-1,12-5,0-1,-1-1,0 0,-1-2,0 0,-1-2,1-1,4-7,-1-1,-1-1,0-1,-3-1,0-1,-1 0,-2-1,-1-1,-1-1,-2 0,-1 0,-2-1,-1-1,-1 1,-2-1,-1-1,-1 1,-2 0,-2-1,-1 1,-2-7,1 22,0 0,-2-1,0 1,-1 1,0-1,-2 1,0 0,-7-10,11 21,0 0,0 0,0 0,-1 1,0 0,0 0,0 0,-1 1,1 0,-1 0,0 0,0 1,-1-1,1 2,-1-1,1 1,-1 0,0 0,0 0,0 1,0 0,0 1,0 0,-2 0,0 1,-1 1,1-1,0 2,0-1,0 2,0-1,0 1,0 0,1 1,0 0,0 0,0 1,1 0,0 0,0 1,0 0,1 0,0 1,-5 6,1 1,0 0,1 0,1 1,0 0,2 1,-1-1,2 1,-1 7,1 2,2-1,1 1,1 0,1-1,1 1,1 0,1-1,2 1,0-1,2 0,1-1,7 16,6 9,2-1,2-2,3 0,1-2,24 27,23 19,5-4,37 27,-86-83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18.74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 0,'-5'19,"0"25,-1 29,6 25,12 20,22 13,25 5,4-21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0.68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0 108,'1'-1,"-1"0,1-1,-1 1,1 0,0 0,0 0,-1 0,1 0,0 0,0 0,0 0,0 0,0 0,0 0,0 0,0 1,0-1,1 0,-1 1,0-1,0 1,1 0,-1-1,0 1,1 0,-1 0,0 0,1 0,-1 0,0 0,1 0,-1 0,0 0,1 1,-1-1,2 0,329-15,107-13,461-16,157 46,-995-1,27 0,1 4,-1 3,51 13,-137-21,-1 0,1 0,0 0,-1 0,1 0,0 1,0-1,-1 1,1 0,-1 0,1 0,-1 0,1 0,-1 1,0-1,1 1,-1-1,0 1,0 0,0 0,0 0,-1 0,1 0,0 0,-1 0,0 1,1-1,-1 1,0-1,0 1,0-1,-1 1,1-1,0 1,-1 0,0 0,0 1,-40 85,28-46,2 0,1 1,3 0,1 0,3 1,1-1,2 1,2-1,3 1,5 21,0 28,20 312,-13-128,38 167,78 124,-74-339,-33-118,-5 2,-5 0,-5 1,-4 33,-7-123,1 15,-2 0,-2 0,-1 0,-2 0,-7 23,11-58,-1 0,1 0,-1-1,0 1,0 0,0-1,0 0,-1 0,0 1,0-2,0 1,-1 0,1-1,-1 1,0-1,0 0,0 0,0 0,0-1,-1 0,1 1,-1-2,-2 2,-31 5,0-1,0-3,0-1,0-1,-1-3,1-1,-9-2,30 2,-639-49,369 46,0 12,0 13,-135 32,-525 101,845-141,101-12,1 1,-1-1,1 0,-1 0,1 1,-1-1,1 0,-1 0,0 0,1 0,-1 0,1 0,-1 0,0 0,1 0,-1 0,1 0,-1 0,1 0,-1-1,1 1,-1 0,0 0,1-1,-1 1,1 0,0 0,-1-1,1 1,-1-1,1 1,-1 0,1-1,0 1,-1-1,1 1,0-1,-1 1,1-1,0 1,0-1,0 0,0 1,-1-1,1 1,0-1,0 1,0-1,0 0,0 1,0-1,0 1,0-1,1 1,-1-2,10-11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1.83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269 744,'-19'-2,"0"0,0 1,0 1,0 1,0 1,-16 3,29-4,0 1,-1 0,1 0,0 0,1 0,-1 1,0 0,1 1,-1-1,1 1,0 0,1 0,-1 0,0 1,1 0,0 0,0 0,1 0,0 0,-1 1,2 0,-1 0,0 1,1 1,1-1,-1 1,1-1,1 1,-1 0,1-1,1 1,-1 0,1-1,1 1,-1-1,1 0,1 1,-1-1,1 0,1 0,-1 0,3 2,4 9,2-1,0-1,1 0,0 0,2-1,10 8,21 14,1-3,50 28,32 21,-126-82,0 1,0-1,0 1,0-1,0 1,0 0,0 0,0 0,-1 1,1-1,-1 1,0-1,0 1,0 0,0 0,0 0,0 0,-1 0,0 0,1 0,-1 0,0 1,-1-1,1 0,-1 1,1-1,-1 1,0-1,0 1,0-1,-1 0,1 1,-1-1,0 0,0 1,0-1,-1 0,-2 2,0-1,-1 0,1 0,-1-1,0 1,0-1,0 0,-1 0,1-1,-1 0,0 0,1 0,-1-1,0 1,-1-1,4-1,1 1,-1-1,1 0,-1 0,1 0,-1 0,1 0,-1-1,1 1,-1-1,1 1,-1-1,1 0,0 0,-1 0,1 0,0-1,0 1,0 0,0-1,0 0,0 1,0-1,1 0,-1 0,0 0,1 0,0 0,-1-1,1 1,0 0,0-1,0 1,1 0,-1-1,0-2,0-5,1 0,0-1,0 1,1-1,0 1,1 0,0 0,1-1,0 1,1-1,31-87,4 1,15-20,-3 6,-13 31,-4-2,-3 0,-4-2,-4-2,-4 0,-3 0,-4-2,-1-64,-18 92,3 61,0 72,13 17,4 0,4-1,8 16,0 6,65 427,-86-507,-2-9,0 1,2 0,0-1,2 0,0 0,2 0,0-1,3 4,7-4,-3-10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2.10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7,'30'-3,"34"0,36 3,29 3,16 6,-15 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2.79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176 280,'-9'1,"1"1,0 1,0-1,0 1,1 1,-1-1,1 1,0 1,0-1,0 1,0 1,1-1,0 1,0 0,1 0,-1 1,1-1,1 1,-1 1,1-1,1 0,-1 2,-2 4,1 0,1 0,0 1,0-1,2 1,-1 0,2 0,0 0,1 0,0 0,1 0,2 13,-2-23,0 0,0 0,0 0,0 0,0-1,1 1,0 0,-1-1,1 0,1 1,-1-1,0 0,1 0,0 0,0 0,0 0,0-1,0 1,0-1,0 0,1 0,0 0,-1-1,1 1,0-1,-1 0,1 0,0 0,0 0,0-1,0 1,0-1,0 0,0 0,0-1,0 1,0-1,0 0,1 0,8-5,0 0,0-1,-1-1,0 0,0 0,0-1,-1-1,-1 0,0 0,0-1,-1 0,0-1,-1 0,0 0,-1-1,-1 0,0 0,0-1,2-10,-1 6,-5 55,-2-22,0-1,1 1,0 0,1 0,1 0,0-1,5 12,-7-22,1 1,0-1,0 0,0 0,0 1,1-2,0 1,-1 0,1 0,1-1,-1 0,0 0,1 0,0 0,0 0,0-1,0 1,0-1,0 0,0 0,1-1,-1 1,1-1,-1 0,1 0,4 0,-2-1,-1-1,1 1,-1-1,1 0,-1-1,0 1,1-1,-1-1,0 1,0-1,0 0,-1 0,1-1,-1 1,0-1,0-1,0 1,0-1,-1 1,0-1,1-2,5-6,-1 0,0-1,-1 0,-1-1,-1 1,0-1,0-1,-1-1,3-16,-2 0,-1 0,-1 0,-2 0,-2 0,0-1,-3 1,0 0,-3 0,-2-8,5 30,2 9,0 0,0 0,0 0,0 0,1 0,-1-1,1 1,-1 0,1 0,0 0,0 0,0-1,0 1,0 0,1 0,-1 0,0-1,1 1,0 0,0 0,-1 0,1 0,0 0,0 0,1 1,0-3,60-3,-31 8,-1 1,0 2,0 1,0 2,-1 0,0 2,0 2,-1 0,11 8,-31-15,-1 0,1 1,-1 0,0 1,0 0,-1 0,0 0,0 1,0 0,-1 0,0 0,0 1,-1-1,0 1,0 0,-1 1,0-1,0 1,-1-1,0 1,-1 0,0-1,0 1,-1 0,0 0,-1 0,0 3,-30 156,31-166,0 0,0 1,0-1,0 1,1-1,-1 1,1-1,-1 0,1 1,0-1,0 0,0 0,0 0,0 1,0-1,1 0,-1 0,1-1,-1 1,1 0,0 0,0-1,0 1,0-1,0 0,0 0,0 1,0-1,1 0,-1-1,0 1,0 0,1-1,1 1,87-3,-62-5,0-1,-1-2,0-1,0-1,-1-1,-1-1,0-2,-1-1,-1-1,0 0,-2-2,0-1,-1-1,4-7,-14 17,-1-1,-1 1,0-1,-1-1,0 0,-1 0,-1 0,0-1,-1 0,-1 0,0 0,-1-1,0 1,-1-16,-2 28,1 0,-2 0,1-1,0 1,-1 0,1 0,-1 0,0 0,0 0,0 0,-1 0,1 1,-1-1,1 0,-1 1,0-1,0 1,0-1,0 1,-1 0,1 0,0 0,-1 0,0 0,1 1,-1-1,0 1,0 0,0 0,0 0,0 0,0 0,0 1,0-1,0 1,0 0,-1 0,1 0,0 0,0 0,0 1,0 0,0-1,-1 2,-6 2,0 1,0 0,0 1,1 0,-1 0,2 1,-1 0,1 1,0 0,1 0,-1 1,2 0,-1 0,1 0,1 1,0 0,0 0,1 1,0-1,1 1,0 0,1 0,0 0,0 0,1 0,1 0,0 0,1 1,0-1,0 1,2 0,1-1,0 0,0-1,1 1,0-1,1 0,0 0,1 0,0-1,0 0,1-1,0 0,1 0,0 0,8 5,11 6,1-1,1-2,0 0,30 9,72 22,-6-10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3.46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83,'21'42,"3"0,1-2,1-2,3 0,1-2,1 0,8 3,-32-32,1 1,-1-1,1 0,1-1,0 0,0 0,0-1,0 0,1 0,0-1,0 0,0-1,0-1,1 1,-8-3,0 0,0-1,0 1,0-1,0 0,0 0,0 0,0 0,0 0,0-1,-1 1,1-1,0 1,-1-1,1 0,-1 0,0-1,0 1,0 0,0-1,0 1,0-1,-1 0,1 1,-1-1,1-1,24-80,-5-158,-21 236,0 1,1-1,0 0,0 1,1-1,0 1,0-1,0 1,0 0,1 0,0 0,0 0,0 0,4-3,11-8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3.77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1,'0'16,"0"10,0 7,2 5,6 2,3 0,2 0,-1-6,-2-3,-6-4,-3-8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4.06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 8,'-4'-2,"2"-1,3 0</inkml:trace>
  <inkml:trace contextRef="#ctx0" brushRef="#br0" timeOffset="1">408 236,'-3'13,"0"12,0 10,3 9,4 4,3 0,3-2,1-3,3-5,-3-8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4.36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1,'0'2,"9"3,3 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4.62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 0,'-2'23,"-1"25,0 24,0 18,1 19,1 7,1 3,2-3,3-10,4-11,1-16,0-16,-2-16,-2-20,-3-13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4.92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38,'290'-26,"-222"23,-61 2,73-4,1 3,0 4,48 9,-127-11,2 0,0-1,0 1,0 1,0-1,-1 1,1-1,0 1,0 0,-1 0,1 1,-1-1,1 1,-1 0,0-1,1 2,-1-1,0 0,0 1,0-1,-1 1,1 0,-1 0,1 0,-1 0,0 0,0 0,-1 1,2 0,-4 3,0 0,-1 0,0-1,0 1,0-1,-1 0,1 0,-2 0,1 0,-1 0,1 0,-2-1,0 2,-5 7,7-10,-5 6,1 1,0 0,0 0,1 0,1 1,0-1,0 1,1 1,1-1,-2 12,6-20,0 0,0-1,1 1,-1 0,1-1,0 1,0-1,0 1,1-1,-1 0,1 0,-1 0,1 0,0-1,0 1,1-1,-1 1,0-1,1 0,-1-1,1 1,0 0,-1-1,1 0,0 0,0 0,0-1,0 1,0-1,0 0,0 0,1 0,11 2,1-1,-1 0,1-1,-1-1,1 0,-1-1,1-1,-1-1,0 0,0-1,14-7,-22 9,-1-1,1 0,-1 0,0 0,-1-1,1 0,-1-1,0 1,0-1,-1 0,1-1,-1 1,-1-1,1 0,-1 0,-1 0,1-1,-1 0,0 1,-1-1,0 0,0 0,-1 0,1-8,-2 8,0 1,-1-1,0 1,0-1,-1 1,0-1,0 1,0 0,-1 0,0 0,-1 0,0 1,0-1,0 1,-1 0,1 0,-2 1,1-1,0 1,-1 0,0 1,0-1,-1 1,1 0,-1 1,0 0,0 0,-1 0,-2-1,0 0,0 1,-1 0,1 0,-1 2,0-1,0 1,0 1,1 0,-1 0,0 1,0 1,1-1,-1 2,0 0,1 0,0 1,0 0,-5 3,11-5,1 0,-1 0,1 0,-1 0,1 1,0-1,0 1,0 0,0 0,1 0,-1 0,1 1,0-1,0 1,0-1,0 1,1 0,-1 0,1 0,0 0,0 0,0 0,1 0,0 0,-1 0,1 0,1 0,-1 0,1 0,0 2,1 0,2 0,-1 0,1 0,-1-1,1 0,1 0,-1 0,1 0,0-1,0 1,0-1,1 0,0-1,3 2,43 24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5.76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272 568,'8'-9,"-1"-1,1 0,-2-1,1 0,-1 0,-1 0,0-1,-1 0,0 0,-1 0,0 0,-1-1,0 1,-1-1,-1 1,0-1,0 1,-1-1,-1 1,-1-8,1 15,0 0,-1 0,1 0,-1 0,0 0,0 1,-1-1,1 1,-1 0,0 0,0 0,0 1,-1-1,1 1,-1 0,0 0,1 1,-1-1,-1 1,1 0,0 0,0 1,-1 0,1 0,-1 0,1 1,-1-1,1 1,-6 1,1 0,0 0,1 0,-1 1,0 1,1-1,-1 2,1-1,0 1,0 1,1-1,-1 2,1-1,0 1,0 0,1 1,-4 3,6-5,1 0,-1 1,1-1,0 1,0 0,1 0,0 0,0 0,0 1,1-1,0 1,0-1,0 1,1 0,0 0,1 0,-1 0,1 0,1-1,-1 1,1 0,0 0,1 0,0-1,0 1,0 0,1-1,0 0,0 0,1 0,-1 0,1 0,0-1,1 1,0-1,-1 0,2-1,-1 1,0-1,2 1,4 1,0 0,0-1,1 0,-1-1,1 0,0-1,0 0,0-1,1 0,-1-1,0 0,1-1,-1-1,0 0,1 0,-1-1,0-1,0 0,0-1,-1 0,1-1,-1 0,0-1,0 0,-1 0,0-1,0-1,1-1,11-26,-23 31,-5 16,3-6,1 0,1-1,-1 1,1 0,-1 0,2 0,-1 0,1 0,0 0,0 0,0 0,1 0,0 0,1 0,-1 0,1 0,0 0,0-1,1 1,-1-1,1 0,1 1,-1-1,1-1,0 1,0-1,0 1,0-1,1 0,0 0,0-1,0 0,0 0,0 0,1 0,-1-1,1 0,1 0,-3 0,1-1,-1-1,1 1,-1 0,1-1,-1 0,1 0,-1-1,1 1,-1-1,1 0,-1 0,1 0,-1-1,0 0,0 0,0 0,0 0,0 0,0-1,-1 0,1 0,-1 0,0 0,1 0,-2-1,1 1,0-1,0-1,5-8,-1 1,-1-1,0 0,-1 0,-1-1,0 0,0 0,1-13,31-309,-36 332,1 0,0 0,-1 0,1 1,1-1,-1 0,0 0,1 1,0-1,0 1,0-1,0 1,1 0,-1 0,1 0,0 0,0 0,0 1,0-1,0 1,1 0,-1 0,1 0,-1 0,1 1,0-1,0 1,-1 0,1 0,0 0,1 1,4-2,0 1,0 1,1-1,-1 1,0 1,0 0,0 0,0 1,0 0,-1 1,1 0,0 0,-1 1,0 0,0 0,0 1,-1 0,1 0,-1 1,0 0,-1 0,1 1,-1-1,0 2,-1-1,0 0,3 7,-4 1,0 0,-1 0,-1 1,-1-1,0 0,-1 1,0-1,-1 1,-1-1,-1 1,0-1,0 0,-2 0,-1 0,-14 82,19-95,1 0,-1 1,1-1,0 1,-1-1,1 1,1-1,-1 0,0 1,0-1,1 1,0-1,-1 0,1 1,0-1,0 0,0 0,1 1,-1-1,0 0,1 0,-1 0,1-1,0 1,0 0,-1-1,1 1,0-1,0 1,1-1,-1 0,0 0,0 0,1 0,-1 0,0-1,1 1,-1-1,1 1,-1-1,0 0,1 0,-1 0,19 0,0-1,-1-1,1 0,-1-2,1 0,-1-2,-1 0,1-1,-1-1,0 0,-1-2,0 0,11-9,-9 6,-1-1,-1-1,0-1,-1 0,0-1,-2-1,0-1,-1 0,-1 0,-1-2,0 1,-2-2,-1 1,0-1,-1-1,-2 0,0 0,1-18,-6 37,0 0,0 1,0-1,-1 0,1 0,-1 1,0-1,0 0,-1 0,1 1,-1-1,1 0,-1 0,-1 1,1-1,0 1,-1-1,0 1,0 0,0-1,0 1,0 0,0 0,-1 1,0-1,1 0,-1 1,0-1,0 1,-1 0,1 0,0 1,-1-1,1 0,-1 1,1 0,-1 0,0 0,0 1,1-1,-1 1,0 0,-3 0,-5 4,1 0,0 1,1 1,-1 0,1 0,0 1,1 0,-1 1,1 0,1 0,0 1,0 0,0 1,1 0,1 0,0 0,0 1,1 0,0 0,1 0,1 0,-1 1,2 0,-2 11,2-7,1-1,0 1,2 0,-1 0,2 0,0-1,1 1,1-1,0 1,1-1,1 0,0-1,1 1,0-1,1-1,7 9,20 25,1-2,3-1,36 32,-69-70,64 61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6.24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 0,'-2'23,"-1"23,0 20,1 16,5 11,4 8,6 2,0 2,-1-3,-4-6,-7-5,-11-11,-10-17,-2-20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6.55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1 132,'6'-22,"-6"17,1 0,0 0,0-1,0 1,1 0,0 0,0 0,0 1,1-1,-1 0,1 1,0-1,0 1,1 0,-1 0,1 1,0-1,0 1,0-1,1 1,-1 1,5-3,7 2,1 0,0 1,0 1,0 1,0 0,-1 1,1 1,0 1,0 0,-1 1,0 1,5 2,-3-2,-1 0,1 1,-1 1,-1 0,1 1,-1 1,0 1,-1 0,0 1,-1 0,0 1,-1 1,0 1,-11-12,0 1,-1-1,1 1,-1-1,1 1,-1 0,0-1,0 1,0 0,0 0,0 0,-1 0,0 0,1 0,-1 0,0 0,0 0,-1 0,1 0,-1 0,1 0,-1-1,0 1,0 0,0 0,0 0,-1-1,1 1,-1-1,0 1,0-1,0 0,0 1,0-1,0 0,0 0,-1-1,1 1,-2 1,-11 5,-1-1,1 0,-2-1,1 0,-1-2,1 0,-1-1,0 0,0-1,-1-1,1-1,-12-1,-57-14,85 15,0 0,0-1,0 1,0 0,1 0,-1 0,0-1,0 1,0-1,0 1,1-1,-1 1,0-1,0 1,1-1,-1 1,0-1,1 0,-1 1,1-1,-1 0,1 0,-1 0,1 1,-1-1,1 0,0 0,-1 0,1 0,0 0,0 0,0 0,0 1,0-1,0 0,0 0,0 0,0 0,0 0,0 0,1 0,-1 0,0 1,1-1,-1 0,0 0,1 0,-1 0,1 1,0-1,-1 0,1 1,-1-1,1 0,0 1,0-1,0 0,49-26,-10 13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6.88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0 896,'30'-67,"-3"-1,17-68,-34 102,15-48,-5 0,-3-1,-3-1,0-49,-14 121,1 5,0-1,0 1,-1 0,0-1,-1 1,1-1,-1 1,-1 0,0-1,0 1,0 0,-1 0,-2-4,5 10,0 1,-1-1,1 0,-1 1,1-1,-1 1,1-1,-1 1,1-1,-1 1,0 0,1-1,-1 1,1 0,-1-1,0 1,0 0,1 0,-1 0,0-1,1 1,-1 0,0 0,1 0,-1 0,0 0,0 1,1-1,-1 0,0 0,1 0,-1 0,0 1,1-1,-1 0,0 1,1-1,-1 1,1-1,-1 0,1 1,-1-1,1 1,-1 0,1-1,-1 1,1-1,-1 1,1 0,0-1,-7 12,1 0,0 0,1 0,1 1,0-1,0 1,2 0,-1 0,2 1,-1 6,1-13,-3 30,1 1,1-1,2 1,2 0,2-1,1 1,2-1,1-1,2 1,1-1,3-1,0 0,2-1,2-1,17 24,-28-45,1-1,0-1,1 0,0 0,1 0,0-1,1-1,-1 1,2-2,-1 0,1 0,0-1,0 0,1-1,0-1,0 0,0-1,0 0,0-1,1 0,3-1,21-6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7.16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8,'32'0,"35"0,36 0,30 0,20-2,6-1,-23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7.52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0 536,'20'-47,"-3"-1,-1 0,-3-1,-2-1,2-22,-5 30,18-111,-24 151,-1 0,1 0,0 0,-1 0,1 1,0-1,0 0,0 1,0 0,0-1,0 1,1 0,-1 0,0 0,0 0,1 1,-1-1,1 1,-1-1,1 1,-1 0,1 0,-1 0,1 0,-1 0,0 1,1-1,-1 1,1 0,-1-1,1 2,16 0,359 5,-362-6,-7-2,1 1,-1 0,1 0,-1 1,1 1,-1-1,0 1,0 1,0 0,0 0,0 1,7 4,-14-6,0 0,0-1,-1 1,1 0,-1 0,1 0,-1 0,0 0,1 1,-1-1,0 0,-1 0,1 1,0-1,-1 1,1-1,-1 1,0-1,0 1,0-1,0 1,0-1,0 1,-1-1,1 0,-1 1,0-1,1 1,-2 1,-38 70,34-65,-31 46,18-29,2 0,1 1,0 1,3 1,-1 3,12-28,0-1,1 1,0-1,0 1,0 0,0 0,1-1,-1 1,1 0,0 0,0 0,0-1,1 1,-1 0,1 0,0-1,0 1,0 0,1-1,-1 1,1-1,0 1,0-1,0 0,0 0,1 0,-1 0,1 0,0-1,0 1,0-1,0 0,0 0,2 2,12 3,-1-1,1 0,0-1,0-1,0-1,0 0,1-1,1-1,117 5,1-6,-1-6,129-22,-161 14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5:54:38.39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330 392,'-26'17,"0"1,2 1,0 1,1 1,1 1,1 1,1 1,1 1,1 0,1 2,2 0,-8 17,14-24,1-1,0 1,2 0,0 0,1 1,1 0,-1 19,5-33,-1 0,1 0,0 0,1 0,0 1,0-1,0 0,1 0,0-1,1 1,-1 0,1-1,1 1,-1-1,1 0,0 0,0 0,1-1,0 1,0-1,0 0,0-1,1 1,5 3,-1-3,1 0,-1-1,1 0,-1 0,1-1,0-1,1 0,-1 0,0-1,0-1,1 0,-1 0,0-1,0 0,1-1,-1-1,0 1,-1-2,1 0,3-1,7-4,0-1,-1-1,0-1,-1-1,0 0,-1-1,-1-1,0-1,9-12,-1-3,-2-2,-2 0,0-2,-3 0,-1-1,-1-1,-3 0,0-1,-3-1,-1 1,-2-2,1-32,-4 46,-2 0,-2 0,0 0,-1 0,-2 0,-1 0,-1 1,-1-1,-1 1,-6-15,10 33,0 0,0 1,0 0,-1-1,0 1,0 1,-1-1,1 0,-1 1,0 0,-1 0,1 1,-1-1,0 1,0 0,0 1,-1 0,1 0,-1 0,0 1,0-1,0 2,0-1,0 1,0 0,0 1,-3-1,-5 5,0 0,1 0,-1 1,1 1,1 0,-1 1,1 1,0 0,1 1,0 0,0 1,1 0,1 1,-1 0,2 0,-1 1,2 1,-1-1,2 2,0-1,0 1,-1 2,0 0,1 0,0 1,1 0,2 0,-1 0,2 1,0 0,1-1,1 1,1 0,0 0,1 0,1-1,1 1,1 0,0-1,1 0,1 0,2 4,17 20,1 0,2-2,2-1,1-1,2-2,2-1,1-1,1-3,2-1,10 5,223 151,-265-181,-2 0,0 0,0 0,0-1,1 0,0 0,-1 0,1-1,0 1,0-2,0 1,1 0,-1-1,0-1,1 1,-1-1,0 0,1 0,-1 0,0-1,1 0,-1-1,1 0,-4 1,-1 0,0 0,0 0,1 0,-1 0,0 1,1-1,-1 1,1-1,-1 1,1 0,-1 0,1 0,-1 0,1 0,-1 1,1-1,-1 1,0 0,1 0,-1 0,0 0,0 0,1 0,-1 0,0 1,0-1,0 1,-1 0,1-1,0 1,9 8,1 0,1-1,-1-1,2 0,-1-1,1 0,0-1,0 0,0-2,1 1,0-2,0 0,0-1,0 0,1-1,-1-1,13-1,-16-2,0 1,0-2,0 0,0 0,-1-1,1-1,-1 0,-1 0,1-1,-1 0,-1-1,1 0,-1-1,0 0,-1 0,0-1,-1 0,0 0,0-1,-1 0,-1 0,0-1,0 1,-1-1,-1 0,0 0,0 0,-1-3,1 0,0 0,-1-1,-1 1,0 0,-1-1,-1 1,0-1,-1 1,-1 0,-1 0,0 0,0 0,-2 1,0-1,0 1,-3-2,7 13,0-1,0 1,0 1,-1-1,1 0,-1 0,0 1,0 0,0-1,0 1,0 0,0 1,0-1,-1 0,1 1,-1 0,1 0,-1 0,1 0,-1 1,0-1,1 1,-1 0,0 0,1 0,-1 0,0 1,1 0,-1-1,0 1,1 1,0-1,-1 0,1 1,0 0,-2 1,-4 3,1 1,0 0,1 0,-1 1,1 0,1 1,0-1,0 1,1 0,0 1,0-1,1 1,0 0,-1 5,-2 11,0 1,2 0,1 0,1 0,1 1,1 61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2:27.69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14377 1197,'18'2,"1"0,-1-1,0-1,0-1,1-1,-1 0,0-1,0-1,-1-1,1 0,-1-2,0 0,0 0,-1-2,0 0,-1-1,0 0,9-9,-13 12,0-1,0 0,-1-1,0 0,0 0,-1-1,-1-1,1 1,-2-1,0-1,0 1,-1-1,0 0,-1-1,0 1,-1-1,-1 0,0 0,-1-1,1-7,-3 18,-1 1,1-1,-1 1,0-1,1 1,-1-1,0 1,-1 0,1-1,0 1,-1 0,1 0,-1 0,1 0,-1 0,0 0,0 0,0 1,0-1,0 1,-1-1,1 1,0 0,-1 0,1 0,0 0,-1 0,0 1,1-1,-1 1,1-1,-1 1,1 0,-1 0,0 0,1 1,-1-1,1 1,-1-1,1 1,-1 0,1 0,-1 0,1 0,0 0,-1 0,1 1,0-1,0 1,0 0,0 0,0-1,1 1,-1 0,-1 2,-5 9,0 0,0 0,2 1,-1 0,2 0,0 1,0-1,2 1,0 0,0 1,1 7,0-12,-16 144,7 0,8 126,3-232,3 455,-2-453</inkml:trace>
  <inkml:trace contextRef="#ctx0" brushRef="#br0" timeOffset="495.637">14444 1611,'-1'-2,"0"-1,0 1,0-1,1 1,-1-1,1 0,0 1,0-1,0 0,0 1,0-1,0 1,1-1,-1 0,1 1,0-1,0 1,0-1,0 1,0 0,0-1,1 1,-1 0,1 0,-1 0,1 0,0 0,0 0,0 0,70-44,-67 43,79-36,2 4,80-22,-85 39,-79 19,1 0,-1 0,1 1,-1-1,0 1,0 0,1 0,-1 0,0 0,-1 0,1 0,0 0,-1 0,1 1,-1-1,1 1,-1-1,0 1,0 0,0-1,-1 1,1 0,-1 0,1-1,-1 1,0 0,0 0,0 0,-1-1,1 1,0 0,-1 0,0-1,0 2,0 3,1 1,7 94,-7-99,1 0,0 0,0 0,0 0,0 0,1-1,-1 1,1-1,0 1,-1-1,1 1,0-1,1 0,-1 0,0 0,0 0,1 0,-1 0,1-1,0 1,0-1,-1 0,1 0,0 0,0 0,0 0,0-1,0 1,0-1,0 0,3 0,-2 0,1-1,-1 1,1-1,-1 0,1-1,-1 1,1-1,-1 0,0 0,0 0,0 0,0-1,0 1,-1-1,1 0,-1-1,0 1,1 0,-2-1,1 0,0 0,0-1,37-95,-27-8,-13 99,0 19,1 7,0-1,1 1,1-1,0 0,1 0,1 0,1-1,0 1,1-1,0-1,1 1,1-1,1-1,6 9,46 19,-33-33</inkml:trace>
  <inkml:trace contextRef="#ctx0" brushRef="#br0" timeOffset="863.687">15487 1304,'-3'12,"1"-1,1 1,0 0,1 0,0 0,1 0,0 0,1-1,0 1,1 0,0-1,1 0,0 1,0-1,2-1,-1 1,1-1,1 0,0 0,0-1,1 0,2 2,-8-8,1 0,-1 0,0 0,1-1,0 1,0-1,-1 1,1-1,1 0,-1 0,0-1,0 1,1 0,-1-1,1 0,-1 0,1 0,0 0,-1-1,1 1,0-1,-1 0,1 0,0-1,0 1,-1-1,1 1,-1-1,1 0,0-1,-1 1,4-2,1-7,0 0,0 0,-1-1,0 0,-1-1,0 1,-1-1,0 0,-1-1,-1 1,0-1,0 0,0-7,-1 9,13-87,-15 97,0 1,-1 0,1 0,0 0,0-1,-1 1,1 0,0 0,-1 0,1 0,0 0,0 0,-1-1,1 1,0 0,-1 0,1 0,0 0,-1 0,1 0,0 0,-1 0,1 0,0 1,-1-1,1 0,0 0,0 0,-1 0,1 0,0 0,0 1,-1-1,1 0,0 0,0 0,-1 1,1-1,0 0,0 0,0 1,-1-1,1 0,0 1,0-1,0 0,0 0,0 1,0-1,0 0,0 1,0-1,-1 0,1 1,0-1,1 0,-1 1,0-1,0 0,0 0,0 1,0-1,0 0,0 1,0-1,0 0,1 0,-1 1,-5 11,1 0,1 1,0-1,1 1,0 0,1 0,0 0,1 0,0 0,1 0,1-1,0 1,1 0,2 8,-2-16,0 0,0 0,0 0,0-1,1 1,0-1,0 0,0 0,0 0,1 0,-1-1,1 0,1 1,28 13</inkml:trace>
  <inkml:trace contextRef="#ctx0" brushRef="#br0" timeOffset="1477.932">16262 1250,'-12'1,"0"0,0 0,0 1,1 0,-1 1,1 1,0-1,-1 2,-7 4,15-7,0 0,0 0,0 1,0-1,0 1,1 0,-1 0,1 0,0 1,0-1,0 1,0 0,1 0,-1 0,1 0,0 0,0 0,1 1,-1-1,1 1,0-1,0 1,1-1,-1 1,1 4,2-2,1 1,-1-1,2 0,-1-1,1 1,0 0,0-1,1 0,0 0,0 0,0-1,1 0,-1 0,1 0,1 0,-1-1,1 0,-1-1,1 1,0-1,0-1,1 1,-1-1,0 0,3-1,3 3,1 0,0-1,0-1,0 0,1-1,-1 0,0-1,1-1,-1 0,0-1,0-1,0 0,0-1,-1 0,1-1,-1-1,0 0,-1-1,1 0,-1-1,-1 0,1-1,-1 0,-1-1,0 0,0-1,-1 0,0-1,8-21,-1-2,-2 0,-1 0,-2-1,-2-1,-1 0,-2 0,-1-1,-2 1,-2-1,-1-8,6-71,-5-1,-5 0,-11-51,14 158,0 4,0 0,0 0,0 1,0-1,-1 1,0-1,-1 1,1 0,-1 0,-3-4,5 9,0 1,0 0,0 0,0 0,0 0,0 0,1 0,-1 0,0 0,0 0,0 0,0 1,0-1,0 0,0 1,0-1,1 0,-1 1,0-1,0 1,0-1,1 1,-1 0,0-1,1 1,-1 0,1 0,-1-1,0 1,1 0,0 0,-1 0,1-1,-1 1,1 0,0 0,0 0,0 0,-1 0,1 0,0 0,0 0,0 0,0 0,1 0,-1 0,-8 34,1 1,2 0,2 0,1 0,2 1,1-1,4 19,9 73,6 0,6-1,33 97,-54-208,-1 1,0 0,1 0,1-1,1 0,0 0,1-1,0 0,1 0,1-1,0 0,13 12,-20-23,0-1,1 0,-1 0,0 0,1 0,0 0,-1-1,1 1,0-1,0 0,0-1,0 1,-1 0,1-1,0 0,0 0,0 0,0-1,0 1,0-1,0 0,0 0,0 0,-1-1,1 1,0-1,-1 0,0 0,4-2,3-3,-1-1,1 0,-1 0,-1-1,0 0,0-1,0 0,-1 0,0-2,2-1,-2 0,0 0,-1-1,0 0,-1 0,0 0,-1-1,-1 1,0-1,-1 0,-1-5,0 19,-1 1,0-1,1 1,-1-1,0 1,0-1,0 1,1-1,-1 1,0-1,0 1,0-1,0 1,0-1,0 1,0-1,0 0,0 1,0-1,0 1,-1-1,1 1,0-1,0 1,0-1,-1 1,1-1,0 1,-1-1,1 1,0 0,-1-1,1 1,-1-1,1 1,0 0,-1 0,1-1,-1 1,1 0,-1 0,1-1,-1 1,1 0,-1 0,1 0,-1 0,0 0,1 0,-1 0,1 0,-1 0,1 0,-1 0,1 0,-1 0,1 0,-1 0,1 1,-1-1,1 0,-1 0,1 1,-1-1,1 0,-1 1,1-1,-25 32,22-27,0 0,0-1,1 1,-1 0,1 0,0 0,0 1,1-1,0 0,0 1,0-1,0 1,1-1,0 1,0-1,1 1,-1-1,1 1,0-1,1 1,-1-1,1 0,0 0,0 0,1 0,0 0,-1 0,2-1,-1 1,0-1,1 0,0 0,0 0,4 3,23 3,0-4</inkml:trace>
  <inkml:trace contextRef="#ctx0" brushRef="#br0" timeOffset="1735.018">17171 943,'-16'-4,"-7"-3,-3-1,0 1,3 0</inkml:trace>
  <inkml:trace contextRef="#ctx0" brushRef="#br0" timeOffset="1986.648">16382 742,'23'-7,"27"-4,31-1,29 3,16 1,7 3,-5 7,-25 3</inkml:trace>
  <inkml:trace contextRef="#ctx0" brushRef="#br0" timeOffset="2469.723">17451 1223,'2'10,"1"1,0-1,1 0,-1-1,2 1,-1-1,2 0,-1 0,1 0,0-1,1 0,0 0,0 0,1-1,0 0,0-1,1 0,0 0,0-1,0 0,0 0,1-1,0 0,4 0,-11-3,1-1,-1 0,0 0,1 0,-1 0,0 0,1-1,-1 0,0 1,0-1,0-1,0 1,0 0,0-1,0 1,0-1,0 0,0 0,-1 0,1 0,-1-1,0 1,0-1,0 1,0-1,0 0,0 0,-1 1,1-1,-1 0,0-1,0 1,0 0,0-2,2-7,0 0,-1 0,-1 0,0 0,0 0,-1 0,-1 0,0 0,-1-2,1 6,-1 0,0 0,0-1,-1 1,0 0,-1 1,0-1,0 1,0-1,-1 1,0 1,0-1,-1 1,0-1,0 2,0-1,-1 1,0 0,0 0,0 1,-1 0,1 0,-1 1,0 0,0 0,0 0,0 2,-4-2,-77 1,89 2,0 0,0 0,0 1,1-1,-1 0,0 0,0 0,0 0,0 1,0-1,0 0,0 0,0 0,0 1,1-1,-1 0,0 0,0 0,0 1,0-1,0 0,0 0,-1 1,1-1,0 0,0 0,0 0,0 1,0-1,0 0,0 0,0 0,0 0,0 1,-1-1,1 0,0 0,0 0,0 0,0 1,-1-1,1 0,0 0,0 0,0 0,24 5,266-10,-242 3,-21 0,1 1,-1 1,0 2,1 0,20 6,-45-7,1 0,-1 0,0 0,1 0,-1 1,0 0,0-1,0 1,0 0,0 1,-1-1,1 0,0 1,-1-1,0 1,0 0,0 0,0 0,0 0,0 0,-1 0,0 1,1-1,-1 3,4 87,-5-41,-1-49,1 0,0 0,0 0,0 0,1 0,-1 0,1 0,0 0,0 0,0 0,0 0,0 0,0 0,1-1,-1 1,1-1,0 1,0-1,0 1,0-1,0 0,1 0,-1 0,0 0,1-1,0 1,-1-1,1 1,0-1,0 0,0 0,0 0,0 0,0-1,0 1,0-1,0 0,0 0,0 0,0 0,1-1,9-3,0-1,0-1,0 0,-1-1,0 0,-1-1,1 0,-2-1,1 0,-1 0,0-1,-1-1,-1 0,5-7,2-1,-1-1,-1 0,-1-1,-1 0,-1-1,-1 0,0-1,3-19,-6 132,-4-84,0-1,1 1,0-1,0 0,1 0,-1 0,1 0,0-1,0 1,1-1,-1 0,1 0,0-1,0 1,0-1,1 0,-1 0,1-1,4 2,116 23,30-22,-85-7</inkml:trace>
  <inkml:trace contextRef="#ctx0" brushRef="#br0" timeOffset="3436.045">19110 1143,'-1'-8,"-1"0,0 1,0-1,0 0,-1 1,0-1,0 1,-1 0,0 0,0 0,-1 0,0 1,0 0,0 0,-1 0,0 1,0-1,0 1,-1 1,0-1,0 1,0 1,0-1,0 1,-1 0,0 1,1 0,-1 0,0 1,0-1,0 2,0-1,0 1,0 1,0-1,0 1,0 1,0-1,0 1,-3 2,4-1,0 1,0 0,0 0,1 0,0 1,-1 0,2 0,-1 0,1 1,0 0,0 0,0 0,1 0,0 1,-2 4,4-7,1-1,-1 1,1-1,0 1,-1-1,2 1,-1 0,0 0,1-1,0 1,0 0,0 0,0-1,1 1,-1 0,1 0,0-1,0 1,0 0,1-1,-1 1,1-1,0 0,0 0,0 1,0-1,1 0,-1-1,1 1,0 0,-1-1,3 2,3 1,1-1,0 1,0-1,0-1,1 0,-1 0,1-1,-1 0,1-1,0 0,0 0,0-1,-1 0,1-1,0 0,0-1,0 0,-1 0,1-1,-1 0,0-1,0 0,0 0,-1-1,1 0,-1-1,0 0,0 0,3-4,-5 4,-1-1,0 1,0-1,-1 0,0 0,0-1,-1 1,0-1,0 0,0 0,-1 0,-1 0,1 0,-1 0,0 0,-1-1,-1-6,2 15,-1-1,0 0,0 1,0-1,0 1,0-1,-1 0,1 1,0-1,0 1,0-1,0 1,-1-1,1 1,0-1,-1 1,1-1,0 1,-1-1,1 1,0-1,-1 1,1-1,-1 1,1 0,-1-1,1 1,-1 0,1 0,-1-1,1 1,-1 0,0 0,1 0,-1-1,1 1,-1 0,1 0,-1 0,0 0,1 0,-1 0,1 1,-1-1,0 0,1 0,-1 0,1 0,-1 1,1-1,-1 0,1 0,-1 1,0-1,-22 27,20-23,1 1,-1-1,1 1,0 0,0 0,1 0,-1 0,1 1,0-1,1 0,-1 0,1 1,0-1,0 0,1 1,0-1,0 0,0 0,0 0,1 0,0 0,0 0,0 0,1 0,-1-1,1 1,0-1,0 0,1 0,-1 0,1 0,0-1,0 1,1-1,-1 0,2 1,0-1,0 0,1-1,-1 0,1 0,-1 0,1-1,0 0,-1 0,1-1,0 0,0 0,-1-1,1 1,0-2,-1 1,1-1,-1 1,1-2,-1 1,0-1,6-3,-1 0,-1-1,0 0,-1 0,0-1,0 0,-1-1,1 0,-2 0,1-1,-2 0,1 0,-1-2,10-25,-2-1,-1 0,-2-1,-2 0,-2-1,-1 0,-2-7,-3 35,43-472,-42 447,-2 0,-1 0,-7-36,-15 7,22 64,0 1,0-1,0 1,0-1,-1 1,1-1,0 1,-1 0,1 0,-1 0,1 0,-1 0,0 0,0 0,1 0,-1 1,0-1,0 0,0 1,1 0,-1-1,0 1,0 0,0 0,0 0,0 0,0 1,0-1,1 0,-1 1,0-1,0 1,-1 0,-6 4,1 0,0 1,0 0,1 0,0 1,0-1,0 2,1-1,0 1,0 0,-3 7,-7 11,1 1,1 1,1 0,2 1,1 0,1 1,2 0,1 0,1 0,2 1,0 0,3 0,0 0,2-1,1 1,2 0,1-1,1 0,2 0,1-1,1 0,8 13,-9-19,1 0,1-1,0-1,2 0,1 0,1-2,0 0,1-1,1 0,1-1,0-2,2 0,-1-1,14 7,-29-19,0 0,0 1,1-2,-1 1,0-1,1 0,-1 0,1 0,-1-1,1 1,-1-1,1-1,-1 1,1-1,-1 0,1 0,-1-1,0 0,0 0,0 0,0 0,0-1,0 0,0 0,-1 0,0 0,1-1,-1 0,0 0,-1 0,1 0,1-3,0 0,-1-1,0 0,0 0,-1 0,0 0,0 0,-1-1,0 1,0-1,-1 0,0 0,-11 30,8-16,1 1,0-1,0 1,1-1,0 1,0-1,0 1,0 0,1-1,0 1,0-1,0 1,1-1,0 0,0 0,0 1,1-1,0-1,0 1,0 0,0-1,1 1,-1-1,1 0,1 0,-1-1,0 1,1-1,0 0,-1 0,2 0,3 0,0-1,0 1,0-2,0 1,0-1,0 0,1-1,-1 0,0-1,0 0,1 0,-1-1,0 0,0-1,-1 0,1 0,-1-1,1 0,-1-1,0 1,0-2,-1 1,0-1,0 0,0 0,-1-1,1 0,-2 0,1-1,-1 0,0 1,-1-2,0 1,0 0,-1-1,0 0,1-5,-1 5,-2-1,1 0,-1 0,-1 0,0 0,0 0,-1 0,0 0,-1 1,0-1,-3-9,3 15,1 0,-1 0,0 1,0-1,0 0,0 1,-1-1,0 1,1 0,-1 0,0 0,-1 0,1 0,0 1,-1 0,0-1,1 1,-1 1,0-1,0 0,0 1,0 0,0 0,0 0,0 0,-1 1,1 0,0 0,-1 0,-5 1,-1 1,0 1,0 0,1 0,-1 1,1 1,0-1,1 2,-1-1,1 1,0 1,0 0,1 0,0 0,0 1,1 0,0 1,0 0,1 0,0 0,0 1,1 0,1 0,0 0,0 1,-2 9,5-16,0 1,-1-1,2 0,-1 1,0-1,1 0,0 1,0-1,0 0,0 1,1-1,0 0,0 1,0-1,0 0,1 0,0 0,-1 0,1 0,1 0,-1 0,1-1,-1 1,1-1,0 0,1 1,29 14,3-6</inkml:trace>
  <inkml:trace contextRef="#ctx0" brushRef="#br0" timeOffset="3713.339">20206 328,'-18'-7,"-16"-2,-10 2,-5 8,-1 8,4 9,9 8,11 7,10-2</inkml:trace>
  <inkml:trace contextRef="#ctx0" brushRef="#br0" timeOffset="3714.339">20058 1049,'19'14,"14"7,14 1,11-2,13-5,8-5,-10-4</inkml:trace>
  <inkml:trace contextRef="#ctx0" brushRef="#br0" timeOffset="-5072.152">5647 3443,'0'-5,"0"-1,-1 0,0 0,0 1,-1-1,0 0,1 1,-2 0,1-1,-1 1,0 0,0 0,0 0,0 1,-1-1,0 1,-1-1,-9-10,0 0,-1 1,0 1,-1 0,-1 2,0-1,-1 2,0 0,-12-3,-127-83,-31 47,121 33,0 3,-1 2,0 4,-13 2,-76-9,-35-8,-92 6,-73 27,-187 37,238-10,-6 26,66-15,-192 66,-276 106,633-194,1 3,1 4,2 3,2 3,-29 23,53-24,1 3,3 2,1 1,2 3,2 2,3 1,-19 35,53-81,-22 32,0 1,3 1,1 1,2 1,2 1,1 1,3 0,1 1,2 1,3 0,1 0,1 17,5-19,3-1,2 0,1 0,2 0,2 0,2-1,2 0,1-1,2 0,13 20,52 99,8-3,32 36,-99-164,1-2,1 0,1-1,1-1,1-2,1 0,2-2,0-1,0-1,6 0,254 129,-236-126,2-3,1-2,0-3,3-2,82 21,-70-15,-32-8,0 1,-1 2,-1 1,2 3,27 14,2-2,1-3,16 0,152 48,-191-67,1-2,0-2,0-2,1-3,31 1,-60 2,203-13,4-22,126 24,-340 10,16-3,0 2,0 1,0 1,0 1,0 2,0 1,12 3,-12 1,0-2,1-1,0-2,-1 0,9-2,258 26,-229-28,-33-1,1 2,-1 1,0 1,0 2,9 4,-13-3,1-1,0-1,0-1,1-2,1-1,69 2,-48 4,-38-3,1 0,-1-1,1 0,0-2,-1 0,16-3,194-54,-164 44,-1-2,0-3,43-21,-53 20,-27 11,0-2,-1 0,-1-2,0 0,-1-1,0-1,-1-1,-1-1,0-1,-1 0,-2-1,0-1,2-4,17-25,-2-2,-3-2,-2 0,-2-2,-3-1,-2 0,-2-2,-3 0,-1-12,55-531,-54 391,-13-174,-3 200,-2 60,-6 1,-11-41,15 123,-3 1,-1 0,-2 0,-2 1,-16-35,19 59,-1 0,0 0,-1 1,0 0,-1 1,0 1,-1 0,-1 0,0 2,-5-3,-45-36,58 44,-1 0,0 0,0 1,0 0,-1 1,0 0,1 0,-1 1,0 0,0 1,0 0,0 0,0 1,0 0,-7 1,-31-3,47 2,0 1,1-1,-1 0,1 0,-1-1,0 1,1 0,-1 0,1 0,-1 0,1 0,-1 0,0 0,1-1,-1 1,0 0,1 0,-1-1,0 1,1 0,-1 0,0-1,1 1,-1 0,0-1,0 1,0-1,1 1,-1 0,0-1,0 1,0 0,0-1,0 1,0-1,1 1,-1-1,0 1,0 0,0-1,0 1,-1-1,1 1,0 0,0-1,0 1,0-1,0 1,0 0,-1-1,1 1,0 0,0-1,-1 1,1 0,0-1,0 1,-1 0,1-1,0 1,-1 0,1 0,0-1,-1 1,1 0,-1 0,1 0,0 0,-1-1,182-121,-119 85,73-47,36-22,35-21,-35 22,1227-718,-1173 708,-33 24,-116 57,1 3,2 3,0 4,80-14,16 33,-156 6</inkml:trace>
  <inkml:trace contextRef="#ctx0" brushRef="#br0" timeOffset="-3839.38">6529 2386,'-8'27,"-57"94,38-76,2 2,2 1,2 0,-10 38,29-83,1-1,0 0,0 1,0-1,0 1,0-1,0 1,1 0,-1-1,1 1,0 0,0-1,0 1,0 0,0-1,0 1,1 0,0-1,-1 1,1-1,0 1,0-1,0 1,0-1,1 0,-1 1,1-1,-1 0,1 0,0 0,0 0,0 0,0-1,0 1,0 0,0-1,1 0,-1 1,1-1,13 0,0-1,1-1,-1 0,0-1,-1-1,1 0,0-1,-1-1,12-5,-13 5,95-33,-2-4,56-33,-149 68,-7 4,0 0,-1-1,1 1,-1-1,0 0,0-1,0 0,0 0,-1 0,0 0,2-3,-7 4,0 1,0-1,0 0,0 1,-1-1,1 1,-1-1,0 1,0-1,-1 1,1 0,-1-1,1 1,-1 0,0 0,0 0,0 0,-1 0,1 1,-1-1,1 1,-1-1,0 1,0 0,0 0,0 1,0-1,-3-1,-1-2,-331-226,302 200,33 24</inkml:trace>
  <inkml:trace contextRef="#ctx0" brushRef="#br0" timeOffset="-3172.25">9484 1437,'-5'9,"0"0,0 1,1-1,1 1,-1-1,1 1,1 0,0 1,0 1,0-1,-8 41,2 0,2 1,3-1,2 1,2 0,3 10,-4-55,1-1,0 0,0 1,1-1,0 0,0 0,0 0,1 0,0 0,1-1,0 1,0-1,0 0,0 0,1 0,0-1,0 0,1 0,-1 0,1 0,0-1,1 0,-1 0,1-1,-1 0,1 0,0 0,0-1,2 0,5 1,-1-1,1-1,0-1,-1 1,1-2,0 0,-1-1,1 0,-1-1,0-1,1 0,-2 0,1-2,0 1,-1-2,8-5,7-8</inkml:trace>
  <inkml:trace contextRef="#ctx0" brushRef="#br0" timeOffset="-2904.603">9324 1785,'22'0,"22"0,17-2,11-3,7-4,2-3,-6-4,-16 3</inkml:trace>
  <inkml:trace contextRef="#ctx0" brushRef="#br0" timeOffset="-2647.355">9431 1358,'4'-5,"13"-1,20-2,24 0,19 2,15 1,7 5,-14 1</inkml:trace>
  <inkml:trace contextRef="#ctx0" brushRef="#br0" timeOffset="-2136.302">10300 1812,'-3'-4,"1"0,-1 0,0 0,0 0,0 0,0 1,-1-1,1 1,-1 0,0 0,0 0,0 1,0 0,-1-1,1 1,-1 1,1-1,-1 1,0-1,1 1,-1 1,0-1,0 1,0 0,0 0,0 0,1 0,-1 1,0 0,0 0,1 1,-1-1,0 1,1 0,0 0,-1 0,1 1,0-1,0 1,-1 2,0 0,0 0,1 0,0 1,0 0,0 0,1 0,0 0,0 1,1-1,0 1,0-1,0 1,1 0,0 0,0 0,1 0,-1 0,2 0,-1 0,1 0,0 0,0-1,1 1,0 0,0-1,1 1,0-1,0 0,0 1,1-1,0-1,0 1,0-1,6 5,-2-4,0 0,0-1,1 0,0 0,0-1,0 0,1-1,-1 0,1 0,0-1,0-1,0 1,0-2,0 1,0-1,0-1,0 0,3-1,3 0,0-2,0 1,0-2,-1 0,0-1,0-1,0 0,-1-1,0-1,11-8,-16 10,-1-1,0 0,0 0,0 0,-1-1,-1 0,1 0,-1-1,-1 1,0-1,0-1,-1 1,-1-1,1 1,-2-1,1 0,-2 0,1-7,-9-10,7 27,-1 1,1 0,-1 0,1 0,-1-1,0 1,1 0,-1 0,1 0,-1 0,1 0,-1 0,1 0,-1 0,0 0,1 1,-1-1,1 0,-1 0,1 0,-1 1,1-1,-1 0,1 0,-1 1,1-1,0 0,-1 1,1-1,-1 1,1-1,0 1,-1-1,1 0,0 1,0-1,-1 1,1 0,0-1,0 1,0-1,0 1,-1-1,1 1,0-1,0 1,0-1,0 1,-2 6,-1 0,1 0,0 0,0 1,1-1,0 0,0 1,1-1,0 1,0-1,1 0,0 1,0-1,1 0,0 1,0-1,1 0,0 0,0-1,0 1,1-1,0 1,0-1,1 0,0-1,0 1,0-1,0 0,1 0,0-1,0 1,0-1,1-1,-1 1,1-1,0 0,0-1,0 1,4-1,-4 0,-1 0,1-1,0 0,-1 0,1 0,0-1,-1 0,1 0,0-1,-1 0,1 0,0-1,-1 0,0 0,1 0,-1-1,0 0,0 0,0 0,-1-1,1 0,-1 0,0 0,0-1,0 0,-1 0,1 0,-1 0,-1-1,1 1,-1-1,0 0,2-5,-2 2,1 0,-2 1,0-2,0 1,0 0,-1 0,0 0,-1-1,0 1,-1 0,0-4,1 13,0 1,-1-1,1 0,0 0,0 1,0-1,0 0,-1 0,1 0,0 0,0 0,0 1,-1-1,1 0,0 0,0 0,-1 0,1 0,0 0,0 0,-1 0,1 0,0 0,0 0,-1 0,1 0,0 0,0 0,-1 0,1 0,0 0,0 0,-1 0,1 0,0 0,0 0,-1 0,1-1,0 1,0 0,0 0,-1 0,1 0,0-1,0 1,0 0,0 0,0 0,-1-1,1 1,0 0,0 0,0-1,0 1,0 0,0 0,0-1,0 1,0 0,0 0,0-1,0 1,0 0,0 0,0-1,0 1,0 0,0 0,0-1,-8 20,6-13,1 0,0 0,0 0,0 0,0 0,1 0,0 0,0 0,1 0,0 0,0 0,0 0,1 0,0 0,0-1,0 1,1-1,0 1,0-1,0 0,1 0,-1 0,1-1,0 1,1-1,-1 0,5 4,6-1,0 0,0-1,0 0,1-2,0 1,-1-2,2 0,-1-1,0-1,2 0,46 2</inkml:trace>
  <inkml:trace contextRef="#ctx0" brushRef="#br0" timeOffset="-1348.703">11676 1825,'-15'-10,"0"1,-1 0,0 1,-1 1,1 0,-1 1,-1 1,1 1,-1 0,1 2,-1 0,-12 0,24 2,1 0,0 0,0 1,0 0,-1 0,1 0,0 1,0 0,1 0,-1 0,0 0,1 1,-1 0,1 0,0 0,0 0,0 1,0-1,0 1,1 0,0 0,0 1,0-1,0 1,1-1,0 1,-1 0,2 0,-1 0,1 0,0 0,0 0,0 0,0 0,1 1,0-1,0 0,1 1,0-2,0-1,1 1,0-1,0 1,0-1,0 0,0 0,1 0,-1 0,1 0,0-1,-1 1,1-1,1 0,-1 0,0 0,0 0,1 0,-1-1,1 1,0-1,-1 0,1 0,0-1,-1 1,1-1,0 1,0-1,6 0,0 0,0 0,-1 0,1-2,0 1,-1-1,1 0,-1-1,0 0,6-3,-6 1,-1-1,1 0,-1 0,0-1,0 0,-1 0,0-1,0 0,-1 0,0-1,0 0,-1 0,0 0,-1 0,0-1,0 0,-1 0,0 0,-1 0,0 0,-1-1,0 1,-1-7,0 27,1-1,-1 0,1 0,1 0,0 0,0 0,1 0,0 0,0 0,1-1,0 0,1 0,0 0,0 0,0-1,1 1,0-1,1-1,0 0,0 1,0-2,1 1,-1-1,1-1,0 1,1-1,7 3,-9-5,0 0,1 0,-1-1,0 1,1-2,-1 1,1-1,-1 0,1-1,-1 1,1-1,-1-1,0 0,1 0,-1 0,0-1,0 0,-1 0,1-1,-1 0,1 0,-1 0,-1-1,1 0,0 0,-1 0,0-1,3-5,7-16,-1 0,-1-1,-1-1,-2 0,-1 0,-2-1,0 0,-2 0,-1 0,-1-31,8-106,-9-131,-2 286,-11-52,-1 65,-16 72,16-7,2 1,4 0,2 0,3 0,6 30,-5-61,2 0,2-1,1 1,2-1,1-1,2 1,2-1,0-1,18 30,-28-57,0-1,1 0,0 0,0 0,0-1,1 1,0-1,0 0,0 0,0 0,0 0,1-1,0 1,0-1,0 0,0-1,0 1,0-1,1 0,-1-1,1 1,0-1,-1 0,1 0,0-1,0 0,-1 0,1 0,0-1,0 1,-1-1,1-1,-1 1,1-1,-1 0,1 0,2-3,1-2,0-1,-1 0,0 0,-1-1,0 0,0 0,-1-1,0 0,0 0,-1 0,-1-1,0 0,0 0,-1 0,-1 0,1-1,-6-2,-9 37,9-16,-1 0,1 0,0 0,0 0,1 1,0-1,0 1,1 0,0-1,0 1,1 0,0 0,1 0,-1-1,1 1,1 0,0-1,0 1,0-1,1 1,0-1,0 0,1 0,0-1,0 1,0-1,1 0,0 0,5 4,59 15,-34-21</inkml:trace>
  <inkml:trace contextRef="#ctx0" brushRef="#br0" timeOffset="-1080.885">12639 1545,'-16'-3,"-7"0,-3 0,4 1</inkml:trace>
  <inkml:trace contextRef="#ctx0" brushRef="#br0" timeOffset="-891.869">11903 1264,'12'-7,"21"-2,26-2,28 1,22 2,10 5,-14 2</inkml:trace>
  <inkml:trace contextRef="#ctx0" brushRef="#br0" timeOffset="-703.135">12906 1825,'22'-4,"-1"-2,1-1,-1-1,0 0,-1-2,0 0,-1-1,0-1,-1-1,0-1,-1 0,0-1,-1-1,5-8,3-33,-24 55,0 0,0 1,0-1,0 0,-1 1,1-1,0 0,-1 1,1-1,-1 0,1 1,-1-1,0 1,0-1,1 1,-1 0,0-1,-1 1,1 0,0 0,0-1,0 1,-1 0,1 0,0 0,-1 1,1-1,-1 0,1 1,-1-1,0 0,1 1,-1 0,-1-1,-7 1,0 0,0 1,0 0,0 0,0 1,1 0,-1 1,0 0,1 1,0 0,0 0,0 1,1 0,-1 1,1 0,0 0,1 0,-1 1,1 0,1 1,0 0,0 0,-2 3,5-8,-1 1,1 0,0 0,0 0,0 1,1-1,0 0,-1 1,1 0,1-1,-1 1,1 0,0 0,0 0,0 0,1 0,0 0,0 0,0 0,0 0,1 1,0-1,0-1,1 1,-1 0,1 0,0 0,0-1,0 1,1-1,0 0,0 0,0 0,0 0,1 1,11 4,0-1,0-1,1 0,0-1,0 0,0-2,1 0,0 0,0-2,0 0,0-1,6-1,-22 0,89 5</inkml:trace>
  <inkml:trace contextRef="#ctx0" brushRef="#br0" timeOffset="7090.467">434 6985,'-9'2,"1"1,-1 0,1 0,0 0,0 1,0 0,1 1,-1 0,1 0,0 0,1 1,-1 0,1 0,0 1,1 0,-5 6,-69 129,75-133,-38 86,5 2,4 1,4 2,4 0,5 2,5 0,3 1,5 24,3 9,7 1,5-1,6 0,9 15,-11-95,3 0,2-2,2 0,3 0,2-2,2-1,15 18,205 319,-239-376,8 18,1 0,1-1,1-1,2-1,1 0,1-2,1 0,1-1,1-2,19 13,5-10,0-1,1-3,2-2,0-2,49 9,21 8,-68-17,2-2,0-2,54 4,243-12,-213-8,113-2,110-22,693-62,-906 65,-1-6,-1-6,-2-7,38-22,-143 50,0-1,-1-2,-1-2,-1-2,-1-1,-1-2,-1-1,-1-2,-2-1,0-3,-3 1,-1-1,-2-1,-1-2,-2-1,-1 0,-2-2,-1 0,-3-1,5-17,161-553,-165 563,-2-2,-2 0,-2 0,-2-7,3-52,-6-1,-4 1,-5-1,-5-7,-49-219,53 295,0 0,-3 1,-1 0,-2 0,-1 1,-2 0,-2 1,-1 1,-1 0,-3 1,0 1,-9-8,-71-50,-70-68,161 152,0 1,0-1,-1 1,0 1,0 0,0 0,-1 1,0 1,0 0,0 0,0 1,0 0,-6 0,-82-23,-49-40,-106 10,201 40,-2 3,1 3,-1 2,-4 2,-60-1,1-5,-22-9,70 11,-1 3,-40 3,-81-6,12-4,-130 11,15 1,9-13,-145 0,318 4,0 5,0 5,-1 5,-85 15,144-10,0 2,1 2,0 2,2 3,0 2,-44 26,83-39,0 1,0 1,1 0,1 1,-1 0,2 1,-1 0,2 1,0 0,0 0,1 1,1 0,-2 5,-12 31,3 2,2 0,-1 12,10-36,-33 141,31-136</inkml:trace>
  <inkml:trace contextRef="#ctx0" brushRef="#br0" timeOffset="10409.46">4898 8777,'-2'-9,"1"-3,6 0,9 7,12 9,15 15,15 14,12 14,11 13,7 8,5 4,1-2,-1-5,-4-10,-6-14,-13-14,-18-11</inkml:trace>
  <inkml:trace contextRef="#ctx0" brushRef="#br0" timeOffset="11209.249">4791 8737,'13'26,"-3"-4,1 0,0-1,2 0,0-1,2-1,0 0,12 11,-6-17,-20-13,-1 0,1 0,-1 0,0 0,1 0,-1 0,1 0,-1 0,0-1,1 1,-1 0,0 0,1 0,-1-1,0 1,1 0,-1-1,0 1,1 0,-1 0,0-1,0 1,0 0,1-1,-1 1,0-1,0 1,0 0,0-1,0 1,1-1,-1 1,0 0,0-1,0 1,0-1,0 1,0 0,0-1,-1 1,1-1,0 1,0 0,0-1,0 1,0-1,-1 1,1 0,0-1,0 1,-1 0,1-1,0 1,0 0,-1 0,-51-115,-51-94,81 179,22 30,0-1,1 1,-1-1,0 0,0 1,1-1,-1 1,0-1,1 0,-1 1,1-1,-1 1,1-1,-1 1,1 0,-1-1,1 1,-1-1,1 1,-1 0,1 0,0-1,-1 1,1 0,-1 0,1 0,0 0,-1-1,1 1,0 0,-1 0,1 0,0 1,-1-1,1 0,0 0,-1 0,1 0,0 1,-1-1,1 0,0 1,3-1,247-41,-250 41,0-1,0 1,-1-1,1 1,0 0,0-1,0 1,0 0,0 0,0 0,-1-1,1 1,0 0,0 0,0 0,0 1,0-1,0 0,0 0,0 0,-1 1,1-1,0 0,0 1,0-1,0 1,-1-1,1 1,0-1,-1 1,1-1,0 1,-1 0,1-1,0 1,-1 0,1 0,-1-1,0 1,1 0,-1 0,0 0,1 0,-1 0,0 0,0-1,0 1,0 0,0 0,0 1,-43 96,30-70,1 0,1 1,1 1,2-1,1 2,1-1,0 18</inkml:trace>
  <inkml:trace contextRef="#ctx0" brushRef="#br0" timeOffset="11891.92">6557 8697,'-7'18,"-2"15,0 11,2 8,2 3,2 2,6 0,7-3,6-5,7-8,7-7,5-11,4-10,3-13,2-13,-1-11,-7-6,-9 2</inkml:trace>
  <inkml:trace contextRef="#ctx0" brushRef="#br0" timeOffset="12154.455">6503 8991,'21'0,"15"-2,13-4,10-2,4-5,-2-2,-7-3,-13 1</inkml:trace>
  <inkml:trace contextRef="#ctx0" brushRef="#br0" timeOffset="12323.685">6489 8670,'25'-7,"22"-4,17-3,10-1,5 2,-2 3,-15 3</inkml:trace>
  <inkml:trace contextRef="#ctx0" brushRef="#br0" timeOffset="12524.838">7025 8790,'11'16,"11"10,12 5,11 1,6 1,3 1,2-1,-2 1,-5-1,-9-3,-9-5,-8-5,-7-5</inkml:trace>
  <inkml:trace contextRef="#ctx0" brushRef="#br0" timeOffset="12808.98">7412 8817,'-16'5,"-12"8,-10 8,-9 13,-4 11,-1 12,4 8,8 4,11-1,12-7,10-14</inkml:trace>
  <inkml:trace contextRef="#ctx0" brushRef="#br0" timeOffset="13069.27">7693 8871,'-10'23,"-2"18,1 17,1 11,6 10,5 8,3 7,3 1,0 1,-1-7,-2-19</inkml:trace>
  <inkml:trace contextRef="#ctx0" brushRef="#br0" timeOffset="13361.832">7626 9111,'-2'-4,"1"0,-1 0,1 0,0 0,1 0,-1-1,1 1,0 0,0-1,0 1,0 0,1-1,0 1,0 0,0 0,0 0,0-1,1 1,0 1,0-1,0 0,1 0,-1 1,1-1,0 1,-1 0,2 0,-1 0,0 0,3-1,3 1,1 0,0 1,0 1,0 0,0 0,0 1,0 0,0 0,0 1,0 1,-1-1,1 2,0-1,-1 2,1-1,-1 1,0 0,0 1,-1 0,0 1,1-1,-2 2,1-1,0 2,-5-6,0 0,-1 0,1 1,-1-1,1 1,-1 0,0 0,0 0,0 0,-1 0,1 0,-1 0,1 0,-1 1,0-1,0 0,-1 1,1-1,-1 1,0-1,0 1,0-1,0 1,0-1,-1 1,0-1,1 1,-1-1,0 0,-1 1,1-1,-1 0,1 0,-1 0,0 0,0 0,-1 0,1-1,0 1,-1-1,0 1,-3 0,-1 1,-1-1,1 0,-1-1,1 0,-1 0,1-1,-1 0,0 0,-2 0,-14 0</inkml:trace>
  <inkml:trace contextRef="#ctx0" brushRef="#br0" timeOffset="13653.597">8053 9232,'0'-62,"-3"-1,-3 2,-5-20,8 69,2 10,0 0,0 0,0-1,0 1,0 0,0-1,1 1,-1 0,1-1,0 1,0-1,0 1,0-1,0 1,0 0,1-1,-1 1,1-1,-1 1,1 0,0 0,0-1,0 1,1 0,-1 0,0 0,1 0,-1 0,1 0,0 0,7 2,1 0,-1 0,1 1,-1 0,0 1,1 0,-1 0,0 1,0 1,4 1,-2-1,-2-2,1 1,-1 0,1 0,-1 1,0 0,0 1,-1 0,0 0,0 1,0 0,0 0,-1 1,0 0,0 0,-1 1,0 0,0 0,-1 0,0 1,3 6,-1 85,-8-88,1 1,0-1,1 1,0-1,1 1,0-1,3 6,-4-14,1 0,-1-1,1 1,0-1,0 0,1 0,-1 0,1 0,-1 0,1 0,0-1,0 1,0-1,1 0,-1 0,0 0,1 0,-1 0,1-1,0 0,-1 1,1-2,0 1,0 0,0-1,0 1,-1-1,1 0,0-1,0 1,2-1,5 0,-1-1,1-1,-1 1,1-2,-1 1,0-2,0 1,-1-1,1-1,7-5,-8 5,-1 0,0-1,0 0,0-1,-1 1,0-2,0 1,-1-1,0 0,0 0,-1 0,-1-1,1 0,-2 0,1 0,-1 0,-1-1,0 1,0-1,-1 1,-1-1,0-7,0 16,0 0,-1 0,1 0,-1 0,0 0,0 0,0 0,1 0,-2 0,1 0,0 1,0-1,-1 0,1 1,0-1,-1 1,0-1,1 1,-1 0,0 0,0 0,0 0,1 0,-1 0,0 0,0 1,-1-1,1 1,0-1,0 1,0 0,0 0,0 0,0 0,0 0,0 0,-1 1,1-1,0 1,0-1,0 1,0 0,0 0,1 0,-1 0,0 0,0 0,1 0,-1 1,0-1,1 1,-1-1,1 1,0-1,0 1,-4 2,2-1,-1 1,0 0,1 0,0 0,0 1,0-1,0 1,1-1,-1 1,1 0,1 0,-1 0,1 0,-1 0,1 0,1 1,-1-1,1 0,0 1,0-1,1 0,-1 0,1 1,1-1,-1 0,0 0,1 0,0 0,1 0,-1-1,1 1,-1-1,1 1,1-1,-1 0,1 0,-1 0,1-1,0 0,1 1,-1-1,0 0,1-1,2 2,35 6,0-4</inkml:trace>
  <inkml:trace contextRef="#ctx0" brushRef="#br0" timeOffset="14142.474">9096 8897,'-9'-3,"0"0,0 1,0 0,-1 0,1 1,-1 0,1 0,-1 1,1 1,-1 0,1 0,-1 0,1 2,0-1,-1 1,1 0,1 1,-1 0,1 0,-1 1,1 0,6-3,0 0,0 0,0 0,0 0,0 0,1 1,-1-1,1 0,0 1,0-1,0 1,0-1,0 1,0 0,1-1,-1 1,1 0,0-1,0 1,0 0,0 0,0-1,0 1,1 0,0-1,-1 1,1 0,0-1,0 1,0-1,1 1,-1-1,2 2,64 67,120 57,-153-90,-34-38,1 1,-1 0,1 0,-1 0,1 0,-1 0,1 0,-1 0,0 0,0 0,1 0,-1 0,0 0,0 0,0 0,0 0,0 0,0 0,0 0,-1 0,1 0,0 0,0 0,-1 0,1 0,-1 0,1 0,-1-1,1 1,-1 0,1 0,-1 0,0-1,0 1,1 0,-1-1,0 1,0 0,0-1,0 1,0-1,1 1,-1-1,0 0,-1 1,0 0,-1 1,0 0,1-1,-1 0,0 1,0-1,0 0,0-1,0 1,0 0,-1-1,1 0,0 1,0-2,0 1,0 0,0 0,-1-1,1 0,0 1,0-1,0 0,0-1,1 1,-1 0,0-1,0 0,1 0,-1 1,1-1,0-1,-1 1,1 0,0-1,0 1,0-1,1 1,-1-1,1 0,-1 0,1 0,0 0,0 0,0 0,1 0,-1 0,1 0,-1-1,4-5,0 0,0 0,1 0,0 0,1 0,0 1,0 0,0 0,1 0,1 1,-1 0,1 0,0 0,1 1,-1 0,1 1,1-1,-1 2,1-1,-1 1,1 0,2 0,-7 2,0 0,-1 0,1 0,0 1,0-1,0 1,0 0,1 0,-1 0,0 1,0 0,1-1,-1 1,0 1,0-1,1 1,-1-1,0 1,0 1,0-1,0 0,0 1,0 0,0 0,-1 0,1 0,-1 1,1-1,1 4,27 78,-30-73,0-1,1 0,1 0,0 0,0-1,1 1,0-1,0 0,1 0,2 1,4 0,-1-3</inkml:trace>
  <inkml:trace contextRef="#ctx0" brushRef="#br0" timeOffset="14338.104">9270 8764,'2'0,"10"0,3 0</inkml:trace>
  <inkml:trace contextRef="#ctx0" brushRef="#br0" timeOffset="14607.151">9618 9004,'2'14,"1"11,2 6,3 2,-1 0,2-1,1-3,1-3,1-5,-2-7</inkml:trace>
  <inkml:trace contextRef="#ctx0" brushRef="#br0" timeOffset="14892.744">9551 8657,'-2'-9,"3"1,2 7,1 4</inkml:trace>
  <inkml:trace contextRef="#ctx0" brushRef="#br0" timeOffset="15903.964">5527 10434,'25'-84,"4"1,22-43,-16 42,-33 80,-2 3,0 0,0 0,0 0,0 0,0 0,0 0,0 0,0 0,1 0,-1 0,0 0,1 0,-1 0,1 0,-1 0,1 0,-1 1,1-1,0 0,-1 0,1 1,0-1,0 0,-1 1,1-1,0 1,0-1,0 1,0-1,0 1,0 0,0-1,0 1,0 0,0 0,0 0,0 0,0 0,0 0,0 0,0 0,0 0,0 0,0 0,0 1,47 74,-20-33,36 69,-64-109,1-1,0 1,-1-1,1 1,-1 0,1 0,-1-1,0 1,0 0,0 0,0 0,0-1,0 1,0 0,0 0,-1-1,1 1,-1 0,1-1,-1 1,0 0,0-1,0 1,0-1,0 1,0-1,0 1,0-1,0 0,-1 0,1 1,-1-1,1 0,0 0,-1-1,0 1,1 0,-1 0,0-1,1 1,-1-1,0 1,0-1,1 0,-1 0,0 0,0 0,1 0,-3 0,-2 0,-1 0,0 0,0-1,0 0,1 0,-1 0,0-1,1 0,0-1,-1 1,1-1,0 0,-4-3,10 6,-1-1,1 1,-1 0,1 0,-1 0,1-1,-1 1,1 0,-1-1,1 1,-1 0,1-1,0 1,-1 0,1-1,0 1,-1-1,1 1,0-1,-1 1,1-1,0 1,0-1,0 1,0-1,-1 1,1-1,0 1,0-1,0 1,0-1,0 1,0-1,0 1,0-1,1 0,-1 1,0-1,0 1,0-1,1 1,-1-1,0 1,0 0,1-1,-1 1,0-1,1 1,-1-1,0 1,1 0,-1-1,1 1,-1 0,1 0,-1-1,31-10,-6 6</inkml:trace>
  <inkml:trace contextRef="#ctx0" brushRef="#br0" timeOffset="16430.805">6209 10114,'-2'-3,"1"0,-1 0,0 1,-1-1,1 0,0 1,-1 0,1-1,-1 1,0 0,0 0,1 1,-1-1,-1 1,1-1,0 1,0 0,0 0,-1 0,1 1,0-1,-1 1,1 0,-1 0,1 0,0 0,-1 0,1 1,0 0,-1-1,1 1,0 1,0-1,-1 0,1 1,0-1,1 1,-1 0,0 0,0 0,1 1,-1-1,1 0,0 1,0 0,0-1,-1 3,0-1,-1-1,2 1,-1 0,0 0,1 0,-1 0,1 1,1-1,-1 1,0-1,1 1,0 0,0-1,1 1,-1 0,1 0,0 0,0-1,0 1,1 0,0 0,0-1,0 1,0 0,1-1,0 1,0-1,0 0,0 0,1 1,0-1,0-1,0 1,2 2,6 0,1-1,0 0,0 0,0-1,0-1,1 0,-1-1,1 0,0-1,0 0,-1-1,1 0,0-1,0-1,7-2,5 1,1-1,-1-2,0 0,-1-2,1-1,-2-1,1-1,9-6,-26 12,-7 5,0-1,1 1,-1-1,0 1,0-1,1 1,-1 0,0-1,0 1,1-1,-1 1,1 0,-1-1,0 1,1 0,-1 0,1-1,-1 1,1 0,-1 0,0-1,1 1,-1 0,1 0,-1 0,1 0,-1 0,1 0,-1 0,1 0,0 0,-1 0,1 0,-1 0,1 0,-1 1,0-1,1 0,-1 0,1 0,-1 1,1-1,-1 0,1 0,-1 1,0-1,1 0,-1 1,0-1,1 1,-1-1,0 1,0-1,1 0,-1 1,0-1,0 1,0-1,1 1,-1-1,0 4,1-1,0 0,1 0,-1 0,0 0,1-1,0 1,-1 0,1-1,0 1,1-1,-1 1,0-1,1 0,-1 0,1 0,0 0,-1-1,1 1,0-1,0 1,0-1,0 0,0 0,2 0,82 12,-79-12,0 0,-1-1,1 0,0 0,-1-1,1 0,0 0,-1-1,1 0,-1 0,0-1,0 1,0-2,0 1,0-1,0 0,-1 0,5-5,-9 7,-1 0,0 0,0 0,0 0,0 0,-1 0,1-1,-1 1,1 0,-1 0,0 0,1-1,-1 1,0 0,0 0,-1 0,1-1,-1 1,1 0,-1 0,1 0,-1 0,0 0,0 0,0 0,0 0,-1 0,1 0,0 0,-1 1,1-1,-1 0,0 1,1 0,-1-1,-1 0,-73-40,69 39,1 1,-1-1,0 1,1 0,-1 1,0 0,0 0,0 0,-1 1,1 0,0 0,0 1,0 0,0 0,0 0,0 1,1 0,-1 1,0 0,1 0,0 0,0 1,-1 0,6-2,0 0,1 0,0 0,-1 0,1 0,0 0,0 0,0 0,0 0,1 0,-1 0,1 0,-1 0,1 0,-1 0,1 0,0 0,0 0,0-1,0 1,0 0,1-1,-1 1,0 0,1-1,-1 0,1 1,0-1,-1 0,1 0,0 0,0 0,0 0,-1 0,1-1,0 1,2 0,32 17</inkml:trace>
  <inkml:trace contextRef="#ctx0" brushRef="#br0" timeOffset="17313.337">7278 10194,'-11'-12,"0"0,-1 1,0 0,-1 1,-1 0,1 1,-1 1,-1 0,1 1,-1 1,-1 0,1 1,-1 1,0 0,-16-1,28 4,0 1,0 0,0 0,0 0,0 0,0 1,0 0,0 0,0 0,1 0,-1 1,0-1,1 1,-1 0,1 0,-1 0,1 1,0-1,0 1,0 0,0 0,0 0,1 0,0 0,-1 0,1 1,0-1,1 1,-1 0,0-1,1 1,0 0,0 0,0 0,1 0,-1 0,1 0,0 0,0 0,0 0,1 0,-1 0,1 0,0 1,1 0,0 0,0 0,0 0,1 0,0-1,-1 1,2-1,-1 0,0 0,1 0,0 0,0 0,0-1,0 0,1 0,-1 0,1 0,-1-1,1 0,0 0,0 0,0 0,1-1,-1 0,0 0,0 0,3-1,3 1,-1 0,0-2,1 1,-1-1,1 0,-1-1,0 0,0-1,0 0,0-1,-1 0,1 0,6-5,-11 6,0 0,-1 0,1 0,0-1,-1 0,0 0,0 0,0 0,-1-1,1 1,-1-1,0 0,0 0,-1 0,1 0,-1-1,0 1,-1-1,1 1,-1-1,0-3,-6 5,0 18,3-6,0 1,1 0,0 0,1 1,-1-1,2 0,-1 0,1 0,1 0,-1 0,2 0,-1-1,1 1,0 0,1-1,0 0,1 0,-1 0,1-1,1 1,3 3,-8-10,1 1,0-1,-1 1,1-1,0 1,0-1,0 0,0 0,0 0,0 0,0 0,0-1,1 1,-1-1,0 1,0-1,1 0,-1 0,0 0,0 0,1 0,-1 0,0-1,0 1,1-1,-1 1,0-1,0 0,0 0,0 0,0 0,0 0,0-1,1 0,46-65,-26 8,-19 45,1 0,1 0,0 0,1 1,1 0,0 0,7-8,-13 19,1 0,-1-1,0 1,1 0,0 1,-1-1,1 0,0 1,0-1,0 1,0 0,0 0,0 0,1 1,-1-1,0 1,0-1,0 1,1 0,-1 1,0-1,0 0,1 1,-1 0,3 0,75 39,-70-33,1-1,-1 0,0 0,-1 1,1 1,-1-1,-1 2,0-1,0 1,0 1,-1 0,-1 0,0 0,0 1,3 8,-9-17,-1 0,0 1,0-1,0 0,0 1,0-1,0 0,0 0,-1 1,1-1,-1 0,0 0,0 0,0 0,0 0,0 0,0 0,0 0,-1 0,1 0,0-1,-1 1,0 0,1-1,-1 1,0-1,0 0,0 0,0 0,0 0,0 0,0 0,0 0,0 0,-1-1,1 1,-1-1,-2 2,0-1,0 0,0 0,0-1,0 1,0-1,-1 0,1 0,0-1,0 1,0-1,0 0,0-1,0 1,1-1,-4-2,6 4,1-1,0 1,0-1,0 0,0 1,0-1,0 0,0 0,0 1,0-1,1 0,-1 0,0 0,0 0,1 0,-1-1,1 1,-1 0,1 0,-1 0,1 0,0-1,-1 1,1 0,0 0,0-1,0 1,0 0,0 0,0-1,1 1,-1 0,0 0,1 0,-1-1,0 1,1 0,-1 0,1 0,0 0,-1 0,1 0,0 0,0 0,0 0,0 0,0 0,52-31,288-57,-324 84,-6 3,0-1,0-1,0 0,0 0,-1-1,0-1,0 1,0-2,-1 1,4-4,-12 9,-1 0,1 1,-1-1,1 0,-1 0,1 1,-1-1,1 0,-1 0,0 0,1 0,-1 1,0-1,0 0,1 0,-1 0,0 0,0 0,0 0,0 0,-1 0,1 0,0 0,0 0,0 1,-1-1,1 0,0 0,-1 0,1 0,-1 1,1-1,-1 0,1 0,-1 1,0-1,1 0,-1 1,0-1,0 1,1-1,-1 1,0-1,0 1,0-1,0 1,1 0,-1 0,0-1,0 1,0 0,-1 0,-51-12,46 12,-1 0,1 1,-1 0,1 0,-1 1,1 0,0 0,-1 1,1 0,1 0,-1 1,0 0,1 0,-1 0,4-2,1 0,-1 0,0 0,1 0,0 1,-1-1,1 1,0-1,0 1,0 0,1 0,-1-1,1 1,-1 1,1-1,0 0,0 0,0 0,1 1,-1-1,1 0,0 0,0 1,0-1,0 0,0 1,1-1,0 0,-1 1,1-1,1 0,-1 0,0 0,4 4,0 0,1-1,-1 0,1 0,0 0,1-1,0 0,-1 0,1-1,1 0,-1 0,1-1,-1 0,1 0,0 0,0-1,5 0,158 26,-83-24</inkml:trace>
  <inkml:trace contextRef="#ctx0" brushRef="#br0" timeOffset="18026.577">9444 10047,'-10'1,"1"0,0 1,-1 0,1 0,0 1,0 0,0 1,1 0,-1 0,1 1,0 0,0 0,0 1,1 0,0 0,0 1,1 0,0 0,0 1,0-1,1 1,0 1,1-1,0 1,0-1,1 1,0 0,0 0,0 6,3-11,0 0,0 0,0 0,1-1,-1 1,1 0,0 0,0-1,1 1,-1-1,1 1,-1-1,1 1,0-1,0 0,1 0,-1 0,1 0,-1 0,1-1,0 1,0-1,0 0,0 0,1 0,-1 0,0 0,1-1,0 1,-1-1,1 0,0 0,-1-1,1 1,0-1,0 0,0 1,-1-2,1 1,0 0,0-1,0 0,1 0,4-2,0 0,0 0,-1 0,1-1,-1 0,0-1,0 0,0 0,-1-1,0 0,0 0,0-1,-1 0,0 0,0 0,-1-1,0 1,2-6,1-3,-1 0,0 0,-1-1,-1 0,-1 0,0 0,-1-1,-1 0,0-6,-1-12,-2 1,-1-1,-1 0,-3 1,0 0,-3 0,-1 1,-5-10,13 37,0 1,0 0,-1 0,0 0,0 1,-1-1,1 1,-1-1,0 1,-4-3,7 7,0 1,0-1,1 1,-1 0,0-1,0 1,0 0,0-1,1 1,-1 0,0 0,0 0,0 0,0 0,0 0,0 0,0 0,0 0,0 0,1 0,-1 0,0 1,0-1,0 0,0 1,0-1,1 1,-1-1,0 1,0-1,1 1,-1 0,0-1,1 1,-1 0,1-1,-1 1,1 0,-1 0,1 0,-1 0,-16 37,10-5,0 0,3 0,0 1,2-1,2 1,1 0,1-1,2 1,3 5,-5-19,2 1,0-1,2 0,0-1,1 1,0-1,2-1,1 1,0-2,1 1,0-1,2-1,0 0,4 2,-12-14,0 0,0 0,0-1,0 1,1-1,-1-1,1 1,0-1,-1 0,1 0,0-1,0 0,1 0,-1 0,0 0,0-1,0-1,1 1,-1-1,0 0,0 0,0 0,0-1,0 0,-1 0,1-1,0 1,-1-1,0-1,1 1,-1-1,5-3,-1-1,0 1,0-2,-1 1,0-1,0 0,-1-1,0 0,-1 0,0 0,-1-1,0 0,-1 0,0 0,-1 0,0-1,0 0,-1 1,-1-6,-3-3,-10 25,9 2,0-1,1 0,-1 1,1 0,0 0,1-1,-1 1,1 0,1 0,-1 0,1 0,1 0,-1 0,1 0,0 0,1 0,0 0,0 0,0-1,1 1,0-1,0 0,0 0,4 4,10 10</inkml:trace>
  <inkml:trace contextRef="#ctx0" brushRef="#br0" timeOffset="18482.644">9819 9860,'30'-5,"0"1,1 2,0 1,-1 1,1 2,0 0,6 4,-27-4,-1 0,0 0,0 1,0 0,-1 1,1 0,-1 1,0-1,0 2,0-1,-1 1,0 0,0 0,0 1,-1 0,0 0,0 1,-1 0,0 0,0 0,-1 0,0 1,-1 0,3 6,23 137,-28-150,0 1,-1-1,1 0,0 1,0-1,1 0,-1 0,0 0,1 0,-1 0,1 0,0 0,0 0,0-1,0 1,0-1,0 1,0-1,0 0,0 0,1 0,-1 0,0 0,1 0,-1-1,1 1,-1-1,1 0,-1 0,1 1,-1-2,1 1,-1 0,3-1,4-1,0 0,0 0,0-1,-1 0,1-1,-1 0,0-1,8-4,-8 4,0-1,-1 1,0-1,0-1,0 1,-1-1,0 0,0-1,-1 1,0-1,0 0,-1-1,0 1,0-1,-1 0,0 0,-1 0,0 0,0 0,-1 0,0-8,0 17,-1-1,0 1,0-1,0 1,0-1,1 1,-1-1,0 1,0-1,0 1,0-1,0 1,-1-1,1 1,0-1,0 1,0-1,0 1,0-1,-1 1,1-1,0 1,0-1,-1 1,1 0,0-1,-1 1,1-1,-1 1,1 0,0-1,-1 1,1 0,-1 0,1-1,-1 1,1 0,-1 0,1 0,-1 0,1-1,-1 1,1 0,-1 0,1 0,-1 0,1 0,-1 0,1 0,-1 1,1-1,-1 0,1 0,-1 0,1 0,-1 1,-20 23,17-19,2 0,-1 0,0 1,1-1,0 0,0 1,1 0,-1-1,1 1,1 0,-1-1,1 1,0 0,0 0,0 0,1-1,0 1,0 0,1-1,-1 1,1-1,1 1,-1-1,1 0,-1 0,2 0,-1 0,0 0,1-1,0 1,0-1,0 0,1-1,-1 1,1-1,0 0,0 1,91 22,-48-20</inkml:trace>
  <inkml:trace contextRef="#ctx0" brushRef="#br0" timeOffset="18927.247">11262 10354,'-1'-1,"1"-1,0 0,-1 0,1 0,0 0,0 0,0 0,1 0,-1 0,0 0,1 0,-1 1,1-1,0 0,-1 0,1 0,0 1,0-1,0 0,1 0,1-4,87-187,-90 191,0 1,0-1,1 1,-1-1,0 1,1-1,-1 1,1 0,-1-1,1 1,0 0,0-1,-1 1,1 0,0 0,0 0,0-1,0 1,0 0,1 1,-1-1,0 0,0 0,1 0,-1 1,0-1,1 1,-1-1,1 1,-1-1,1 1,-1 0,0 0,1 0,-1 0,1 0,-1 0,1 0,-1 0,1 0,-1 1,1-1,-1 1,1-1,6 10,0 1,-1 0,0 0,0 0,-1 1,-1 0,0 0,-1 0,0 1,0 1,-2-8,1-1,-2 1,1 0,0 0,-1 0,0 0,-1 1,1-1,-1 0,0 0,-1 0,1 0,-1 0,0 1,-1-1,0-1,0 1,0 0,0 0,-19 4,12-11</inkml:trace>
  <inkml:trace contextRef="#ctx0" brushRef="#br0" timeOffset="19827.394">11918 10087,'-5'-4,"-1"0,1 1,0 0,-1 0,0 1,1-1,-1 1,0 0,0 1,0 0,-1 0,1 0,0 0,0 1,0 0,-1 1,1-1,0 1,0 0,0 1,0-1,0 1,0 0,0 1,1 0,-1-1,1 2,-1-1,1 1,0 0,1 0,-1 0,1 0,0 1,-1 0,3-2,0 1,1-1,-1 0,1 1,-1-1,1 1,0 0,1-1,-1 1,1 0,-1-1,1 1,0 0,0 0,1-1,-1 1,1 0,0-1,0 1,0-1,0 1,1-1,-1 1,1-1,0 0,0 0,0 0,0 0,1 0,-1 0,1 0,0-1,0 0,0 1,0-1,0 0,0 0,0-1,1 1,-1-1,1 1,-1-1,1 0,1 0,10 2,-1-1,0 0,1-1,0-1,-1 0,1-1,-1-1,1 0,-1-1,0 0,0-1,0-1,0 0,-1-1,0 0,0-1,-1 0,0-2,0 1,0-1,-1-1,-1 0,0 0,0-1,-1 0,4-7,4-13,-2-1,-1-1,-2 0,-1 0,-2-1,-1-1,-1 0,-2 1,-2-2,-1 1,-2 0,-1-5,1 39,0-9,3-31,-2-1,-1 1,-3 0,-1 0,-2 1,-8-27,14 65,0-1,0 1,0-1,0 1,-1-1,0 1,1-1,-1 1,0 0,0-1,0 1,0 0,0 0,-1 0,1 0,-1 0,0 0,1 0,-1 0,0 1,0-1,0 1,0-1,0 1,0 0,0 0,-1 0,1 0,0 0,-1 0,1 1,-1-1,1 1,-1 0,1-1,-1 1,1 0,0 1,-1-1,-1 1,-3 5,0 1,1 0,0 0,0 0,1 1,0 0,0 0,1 1,0-1,0 1,1 0,0 0,1 0,-1 0,1 7,-6 26,2 0,2 1,1 0,3-1,1 1,3 0,1-1,2 0,1 0,3-1,1 0,3 0,0-2,3 0,1-1,6 6,54 86,-77-127,-1-2,-1 1,1-1,-1 1,1-1,0 1,0-1,0 1,0-1,0 0,0 0,0 0,0 1,1-1,-1 0,0 0,1-1,-1 1,1 0,-1 0,1-1,-1 1,1-1,-1 1,1-1,-1 0,1 1,0-1,-1 0,1 0,0 0,-1 0,1 0,-1-1,1 1,0-1,52-75,-50 70,7-13,2 0,0 1,1 0,0 1,17-14,-31 30,1 0,-1 0,1 0,-1 1,1-1,0 0,-1 1,1-1,0 0,0 1,0-1,-1 1,1-1,0 1,0 0,0-1,0 1,0 0,0 0,0-1,-1 1,1 0,0 0,0 0,0 0,0 0,0 0,0 1,0-1,0 0,0 0,0 1,0-1,0 1,-1-1,1 0,0 1,0-1,0 1,-1 0,1-1,0 1,-1 0,1-1,-1 1,1 0,0 0,-1 0,0-1,1 1,-1 0,1 0,-1 0,0 0,0 0,6 65,-7-62,0 1,0 0,1 0,0-1,0 1,0 0,0 0,1 0,0-1,0 1,0 0,0-1,1 1,0-1,0 1,0-1,0 0,1 0,0 0,0 0,0-1,0 1,0-1,1 1,-1-1,1 0,3 1,6 0,1-1,-1-1,1 0,-1-1,1 0,0-1,-1-1,1 0,0-1,-1 0,1-1,8-4,-4 3,-1-1,0-1,-1-1,1 0,-1-1,-1-1,1-1,10-9,-19 14,-1 0,0-1,0 1,-1-1,1-1,-1 1,-1-1,1 0,-1 0,0 0,-1-1,0 1,0-1,-1 0,0 0,0 0,0 0,-1 0,-1 0,1-3,-1 8,0 0,0 0,-1 0,1-1,-1 1,1 0,-1 0,0 0,0 0,-1 0,1 0,0 0,-1 0,0 1,0-1,0 1,0-1,0 1,0 0,0-1,-1 1,1 0,-1 1,0-1,0 0,1 1,-1-1,0 1,0 0,0 0,0 0,-1 1,1-1,0 1,0-1,0 1,-1 0,1 0,0 1,0-1,0 1,0-1,-1 1,1 0,0 0,0 1,0-1,-3 2,1 0,0 0,-1 0,1 1,0 0,1 0,-1 0,1 0,-1 1,1 0,1 0,-1 0,1 0,0 0,0 1,0 0,1-1,0 1,0 0,0 0,1 0,0 0,0 0,0 1,1-1,0 0,1 0,-1 1,1-1,0 0,0 0,1 0,0 0,0 0,3 5,1-5,0 1,0-1,0 0,1-1,0 1,0-1,1-1,-1 1,1-1,0-1,0 1,1-1,-1-1,7 2,121 16,-79-17</inkml:trace>
  <inkml:trace contextRef="#ctx0" brushRef="#br0" timeOffset="20706.271">13268 9966,'-5'11,"0"0,1 0,0 1,1-1,1 1,-1-1,2 1,0 0,0 0,1 0,1 0,1 6,-2-12,1-1,0 0,0 1,1-1,0 0,0 0,0 0,0 0,1-1,0 1,0-1,0 1,0-1,1 0,0 0,0 0,0-1,0 0,0 1,1-1,0-1,-1 1,1-1,0 0,0 0,0 0,0-1,2 1,0-1,-1 0,1 0,-1-1,1 0,0 0,-1 0,1-1,-1 0,1 0,-1-1,0 0,0 0,1-1,-1 1,-1-1,1 0,0-1,-1 0,0 1,1-2,-2 1,1-1,0 1,-1-2,3-2,0-1,-1 0,0 0,0-1,-1 0,-1 0,1 0,-2-1,1 1,-2-1,1 0,-1 1,0-12,-5 5,-6 22,5 3,1 1,1 0,0 0,0 0,0 0,1 1,1-1,-1 0,2 1,-1-1,1 0,2 9,-1-15,0 1,-1 0,1-1,1 1,-1-1,0 0,1 1,0-1,0-1,0 1,0 0,0-1,0 1,1-1,-1 0,1 0,-1 0,1-1,0 1,0-1,0 0,0 0,0 0,0-1,1 1,104-6,-96 2,1-1,-1 0,1-2,-1 1,-1-2,1 1,-1-2,0 0,-1 0,0-1,0 0,-1-1,0 0,-1-1,0 0,1-3,-6 79,-3-61,1 0,-1 0,1 0,0-1,0 1,1 0,-1-1,1 0,-1 1,1-1,0 0,1 0,-1-1,0 1,1-1,-1 1,1-1,0 0,0-1,0 1,0-1,0 1,0-1,2 0,104 9,13-30,-120 19,1 1,-1 0,0 0,1 1,-1-1,0 1,1-1,-1 1,0 0,0 0,0 1,1-1,-1 0,0 1,-1 0,1 0,0 0,-1 0,2 2,33 17,-24-17,0-1,-1 0,1-1,0 0,0-1,1 0,-1-1,0-1,0 0,0-1,0 0,0-1,-1-1,1 0,-1 0,0-2,0 1,0-1,-1-1,6-4,-13 7,0 0,0-1,-1 1,1-1,-1 1,-1-1,1 0,0 0,-1 0,0 0,-1-1,1 1,-1-1,0 1,0-1,0 1,-1-1,0 0,0 1,-1-1,1 1,-1-1,-1 1,1-1,-1 1,1 0,-2-1,1 1,0 0,-1 0,0 1,0-1,-1 1,1-1,-1 1,0 0,0 0,0 1,-1-1,1 1,-1 0,0 0,0 0,0 1,-3-1,-2-1,1 0,-1 1,0 0,0 1,0 0,-1 1,1 0,0 0,0 1,-1 1,1 0,0 0,0 1,0 0,0 1,0 0,0 0,1 1,-1 0,1 1,0 0,1 1,-1 0,1 0,0 1,0-1,1 2,0-1,1 1,-5 6,9-11,0-1,1 1,-1 0,1 0,-1 0,1 0,0 0,0 0,1 0,-1 0,1 0,-1 0,1 1,0-1,0 0,0 0,1 0,-1 0,1 1,-1-1,1 0,0 0,1 0,-1 0,0 0,1-1,-1 1,1 0,0-1,0 1,0-1,0 1,1-1,-1 0,1 0,-1 0,1 0,2 0,73 22,-38-20</inkml:trace>
  <inkml:trace contextRef="#ctx0" brushRef="#br0" timeOffset="20969.712">14684 9565,'-16'-2,"-12"-1,-10 5,-3 6,2 9,9 6,9 6,13 5,14 6,6-4</inkml:trace>
  <inkml:trace contextRef="#ctx0" brushRef="#br0" timeOffset="21143.934">14764 10140,'21'9,"15"6,13-1,10-4,7-8,2-12,-3-13,-12-3</inkml:trace>
  <inkml:trace contextRef="#ctx0" brushRef="#br0" timeOffset="33113.485">22037 3897,'25'-199,"-25"196,0 1,0 0,0 0,0 0,0 0,-1 0,1-1,-1 1,1 0,-1 0,0 0,0 0,0 0,0 0,0 1,0-1,0 0,-1 0,1 1,-1-1,1 1,-1-1,1 1,-1 0,0 0,0-1,0 1,0 1,0-1,0 0,0 0,0 1,0-1,-1 0,-25-13,1-1,1-1,1-2,-17-15,-57-39,63 52,-1 2,0 1,-1 2,-1 1,-1 2,1 2,-2 2,1 1,-1 3,0 1,0 1,-34 5,38 0,1 3,0 1,0 1,0 2,2 2,-1 1,2 2,-1 1,2 1,1 2,0 2,1 0,-4 6,-37 35,3 3,3 2,3 3,-30 46,42-51,3 3,3 1,3 2,3 2,3 1,4 2,3 1,0 10,-15 106,-13 167,31-185,-7 26,-3 10,10 2,5 59,24-170,4 0,5-1,17 63,6 43,-5 69,-17-133,6 0,32 113,39 37,13-5,53 85,-116-279,5-2,4-2,54 72,-76-124,1-1,2-1,1-2,2-1,2-1,0-3,2 0,1-3,26 13,-3-13,2-3,0-3,2-3,0-2,0-4,1-2,34-1,-100-8,1 0,82 9,1-3,26-5,-83-2,-1-1,0-2,0 0,0-2,-1-1,0-1,0-1,-1-1,8-6,20-18,-2-3,-1-1,-2-3,-2-2,-2-2,33-44,-69 80,340-418,-289 351,45-56,-6-4,-7-5,-5-4,-7-3,42-114,-73 128,-6-3,-6-1,-6-1,-6-2,-5-13,-2-68,-9-1,-21-199,-18 32,-17 1,-16 3,-27-37,69 323,-5 1,-4 1,-4 2,-4 2,-4 1,-5 2,-3 3,-25-30,54 89,-2 1,0 2,-2 0,-1 2,-1 1,-1 1,-1 1,0 2,-2 1,0 1,-1 2,0 1,-10-1,-13 3,-1 1,0 3,0 3,-1 2,0 3,1 2,-1 3,1 2,0 2,-1 4,-156 34</inkml:trace>
  <inkml:trace contextRef="#ctx0" brushRef="#br0" timeOffset="34240.682">22451 2908,'0'-4,"1"1,-1 0,1-1,-1 1,1 0,0-1,0 1,0 0,1 0,-1 0,1 0,-1 0,1 0,0 0,0 1,1-1,-1 1,1-1,-1 1,2-1,-2 0,41-38,1 1,1 3,3 1,16-7,-31 20,1200-786,-1043 680,-34 21,29-28,-166 116,-41 28,-21 13</inkml:trace>
  <inkml:trace contextRef="#ctx0" brushRef="#br0" timeOffset="34814.978">22773 2227,'-36'48,"-80"162,-54 146,166-347,-2 4,1-1,0 1,0 1,1-1,1 1,1-1,-1 2,3-13,0-1,0 0,0 1,0-1,0 0,0 1,0-1,0 0,0 1,1-1,-1 0,0 0,1 1,-1-1,1 0,0 0,-1 0,1 0,0 0,0 0,0 0,0 0,-1 0,1 0,1 0,-1 0,0 0,0-1,0 1,0-1,0 1,1-1,-1 1,0-1,0 1,1-1,-1 0,0 0,1 0,-1 0,1 0,56-13,286-149,-295 140,0 2,1 2,1 3,0 1,1 4,1 1,-1 2,30 2,-25 9,-56-4,-1 0,1 0,0 1,-1-1,1 0,-1 0,1-1,-1 1,1 0,-1 0,1 0,-1 0,1 0,-1 0,1-1,-1 1,1 0,-1 0,1-1,-1 1,0 0,1-1,-1 1,1-1,-1 1,0 0,1-1,-1 1,0-1,0 1,1-1,-1 1,0-1,0 1,0-1,0 1,0-1,0 1,1-1,-1 1,0-1,0 1,-1-1,1 1,0-1,0 0,0 1,0-1,0 1,0-1,-1 1,1-1,0 1,-16-33,13 27,-54-92,-6 3,-22-23,66 90,-2 1,-1 1,0 1,-2 1,-1 1,-1 1,-1 1,-14-8,10 15,9 8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3:03.82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280 389,'-10'-3,"0"0,1 1,-1 1,0-1,0 2,0-1,0 2,0-1,0 1,0 1,0 0,0 0,0 1,1 0,-1 0,1 1,0 1,0 0,1 0,-1 0,-5 6,5 1,2 1,-1 0,2 0,0 1,0 0,1 0,1 0,0 0,1 1,1 0,0-1,1 1,1 0,0 0,1 0,0 0,2-1,-1 1,4 6,-2-4,2-1,0 1,1-1,0-1,1 1,1-2,1 1,0-1,1 0,0-1,1 0,0-1,1-1,1 1,25 17,1-2,1-2,1-2,20 8,2 7,-63-37,0-1,-1 1,1 0,0-1,-1 1,1 0,-1 0,1-1,-1 1,1 0,-1 0,1 0,-1 0,0 0,0-1,1 1,-1 0,0 0,0 0,0 0,0 0,0 0,0 0,0 0,0 0,0 0,-1 0,1 0,0 0,-1-1,1 1,0 0,-1 0,1 0,-1 0,0-1,1 1,-1 0,1 0,-1-1,0 1,0-1,1 1,-1-1,0 1,0-1,0 1,0-1,0 1,1-1,-2 0,-50 18,38-15,-1 0,1 0,-1-2,0 0,0 0,0-1,-13-3,26 3,0 0,0-1,-1 1,1-1,0 0,0 0,0 1,0-1,0-1,0 1,0 0,0 0,0-1,0 1,1-1,-1 0,1 1,-1-1,1 0,-1 0,1 0,0 0,0 0,0 0,0 0,1-1,-1 1,1 0,-1 0,1-1,-1 1,1 0,0-3,23-78,10 20,3 3,32-41,14-25,-49 72,-2-2,-3-1,8-29,-26 61,-2-1,-1 1,-1-1,-1-1,-2 1,0-1,-2 1,-1-1,-2-15,2 33,-1 0,0 0,-1 0,0 1,0-1,-1 0,0 1,-1-1,0 1,0 0,0 1,-1-1,-1 1,1 0,-1 0,0 0,-3-2,8 9,0-1,1 0,-1 1,0-1,0 0,0 1,0-1,0 1,0 0,0-1,0 1,0 0,0-1,-1 1,1 0,0 0,0 0,0 0,0 0,0 0,0 0,0 1,0-1,0 0,-1 0,1 1,0-1,0 1,0-1,0 1,1 0,-1-1,0 1,0 0,0-1,0 1,1 0,-1 0,0 0,1 0,-1 0,0 0,-15 49,15-13,2-1,1 0,1 1,3-1,0-1,3 1,1-1,1-1,8 16,-19-49,35 99,0-4,-5 1,-4 1,-3 9,-17-60</inkml:trace>
  <inkml:trace contextRef="#ctx0" brushRef="#br0" timeOffset="932.239">373 669,'42'-20,"1"1,0 3,1 1,1 2,3 2,-33 7,83-22,1 5,57-3,-113 23,-43 1,1 1,-1-1,1 0,0 0,-1 0,1 0,-1 0,1 0,-1 1,1-1,-1 0,1 1,-1-1,1 0,-1 1,1-1,-1 0,1 1,-1-1,0 1,1-1,-1 1,0-1,1 1,-1-1,0 1,0-1,0 1,1-1,-1 1,0 0,0-1,0 1,0-1,0 1,0 0,0-1,0 1,0-1,0 1,0-1,-1 1,1 0,0-1,0 1,0-1,-1 1,1-1,0 1,-1-1,1 1,0-1,-1 0,1 1,-1-1,1 1,-1-1,1 0,-1 1,1-1,-1 0,1 0,-1 1,1-1,-1 0,1 0,-1 0,0 0,1 0,-1 0,-94 76,74-62,1 2,0 0,1 1,0 1,2 0,0 1,-7 13,22-30,1-1,-1 1,1-1,0 1,0 0,0-1,0 1,0 0,0 0,0 0,0 0,1 0,-1 0,1 0,0 0,-1 0,1 0,0 0,0 0,0 0,1 1,-1-1,0 0,1 0,0 0,-1 0,1 0,0-1,0 1,0 0,0 0,0 0,0-1,1 1,-1-1,0 1,1-1,0 1,-1-1,1 0,1 1,9 2,-1 0,1-1,0 0,0-1,0 0,0-1,1-1,-1 0,0 0,0-1,0-1,0 0,0 0,11-5,-13 5,-1-1,1 0,-1 0,1-1,-1 0,0-1,0 0,-1 0,1-1,-1 0,-1 0,1-1,-1 0,0 0,-1-1,0 0,0 0,0-1,-1 0,0 1,-1-2,0 1,-1 0,0-1,0 0,-1 0,-8-28,6 37,-1 0,1 1,0-1,0 0,0 0,-1 1,1-1,0 0,0 0,-1 1,1-1,-1 0,1 1,-1-1,1 1,-1-1,1 0,-1 1,0-1,1 1,-1 0,0-1,1 1,-1-1,0 1,1 0,-1 0,0-1,0 1,1 0,-1 0,0 0,0 0,0 0,1 0,-1 0,0 0,0 0,1 0,-1 0,0 1,0-1,1 0,-2 1,0 2,0 0,0 0,0 1,0-1,1 1,-1-1,1 1,0-1,0 1,0 0,1 0,-1-1,1 1,0 0,0 0,0 0,1 0,-1-1,1 1,0 0,0-1,0 1,1 0,-1-1,1 2,2 1,-1 0,1 0,0 0,0 0,1-1,-1 0,1 0,0 0,1 0,-1-1,1 0,0 0,0 0,0-1,1 0,-1 0,1-1,0 0,3 1,-5-2,-1 0,0 0,1 0,-1 0,1-1,-1 0,1 0,-1 0,1-1,-1 1,1-1,-1 0,0 0,1-1,-1 1,0-1,0 0,0 0,0-1,-1 1,1-1,0 1,-1-1,0 0,0-1,0 1,0-1,0 1,-1-1,3-3,0-10,0 0,-1 0,0 0,-2-1,0 1,-1-1,-1 1,0-1,-1 1,-1-1,-1 1,-1 0,0 0,-1 0,-2-3,-29-82,35 99,0 3,1-1,-1 1,1-1,-1 1,1-1,-1 1,1-1,-1 1,1-1,0 0,-1 1,1-1,0 1,0-1,-1 0,1 1,0-1,0 0,0 0,0 1,0-1,0 0,0 1,0-1,0 0,0 1,1-1,-1 0,0 1,0-1,1 0,-1 1,0-1,1 0,-1 1,0-1,1 1,-1-1,1 1,-1-1,1 1,-1-1,1 1,-1 0,1-1,0 1,-1 0,1-1,0 1,-1 0,1 0,0-1,-1 1,1 0,0 0,176 22,-132-17,-25-4,0 1,0 1,-1 1,1 1,-1 1,0 0,0 2,-16-7,-1 0,0 0,1 0,-1 1,0-1,0 1,0-1,0 1,0 0,-1 0,1 0,0 0,-1 0,0 0,1 0,-1 1,0-1,0 0,0 1,0-1,-1 1,1-1,-1 1,1-1,-1 1,0-1,0 1,0 0,0-1,-27 72,16-49,10-24,1 0,-1 0,0 0,1 0,-1 0,1 0,-1 0,1 0,0 0,-1 1,1-1,0 0,0 0,0 0,0 1,0-1,0 0,0 0,1 0,-1 1,0-1,0 0,1 0,-1 0,1 0,-1 0,1 0,0 0,-1 0,1 0,0 0,0 0,0 0,-1 0,1-1,0 1,0 0,0-1,0 1,0 0,1-1,-1 1,1-1,8 2,0-1,0 0,0-1,0 0,0-1,0 0,0 0,0-1,0-1,0 1,0-2,-1 1,0-1,1-1,2-2,7-1,-1-1,-1 0,0-1,0-1,-1-1,0-1,-1 0,-1 0,0-2,-1 0,0 0,-1-1,-1-1,-1 0,0 0,-1-1,-1 0,3-10,-10 26,-1 0,1 0,0 0,-1 0,1 1,-1-1,1 0,-1 0,0 0,0 0,0 0,0 0,0 0,-1 0,1 0,0 0,-1 0,1 0,-1 0,0 1,0-1,0 0,0 0,0 1,0-1,0 1,0-1,-1 1,1-1,-1 1,1 0,-1 0,1-1,-1 1,0 0,1 0,-1 1,0-1,0 0,0 1,0-1,0 1,0-1,0 1,0 0,0 0,1 0,-1 0,0 0,0 1,-2-1,-1 1,-1 1,0 0,0 0,1 0,-1 1,1-1,-1 1,1 1,0-1,1 1,-1 0,0 0,1 0,0 0,0 1,0 0,0 1,2-4,1 1,-1-1,1 1,-1 0,1 0,0-1,0 1,0 0,1 0,-1 0,1 0,-1 0,1 0,0 0,0 0,0 0,1 0,-1 0,1 0,-1 0,1 0,0 0,0 0,1 0,-1 0,1-1,-1 1,1-1,0 1,0-1,0 0,0 1,0-1,0 0,1 0,8 5,0 1,1-2,-1 0,2 0,-1-1,0 0,1-1,0-1,12 2,34 5,-1-2,1-3,0-3,48-4,-3-5</inkml:trace>
  <inkml:trace contextRef="#ctx0" brushRef="#br0" timeOffset="1515.85">467 1725,'28'28,"-1"1,-2 1,19 28,39 45,-82-100,1-1,-1 0,1 1,-1-1,1 0,0 0,0 0,0 0,0-1,0 1,0 0,0-1,0 1,1-1,-1 0,1 0,-1 0,1 0,-1 0,1 0,0-1,-1 1,1-1,0 0,-1 0,1 0,0 0,-1 0,1-1,0 1,-1-1,1 0,-1 0,1 0,-1 0,1 0,-1 0,1 0,0-2,6-11,-1 0,-1-1,0 0,-1-1,-1 1,0-1,-1 0,-1 0,0-1,-1 1,-1-1,-1-14,2-4,-1 0,-3 0,0 1,-4-8,5 8,6 30</inkml:trace>
  <inkml:trace contextRef="#ctx0" brushRef="#br0" timeOffset="1796.973">1068 1646,'5'16,"3"12,3 5,2 3,3-1,2-4,-1-5,-3-7</inkml:trace>
  <inkml:trace contextRef="#ctx0" brushRef="#br0" timeOffset="1980.014">1015 1324,'0'5,"6"3,15 6,3 0</inkml:trace>
  <inkml:trace contextRef="#ctx0" brushRef="#br0" timeOffset="2136.705">1443 1498,'7'18,"4"13,3 6,1 1,1-1,-1-3,-3-7</inkml:trace>
  <inkml:trace contextRef="#ctx0" brushRef="#br0" timeOffset="2325.723">1376 1191,'-16'-5,"-5"2,1 4,8 8,13 4,16 3,5-3</inkml:trace>
  <inkml:trace contextRef="#ctx0" brushRef="#br0" timeOffset="2529.06">1911 884,'-2'-3,"-4"10,0 18,1 21,5 19,8 14,9 7,7 3,5-5,5-7,1-10,-3-12,-4-14,-8-10,-8-14,-8-9</inkml:trace>
  <inkml:trace contextRef="#ctx0" brushRef="#br0" timeOffset="2896.968">1710 1324,'38'-19,"2"1,0 1,1 3,36-8,-75 21,74-20,1 3,0 4,25 0,-94 13,-4 0,-1 0,1 0,-1 0,1 0,0 1,-1-1,1 1,0 0,-1 0,1 0,0 1,-1-1,1 1,0 0,-1 0,1 0,-1 1,0-1,1 1,-1 0,0 0,0 0,0 0,0 0,0 1,-1-1,1 1,-1 0,1 0,0 1,-1 60,-3-59,0 0,0 1,1-1,0 0,0 1,0-1,1 0,-1 0,1 0,1 1,-1-1,1 0,0 0,0-1,0 1,0 0,1-1,0 1,2 2,2-2,1 0,-1 0,1-1,0 0,1 0,-1 0,0-1,1-1,0 0,-1 0,1 0,0-1,0 0,0-1,0 0,0-1,0 0,0 0,0 0,0-2,-1 1,1-1,-1 0,1 0,-1-1,-4 2,0-1,-1 1,1-1,0 0,-1 0,0 0,1 0,-1 0,-1-1,1 1,0-1,-1 0,0 0,0 0,0 0,0 0,-1-1,0 1,1 0,-2-1,1 1,0-1,-1 1,0-1,0 1,0-1,-1 1,0-3,0-3,-2 0,1 0,-1 1,-1-1,0 1,0-1,-1 1,0 0,0 1,-1-1,0 1,-2-2,1 3,1 0,-1 0,0 0,-1 1,0 0,0 0,0 1,-1 0,0 0,1 1,-2 0,1 1,0 0,-1 0,1 1,-1 0,0 1,0 0,0 1,1 0,-1 0,0 1,0 0,0 1,-6 2,13-3,0 1,0-1,1 1,-1 0,1 0,-1 0,1 0,-1 0,1 1,0-1,0 1,0-1,1 1,-1 0,0 0,1 0,0 0,0 0,0 0,0 0,0 0,1 0,-1 0,1 0,0 1,0-1,0 0,0 0,1 0,-1 1,1-1,0 0,0 0,0 0,0 0,0 0,1 0,-1 0,1-1,0 1,0-1,0 1,0-1,0 1,1-1,-1 0,1 0,0 0,12 9,1 0,0-1,0-1,1-1,0 0,1-1,-1-1,1 0,1-2,-1 0,5 0,61 10</inkml:trace>
  <inkml:trace contextRef="#ctx0" brushRef="#br0" timeOffset="3681.925">3194 1098,'-20'-21,"-1"2,0 0,-2 2,0 0,-1 1,-1 2,0 0,-1 2,-4-1,27 11,-1 0,0 0,0 0,0 1,0 0,0 0,-1 0,1 0,0 0,0 1,-1 0,1 0,0 0,0 0,-1 1,1-1,0 1,0 0,0 1,0-1,0 1,0-1,0 1,0 0,0 1,1-1,-1 1,1 0,0-1,0 1,0 1,0-1,1 0,-1 1,1-1,0 1,0 0,0 0,0 0,0 1,2 3,0 0,1 0,0 0,1 0,-1 0,2 0,-1-1,1 1,0-1,0 0,1 0,0 0,0 0,1-1,0 1,0-1,1 0,-1-1,1 1,0-1,1 0,-1-1,1 0,0 0,0 0,0-1,1 0,-1 0,1-1,0 0,-1 0,1-1,0 0,0 0,0-1,0 0,0 0,0-1,0 0,0 0,0-1,6-2,-8 0,-1 0,1 0,-1 0,0 0,0-1,0 0,-1 0,0 0,1 0,-2-1,1 0,-1 1,0-1,0-1,-1 1,1 0,-2-1,1 1,-1-1,1 1,-1-3,-1 6,0 3,-1-1,1 1,0 0,0-1,-1 1,1-1,0 1,0-1,0 1,0-1,0 1,0-1,0 1,-1-1,1 1,1-1,-1 1,0-1,0 1,0-1,0 1,0-1,0 1,1-1,-1 1,0-1,0 1,1-1,-1 1,0 0,1-1,-1 1,0-1,1 1,-1 0,0-1,1 1,-1 0,1 0,-1-1,1 1,-1 0,1 0,-1 0,1 0,-1-1,1 1,-1 0,1 0,-1 0,1 0,-1 0,1 0,-1 0,1 1,-1-1,1 0,-1 0,1 0,-1 0,1 1,19 34,-15-25,0 0,0-1,1 0,0 0,0-1,1 1,1-1,-1-1,1 0,6 5,-12-11,-1 0,0 0,1 0,-1 0,1 0,-1 0,1 0,0-1,-1 1,1-1,0 1,-1-1,1 0,0 1,0-1,-1 0,1 0,0 0,0 0,-1-1,1 1,0 0,-1-1,1 1,0-1,-1 0,1 1,-1-1,1 0,-1 0,1 0,-1 0,1 0,-1-1,0 1,0 0,0 0,0-1,1 0,20-67,-20 27,-2 0,-1 0,-3 0,-1 1,-9-30,7 29,7 42,-2-2,1-1,0 1,0 0,1-1,-1 1,0-1,1 1,0-1,-1 1,1-1,0 1,0-1,1 0,-1 1,0-1,1 1,0-1,-1 1,1-1,0 1,0 0,1 0,-1-1,0 1,1 0,-1 0,1 0,0 0,-1 0,1 1,0-1,0 0,0 1,1 0,-1-1,0 1,1 0,10-3,1 2,-1 0,1 0,-1 1,1 1,-1 0,1 1,-1 1,1 0,-1 1,0 0,11 4,-20-5,0 0,1 0,-1 0,0 0,-1 1,1 0,0 0,-1 0,1 0,-1 0,0 1,0-1,0 1,-1 0,1 0,-1 0,0 0,0 0,0 1,-1-1,1 2,9 101,-3-18,-7-84,1 0,0 0,0 0,0 0,0 0,1-1,0 1,0-1,0 1,0-1,1 0,0-1,-1 1,1-1,1 1,-1-1,0 0,1-1,0 1,-1-1,1 0,0 0,0 0,0-1,1 0,-1 0,0 0,0-1,1 1,-1-1,0-1,4 1,2-2,-1 1,1-1,0-1,-1 0,0-1,0 0,0 0,0-1,-1 0,0-1,0 0,0 0,0-1,-1 0,-1-1,1 0,-1 0,0 0,-1-1,3-4,6-12,-1-1,0 0,-2-1,-2 0,0-1,6-28,-9 32,-1-1,-1 0,-2 0,0 0,-1-1,-2-16,0 41,0 1,0-1,0 1,1-1,-1 0,0 1,0-1,0 0,0 1,0-1,0 1,-1-1,1 0,0 1,0-1,0 1,-1-1,1 0,0 1,0-1,-1 1,1-1,-1 1,1-1,0 1,-1-1,1 1,-1 0,1-1,-1 1,1-1,-1 1,1 0,-1 0,0-1,1 1,-1 0,1 0,-1 0,0 0,1 0,-1-1,0 1,1 0,-1 0,1 1,-1-1,0 0,1 0,-1 0,0 0,1 0,-1 1,1-1,-1 0,1 1,-1-1,1 0,-1 1,1-1,-1 1,1-1,-1 1,-28 31,22-23,1 1,1-1,0 1,0-1,0 1,2 1,-1-1,1 1,1-1,0 1,0 0,1 0,0 0,1 0,0 0,1 0,0-1,1 1,0 0,1 0,0-1,1 0,0 1,0-1,1-1,1 1,-1-1,1 0,5 5,6 3,1-2,0-1,1 0,1-1,0-1,0 0,1-2,1-1,2 0,44 17</inkml:trace>
  <inkml:trace contextRef="#ctx0" brushRef="#br0" timeOffset="4119.142">1108 2487,'3'16,"2"17,3 16,3 16,1 13,1 11,1 8,-2 7,-4 1,-7-6,-3-20</inkml:trace>
  <inkml:trace contextRef="#ctx0" brushRef="#br0" timeOffset="4643.759">1001 2715,'8'-6,"0"1,0 0,0 1,1 0,0 0,-1 0,1 1,0 1,1 0,-1 0,0 1,1 0,-1 0,0 1,5 0,5-1,-1 1,1 1,-1 0,0 1,1 1,-1 1,-1 1,1 0,-1 1,1 1,7 5,-23-12,-1 1,1 0,0 0,0-1,0 1,0 1,-1-1,1 0,0 0,-1 1,1-1,-1 1,0-1,1 1,-1-1,0 1,0 0,0 0,0 0,0-1,0 1,-1 0,1 0,-1 0,1 0,-1 0,0 0,0 1,0-1,0 0,0 0,0 0,0 0,-1 0,1 0,-1 0,0 0,1 0,-1 0,0-1,-1 2,-6 5,-1-1,-1 0,1-1,-1 0,0 0,-1-1,1 0,-1-1,0 0,0-1,0-1,-1 1,-10 0,20-2,0 0,0-1,0 1,0 0,-1-1,1 0,0 1,0-1,0 0,0 0,-1 0,1 0,0 0,0-1,0 1,0-1,0 1,0-1,-1 0,2 0,-1 0,0 0,0 0,0 0,0 0,1-1,-1 1,0-1,1 1,-1-1,1 0,0 0,0 1,-1-1,1-2,2-1,0-1,1 1,0 0,0 0,0 0,0 0,1 0,0 1,0-1,0 1,1-1,2-1,-2 1,67-82,-26 33,-2-1,-3-2,25-48,-50 79,-2-1,-1 0,-1-1,-2 0,-1-1,0 0,-3 0,0-1,-2 1,-1-1,-1 0,-2 0,-1 1,-3-13,4 33,-1 1,0 0,0 0,-1 0,0 0,0 0,-1 0,0 1,0-1,-1 1,0 0,0 1,-1-1,1 1,-1 0,-1 1,1-1,-1 1,0 0,-2 0,8 4,-1 1,1 0,0-1,0 1,-1 0,1-1,0 1,0 0,-1 0,1 0,0 0,-1 0,1 0,0 1,0-1,-1 0,1 1,0-1,0 1,0-1,0 1,-1-1,1 1,0 0,0 0,0-1,0 1,0 0,1 0,-1 0,0 0,0 0,1 0,-1 0,0 1,1-1,-1 0,1 0,-1 0,1 1,0-1,0 1,-4 58,13-26,1 0,2-1,1-1,1 0,2-1,2 0,0-1,2-1,1-1,6 4,-22-25,32 42,-14-21,-1 1,-2 1,-1 0,-1 2,-1 0,9 30,-18-25,-6-7</inkml:trace>
  <inkml:trace contextRef="#ctx0" brushRef="#br0" timeOffset="4906.954">1323 2207,'16'-9,"21"-5,24-1,21 3,12 5,3 9,-14 4</inkml:trace>
  <inkml:trace contextRef="#ctx0" brushRef="#br0" timeOffset="5219.883">1991 2661,'28'-386,"-28"386,1-1,-1 1,1-1,-1 1,0 0,1-1,-1 1,1 0,-1-1,1 1,0 0,-1 0,1 0,-1-1,1 1,-1 0,1 0,0 0,-1 0,1 0,-1 0,1 0,0 0,-1 0,1 0,-1 1,1-1,0 0,-1 0,1 0,-1 1,1-1,-1 0,1 1,-1-1,1 0,-1 1,1-1,-1 1,0-1,1 1,-1-1,10 5,200 41,-208-45,0 0,0 0,0 0,0 0,0 0,0 0,0 0,0 1,0-1,-1 1,1-1,0 1,-1 0,0-1,1 1,-1 0,0 0,0 0,0 0,0 0,0 1,0-1,-1 0,1 0,-1 1,0-1,1 0,-1 0,0 1,0-1,0 0,-1 1,1-1,-1 0,1 0,-1 0,0 2,-16 36,14-34,-1 0,1 1,1-1,-1 1,1 0,0 0,1-1,-1 1,1 0,1 0,-1 1,1 3,2-8,0 0,1-1,-1 1,0 0,1-1,-1 1,1-1,0 0,0 0,0 0,0 0,0-1,0 1,1-1,-1 0,0 0,1 0,-1 0,1-1,-1 1,1-1,-1 0,1 0,-1 0,1 0,1-1,-4 1,32 0,0-2,0-1,0-2,0-1,-1-1,3-3,47-13</inkml:trace>
  <inkml:trace contextRef="#ctx0" brushRef="#br0" timeOffset="6025.25">3595 1740,'-9'1,"0"2,1-1,-1 1,0 0,1 1,0 0,0 1,0-1,0 2,1-1,0 1,0 0,0 0,1 1,0 0,-1 1,-6 9,0 1,1 0,1 0,1 2,1-1,-1 5,3-10,1 1,1-1,0 1,1 0,1 0,0 1,1-1,0 1,2-1,0 1,0-1,2 1,0-1,0 1,2-1,2 10,-3-21,-1 0,1 0,-1 0,1 0,0 0,1 0,-1-1,1 1,-1-1,1 0,0 0,0-1,0 1,1-1,-1 0,1 0,-1 0,1 0,-1-1,1 0,0 0,0 0,0-1,0 0,-1 0,1 0,0 0,0-1,0 1,0-1,-1-1,1 1,0-1,-1 1,1-1,-1-1,0 1,1-1,8-4,0-1,0-1,0 0,-1-1,-1 0,0-1,0 0,-1 0,0-1,-1-1,-1 0,0 0,0-1,1-6,5-11,-2 0,-2-1,-1 0,-1 0,-2-1,0-9,-1 16,-2 1,0-1,-2 0,-1 0,-1 0,-1 0,-2 0,0 1,-2 0,0 0,-2 0,-1 0,-1 1,0 1,-5-5,12 23,1 0,-1 1,-1 0,1 0,0 0,-1 0,0 0,0 0,0 1,0 0,-1 0,1 0,-1 1,0-1,0 1,0 0,0 1,0-1,0 1,0 0,-1 0,1 0,0 1,-1 0,1 0,0 0,-1 1,1 0,0 0,0 0,0 1,0-1,0 1,0 0,0 1,-1 0,-1 3,0 0,1 1,0-1,0 1,1 1,0-1,0 1,1 0,0 0,0 0,0 0,1 1,1-1,0 1,0 0,0 6,-1 3,1 1,2-1,0 1,0-1,2 1,0-1,4 14,6 5,2-1,1 0,1-1,2-1,2-1,0 0,3-2,0 0,2-2,2 0,0-2,28 21,-39-35,0 0,0-1,1-1,1 0,-1-2,12 5,-24-12,-1 0,1 0,0-1,0 1,-1-1,1-1,0 1,0-1,0 1,0-1,0-1,0 1,0-1,0 0,0 0,-1 0,1 0,0-1,-1 0,1 0,-1 0,1-1,-1 0,0 1,0-2,0 1,-1 0,3-4,38-47,-43 54,0-1,-1 1,1 0,0 0,-1 0,1 0,0 0,-1 0,1 1,0-1,-1 0,1 0,0 0,-1 1,1-1,0 0,-1 1,1-1,-1 0,1 1,-1-1,1 1,-1-1,1 1,-1-1,1 1,-1-1,0 1,1 0,-1-1,0 1,0-1,1 1,-1 0,0-1,0 1,0 0,0-1,0 1,0 0,0-1,0 1,0 0,0-1,0 1,0 0,0-1,-1 1,1 0,0-1,0 1,-1-1,1 1,0 0,-1-1,1 1,-1 0,1 4,0 0,-1 0,1-1,1 1,-1 0,1 0,-1 0,1-1,1 1,-1 0,1-1,0 1,0-1,0 1,0-1,1 0,0 0,0 0,0 0,0-1,0 1,1-1,0 0,-1 0,1 0,1-1,-1 1,0-1,0 0,1 0,-1 0,1-1,0 1,1-1,4-1,-1-1,0 0,0 0,0-1,0 0,0 0,0-1,0-1,-1 1,0-1,0-1,0 1,0-1,0-1,-1 0,0 0,-1 0,1-1,-1 0,0 0,-1 0,0-1,0 0,0 0,-1 0,0 0,-1-1,0 0,0 1,-1-1,0 0,-1-1,0 1,0-5,0 5,-1 0,0 0,0 1,-1-1,-1 0,1 1,-1-1,-1 0,1 1,-2-2,3 7,-1 0,1 0,-1 0,1 0,-1 1,0-1,0 1,0-1,0 1,0 0,-1 0,1 0,-1 0,1 0,-1 1,0-1,1 1,-1-1,0 1,0 0,0 0,0 0,0 1,0-1,-1 1,1 0,0 0,0 0,0 0,-1 0,-4 3,1-1,-1 1,1 1,-1-1,1 1,0 1,1-1,-1 1,1 1,0-1,0 1,0 0,1 0,0 0,0 1,1 0,-4 7,-22 34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34.0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638 300,'-42'19,"0"2,1 2,1 2,2 1,0 2,2 2,1 1,1 2,2 1,2 2,1 0,1 2,3 2,1 0,2 1,2 2,1 0,3 0,-3 15,13-44,2 0,-1-1,1 2,1-1,1 0,0 1,1-1,0 1,1 0,1-1,0 1,1-1,1 1,0-1,1 0,1 0,0-1,4 10,-6-19,0-1,0 1,0 0,0-1,1 0,-1 0,1 0,0 0,-1 0,1-1,1 0,-1 0,0 0,0 0,1 0,-1-1,1 0,0 0,-1 0,1-1,0 0,-1 1,1-2,0 1,-1 0,1-1,2-1,8-2,-1 0,1-1,-1-1,0-1,-1 0,0 0,12-10,34-25,-2-3,-2-3,-2-2,-3-2,-2-2,-2-2,-2-2,-4-3,8-17,-29 47,-1-1,-2-1,-1 0,-2-1,-1-1,-1 0,-2 0,-2-1,-1 0,-2-1,-2 1,-1-1,-2-18,-1 40,-1 1,0 1,-1-1,0 0,-1 1,-1 0,0 0,-1 1,-3-5,7 12,0 0,-1 0,0 0,0 1,0-1,-1 1,0 0,1 0,-1 1,-1 0,1-1,0 2,-1-1,1 1,-1-1,0 2,0-1,0 1,0 0,0 0,0 0,-4 1,2 1,1 0,-1 0,1 1,0 0,-1 0,1 1,0 0,0 0,1 1,-1 0,1 0,0 0,0 1,0 0,0 0,1 0,0 1,-2 3,-8 10,1 1,0 1,2-1,1 2,-2 5,-5 18,1 1,3 0,2 1,2 1,2-1,2 2,2-1,2 0,3 1,1-1,4 12,4-3,2-1,2 0,3-1,2-1,3-1,2 0,13 18,52 118,-75-146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35.5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0,'0'7,"2"7,6 5,3 4,2 3,4 4,1 5,0 5,-2 1,0-1,-1-1,-1-5,0-3,-3-5,-1-7,-2-9,-2-6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36.2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28,'18'2,"16"1,15 0,13-3,11-3,11-4,3-1,-1 1,-6 2,-15 2,-16 1,-16 3,-14 2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36.6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1,'35'35,"318"218,-341-244,0 1,0 1,-1 0,0 0,-1 1,0 0,-1 1,1 3,-7-11,-1 0,1 1,-1-1,0 1,-1-1,1 1,-1 0,0-1,0 1,-1 0,0 0,0-1,0 1,-1 0,0 0,0 0,0-1,-1 1,1-1,-2 1,1-1,0 0,-2 2,-13 17,-1-1,-1-1,-1-1,0 0,-2-2,0 0,-1-2,-5 2,-7 8,-64 58,84-68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37.5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1173,'22'-36,"0"-1,-3 0,13-36,-15 34,1 1,1 1,20-27,-37 60,0 0,0 0,0 0,1 0,0 1,0-1,0 1,0-1,0 1,1 0,-1 0,1 1,0-1,0 1,0-1,0 1,0 1,0-1,1 0,-1 1,0 0,1 0,-1 0,1 1,0 0,-1 0,1 0,-1 0,4 1,3 7,-1 1,1 0,-1 0,-1 1,0 0,0 1,-1 0,-1 0,0 1,0 0,-1 0,-1 1,1 2,1-3,0 0,-1 1,-1 0,0 0,0 0,-2 0,0 1,0-1,-1 1,-1 0,0-1,-1 1,0 0,-1 0,-2 6,3-17,-1-1,0 1,0-1,0 1,0-1,0 0,0 1,-1-1,1 0,-1 0,0 0,0 0,1 0,-1 0,0-1,0 1,-1 0,1-1,0 0,-1 0,1 1,0-1,-1-1,1 1,-1 0,0 0,1-1,-1 0,1 1,-1-1,0 0,1 0,-1-1,0 1,-1-1,2-2,1 1,-1-1,1 0,0 0,0 0,0 0,0 0,0 0,1 0,0 0,-1-1,1 1,0 0,1 0,-1 0,0 0,1 0,0-1,-1 1,1 0,1 0,-1 0,11-28,1 0,2 1,1 1,2 0,0 1,2 1,15-16,-10 10,20-26,-3-2,-2-1,-3-3,-3-1,0-8,-17 30,-1-1,-2 0,-2-1,-2-1,-3 1,-1-1,-2-1,-2-12,-3 60,1 0,0 1,0-1,-1 0,1 0,0 0,0 0,-1 0,1-1,0 1,0 0,0 0,-1 0,1 0,0 0,0 0,-1 0,1 0,0 0,0-1,0 1,-20 94,5 1,4 0,4 0,5 1,3 2,-1-32,2 1,4 0,2-1,4 0,2-1,9 21,9-22,-31-62,0 0,0 0,1-1,-1 1,0-1,1 1,-1-1,1 1,-1-1,1 0,0 0,-1 0,1 0,0 0,0 0,0 0,0-1,0 1,0-1,0 1,0-1,0 0,0 0,0 0,0 0,0 0,0 0,0-1,0 1,0-1,0 1,1-1,15-9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37.7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122 1,'-21'0,"-13"0,-3 0,11 0,22 2,30 1,34 2,34 0,29 0,21 0,10 3,-4 6,-14 8,-30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38.6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307 273,'-2'-11,"0"0,-1 0,0 1,-1-1,0 1,-1-1,0 1,0 1,-1-1,0 1,-6-6,9 12,0-1,0 1,0 0,-1 0,1 0,-1 0,0 1,0-1,0 1,0 0,0 0,-1 1,1-1,-1 1,1 0,-1 0,1 1,-1-1,1 1,-1 0,1 0,-1 1,0-1,1 1,-1 0,1 0,0 0,-1 1,-1 0,-2 2,0 1,0 0,0 0,1 0,-1 1,1 0,1 1,-1-1,1 1,0 1,1-1,-1 1,2 0,-1 0,1 0,0 1,1-1,0 1,0 0,1 0,0 0,1 1,0-1,0 0,1 7,0-12,1-1,0 1,0 0,0 0,0 0,1-1,-1 1,1-1,0 1,0-1,1 0,-1 1,0-1,1 0,0-1,0 1,0 0,0-1,0 0,0 0,1 0,-1 0,1 0,0 0,-1-1,1 0,0 0,0 0,-1 0,4-1,4 2,0-1,0 0,0-1,1 0,-1-1,0-1,0 1,0-2,0 1,4-3,-1 0,0-1,-1-1,0 0,0 0,0-2,-1 1,0-2,-1 1,0-2,-1 1,0-1,0-1,-1 0,-1 0,0-1,0 0,-2 0,1-1,0-4,-10 29,1 0,0 0,1 1,0-1,1 0,0 1,1-1,1 0,-1 1,2-1,-1 0,2 0,2 5,-4-10,0-1,0-1,0 1,1 0,0-1,0 1,0-1,1 0,0 0,-1 0,1 0,1-1,-1 0,0 0,1 0,-1 0,1 0,0-1,0 0,0 0,0-1,1 1,-1-1,0 0,1 0,-1-1,0 0,1 0,2 0,-3-1,0 0,0 0,0-1,-1 1,1-1,-1 0,1 0,-1 0,0-1,0 0,0 1,0-2,0 1,-1 0,1-1,-1 1,0-1,0 0,0 0,-1 0,1-1,-1 1,0-1,35-110,-10-82,-27 195,-1 1,1 0,0-1,0 1,0 0,-1-1,2 1,-1 0,0-1,0 1,0 0,1-1,-1 1,0 0,1-1,-1 1,1 0,0 0,-1-1,1 1,0 0,0 0,0 0,0 0,0 0,0 0,0 0,0 1,0-1,0 0,0 0,1 1,-1-1,0 1,0-1,1 1,-1 0,0-1,1 1,-1 0,0 0,1 0,-1 0,1 0,-1 0,0 0,1 1,8 4,-1 1,0 0,0 1,-1 0,0 1,0-1,-1 1,0 1,-1 0,1 0,0 2,0 1,-1 1,-1-1,0 1,0 0,-1 0,-1 0,0 1,-1-1,0 1,-1-1,-1 1,-1 12,7 59,-5-79,-1-1,1 1,0-1,1 1,-1-1,1 0,0 1,1-1,-1 0,1-1,0 1,0 0,1-1,-1 1,1-1,0 0,0 0,0-1,1 1,-1-1,1 0,0 0,0-1,0 1,0-1,0 0,0 0,1-1,-1 0,1 0,1 0,9-1,-1-1,0-1,1 0,-1-1,0-1,-1 0,1-1,-1 0,1-1,-2-1,1-1,-1 0,0 0,-1-1,0-1,0 0,-1 0,0-2,0 0,0 0,0-1,-1-1,-1 1,0-2,0 1,-2-1,0-1,0 1,-2-1,0 0,0 0,-2-1,0 1,-1-1,0-5,-2 19,1 0,0 0,-1 0,0 0,0 0,0 0,0 0,0 0,0 0,-1 0,0 0,1 0,-1 0,0 0,-1 0,1 1,0-1,-1 0,0 1,1-1,-1 1,0-1,0 1,0 0,-1 0,1 0,0 0,-1 0,0 1,1-1,-1 1,0-1,0 1,1 0,-1 0,0 1,0-1,0 0,0 1,0 0,0 0,0 0,-1 0,1 0,0 0,0 1,0 0,-4 2,0 1,1 0,0 0,0 1,0 0,0 0,1 0,-1 1,2 0,-1 0,0 0,1 1,0-1,1 1,0 0,0 0,0 0,1 0,0 1,0-1,1 1,0-1,0 1,0-1,1 1,1 0,-1-1,1 1,1-1,-1 1,1-1,0 0,1 1,0 0,6 6,1-1,0 0,1-1,0 0,1 0,0-1,1-1,0 0,1-1,0 0,0-1,1-1,0 0,0-1,1-1,-1 0,14 2,59 17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39.1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72 0,'0'18,"0"20,0 22,-2 18,-1 17,0 12,1 9,-2 5,-3 0,-2-4,-4-12,-2-13,1-23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39.4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19 196,'-19'-161,"19"159,0 1,1-1,-1 0,1 1,-1-1,1 1,-1-1,1 1,0-1,0 1,-1 0,1-1,0 1,0 0,1-1,-1 1,0 0,0 0,0 0,1 0,-1 0,1 1,-1-1,1 0,-1 1,1-1,-1 0,1 1,-1 0,1-1,0 1,-1 0,1 0,-1 0,1 0,1 0,62 13,-63-13,30 9,1 2,-2 1,1 2,-2 1,0 1,-1 2,-1 1,0 1,9 10,15 40,-50-68,-1 1,0 0,0-1,0 1,0 0,-1 0,1 0,-1 0,0 0,0 0,0-1,0 1,0 0,-1 0,1 0,-1 0,0 0,0-1,0 1,0 0,0-1,-1 1,1-1,-1 1,1-1,-1 1,0-1,-1 0,-11 8,-1 0,0-2,0 0,-1 0,0-2,-1 0,1-1,-1 0,0-1,-1-2,1 1,-6-2,21 0,-133 11,116-12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0.1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0 621,'105'-230,"-70"162,-3-2,-3-1,-2-6,-16 12,-11 63,0 0,0 1,-1-1,1 0,0 1,-1-1,1 0,-1 1,0-1,1 1,-1-1,0 1,0-1,0 1,0 0,0-1,0 1,-1 0,1 0,0 0,-1 0,1 0,0 0,-1 0,1 0,-1 1,1-1,-1 1,0-1,1 1,-1-1,0 1,1 0,-1 0,0 0,-1 0,0 0,1 0,-1 0,0 1,1-1,-1 1,0 0,1 0,-1 0,1 0,-1 0,1 0,0 1,-1-1,1 1,0 0,0 0,0-1,0 1,0 0,1 1,-1-1,1 0,-1 0,1 1,0-1,0 1,0-1,0 1,0 0,1-1,-1 1,1 0,-1-1,1 1,0 0,0-1,1 1,-1 0,0 0,1-1,0 1,-1-1,1 1,0 0,0-1,1 0,-1 1,0-1,1 0,-1 1,1-1,0 0,0 0,0-1,0 2,104 43,-63-30,77 44,-116-56,1-1,-1 1,1 0,-1 0,0 1,-1-1,1 1,-1 0,0 0,0 0,0 0,-1 0,1 1,-1-1,-1 1,1 0,-1-1,0 1,0 0,-1 0,0 4,-2 7,0-1,-2 1,0-1,0 0,-2 0,-4 10,-13 40,21-60,-11 67,13-71,0 1,0-1,0 0,0 1,1-1,-1 0,1 0,0 1,-1-1,1 0,0 0,0 0,0 0,0 0,1 0,-1 0,0 0,1-1,0 1,-1 0,1-1,0 1,0-1,0 0,0 0,0 0,0 0,0 0,0 0,0 0,8 0,0 0,0-1,0 0,0-1,-1 0,1-1,0 0,0 0,-1-1,0 0,1-1,-1 0,0 0,-1-1,1 0,-1-1,0 0,7-6,9-8,-1 0,-1-1,-1-1,-1-1,-1-1,-1-1,-1 0,-1-1,-1-1,-1-1,4-14,-18 40,18-58,-18 58,0 1,1-1,-1 0,0 1,0-1,0 1,0-1,0 0,0 1,-1-1,1 1,0-1,-1 1,1-1,-1 1,0-1,1 1,-1 0,0-1,0 1,0 0,0-1,0 1,0 0,0 0,-1 0,1 0,0 0,-1 0,1 1,0-1,-1 0,1 1,-1-1,0 0,-5 2,0-1,0 1,0 0,0 1,0-1,0 2,0-1,1 1,-1-1,1 2,0-1,-1 1,2 0,-1 0,0 1,1 0,0 0,0 0,0 0,-3 7,2-6,0 1,1 1,0-1,0 1,0 0,1 0,1 0,-1 1,1-1,1 1,-1 0,2 0,-1 0,1 0,0 0,1 0,0 0,1 0,0 0,0 0,1 0,0 0,0-1,1 1,1 0,-1-1,4 5,1 0,1-1,0 0,1-1,0 0,1-1,0 0,0-1,1 0,1-1,-1 0,1-1,1 0,-1-1,1 0,2-1,32 10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0.8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70 2,'8'-1,"1"1,-1-1,0 1,1 1,-1 0,0 0,1 1,-1-1,0 2,0-1,0 1,-1 1,1-1,-1 1,0 1,0-1,0 1,0 0,-1 1,0-1,0 1,-1 1,1-1,-1 1,-1 0,1 0,-1 0,0 1,-1-1,0 1,1 4,3 8,-1 0,-1 1,-1 0,-1-1,-1 1,0 1,-2-1,-1 0,0 0,-1 0,-4 14,-10 36,-4-1,-20 51,14-46,24-67,-10 23,1 0,2 1,2 1,1-1,1 1,2 0,1 12,2-37,1-1,0 1,1-1,0 0,0 0,0 1,1-1,0-1,1 1,-1 0,1-1,4 5,-6-8,0-1,1 1,-1-1,0 0,1 0,0 0,-1 0,1 0,0 0,0-1,0 1,0-1,0 0,1 0,-1 0,0 0,0-1,1 1,-1-1,0 0,1 0,-1 0,0-1,1 1,-1-1,0 1,0-1,0 0,2-1,1-1,-1 0,0 0,0 0,0 0,0-1,0 0,-1 0,0-1,1 1,-2-1,1 0,-1 0,1 0,-1 0,-1 0,1-1,-1 0,0 1,25-110,-24 86,-2 0,0 0,-3 0,0 0,-2 0,-1 1,-1-1,-1 1,-2 0,-1 1,-1 0,-1 1,-1 0,-2 1,0 0,-2 1,0 1,-2 1,-1 0,0 1,-1 2,-22-16,-60-26,102 54,17 6,-15 1,298 14,233-5,-526-10,-10 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2.2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738 236,'-27'11,"1"0,1 2,0 1,0 1,2 1,0 1,-12 12,-11 6,1 3,2 2,2 2,2 1,1 2,3 2,2 1,2 2,2 1,2 1,3 1,1 1,4 1,1 1,4 1,-4 31,15-69,2 0,0 0,1 1,0-1,2 0,0 0,4 10,-5-25,0 1,0-1,0 1,1-1,0 1,0-1,0 0,0 0,1 0,0 0,-1 0,1-1,1 1,-1-1,0 0,1 0,0 0,0 0,0-1,0 0,0 1,0-1,1-1,-1 1,0-1,1 1,0-1,-1-1,1 1,0-1,-1 0,6 0,9-4,0-1,0-1,0 0,-1-2,0 0,0-1,-1-1,0-1,-1 0,0-1,-1 0,0-2,5-6,68-61,-5-3,-3-3,-4-4,20-36,-67 90,-3-1,0-1,-3-1,-1-1,-3-1,-1 0,-2-2,-1 0,-3-1,-2 0,4-43,-12 75,-2 1,0-1,0 1,-1-1,-1 1,0 0,0-1,-1 1,-1 0,0 1,-1-1,0 1,-1-1,0 2,-1-1,0 1,0 0,-1 0,-1 1,1 0,-2 0,1 1,-1 1,0-1,-1 2,1-1,-1 1,-1 1,1 0,-1 1,0 0,0 1,0 0,-10-1,10 4,1 0,-1 1,1 1,0 0,-1 0,1 1,0 0,0 1,1 1,-1-1,1 2,0-1,0 2,0-1,1 1,0 0,1 1,0 0,-3 4,-6 7,2 1,0 1,1 0,2 0,0 2,1-1,1 2,-3 10,2 3,2 1,1 0,1 0,3 0,1 1,2 0,1-1,2 1,2 0,2-1,1 0,1 0,3-1,13 32,30 59,59 99,-70-148,-2 2,-5 1,-3 2,-3 1,9 56,-33-115,-7-27,1 1,0 0,0 0,0-1,0 1,-1 0,1-1,0 1,0 0,0 0,0-1,0 1,0 0,0-1,0 1,0 0,0-1,0 1,0 0,0 0,0-1,0 1,0 0,0-1,1 1,-1 0,0 0,0-1,0 1,0 0,1 0,-1-1,0 1,0 0,0 0,1 0,-1-1,0 1,0 0,1 0,-1 0,0 0,0 0,1 0,-1-1,0 1,1 0,-1 0,0 0,0 0,1 0,-1 0,0 0,1 0,-1 0,0 0,1 0,-1 0,0 1,0-1,1 0,-1 0,0 0,1 0,-1 0,5-25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2.8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1 101,'18'-4,"15"-5,16 0,13 0,12 0,7 0,1 2,-4 1,-9 1,-14-1,-13 2,-13 2,-8-2,-8-4,-6-1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3.1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86 1,'0'2,"0"277,-11 1,-25 109,15-271,21-117,0-1,0 0,1 1,-1-1,0 0,0 1,0-1,0 0,0 1,0-1,0 0,0 1,0-1,0 0,-1 0,1 1,0-1,0 0,0 1,0-1,0 0,0 1,-1-1,1 0,0 0,0 1,-1-1,1 0,0 0,0 0,-1 1,1-1,0 0,0 0,-1 0,1 0,0 0,-1 0,1 1,0-1,0 0,-1 0,1 0,0 0,-1 0,1 0,0 0,-1 0,1 0,0 0,-1-1,1 1,0 0,-1 0,1 0,0 0,0 0,-1-1,1 1,0 0,-1 0,-4-9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4.2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69,'0'-2,"3"-1,4-2,9 0,11-2,11-2,11 1,9-1,5 2,2 1,-4 2,-7 2,-9 1,-10 1,-12 0,-13 0,-11 1,-4-1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4.9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28,'5'-2,"8"-1,13 0,16 1,14 0,14-1,11-1,5 1,-1 1,-5 0,-10 1,-12 1,-14-1,-14 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5.2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1,'13'3,"377"191,-386-191,8 2,-1 0,0 1,0 1,-1 0,0 0,0 1,-1 1,0-1,0 1,-1 1,0 0,0 0,-1 0,-1 1,3 6,-8-14,-1 1,1 0,-1 0,0 0,0-1,-1 1,1 0,-1 0,0-1,0 1,0 0,0-1,-1 1,1-1,-1 1,0-1,0 0,0 1,0-1,-1-1,0 1,-1 2,-68 52,-171 77,224-109,25-19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6.1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1317,'50'-103,"91"-163,-137 259,31-40,-34 46,0 0,0 0,0 0,0 0,0 0,0 0,0 0,1 0,-1 1,0-1,0 0,1 1,-1-1,0 1,1-1,-1 1,1 0,-1 0,1 0,-1 0,0 0,1 0,-1 0,1 0,-1 0,1 0,-1 1,0-1,1 1,-1-1,0 1,1 0,-1-1,1 2,7 7,-1 0,0 1,-1 0,0 1,0 0,-1 0,0 0,-1 1,3 10,3 3,-5-11,6 11,-1 0,-1 1,-1 1,-2 0,0 0,-1 7,-5-32,-1-1,0 1,1 0,-1-1,0 1,0 0,0-1,-1 1,1 0,0-1,0 1,-1 0,1-1,-1 1,0-1,1 1,-1-1,0 1,0-1,0 1,0-1,0 0,0 0,0 1,-1-1,1 0,0 0,-1 0,1 0,-1 0,1-1,-1 1,1 0,-1-1,0 1,1-1,-1 1,1-1,-1 0,0 0,0 0,1 0,-1 0,0 0,1 0,-1-1,0 1,1 0,-1-1,1 0,-1 1,1-1,-4-3,1-1,0 0,0 0,0 0,1 0,-1-1,1 1,1-1,-1 0,1 1,0-1,0-1,1 1,0 0,0 0,0 0,1-1,0 1,0 0,1-1,-1 1,1 0,1 0,-1 0,1 0,1-3,10-29,1 0,2 1,2 0,1 2,2 0,16-19,2-8,-5 8,-2-2,-2-1,-3-2,-3 0,-2-2,3-23,-15 45,-2-1,-2 1,-1-1,-2 0,-2 0,-2 0,-2-9,-3 23,6 26,0 1,0-1,0 0,0 1,-1-1,1 0,0 0,0 1,0-1,0 0,-1 0,1 1,0-1,0 0,0 0,-1 1,1-1,0 0,-1 0,1 0,0 0,0 0,-1 1,1-1,0 0,-1 0,1 0,0 0,0 0,-1 0,1 0,0 0,-1 0,1 0,0 0,-1 0,1 0,0 0,-1 0,1 0,0-1,0 1,-1 0,1 0,0 0,-1 0,1-1,0 1,0 0,-10 164,10-146,8 595,-5-565,2-1,1 1,3-1,2 0,10 25,-20-66,0-1,1 0,-1 0,1 0,0 0,1 0,-1-1,1 1,0-1,0 1,0-1,1 0,-1 0,1-1,0 1,0-1,0 0,1 0,-1 0,1 0,0-1,-1 0,1 0,0 0,1 0,0-1,14-5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6.3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 27,'-16'-5,"2"-1,14 1,25 0,34 2,34 1,31 3,19 6,8 9,-6 8,-27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7.2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328 172,'-2'-7,"0"0,0 0,0 0,-1 1,0-1,-1 1,0 0,0 0,0 0,0 1,-1-1,0 1,0 0,0 1,-1-1,0 1,0 0,0 0,0 1,0 0,-1 0,0 0,1 1,-1 0,-2 1,0 1,1 1,-1-1,1 2,-1-1,1 1,0 0,-1 1,1 0,0 0,0 1,1-1,-1 2,1-1,0 1,0 1,1-1,-1 1,1 0,0 0,1 1,-1 0,1 0,1 0,0 0,0 1,0 0,1 0,0 0,0 0,1 0,0 1,0-1,1 1,0-1,1 1,0 0,0-1,2 6,1-7,1 0,0-1,1 1,0-1,0 0,0 0,0-1,1 0,0 0,0 0,0 0,1-1,0 0,0-1,0 1,0-1,0-1,0 1,1-1,0-1,-1 1,1-1,0 0,-1-1,1 0,0 0,0-1,-1 0,1 0,0-1,-1 0,8-3,-5 2,1-2,-1 1,0-1,0-1,-1 0,0 0,0-1,0 0,-1 0,0-1,0 0,-1-1,0 1,0-2,-1 1,0-1,-1 1,0-2,-1 1,0 0,0-1,-1 0,-1 0,1 0,-2-1,-1 12,0 1,-1-1,1 0,0 1,-1-1,1 0,-1 0,1 0,0 1,-1-1,1 0,-1 0,1 0,0 0,-1 0,1 0,-1 0,1 0,-1 0,1 0,0 0,-1 0,1 0,-1 0,1 0,-1-1,1 1,0 0,-1 0,1 0,0-1,-1 1,1 0,0 0,-1-1,1 1,0 0,-1-1,1 1,0 0,0-1,-1 1,-4 13,1 0,0 0,0 0,2 1,-1 0,2-1,0 1,1 0,0 0,1 0,0 0,1-1,1 1,3 8,-3-13,1-1,0 1,0-1,1 0,0 0,1-1,0 1,0-1,0-1,1 1,0-1,0 0,1-1,-1 1,1-2,1 1,-1-1,3 1,-6-3,1 0,0 0,-1 0,1-1,0 1,0-2,0 1,0 0,0-1,0 0,0-1,0 0,0 1,0-2,0 1,0-1,-1 0,1 0,0 0,-1-1,0 0,0 0,0 0,0-1,0 0,0 0,-1 0,2-3,4-8,0-2,-1 1,-1-1,-1 0,-1-1,0 0,-1 0,-1 0,-1-1,0 1,-2-1,0 1,-1-4,2-6,-2 0,0 1,-2-1,-1 1,-2-2,4 25,1 3,-1 1,1-1,0 1,-1-1,1 1,0-1,-1 0,1 1,0-1,0 1,-1-1,1 0,0 1,0-1,0 0,0 1,0-1,0 0,0 1,0-1,0 1,0-1,0 0,1 1,-1-1,0 0,0 1,1-1,-1 1,0-1,1 1,-1-1,0 1,1-1,-1 1,1-1,-1 1,1-1,-1 1,1 0,-1-1,1 1,0 0,-1-1,1 1,-1 0,1 0,0 0,-1-1,1 1,0 0,-1 0,1 0,0 0,-1 0,1 0,146 46,-137-44,0 1,-1 0,1 1,-1 0,1 1,-1-1,0 2,-1-1,1 1,-1 1,-1 0,1 0,-1 0,0 1,-1 0,1 0,-2 1,1-1,3 9,-5 1,0-1,-2 1,0 0,-1 0,0 0,-2 0,0 0,-1 0,-2 7,-1 23,4-46,0 0,1 0,-1 1,1-1,0 0,0 0,0 0,0 1,0-1,1 0,-1 0,1 1,-1-1,1 0,0 0,-1 0,1 0,0 0,1 0,-1 0,0 0,0-1,1 1,-1 0,1-1,0 1,-1-1,1 1,0-1,0 0,0 0,0 0,0 0,0 0,0 0,0-1,0 1,1-1,0 1,10-2,-1 0,0-1,0 0,0-1,-1 0,1-1,-1-1,1 1,-1-2,-1 0,1 0,-1-1,3-2,16-9,-2 0,0-2,0-1,-2-1,-1-1,-1-2,-1 0,-1-1,-1-1,6-14,-23 38,0 0,-1 0,0-1,0 1,0-1,0 0,0 1,-1-1,0 0,0 0,0 0,0 0,0 0,-1 0,0 0,0-1,0 1,0 0,-1 0,1 0,-1 0,0 0,0 0,-1 0,1 0,-1 1,0-1,0 0,0 1,0 0,-3-3,-1 3,0 0,1 1,-1 0,0 0,-1 1,1 0,0 0,0 0,-1 1,1 0,0 0,0 1,-1 0,1 0,0 0,0 0,0 1,0 0,0 1,0-1,1 1,-1 0,1 1,0-1,0 1,0 0,0 0,1 1,-1-1,1 1,0 0,1 0,-1 0,1 1,0-1,0 1,1 0,0 0,-1 4,2-4,0 1,1 0,0-1,1 1,-1 0,1 0,1-1,-1 1,1-1,0 0,1 1,-1-1,1 0,1 0,-1 0,1-1,0 1,0-1,3 3,5 5,1-1,0 0,1 0,0-2,0 0,15 8,-1-4,0-1,1-2,1 0,-1-2,2-2,13 2,22 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7.8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87,'38'68,"3"-2,23 26,-3-3,-22-39,-39-49,1-1,0 1,0-1,0 1,-1-1,1 1,0-1,0 1,0-1,0 0,0 0,-1 1,1-1,0 0,0 0,0 0,0 0,0 0,0 0,0 0,0 0,0-1,0 1,0 0,-1 0,1-1,0 1,0-1,0 1,0-1,-1 1,1-1,0 1,-1-1,1 0,0 1,-1-1,1 0,-1 1,1-1,-1 0,1 0,-1 0,1 0,17-43,-17 42,94-334,-94 332,1 1,-1-1,1 0,0 1,0-1,0 1,0 0,0-1,1 1,0 0,-1 1,1-1,0 0,0 1,1-1,-1 1,1 0,13-4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8.1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54 0,'-9'18,"-3"13,0 8,3 7,2 1,3 3,4-3,4-2,4-7,1-8,1-9,-2-7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8.3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1,'7'2,"11"3,3 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8.5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59 1,'-9'18,"-4"13,0 10,0 6,6 3,4 0,4-2,3-4,0-5,0-7,-4-9,-1-9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8.8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52 111,'-9'-13,"-6"-10,-2-3,7 4,11 6,12 7,14 8,1 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9.1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 1,'-2'6,"1"15,1 16,3 21,1 20,0 18,-1 13,-1 9,-1 1,-3-2,-1-8,0-12,1-12,-2-17,-1-17,2-20,2-20,3-11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9.3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14,'13'-2,"19"-1,19 0,18 0,10 1,3 1,-4 3,-12 3,-15 4,-17-1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49.6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67,'-1'11,"-3"14,1 1,2-1,0 1,2-1,2 7,-3-26,1 0,0 0,1-1,-1 1,1 0,0-1,1 1,-1-1,1 0,0 1,0-1,1-1,-1 1,1 0,0-1,1 0,-1 0,1 0,0-1,0 1,0-1,0 0,0-1,1 1,-1-1,0 0,-1-1,0 0,0 0,1 0,-1 0,1 0,-1-1,1 0,-1 0,1 0,-1-1,1 0,-1 1,0-1,1-1,-1 1,0-1,0 0,0 0,0 0,0 0,0 0,0-1,-1 0,0 0,1 0,-1 0,0-1,0 1,-1-1,2-1,1-4,1-1,-1 1,0-1,-1-1,0 1,-1-1,0 1,-1-1,0 0,0 0,-1 0,-1-4,1 8,-1 1,0-1,0 0,0 0,-1 1,0-1,0 1,-1-1,0 1,0-1,0 1,-1 0,0 0,0 0,0 0,-1 1,0-1,0 1,-1 0,1 0,-1 1,0-1,0 1,-1 0,1 0,-1 1,0 0,0 0,0 0,0 0,-1 1,1 0,-1 1,1 0,-1-1,-3 1,6 1,-1 1,1-1,-1 0,1 1,-1 0,1 0,-1 1,1-1,0 1,-1 0,1 0,0 0,0 1,1-1,-1 1,0 0,1 0,0 0,0 0,0 1,0 0,0-1,0 1,1 0,0 0,0 0,0 1,1-1,-1 0,1 1,0-1,0 1,0-1,1 1,0 4,10 27,7-2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50.9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175 205,'0'-31,"1"16,0 1,-1-1,-1 0,-1 1,0-1,-1 1,0-1,-4-8,7 22,-1-1,1 1,-1-1,1 1,-1-1,0 1,0 0,1-1,-1 1,0 0,0-1,0 1,-1 0,1 0,0 0,0 0,0 0,-1 0,1 1,-1-1,1 0,-1 1,1-1,-1 1,1-1,-1 1,1 0,-1-1,1 1,-1 0,0 0,1 0,-1 1,1-1,-1 0,1 0,-1 1,1-1,-1 1,1-1,-1 1,1 0,-1 0,0 0,-7 8,0 0,0 0,1 1,0 0,1 1,0 0,0 0,2 0,-1 1,1 0,1 0,0 0,1 0,0 1,1-1,0 1,1 0,1 7,-1-13,0 0,1-1,-1 1,2 0,-1-1,1 1,0-1,0 1,1-1,0 1,0-1,0 0,1 0,0 0,0 0,1-1,0 1,0-1,0 0,0 0,1 0,0 0,0-1,0 0,0 0,1 0,-1-1,1 0,0 0,0 0,1-1,-1 0,0 0,1 0,-1-1,1 0,1-1,-5 1,1-1,0 0,-1 0,1-1,0 1,-1-1,1 0,-1 0,1 0,-1 0,1-1,-1 1,0-1,1 0,-1 0,0 0,-1-1,1 1,0 0,0-1,-1 0,0 0,1 0,-1 0,0 0,-1 0,1 0,0-1,-1 1,0-1,0 1,0-1,0 1,-1-2,1 0,0 1,0-1,0 0,0 1,1 0,0-1,0 1,0 0,0 0,1 0,0 0,-1 0,2 1,-1-1,2-1,2-1,0 0,0 0,-1-1,0 0,0 0,-1-1,1 1,-2-1,1 0,-1-1,-1 1,1-1,-1 1,-1-1,0 0,0 0,-1 0,0 0,0 0,-1-5,0 15,0-1,-1 0,1 1,0-1,0 0,0 1,-1-1,1 0,0 0,0 1,-1-1,1 0,0 0,-1 1,1-1,0 0,0 0,-1 0,1 0,-1 0,1 0,0 1,-1-1,1 0,0 0,-1 0,1 0,0 0,-1 0,1 0,0 0,-1-1,1 1,-1 0,1 0,0 0,-1 0,1 0,0-1,0 1,-1 0,1 0,0 0,-1-1,1 1,0 0,0 0,-1-1,1 1,0 0,0-1,0 1,0 0,-1-1,1 1,0 0,0-1,0 1,0 0,0-1,0 1,0 0,0-1,0 1,0-1,0 1,0 0,0-1,0 1,0 0,-16 23,12-10,0 0,0 0,1 0,0 0,1 0,1 0,0 1,1-1,1 0,0 1,0-1,1 0,1 0,0 0,1 0,3 6,-5-15,-1 0,1 0,0 0,1-1,-1 1,1-1,-1 1,1-1,0 0,0 0,0 0,1-1,-1 1,1-1,-1 1,1-1,0 0,0-1,0 1,0-1,0 0,0 0,1 0,-1 0,0-1,0 1,1-1,-1 0,0-1,1 1,-1-1,0 0,0 0,0 0,0 0,2-2,-1 1,0 0,0 0,0-1,0 0,0 0,-1 0,0 0,0-1,0 0,0 0,0 0,-1 0,1 0,-1-1,0 0,-1 1,1-1,-1 0,0 0,0-1,-1 1,1 0,-1-1,0 1,-1-1,1-1,1-19,-2 1,0-1,-2 1,0 0,-6-22,-2-28,9 74,1 0,0 0,0 0,-1-1,1 1,0 0,0 0,0-1,0 1,1 0,-1 0,0-1,0 1,1 0,-1 0,1 0,-1-1,1 1,-1 0,1 0,0 0,0 0,-1 0,1 0,0 0,0 0,0 1,0-1,0 0,0 0,0 1,0-1,0 1,1-1,-1 1,0-1,0 1,0 0,1-1,-1 1,0 0,0 0,1 0,-1 0,0 0,0 0,1 1,-1-1,0 0,1 1,12 0,0 0,0 2,0-1,0 2,-1 0,1 0,-1 2,0-1,2 3,-11-6,1 1,-1-1,0 1,0 0,0 0,-1 0,1 0,-1 1,1-1,-1 1,0 0,-1 0,1 0,-1 1,1-1,-1 0,-1 1,1 0,-1-1,1 1,-1 0,-1 0,1 0,-1-1,0 1,0 0,0 0,0 0,-36 141,29-117,4-19,0 0,1 0,0 0,1 0,0 0,0 1,1-1,1 8,2-14,0-1,0 1,0-1,1 1,-1-1,1 0,0 0,-1-1,1 1,1-1,-1 0,0 0,0 0,1 0,-1-1,1 0,0 0,-1 0,1 0,0-1,-1 0,1 0,0 0,-1 0,1-1,0 0,-1 0,2 0,8-2,-1 0,-1-1,1-1,-1 0,1 0,-1-1,-1-1,1 0,-1 0,-1-1,1-1,-1 1,-1-2,1 0,-2 0,1 0,-2-1,1 0,-1-1,-1 1,0-1,-1-1,0 1,-1-1,0 0,-1 0,-1 0,0 0,-1-1,0 1,-1 0,0-1,-1-2,1 12,0 1,0-1,-1 0,1 0,-1 1,0-1,0 0,0 1,0-1,-1 0,1 1,-1 0,0-1,0 1,0 0,-1 0,1 0,-1 0,1 1,-1-1,0 1,0-1,0 1,0 0,-1 0,1 1,-1-1,1 1,-1-1,1 1,-1 0,0 1,1-1,-1 0,0 1,0 0,0 0,1 0,-1 0,0 1,-1 1,1 0,-1 0,1 1,0 0,0-1,0 1,0 1,1-1,-1 0,1 1,0 0,0 0,0 0,0 0,1 0,-1 1,1-1,1 1,-1-1,0 3,-14 100,17-87,1 0,1 0,1 1,1-2,0 1,2-1,0 1,1-2,1 1,1-1,0-1,1 0,2 1,13 14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09:51.4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59 22,'-5'-5,"-5"-1,-11 0,-2 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10:17.7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46,'650'-36,"-182"31,-453 3,-14-1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11:22.5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1,'980'0,"-977"0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11:36.4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55,'226'-25,"-86"9,-1 6,77 6,-209 5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11:40.6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27,'74'-10,"383"-2,-158 8,-293 8,-22 2,15-6,-41 13,-7 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11:41.0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84,'18'0,"15"-3,16-2,15-3,13-3,9 1,9 0,0-1,-1 2,-7 2,-10 2,-16 2,-16 2,-17 1,-17 2,-11 2,-9-1,-3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11:42.7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68,'21'-3,"17"-2,17-3,14 0,10-2,4 2,0 0,-3 1,-5 2,-12 1,-12 2,-12 4,-13 3,-10 3,-16 3,-14 1,-4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06:11:42.9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36,'18'0,"18"0,18-2,18-4,17 0,15-1,5 0,-3 1,-14 4,-23 3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4:06.48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503 1158</inkml:trace>
  <inkml:trace contextRef="#ctx0" brushRef="#br0" timeOffset="2810.535">1172 504,'-7'-11,"0"1,0 1,0-1,-1 1,-1 1,0 0,0 0,0 0,-1 1,0 1,0-1,-8-2,-4-3,-1 0,0 2,-1 1,1 0,-2 2,1 1,-1 0,0 2,-23 0,30 4,1 0,-1 2,0 0,1 1,-1 1,1 0,0 2,0 0,1 0,0 2,0 0,0 1,-2 3,-6 3,1 2,0 1,1 1,1 1,1 0,1 2,1 0,1 1,1 1,1 0,1 2,1-1,1 2,1-1,2 2,1-1,-2 11,3 32,2 0,3 0,4 0,2 0,4 0,10 39,-11-69,1 1,2-2,2 1,12 26,-18-52,0-1,1 0,1 0,0 0,1-1,0 0,1-1,0 0,1-1,0 0,0 0,1-1,1-1,7 5,8-1,1-2,0 0,1-2,0-1,0-2,0-1,0-1,1-1,0-2,27-3,-12-1,0-3,0-1,-1-2,0-3,-1-1,-1-2,0-2,-1-2,-1-1,-1-3,-1-1,-2-2,0-1,-2-2,7-9,-20 15,0-1,-2-2,0 0,-2-1,-2 0,0-2,-2 0,-1 0,-1-1,-2-1,-1 0,-2 0,3-28,-5 15,-1 0,-3 0,-2 0,-2 0,-1 0,-3 0,-2 1,-1 0,-16-40,11 48,-1 1,-1 1,-2 1,-2 1,-1 0,-1 2,-2 0,0 2,-2 1,-1 1,-2 1,0 1,-1 2,-2 1,0 2,-1 1,0 2,-2 1,0 2,0 1,-1 2,-1 2,1 1,-1 2,-1 1,1 3,0 0,-1 3,1 1,-30 7,16 5,1 2,0 2,2 2,0 2,2 3,1 1,1 3,1 1,2 3,-16 16,-99 92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4:13.92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1114 185,'-9'-30,"6"20,1 0,-2 0,1 0,-1 0,-1 1,0 0,0 0,-6-7,8 14,0 0,-1 0,1 0,-1 0,0 1,0 0,0-1,0 1,1 1,-1-1,0 0,-1 1,1 0,0 0,0 0,0 1,0-1,-1 1,-16 0,-438-37,446 38,1 0,-1 2,1-1,0 2,0-1,1 2,-1 0,1 0,0 1,1 0,0 1,0 0,1 0,0 1,0 1,-4 6,-15 11,-28 24,36-36,0 1,1 1,0 1,1 1,2 0,0 2,1 0,0 0,2 1,1 1,1 0,0 1,2 0,-1 8,4 18,2-1,2 1,4 26,-1-16,-1-53,0 51,2-1,3 0,3 1,-5-39,1-1,1 0,1-1,0 1,2-1,0 0,0-1,2 0,0 0,0-1,7 6,7 1,0 0,2-2,0-1,1-2,1 0,0-1,1-2,1-1,0-2,1-1,0-1,1-1,28 2,-34-4,1-2,0-1,0-1,-1-1,1-1,0-1,0-2,0-1,-1-1,0-1,0-1,0-1,-1-2,0 0,-1-2,0-1,-1 0,0-2,-2-1,1 0,-2-2,4-5,1-10,-2-1,-1 0,-2-2,-1-1,-2-1,-1 0,-3-1,-1 0,-1-1,-3 0,-1-1,-2 0,-2 0,-2 0,-1-4,1-5,-3 0,-2 0,-2 0,-2 1,-4-8,6 31,-2 0,-1 0,-1 1,-1 0,-1 0,-1 2,-1-1,-1 2,-1 0,-6-4,15 17,-1 1,0 0,-1 0,1 1,-1 0,-1 0,1 1,-1 1,0-1,-1 2,1-1,-1 2,0-1,0 1,0 1,0 0,0 1,-1 0,1 0,0 1,-1 1,1 0,-3 1,-41 13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4:15.10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632 26,'-12'-5,"1"1,-1 0,1 0,-1 2,0-1,0 1,-1 1,1 0,0 1,0 0,0 1,-1 0,1 1,0 1,0 0,1 0,-1 1,1 0,0 1,0 1,-5 3,-8 5,1 1,0 1,1 1,1 1,1 1,1 1,0 0,-15 24,16-17,1 2,1 0,1 1,2 0,1 1,2 1,1 0,-5 31,-1 31,4 2,3 43,7-122,-2 49,2 1,8 58,-5-106,1 1,1-1,0 0,2-1,0 1,1-1,1 0,1-1,0 1,1-2,1 0,2 2,5 2,1-1,1 0,0-2,2 0,0-1,0-2,2 0,-1-1,2-2,0 0,0-2,1 0,0-2,0-1,1-1,-1-2,1 0,0-2,0 0,26-4,-28-3,0-1,-1-1,0-1,-1-1,0-1,0-1,-1-1,0-1,-2-1,0-1,0-1,-1 0,-2-2,1 0,-2-1,-1 0,0-2,5-6,-2-1,-1-1,-2 0,-1-1,-1-1,-2 0,-1-1,-1 0,-2 0,-1-1,-2 0,-1 0,-2 0,-2 0,0 0,-3 0,0 0,-3 1,0 0,-2 0,-2 0,-1 1,-11-21,5 17,-1 2,-2 0,-1 1,-1 1,-2 1,-1 1,-2 1,0 2,-2 0,-1 3,-1 0,-1 2,-1 1,-1 2,-1 2,0 1,-1 1,-36-8,56 19,0 0,0 1,0 1,-1 1,1 0,0 1,-1 1,1 1,0 0,0 2,0 0,0 0,1 2,0 0,0 0,0 2,-1 1,-25 22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4:16.21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179 1554,'12'15,"0"0,1-1,1-1,0 0,1-1,1 0,-1-1,2-1,-1-1,1 0,1-1,0-1,0-1,0 0,14 2,19 1,0-2,1-2,-1-2,1-3,11-2,-25 1,1-1,-1-2,0-1,-1-2,1-2,-1-1,-1-2,0-2,-1-1,-1-2,0-1,-1-1,-1-2,-1-2,-1 0,-1-2,-1-2,9-11,-5-6,-2-2,-2-1,-3-1,-1-1,-3-1,-2-1,-2 0,-2-2,4-34,-8 35,-2-1,-2 1,-3-1,-2-34,-3 63,-1 1,-1-1,-1 1,-1-1,-1 1,-1 0,0 1,-2 0,-1 0,-1 1,-7-10,0 5,-2 1,-1 1,0 0,-2 2,0 1,-2 1,0 1,-1 1,-1 1,-1 1,0 2,-29-11,12 9,0 1,-2 2,0 2,0 2,0 3,-1 1,0 3,-12 1,24 2,0 1,0 2,1 1,0 2,0 2,0 0,1 3,0 1,1 1,1 2,0 1,2 2,0 0,1 3,1 0,0 2,2 0,1 2,2 1,0 1,2 1,0 1,-4 12,5 6,2 0,2 1,2 1,2 0,3 1,1 0,3 1,2 0,3-1,3 23,0-24,3 1,2-1,1-1,3 0,3 0,1-1,2-1,2-1,3 0,1-2,14 18,35 38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4:38.69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34,'220'11,"156"-5,243-30,-429-3,-190 27,-1 0,1 0,0 0,0 1,-1-1,1 0,0 0,0 0,-1 0,1 0,0 0,0 1,-1-1,1 0,0 0,0 0,0 0,-1 1,1-1,0 0,0 0,0 1,0-1,0 0,0 0,-1 1,1-1,0 0,0 0,0 1,0-1,0 0,0 1,0-1,0 0,0 0,0 1,0-1,0 0,0 0,1 1,-1-1,0 0,0 0,0 1,0-1,0 0,0 0,1 1,-1-1,0 0,0 0,0 0,1 1,-1-1,0 0,0 0,1 0,-25 20,1-5,1-2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4:39.35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1,'13'2,"21"1,30 0,35-1,40 0,37-3,27-2,16 1,-3-1,-17 2,-31-1,-40 2,-55 2,-62 3,-68 1,-24-1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4:41.51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1408 249,'-4'-13,"-1"-1,0 1,-1 0,0 1,-1-1,0 1,-1 1,-1-1,0 1,0 1,-1 0,0 0,-1 1,0 0,0 1,-1 0,0 1,-1 0,0 1,-22-5,-1 2,0 2,0 1,-1 2,1 2,-1 1,0 1,-22 5,17-4,0 2,0 2,0 2,1 1,0 3,1 1,0 2,0 1,2 2,0 2,1 2,-15 12,20-9,2 2,1 1,0 1,3 1,0 2,2 0,1 2,2 0,1 2,-5 13,14-24,1 0,2 0,0 1,1 1,2-1,0 1,2 0,1 0,1 0,1 0,1 0,2 0,0 0,2-1,1 1,2 5,4 1,1-1,2-1,1 0,1-1,1-1,2 0,0-2,2 0,1-1,1-2,5 3,10 6,0-2,2-1,1-2,1-2,2-3,0-1,12 3,-18-9,1-1,1-2,0-2,0-2,0-2,1-1,0-2,1-2,-1-2,0-2,0-1,-1-3,1-1,-1-2,-1-1,0-3,-1-1,0-2,32-20,-35 13,0-1,-2-2,-2-2,0-1,-2-1,-1-2,-2-1,-1-1,-2-1,-1-1,6-16,-14 22,0 0,-3-1,0-1,-2-1,-2 1,-1-1,-1 0,-2-1,-2 0,-1 1,-1-1,-2 0,-2 1,-4-17,3 29,-1-1,-1 1,-1 0,-1 1,-1 0,-1 0,-1 1,0 1,-2 0,0 0,-1 2,-1 0,0 0,-2 2,1 0,-2 1,0 0,-1 2,0 1,-1 0,0 1,-14-4,-7 2,-1 1,0 2,0 2,-1 1,0 3,-32 2,-89 6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4:42.63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1771 288,'-213'-102,"-11"7,187 78,-1 2,0 2,-1 1,-1 2,0 2,0 1,0 2,-1 2,0 2,0 2,1 1,-1 2,1 2,-26 7,13 7,1 2,2 3,0 1,2 3,0 2,3 2,1 1,1 3,2 2,-10 14,32-36,2 1,0 1,1 1,1 0,1 1,0 1,2 0,1 1,0 0,2 0,1 1,1 0,1 1,0 0,2 2,3 3,2 1,1-1,1 0,1 0,2 0,1-1,2 0,0 0,2 0,1-2,2 1,0-2,2 0,3 3,15 18,2-1,2-2,1-2,3-2,1-1,46 30,-49-40,2-3,1-1,1-2,0-2,2-2,1-1,0-3,1-2,0-3,19 2,-13-4,0-3,1-2,-1-3,0-2,1-2,-1-2,-1-3,0-3,0-1,-1-3,-1-2,0-2,13-10,-23 8,-1-2,-1-1,-1-2,-2-1,0-3,-2 0,-2-2,-1-2,20-30,-31 38,-1-2,-2 0,-1-1,-2 0,0-1,-2-1,-2 0,-1-1,-1 0,-2 0,-1-1,-2 0,-1-24,-3 30,-2 0,-1 0,-1 1,-1-1,-2 1,-1 0,-1 1,-1 0,-1 1,-1 0,-1 1,-2 0,0 1,-2 1,0 1,-1 0,-1 1,-1 2,-1 0,-1 1,0 1,-1 1,0 1,-1 2,-29-12,0 3,-1 3,-1 1,-1 4,0 1,0 3,-1 3,-17 2,-104-3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06:44:47.50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1555 281,'-144'4,"133"1,0 0,1 1,0 0,0 1,0 1,1-1,0 1,1 1,0 0,0 0,1 0,0 1,0 0,1 0,1 1,0 0,0 0,1 0,-3 11,-8 35,3 0,2 0,3 1,2 0,3 0,4 54,-2-108,0 15,1-1,0 0,1 0,1 0,1 0,1 0,0 0,1-1,1 0,0 0,2-1,0 0,0 0,6 4,13 11,2-1,0-2,2-2,2 0,0-2,1-2,1-1,20 7,101 42,2-6,4-7,2-8,2-6,114 11,416 61,-578-94,1-6,1-5,0-5,0-6,0-4,-1-7,29-9,-79 7,-1-3,0-2,-2-4,-1-3,37-21,-90 40,1 0,-1-1,0-1,-1 0,0-1,-1 0,0-1,0 0,-1 0,0-1,-1-1,-1 0,0 0,-1 0,0-1,-1 0,0-1,-2 1,2-7,-1-18,-1 0,-2-1,-1 1,-3-1,-1 1,-2 0,-1 0,-2 0,-2 1,-2 0,-1 1,-2 0,-1 1,-2 1,-6-6,-6-7,-2 2,-2 1,-2 2,-2 1,-2 2,-1 2,-2 2,-2 1,-1 3,-43-23,-13-1,-3 5,-2 5,-2 4,-87-19,-31 5,-1 10,-3 11,-1 9,0 11,-135 11,190 6,0 8,1 7,1 8,1 8,1 7,-24 16,4 16,5 8,3 8,-51 39,-2 11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24.01.2026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dcam3000.hu/en/our-services/reverse-engineering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3.png"/><Relationship Id="rId18" Type="http://schemas.openxmlformats.org/officeDocument/2006/relationships/customXml" Target="../ink/ink6.xml"/><Relationship Id="rId26" Type="http://schemas.openxmlformats.org/officeDocument/2006/relationships/customXml" Target="../ink/ink10.xml"/><Relationship Id="rId21" Type="http://schemas.openxmlformats.org/officeDocument/2006/relationships/image" Target="../media/image257.png"/><Relationship Id="rId34" Type="http://schemas.openxmlformats.org/officeDocument/2006/relationships/customXml" Target="../ink/ink14.xml"/><Relationship Id="rId7" Type="http://schemas.openxmlformats.org/officeDocument/2006/relationships/image" Target="../media/image2.png"/><Relationship Id="rId12" Type="http://schemas.openxmlformats.org/officeDocument/2006/relationships/customXml" Target="../ink/ink3.xml"/><Relationship Id="rId17" Type="http://schemas.openxmlformats.org/officeDocument/2006/relationships/image" Target="../media/image255.png"/><Relationship Id="rId25" Type="http://schemas.openxmlformats.org/officeDocument/2006/relationships/image" Target="../media/image259.png"/><Relationship Id="rId33" Type="http://schemas.openxmlformats.org/officeDocument/2006/relationships/image" Target="../media/image263.png"/><Relationship Id="rId2" Type="http://schemas.openxmlformats.org/officeDocument/2006/relationships/slideLayout" Target="../slideLayouts/slideLayout7.xml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29" Type="http://schemas.openxmlformats.org/officeDocument/2006/relationships/image" Target="../media/image261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52.png"/><Relationship Id="rId24" Type="http://schemas.openxmlformats.org/officeDocument/2006/relationships/customXml" Target="../ink/ink9.xml"/><Relationship Id="rId32" Type="http://schemas.openxmlformats.org/officeDocument/2006/relationships/customXml" Target="../ink/ink13.xml"/><Relationship Id="rId37" Type="http://schemas.openxmlformats.org/officeDocument/2006/relationships/image" Target="../media/image265.png"/><Relationship Id="rId5" Type="http://schemas.openxmlformats.org/officeDocument/2006/relationships/image" Target="../media/image1.wmf"/><Relationship Id="rId15" Type="http://schemas.openxmlformats.org/officeDocument/2006/relationships/image" Target="../media/image254.png"/><Relationship Id="rId23" Type="http://schemas.openxmlformats.org/officeDocument/2006/relationships/image" Target="../media/image258.png"/><Relationship Id="rId28" Type="http://schemas.openxmlformats.org/officeDocument/2006/relationships/customXml" Target="../ink/ink11.xml"/><Relationship Id="rId36" Type="http://schemas.openxmlformats.org/officeDocument/2006/relationships/customXml" Target="../ink/ink15.xml"/><Relationship Id="rId10" Type="http://schemas.openxmlformats.org/officeDocument/2006/relationships/customXml" Target="../ink/ink2.xml"/><Relationship Id="rId19" Type="http://schemas.openxmlformats.org/officeDocument/2006/relationships/image" Target="../media/image256.png"/><Relationship Id="rId31" Type="http://schemas.openxmlformats.org/officeDocument/2006/relationships/image" Target="../media/image262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251.png"/><Relationship Id="rId14" Type="http://schemas.openxmlformats.org/officeDocument/2006/relationships/customXml" Target="../ink/ink4.xml"/><Relationship Id="rId22" Type="http://schemas.openxmlformats.org/officeDocument/2006/relationships/customXml" Target="../ink/ink8.xml"/><Relationship Id="rId27" Type="http://schemas.openxmlformats.org/officeDocument/2006/relationships/image" Target="../media/image260.png"/><Relationship Id="rId30" Type="http://schemas.openxmlformats.org/officeDocument/2006/relationships/customXml" Target="../ink/ink12.xml"/><Relationship Id="rId35" Type="http://schemas.openxmlformats.org/officeDocument/2006/relationships/image" Target="../media/image264.png"/><Relationship Id="rId8" Type="http://schemas.openxmlformats.org/officeDocument/2006/relationships/customXml" Target="../ink/ink1.xml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1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34.xml"/><Relationship Id="rId21" Type="http://schemas.openxmlformats.org/officeDocument/2006/relationships/customXml" Target="../ink/ink25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47" Type="http://schemas.openxmlformats.org/officeDocument/2006/relationships/customXml" Target="../ink/ink38.xml"/><Relationship Id="rId7" Type="http://schemas.openxmlformats.org/officeDocument/2006/relationships/customXml" Target="../ink/ink18.xml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29" Type="http://schemas.openxmlformats.org/officeDocument/2006/relationships/customXml" Target="../ink/ink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customXml" Target="../ink/ink20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33.xml"/><Relationship Id="rId40" Type="http://schemas.openxmlformats.org/officeDocument/2006/relationships/image" Target="../media/image23.png"/><Relationship Id="rId45" Type="http://schemas.openxmlformats.org/officeDocument/2006/relationships/customXml" Target="../ink/ink37.xml"/><Relationship Id="rId5" Type="http://schemas.openxmlformats.org/officeDocument/2006/relationships/customXml" Target="../ink/ink17.xml"/><Relationship Id="rId15" Type="http://schemas.openxmlformats.org/officeDocument/2006/relationships/customXml" Target="../ink/ink22.xml"/><Relationship Id="rId23" Type="http://schemas.openxmlformats.org/officeDocument/2006/relationships/customXml" Target="../ink/ink26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customXml" Target="../ink/ink24.xml"/><Relationship Id="rId31" Type="http://schemas.openxmlformats.org/officeDocument/2006/relationships/customXml" Target="../ink/ink30.xml"/><Relationship Id="rId44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customXml" Target="../ink/ink19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28.xml"/><Relationship Id="rId30" Type="http://schemas.openxmlformats.org/officeDocument/2006/relationships/image" Target="../media/image18.png"/><Relationship Id="rId35" Type="http://schemas.openxmlformats.org/officeDocument/2006/relationships/customXml" Target="../ink/ink32.xml"/><Relationship Id="rId43" Type="http://schemas.openxmlformats.org/officeDocument/2006/relationships/customXml" Target="../ink/ink36.xml"/><Relationship Id="rId48" Type="http://schemas.openxmlformats.org/officeDocument/2006/relationships/image" Target="../media/image27.png"/><Relationship Id="rId8" Type="http://schemas.openxmlformats.org/officeDocument/2006/relationships/image" Target="../media/image7.png"/><Relationship Id="rId3" Type="http://schemas.openxmlformats.org/officeDocument/2006/relationships/customXml" Target="../ink/ink16.xml"/><Relationship Id="rId12" Type="http://schemas.openxmlformats.org/officeDocument/2006/relationships/image" Target="../media/image9.png"/><Relationship Id="rId17" Type="http://schemas.openxmlformats.org/officeDocument/2006/relationships/customXml" Target="../ink/ink23.xml"/><Relationship Id="rId25" Type="http://schemas.openxmlformats.org/officeDocument/2006/relationships/customXml" Target="../ink/ink27.xml"/><Relationship Id="rId33" Type="http://schemas.openxmlformats.org/officeDocument/2006/relationships/customXml" Target="../ink/ink31.xml"/><Relationship Id="rId38" Type="http://schemas.openxmlformats.org/officeDocument/2006/relationships/image" Target="../media/image22.png"/><Relationship Id="rId46" Type="http://schemas.openxmlformats.org/officeDocument/2006/relationships/image" Target="../media/image26.png"/><Relationship Id="rId20" Type="http://schemas.openxmlformats.org/officeDocument/2006/relationships/image" Target="../media/image13.png"/><Relationship Id="rId41" Type="http://schemas.openxmlformats.org/officeDocument/2006/relationships/customXml" Target="../ink/ink35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4.xml"/><Relationship Id="rId18" Type="http://schemas.openxmlformats.org/officeDocument/2006/relationships/image" Target="../media/image274.png"/><Relationship Id="rId26" Type="http://schemas.openxmlformats.org/officeDocument/2006/relationships/image" Target="../media/image278.png"/><Relationship Id="rId39" Type="http://schemas.openxmlformats.org/officeDocument/2006/relationships/customXml" Target="../ink/ink57.xml"/><Relationship Id="rId21" Type="http://schemas.openxmlformats.org/officeDocument/2006/relationships/customXml" Target="../ink/ink48.xml"/><Relationship Id="rId34" Type="http://schemas.openxmlformats.org/officeDocument/2006/relationships/image" Target="../media/image282.png"/><Relationship Id="rId42" Type="http://schemas.openxmlformats.org/officeDocument/2006/relationships/image" Target="../media/image286.png"/><Relationship Id="rId7" Type="http://schemas.openxmlformats.org/officeDocument/2006/relationships/customXml" Target="../ink/ink41.xml"/><Relationship Id="rId2" Type="http://schemas.openxmlformats.org/officeDocument/2006/relationships/image" Target="../media/image3.png"/><Relationship Id="rId16" Type="http://schemas.openxmlformats.org/officeDocument/2006/relationships/image" Target="../media/image273.png"/><Relationship Id="rId20" Type="http://schemas.openxmlformats.org/officeDocument/2006/relationships/image" Target="../media/image275.png"/><Relationship Id="rId29" Type="http://schemas.openxmlformats.org/officeDocument/2006/relationships/customXml" Target="../ink/ink52.xml"/><Relationship Id="rId41" Type="http://schemas.openxmlformats.org/officeDocument/2006/relationships/customXml" Target="../ink/ink5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8.png"/><Relationship Id="rId11" Type="http://schemas.openxmlformats.org/officeDocument/2006/relationships/customXml" Target="../ink/ink43.xml"/><Relationship Id="rId24" Type="http://schemas.openxmlformats.org/officeDocument/2006/relationships/image" Target="../media/image277.png"/><Relationship Id="rId32" Type="http://schemas.openxmlformats.org/officeDocument/2006/relationships/image" Target="../media/image281.png"/><Relationship Id="rId37" Type="http://schemas.openxmlformats.org/officeDocument/2006/relationships/customXml" Target="../ink/ink56.xml"/><Relationship Id="rId40" Type="http://schemas.openxmlformats.org/officeDocument/2006/relationships/image" Target="../media/image285.png"/><Relationship Id="rId5" Type="http://schemas.openxmlformats.org/officeDocument/2006/relationships/customXml" Target="../ink/ink40.xml"/><Relationship Id="rId15" Type="http://schemas.openxmlformats.org/officeDocument/2006/relationships/customXml" Target="../ink/ink45.xml"/><Relationship Id="rId23" Type="http://schemas.openxmlformats.org/officeDocument/2006/relationships/customXml" Target="../ink/ink49.xml"/><Relationship Id="rId28" Type="http://schemas.openxmlformats.org/officeDocument/2006/relationships/image" Target="../media/image279.png"/><Relationship Id="rId36" Type="http://schemas.openxmlformats.org/officeDocument/2006/relationships/image" Target="../media/image283.png"/><Relationship Id="rId10" Type="http://schemas.openxmlformats.org/officeDocument/2006/relationships/image" Target="../media/image270.png"/><Relationship Id="rId19" Type="http://schemas.openxmlformats.org/officeDocument/2006/relationships/customXml" Target="../ink/ink47.xml"/><Relationship Id="rId31" Type="http://schemas.openxmlformats.org/officeDocument/2006/relationships/customXml" Target="../ink/ink53.xml"/><Relationship Id="rId4" Type="http://schemas.openxmlformats.org/officeDocument/2006/relationships/image" Target="../media/image267.png"/><Relationship Id="rId9" Type="http://schemas.openxmlformats.org/officeDocument/2006/relationships/customXml" Target="../ink/ink42.xml"/><Relationship Id="rId14" Type="http://schemas.openxmlformats.org/officeDocument/2006/relationships/image" Target="../media/image272.png"/><Relationship Id="rId22" Type="http://schemas.openxmlformats.org/officeDocument/2006/relationships/image" Target="../media/image276.png"/><Relationship Id="rId27" Type="http://schemas.openxmlformats.org/officeDocument/2006/relationships/customXml" Target="../ink/ink51.xml"/><Relationship Id="rId30" Type="http://schemas.openxmlformats.org/officeDocument/2006/relationships/image" Target="../media/image280.png"/><Relationship Id="rId35" Type="http://schemas.openxmlformats.org/officeDocument/2006/relationships/customXml" Target="../ink/ink55.xml"/><Relationship Id="rId8" Type="http://schemas.openxmlformats.org/officeDocument/2006/relationships/image" Target="../media/image269.png"/><Relationship Id="rId3" Type="http://schemas.openxmlformats.org/officeDocument/2006/relationships/customXml" Target="../ink/ink39.xml"/><Relationship Id="rId12" Type="http://schemas.openxmlformats.org/officeDocument/2006/relationships/image" Target="../media/image271.png"/><Relationship Id="rId17" Type="http://schemas.openxmlformats.org/officeDocument/2006/relationships/customXml" Target="../ink/ink46.xml"/><Relationship Id="rId25" Type="http://schemas.openxmlformats.org/officeDocument/2006/relationships/customXml" Target="../ink/ink50.xml"/><Relationship Id="rId33" Type="http://schemas.openxmlformats.org/officeDocument/2006/relationships/customXml" Target="../ink/ink54.xml"/><Relationship Id="rId38" Type="http://schemas.openxmlformats.org/officeDocument/2006/relationships/image" Target="../media/image28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png"/><Relationship Id="rId13" Type="http://schemas.openxmlformats.org/officeDocument/2006/relationships/customXml" Target="../ink/ink64.xml"/><Relationship Id="rId18" Type="http://schemas.openxmlformats.org/officeDocument/2006/relationships/image" Target="../media/image294.png"/><Relationship Id="rId3" Type="http://schemas.openxmlformats.org/officeDocument/2006/relationships/customXml" Target="../ink/ink59.xml"/><Relationship Id="rId21" Type="http://schemas.openxmlformats.org/officeDocument/2006/relationships/customXml" Target="../ink/ink68.xml"/><Relationship Id="rId7" Type="http://schemas.openxmlformats.org/officeDocument/2006/relationships/customXml" Target="../ink/ink61.xml"/><Relationship Id="rId12" Type="http://schemas.openxmlformats.org/officeDocument/2006/relationships/image" Target="../media/image291.png"/><Relationship Id="rId17" Type="http://schemas.openxmlformats.org/officeDocument/2006/relationships/customXml" Target="../ink/ink66.xml"/><Relationship Id="rId2" Type="http://schemas.openxmlformats.org/officeDocument/2006/relationships/image" Target="../media/image3.png"/><Relationship Id="rId16" Type="http://schemas.openxmlformats.org/officeDocument/2006/relationships/image" Target="../media/image293.png"/><Relationship Id="rId20" Type="http://schemas.openxmlformats.org/officeDocument/2006/relationships/image" Target="../media/image2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8.png"/><Relationship Id="rId11" Type="http://schemas.openxmlformats.org/officeDocument/2006/relationships/customXml" Target="../ink/ink63.xml"/><Relationship Id="rId24" Type="http://schemas.openxmlformats.org/officeDocument/2006/relationships/image" Target="../media/image297.png"/><Relationship Id="rId5" Type="http://schemas.openxmlformats.org/officeDocument/2006/relationships/customXml" Target="../ink/ink60.xml"/><Relationship Id="rId15" Type="http://schemas.openxmlformats.org/officeDocument/2006/relationships/customXml" Target="../ink/ink65.xml"/><Relationship Id="rId23" Type="http://schemas.openxmlformats.org/officeDocument/2006/relationships/customXml" Target="../ink/ink69.xml"/><Relationship Id="rId10" Type="http://schemas.openxmlformats.org/officeDocument/2006/relationships/image" Target="../media/image290.png"/><Relationship Id="rId19" Type="http://schemas.openxmlformats.org/officeDocument/2006/relationships/customXml" Target="../ink/ink67.xml"/><Relationship Id="rId4" Type="http://schemas.openxmlformats.org/officeDocument/2006/relationships/image" Target="../media/image287.png"/><Relationship Id="rId9" Type="http://schemas.openxmlformats.org/officeDocument/2006/relationships/customXml" Target="../ink/ink62.xml"/><Relationship Id="rId14" Type="http://schemas.openxmlformats.org/officeDocument/2006/relationships/image" Target="../media/image292.png"/><Relationship Id="rId22" Type="http://schemas.openxmlformats.org/officeDocument/2006/relationships/image" Target="../media/image296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5.xml"/><Relationship Id="rId18" Type="http://schemas.openxmlformats.org/officeDocument/2006/relationships/image" Target="../media/image305.png"/><Relationship Id="rId26" Type="http://schemas.openxmlformats.org/officeDocument/2006/relationships/image" Target="../media/image309.png"/><Relationship Id="rId39" Type="http://schemas.openxmlformats.org/officeDocument/2006/relationships/customXml" Target="../ink/ink88.xml"/><Relationship Id="rId21" Type="http://schemas.openxmlformats.org/officeDocument/2006/relationships/customXml" Target="../ink/ink79.xml"/><Relationship Id="rId34" Type="http://schemas.openxmlformats.org/officeDocument/2006/relationships/image" Target="../media/image313.png"/><Relationship Id="rId42" Type="http://schemas.openxmlformats.org/officeDocument/2006/relationships/image" Target="../media/image317.png"/><Relationship Id="rId7" Type="http://schemas.openxmlformats.org/officeDocument/2006/relationships/customXml" Target="../ink/ink72.xml"/><Relationship Id="rId2" Type="http://schemas.openxmlformats.org/officeDocument/2006/relationships/image" Target="../media/image3.png"/><Relationship Id="rId16" Type="http://schemas.openxmlformats.org/officeDocument/2006/relationships/image" Target="../media/image304.png"/><Relationship Id="rId29" Type="http://schemas.openxmlformats.org/officeDocument/2006/relationships/customXml" Target="../ink/ink8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9.png"/><Relationship Id="rId11" Type="http://schemas.openxmlformats.org/officeDocument/2006/relationships/customXml" Target="../ink/ink74.xml"/><Relationship Id="rId24" Type="http://schemas.openxmlformats.org/officeDocument/2006/relationships/image" Target="../media/image308.png"/><Relationship Id="rId32" Type="http://schemas.openxmlformats.org/officeDocument/2006/relationships/image" Target="../media/image312.png"/><Relationship Id="rId37" Type="http://schemas.openxmlformats.org/officeDocument/2006/relationships/customXml" Target="../ink/ink87.xml"/><Relationship Id="rId40" Type="http://schemas.openxmlformats.org/officeDocument/2006/relationships/image" Target="../media/image316.png"/><Relationship Id="rId45" Type="http://schemas.openxmlformats.org/officeDocument/2006/relationships/customXml" Target="../ink/ink91.xml"/><Relationship Id="rId5" Type="http://schemas.openxmlformats.org/officeDocument/2006/relationships/customXml" Target="../ink/ink71.xml"/><Relationship Id="rId15" Type="http://schemas.openxmlformats.org/officeDocument/2006/relationships/customXml" Target="../ink/ink76.xml"/><Relationship Id="rId23" Type="http://schemas.openxmlformats.org/officeDocument/2006/relationships/customXml" Target="../ink/ink80.xml"/><Relationship Id="rId28" Type="http://schemas.openxmlformats.org/officeDocument/2006/relationships/image" Target="../media/image310.png"/><Relationship Id="rId36" Type="http://schemas.openxmlformats.org/officeDocument/2006/relationships/image" Target="../media/image314.png"/><Relationship Id="rId10" Type="http://schemas.openxmlformats.org/officeDocument/2006/relationships/image" Target="../media/image301.png"/><Relationship Id="rId19" Type="http://schemas.openxmlformats.org/officeDocument/2006/relationships/customXml" Target="../ink/ink78.xml"/><Relationship Id="rId31" Type="http://schemas.openxmlformats.org/officeDocument/2006/relationships/customXml" Target="../ink/ink84.xml"/><Relationship Id="rId44" Type="http://schemas.openxmlformats.org/officeDocument/2006/relationships/image" Target="../media/image318.png"/><Relationship Id="rId4" Type="http://schemas.openxmlformats.org/officeDocument/2006/relationships/image" Target="../media/image298.png"/><Relationship Id="rId9" Type="http://schemas.openxmlformats.org/officeDocument/2006/relationships/customXml" Target="../ink/ink73.xml"/><Relationship Id="rId14" Type="http://schemas.openxmlformats.org/officeDocument/2006/relationships/image" Target="../media/image303.png"/><Relationship Id="rId22" Type="http://schemas.openxmlformats.org/officeDocument/2006/relationships/image" Target="../media/image307.png"/><Relationship Id="rId27" Type="http://schemas.openxmlformats.org/officeDocument/2006/relationships/customXml" Target="../ink/ink82.xml"/><Relationship Id="rId30" Type="http://schemas.openxmlformats.org/officeDocument/2006/relationships/image" Target="../media/image311.png"/><Relationship Id="rId35" Type="http://schemas.openxmlformats.org/officeDocument/2006/relationships/customXml" Target="../ink/ink86.xml"/><Relationship Id="rId43" Type="http://schemas.openxmlformats.org/officeDocument/2006/relationships/customXml" Target="../ink/ink90.xml"/><Relationship Id="rId8" Type="http://schemas.openxmlformats.org/officeDocument/2006/relationships/image" Target="../media/image300.png"/><Relationship Id="rId3" Type="http://schemas.openxmlformats.org/officeDocument/2006/relationships/customXml" Target="../ink/ink70.xml"/><Relationship Id="rId12" Type="http://schemas.openxmlformats.org/officeDocument/2006/relationships/image" Target="../media/image302.png"/><Relationship Id="rId17" Type="http://schemas.openxmlformats.org/officeDocument/2006/relationships/customXml" Target="../ink/ink77.xml"/><Relationship Id="rId25" Type="http://schemas.openxmlformats.org/officeDocument/2006/relationships/customXml" Target="../ink/ink81.xml"/><Relationship Id="rId33" Type="http://schemas.openxmlformats.org/officeDocument/2006/relationships/customXml" Target="../ink/ink85.xml"/><Relationship Id="rId38" Type="http://schemas.openxmlformats.org/officeDocument/2006/relationships/image" Target="../media/image315.png"/><Relationship Id="rId46" Type="http://schemas.openxmlformats.org/officeDocument/2006/relationships/image" Target="../media/image319.png"/><Relationship Id="rId20" Type="http://schemas.openxmlformats.org/officeDocument/2006/relationships/image" Target="../media/image306.png"/><Relationship Id="rId41" Type="http://schemas.openxmlformats.org/officeDocument/2006/relationships/customXml" Target="../ink/ink89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7.xml"/><Relationship Id="rId18" Type="http://schemas.openxmlformats.org/officeDocument/2006/relationships/image" Target="../media/image35.png"/><Relationship Id="rId26" Type="http://schemas.openxmlformats.org/officeDocument/2006/relationships/image" Target="../media/image39.png"/><Relationship Id="rId39" Type="http://schemas.openxmlformats.org/officeDocument/2006/relationships/customXml" Target="../ink/ink110.xml"/><Relationship Id="rId21" Type="http://schemas.openxmlformats.org/officeDocument/2006/relationships/customXml" Target="../ink/ink101.xml"/><Relationship Id="rId34" Type="http://schemas.openxmlformats.org/officeDocument/2006/relationships/image" Target="../media/image43.png"/><Relationship Id="rId42" Type="http://schemas.openxmlformats.org/officeDocument/2006/relationships/image" Target="../media/image47.png"/><Relationship Id="rId47" Type="http://schemas.openxmlformats.org/officeDocument/2006/relationships/customXml" Target="../ink/ink114.xml"/><Relationship Id="rId50" Type="http://schemas.openxmlformats.org/officeDocument/2006/relationships/image" Target="../media/image51.png"/><Relationship Id="rId7" Type="http://schemas.openxmlformats.org/officeDocument/2006/relationships/customXml" Target="../ink/ink94.xml"/><Relationship Id="rId2" Type="http://schemas.openxmlformats.org/officeDocument/2006/relationships/image" Target="../media/image3.png"/><Relationship Id="rId16" Type="http://schemas.openxmlformats.org/officeDocument/2006/relationships/image" Target="../media/image34.png"/><Relationship Id="rId29" Type="http://schemas.openxmlformats.org/officeDocument/2006/relationships/customXml" Target="../ink/ink105.xml"/><Relationship Id="rId11" Type="http://schemas.openxmlformats.org/officeDocument/2006/relationships/customXml" Target="../ink/ink96.xml"/><Relationship Id="rId24" Type="http://schemas.openxmlformats.org/officeDocument/2006/relationships/image" Target="../media/image38.png"/><Relationship Id="rId32" Type="http://schemas.openxmlformats.org/officeDocument/2006/relationships/image" Target="../media/image42.png"/><Relationship Id="rId37" Type="http://schemas.openxmlformats.org/officeDocument/2006/relationships/customXml" Target="../ink/ink109.xml"/><Relationship Id="rId40" Type="http://schemas.openxmlformats.org/officeDocument/2006/relationships/image" Target="../media/image46.png"/><Relationship Id="rId45" Type="http://schemas.openxmlformats.org/officeDocument/2006/relationships/customXml" Target="../ink/ink113.xml"/><Relationship Id="rId5" Type="http://schemas.openxmlformats.org/officeDocument/2006/relationships/customXml" Target="../ink/ink93.xml"/><Relationship Id="rId15" Type="http://schemas.openxmlformats.org/officeDocument/2006/relationships/customXml" Target="../ink/ink98.xml"/><Relationship Id="rId23" Type="http://schemas.openxmlformats.org/officeDocument/2006/relationships/customXml" Target="../ink/ink102.xml"/><Relationship Id="rId28" Type="http://schemas.openxmlformats.org/officeDocument/2006/relationships/image" Target="../media/image40.png"/><Relationship Id="rId36" Type="http://schemas.openxmlformats.org/officeDocument/2006/relationships/image" Target="../media/image44.png"/><Relationship Id="rId49" Type="http://schemas.openxmlformats.org/officeDocument/2006/relationships/customXml" Target="../ink/ink115.xml"/><Relationship Id="rId10" Type="http://schemas.openxmlformats.org/officeDocument/2006/relationships/image" Target="../media/image31.png"/><Relationship Id="rId19" Type="http://schemas.openxmlformats.org/officeDocument/2006/relationships/customXml" Target="../ink/ink100.xml"/><Relationship Id="rId31" Type="http://schemas.openxmlformats.org/officeDocument/2006/relationships/customXml" Target="../ink/ink106.xml"/><Relationship Id="rId44" Type="http://schemas.openxmlformats.org/officeDocument/2006/relationships/image" Target="../media/image48.png"/><Relationship Id="rId52" Type="http://schemas.openxmlformats.org/officeDocument/2006/relationships/image" Target="../media/image52.png"/><Relationship Id="rId4" Type="http://schemas.openxmlformats.org/officeDocument/2006/relationships/image" Target="../media/image28.png"/><Relationship Id="rId9" Type="http://schemas.openxmlformats.org/officeDocument/2006/relationships/customXml" Target="../ink/ink95.xml"/><Relationship Id="rId14" Type="http://schemas.openxmlformats.org/officeDocument/2006/relationships/image" Target="../media/image33.png"/><Relationship Id="rId22" Type="http://schemas.openxmlformats.org/officeDocument/2006/relationships/image" Target="../media/image37.png"/><Relationship Id="rId27" Type="http://schemas.openxmlformats.org/officeDocument/2006/relationships/customXml" Target="../ink/ink104.xml"/><Relationship Id="rId30" Type="http://schemas.openxmlformats.org/officeDocument/2006/relationships/image" Target="../media/image41.png"/><Relationship Id="rId35" Type="http://schemas.openxmlformats.org/officeDocument/2006/relationships/customXml" Target="../ink/ink108.xml"/><Relationship Id="rId43" Type="http://schemas.openxmlformats.org/officeDocument/2006/relationships/customXml" Target="../ink/ink112.xml"/><Relationship Id="rId48" Type="http://schemas.openxmlformats.org/officeDocument/2006/relationships/image" Target="../media/image50.png"/><Relationship Id="rId8" Type="http://schemas.openxmlformats.org/officeDocument/2006/relationships/image" Target="../media/image30.png"/><Relationship Id="rId51" Type="http://schemas.openxmlformats.org/officeDocument/2006/relationships/customXml" Target="../ink/ink116.xml"/><Relationship Id="rId3" Type="http://schemas.openxmlformats.org/officeDocument/2006/relationships/customXml" Target="../ink/ink92.xml"/><Relationship Id="rId12" Type="http://schemas.openxmlformats.org/officeDocument/2006/relationships/image" Target="../media/image32.png"/><Relationship Id="rId17" Type="http://schemas.openxmlformats.org/officeDocument/2006/relationships/customXml" Target="../ink/ink99.xml"/><Relationship Id="rId25" Type="http://schemas.openxmlformats.org/officeDocument/2006/relationships/customXml" Target="../ink/ink103.xml"/><Relationship Id="rId33" Type="http://schemas.openxmlformats.org/officeDocument/2006/relationships/customXml" Target="../ink/ink107.xml"/><Relationship Id="rId38" Type="http://schemas.openxmlformats.org/officeDocument/2006/relationships/image" Target="../media/image45.png"/><Relationship Id="rId46" Type="http://schemas.openxmlformats.org/officeDocument/2006/relationships/image" Target="../media/image49.png"/><Relationship Id="rId20" Type="http://schemas.openxmlformats.org/officeDocument/2006/relationships/image" Target="../media/image36.png"/><Relationship Id="rId41" Type="http://schemas.openxmlformats.org/officeDocument/2006/relationships/customXml" Target="../ink/ink1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2.xml"/><Relationship Id="rId18" Type="http://schemas.openxmlformats.org/officeDocument/2006/relationships/image" Target="../media/image327.png"/><Relationship Id="rId26" Type="http://schemas.openxmlformats.org/officeDocument/2006/relationships/image" Target="../media/image331.png"/><Relationship Id="rId21" Type="http://schemas.openxmlformats.org/officeDocument/2006/relationships/customXml" Target="../ink/ink126.xml"/><Relationship Id="rId34" Type="http://schemas.openxmlformats.org/officeDocument/2006/relationships/image" Target="../media/image335.png"/><Relationship Id="rId7" Type="http://schemas.openxmlformats.org/officeDocument/2006/relationships/customXml" Target="../ink/ink119.xml"/><Relationship Id="rId12" Type="http://schemas.openxmlformats.org/officeDocument/2006/relationships/image" Target="../media/image324.png"/><Relationship Id="rId17" Type="http://schemas.openxmlformats.org/officeDocument/2006/relationships/customXml" Target="../ink/ink124.xml"/><Relationship Id="rId25" Type="http://schemas.openxmlformats.org/officeDocument/2006/relationships/customXml" Target="../ink/ink128.xml"/><Relationship Id="rId33" Type="http://schemas.openxmlformats.org/officeDocument/2006/relationships/customXml" Target="../ink/ink132.xml"/><Relationship Id="rId38" Type="http://schemas.openxmlformats.org/officeDocument/2006/relationships/image" Target="../media/image337.png"/><Relationship Id="rId2" Type="http://schemas.openxmlformats.org/officeDocument/2006/relationships/image" Target="../media/image3.png"/><Relationship Id="rId16" Type="http://schemas.openxmlformats.org/officeDocument/2006/relationships/image" Target="../media/image326.png"/><Relationship Id="rId20" Type="http://schemas.openxmlformats.org/officeDocument/2006/relationships/image" Target="../media/image328.png"/><Relationship Id="rId29" Type="http://schemas.openxmlformats.org/officeDocument/2006/relationships/customXml" Target="../ink/ink1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1.png"/><Relationship Id="rId11" Type="http://schemas.openxmlformats.org/officeDocument/2006/relationships/customXml" Target="../ink/ink121.xml"/><Relationship Id="rId24" Type="http://schemas.openxmlformats.org/officeDocument/2006/relationships/image" Target="../media/image330.png"/><Relationship Id="rId32" Type="http://schemas.openxmlformats.org/officeDocument/2006/relationships/image" Target="../media/image334.png"/><Relationship Id="rId37" Type="http://schemas.openxmlformats.org/officeDocument/2006/relationships/customXml" Target="../ink/ink134.xml"/><Relationship Id="rId5" Type="http://schemas.openxmlformats.org/officeDocument/2006/relationships/customXml" Target="../ink/ink118.xml"/><Relationship Id="rId15" Type="http://schemas.openxmlformats.org/officeDocument/2006/relationships/customXml" Target="../ink/ink123.xml"/><Relationship Id="rId23" Type="http://schemas.openxmlformats.org/officeDocument/2006/relationships/customXml" Target="../ink/ink127.xml"/><Relationship Id="rId28" Type="http://schemas.openxmlformats.org/officeDocument/2006/relationships/image" Target="../media/image332.png"/><Relationship Id="rId36" Type="http://schemas.openxmlformats.org/officeDocument/2006/relationships/image" Target="../media/image336.png"/><Relationship Id="rId10" Type="http://schemas.openxmlformats.org/officeDocument/2006/relationships/image" Target="../media/image323.png"/><Relationship Id="rId19" Type="http://schemas.openxmlformats.org/officeDocument/2006/relationships/customXml" Target="../ink/ink125.xml"/><Relationship Id="rId31" Type="http://schemas.openxmlformats.org/officeDocument/2006/relationships/customXml" Target="../ink/ink131.xml"/><Relationship Id="rId4" Type="http://schemas.openxmlformats.org/officeDocument/2006/relationships/image" Target="../media/image320.png"/><Relationship Id="rId9" Type="http://schemas.openxmlformats.org/officeDocument/2006/relationships/customXml" Target="../ink/ink120.xml"/><Relationship Id="rId14" Type="http://schemas.openxmlformats.org/officeDocument/2006/relationships/image" Target="../media/image325.png"/><Relationship Id="rId22" Type="http://schemas.openxmlformats.org/officeDocument/2006/relationships/image" Target="../media/image329.png"/><Relationship Id="rId27" Type="http://schemas.openxmlformats.org/officeDocument/2006/relationships/customXml" Target="../ink/ink129.xml"/><Relationship Id="rId30" Type="http://schemas.openxmlformats.org/officeDocument/2006/relationships/image" Target="../media/image333.png"/><Relationship Id="rId35" Type="http://schemas.openxmlformats.org/officeDocument/2006/relationships/customXml" Target="../ink/ink133.xml"/><Relationship Id="rId8" Type="http://schemas.openxmlformats.org/officeDocument/2006/relationships/image" Target="../media/image322.png"/><Relationship Id="rId3" Type="http://schemas.openxmlformats.org/officeDocument/2006/relationships/customXml" Target="../ink/ink11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0.xml"/><Relationship Id="rId18" Type="http://schemas.openxmlformats.org/officeDocument/2006/relationships/image" Target="../media/image345.png"/><Relationship Id="rId26" Type="http://schemas.openxmlformats.org/officeDocument/2006/relationships/image" Target="../media/image349.png"/><Relationship Id="rId39" Type="http://schemas.openxmlformats.org/officeDocument/2006/relationships/customXml" Target="../ink/ink153.xml"/><Relationship Id="rId21" Type="http://schemas.openxmlformats.org/officeDocument/2006/relationships/customXml" Target="../ink/ink144.xml"/><Relationship Id="rId34" Type="http://schemas.openxmlformats.org/officeDocument/2006/relationships/image" Target="../media/image53.png"/><Relationship Id="rId42" Type="http://schemas.openxmlformats.org/officeDocument/2006/relationships/image" Target="../media/image57.png"/><Relationship Id="rId47" Type="http://schemas.openxmlformats.org/officeDocument/2006/relationships/customXml" Target="../ink/ink157.xml"/><Relationship Id="rId50" Type="http://schemas.openxmlformats.org/officeDocument/2006/relationships/image" Target="../media/image61.png"/><Relationship Id="rId55" Type="http://schemas.openxmlformats.org/officeDocument/2006/relationships/customXml" Target="../ink/ink161.xml"/><Relationship Id="rId7" Type="http://schemas.openxmlformats.org/officeDocument/2006/relationships/customXml" Target="../ink/ink137.xml"/><Relationship Id="rId2" Type="http://schemas.openxmlformats.org/officeDocument/2006/relationships/image" Target="../media/image3.png"/><Relationship Id="rId16" Type="http://schemas.openxmlformats.org/officeDocument/2006/relationships/image" Target="../media/image344.png"/><Relationship Id="rId29" Type="http://schemas.openxmlformats.org/officeDocument/2006/relationships/customXml" Target="../ink/ink148.xml"/><Relationship Id="rId11" Type="http://schemas.openxmlformats.org/officeDocument/2006/relationships/customXml" Target="../ink/ink139.xml"/><Relationship Id="rId24" Type="http://schemas.openxmlformats.org/officeDocument/2006/relationships/image" Target="../media/image348.png"/><Relationship Id="rId32" Type="http://schemas.openxmlformats.org/officeDocument/2006/relationships/image" Target="../media/image352.png"/><Relationship Id="rId37" Type="http://schemas.openxmlformats.org/officeDocument/2006/relationships/customXml" Target="../ink/ink152.xml"/><Relationship Id="rId40" Type="http://schemas.openxmlformats.org/officeDocument/2006/relationships/image" Target="../media/image56.png"/><Relationship Id="rId45" Type="http://schemas.openxmlformats.org/officeDocument/2006/relationships/customXml" Target="../ink/ink156.xml"/><Relationship Id="rId53" Type="http://schemas.openxmlformats.org/officeDocument/2006/relationships/customXml" Target="../ink/ink160.xml"/><Relationship Id="rId58" Type="http://schemas.openxmlformats.org/officeDocument/2006/relationships/image" Target="../media/image65.png"/><Relationship Id="rId5" Type="http://schemas.openxmlformats.org/officeDocument/2006/relationships/customXml" Target="../ink/ink136.xml"/><Relationship Id="rId19" Type="http://schemas.openxmlformats.org/officeDocument/2006/relationships/customXml" Target="../ink/ink143.xml"/><Relationship Id="rId4" Type="http://schemas.openxmlformats.org/officeDocument/2006/relationships/image" Target="../media/image338.png"/><Relationship Id="rId9" Type="http://schemas.openxmlformats.org/officeDocument/2006/relationships/customXml" Target="../ink/ink138.xml"/><Relationship Id="rId14" Type="http://schemas.openxmlformats.org/officeDocument/2006/relationships/image" Target="../media/image343.png"/><Relationship Id="rId22" Type="http://schemas.openxmlformats.org/officeDocument/2006/relationships/image" Target="../media/image347.png"/><Relationship Id="rId27" Type="http://schemas.openxmlformats.org/officeDocument/2006/relationships/customXml" Target="../ink/ink147.xml"/><Relationship Id="rId30" Type="http://schemas.openxmlformats.org/officeDocument/2006/relationships/image" Target="../media/image351.png"/><Relationship Id="rId35" Type="http://schemas.openxmlformats.org/officeDocument/2006/relationships/customXml" Target="../ink/ink151.xml"/><Relationship Id="rId43" Type="http://schemas.openxmlformats.org/officeDocument/2006/relationships/customXml" Target="../ink/ink155.xml"/><Relationship Id="rId48" Type="http://schemas.openxmlformats.org/officeDocument/2006/relationships/image" Target="../media/image60.png"/><Relationship Id="rId56" Type="http://schemas.openxmlformats.org/officeDocument/2006/relationships/image" Target="../media/image64.png"/><Relationship Id="rId8" Type="http://schemas.openxmlformats.org/officeDocument/2006/relationships/image" Target="../media/image340.png"/><Relationship Id="rId51" Type="http://schemas.openxmlformats.org/officeDocument/2006/relationships/customXml" Target="../ink/ink159.xml"/><Relationship Id="rId3" Type="http://schemas.openxmlformats.org/officeDocument/2006/relationships/customXml" Target="../ink/ink135.xml"/><Relationship Id="rId12" Type="http://schemas.openxmlformats.org/officeDocument/2006/relationships/image" Target="../media/image342.png"/><Relationship Id="rId17" Type="http://schemas.openxmlformats.org/officeDocument/2006/relationships/customXml" Target="../ink/ink142.xml"/><Relationship Id="rId25" Type="http://schemas.openxmlformats.org/officeDocument/2006/relationships/customXml" Target="../ink/ink146.xml"/><Relationship Id="rId33" Type="http://schemas.openxmlformats.org/officeDocument/2006/relationships/customXml" Target="../ink/ink150.xml"/><Relationship Id="rId38" Type="http://schemas.openxmlformats.org/officeDocument/2006/relationships/image" Target="../media/image55.png"/><Relationship Id="rId46" Type="http://schemas.openxmlformats.org/officeDocument/2006/relationships/image" Target="../media/image59.png"/><Relationship Id="rId20" Type="http://schemas.openxmlformats.org/officeDocument/2006/relationships/image" Target="../media/image346.png"/><Relationship Id="rId41" Type="http://schemas.openxmlformats.org/officeDocument/2006/relationships/customXml" Target="../ink/ink154.xml"/><Relationship Id="rId54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9.png"/><Relationship Id="rId15" Type="http://schemas.openxmlformats.org/officeDocument/2006/relationships/customXml" Target="../ink/ink141.xml"/><Relationship Id="rId23" Type="http://schemas.openxmlformats.org/officeDocument/2006/relationships/customXml" Target="../ink/ink145.xml"/><Relationship Id="rId28" Type="http://schemas.openxmlformats.org/officeDocument/2006/relationships/image" Target="../media/image350.png"/><Relationship Id="rId36" Type="http://schemas.openxmlformats.org/officeDocument/2006/relationships/image" Target="../media/image54.png"/><Relationship Id="rId49" Type="http://schemas.openxmlformats.org/officeDocument/2006/relationships/customXml" Target="../ink/ink158.xml"/><Relationship Id="rId57" Type="http://schemas.openxmlformats.org/officeDocument/2006/relationships/customXml" Target="../ink/ink162.xml"/><Relationship Id="rId10" Type="http://schemas.openxmlformats.org/officeDocument/2006/relationships/image" Target="../media/image341.png"/><Relationship Id="rId31" Type="http://schemas.openxmlformats.org/officeDocument/2006/relationships/customXml" Target="../ink/ink149.xml"/><Relationship Id="rId44" Type="http://schemas.openxmlformats.org/officeDocument/2006/relationships/image" Target="../media/image58.png"/><Relationship Id="rId52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8.xml"/><Relationship Id="rId18" Type="http://schemas.openxmlformats.org/officeDocument/2006/relationships/image" Target="../media/image360.png"/><Relationship Id="rId26" Type="http://schemas.openxmlformats.org/officeDocument/2006/relationships/image" Target="../media/image364.png"/><Relationship Id="rId39" Type="http://schemas.openxmlformats.org/officeDocument/2006/relationships/customXml" Target="../ink/ink181.xml"/><Relationship Id="rId21" Type="http://schemas.openxmlformats.org/officeDocument/2006/relationships/customXml" Target="../ink/ink172.xml"/><Relationship Id="rId34" Type="http://schemas.openxmlformats.org/officeDocument/2006/relationships/image" Target="../media/image368.png"/><Relationship Id="rId42" Type="http://schemas.openxmlformats.org/officeDocument/2006/relationships/image" Target="../media/image66.png"/><Relationship Id="rId47" Type="http://schemas.openxmlformats.org/officeDocument/2006/relationships/customXml" Target="../ink/ink185.xml"/><Relationship Id="rId50" Type="http://schemas.openxmlformats.org/officeDocument/2006/relationships/image" Target="../media/image70.png"/><Relationship Id="rId55" Type="http://schemas.openxmlformats.org/officeDocument/2006/relationships/customXml" Target="../ink/ink189.xml"/><Relationship Id="rId7" Type="http://schemas.openxmlformats.org/officeDocument/2006/relationships/customXml" Target="../ink/ink165.xml"/><Relationship Id="rId2" Type="http://schemas.openxmlformats.org/officeDocument/2006/relationships/image" Target="../media/image3.png"/><Relationship Id="rId16" Type="http://schemas.openxmlformats.org/officeDocument/2006/relationships/image" Target="../media/image359.png"/><Relationship Id="rId29" Type="http://schemas.openxmlformats.org/officeDocument/2006/relationships/customXml" Target="../ink/ink176.xml"/><Relationship Id="rId11" Type="http://schemas.openxmlformats.org/officeDocument/2006/relationships/customXml" Target="../ink/ink167.xml"/><Relationship Id="rId24" Type="http://schemas.openxmlformats.org/officeDocument/2006/relationships/image" Target="../media/image363.png"/><Relationship Id="rId32" Type="http://schemas.openxmlformats.org/officeDocument/2006/relationships/image" Target="../media/image367.png"/><Relationship Id="rId37" Type="http://schemas.openxmlformats.org/officeDocument/2006/relationships/customXml" Target="../ink/ink180.xml"/><Relationship Id="rId40" Type="http://schemas.openxmlformats.org/officeDocument/2006/relationships/image" Target="../media/image371.png"/><Relationship Id="rId45" Type="http://schemas.openxmlformats.org/officeDocument/2006/relationships/customXml" Target="../ink/ink184.xml"/><Relationship Id="rId53" Type="http://schemas.openxmlformats.org/officeDocument/2006/relationships/customXml" Target="../ink/ink188.xml"/><Relationship Id="rId5" Type="http://schemas.openxmlformats.org/officeDocument/2006/relationships/customXml" Target="../ink/ink164.xml"/><Relationship Id="rId10" Type="http://schemas.openxmlformats.org/officeDocument/2006/relationships/image" Target="../media/image356.png"/><Relationship Id="rId19" Type="http://schemas.openxmlformats.org/officeDocument/2006/relationships/customXml" Target="../ink/ink171.xml"/><Relationship Id="rId31" Type="http://schemas.openxmlformats.org/officeDocument/2006/relationships/customXml" Target="../ink/ink177.xml"/><Relationship Id="rId44" Type="http://schemas.openxmlformats.org/officeDocument/2006/relationships/image" Target="../media/image67.png"/><Relationship Id="rId52" Type="http://schemas.openxmlformats.org/officeDocument/2006/relationships/image" Target="../media/image71.png"/><Relationship Id="rId4" Type="http://schemas.openxmlformats.org/officeDocument/2006/relationships/image" Target="../media/image353.png"/><Relationship Id="rId9" Type="http://schemas.openxmlformats.org/officeDocument/2006/relationships/customXml" Target="../ink/ink166.xml"/><Relationship Id="rId14" Type="http://schemas.openxmlformats.org/officeDocument/2006/relationships/image" Target="../media/image358.png"/><Relationship Id="rId22" Type="http://schemas.openxmlformats.org/officeDocument/2006/relationships/image" Target="../media/image362.png"/><Relationship Id="rId27" Type="http://schemas.openxmlformats.org/officeDocument/2006/relationships/customXml" Target="../ink/ink175.xml"/><Relationship Id="rId30" Type="http://schemas.openxmlformats.org/officeDocument/2006/relationships/image" Target="../media/image366.png"/><Relationship Id="rId35" Type="http://schemas.openxmlformats.org/officeDocument/2006/relationships/customXml" Target="../ink/ink179.xml"/><Relationship Id="rId43" Type="http://schemas.openxmlformats.org/officeDocument/2006/relationships/customXml" Target="../ink/ink183.xml"/><Relationship Id="rId48" Type="http://schemas.openxmlformats.org/officeDocument/2006/relationships/image" Target="../media/image69.png"/><Relationship Id="rId56" Type="http://schemas.openxmlformats.org/officeDocument/2006/relationships/image" Target="../media/image73.png"/><Relationship Id="rId8" Type="http://schemas.openxmlformats.org/officeDocument/2006/relationships/image" Target="../media/image355.png"/><Relationship Id="rId51" Type="http://schemas.openxmlformats.org/officeDocument/2006/relationships/customXml" Target="../ink/ink187.xml"/><Relationship Id="rId3" Type="http://schemas.openxmlformats.org/officeDocument/2006/relationships/customXml" Target="../ink/ink163.xml"/><Relationship Id="rId12" Type="http://schemas.openxmlformats.org/officeDocument/2006/relationships/image" Target="../media/image357.png"/><Relationship Id="rId17" Type="http://schemas.openxmlformats.org/officeDocument/2006/relationships/customXml" Target="../ink/ink170.xml"/><Relationship Id="rId25" Type="http://schemas.openxmlformats.org/officeDocument/2006/relationships/customXml" Target="../ink/ink174.xml"/><Relationship Id="rId33" Type="http://schemas.openxmlformats.org/officeDocument/2006/relationships/customXml" Target="../ink/ink178.xml"/><Relationship Id="rId38" Type="http://schemas.openxmlformats.org/officeDocument/2006/relationships/image" Target="../media/image370.png"/><Relationship Id="rId46" Type="http://schemas.openxmlformats.org/officeDocument/2006/relationships/image" Target="../media/image68.png"/><Relationship Id="rId20" Type="http://schemas.openxmlformats.org/officeDocument/2006/relationships/image" Target="../media/image361.png"/><Relationship Id="rId41" Type="http://schemas.openxmlformats.org/officeDocument/2006/relationships/customXml" Target="../ink/ink182.xml"/><Relationship Id="rId54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4.png"/><Relationship Id="rId15" Type="http://schemas.openxmlformats.org/officeDocument/2006/relationships/customXml" Target="../ink/ink169.xml"/><Relationship Id="rId23" Type="http://schemas.openxmlformats.org/officeDocument/2006/relationships/customXml" Target="../ink/ink173.xml"/><Relationship Id="rId28" Type="http://schemas.openxmlformats.org/officeDocument/2006/relationships/image" Target="../media/image365.png"/><Relationship Id="rId36" Type="http://schemas.openxmlformats.org/officeDocument/2006/relationships/image" Target="../media/image369.png"/><Relationship Id="rId49" Type="http://schemas.openxmlformats.org/officeDocument/2006/relationships/customXml" Target="../ink/ink186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2.xml"/><Relationship Id="rId21" Type="http://schemas.openxmlformats.org/officeDocument/2006/relationships/image" Target="../media/image83.png"/><Relationship Id="rId42" Type="http://schemas.openxmlformats.org/officeDocument/2006/relationships/customXml" Target="../ink/ink210.xml"/><Relationship Id="rId47" Type="http://schemas.openxmlformats.org/officeDocument/2006/relationships/image" Target="../media/image96.png"/><Relationship Id="rId63" Type="http://schemas.openxmlformats.org/officeDocument/2006/relationships/image" Target="../media/image104.png"/><Relationship Id="rId68" Type="http://schemas.openxmlformats.org/officeDocument/2006/relationships/customXml" Target="../ink/ink223.xml"/><Relationship Id="rId7" Type="http://schemas.openxmlformats.org/officeDocument/2006/relationships/image" Target="../media/image76.png"/><Relationship Id="rId2" Type="http://schemas.openxmlformats.org/officeDocument/2006/relationships/customXml" Target="../ink/ink190.xml"/><Relationship Id="rId16" Type="http://schemas.openxmlformats.org/officeDocument/2006/relationships/customXml" Target="../ink/ink197.xml"/><Relationship Id="rId29" Type="http://schemas.openxmlformats.org/officeDocument/2006/relationships/image" Target="../media/image87.png"/><Relationship Id="rId11" Type="http://schemas.openxmlformats.org/officeDocument/2006/relationships/image" Target="../media/image78.png"/><Relationship Id="rId24" Type="http://schemas.openxmlformats.org/officeDocument/2006/relationships/customXml" Target="../ink/ink201.xml"/><Relationship Id="rId32" Type="http://schemas.openxmlformats.org/officeDocument/2006/relationships/customXml" Target="../ink/ink205.xml"/><Relationship Id="rId37" Type="http://schemas.openxmlformats.org/officeDocument/2006/relationships/image" Target="../media/image91.png"/><Relationship Id="rId40" Type="http://schemas.openxmlformats.org/officeDocument/2006/relationships/customXml" Target="../ink/ink209.xml"/><Relationship Id="rId45" Type="http://schemas.openxmlformats.org/officeDocument/2006/relationships/image" Target="../media/image95.png"/><Relationship Id="rId53" Type="http://schemas.openxmlformats.org/officeDocument/2006/relationships/image" Target="../media/image99.png"/><Relationship Id="rId58" Type="http://schemas.openxmlformats.org/officeDocument/2006/relationships/customXml" Target="../ink/ink218.xml"/><Relationship Id="rId66" Type="http://schemas.openxmlformats.org/officeDocument/2006/relationships/customXml" Target="../ink/ink222.xml"/><Relationship Id="rId5" Type="http://schemas.openxmlformats.org/officeDocument/2006/relationships/image" Target="../media/image75.png"/><Relationship Id="rId61" Type="http://schemas.openxmlformats.org/officeDocument/2006/relationships/image" Target="../media/image103.png"/><Relationship Id="rId19" Type="http://schemas.openxmlformats.org/officeDocument/2006/relationships/image" Target="../media/image82.png"/><Relationship Id="rId14" Type="http://schemas.openxmlformats.org/officeDocument/2006/relationships/customXml" Target="../ink/ink196.xml"/><Relationship Id="rId22" Type="http://schemas.openxmlformats.org/officeDocument/2006/relationships/customXml" Target="../ink/ink200.xml"/><Relationship Id="rId27" Type="http://schemas.openxmlformats.org/officeDocument/2006/relationships/image" Target="../media/image86.png"/><Relationship Id="rId30" Type="http://schemas.openxmlformats.org/officeDocument/2006/relationships/customXml" Target="../ink/ink204.xml"/><Relationship Id="rId35" Type="http://schemas.openxmlformats.org/officeDocument/2006/relationships/image" Target="../media/image90.png"/><Relationship Id="rId43" Type="http://schemas.openxmlformats.org/officeDocument/2006/relationships/image" Target="../media/image94.png"/><Relationship Id="rId48" Type="http://schemas.openxmlformats.org/officeDocument/2006/relationships/customXml" Target="../ink/ink213.xml"/><Relationship Id="rId56" Type="http://schemas.openxmlformats.org/officeDocument/2006/relationships/customXml" Target="../ink/ink217.xml"/><Relationship Id="rId64" Type="http://schemas.openxmlformats.org/officeDocument/2006/relationships/customXml" Target="../ink/ink221.xml"/><Relationship Id="rId69" Type="http://schemas.openxmlformats.org/officeDocument/2006/relationships/image" Target="../media/image107.png"/><Relationship Id="rId8" Type="http://schemas.openxmlformats.org/officeDocument/2006/relationships/customXml" Target="../ink/ink193.xml"/><Relationship Id="rId51" Type="http://schemas.openxmlformats.org/officeDocument/2006/relationships/image" Target="../media/image98.png"/><Relationship Id="rId3" Type="http://schemas.openxmlformats.org/officeDocument/2006/relationships/image" Target="../media/image74.png"/><Relationship Id="rId12" Type="http://schemas.openxmlformats.org/officeDocument/2006/relationships/customXml" Target="../ink/ink195.xml"/><Relationship Id="rId17" Type="http://schemas.openxmlformats.org/officeDocument/2006/relationships/image" Target="../media/image81.png"/><Relationship Id="rId25" Type="http://schemas.openxmlformats.org/officeDocument/2006/relationships/image" Target="../media/image85.png"/><Relationship Id="rId33" Type="http://schemas.openxmlformats.org/officeDocument/2006/relationships/image" Target="../media/image89.png"/><Relationship Id="rId38" Type="http://schemas.openxmlformats.org/officeDocument/2006/relationships/customXml" Target="../ink/ink208.xml"/><Relationship Id="rId46" Type="http://schemas.openxmlformats.org/officeDocument/2006/relationships/customXml" Target="../ink/ink212.xml"/><Relationship Id="rId59" Type="http://schemas.openxmlformats.org/officeDocument/2006/relationships/image" Target="../media/image102.png"/><Relationship Id="rId67" Type="http://schemas.openxmlformats.org/officeDocument/2006/relationships/image" Target="../media/image106.png"/><Relationship Id="rId20" Type="http://schemas.openxmlformats.org/officeDocument/2006/relationships/customXml" Target="../ink/ink199.xml"/><Relationship Id="rId41" Type="http://schemas.openxmlformats.org/officeDocument/2006/relationships/image" Target="../media/image93.png"/><Relationship Id="rId54" Type="http://schemas.openxmlformats.org/officeDocument/2006/relationships/customXml" Target="../ink/ink216.xml"/><Relationship Id="rId62" Type="http://schemas.openxmlformats.org/officeDocument/2006/relationships/customXml" Target="../ink/ink22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2.xml"/><Relationship Id="rId15" Type="http://schemas.openxmlformats.org/officeDocument/2006/relationships/image" Target="../media/image80.png"/><Relationship Id="rId23" Type="http://schemas.openxmlformats.org/officeDocument/2006/relationships/image" Target="../media/image84.png"/><Relationship Id="rId28" Type="http://schemas.openxmlformats.org/officeDocument/2006/relationships/customXml" Target="../ink/ink203.xml"/><Relationship Id="rId36" Type="http://schemas.openxmlformats.org/officeDocument/2006/relationships/customXml" Target="../ink/ink207.xml"/><Relationship Id="rId49" Type="http://schemas.openxmlformats.org/officeDocument/2006/relationships/image" Target="../media/image97.png"/><Relationship Id="rId57" Type="http://schemas.openxmlformats.org/officeDocument/2006/relationships/image" Target="../media/image101.png"/><Relationship Id="rId10" Type="http://schemas.openxmlformats.org/officeDocument/2006/relationships/customXml" Target="../ink/ink194.xml"/><Relationship Id="rId31" Type="http://schemas.openxmlformats.org/officeDocument/2006/relationships/image" Target="../media/image88.png"/><Relationship Id="rId44" Type="http://schemas.openxmlformats.org/officeDocument/2006/relationships/customXml" Target="../ink/ink211.xml"/><Relationship Id="rId52" Type="http://schemas.openxmlformats.org/officeDocument/2006/relationships/customXml" Target="../ink/ink215.xml"/><Relationship Id="rId60" Type="http://schemas.openxmlformats.org/officeDocument/2006/relationships/customXml" Target="../ink/ink219.xml"/><Relationship Id="rId65" Type="http://schemas.openxmlformats.org/officeDocument/2006/relationships/image" Target="../media/image105.png"/><Relationship Id="rId4" Type="http://schemas.openxmlformats.org/officeDocument/2006/relationships/customXml" Target="../ink/ink191.xml"/><Relationship Id="rId9" Type="http://schemas.openxmlformats.org/officeDocument/2006/relationships/image" Target="../media/image77.png"/><Relationship Id="rId13" Type="http://schemas.openxmlformats.org/officeDocument/2006/relationships/image" Target="../media/image79.png"/><Relationship Id="rId18" Type="http://schemas.openxmlformats.org/officeDocument/2006/relationships/customXml" Target="../ink/ink198.xml"/><Relationship Id="rId39" Type="http://schemas.openxmlformats.org/officeDocument/2006/relationships/image" Target="../media/image92.png"/><Relationship Id="rId34" Type="http://schemas.openxmlformats.org/officeDocument/2006/relationships/customXml" Target="../ink/ink206.xml"/><Relationship Id="rId50" Type="http://schemas.openxmlformats.org/officeDocument/2006/relationships/customXml" Target="../ink/ink214.xml"/><Relationship Id="rId55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5.png"/><Relationship Id="rId13" Type="http://schemas.openxmlformats.org/officeDocument/2006/relationships/customXml" Target="../ink/ink228.xml"/><Relationship Id="rId18" Type="http://schemas.openxmlformats.org/officeDocument/2006/relationships/image" Target="../media/image380.png"/><Relationship Id="rId3" Type="http://schemas.openxmlformats.org/officeDocument/2006/relationships/image" Target="../media/image108.png"/><Relationship Id="rId21" Type="http://schemas.openxmlformats.org/officeDocument/2006/relationships/customXml" Target="../ink/ink232.xml"/><Relationship Id="rId7" Type="http://schemas.openxmlformats.org/officeDocument/2006/relationships/customXml" Target="../ink/ink225.xml"/><Relationship Id="rId12" Type="http://schemas.openxmlformats.org/officeDocument/2006/relationships/image" Target="../media/image377.png"/><Relationship Id="rId17" Type="http://schemas.openxmlformats.org/officeDocument/2006/relationships/customXml" Target="../ink/ink230.xml"/><Relationship Id="rId2" Type="http://schemas.openxmlformats.org/officeDocument/2006/relationships/image" Target="../media/image3.png"/><Relationship Id="rId16" Type="http://schemas.openxmlformats.org/officeDocument/2006/relationships/image" Target="../media/image379.png"/><Relationship Id="rId20" Type="http://schemas.openxmlformats.org/officeDocument/2006/relationships/image" Target="../media/image3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4.png"/><Relationship Id="rId11" Type="http://schemas.openxmlformats.org/officeDocument/2006/relationships/customXml" Target="../ink/ink227.xml"/><Relationship Id="rId5" Type="http://schemas.openxmlformats.org/officeDocument/2006/relationships/customXml" Target="../ink/ink224.xml"/><Relationship Id="rId15" Type="http://schemas.openxmlformats.org/officeDocument/2006/relationships/customXml" Target="../ink/ink229.xml"/><Relationship Id="rId10" Type="http://schemas.openxmlformats.org/officeDocument/2006/relationships/image" Target="../media/image376.png"/><Relationship Id="rId19" Type="http://schemas.openxmlformats.org/officeDocument/2006/relationships/customXml" Target="../ink/ink231.xml"/><Relationship Id="rId4" Type="http://schemas.openxmlformats.org/officeDocument/2006/relationships/image" Target="../media/image109.png"/><Relationship Id="rId9" Type="http://schemas.openxmlformats.org/officeDocument/2006/relationships/customXml" Target="../ink/ink226.xml"/><Relationship Id="rId14" Type="http://schemas.openxmlformats.org/officeDocument/2006/relationships/image" Target="../media/image378.png"/><Relationship Id="rId22" Type="http://schemas.openxmlformats.org/officeDocument/2006/relationships/image" Target="../media/image38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90.xml"/><Relationship Id="rId21" Type="http://schemas.openxmlformats.org/officeDocument/2006/relationships/customXml" Target="../ink/ink242.xml"/><Relationship Id="rId42" Type="http://schemas.openxmlformats.org/officeDocument/2006/relationships/image" Target="../media/image404.png"/><Relationship Id="rId47" Type="http://schemas.openxmlformats.org/officeDocument/2006/relationships/customXml" Target="../ink/ink255.xml"/><Relationship Id="rId63" Type="http://schemas.openxmlformats.org/officeDocument/2006/relationships/customXml" Target="../ink/ink263.xml"/><Relationship Id="rId68" Type="http://schemas.openxmlformats.org/officeDocument/2006/relationships/image" Target="../media/image417.png"/><Relationship Id="rId84" Type="http://schemas.openxmlformats.org/officeDocument/2006/relationships/image" Target="../media/image425.png"/><Relationship Id="rId89" Type="http://schemas.openxmlformats.org/officeDocument/2006/relationships/customXml" Target="../ink/ink276.xml"/><Relationship Id="rId112" Type="http://schemas.openxmlformats.org/officeDocument/2006/relationships/image" Target="../media/image439.png"/><Relationship Id="rId16" Type="http://schemas.openxmlformats.org/officeDocument/2006/relationships/image" Target="../media/image391.png"/><Relationship Id="rId107" Type="http://schemas.openxmlformats.org/officeDocument/2006/relationships/customXml" Target="../ink/ink285.xml"/><Relationship Id="rId11" Type="http://schemas.openxmlformats.org/officeDocument/2006/relationships/customXml" Target="../ink/ink237.xml"/><Relationship Id="rId32" Type="http://schemas.openxmlformats.org/officeDocument/2006/relationships/image" Target="../media/image399.png"/><Relationship Id="rId37" Type="http://schemas.openxmlformats.org/officeDocument/2006/relationships/customXml" Target="../ink/ink250.xml"/><Relationship Id="rId53" Type="http://schemas.openxmlformats.org/officeDocument/2006/relationships/customXml" Target="../ink/ink258.xml"/><Relationship Id="rId58" Type="http://schemas.openxmlformats.org/officeDocument/2006/relationships/image" Target="../media/image412.png"/><Relationship Id="rId74" Type="http://schemas.openxmlformats.org/officeDocument/2006/relationships/image" Target="../media/image420.png"/><Relationship Id="rId79" Type="http://schemas.openxmlformats.org/officeDocument/2006/relationships/customXml" Target="../ink/ink271.xml"/><Relationship Id="rId102" Type="http://schemas.openxmlformats.org/officeDocument/2006/relationships/image" Target="../media/image434.png"/><Relationship Id="rId123" Type="http://schemas.openxmlformats.org/officeDocument/2006/relationships/customXml" Target="../ink/ink293.xml"/><Relationship Id="rId128" Type="http://schemas.openxmlformats.org/officeDocument/2006/relationships/image" Target="../media/image447.png"/><Relationship Id="rId5" Type="http://schemas.openxmlformats.org/officeDocument/2006/relationships/customXml" Target="../ink/ink234.xml"/><Relationship Id="rId90" Type="http://schemas.openxmlformats.org/officeDocument/2006/relationships/image" Target="../media/image428.png"/><Relationship Id="rId95" Type="http://schemas.openxmlformats.org/officeDocument/2006/relationships/customXml" Target="../ink/ink279.xml"/><Relationship Id="rId22" Type="http://schemas.openxmlformats.org/officeDocument/2006/relationships/image" Target="../media/image394.png"/><Relationship Id="rId27" Type="http://schemas.openxmlformats.org/officeDocument/2006/relationships/customXml" Target="../ink/ink245.xml"/><Relationship Id="rId43" Type="http://schemas.openxmlformats.org/officeDocument/2006/relationships/customXml" Target="../ink/ink253.xml"/><Relationship Id="rId48" Type="http://schemas.openxmlformats.org/officeDocument/2006/relationships/image" Target="../media/image407.png"/><Relationship Id="rId64" Type="http://schemas.openxmlformats.org/officeDocument/2006/relationships/image" Target="../media/image415.png"/><Relationship Id="rId69" Type="http://schemas.openxmlformats.org/officeDocument/2006/relationships/customXml" Target="../ink/ink266.xml"/><Relationship Id="rId113" Type="http://schemas.openxmlformats.org/officeDocument/2006/relationships/customXml" Target="../ink/ink288.xml"/><Relationship Id="rId118" Type="http://schemas.openxmlformats.org/officeDocument/2006/relationships/image" Target="../media/image442.png"/><Relationship Id="rId80" Type="http://schemas.openxmlformats.org/officeDocument/2006/relationships/image" Target="../media/image423.png"/><Relationship Id="rId85" Type="http://schemas.openxmlformats.org/officeDocument/2006/relationships/customXml" Target="../ink/ink274.xml"/><Relationship Id="rId12" Type="http://schemas.openxmlformats.org/officeDocument/2006/relationships/image" Target="../media/image389.png"/><Relationship Id="rId17" Type="http://schemas.openxmlformats.org/officeDocument/2006/relationships/customXml" Target="../ink/ink240.xml"/><Relationship Id="rId33" Type="http://schemas.openxmlformats.org/officeDocument/2006/relationships/customXml" Target="../ink/ink248.xml"/><Relationship Id="rId38" Type="http://schemas.openxmlformats.org/officeDocument/2006/relationships/image" Target="../media/image402.png"/><Relationship Id="rId59" Type="http://schemas.openxmlformats.org/officeDocument/2006/relationships/customXml" Target="../ink/ink261.xml"/><Relationship Id="rId103" Type="http://schemas.openxmlformats.org/officeDocument/2006/relationships/customXml" Target="../ink/ink283.xml"/><Relationship Id="rId108" Type="http://schemas.openxmlformats.org/officeDocument/2006/relationships/image" Target="../media/image437.png"/><Relationship Id="rId124" Type="http://schemas.openxmlformats.org/officeDocument/2006/relationships/image" Target="../media/image445.png"/><Relationship Id="rId129" Type="http://schemas.openxmlformats.org/officeDocument/2006/relationships/customXml" Target="../ink/ink296.xml"/><Relationship Id="rId54" Type="http://schemas.openxmlformats.org/officeDocument/2006/relationships/image" Target="../media/image410.png"/><Relationship Id="rId70" Type="http://schemas.openxmlformats.org/officeDocument/2006/relationships/image" Target="../media/image418.png"/><Relationship Id="rId75" Type="http://schemas.openxmlformats.org/officeDocument/2006/relationships/customXml" Target="../ink/ink269.xml"/><Relationship Id="rId91" Type="http://schemas.openxmlformats.org/officeDocument/2006/relationships/customXml" Target="../ink/ink277.xml"/><Relationship Id="rId96" Type="http://schemas.openxmlformats.org/officeDocument/2006/relationships/image" Target="../media/image4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6.png"/><Relationship Id="rId23" Type="http://schemas.openxmlformats.org/officeDocument/2006/relationships/customXml" Target="../ink/ink243.xml"/><Relationship Id="rId28" Type="http://schemas.openxmlformats.org/officeDocument/2006/relationships/image" Target="../media/image397.png"/><Relationship Id="rId49" Type="http://schemas.openxmlformats.org/officeDocument/2006/relationships/customXml" Target="../ink/ink256.xml"/><Relationship Id="rId114" Type="http://schemas.openxmlformats.org/officeDocument/2006/relationships/image" Target="../media/image440.png"/><Relationship Id="rId119" Type="http://schemas.openxmlformats.org/officeDocument/2006/relationships/customXml" Target="../ink/ink291.xml"/><Relationship Id="rId44" Type="http://schemas.openxmlformats.org/officeDocument/2006/relationships/image" Target="../media/image405.png"/><Relationship Id="rId60" Type="http://schemas.openxmlformats.org/officeDocument/2006/relationships/image" Target="../media/image413.png"/><Relationship Id="rId65" Type="http://schemas.openxmlformats.org/officeDocument/2006/relationships/customXml" Target="../ink/ink264.xml"/><Relationship Id="rId81" Type="http://schemas.openxmlformats.org/officeDocument/2006/relationships/customXml" Target="../ink/ink272.xml"/><Relationship Id="rId86" Type="http://schemas.openxmlformats.org/officeDocument/2006/relationships/image" Target="../media/image426.png"/><Relationship Id="rId130" Type="http://schemas.openxmlformats.org/officeDocument/2006/relationships/image" Target="../media/image448.png"/><Relationship Id="rId13" Type="http://schemas.openxmlformats.org/officeDocument/2006/relationships/customXml" Target="../ink/ink238.xml"/><Relationship Id="rId18" Type="http://schemas.openxmlformats.org/officeDocument/2006/relationships/image" Target="../media/image392.png"/><Relationship Id="rId39" Type="http://schemas.openxmlformats.org/officeDocument/2006/relationships/customXml" Target="../ink/ink251.xml"/><Relationship Id="rId109" Type="http://schemas.openxmlformats.org/officeDocument/2006/relationships/customXml" Target="../ink/ink286.xml"/><Relationship Id="rId34" Type="http://schemas.openxmlformats.org/officeDocument/2006/relationships/image" Target="../media/image400.png"/><Relationship Id="rId50" Type="http://schemas.openxmlformats.org/officeDocument/2006/relationships/image" Target="../media/image408.png"/><Relationship Id="rId55" Type="http://schemas.openxmlformats.org/officeDocument/2006/relationships/customXml" Target="../ink/ink259.xml"/><Relationship Id="rId76" Type="http://schemas.openxmlformats.org/officeDocument/2006/relationships/image" Target="../media/image421.png"/><Relationship Id="rId97" Type="http://schemas.openxmlformats.org/officeDocument/2006/relationships/customXml" Target="../ink/ink280.xml"/><Relationship Id="rId104" Type="http://schemas.openxmlformats.org/officeDocument/2006/relationships/image" Target="../media/image435.png"/><Relationship Id="rId120" Type="http://schemas.openxmlformats.org/officeDocument/2006/relationships/image" Target="../media/image443.png"/><Relationship Id="rId125" Type="http://schemas.openxmlformats.org/officeDocument/2006/relationships/customXml" Target="../ink/ink294.xml"/><Relationship Id="rId7" Type="http://schemas.openxmlformats.org/officeDocument/2006/relationships/customXml" Target="../ink/ink235.xml"/><Relationship Id="rId71" Type="http://schemas.openxmlformats.org/officeDocument/2006/relationships/customXml" Target="../ink/ink267.xml"/><Relationship Id="rId92" Type="http://schemas.openxmlformats.org/officeDocument/2006/relationships/image" Target="../media/image429.png"/><Relationship Id="rId2" Type="http://schemas.openxmlformats.org/officeDocument/2006/relationships/image" Target="../media/image111.png"/><Relationship Id="rId29" Type="http://schemas.openxmlformats.org/officeDocument/2006/relationships/customXml" Target="../ink/ink246.xml"/><Relationship Id="rId24" Type="http://schemas.openxmlformats.org/officeDocument/2006/relationships/image" Target="../media/image395.png"/><Relationship Id="rId40" Type="http://schemas.openxmlformats.org/officeDocument/2006/relationships/image" Target="../media/image403.png"/><Relationship Id="rId45" Type="http://schemas.openxmlformats.org/officeDocument/2006/relationships/customXml" Target="../ink/ink254.xml"/><Relationship Id="rId66" Type="http://schemas.openxmlformats.org/officeDocument/2006/relationships/image" Target="../media/image416.png"/><Relationship Id="rId87" Type="http://schemas.openxmlformats.org/officeDocument/2006/relationships/customXml" Target="../ink/ink275.xml"/><Relationship Id="rId110" Type="http://schemas.openxmlformats.org/officeDocument/2006/relationships/image" Target="../media/image438.png"/><Relationship Id="rId115" Type="http://schemas.openxmlformats.org/officeDocument/2006/relationships/customXml" Target="../ink/ink289.xml"/><Relationship Id="rId61" Type="http://schemas.openxmlformats.org/officeDocument/2006/relationships/customXml" Target="../ink/ink262.xml"/><Relationship Id="rId82" Type="http://schemas.openxmlformats.org/officeDocument/2006/relationships/image" Target="../media/image424.png"/><Relationship Id="rId19" Type="http://schemas.openxmlformats.org/officeDocument/2006/relationships/customXml" Target="../ink/ink241.xml"/><Relationship Id="rId14" Type="http://schemas.openxmlformats.org/officeDocument/2006/relationships/image" Target="../media/image390.png"/><Relationship Id="rId30" Type="http://schemas.openxmlformats.org/officeDocument/2006/relationships/image" Target="../media/image398.png"/><Relationship Id="rId35" Type="http://schemas.openxmlformats.org/officeDocument/2006/relationships/customXml" Target="../ink/ink249.xml"/><Relationship Id="rId56" Type="http://schemas.openxmlformats.org/officeDocument/2006/relationships/image" Target="../media/image411.png"/><Relationship Id="rId77" Type="http://schemas.openxmlformats.org/officeDocument/2006/relationships/customXml" Target="../ink/ink270.xml"/><Relationship Id="rId100" Type="http://schemas.openxmlformats.org/officeDocument/2006/relationships/image" Target="../media/image433.png"/><Relationship Id="rId105" Type="http://schemas.openxmlformats.org/officeDocument/2006/relationships/customXml" Target="../ink/ink284.xml"/><Relationship Id="rId126" Type="http://schemas.openxmlformats.org/officeDocument/2006/relationships/image" Target="../media/image446.png"/><Relationship Id="rId8" Type="http://schemas.openxmlformats.org/officeDocument/2006/relationships/image" Target="../media/image387.png"/><Relationship Id="rId51" Type="http://schemas.openxmlformats.org/officeDocument/2006/relationships/customXml" Target="../ink/ink257.xml"/><Relationship Id="rId72" Type="http://schemas.openxmlformats.org/officeDocument/2006/relationships/image" Target="../media/image419.png"/><Relationship Id="rId93" Type="http://schemas.openxmlformats.org/officeDocument/2006/relationships/customXml" Target="../ink/ink278.xml"/><Relationship Id="rId98" Type="http://schemas.openxmlformats.org/officeDocument/2006/relationships/image" Target="../media/image432.png"/><Relationship Id="rId121" Type="http://schemas.openxmlformats.org/officeDocument/2006/relationships/customXml" Target="../ink/ink292.xml"/><Relationship Id="rId3" Type="http://schemas.openxmlformats.org/officeDocument/2006/relationships/customXml" Target="../ink/ink233.xml"/><Relationship Id="rId25" Type="http://schemas.openxmlformats.org/officeDocument/2006/relationships/customXml" Target="../ink/ink244.xml"/><Relationship Id="rId46" Type="http://schemas.openxmlformats.org/officeDocument/2006/relationships/image" Target="../media/image406.png"/><Relationship Id="rId67" Type="http://schemas.openxmlformats.org/officeDocument/2006/relationships/customXml" Target="../ink/ink265.xml"/><Relationship Id="rId116" Type="http://schemas.openxmlformats.org/officeDocument/2006/relationships/image" Target="../media/image441.png"/><Relationship Id="rId20" Type="http://schemas.openxmlformats.org/officeDocument/2006/relationships/image" Target="../media/image393.png"/><Relationship Id="rId41" Type="http://schemas.openxmlformats.org/officeDocument/2006/relationships/customXml" Target="../ink/ink252.xml"/><Relationship Id="rId62" Type="http://schemas.openxmlformats.org/officeDocument/2006/relationships/image" Target="../media/image414.png"/><Relationship Id="rId83" Type="http://schemas.openxmlformats.org/officeDocument/2006/relationships/customXml" Target="../ink/ink273.xml"/><Relationship Id="rId88" Type="http://schemas.openxmlformats.org/officeDocument/2006/relationships/image" Target="../media/image427.png"/><Relationship Id="rId111" Type="http://schemas.openxmlformats.org/officeDocument/2006/relationships/customXml" Target="../ink/ink287.xml"/><Relationship Id="rId15" Type="http://schemas.openxmlformats.org/officeDocument/2006/relationships/customXml" Target="../ink/ink239.xml"/><Relationship Id="rId36" Type="http://schemas.openxmlformats.org/officeDocument/2006/relationships/image" Target="../media/image401.png"/><Relationship Id="rId57" Type="http://schemas.openxmlformats.org/officeDocument/2006/relationships/customXml" Target="../ink/ink260.xml"/><Relationship Id="rId106" Type="http://schemas.openxmlformats.org/officeDocument/2006/relationships/image" Target="../media/image436.png"/><Relationship Id="rId127" Type="http://schemas.openxmlformats.org/officeDocument/2006/relationships/customXml" Target="../ink/ink295.xml"/><Relationship Id="rId10" Type="http://schemas.openxmlformats.org/officeDocument/2006/relationships/image" Target="../media/image388.png"/><Relationship Id="rId31" Type="http://schemas.openxmlformats.org/officeDocument/2006/relationships/customXml" Target="../ink/ink247.xml"/><Relationship Id="rId52" Type="http://schemas.openxmlformats.org/officeDocument/2006/relationships/image" Target="../media/image409.png"/><Relationship Id="rId73" Type="http://schemas.openxmlformats.org/officeDocument/2006/relationships/customXml" Target="../ink/ink268.xml"/><Relationship Id="rId78" Type="http://schemas.openxmlformats.org/officeDocument/2006/relationships/image" Target="../media/image422.png"/><Relationship Id="rId94" Type="http://schemas.openxmlformats.org/officeDocument/2006/relationships/image" Target="../media/image430.png"/><Relationship Id="rId99" Type="http://schemas.openxmlformats.org/officeDocument/2006/relationships/customXml" Target="../ink/ink281.xml"/><Relationship Id="rId101" Type="http://schemas.openxmlformats.org/officeDocument/2006/relationships/customXml" Target="../ink/ink282.xml"/><Relationship Id="rId122" Type="http://schemas.openxmlformats.org/officeDocument/2006/relationships/image" Target="../media/image444.png"/><Relationship Id="rId4" Type="http://schemas.openxmlformats.org/officeDocument/2006/relationships/image" Target="../media/image385.png"/><Relationship Id="rId9" Type="http://schemas.openxmlformats.org/officeDocument/2006/relationships/customXml" Target="../ink/ink236.xml"/><Relationship Id="rId26" Type="http://schemas.openxmlformats.org/officeDocument/2006/relationships/image" Target="../media/image396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9.png"/><Relationship Id="rId21" Type="http://schemas.openxmlformats.org/officeDocument/2006/relationships/image" Target="../media/image121.png"/><Relationship Id="rId42" Type="http://schemas.openxmlformats.org/officeDocument/2006/relationships/customXml" Target="../ink/ink317.xml"/><Relationship Id="rId63" Type="http://schemas.openxmlformats.org/officeDocument/2006/relationships/image" Target="../media/image142.png"/><Relationship Id="rId84" Type="http://schemas.openxmlformats.org/officeDocument/2006/relationships/customXml" Target="../ink/ink338.xml"/><Relationship Id="rId138" Type="http://schemas.openxmlformats.org/officeDocument/2006/relationships/customXml" Target="../ink/ink365.xml"/><Relationship Id="rId159" Type="http://schemas.openxmlformats.org/officeDocument/2006/relationships/image" Target="../media/image190.png"/><Relationship Id="rId170" Type="http://schemas.openxmlformats.org/officeDocument/2006/relationships/customXml" Target="../ink/ink381.xml"/><Relationship Id="rId107" Type="http://schemas.openxmlformats.org/officeDocument/2006/relationships/image" Target="../media/image164.png"/><Relationship Id="rId11" Type="http://schemas.openxmlformats.org/officeDocument/2006/relationships/image" Target="../media/image116.png"/><Relationship Id="rId32" Type="http://schemas.openxmlformats.org/officeDocument/2006/relationships/customXml" Target="../ink/ink312.xml"/><Relationship Id="rId53" Type="http://schemas.openxmlformats.org/officeDocument/2006/relationships/image" Target="../media/image137.png"/><Relationship Id="rId74" Type="http://schemas.openxmlformats.org/officeDocument/2006/relationships/customXml" Target="../ink/ink333.xml"/><Relationship Id="rId128" Type="http://schemas.openxmlformats.org/officeDocument/2006/relationships/customXml" Target="../ink/ink360.xml"/><Relationship Id="rId149" Type="http://schemas.openxmlformats.org/officeDocument/2006/relationships/image" Target="../media/image185.png"/><Relationship Id="rId5" Type="http://schemas.openxmlformats.org/officeDocument/2006/relationships/image" Target="../media/image113.png"/><Relationship Id="rId95" Type="http://schemas.openxmlformats.org/officeDocument/2006/relationships/image" Target="../media/image158.png"/><Relationship Id="rId160" Type="http://schemas.openxmlformats.org/officeDocument/2006/relationships/customXml" Target="../ink/ink376.xml"/><Relationship Id="rId22" Type="http://schemas.openxmlformats.org/officeDocument/2006/relationships/customXml" Target="../ink/ink307.xml"/><Relationship Id="rId43" Type="http://schemas.openxmlformats.org/officeDocument/2006/relationships/image" Target="../media/image132.png"/><Relationship Id="rId64" Type="http://schemas.openxmlformats.org/officeDocument/2006/relationships/customXml" Target="../ink/ink328.xml"/><Relationship Id="rId118" Type="http://schemas.openxmlformats.org/officeDocument/2006/relationships/customXml" Target="../ink/ink355.xml"/><Relationship Id="rId139" Type="http://schemas.openxmlformats.org/officeDocument/2006/relationships/image" Target="../media/image180.png"/><Relationship Id="rId85" Type="http://schemas.openxmlformats.org/officeDocument/2006/relationships/image" Target="../media/image153.png"/><Relationship Id="rId150" Type="http://schemas.openxmlformats.org/officeDocument/2006/relationships/customXml" Target="../ink/ink371.xml"/><Relationship Id="rId171" Type="http://schemas.openxmlformats.org/officeDocument/2006/relationships/image" Target="../media/image196.png"/><Relationship Id="rId12" Type="http://schemas.openxmlformats.org/officeDocument/2006/relationships/customXml" Target="../ink/ink302.xml"/><Relationship Id="rId33" Type="http://schemas.openxmlformats.org/officeDocument/2006/relationships/image" Target="../media/image127.png"/><Relationship Id="rId108" Type="http://schemas.openxmlformats.org/officeDocument/2006/relationships/customXml" Target="../ink/ink350.xml"/><Relationship Id="rId129" Type="http://schemas.openxmlformats.org/officeDocument/2006/relationships/image" Target="../media/image175.png"/><Relationship Id="rId54" Type="http://schemas.openxmlformats.org/officeDocument/2006/relationships/customXml" Target="../ink/ink323.xml"/><Relationship Id="rId75" Type="http://schemas.openxmlformats.org/officeDocument/2006/relationships/image" Target="../media/image148.png"/><Relationship Id="rId96" Type="http://schemas.openxmlformats.org/officeDocument/2006/relationships/customXml" Target="../ink/ink344.xml"/><Relationship Id="rId140" Type="http://schemas.openxmlformats.org/officeDocument/2006/relationships/customXml" Target="../ink/ink366.xml"/><Relationship Id="rId161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9.xml"/><Relationship Id="rId23" Type="http://schemas.openxmlformats.org/officeDocument/2006/relationships/image" Target="../media/image122.png"/><Relationship Id="rId28" Type="http://schemas.openxmlformats.org/officeDocument/2006/relationships/customXml" Target="../ink/ink310.xml"/><Relationship Id="rId49" Type="http://schemas.openxmlformats.org/officeDocument/2006/relationships/image" Target="../media/image135.png"/><Relationship Id="rId114" Type="http://schemas.openxmlformats.org/officeDocument/2006/relationships/customXml" Target="../ink/ink353.xml"/><Relationship Id="rId119" Type="http://schemas.openxmlformats.org/officeDocument/2006/relationships/image" Target="../media/image170.png"/><Relationship Id="rId44" Type="http://schemas.openxmlformats.org/officeDocument/2006/relationships/customXml" Target="../ink/ink318.xml"/><Relationship Id="rId60" Type="http://schemas.openxmlformats.org/officeDocument/2006/relationships/customXml" Target="../ink/ink326.xml"/><Relationship Id="rId65" Type="http://schemas.openxmlformats.org/officeDocument/2006/relationships/image" Target="../media/image143.png"/><Relationship Id="rId81" Type="http://schemas.openxmlformats.org/officeDocument/2006/relationships/image" Target="../media/image151.png"/><Relationship Id="rId86" Type="http://schemas.openxmlformats.org/officeDocument/2006/relationships/customXml" Target="../ink/ink339.xml"/><Relationship Id="rId130" Type="http://schemas.openxmlformats.org/officeDocument/2006/relationships/customXml" Target="../ink/ink361.xml"/><Relationship Id="rId135" Type="http://schemas.openxmlformats.org/officeDocument/2006/relationships/image" Target="../media/image178.png"/><Relationship Id="rId151" Type="http://schemas.openxmlformats.org/officeDocument/2006/relationships/image" Target="../media/image186.png"/><Relationship Id="rId156" Type="http://schemas.openxmlformats.org/officeDocument/2006/relationships/customXml" Target="../ink/ink374.xml"/><Relationship Id="rId172" Type="http://schemas.openxmlformats.org/officeDocument/2006/relationships/customXml" Target="../ink/ink382.xml"/><Relationship Id="rId13" Type="http://schemas.openxmlformats.org/officeDocument/2006/relationships/image" Target="../media/image117.png"/><Relationship Id="rId18" Type="http://schemas.openxmlformats.org/officeDocument/2006/relationships/customXml" Target="../ink/ink305.xml"/><Relationship Id="rId39" Type="http://schemas.openxmlformats.org/officeDocument/2006/relationships/image" Target="../media/image130.png"/><Relationship Id="rId109" Type="http://schemas.openxmlformats.org/officeDocument/2006/relationships/image" Target="../media/image165.png"/><Relationship Id="rId34" Type="http://schemas.openxmlformats.org/officeDocument/2006/relationships/customXml" Target="../ink/ink313.xml"/><Relationship Id="rId50" Type="http://schemas.openxmlformats.org/officeDocument/2006/relationships/customXml" Target="../ink/ink321.xml"/><Relationship Id="rId55" Type="http://schemas.openxmlformats.org/officeDocument/2006/relationships/image" Target="../media/image138.png"/><Relationship Id="rId76" Type="http://schemas.openxmlformats.org/officeDocument/2006/relationships/customXml" Target="../ink/ink334.xml"/><Relationship Id="rId97" Type="http://schemas.openxmlformats.org/officeDocument/2006/relationships/image" Target="../media/image159.png"/><Relationship Id="rId104" Type="http://schemas.openxmlformats.org/officeDocument/2006/relationships/customXml" Target="../ink/ink348.xml"/><Relationship Id="rId120" Type="http://schemas.openxmlformats.org/officeDocument/2006/relationships/customXml" Target="../ink/ink356.xml"/><Relationship Id="rId125" Type="http://schemas.openxmlformats.org/officeDocument/2006/relationships/image" Target="../media/image173.png"/><Relationship Id="rId141" Type="http://schemas.openxmlformats.org/officeDocument/2006/relationships/image" Target="../media/image181.png"/><Relationship Id="rId146" Type="http://schemas.openxmlformats.org/officeDocument/2006/relationships/customXml" Target="../ink/ink369.xml"/><Relationship Id="rId167" Type="http://schemas.openxmlformats.org/officeDocument/2006/relationships/image" Target="../media/image194.png"/><Relationship Id="rId7" Type="http://schemas.openxmlformats.org/officeDocument/2006/relationships/image" Target="../media/image114.png"/><Relationship Id="rId71" Type="http://schemas.openxmlformats.org/officeDocument/2006/relationships/image" Target="../media/image146.png"/><Relationship Id="rId92" Type="http://schemas.openxmlformats.org/officeDocument/2006/relationships/customXml" Target="../ink/ink342.xml"/><Relationship Id="rId162" Type="http://schemas.openxmlformats.org/officeDocument/2006/relationships/customXml" Target="../ink/ink377.xml"/><Relationship Id="rId2" Type="http://schemas.openxmlformats.org/officeDocument/2006/relationships/customXml" Target="../ink/ink297.xml"/><Relationship Id="rId29" Type="http://schemas.openxmlformats.org/officeDocument/2006/relationships/image" Target="../media/image125.png"/><Relationship Id="rId24" Type="http://schemas.openxmlformats.org/officeDocument/2006/relationships/customXml" Target="../ink/ink308.xml"/><Relationship Id="rId40" Type="http://schemas.openxmlformats.org/officeDocument/2006/relationships/customXml" Target="../ink/ink316.xml"/><Relationship Id="rId45" Type="http://schemas.openxmlformats.org/officeDocument/2006/relationships/image" Target="../media/image133.png"/><Relationship Id="rId66" Type="http://schemas.openxmlformats.org/officeDocument/2006/relationships/customXml" Target="../ink/ink329.xml"/><Relationship Id="rId87" Type="http://schemas.openxmlformats.org/officeDocument/2006/relationships/image" Target="../media/image154.png"/><Relationship Id="rId110" Type="http://schemas.openxmlformats.org/officeDocument/2006/relationships/customXml" Target="../ink/ink351.xml"/><Relationship Id="rId115" Type="http://schemas.openxmlformats.org/officeDocument/2006/relationships/image" Target="../media/image168.png"/><Relationship Id="rId131" Type="http://schemas.openxmlformats.org/officeDocument/2006/relationships/image" Target="../media/image176.png"/><Relationship Id="rId136" Type="http://schemas.openxmlformats.org/officeDocument/2006/relationships/customXml" Target="../ink/ink364.xml"/><Relationship Id="rId157" Type="http://schemas.openxmlformats.org/officeDocument/2006/relationships/image" Target="../media/image189.png"/><Relationship Id="rId61" Type="http://schemas.openxmlformats.org/officeDocument/2006/relationships/image" Target="../media/image141.png"/><Relationship Id="rId82" Type="http://schemas.openxmlformats.org/officeDocument/2006/relationships/customXml" Target="../ink/ink337.xml"/><Relationship Id="rId152" Type="http://schemas.openxmlformats.org/officeDocument/2006/relationships/customXml" Target="../ink/ink372.xml"/><Relationship Id="rId173" Type="http://schemas.openxmlformats.org/officeDocument/2006/relationships/image" Target="../media/image197.png"/><Relationship Id="rId19" Type="http://schemas.openxmlformats.org/officeDocument/2006/relationships/image" Target="../media/image120.png"/><Relationship Id="rId14" Type="http://schemas.openxmlformats.org/officeDocument/2006/relationships/customXml" Target="../ink/ink303.xml"/><Relationship Id="rId30" Type="http://schemas.openxmlformats.org/officeDocument/2006/relationships/customXml" Target="../ink/ink311.xml"/><Relationship Id="rId35" Type="http://schemas.openxmlformats.org/officeDocument/2006/relationships/image" Target="../media/image128.png"/><Relationship Id="rId56" Type="http://schemas.openxmlformats.org/officeDocument/2006/relationships/customXml" Target="../ink/ink324.xml"/><Relationship Id="rId77" Type="http://schemas.openxmlformats.org/officeDocument/2006/relationships/image" Target="../media/image149.png"/><Relationship Id="rId100" Type="http://schemas.openxmlformats.org/officeDocument/2006/relationships/customXml" Target="../ink/ink346.xml"/><Relationship Id="rId105" Type="http://schemas.openxmlformats.org/officeDocument/2006/relationships/image" Target="../media/image163.png"/><Relationship Id="rId126" Type="http://schemas.openxmlformats.org/officeDocument/2006/relationships/customXml" Target="../ink/ink359.xml"/><Relationship Id="rId147" Type="http://schemas.openxmlformats.org/officeDocument/2006/relationships/image" Target="../media/image184.png"/><Relationship Id="rId168" Type="http://schemas.openxmlformats.org/officeDocument/2006/relationships/customXml" Target="../ink/ink380.xml"/><Relationship Id="rId8" Type="http://schemas.openxmlformats.org/officeDocument/2006/relationships/customXml" Target="../ink/ink300.xml"/><Relationship Id="rId51" Type="http://schemas.openxmlformats.org/officeDocument/2006/relationships/image" Target="../media/image136.png"/><Relationship Id="rId72" Type="http://schemas.openxmlformats.org/officeDocument/2006/relationships/customXml" Target="../ink/ink332.xml"/><Relationship Id="rId93" Type="http://schemas.openxmlformats.org/officeDocument/2006/relationships/image" Target="../media/image157.png"/><Relationship Id="rId98" Type="http://schemas.openxmlformats.org/officeDocument/2006/relationships/customXml" Target="../ink/ink345.xml"/><Relationship Id="rId121" Type="http://schemas.openxmlformats.org/officeDocument/2006/relationships/image" Target="../media/image171.png"/><Relationship Id="rId142" Type="http://schemas.openxmlformats.org/officeDocument/2006/relationships/customXml" Target="../ink/ink367.xml"/><Relationship Id="rId163" Type="http://schemas.openxmlformats.org/officeDocument/2006/relationships/image" Target="../media/image192.png"/><Relationship Id="rId3" Type="http://schemas.openxmlformats.org/officeDocument/2006/relationships/image" Target="../media/image112.png"/><Relationship Id="rId25" Type="http://schemas.openxmlformats.org/officeDocument/2006/relationships/image" Target="../media/image123.png"/><Relationship Id="rId46" Type="http://schemas.openxmlformats.org/officeDocument/2006/relationships/customXml" Target="../ink/ink319.xml"/><Relationship Id="rId67" Type="http://schemas.openxmlformats.org/officeDocument/2006/relationships/image" Target="../media/image144.png"/><Relationship Id="rId116" Type="http://schemas.openxmlformats.org/officeDocument/2006/relationships/customXml" Target="../ink/ink354.xml"/><Relationship Id="rId137" Type="http://schemas.openxmlformats.org/officeDocument/2006/relationships/image" Target="../media/image179.png"/><Relationship Id="rId158" Type="http://schemas.openxmlformats.org/officeDocument/2006/relationships/customXml" Target="../ink/ink375.xml"/><Relationship Id="rId20" Type="http://schemas.openxmlformats.org/officeDocument/2006/relationships/customXml" Target="../ink/ink306.xml"/><Relationship Id="rId41" Type="http://schemas.openxmlformats.org/officeDocument/2006/relationships/image" Target="../media/image131.png"/><Relationship Id="rId62" Type="http://schemas.openxmlformats.org/officeDocument/2006/relationships/customXml" Target="../ink/ink327.xml"/><Relationship Id="rId83" Type="http://schemas.openxmlformats.org/officeDocument/2006/relationships/image" Target="../media/image152.png"/><Relationship Id="rId88" Type="http://schemas.openxmlformats.org/officeDocument/2006/relationships/customXml" Target="../ink/ink340.xml"/><Relationship Id="rId111" Type="http://schemas.openxmlformats.org/officeDocument/2006/relationships/image" Target="../media/image166.png"/><Relationship Id="rId132" Type="http://schemas.openxmlformats.org/officeDocument/2006/relationships/customXml" Target="../ink/ink362.xml"/><Relationship Id="rId153" Type="http://schemas.openxmlformats.org/officeDocument/2006/relationships/image" Target="../media/image187.png"/><Relationship Id="rId174" Type="http://schemas.openxmlformats.org/officeDocument/2006/relationships/customXml" Target="../ink/ink383.xml"/><Relationship Id="rId15" Type="http://schemas.openxmlformats.org/officeDocument/2006/relationships/image" Target="../media/image118.png"/><Relationship Id="rId36" Type="http://schemas.openxmlformats.org/officeDocument/2006/relationships/customXml" Target="../ink/ink314.xml"/><Relationship Id="rId57" Type="http://schemas.openxmlformats.org/officeDocument/2006/relationships/image" Target="../media/image139.png"/><Relationship Id="rId106" Type="http://schemas.openxmlformats.org/officeDocument/2006/relationships/customXml" Target="../ink/ink349.xml"/><Relationship Id="rId127" Type="http://schemas.openxmlformats.org/officeDocument/2006/relationships/image" Target="../media/image174.png"/><Relationship Id="rId10" Type="http://schemas.openxmlformats.org/officeDocument/2006/relationships/customXml" Target="../ink/ink301.xml"/><Relationship Id="rId31" Type="http://schemas.openxmlformats.org/officeDocument/2006/relationships/image" Target="../media/image126.png"/><Relationship Id="rId52" Type="http://schemas.openxmlformats.org/officeDocument/2006/relationships/customXml" Target="../ink/ink322.xml"/><Relationship Id="rId73" Type="http://schemas.openxmlformats.org/officeDocument/2006/relationships/image" Target="../media/image147.png"/><Relationship Id="rId78" Type="http://schemas.openxmlformats.org/officeDocument/2006/relationships/customXml" Target="../ink/ink335.xml"/><Relationship Id="rId94" Type="http://schemas.openxmlformats.org/officeDocument/2006/relationships/customXml" Target="../ink/ink343.xml"/><Relationship Id="rId99" Type="http://schemas.openxmlformats.org/officeDocument/2006/relationships/image" Target="../media/image160.png"/><Relationship Id="rId101" Type="http://schemas.openxmlformats.org/officeDocument/2006/relationships/image" Target="../media/image161.png"/><Relationship Id="rId122" Type="http://schemas.openxmlformats.org/officeDocument/2006/relationships/customXml" Target="../ink/ink357.xml"/><Relationship Id="rId143" Type="http://schemas.openxmlformats.org/officeDocument/2006/relationships/image" Target="../media/image182.png"/><Relationship Id="rId148" Type="http://schemas.openxmlformats.org/officeDocument/2006/relationships/customXml" Target="../ink/ink370.xml"/><Relationship Id="rId164" Type="http://schemas.openxmlformats.org/officeDocument/2006/relationships/customXml" Target="../ink/ink378.xml"/><Relationship Id="rId169" Type="http://schemas.openxmlformats.org/officeDocument/2006/relationships/image" Target="../media/image195.png"/><Relationship Id="rId4" Type="http://schemas.openxmlformats.org/officeDocument/2006/relationships/customXml" Target="../ink/ink298.xml"/><Relationship Id="rId9" Type="http://schemas.openxmlformats.org/officeDocument/2006/relationships/image" Target="../media/image115.png"/><Relationship Id="rId26" Type="http://schemas.openxmlformats.org/officeDocument/2006/relationships/customXml" Target="../ink/ink309.xml"/><Relationship Id="rId47" Type="http://schemas.openxmlformats.org/officeDocument/2006/relationships/image" Target="../media/image134.png"/><Relationship Id="rId68" Type="http://schemas.openxmlformats.org/officeDocument/2006/relationships/customXml" Target="../ink/ink330.xml"/><Relationship Id="rId89" Type="http://schemas.openxmlformats.org/officeDocument/2006/relationships/image" Target="../media/image155.png"/><Relationship Id="rId112" Type="http://schemas.openxmlformats.org/officeDocument/2006/relationships/customXml" Target="../ink/ink352.xml"/><Relationship Id="rId133" Type="http://schemas.openxmlformats.org/officeDocument/2006/relationships/image" Target="../media/image177.png"/><Relationship Id="rId154" Type="http://schemas.openxmlformats.org/officeDocument/2006/relationships/customXml" Target="../ink/ink373.xml"/><Relationship Id="rId175" Type="http://schemas.openxmlformats.org/officeDocument/2006/relationships/image" Target="../media/image198.png"/><Relationship Id="rId16" Type="http://schemas.openxmlformats.org/officeDocument/2006/relationships/customXml" Target="../ink/ink304.xml"/><Relationship Id="rId37" Type="http://schemas.openxmlformats.org/officeDocument/2006/relationships/image" Target="../media/image129.png"/><Relationship Id="rId58" Type="http://schemas.openxmlformats.org/officeDocument/2006/relationships/customXml" Target="../ink/ink325.xml"/><Relationship Id="rId79" Type="http://schemas.openxmlformats.org/officeDocument/2006/relationships/image" Target="../media/image150.png"/><Relationship Id="rId102" Type="http://schemas.openxmlformats.org/officeDocument/2006/relationships/customXml" Target="../ink/ink347.xml"/><Relationship Id="rId123" Type="http://schemas.openxmlformats.org/officeDocument/2006/relationships/image" Target="../media/image172.png"/><Relationship Id="rId144" Type="http://schemas.openxmlformats.org/officeDocument/2006/relationships/customXml" Target="../ink/ink368.xml"/><Relationship Id="rId90" Type="http://schemas.openxmlformats.org/officeDocument/2006/relationships/customXml" Target="../ink/ink341.xml"/><Relationship Id="rId165" Type="http://schemas.openxmlformats.org/officeDocument/2006/relationships/image" Target="../media/image193.png"/><Relationship Id="rId27" Type="http://schemas.openxmlformats.org/officeDocument/2006/relationships/image" Target="../media/image124.png"/><Relationship Id="rId48" Type="http://schemas.openxmlformats.org/officeDocument/2006/relationships/customXml" Target="../ink/ink320.xml"/><Relationship Id="rId69" Type="http://schemas.openxmlformats.org/officeDocument/2006/relationships/image" Target="../media/image145.png"/><Relationship Id="rId113" Type="http://schemas.openxmlformats.org/officeDocument/2006/relationships/image" Target="../media/image167.png"/><Relationship Id="rId134" Type="http://schemas.openxmlformats.org/officeDocument/2006/relationships/customXml" Target="../ink/ink363.xml"/><Relationship Id="rId80" Type="http://schemas.openxmlformats.org/officeDocument/2006/relationships/customXml" Target="../ink/ink336.xml"/><Relationship Id="rId155" Type="http://schemas.openxmlformats.org/officeDocument/2006/relationships/image" Target="../media/image188.png"/><Relationship Id="rId17" Type="http://schemas.openxmlformats.org/officeDocument/2006/relationships/image" Target="../media/image119.png"/><Relationship Id="rId38" Type="http://schemas.openxmlformats.org/officeDocument/2006/relationships/customXml" Target="../ink/ink315.xml"/><Relationship Id="rId59" Type="http://schemas.openxmlformats.org/officeDocument/2006/relationships/image" Target="../media/image140.png"/><Relationship Id="rId103" Type="http://schemas.openxmlformats.org/officeDocument/2006/relationships/image" Target="../media/image162.png"/><Relationship Id="rId124" Type="http://schemas.openxmlformats.org/officeDocument/2006/relationships/customXml" Target="../ink/ink358.xml"/><Relationship Id="rId70" Type="http://schemas.openxmlformats.org/officeDocument/2006/relationships/customXml" Target="../ink/ink331.xml"/><Relationship Id="rId91" Type="http://schemas.openxmlformats.org/officeDocument/2006/relationships/image" Target="../media/image156.png"/><Relationship Id="rId145" Type="http://schemas.openxmlformats.org/officeDocument/2006/relationships/image" Target="../media/image183.png"/><Relationship Id="rId166" Type="http://schemas.openxmlformats.org/officeDocument/2006/relationships/customXml" Target="../ink/ink379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96.xml"/><Relationship Id="rId21" Type="http://schemas.openxmlformats.org/officeDocument/2006/relationships/image" Target="../media/image121.png"/><Relationship Id="rId42" Type="http://schemas.openxmlformats.org/officeDocument/2006/relationships/customXml" Target="../ink/ink404.xml"/><Relationship Id="rId47" Type="http://schemas.openxmlformats.org/officeDocument/2006/relationships/image" Target="../media/image205.png"/><Relationship Id="rId63" Type="http://schemas.openxmlformats.org/officeDocument/2006/relationships/image" Target="../media/image213.png"/><Relationship Id="rId68" Type="http://schemas.openxmlformats.org/officeDocument/2006/relationships/customXml" Target="../ink/ink417.xml"/><Relationship Id="rId84" Type="http://schemas.openxmlformats.org/officeDocument/2006/relationships/customXml" Target="../ink/ink425.xml"/><Relationship Id="rId89" Type="http://schemas.openxmlformats.org/officeDocument/2006/relationships/image" Target="../media/image226.png"/><Relationship Id="rId16" Type="http://schemas.openxmlformats.org/officeDocument/2006/relationships/customXml" Target="../ink/ink391.xml"/><Relationship Id="rId11" Type="http://schemas.openxmlformats.org/officeDocument/2006/relationships/image" Target="../media/image116.png"/><Relationship Id="rId32" Type="http://schemas.openxmlformats.org/officeDocument/2006/relationships/customXml" Target="../ink/ink399.xml"/><Relationship Id="rId37" Type="http://schemas.openxmlformats.org/officeDocument/2006/relationships/image" Target="../media/image200.png"/><Relationship Id="rId53" Type="http://schemas.openxmlformats.org/officeDocument/2006/relationships/image" Target="../media/image208.png"/><Relationship Id="rId58" Type="http://schemas.openxmlformats.org/officeDocument/2006/relationships/customXml" Target="../ink/ink412.xml"/><Relationship Id="rId74" Type="http://schemas.openxmlformats.org/officeDocument/2006/relationships/customXml" Target="../ink/ink420.xml"/><Relationship Id="rId79" Type="http://schemas.openxmlformats.org/officeDocument/2006/relationships/image" Target="../media/image221.png"/><Relationship Id="rId5" Type="http://schemas.openxmlformats.org/officeDocument/2006/relationships/image" Target="../media/image113.png"/><Relationship Id="rId90" Type="http://schemas.openxmlformats.org/officeDocument/2006/relationships/customXml" Target="../ink/ink428.xml"/><Relationship Id="rId95" Type="http://schemas.openxmlformats.org/officeDocument/2006/relationships/image" Target="../media/image229.png"/><Relationship Id="rId22" Type="http://schemas.openxmlformats.org/officeDocument/2006/relationships/customXml" Target="../ink/ink394.xml"/><Relationship Id="rId27" Type="http://schemas.openxmlformats.org/officeDocument/2006/relationships/image" Target="../media/image125.png"/><Relationship Id="rId43" Type="http://schemas.openxmlformats.org/officeDocument/2006/relationships/image" Target="../media/image203.png"/><Relationship Id="rId48" Type="http://schemas.openxmlformats.org/officeDocument/2006/relationships/customXml" Target="../ink/ink407.xml"/><Relationship Id="rId64" Type="http://schemas.openxmlformats.org/officeDocument/2006/relationships/customXml" Target="../ink/ink415.xml"/><Relationship Id="rId69" Type="http://schemas.openxmlformats.org/officeDocument/2006/relationships/image" Target="../media/image216.png"/><Relationship Id="rId80" Type="http://schemas.openxmlformats.org/officeDocument/2006/relationships/customXml" Target="../ink/ink423.xml"/><Relationship Id="rId85" Type="http://schemas.openxmlformats.org/officeDocument/2006/relationships/image" Target="../media/image224.png"/><Relationship Id="rId3" Type="http://schemas.openxmlformats.org/officeDocument/2006/relationships/image" Target="../media/image112.png"/><Relationship Id="rId12" Type="http://schemas.openxmlformats.org/officeDocument/2006/relationships/customXml" Target="../ink/ink389.xml"/><Relationship Id="rId17" Type="http://schemas.openxmlformats.org/officeDocument/2006/relationships/image" Target="../media/image119.png"/><Relationship Id="rId25" Type="http://schemas.openxmlformats.org/officeDocument/2006/relationships/image" Target="../media/image124.png"/><Relationship Id="rId33" Type="http://schemas.openxmlformats.org/officeDocument/2006/relationships/image" Target="../media/image197.png"/><Relationship Id="rId38" Type="http://schemas.openxmlformats.org/officeDocument/2006/relationships/customXml" Target="../ink/ink402.xml"/><Relationship Id="rId46" Type="http://schemas.openxmlformats.org/officeDocument/2006/relationships/customXml" Target="../ink/ink406.xml"/><Relationship Id="rId59" Type="http://schemas.openxmlformats.org/officeDocument/2006/relationships/image" Target="../media/image211.png"/><Relationship Id="rId67" Type="http://schemas.openxmlformats.org/officeDocument/2006/relationships/image" Target="../media/image215.png"/><Relationship Id="rId20" Type="http://schemas.openxmlformats.org/officeDocument/2006/relationships/customXml" Target="../ink/ink393.xml"/><Relationship Id="rId41" Type="http://schemas.openxmlformats.org/officeDocument/2006/relationships/image" Target="../media/image202.png"/><Relationship Id="rId54" Type="http://schemas.openxmlformats.org/officeDocument/2006/relationships/customXml" Target="../ink/ink410.xml"/><Relationship Id="rId62" Type="http://schemas.openxmlformats.org/officeDocument/2006/relationships/customXml" Target="../ink/ink414.xml"/><Relationship Id="rId70" Type="http://schemas.openxmlformats.org/officeDocument/2006/relationships/customXml" Target="../ink/ink418.xml"/><Relationship Id="rId75" Type="http://schemas.openxmlformats.org/officeDocument/2006/relationships/image" Target="../media/image219.png"/><Relationship Id="rId83" Type="http://schemas.openxmlformats.org/officeDocument/2006/relationships/image" Target="../media/image223.png"/><Relationship Id="rId88" Type="http://schemas.openxmlformats.org/officeDocument/2006/relationships/customXml" Target="../ink/ink427.xml"/><Relationship Id="rId91" Type="http://schemas.openxmlformats.org/officeDocument/2006/relationships/image" Target="../media/image227.png"/><Relationship Id="rId96" Type="http://schemas.openxmlformats.org/officeDocument/2006/relationships/customXml" Target="../ink/ink43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86.xml"/><Relationship Id="rId15" Type="http://schemas.openxmlformats.org/officeDocument/2006/relationships/image" Target="../media/image118.png"/><Relationship Id="rId23" Type="http://schemas.openxmlformats.org/officeDocument/2006/relationships/image" Target="../media/image122.png"/><Relationship Id="rId28" Type="http://schemas.openxmlformats.org/officeDocument/2006/relationships/customXml" Target="../ink/ink397.xml"/><Relationship Id="rId36" Type="http://schemas.openxmlformats.org/officeDocument/2006/relationships/customXml" Target="../ink/ink401.xml"/><Relationship Id="rId49" Type="http://schemas.openxmlformats.org/officeDocument/2006/relationships/image" Target="../media/image206.png"/><Relationship Id="rId57" Type="http://schemas.openxmlformats.org/officeDocument/2006/relationships/image" Target="../media/image210.png"/><Relationship Id="rId10" Type="http://schemas.openxmlformats.org/officeDocument/2006/relationships/customXml" Target="../ink/ink388.xml"/><Relationship Id="rId31" Type="http://schemas.openxmlformats.org/officeDocument/2006/relationships/image" Target="../media/image134.png"/><Relationship Id="rId44" Type="http://schemas.openxmlformats.org/officeDocument/2006/relationships/customXml" Target="../ink/ink405.xml"/><Relationship Id="rId52" Type="http://schemas.openxmlformats.org/officeDocument/2006/relationships/customXml" Target="../ink/ink409.xml"/><Relationship Id="rId60" Type="http://schemas.openxmlformats.org/officeDocument/2006/relationships/customXml" Target="../ink/ink413.xml"/><Relationship Id="rId65" Type="http://schemas.openxmlformats.org/officeDocument/2006/relationships/image" Target="../media/image214.png"/><Relationship Id="rId73" Type="http://schemas.openxmlformats.org/officeDocument/2006/relationships/image" Target="../media/image218.png"/><Relationship Id="rId78" Type="http://schemas.openxmlformats.org/officeDocument/2006/relationships/customXml" Target="../ink/ink422.xml"/><Relationship Id="rId81" Type="http://schemas.openxmlformats.org/officeDocument/2006/relationships/image" Target="../media/image222.png"/><Relationship Id="rId86" Type="http://schemas.openxmlformats.org/officeDocument/2006/relationships/customXml" Target="../ink/ink426.xml"/><Relationship Id="rId94" Type="http://schemas.openxmlformats.org/officeDocument/2006/relationships/customXml" Target="../ink/ink430.xml"/><Relationship Id="rId99" Type="http://schemas.openxmlformats.org/officeDocument/2006/relationships/image" Target="../media/image231.png"/><Relationship Id="rId4" Type="http://schemas.openxmlformats.org/officeDocument/2006/relationships/customXml" Target="../ink/ink385.xml"/><Relationship Id="rId9" Type="http://schemas.openxmlformats.org/officeDocument/2006/relationships/image" Target="../media/image115.png"/><Relationship Id="rId13" Type="http://schemas.openxmlformats.org/officeDocument/2006/relationships/image" Target="../media/image117.png"/><Relationship Id="rId18" Type="http://schemas.openxmlformats.org/officeDocument/2006/relationships/customXml" Target="../ink/ink392.xml"/><Relationship Id="rId39" Type="http://schemas.openxmlformats.org/officeDocument/2006/relationships/image" Target="../media/image201.png"/><Relationship Id="rId34" Type="http://schemas.openxmlformats.org/officeDocument/2006/relationships/customXml" Target="../ink/ink400.xml"/><Relationship Id="rId50" Type="http://schemas.openxmlformats.org/officeDocument/2006/relationships/customXml" Target="../ink/ink408.xml"/><Relationship Id="rId55" Type="http://schemas.openxmlformats.org/officeDocument/2006/relationships/image" Target="../media/image209.png"/><Relationship Id="rId76" Type="http://schemas.openxmlformats.org/officeDocument/2006/relationships/customXml" Target="../ink/ink421.xml"/><Relationship Id="rId97" Type="http://schemas.openxmlformats.org/officeDocument/2006/relationships/image" Target="../media/image230.png"/><Relationship Id="rId7" Type="http://schemas.openxmlformats.org/officeDocument/2006/relationships/image" Target="../media/image114.png"/><Relationship Id="rId71" Type="http://schemas.openxmlformats.org/officeDocument/2006/relationships/image" Target="../media/image217.png"/><Relationship Id="rId92" Type="http://schemas.openxmlformats.org/officeDocument/2006/relationships/customXml" Target="../ink/ink429.xml"/><Relationship Id="rId2" Type="http://schemas.openxmlformats.org/officeDocument/2006/relationships/customXml" Target="../ink/ink384.xml"/><Relationship Id="rId29" Type="http://schemas.openxmlformats.org/officeDocument/2006/relationships/image" Target="../media/image126.png"/><Relationship Id="rId24" Type="http://schemas.openxmlformats.org/officeDocument/2006/relationships/customXml" Target="../ink/ink395.xml"/><Relationship Id="rId40" Type="http://schemas.openxmlformats.org/officeDocument/2006/relationships/customXml" Target="../ink/ink403.xml"/><Relationship Id="rId45" Type="http://schemas.openxmlformats.org/officeDocument/2006/relationships/image" Target="../media/image204.png"/><Relationship Id="rId66" Type="http://schemas.openxmlformats.org/officeDocument/2006/relationships/customXml" Target="../ink/ink416.xml"/><Relationship Id="rId87" Type="http://schemas.openxmlformats.org/officeDocument/2006/relationships/image" Target="../media/image225.png"/><Relationship Id="rId61" Type="http://schemas.openxmlformats.org/officeDocument/2006/relationships/image" Target="../media/image212.png"/><Relationship Id="rId82" Type="http://schemas.openxmlformats.org/officeDocument/2006/relationships/customXml" Target="../ink/ink424.xml"/><Relationship Id="rId19" Type="http://schemas.openxmlformats.org/officeDocument/2006/relationships/image" Target="../media/image120.png"/><Relationship Id="rId14" Type="http://schemas.openxmlformats.org/officeDocument/2006/relationships/customXml" Target="../ink/ink390.xml"/><Relationship Id="rId30" Type="http://schemas.openxmlformats.org/officeDocument/2006/relationships/customXml" Target="../ink/ink398.xml"/><Relationship Id="rId35" Type="http://schemas.openxmlformats.org/officeDocument/2006/relationships/image" Target="../media/image199.png"/><Relationship Id="rId56" Type="http://schemas.openxmlformats.org/officeDocument/2006/relationships/customXml" Target="../ink/ink411.xml"/><Relationship Id="rId77" Type="http://schemas.openxmlformats.org/officeDocument/2006/relationships/image" Target="../media/image220.png"/><Relationship Id="rId8" Type="http://schemas.openxmlformats.org/officeDocument/2006/relationships/customXml" Target="../ink/ink387.xml"/><Relationship Id="rId51" Type="http://schemas.openxmlformats.org/officeDocument/2006/relationships/image" Target="../media/image207.png"/><Relationship Id="rId72" Type="http://schemas.openxmlformats.org/officeDocument/2006/relationships/customXml" Target="../ink/ink419.xml"/><Relationship Id="rId93" Type="http://schemas.openxmlformats.org/officeDocument/2006/relationships/image" Target="../media/image228.png"/><Relationship Id="rId98" Type="http://schemas.openxmlformats.org/officeDocument/2006/relationships/customXml" Target="../ink/ink432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91.xml"/><Relationship Id="rId21" Type="http://schemas.openxmlformats.org/officeDocument/2006/relationships/customXml" Target="../ink/ink442.xml"/><Relationship Id="rId42" Type="http://schemas.openxmlformats.org/officeDocument/2006/relationships/image" Target="../media/image469.png"/><Relationship Id="rId63" Type="http://schemas.openxmlformats.org/officeDocument/2006/relationships/customXml" Target="../ink/ink463.xml"/><Relationship Id="rId84" Type="http://schemas.openxmlformats.org/officeDocument/2006/relationships/image" Target="../media/image490.png"/><Relationship Id="rId138" Type="http://schemas.openxmlformats.org/officeDocument/2006/relationships/image" Target="../media/image516.png"/><Relationship Id="rId107" Type="http://schemas.openxmlformats.org/officeDocument/2006/relationships/customXml" Target="../ink/ink486.xml"/><Relationship Id="rId11" Type="http://schemas.openxmlformats.org/officeDocument/2006/relationships/customXml" Target="../ink/ink437.xml"/><Relationship Id="rId32" Type="http://schemas.openxmlformats.org/officeDocument/2006/relationships/image" Target="../media/image464.png"/><Relationship Id="rId53" Type="http://schemas.openxmlformats.org/officeDocument/2006/relationships/customXml" Target="../ink/ink458.xml"/><Relationship Id="rId74" Type="http://schemas.openxmlformats.org/officeDocument/2006/relationships/image" Target="../media/image485.png"/><Relationship Id="rId128" Type="http://schemas.openxmlformats.org/officeDocument/2006/relationships/image" Target="../media/image511.png"/><Relationship Id="rId149" Type="http://schemas.openxmlformats.org/officeDocument/2006/relationships/customXml" Target="../ink/ink507.xml"/><Relationship Id="rId5" Type="http://schemas.openxmlformats.org/officeDocument/2006/relationships/customXml" Target="../ink/ink434.xml"/><Relationship Id="rId95" Type="http://schemas.openxmlformats.org/officeDocument/2006/relationships/customXml" Target="../ink/ink480.xml"/><Relationship Id="rId22" Type="http://schemas.openxmlformats.org/officeDocument/2006/relationships/image" Target="../media/image459.png"/><Relationship Id="rId27" Type="http://schemas.openxmlformats.org/officeDocument/2006/relationships/customXml" Target="../ink/ink445.xml"/><Relationship Id="rId43" Type="http://schemas.openxmlformats.org/officeDocument/2006/relationships/customXml" Target="../ink/ink453.xml"/><Relationship Id="rId48" Type="http://schemas.openxmlformats.org/officeDocument/2006/relationships/image" Target="../media/image472.png"/><Relationship Id="rId64" Type="http://schemas.openxmlformats.org/officeDocument/2006/relationships/image" Target="../media/image480.png"/><Relationship Id="rId69" Type="http://schemas.openxmlformats.org/officeDocument/2006/relationships/customXml" Target="../ink/ink466.xml"/><Relationship Id="rId113" Type="http://schemas.openxmlformats.org/officeDocument/2006/relationships/customXml" Target="../ink/ink489.xml"/><Relationship Id="rId118" Type="http://schemas.openxmlformats.org/officeDocument/2006/relationships/image" Target="../media/image506.png"/><Relationship Id="rId134" Type="http://schemas.openxmlformats.org/officeDocument/2006/relationships/image" Target="../media/image514.png"/><Relationship Id="rId139" Type="http://schemas.openxmlformats.org/officeDocument/2006/relationships/customXml" Target="../ink/ink502.xml"/><Relationship Id="rId80" Type="http://schemas.openxmlformats.org/officeDocument/2006/relationships/image" Target="../media/image488.png"/><Relationship Id="rId85" Type="http://schemas.openxmlformats.org/officeDocument/2006/relationships/customXml" Target="../ink/ink474.xml"/><Relationship Id="rId150" Type="http://schemas.openxmlformats.org/officeDocument/2006/relationships/image" Target="../media/image522.png"/><Relationship Id="rId155" Type="http://schemas.openxmlformats.org/officeDocument/2006/relationships/customXml" Target="../ink/ink510.xml"/><Relationship Id="rId12" Type="http://schemas.openxmlformats.org/officeDocument/2006/relationships/image" Target="../media/image454.png"/><Relationship Id="rId17" Type="http://schemas.openxmlformats.org/officeDocument/2006/relationships/customXml" Target="../ink/ink440.xml"/><Relationship Id="rId33" Type="http://schemas.openxmlformats.org/officeDocument/2006/relationships/customXml" Target="../ink/ink448.xml"/><Relationship Id="rId38" Type="http://schemas.openxmlformats.org/officeDocument/2006/relationships/image" Target="../media/image467.png"/><Relationship Id="rId59" Type="http://schemas.openxmlformats.org/officeDocument/2006/relationships/customXml" Target="../ink/ink461.xml"/><Relationship Id="rId103" Type="http://schemas.openxmlformats.org/officeDocument/2006/relationships/customXml" Target="../ink/ink484.xml"/><Relationship Id="rId108" Type="http://schemas.openxmlformats.org/officeDocument/2006/relationships/image" Target="../media/image501.png"/><Relationship Id="rId124" Type="http://schemas.openxmlformats.org/officeDocument/2006/relationships/image" Target="../media/image509.png"/><Relationship Id="rId129" Type="http://schemas.openxmlformats.org/officeDocument/2006/relationships/customXml" Target="../ink/ink497.xml"/><Relationship Id="rId54" Type="http://schemas.openxmlformats.org/officeDocument/2006/relationships/image" Target="../media/image475.png"/><Relationship Id="rId70" Type="http://schemas.openxmlformats.org/officeDocument/2006/relationships/image" Target="../media/image483.png"/><Relationship Id="rId75" Type="http://schemas.openxmlformats.org/officeDocument/2006/relationships/customXml" Target="../ink/ink469.xml"/><Relationship Id="rId91" Type="http://schemas.openxmlformats.org/officeDocument/2006/relationships/customXml" Target="../ink/ink477.xml"/><Relationship Id="rId96" Type="http://schemas.openxmlformats.org/officeDocument/2006/relationships/image" Target="../media/image495.png"/><Relationship Id="rId140" Type="http://schemas.openxmlformats.org/officeDocument/2006/relationships/image" Target="../media/image517.png"/><Relationship Id="rId145" Type="http://schemas.openxmlformats.org/officeDocument/2006/relationships/customXml" Target="../ink/ink50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1.png"/><Relationship Id="rId23" Type="http://schemas.openxmlformats.org/officeDocument/2006/relationships/customXml" Target="../ink/ink443.xml"/><Relationship Id="rId28" Type="http://schemas.openxmlformats.org/officeDocument/2006/relationships/image" Target="../media/image462.png"/><Relationship Id="rId49" Type="http://schemas.openxmlformats.org/officeDocument/2006/relationships/customXml" Target="../ink/ink456.xml"/><Relationship Id="rId114" Type="http://schemas.openxmlformats.org/officeDocument/2006/relationships/image" Target="../media/image504.png"/><Relationship Id="rId119" Type="http://schemas.openxmlformats.org/officeDocument/2006/relationships/customXml" Target="../ink/ink492.xml"/><Relationship Id="rId44" Type="http://schemas.openxmlformats.org/officeDocument/2006/relationships/image" Target="../media/image470.png"/><Relationship Id="rId60" Type="http://schemas.openxmlformats.org/officeDocument/2006/relationships/image" Target="../media/image478.png"/><Relationship Id="rId65" Type="http://schemas.openxmlformats.org/officeDocument/2006/relationships/customXml" Target="../ink/ink464.xml"/><Relationship Id="rId81" Type="http://schemas.openxmlformats.org/officeDocument/2006/relationships/customXml" Target="../ink/ink472.xml"/><Relationship Id="rId86" Type="http://schemas.openxmlformats.org/officeDocument/2006/relationships/image" Target="../media/image491.png"/><Relationship Id="rId130" Type="http://schemas.openxmlformats.org/officeDocument/2006/relationships/image" Target="../media/image512.png"/><Relationship Id="rId135" Type="http://schemas.openxmlformats.org/officeDocument/2006/relationships/customXml" Target="../ink/ink500.xml"/><Relationship Id="rId151" Type="http://schemas.openxmlformats.org/officeDocument/2006/relationships/customXml" Target="../ink/ink508.xml"/><Relationship Id="rId156" Type="http://schemas.openxmlformats.org/officeDocument/2006/relationships/image" Target="../media/image525.png"/><Relationship Id="rId13" Type="http://schemas.openxmlformats.org/officeDocument/2006/relationships/customXml" Target="../ink/ink438.xml"/><Relationship Id="rId18" Type="http://schemas.openxmlformats.org/officeDocument/2006/relationships/image" Target="../media/image457.png"/><Relationship Id="rId39" Type="http://schemas.openxmlformats.org/officeDocument/2006/relationships/customXml" Target="../ink/ink451.xml"/><Relationship Id="rId109" Type="http://schemas.openxmlformats.org/officeDocument/2006/relationships/customXml" Target="../ink/ink487.xml"/><Relationship Id="rId34" Type="http://schemas.openxmlformats.org/officeDocument/2006/relationships/image" Target="../media/image465.png"/><Relationship Id="rId50" Type="http://schemas.openxmlformats.org/officeDocument/2006/relationships/image" Target="../media/image473.png"/><Relationship Id="rId55" Type="http://schemas.openxmlformats.org/officeDocument/2006/relationships/customXml" Target="../ink/ink459.xml"/><Relationship Id="rId76" Type="http://schemas.openxmlformats.org/officeDocument/2006/relationships/image" Target="../media/image486.png"/><Relationship Id="rId97" Type="http://schemas.openxmlformats.org/officeDocument/2006/relationships/customXml" Target="../ink/ink481.xml"/><Relationship Id="rId104" Type="http://schemas.openxmlformats.org/officeDocument/2006/relationships/image" Target="../media/image499.png"/><Relationship Id="rId120" Type="http://schemas.openxmlformats.org/officeDocument/2006/relationships/image" Target="../media/image507.png"/><Relationship Id="rId125" Type="http://schemas.openxmlformats.org/officeDocument/2006/relationships/customXml" Target="../ink/ink495.xml"/><Relationship Id="rId141" Type="http://schemas.openxmlformats.org/officeDocument/2006/relationships/customXml" Target="../ink/ink503.xml"/><Relationship Id="rId146" Type="http://schemas.openxmlformats.org/officeDocument/2006/relationships/image" Target="../media/image520.png"/><Relationship Id="rId7" Type="http://schemas.openxmlformats.org/officeDocument/2006/relationships/customXml" Target="../ink/ink435.xml"/><Relationship Id="rId71" Type="http://schemas.openxmlformats.org/officeDocument/2006/relationships/customXml" Target="../ink/ink467.xml"/><Relationship Id="rId92" Type="http://schemas.openxmlformats.org/officeDocument/2006/relationships/customXml" Target="../ink/ink478.xml"/><Relationship Id="rId2" Type="http://schemas.openxmlformats.org/officeDocument/2006/relationships/image" Target="../media/image232.png"/><Relationship Id="rId29" Type="http://schemas.openxmlformats.org/officeDocument/2006/relationships/customXml" Target="../ink/ink446.xml"/><Relationship Id="rId24" Type="http://schemas.openxmlformats.org/officeDocument/2006/relationships/image" Target="../media/image460.png"/><Relationship Id="rId40" Type="http://schemas.openxmlformats.org/officeDocument/2006/relationships/image" Target="../media/image468.png"/><Relationship Id="rId45" Type="http://schemas.openxmlformats.org/officeDocument/2006/relationships/customXml" Target="../ink/ink454.xml"/><Relationship Id="rId66" Type="http://schemas.openxmlformats.org/officeDocument/2006/relationships/image" Target="../media/image481.png"/><Relationship Id="rId87" Type="http://schemas.openxmlformats.org/officeDocument/2006/relationships/customXml" Target="../ink/ink475.xml"/><Relationship Id="rId110" Type="http://schemas.openxmlformats.org/officeDocument/2006/relationships/image" Target="../media/image502.png"/><Relationship Id="rId115" Type="http://schemas.openxmlformats.org/officeDocument/2006/relationships/customXml" Target="../ink/ink490.xml"/><Relationship Id="rId131" Type="http://schemas.openxmlformats.org/officeDocument/2006/relationships/customXml" Target="../ink/ink498.xml"/><Relationship Id="rId136" Type="http://schemas.openxmlformats.org/officeDocument/2006/relationships/image" Target="../media/image515.png"/><Relationship Id="rId61" Type="http://schemas.openxmlformats.org/officeDocument/2006/relationships/customXml" Target="../ink/ink462.xml"/><Relationship Id="rId82" Type="http://schemas.openxmlformats.org/officeDocument/2006/relationships/image" Target="../media/image489.png"/><Relationship Id="rId152" Type="http://schemas.openxmlformats.org/officeDocument/2006/relationships/image" Target="../media/image523.png"/><Relationship Id="rId19" Type="http://schemas.openxmlformats.org/officeDocument/2006/relationships/customXml" Target="../ink/ink441.xml"/><Relationship Id="rId14" Type="http://schemas.openxmlformats.org/officeDocument/2006/relationships/image" Target="../media/image455.png"/><Relationship Id="rId30" Type="http://schemas.openxmlformats.org/officeDocument/2006/relationships/image" Target="../media/image463.png"/><Relationship Id="rId35" Type="http://schemas.openxmlformats.org/officeDocument/2006/relationships/customXml" Target="../ink/ink449.xml"/><Relationship Id="rId56" Type="http://schemas.openxmlformats.org/officeDocument/2006/relationships/image" Target="../media/image476.png"/><Relationship Id="rId77" Type="http://schemas.openxmlformats.org/officeDocument/2006/relationships/customXml" Target="../ink/ink470.xml"/><Relationship Id="rId100" Type="http://schemas.openxmlformats.org/officeDocument/2006/relationships/image" Target="../media/image497.png"/><Relationship Id="rId105" Type="http://schemas.openxmlformats.org/officeDocument/2006/relationships/customXml" Target="../ink/ink485.xml"/><Relationship Id="rId126" Type="http://schemas.openxmlformats.org/officeDocument/2006/relationships/image" Target="../media/image510.png"/><Relationship Id="rId147" Type="http://schemas.openxmlformats.org/officeDocument/2006/relationships/customXml" Target="../ink/ink506.xml"/><Relationship Id="rId8" Type="http://schemas.openxmlformats.org/officeDocument/2006/relationships/image" Target="../media/image452.png"/><Relationship Id="rId51" Type="http://schemas.openxmlformats.org/officeDocument/2006/relationships/customXml" Target="../ink/ink457.xml"/><Relationship Id="rId72" Type="http://schemas.openxmlformats.org/officeDocument/2006/relationships/image" Target="../media/image484.png"/><Relationship Id="rId93" Type="http://schemas.openxmlformats.org/officeDocument/2006/relationships/customXml" Target="../ink/ink479.xml"/><Relationship Id="rId98" Type="http://schemas.openxmlformats.org/officeDocument/2006/relationships/image" Target="../media/image496.png"/><Relationship Id="rId121" Type="http://schemas.openxmlformats.org/officeDocument/2006/relationships/customXml" Target="../ink/ink493.xml"/><Relationship Id="rId142" Type="http://schemas.openxmlformats.org/officeDocument/2006/relationships/image" Target="../media/image518.png"/><Relationship Id="rId3" Type="http://schemas.openxmlformats.org/officeDocument/2006/relationships/customXml" Target="../ink/ink433.xml"/><Relationship Id="rId25" Type="http://schemas.openxmlformats.org/officeDocument/2006/relationships/customXml" Target="../ink/ink444.xml"/><Relationship Id="rId46" Type="http://schemas.openxmlformats.org/officeDocument/2006/relationships/image" Target="../media/image471.png"/><Relationship Id="rId67" Type="http://schemas.openxmlformats.org/officeDocument/2006/relationships/customXml" Target="../ink/ink465.xml"/><Relationship Id="rId116" Type="http://schemas.openxmlformats.org/officeDocument/2006/relationships/image" Target="../media/image505.png"/><Relationship Id="rId137" Type="http://schemas.openxmlformats.org/officeDocument/2006/relationships/customXml" Target="../ink/ink501.xml"/><Relationship Id="rId20" Type="http://schemas.openxmlformats.org/officeDocument/2006/relationships/image" Target="../media/image458.png"/><Relationship Id="rId41" Type="http://schemas.openxmlformats.org/officeDocument/2006/relationships/customXml" Target="../ink/ink452.xml"/><Relationship Id="rId62" Type="http://schemas.openxmlformats.org/officeDocument/2006/relationships/image" Target="../media/image479.png"/><Relationship Id="rId83" Type="http://schemas.openxmlformats.org/officeDocument/2006/relationships/customXml" Target="../ink/ink473.xml"/><Relationship Id="rId88" Type="http://schemas.openxmlformats.org/officeDocument/2006/relationships/image" Target="../media/image492.png"/><Relationship Id="rId111" Type="http://schemas.openxmlformats.org/officeDocument/2006/relationships/customXml" Target="../ink/ink488.xml"/><Relationship Id="rId132" Type="http://schemas.openxmlformats.org/officeDocument/2006/relationships/image" Target="../media/image513.png"/><Relationship Id="rId153" Type="http://schemas.openxmlformats.org/officeDocument/2006/relationships/customXml" Target="../ink/ink509.xml"/><Relationship Id="rId15" Type="http://schemas.openxmlformats.org/officeDocument/2006/relationships/customXml" Target="../ink/ink439.xml"/><Relationship Id="rId36" Type="http://schemas.openxmlformats.org/officeDocument/2006/relationships/image" Target="../media/image466.png"/><Relationship Id="rId57" Type="http://schemas.openxmlformats.org/officeDocument/2006/relationships/customXml" Target="../ink/ink460.xml"/><Relationship Id="rId106" Type="http://schemas.openxmlformats.org/officeDocument/2006/relationships/image" Target="../media/image500.png"/><Relationship Id="rId127" Type="http://schemas.openxmlformats.org/officeDocument/2006/relationships/customXml" Target="../ink/ink496.xml"/><Relationship Id="rId10" Type="http://schemas.openxmlformats.org/officeDocument/2006/relationships/image" Target="../media/image453.png"/><Relationship Id="rId31" Type="http://schemas.openxmlformats.org/officeDocument/2006/relationships/customXml" Target="../ink/ink447.xml"/><Relationship Id="rId52" Type="http://schemas.openxmlformats.org/officeDocument/2006/relationships/image" Target="../media/image474.png"/><Relationship Id="rId73" Type="http://schemas.openxmlformats.org/officeDocument/2006/relationships/customXml" Target="../ink/ink468.xml"/><Relationship Id="rId78" Type="http://schemas.openxmlformats.org/officeDocument/2006/relationships/image" Target="../media/image487.png"/><Relationship Id="rId94" Type="http://schemas.openxmlformats.org/officeDocument/2006/relationships/image" Target="../media/image494.png"/><Relationship Id="rId99" Type="http://schemas.openxmlformats.org/officeDocument/2006/relationships/customXml" Target="../ink/ink482.xml"/><Relationship Id="rId101" Type="http://schemas.openxmlformats.org/officeDocument/2006/relationships/customXml" Target="../ink/ink483.xml"/><Relationship Id="rId122" Type="http://schemas.openxmlformats.org/officeDocument/2006/relationships/image" Target="../media/image508.png"/><Relationship Id="rId143" Type="http://schemas.openxmlformats.org/officeDocument/2006/relationships/customXml" Target="../ink/ink504.xml"/><Relationship Id="rId148" Type="http://schemas.openxmlformats.org/officeDocument/2006/relationships/image" Target="../media/image521.png"/><Relationship Id="rId4" Type="http://schemas.openxmlformats.org/officeDocument/2006/relationships/image" Target="../media/image450.png"/><Relationship Id="rId9" Type="http://schemas.openxmlformats.org/officeDocument/2006/relationships/customXml" Target="../ink/ink436.xml"/><Relationship Id="rId26" Type="http://schemas.openxmlformats.org/officeDocument/2006/relationships/image" Target="../media/image461.png"/><Relationship Id="rId47" Type="http://schemas.openxmlformats.org/officeDocument/2006/relationships/customXml" Target="../ink/ink455.xml"/><Relationship Id="rId68" Type="http://schemas.openxmlformats.org/officeDocument/2006/relationships/image" Target="../media/image482.png"/><Relationship Id="rId89" Type="http://schemas.openxmlformats.org/officeDocument/2006/relationships/customXml" Target="../ink/ink476.xml"/><Relationship Id="rId112" Type="http://schemas.openxmlformats.org/officeDocument/2006/relationships/image" Target="../media/image503.png"/><Relationship Id="rId133" Type="http://schemas.openxmlformats.org/officeDocument/2006/relationships/customXml" Target="../ink/ink499.xml"/><Relationship Id="rId154" Type="http://schemas.openxmlformats.org/officeDocument/2006/relationships/image" Target="../media/image524.png"/><Relationship Id="rId16" Type="http://schemas.openxmlformats.org/officeDocument/2006/relationships/image" Target="../media/image456.png"/><Relationship Id="rId37" Type="http://schemas.openxmlformats.org/officeDocument/2006/relationships/customXml" Target="../ink/ink450.xml"/><Relationship Id="rId58" Type="http://schemas.openxmlformats.org/officeDocument/2006/relationships/image" Target="../media/image477.png"/><Relationship Id="rId79" Type="http://schemas.openxmlformats.org/officeDocument/2006/relationships/customXml" Target="../ink/ink471.xml"/><Relationship Id="rId102" Type="http://schemas.openxmlformats.org/officeDocument/2006/relationships/image" Target="../media/image498.png"/><Relationship Id="rId123" Type="http://schemas.openxmlformats.org/officeDocument/2006/relationships/customXml" Target="../ink/ink494.xml"/><Relationship Id="rId144" Type="http://schemas.openxmlformats.org/officeDocument/2006/relationships/image" Target="../media/image519.png"/><Relationship Id="rId90" Type="http://schemas.openxmlformats.org/officeDocument/2006/relationships/image" Target="../media/image493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38.png"/><Relationship Id="rId21" Type="http://schemas.openxmlformats.org/officeDocument/2006/relationships/customXml" Target="../ink/ink520.xml"/><Relationship Id="rId42" Type="http://schemas.openxmlformats.org/officeDocument/2006/relationships/image" Target="../media/image546.png"/><Relationship Id="rId47" Type="http://schemas.openxmlformats.org/officeDocument/2006/relationships/customXml" Target="../ink/ink533.xml"/><Relationship Id="rId63" Type="http://schemas.openxmlformats.org/officeDocument/2006/relationships/customXml" Target="../ink/ink541.xml"/><Relationship Id="rId68" Type="http://schemas.openxmlformats.org/officeDocument/2006/relationships/image" Target="../media/image240.png"/><Relationship Id="rId7" Type="http://schemas.openxmlformats.org/officeDocument/2006/relationships/customXml" Target="../ink/ink513.xml"/><Relationship Id="rId2" Type="http://schemas.openxmlformats.org/officeDocument/2006/relationships/image" Target="../media/image233.png"/><Relationship Id="rId16" Type="http://schemas.openxmlformats.org/officeDocument/2006/relationships/image" Target="../media/image533.png"/><Relationship Id="rId29" Type="http://schemas.openxmlformats.org/officeDocument/2006/relationships/customXml" Target="../ink/ink524.xml"/><Relationship Id="rId11" Type="http://schemas.openxmlformats.org/officeDocument/2006/relationships/customXml" Target="../ink/ink515.xml"/><Relationship Id="rId24" Type="http://schemas.openxmlformats.org/officeDocument/2006/relationships/image" Target="../media/image537.png"/><Relationship Id="rId32" Type="http://schemas.openxmlformats.org/officeDocument/2006/relationships/image" Target="../media/image541.png"/><Relationship Id="rId37" Type="http://schemas.openxmlformats.org/officeDocument/2006/relationships/customXml" Target="../ink/ink528.xml"/><Relationship Id="rId40" Type="http://schemas.openxmlformats.org/officeDocument/2006/relationships/image" Target="../media/image545.png"/><Relationship Id="rId45" Type="http://schemas.openxmlformats.org/officeDocument/2006/relationships/customXml" Target="../ink/ink532.xml"/><Relationship Id="rId53" Type="http://schemas.openxmlformats.org/officeDocument/2006/relationships/customXml" Target="../ink/ink536.xml"/><Relationship Id="rId58" Type="http://schemas.openxmlformats.org/officeDocument/2006/relationships/image" Target="../media/image235.png"/><Relationship Id="rId66" Type="http://schemas.openxmlformats.org/officeDocument/2006/relationships/image" Target="../media/image239.png"/><Relationship Id="rId5" Type="http://schemas.openxmlformats.org/officeDocument/2006/relationships/customXml" Target="../ink/ink512.xml"/><Relationship Id="rId61" Type="http://schemas.openxmlformats.org/officeDocument/2006/relationships/customXml" Target="../ink/ink540.xml"/><Relationship Id="rId19" Type="http://schemas.openxmlformats.org/officeDocument/2006/relationships/customXml" Target="../ink/ink519.xml"/><Relationship Id="rId14" Type="http://schemas.openxmlformats.org/officeDocument/2006/relationships/image" Target="../media/image532.png"/><Relationship Id="rId22" Type="http://schemas.openxmlformats.org/officeDocument/2006/relationships/image" Target="../media/image536.png"/><Relationship Id="rId27" Type="http://schemas.openxmlformats.org/officeDocument/2006/relationships/customXml" Target="../ink/ink523.xml"/><Relationship Id="rId30" Type="http://schemas.openxmlformats.org/officeDocument/2006/relationships/image" Target="../media/image540.png"/><Relationship Id="rId35" Type="http://schemas.openxmlformats.org/officeDocument/2006/relationships/customXml" Target="../ink/ink527.xml"/><Relationship Id="rId43" Type="http://schemas.openxmlformats.org/officeDocument/2006/relationships/customXml" Target="../ink/ink531.xml"/><Relationship Id="rId48" Type="http://schemas.openxmlformats.org/officeDocument/2006/relationships/image" Target="../media/image549.png"/><Relationship Id="rId56" Type="http://schemas.openxmlformats.org/officeDocument/2006/relationships/image" Target="../media/image234.png"/><Relationship Id="rId64" Type="http://schemas.openxmlformats.org/officeDocument/2006/relationships/image" Target="../media/image238.png"/><Relationship Id="rId69" Type="http://schemas.openxmlformats.org/officeDocument/2006/relationships/customXml" Target="../ink/ink544.xml"/><Relationship Id="rId8" Type="http://schemas.openxmlformats.org/officeDocument/2006/relationships/image" Target="../media/image529.png"/><Relationship Id="rId51" Type="http://schemas.openxmlformats.org/officeDocument/2006/relationships/customXml" Target="../ink/ink535.xml"/><Relationship Id="rId3" Type="http://schemas.openxmlformats.org/officeDocument/2006/relationships/customXml" Target="../ink/ink511.xml"/><Relationship Id="rId12" Type="http://schemas.openxmlformats.org/officeDocument/2006/relationships/image" Target="../media/image531.png"/><Relationship Id="rId17" Type="http://schemas.openxmlformats.org/officeDocument/2006/relationships/customXml" Target="../ink/ink518.xml"/><Relationship Id="rId25" Type="http://schemas.openxmlformats.org/officeDocument/2006/relationships/customXml" Target="../ink/ink522.xml"/><Relationship Id="rId33" Type="http://schemas.openxmlformats.org/officeDocument/2006/relationships/customXml" Target="../ink/ink526.xml"/><Relationship Id="rId38" Type="http://schemas.openxmlformats.org/officeDocument/2006/relationships/image" Target="../media/image544.png"/><Relationship Id="rId46" Type="http://schemas.openxmlformats.org/officeDocument/2006/relationships/image" Target="../media/image548.png"/><Relationship Id="rId59" Type="http://schemas.openxmlformats.org/officeDocument/2006/relationships/customXml" Target="../ink/ink539.xml"/><Relationship Id="rId67" Type="http://schemas.openxmlformats.org/officeDocument/2006/relationships/customXml" Target="../ink/ink543.xml"/><Relationship Id="rId20" Type="http://schemas.openxmlformats.org/officeDocument/2006/relationships/image" Target="../media/image535.png"/><Relationship Id="rId41" Type="http://schemas.openxmlformats.org/officeDocument/2006/relationships/customXml" Target="../ink/ink530.xml"/><Relationship Id="rId54" Type="http://schemas.openxmlformats.org/officeDocument/2006/relationships/image" Target="../media/image552.png"/><Relationship Id="rId62" Type="http://schemas.openxmlformats.org/officeDocument/2006/relationships/image" Target="../media/image237.png"/><Relationship Id="rId70" Type="http://schemas.openxmlformats.org/officeDocument/2006/relationships/image" Target="../media/image2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8.png"/><Relationship Id="rId15" Type="http://schemas.openxmlformats.org/officeDocument/2006/relationships/customXml" Target="../ink/ink517.xml"/><Relationship Id="rId23" Type="http://schemas.openxmlformats.org/officeDocument/2006/relationships/customXml" Target="../ink/ink521.xml"/><Relationship Id="rId28" Type="http://schemas.openxmlformats.org/officeDocument/2006/relationships/image" Target="../media/image539.png"/><Relationship Id="rId36" Type="http://schemas.openxmlformats.org/officeDocument/2006/relationships/image" Target="../media/image543.png"/><Relationship Id="rId49" Type="http://schemas.openxmlformats.org/officeDocument/2006/relationships/customXml" Target="../ink/ink534.xml"/><Relationship Id="rId57" Type="http://schemas.openxmlformats.org/officeDocument/2006/relationships/customXml" Target="../ink/ink538.xml"/><Relationship Id="rId10" Type="http://schemas.openxmlformats.org/officeDocument/2006/relationships/image" Target="../media/image530.png"/><Relationship Id="rId31" Type="http://schemas.openxmlformats.org/officeDocument/2006/relationships/customXml" Target="../ink/ink525.xml"/><Relationship Id="rId44" Type="http://schemas.openxmlformats.org/officeDocument/2006/relationships/image" Target="../media/image547.png"/><Relationship Id="rId52" Type="http://schemas.openxmlformats.org/officeDocument/2006/relationships/image" Target="../media/image551.png"/><Relationship Id="rId60" Type="http://schemas.openxmlformats.org/officeDocument/2006/relationships/image" Target="../media/image236.png"/><Relationship Id="rId65" Type="http://schemas.openxmlformats.org/officeDocument/2006/relationships/customXml" Target="../ink/ink542.xml"/><Relationship Id="rId4" Type="http://schemas.openxmlformats.org/officeDocument/2006/relationships/image" Target="../media/image527.png"/><Relationship Id="rId9" Type="http://schemas.openxmlformats.org/officeDocument/2006/relationships/customXml" Target="../ink/ink514.xml"/><Relationship Id="rId13" Type="http://schemas.openxmlformats.org/officeDocument/2006/relationships/customXml" Target="../ink/ink516.xml"/><Relationship Id="rId18" Type="http://schemas.openxmlformats.org/officeDocument/2006/relationships/image" Target="../media/image534.png"/><Relationship Id="rId39" Type="http://schemas.openxmlformats.org/officeDocument/2006/relationships/customXml" Target="../ink/ink529.xml"/><Relationship Id="rId34" Type="http://schemas.openxmlformats.org/officeDocument/2006/relationships/image" Target="../media/image542.png"/><Relationship Id="rId50" Type="http://schemas.openxmlformats.org/officeDocument/2006/relationships/image" Target="../media/image550.png"/><Relationship Id="rId55" Type="http://schemas.openxmlformats.org/officeDocument/2006/relationships/customXml" Target="../ink/ink537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50.xml"/><Relationship Id="rId18" Type="http://schemas.openxmlformats.org/officeDocument/2006/relationships/image" Target="../media/image561.png"/><Relationship Id="rId26" Type="http://schemas.openxmlformats.org/officeDocument/2006/relationships/image" Target="../media/image565.png"/><Relationship Id="rId39" Type="http://schemas.openxmlformats.org/officeDocument/2006/relationships/customXml" Target="../ink/ink563.xml"/><Relationship Id="rId21" Type="http://schemas.openxmlformats.org/officeDocument/2006/relationships/customXml" Target="../ink/ink554.xml"/><Relationship Id="rId34" Type="http://schemas.openxmlformats.org/officeDocument/2006/relationships/image" Target="../media/image569.png"/><Relationship Id="rId42" Type="http://schemas.openxmlformats.org/officeDocument/2006/relationships/image" Target="../media/image573.png"/><Relationship Id="rId47" Type="http://schemas.openxmlformats.org/officeDocument/2006/relationships/customXml" Target="../ink/ink567.xml"/><Relationship Id="rId50" Type="http://schemas.openxmlformats.org/officeDocument/2006/relationships/image" Target="../media/image577.png"/><Relationship Id="rId55" Type="http://schemas.openxmlformats.org/officeDocument/2006/relationships/customXml" Target="../ink/ink571.xml"/><Relationship Id="rId7" Type="http://schemas.openxmlformats.org/officeDocument/2006/relationships/customXml" Target="../ink/ink547.xml"/><Relationship Id="rId2" Type="http://schemas.openxmlformats.org/officeDocument/2006/relationships/image" Target="../media/image242.png"/><Relationship Id="rId16" Type="http://schemas.openxmlformats.org/officeDocument/2006/relationships/image" Target="../media/image560.png"/><Relationship Id="rId29" Type="http://schemas.openxmlformats.org/officeDocument/2006/relationships/customXml" Target="../ink/ink558.xml"/><Relationship Id="rId11" Type="http://schemas.openxmlformats.org/officeDocument/2006/relationships/customXml" Target="../ink/ink549.xml"/><Relationship Id="rId24" Type="http://schemas.openxmlformats.org/officeDocument/2006/relationships/image" Target="../media/image564.png"/><Relationship Id="rId32" Type="http://schemas.openxmlformats.org/officeDocument/2006/relationships/image" Target="../media/image568.png"/><Relationship Id="rId37" Type="http://schemas.openxmlformats.org/officeDocument/2006/relationships/customXml" Target="../ink/ink562.xml"/><Relationship Id="rId40" Type="http://schemas.openxmlformats.org/officeDocument/2006/relationships/image" Target="../media/image572.png"/><Relationship Id="rId45" Type="http://schemas.openxmlformats.org/officeDocument/2006/relationships/customXml" Target="../ink/ink566.xml"/><Relationship Id="rId53" Type="http://schemas.openxmlformats.org/officeDocument/2006/relationships/customXml" Target="../ink/ink570.xml"/><Relationship Id="rId58" Type="http://schemas.openxmlformats.org/officeDocument/2006/relationships/image" Target="../media/image581.png"/><Relationship Id="rId5" Type="http://schemas.openxmlformats.org/officeDocument/2006/relationships/customXml" Target="../ink/ink546.xml"/><Relationship Id="rId19" Type="http://schemas.openxmlformats.org/officeDocument/2006/relationships/customXml" Target="../ink/ink553.xml"/><Relationship Id="rId4" Type="http://schemas.openxmlformats.org/officeDocument/2006/relationships/image" Target="../media/image554.png"/><Relationship Id="rId9" Type="http://schemas.openxmlformats.org/officeDocument/2006/relationships/customXml" Target="../ink/ink548.xml"/><Relationship Id="rId14" Type="http://schemas.openxmlformats.org/officeDocument/2006/relationships/image" Target="../media/image559.png"/><Relationship Id="rId22" Type="http://schemas.openxmlformats.org/officeDocument/2006/relationships/image" Target="../media/image563.png"/><Relationship Id="rId27" Type="http://schemas.openxmlformats.org/officeDocument/2006/relationships/customXml" Target="../ink/ink557.xml"/><Relationship Id="rId30" Type="http://schemas.openxmlformats.org/officeDocument/2006/relationships/image" Target="../media/image567.png"/><Relationship Id="rId35" Type="http://schemas.openxmlformats.org/officeDocument/2006/relationships/customXml" Target="../ink/ink561.xml"/><Relationship Id="rId43" Type="http://schemas.openxmlformats.org/officeDocument/2006/relationships/customXml" Target="../ink/ink565.xml"/><Relationship Id="rId48" Type="http://schemas.openxmlformats.org/officeDocument/2006/relationships/image" Target="../media/image576.png"/><Relationship Id="rId56" Type="http://schemas.openxmlformats.org/officeDocument/2006/relationships/image" Target="../media/image580.png"/><Relationship Id="rId8" Type="http://schemas.openxmlformats.org/officeDocument/2006/relationships/image" Target="../media/image556.png"/><Relationship Id="rId51" Type="http://schemas.openxmlformats.org/officeDocument/2006/relationships/customXml" Target="../ink/ink569.xml"/><Relationship Id="rId3" Type="http://schemas.openxmlformats.org/officeDocument/2006/relationships/customXml" Target="../ink/ink545.xml"/><Relationship Id="rId12" Type="http://schemas.openxmlformats.org/officeDocument/2006/relationships/image" Target="../media/image558.png"/><Relationship Id="rId17" Type="http://schemas.openxmlformats.org/officeDocument/2006/relationships/customXml" Target="../ink/ink552.xml"/><Relationship Id="rId25" Type="http://schemas.openxmlformats.org/officeDocument/2006/relationships/customXml" Target="../ink/ink556.xml"/><Relationship Id="rId33" Type="http://schemas.openxmlformats.org/officeDocument/2006/relationships/customXml" Target="../ink/ink560.xml"/><Relationship Id="rId38" Type="http://schemas.openxmlformats.org/officeDocument/2006/relationships/image" Target="../media/image571.png"/><Relationship Id="rId46" Type="http://schemas.openxmlformats.org/officeDocument/2006/relationships/image" Target="../media/image575.png"/><Relationship Id="rId59" Type="http://schemas.openxmlformats.org/officeDocument/2006/relationships/customXml" Target="../ink/ink573.xml"/><Relationship Id="rId20" Type="http://schemas.openxmlformats.org/officeDocument/2006/relationships/image" Target="../media/image562.png"/><Relationship Id="rId41" Type="http://schemas.openxmlformats.org/officeDocument/2006/relationships/customXml" Target="../ink/ink564.xml"/><Relationship Id="rId54" Type="http://schemas.openxmlformats.org/officeDocument/2006/relationships/image" Target="../media/image5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5.png"/><Relationship Id="rId15" Type="http://schemas.openxmlformats.org/officeDocument/2006/relationships/customXml" Target="../ink/ink551.xml"/><Relationship Id="rId23" Type="http://schemas.openxmlformats.org/officeDocument/2006/relationships/customXml" Target="../ink/ink555.xml"/><Relationship Id="rId28" Type="http://schemas.openxmlformats.org/officeDocument/2006/relationships/image" Target="../media/image566.png"/><Relationship Id="rId36" Type="http://schemas.openxmlformats.org/officeDocument/2006/relationships/image" Target="../media/image570.png"/><Relationship Id="rId49" Type="http://schemas.openxmlformats.org/officeDocument/2006/relationships/customXml" Target="../ink/ink568.xml"/><Relationship Id="rId57" Type="http://schemas.openxmlformats.org/officeDocument/2006/relationships/customXml" Target="../ink/ink572.xml"/><Relationship Id="rId10" Type="http://schemas.openxmlformats.org/officeDocument/2006/relationships/image" Target="../media/image557.png"/><Relationship Id="rId31" Type="http://schemas.openxmlformats.org/officeDocument/2006/relationships/customXml" Target="../ink/ink559.xml"/><Relationship Id="rId44" Type="http://schemas.openxmlformats.org/officeDocument/2006/relationships/image" Target="../media/image574.png"/><Relationship Id="rId52" Type="http://schemas.openxmlformats.org/officeDocument/2006/relationships/image" Target="../media/image578.png"/><Relationship Id="rId60" Type="http://schemas.openxmlformats.org/officeDocument/2006/relationships/image" Target="../media/image58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75.xml"/><Relationship Id="rId13" Type="http://schemas.openxmlformats.org/officeDocument/2006/relationships/image" Target="../media/image587.png"/><Relationship Id="rId18" Type="http://schemas.openxmlformats.org/officeDocument/2006/relationships/customXml" Target="../ink/ink580.xml"/><Relationship Id="rId3" Type="http://schemas.openxmlformats.org/officeDocument/2006/relationships/oleObject" Target="../embeddings/oleObject2.bin"/><Relationship Id="rId21" Type="http://schemas.openxmlformats.org/officeDocument/2006/relationships/image" Target="../media/image591.png"/><Relationship Id="rId7" Type="http://schemas.openxmlformats.org/officeDocument/2006/relationships/image" Target="../media/image584.png"/><Relationship Id="rId12" Type="http://schemas.openxmlformats.org/officeDocument/2006/relationships/customXml" Target="../ink/ink577.xml"/><Relationship Id="rId17" Type="http://schemas.openxmlformats.org/officeDocument/2006/relationships/image" Target="../media/image589.png"/><Relationship Id="rId2" Type="http://schemas.openxmlformats.org/officeDocument/2006/relationships/slideLayout" Target="../slideLayouts/slideLayout7.xml"/><Relationship Id="rId16" Type="http://schemas.openxmlformats.org/officeDocument/2006/relationships/customXml" Target="../ink/ink579.xml"/><Relationship Id="rId20" Type="http://schemas.openxmlformats.org/officeDocument/2006/relationships/customXml" Target="../ink/ink581.xml"/><Relationship Id="rId1" Type="http://schemas.openxmlformats.org/officeDocument/2006/relationships/vmlDrawing" Target="../drawings/vmlDrawing2.vml"/><Relationship Id="rId6" Type="http://schemas.openxmlformats.org/officeDocument/2006/relationships/customXml" Target="../ink/ink574.xml"/><Relationship Id="rId11" Type="http://schemas.openxmlformats.org/officeDocument/2006/relationships/image" Target="../media/image586.png"/><Relationship Id="rId5" Type="http://schemas.openxmlformats.org/officeDocument/2006/relationships/image" Target="../media/image243.png"/><Relationship Id="rId15" Type="http://schemas.openxmlformats.org/officeDocument/2006/relationships/image" Target="../media/image588.png"/><Relationship Id="rId23" Type="http://schemas.openxmlformats.org/officeDocument/2006/relationships/image" Target="../media/image592.png"/><Relationship Id="rId10" Type="http://schemas.openxmlformats.org/officeDocument/2006/relationships/customXml" Target="../ink/ink576.xml"/><Relationship Id="rId19" Type="http://schemas.openxmlformats.org/officeDocument/2006/relationships/image" Target="../media/image590.png"/><Relationship Id="rId4" Type="http://schemas.openxmlformats.org/officeDocument/2006/relationships/image" Target="../media/image2.png"/><Relationship Id="rId9" Type="http://schemas.openxmlformats.org/officeDocument/2006/relationships/image" Target="../media/image585.png"/><Relationship Id="rId14" Type="http://schemas.openxmlformats.org/officeDocument/2006/relationships/customXml" Target="../ink/ink578.xml"/><Relationship Id="rId22" Type="http://schemas.openxmlformats.org/officeDocument/2006/relationships/customXml" Target="../ink/ink58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4.png"/><Relationship Id="rId13" Type="http://schemas.openxmlformats.org/officeDocument/2006/relationships/customXml" Target="../ink/ink587.xml"/><Relationship Id="rId18" Type="http://schemas.openxmlformats.org/officeDocument/2006/relationships/image" Target="../media/image599.png"/><Relationship Id="rId26" Type="http://schemas.openxmlformats.org/officeDocument/2006/relationships/image" Target="../media/image603.png"/><Relationship Id="rId3" Type="http://schemas.openxmlformats.org/officeDocument/2006/relationships/oleObject" Target="../embeddings/oleObject2.bin"/><Relationship Id="rId21" Type="http://schemas.openxmlformats.org/officeDocument/2006/relationships/customXml" Target="../ink/ink591.xml"/><Relationship Id="rId7" Type="http://schemas.openxmlformats.org/officeDocument/2006/relationships/customXml" Target="../ink/ink584.xml"/><Relationship Id="rId12" Type="http://schemas.openxmlformats.org/officeDocument/2006/relationships/image" Target="../media/image596.png"/><Relationship Id="rId17" Type="http://schemas.openxmlformats.org/officeDocument/2006/relationships/customXml" Target="../ink/ink589.xml"/><Relationship Id="rId25" Type="http://schemas.openxmlformats.org/officeDocument/2006/relationships/customXml" Target="../ink/ink593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8.png"/><Relationship Id="rId20" Type="http://schemas.openxmlformats.org/officeDocument/2006/relationships/image" Target="../media/image600.png"/><Relationship Id="rId29" Type="http://schemas.openxmlformats.org/officeDocument/2006/relationships/customXml" Target="../ink/ink59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93.png"/><Relationship Id="rId11" Type="http://schemas.openxmlformats.org/officeDocument/2006/relationships/customXml" Target="../ink/ink586.xml"/><Relationship Id="rId24" Type="http://schemas.openxmlformats.org/officeDocument/2006/relationships/image" Target="../media/image602.png"/><Relationship Id="rId5" Type="http://schemas.openxmlformats.org/officeDocument/2006/relationships/customXml" Target="../ink/ink583.xml"/><Relationship Id="rId15" Type="http://schemas.openxmlformats.org/officeDocument/2006/relationships/customXml" Target="../ink/ink588.xml"/><Relationship Id="rId23" Type="http://schemas.openxmlformats.org/officeDocument/2006/relationships/customXml" Target="../ink/ink592.xml"/><Relationship Id="rId28" Type="http://schemas.openxmlformats.org/officeDocument/2006/relationships/image" Target="../media/image604.png"/><Relationship Id="rId10" Type="http://schemas.openxmlformats.org/officeDocument/2006/relationships/image" Target="../media/image595.png"/><Relationship Id="rId19" Type="http://schemas.openxmlformats.org/officeDocument/2006/relationships/customXml" Target="../ink/ink590.xml"/><Relationship Id="rId4" Type="http://schemas.openxmlformats.org/officeDocument/2006/relationships/image" Target="../media/image2.png"/><Relationship Id="rId9" Type="http://schemas.openxmlformats.org/officeDocument/2006/relationships/customXml" Target="../ink/ink585.xml"/><Relationship Id="rId14" Type="http://schemas.openxmlformats.org/officeDocument/2006/relationships/image" Target="../media/image597.png"/><Relationship Id="rId22" Type="http://schemas.openxmlformats.org/officeDocument/2006/relationships/image" Target="../media/image601.png"/><Relationship Id="rId27" Type="http://schemas.openxmlformats.org/officeDocument/2006/relationships/customXml" Target="../ink/ink594.xml"/><Relationship Id="rId30" Type="http://schemas.openxmlformats.org/officeDocument/2006/relationships/image" Target="../media/image60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8.png"/><Relationship Id="rId21" Type="http://schemas.openxmlformats.org/officeDocument/2006/relationships/image" Target="../media/image383.png"/><Relationship Id="rId42" Type="http://schemas.openxmlformats.org/officeDocument/2006/relationships/customXml" Target="../ink/ink616.xml"/><Relationship Id="rId63" Type="http://schemas.openxmlformats.org/officeDocument/2006/relationships/image" Target="../media/image621.png"/><Relationship Id="rId84" Type="http://schemas.openxmlformats.org/officeDocument/2006/relationships/customXml" Target="../ink/ink637.xml"/><Relationship Id="rId138" Type="http://schemas.openxmlformats.org/officeDocument/2006/relationships/customXml" Target="../ink/ink664.xml"/><Relationship Id="rId16" Type="http://schemas.openxmlformats.org/officeDocument/2006/relationships/customXml" Target="../ink/ink603.xml"/><Relationship Id="rId107" Type="http://schemas.openxmlformats.org/officeDocument/2006/relationships/image" Target="../media/image643.png"/><Relationship Id="rId11" Type="http://schemas.openxmlformats.org/officeDocument/2006/relationships/image" Target="../media/image249.png"/><Relationship Id="rId32" Type="http://schemas.openxmlformats.org/officeDocument/2006/relationships/customXml" Target="../ink/ink611.xml"/><Relationship Id="rId37" Type="http://schemas.openxmlformats.org/officeDocument/2006/relationships/image" Target="../media/image608.png"/><Relationship Id="rId53" Type="http://schemas.openxmlformats.org/officeDocument/2006/relationships/image" Target="../media/image616.png"/><Relationship Id="rId58" Type="http://schemas.openxmlformats.org/officeDocument/2006/relationships/customXml" Target="../ink/ink624.xml"/><Relationship Id="rId74" Type="http://schemas.openxmlformats.org/officeDocument/2006/relationships/customXml" Target="../ink/ink632.xml"/><Relationship Id="rId79" Type="http://schemas.openxmlformats.org/officeDocument/2006/relationships/image" Target="../media/image629.png"/><Relationship Id="rId102" Type="http://schemas.openxmlformats.org/officeDocument/2006/relationships/customXml" Target="../ink/ink646.xml"/><Relationship Id="rId123" Type="http://schemas.openxmlformats.org/officeDocument/2006/relationships/image" Target="../media/image651.png"/><Relationship Id="rId128" Type="http://schemas.openxmlformats.org/officeDocument/2006/relationships/customXml" Target="../ink/ink659.xml"/><Relationship Id="rId5" Type="http://schemas.openxmlformats.org/officeDocument/2006/relationships/image" Target="../media/image246.png"/><Relationship Id="rId90" Type="http://schemas.openxmlformats.org/officeDocument/2006/relationships/customXml" Target="../ink/ink640.xml"/><Relationship Id="rId95" Type="http://schemas.openxmlformats.org/officeDocument/2006/relationships/image" Target="../media/image637.png"/><Relationship Id="rId22" Type="http://schemas.openxmlformats.org/officeDocument/2006/relationships/customXml" Target="../ink/ink606.xml"/><Relationship Id="rId27" Type="http://schemas.openxmlformats.org/officeDocument/2006/relationships/image" Target="../media/image526.png"/><Relationship Id="rId43" Type="http://schemas.openxmlformats.org/officeDocument/2006/relationships/image" Target="../media/image611.png"/><Relationship Id="rId48" Type="http://schemas.openxmlformats.org/officeDocument/2006/relationships/customXml" Target="../ink/ink619.xml"/><Relationship Id="rId64" Type="http://schemas.openxmlformats.org/officeDocument/2006/relationships/customXml" Target="../ink/ink627.xml"/><Relationship Id="rId69" Type="http://schemas.openxmlformats.org/officeDocument/2006/relationships/image" Target="../media/image624.png"/><Relationship Id="rId113" Type="http://schemas.openxmlformats.org/officeDocument/2006/relationships/image" Target="../media/image646.png"/><Relationship Id="rId118" Type="http://schemas.openxmlformats.org/officeDocument/2006/relationships/customXml" Target="../ink/ink654.xml"/><Relationship Id="rId134" Type="http://schemas.openxmlformats.org/officeDocument/2006/relationships/customXml" Target="../ink/ink662.xml"/><Relationship Id="rId139" Type="http://schemas.openxmlformats.org/officeDocument/2006/relationships/image" Target="../media/image659.png"/><Relationship Id="rId80" Type="http://schemas.openxmlformats.org/officeDocument/2006/relationships/customXml" Target="../ink/ink635.xml"/><Relationship Id="rId85" Type="http://schemas.openxmlformats.org/officeDocument/2006/relationships/image" Target="../media/image632.png"/><Relationship Id="rId12" Type="http://schemas.openxmlformats.org/officeDocument/2006/relationships/customXml" Target="../ink/ink601.xml"/><Relationship Id="rId17" Type="http://schemas.openxmlformats.org/officeDocument/2006/relationships/image" Target="../media/image372.png"/><Relationship Id="rId33" Type="http://schemas.openxmlformats.org/officeDocument/2006/relationships/image" Target="../media/image606.png"/><Relationship Id="rId38" Type="http://schemas.openxmlformats.org/officeDocument/2006/relationships/customXml" Target="../ink/ink614.xml"/><Relationship Id="rId59" Type="http://schemas.openxmlformats.org/officeDocument/2006/relationships/image" Target="../media/image619.png"/><Relationship Id="rId103" Type="http://schemas.openxmlformats.org/officeDocument/2006/relationships/image" Target="../media/image641.png"/><Relationship Id="rId108" Type="http://schemas.openxmlformats.org/officeDocument/2006/relationships/customXml" Target="../ink/ink649.xml"/><Relationship Id="rId124" Type="http://schemas.openxmlformats.org/officeDocument/2006/relationships/customXml" Target="../ink/ink657.xml"/><Relationship Id="rId129" Type="http://schemas.openxmlformats.org/officeDocument/2006/relationships/image" Target="../media/image654.png"/><Relationship Id="rId54" Type="http://schemas.openxmlformats.org/officeDocument/2006/relationships/customXml" Target="../ink/ink622.xml"/><Relationship Id="rId70" Type="http://schemas.openxmlformats.org/officeDocument/2006/relationships/customXml" Target="../ink/ink630.xml"/><Relationship Id="rId75" Type="http://schemas.openxmlformats.org/officeDocument/2006/relationships/image" Target="../media/image627.png"/><Relationship Id="rId91" Type="http://schemas.openxmlformats.org/officeDocument/2006/relationships/image" Target="../media/image635.png"/><Relationship Id="rId96" Type="http://schemas.openxmlformats.org/officeDocument/2006/relationships/customXml" Target="../ink/ink64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98.xml"/><Relationship Id="rId23" Type="http://schemas.openxmlformats.org/officeDocument/2006/relationships/image" Target="../media/image384.png"/><Relationship Id="rId28" Type="http://schemas.openxmlformats.org/officeDocument/2006/relationships/customXml" Target="../ink/ink609.xml"/><Relationship Id="rId49" Type="http://schemas.openxmlformats.org/officeDocument/2006/relationships/image" Target="../media/image614.png"/><Relationship Id="rId114" Type="http://schemas.openxmlformats.org/officeDocument/2006/relationships/customXml" Target="../ink/ink652.xml"/><Relationship Id="rId119" Type="http://schemas.openxmlformats.org/officeDocument/2006/relationships/image" Target="../media/image649.png"/><Relationship Id="rId44" Type="http://schemas.openxmlformats.org/officeDocument/2006/relationships/customXml" Target="../ink/ink617.xml"/><Relationship Id="rId60" Type="http://schemas.openxmlformats.org/officeDocument/2006/relationships/customXml" Target="../ink/ink625.xml"/><Relationship Id="rId65" Type="http://schemas.openxmlformats.org/officeDocument/2006/relationships/image" Target="../media/image622.png"/><Relationship Id="rId81" Type="http://schemas.openxmlformats.org/officeDocument/2006/relationships/image" Target="../media/image630.png"/><Relationship Id="rId86" Type="http://schemas.openxmlformats.org/officeDocument/2006/relationships/customXml" Target="../ink/ink638.xml"/><Relationship Id="rId130" Type="http://schemas.openxmlformats.org/officeDocument/2006/relationships/customXml" Target="../ink/ink660.xml"/><Relationship Id="rId135" Type="http://schemas.openxmlformats.org/officeDocument/2006/relationships/image" Target="../media/image657.png"/><Relationship Id="rId13" Type="http://schemas.openxmlformats.org/officeDocument/2006/relationships/image" Target="../media/image250.png"/><Relationship Id="rId18" Type="http://schemas.openxmlformats.org/officeDocument/2006/relationships/customXml" Target="../ink/ink604.xml"/><Relationship Id="rId39" Type="http://schemas.openxmlformats.org/officeDocument/2006/relationships/image" Target="../media/image609.png"/><Relationship Id="rId109" Type="http://schemas.openxmlformats.org/officeDocument/2006/relationships/image" Target="../media/image644.png"/><Relationship Id="rId34" Type="http://schemas.openxmlformats.org/officeDocument/2006/relationships/customXml" Target="../ink/ink612.xml"/><Relationship Id="rId50" Type="http://schemas.openxmlformats.org/officeDocument/2006/relationships/customXml" Target="../ink/ink620.xml"/><Relationship Id="rId55" Type="http://schemas.openxmlformats.org/officeDocument/2006/relationships/image" Target="../media/image617.png"/><Relationship Id="rId76" Type="http://schemas.openxmlformats.org/officeDocument/2006/relationships/customXml" Target="../ink/ink633.xml"/><Relationship Id="rId97" Type="http://schemas.openxmlformats.org/officeDocument/2006/relationships/image" Target="../media/image638.png"/><Relationship Id="rId104" Type="http://schemas.openxmlformats.org/officeDocument/2006/relationships/customXml" Target="../ink/ink647.xml"/><Relationship Id="rId120" Type="http://schemas.openxmlformats.org/officeDocument/2006/relationships/customXml" Target="../ink/ink655.xml"/><Relationship Id="rId125" Type="http://schemas.openxmlformats.org/officeDocument/2006/relationships/image" Target="../media/image652.png"/><Relationship Id="rId7" Type="http://schemas.openxmlformats.org/officeDocument/2006/relationships/image" Target="../media/image247.png"/><Relationship Id="rId71" Type="http://schemas.openxmlformats.org/officeDocument/2006/relationships/image" Target="../media/image625.png"/><Relationship Id="rId92" Type="http://schemas.openxmlformats.org/officeDocument/2006/relationships/customXml" Target="../ink/ink641.xml"/><Relationship Id="rId2" Type="http://schemas.openxmlformats.org/officeDocument/2006/relationships/customXml" Target="../ink/ink596.xml"/><Relationship Id="rId29" Type="http://schemas.openxmlformats.org/officeDocument/2006/relationships/image" Target="../media/image553.png"/><Relationship Id="rId24" Type="http://schemas.openxmlformats.org/officeDocument/2006/relationships/customXml" Target="../ink/ink607.xml"/><Relationship Id="rId40" Type="http://schemas.openxmlformats.org/officeDocument/2006/relationships/customXml" Target="../ink/ink615.xml"/><Relationship Id="rId45" Type="http://schemas.openxmlformats.org/officeDocument/2006/relationships/image" Target="../media/image612.png"/><Relationship Id="rId66" Type="http://schemas.openxmlformats.org/officeDocument/2006/relationships/customXml" Target="../ink/ink628.xml"/><Relationship Id="rId87" Type="http://schemas.openxmlformats.org/officeDocument/2006/relationships/image" Target="../media/image633.png"/><Relationship Id="rId110" Type="http://schemas.openxmlformats.org/officeDocument/2006/relationships/customXml" Target="../ink/ink650.xml"/><Relationship Id="rId115" Type="http://schemas.openxmlformats.org/officeDocument/2006/relationships/image" Target="../media/image647.png"/><Relationship Id="rId131" Type="http://schemas.openxmlformats.org/officeDocument/2006/relationships/image" Target="../media/image655.png"/><Relationship Id="rId136" Type="http://schemas.openxmlformats.org/officeDocument/2006/relationships/customXml" Target="../ink/ink663.xml"/><Relationship Id="rId61" Type="http://schemas.openxmlformats.org/officeDocument/2006/relationships/image" Target="../media/image620.png"/><Relationship Id="rId82" Type="http://schemas.openxmlformats.org/officeDocument/2006/relationships/customXml" Target="../ink/ink636.xml"/><Relationship Id="rId19" Type="http://schemas.openxmlformats.org/officeDocument/2006/relationships/image" Target="../media/image373.png"/><Relationship Id="rId14" Type="http://schemas.openxmlformats.org/officeDocument/2006/relationships/customXml" Target="../ink/ink602.xml"/><Relationship Id="rId30" Type="http://schemas.openxmlformats.org/officeDocument/2006/relationships/customXml" Target="../ink/ink610.xml"/><Relationship Id="rId35" Type="http://schemas.openxmlformats.org/officeDocument/2006/relationships/image" Target="../media/image607.png"/><Relationship Id="rId56" Type="http://schemas.openxmlformats.org/officeDocument/2006/relationships/customXml" Target="../ink/ink623.xml"/><Relationship Id="rId77" Type="http://schemas.openxmlformats.org/officeDocument/2006/relationships/image" Target="../media/image628.png"/><Relationship Id="rId100" Type="http://schemas.openxmlformats.org/officeDocument/2006/relationships/customXml" Target="../ink/ink645.xml"/><Relationship Id="rId105" Type="http://schemas.openxmlformats.org/officeDocument/2006/relationships/image" Target="../media/image642.png"/><Relationship Id="rId126" Type="http://schemas.openxmlformats.org/officeDocument/2006/relationships/customXml" Target="../ink/ink658.xml"/><Relationship Id="rId8" Type="http://schemas.openxmlformats.org/officeDocument/2006/relationships/customXml" Target="../ink/ink599.xml"/><Relationship Id="rId51" Type="http://schemas.openxmlformats.org/officeDocument/2006/relationships/image" Target="../media/image615.png"/><Relationship Id="rId72" Type="http://schemas.openxmlformats.org/officeDocument/2006/relationships/customXml" Target="../ink/ink631.xml"/><Relationship Id="rId93" Type="http://schemas.openxmlformats.org/officeDocument/2006/relationships/image" Target="../media/image636.png"/><Relationship Id="rId98" Type="http://schemas.openxmlformats.org/officeDocument/2006/relationships/customXml" Target="../ink/ink644.xml"/><Relationship Id="rId121" Type="http://schemas.openxmlformats.org/officeDocument/2006/relationships/image" Target="../media/image650.png"/><Relationship Id="rId3" Type="http://schemas.openxmlformats.org/officeDocument/2006/relationships/image" Target="../media/image245.png"/><Relationship Id="rId25" Type="http://schemas.openxmlformats.org/officeDocument/2006/relationships/image" Target="../media/image449.png"/><Relationship Id="rId46" Type="http://schemas.openxmlformats.org/officeDocument/2006/relationships/customXml" Target="../ink/ink618.xml"/><Relationship Id="rId67" Type="http://schemas.openxmlformats.org/officeDocument/2006/relationships/image" Target="../media/image623.png"/><Relationship Id="rId116" Type="http://schemas.openxmlformats.org/officeDocument/2006/relationships/customXml" Target="../ink/ink653.xml"/><Relationship Id="rId137" Type="http://schemas.openxmlformats.org/officeDocument/2006/relationships/image" Target="../media/image658.png"/><Relationship Id="rId20" Type="http://schemas.openxmlformats.org/officeDocument/2006/relationships/customXml" Target="../ink/ink605.xml"/><Relationship Id="rId41" Type="http://schemas.openxmlformats.org/officeDocument/2006/relationships/image" Target="../media/image610.png"/><Relationship Id="rId62" Type="http://schemas.openxmlformats.org/officeDocument/2006/relationships/customXml" Target="../ink/ink626.xml"/><Relationship Id="rId83" Type="http://schemas.openxmlformats.org/officeDocument/2006/relationships/image" Target="../media/image631.png"/><Relationship Id="rId88" Type="http://schemas.openxmlformats.org/officeDocument/2006/relationships/customXml" Target="../ink/ink639.xml"/><Relationship Id="rId111" Type="http://schemas.openxmlformats.org/officeDocument/2006/relationships/image" Target="../media/image645.png"/><Relationship Id="rId132" Type="http://schemas.openxmlformats.org/officeDocument/2006/relationships/customXml" Target="../ink/ink661.xml"/><Relationship Id="rId15" Type="http://schemas.openxmlformats.org/officeDocument/2006/relationships/image" Target="../media/image266.png"/><Relationship Id="rId36" Type="http://schemas.openxmlformats.org/officeDocument/2006/relationships/customXml" Target="../ink/ink613.xml"/><Relationship Id="rId57" Type="http://schemas.openxmlformats.org/officeDocument/2006/relationships/image" Target="../media/image618.png"/><Relationship Id="rId106" Type="http://schemas.openxmlformats.org/officeDocument/2006/relationships/customXml" Target="../ink/ink648.xml"/><Relationship Id="rId127" Type="http://schemas.openxmlformats.org/officeDocument/2006/relationships/image" Target="../media/image653.png"/><Relationship Id="rId10" Type="http://schemas.openxmlformats.org/officeDocument/2006/relationships/customXml" Target="../ink/ink600.xml"/><Relationship Id="rId31" Type="http://schemas.openxmlformats.org/officeDocument/2006/relationships/image" Target="../media/image583.png"/><Relationship Id="rId52" Type="http://schemas.openxmlformats.org/officeDocument/2006/relationships/customXml" Target="../ink/ink621.xml"/><Relationship Id="rId73" Type="http://schemas.openxmlformats.org/officeDocument/2006/relationships/image" Target="../media/image626.png"/><Relationship Id="rId78" Type="http://schemas.openxmlformats.org/officeDocument/2006/relationships/customXml" Target="../ink/ink634.xml"/><Relationship Id="rId94" Type="http://schemas.openxmlformats.org/officeDocument/2006/relationships/customXml" Target="../ink/ink642.xml"/><Relationship Id="rId99" Type="http://schemas.openxmlformats.org/officeDocument/2006/relationships/image" Target="../media/image639.png"/><Relationship Id="rId101" Type="http://schemas.openxmlformats.org/officeDocument/2006/relationships/image" Target="../media/image640.png"/><Relationship Id="rId122" Type="http://schemas.openxmlformats.org/officeDocument/2006/relationships/customXml" Target="../ink/ink656.xml"/><Relationship Id="rId4" Type="http://schemas.openxmlformats.org/officeDocument/2006/relationships/customXml" Target="../ink/ink597.xml"/><Relationship Id="rId9" Type="http://schemas.openxmlformats.org/officeDocument/2006/relationships/image" Target="../media/image248.png"/><Relationship Id="rId26" Type="http://schemas.openxmlformats.org/officeDocument/2006/relationships/customXml" Target="../ink/ink608.xml"/><Relationship Id="rId47" Type="http://schemas.openxmlformats.org/officeDocument/2006/relationships/image" Target="../media/image613.png"/><Relationship Id="rId68" Type="http://schemas.openxmlformats.org/officeDocument/2006/relationships/customXml" Target="../ink/ink629.xml"/><Relationship Id="rId89" Type="http://schemas.openxmlformats.org/officeDocument/2006/relationships/image" Target="../media/image634.png"/><Relationship Id="rId112" Type="http://schemas.openxmlformats.org/officeDocument/2006/relationships/customXml" Target="../ink/ink651.xml"/><Relationship Id="rId133" Type="http://schemas.openxmlformats.org/officeDocument/2006/relationships/image" Target="../media/image656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70.xml"/><Relationship Id="rId18" Type="http://schemas.openxmlformats.org/officeDocument/2006/relationships/image" Target="../media/image6150.png"/><Relationship Id="rId26" Type="http://schemas.openxmlformats.org/officeDocument/2006/relationships/image" Target="../media/image6190.png"/><Relationship Id="rId39" Type="http://schemas.openxmlformats.org/officeDocument/2006/relationships/customXml" Target="../ink/ink683.xml"/><Relationship Id="rId21" Type="http://schemas.openxmlformats.org/officeDocument/2006/relationships/customXml" Target="../ink/ink674.xml"/><Relationship Id="rId34" Type="http://schemas.openxmlformats.org/officeDocument/2006/relationships/image" Target="../media/image6230.png"/><Relationship Id="rId42" Type="http://schemas.openxmlformats.org/officeDocument/2006/relationships/image" Target="../media/image6270.png"/><Relationship Id="rId47" Type="http://schemas.openxmlformats.org/officeDocument/2006/relationships/customXml" Target="../ink/ink687.xml"/><Relationship Id="rId50" Type="http://schemas.openxmlformats.org/officeDocument/2006/relationships/image" Target="../media/image6310.png"/><Relationship Id="rId55" Type="http://schemas.openxmlformats.org/officeDocument/2006/relationships/customXml" Target="../ink/ink691.xml"/><Relationship Id="rId7" Type="http://schemas.openxmlformats.org/officeDocument/2006/relationships/customXml" Target="../ink/ink667.xml"/><Relationship Id="rId2" Type="http://schemas.openxmlformats.org/officeDocument/2006/relationships/image" Target="../media/image660.png"/><Relationship Id="rId16" Type="http://schemas.openxmlformats.org/officeDocument/2006/relationships/image" Target="../media/image6140.png"/><Relationship Id="rId29" Type="http://schemas.openxmlformats.org/officeDocument/2006/relationships/customXml" Target="../ink/ink678.xml"/><Relationship Id="rId11" Type="http://schemas.openxmlformats.org/officeDocument/2006/relationships/customXml" Target="../ink/ink669.xml"/><Relationship Id="rId24" Type="http://schemas.openxmlformats.org/officeDocument/2006/relationships/image" Target="../media/image6180.png"/><Relationship Id="rId32" Type="http://schemas.openxmlformats.org/officeDocument/2006/relationships/image" Target="../media/image6220.png"/><Relationship Id="rId37" Type="http://schemas.openxmlformats.org/officeDocument/2006/relationships/customXml" Target="../ink/ink682.xml"/><Relationship Id="rId40" Type="http://schemas.openxmlformats.org/officeDocument/2006/relationships/image" Target="../media/image6260.png"/><Relationship Id="rId45" Type="http://schemas.openxmlformats.org/officeDocument/2006/relationships/customXml" Target="../ink/ink686.xml"/><Relationship Id="rId53" Type="http://schemas.openxmlformats.org/officeDocument/2006/relationships/customXml" Target="../ink/ink690.xml"/><Relationship Id="rId5" Type="http://schemas.openxmlformats.org/officeDocument/2006/relationships/customXml" Target="../ink/ink666.xml"/><Relationship Id="rId10" Type="http://schemas.openxmlformats.org/officeDocument/2006/relationships/image" Target="../media/image6110.png"/><Relationship Id="rId19" Type="http://schemas.openxmlformats.org/officeDocument/2006/relationships/customXml" Target="../ink/ink673.xml"/><Relationship Id="rId31" Type="http://schemas.openxmlformats.org/officeDocument/2006/relationships/customXml" Target="../ink/ink679.xml"/><Relationship Id="rId44" Type="http://schemas.openxmlformats.org/officeDocument/2006/relationships/image" Target="../media/image6280.png"/><Relationship Id="rId52" Type="http://schemas.openxmlformats.org/officeDocument/2006/relationships/image" Target="../media/image6320.png"/><Relationship Id="rId4" Type="http://schemas.openxmlformats.org/officeDocument/2006/relationships/image" Target="../media/image6080.png"/><Relationship Id="rId9" Type="http://schemas.openxmlformats.org/officeDocument/2006/relationships/customXml" Target="../ink/ink668.xml"/><Relationship Id="rId14" Type="http://schemas.openxmlformats.org/officeDocument/2006/relationships/image" Target="../media/image6130.png"/><Relationship Id="rId22" Type="http://schemas.openxmlformats.org/officeDocument/2006/relationships/image" Target="../media/image6170.png"/><Relationship Id="rId27" Type="http://schemas.openxmlformats.org/officeDocument/2006/relationships/customXml" Target="../ink/ink677.xml"/><Relationship Id="rId30" Type="http://schemas.openxmlformats.org/officeDocument/2006/relationships/image" Target="../media/image6210.png"/><Relationship Id="rId35" Type="http://schemas.openxmlformats.org/officeDocument/2006/relationships/customXml" Target="../ink/ink681.xml"/><Relationship Id="rId43" Type="http://schemas.openxmlformats.org/officeDocument/2006/relationships/customXml" Target="../ink/ink685.xml"/><Relationship Id="rId48" Type="http://schemas.openxmlformats.org/officeDocument/2006/relationships/image" Target="../media/image6300.png"/><Relationship Id="rId56" Type="http://schemas.openxmlformats.org/officeDocument/2006/relationships/image" Target="../media/image6340.png"/><Relationship Id="rId8" Type="http://schemas.openxmlformats.org/officeDocument/2006/relationships/image" Target="../media/image6100.png"/><Relationship Id="rId51" Type="http://schemas.openxmlformats.org/officeDocument/2006/relationships/customXml" Target="../ink/ink689.xml"/><Relationship Id="rId3" Type="http://schemas.openxmlformats.org/officeDocument/2006/relationships/customXml" Target="../ink/ink665.xml"/><Relationship Id="rId12" Type="http://schemas.openxmlformats.org/officeDocument/2006/relationships/image" Target="../media/image6120.png"/><Relationship Id="rId17" Type="http://schemas.openxmlformats.org/officeDocument/2006/relationships/customXml" Target="../ink/ink672.xml"/><Relationship Id="rId25" Type="http://schemas.openxmlformats.org/officeDocument/2006/relationships/customXml" Target="../ink/ink676.xml"/><Relationship Id="rId33" Type="http://schemas.openxmlformats.org/officeDocument/2006/relationships/customXml" Target="../ink/ink680.xml"/><Relationship Id="rId38" Type="http://schemas.openxmlformats.org/officeDocument/2006/relationships/image" Target="../media/image6250.png"/><Relationship Id="rId46" Type="http://schemas.openxmlformats.org/officeDocument/2006/relationships/image" Target="../media/image6290.png"/><Relationship Id="rId20" Type="http://schemas.openxmlformats.org/officeDocument/2006/relationships/image" Target="../media/image6160.png"/><Relationship Id="rId41" Type="http://schemas.openxmlformats.org/officeDocument/2006/relationships/customXml" Target="../ink/ink684.xml"/><Relationship Id="rId54" Type="http://schemas.openxmlformats.org/officeDocument/2006/relationships/image" Target="../media/image63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90.png"/><Relationship Id="rId15" Type="http://schemas.openxmlformats.org/officeDocument/2006/relationships/customXml" Target="../ink/ink671.xml"/><Relationship Id="rId23" Type="http://schemas.openxmlformats.org/officeDocument/2006/relationships/customXml" Target="../ink/ink675.xml"/><Relationship Id="rId28" Type="http://schemas.openxmlformats.org/officeDocument/2006/relationships/image" Target="../media/image6200.png"/><Relationship Id="rId36" Type="http://schemas.openxmlformats.org/officeDocument/2006/relationships/image" Target="../media/image6240.png"/><Relationship Id="rId49" Type="http://schemas.openxmlformats.org/officeDocument/2006/relationships/customXml" Target="../ink/ink68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3.xml"/><Relationship Id="rId13" Type="http://schemas.openxmlformats.org/officeDocument/2006/relationships/image" Target="../media/image6410.png"/><Relationship Id="rId18" Type="http://schemas.openxmlformats.org/officeDocument/2006/relationships/customXml" Target="../ink/ink698.xml"/><Relationship Id="rId26" Type="http://schemas.openxmlformats.org/officeDocument/2006/relationships/customXml" Target="../ink/ink702.xml"/><Relationship Id="rId3" Type="http://schemas.openxmlformats.org/officeDocument/2006/relationships/image" Target="../media/image661.png"/><Relationship Id="rId21" Type="http://schemas.openxmlformats.org/officeDocument/2006/relationships/image" Target="../media/image6450.png"/><Relationship Id="rId7" Type="http://schemas.openxmlformats.org/officeDocument/2006/relationships/image" Target="../media/image6380.png"/><Relationship Id="rId12" Type="http://schemas.openxmlformats.org/officeDocument/2006/relationships/customXml" Target="../ink/ink695.xml"/><Relationship Id="rId17" Type="http://schemas.openxmlformats.org/officeDocument/2006/relationships/image" Target="../media/image6430.png"/><Relationship Id="rId25" Type="http://schemas.openxmlformats.org/officeDocument/2006/relationships/image" Target="../media/image6470.png"/><Relationship Id="rId2" Type="http://schemas.openxmlformats.org/officeDocument/2006/relationships/image" Target="../media/image660.png"/><Relationship Id="rId16" Type="http://schemas.openxmlformats.org/officeDocument/2006/relationships/customXml" Target="../ink/ink697.xml"/><Relationship Id="rId20" Type="http://schemas.openxmlformats.org/officeDocument/2006/relationships/customXml" Target="../ink/ink69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92.xml"/><Relationship Id="rId11" Type="http://schemas.openxmlformats.org/officeDocument/2006/relationships/image" Target="../media/image6400.png"/><Relationship Id="rId24" Type="http://schemas.openxmlformats.org/officeDocument/2006/relationships/customXml" Target="../ink/ink701.xml"/><Relationship Id="rId5" Type="http://schemas.openxmlformats.org/officeDocument/2006/relationships/image" Target="../media/image663.png"/><Relationship Id="rId15" Type="http://schemas.openxmlformats.org/officeDocument/2006/relationships/image" Target="../media/image6420.png"/><Relationship Id="rId23" Type="http://schemas.openxmlformats.org/officeDocument/2006/relationships/image" Target="../media/image6460.png"/><Relationship Id="rId10" Type="http://schemas.openxmlformats.org/officeDocument/2006/relationships/customXml" Target="../ink/ink694.xml"/><Relationship Id="rId19" Type="http://schemas.openxmlformats.org/officeDocument/2006/relationships/image" Target="../media/image6440.png"/><Relationship Id="rId4" Type="http://schemas.openxmlformats.org/officeDocument/2006/relationships/image" Target="../media/image662.png"/><Relationship Id="rId9" Type="http://schemas.openxmlformats.org/officeDocument/2006/relationships/image" Target="../media/image6390.png"/><Relationship Id="rId14" Type="http://schemas.openxmlformats.org/officeDocument/2006/relationships/customXml" Target="../ink/ink696.xml"/><Relationship Id="rId22" Type="http://schemas.openxmlformats.org/officeDocument/2006/relationships/customXml" Target="../ink/ink700.xml"/><Relationship Id="rId27" Type="http://schemas.openxmlformats.org/officeDocument/2006/relationships/image" Target="../media/image6480.png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5.png"/><Relationship Id="rId21" Type="http://schemas.openxmlformats.org/officeDocument/2006/relationships/customXml" Target="../ink/ink712.xml"/><Relationship Id="rId34" Type="http://schemas.openxmlformats.org/officeDocument/2006/relationships/image" Target="../media/image679.png"/><Relationship Id="rId42" Type="http://schemas.openxmlformats.org/officeDocument/2006/relationships/image" Target="../media/image683.png"/><Relationship Id="rId47" Type="http://schemas.openxmlformats.org/officeDocument/2006/relationships/customXml" Target="../ink/ink725.xml"/><Relationship Id="rId50" Type="http://schemas.openxmlformats.org/officeDocument/2006/relationships/image" Target="../media/image687.png"/><Relationship Id="rId55" Type="http://schemas.openxmlformats.org/officeDocument/2006/relationships/customXml" Target="../ink/ink729.xml"/><Relationship Id="rId63" Type="http://schemas.openxmlformats.org/officeDocument/2006/relationships/customXml" Target="../ink/ink733.xml"/><Relationship Id="rId7" Type="http://schemas.openxmlformats.org/officeDocument/2006/relationships/image" Target="../media/image666.png"/><Relationship Id="rId2" Type="http://schemas.openxmlformats.org/officeDocument/2006/relationships/customXml" Target="../ink/ink703.xml"/><Relationship Id="rId16" Type="http://schemas.openxmlformats.org/officeDocument/2006/relationships/image" Target="../media/image670.png"/><Relationship Id="rId29" Type="http://schemas.openxmlformats.org/officeDocument/2006/relationships/customXml" Target="../ink/ink716.xml"/><Relationship Id="rId11" Type="http://schemas.openxmlformats.org/officeDocument/2006/relationships/image" Target="../media/image668.png"/><Relationship Id="rId24" Type="http://schemas.openxmlformats.org/officeDocument/2006/relationships/image" Target="../media/image674.png"/><Relationship Id="rId32" Type="http://schemas.openxmlformats.org/officeDocument/2006/relationships/image" Target="../media/image678.png"/><Relationship Id="rId37" Type="http://schemas.openxmlformats.org/officeDocument/2006/relationships/customXml" Target="../ink/ink720.xml"/><Relationship Id="rId40" Type="http://schemas.openxmlformats.org/officeDocument/2006/relationships/image" Target="../media/image682.png"/><Relationship Id="rId45" Type="http://schemas.openxmlformats.org/officeDocument/2006/relationships/customXml" Target="../ink/ink724.xml"/><Relationship Id="rId53" Type="http://schemas.openxmlformats.org/officeDocument/2006/relationships/customXml" Target="../ink/ink728.xml"/><Relationship Id="rId58" Type="http://schemas.openxmlformats.org/officeDocument/2006/relationships/image" Target="../media/image691.png"/><Relationship Id="rId66" Type="http://schemas.openxmlformats.org/officeDocument/2006/relationships/image" Target="../media/image695.png"/><Relationship Id="rId5" Type="http://schemas.openxmlformats.org/officeDocument/2006/relationships/image" Target="../media/image665.png"/><Relationship Id="rId61" Type="http://schemas.openxmlformats.org/officeDocument/2006/relationships/customXml" Target="../ink/ink732.xml"/><Relationship Id="rId19" Type="http://schemas.openxmlformats.org/officeDocument/2006/relationships/customXml" Target="../ink/ink711.xml"/><Relationship Id="rId14" Type="http://schemas.openxmlformats.org/officeDocument/2006/relationships/image" Target="../media/image669.png"/><Relationship Id="rId22" Type="http://schemas.openxmlformats.org/officeDocument/2006/relationships/image" Target="../media/image673.png"/><Relationship Id="rId27" Type="http://schemas.openxmlformats.org/officeDocument/2006/relationships/customXml" Target="../ink/ink715.xml"/><Relationship Id="rId30" Type="http://schemas.openxmlformats.org/officeDocument/2006/relationships/image" Target="../media/image677.png"/><Relationship Id="rId35" Type="http://schemas.openxmlformats.org/officeDocument/2006/relationships/customXml" Target="../ink/ink719.xml"/><Relationship Id="rId43" Type="http://schemas.openxmlformats.org/officeDocument/2006/relationships/customXml" Target="../ink/ink723.xml"/><Relationship Id="rId48" Type="http://schemas.openxmlformats.org/officeDocument/2006/relationships/image" Target="../media/image686.png"/><Relationship Id="rId56" Type="http://schemas.openxmlformats.org/officeDocument/2006/relationships/image" Target="../media/image690.png"/><Relationship Id="rId64" Type="http://schemas.openxmlformats.org/officeDocument/2006/relationships/image" Target="../media/image694.png"/><Relationship Id="rId8" Type="http://schemas.openxmlformats.org/officeDocument/2006/relationships/customXml" Target="../ink/ink706.xml"/><Relationship Id="rId51" Type="http://schemas.openxmlformats.org/officeDocument/2006/relationships/customXml" Target="../ink/ink727.xml"/><Relationship Id="rId3" Type="http://schemas.openxmlformats.org/officeDocument/2006/relationships/image" Target="../media/image664.png"/><Relationship Id="rId12" Type="http://schemas.openxmlformats.org/officeDocument/2006/relationships/image" Target="../media/image661.png"/><Relationship Id="rId17" Type="http://schemas.openxmlformats.org/officeDocument/2006/relationships/customXml" Target="../ink/ink710.xml"/><Relationship Id="rId25" Type="http://schemas.openxmlformats.org/officeDocument/2006/relationships/customXml" Target="../ink/ink714.xml"/><Relationship Id="rId33" Type="http://schemas.openxmlformats.org/officeDocument/2006/relationships/customXml" Target="../ink/ink718.xml"/><Relationship Id="rId38" Type="http://schemas.openxmlformats.org/officeDocument/2006/relationships/image" Target="../media/image681.png"/><Relationship Id="rId46" Type="http://schemas.openxmlformats.org/officeDocument/2006/relationships/image" Target="../media/image685.png"/><Relationship Id="rId59" Type="http://schemas.openxmlformats.org/officeDocument/2006/relationships/customXml" Target="../ink/ink731.xml"/><Relationship Id="rId20" Type="http://schemas.openxmlformats.org/officeDocument/2006/relationships/image" Target="../media/image672.png"/><Relationship Id="rId41" Type="http://schemas.openxmlformats.org/officeDocument/2006/relationships/customXml" Target="../ink/ink722.xml"/><Relationship Id="rId54" Type="http://schemas.openxmlformats.org/officeDocument/2006/relationships/image" Target="../media/image689.png"/><Relationship Id="rId62" Type="http://schemas.openxmlformats.org/officeDocument/2006/relationships/image" Target="../media/image69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5.xml"/><Relationship Id="rId15" Type="http://schemas.openxmlformats.org/officeDocument/2006/relationships/customXml" Target="../ink/ink709.xml"/><Relationship Id="rId23" Type="http://schemas.openxmlformats.org/officeDocument/2006/relationships/customXml" Target="../ink/ink713.xml"/><Relationship Id="rId28" Type="http://schemas.openxmlformats.org/officeDocument/2006/relationships/image" Target="../media/image676.png"/><Relationship Id="rId36" Type="http://schemas.openxmlformats.org/officeDocument/2006/relationships/image" Target="../media/image680.png"/><Relationship Id="rId49" Type="http://schemas.openxmlformats.org/officeDocument/2006/relationships/customXml" Target="../ink/ink726.xml"/><Relationship Id="rId57" Type="http://schemas.openxmlformats.org/officeDocument/2006/relationships/customXml" Target="../ink/ink730.xml"/><Relationship Id="rId10" Type="http://schemas.openxmlformats.org/officeDocument/2006/relationships/customXml" Target="../ink/ink707.xml"/><Relationship Id="rId31" Type="http://schemas.openxmlformats.org/officeDocument/2006/relationships/customXml" Target="../ink/ink717.xml"/><Relationship Id="rId44" Type="http://schemas.openxmlformats.org/officeDocument/2006/relationships/image" Target="../media/image684.png"/><Relationship Id="rId52" Type="http://schemas.openxmlformats.org/officeDocument/2006/relationships/image" Target="../media/image688.png"/><Relationship Id="rId60" Type="http://schemas.openxmlformats.org/officeDocument/2006/relationships/image" Target="../media/image692.png"/><Relationship Id="rId65" Type="http://schemas.openxmlformats.org/officeDocument/2006/relationships/customXml" Target="../ink/ink734.xml"/><Relationship Id="rId4" Type="http://schemas.openxmlformats.org/officeDocument/2006/relationships/customXml" Target="../ink/ink704.xml"/><Relationship Id="rId9" Type="http://schemas.openxmlformats.org/officeDocument/2006/relationships/image" Target="../media/image667.png"/><Relationship Id="rId13" Type="http://schemas.openxmlformats.org/officeDocument/2006/relationships/customXml" Target="../ink/ink708.xml"/><Relationship Id="rId18" Type="http://schemas.openxmlformats.org/officeDocument/2006/relationships/image" Target="../media/image671.png"/><Relationship Id="rId39" Type="http://schemas.openxmlformats.org/officeDocument/2006/relationships/customXml" Target="../ink/ink721.xml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06.png"/><Relationship Id="rId21" Type="http://schemas.openxmlformats.org/officeDocument/2006/relationships/image" Target="../media/image6580.png"/><Relationship Id="rId42" Type="http://schemas.openxmlformats.org/officeDocument/2006/relationships/customXml" Target="../ink/ink755.xml"/><Relationship Id="rId47" Type="http://schemas.openxmlformats.org/officeDocument/2006/relationships/image" Target="../media/image6710.png"/><Relationship Id="rId63" Type="http://schemas.openxmlformats.org/officeDocument/2006/relationships/image" Target="../media/image6790.png"/><Relationship Id="rId68" Type="http://schemas.openxmlformats.org/officeDocument/2006/relationships/customXml" Target="../ink/ink768.xml"/><Relationship Id="rId84" Type="http://schemas.openxmlformats.org/officeDocument/2006/relationships/customXml" Target="../ink/ink776.xml"/><Relationship Id="rId89" Type="http://schemas.openxmlformats.org/officeDocument/2006/relationships/image" Target="../media/image6920.png"/><Relationship Id="rId112" Type="http://schemas.openxmlformats.org/officeDocument/2006/relationships/customXml" Target="../ink/ink790.xml"/><Relationship Id="rId16" Type="http://schemas.openxmlformats.org/officeDocument/2006/relationships/customXml" Target="../ink/ink742.xml"/><Relationship Id="rId107" Type="http://schemas.openxmlformats.org/officeDocument/2006/relationships/image" Target="../media/image701.png"/><Relationship Id="rId11" Type="http://schemas.openxmlformats.org/officeDocument/2006/relationships/image" Target="../media/image6530.png"/><Relationship Id="rId32" Type="http://schemas.openxmlformats.org/officeDocument/2006/relationships/customXml" Target="../ink/ink750.xml"/><Relationship Id="rId37" Type="http://schemas.openxmlformats.org/officeDocument/2006/relationships/image" Target="../media/image6660.png"/><Relationship Id="rId53" Type="http://schemas.openxmlformats.org/officeDocument/2006/relationships/image" Target="../media/image6740.png"/><Relationship Id="rId58" Type="http://schemas.openxmlformats.org/officeDocument/2006/relationships/customXml" Target="../ink/ink763.xml"/><Relationship Id="rId74" Type="http://schemas.openxmlformats.org/officeDocument/2006/relationships/customXml" Target="../ink/ink771.xml"/><Relationship Id="rId79" Type="http://schemas.openxmlformats.org/officeDocument/2006/relationships/image" Target="../media/image6870.png"/><Relationship Id="rId102" Type="http://schemas.openxmlformats.org/officeDocument/2006/relationships/customXml" Target="../ink/ink785.xml"/><Relationship Id="rId123" Type="http://schemas.openxmlformats.org/officeDocument/2006/relationships/image" Target="../media/image709.png"/><Relationship Id="rId128" Type="http://schemas.openxmlformats.org/officeDocument/2006/relationships/customXml" Target="../ink/ink798.xml"/><Relationship Id="rId5" Type="http://schemas.openxmlformats.org/officeDocument/2006/relationships/image" Target="../media/image6500.png"/><Relationship Id="rId90" Type="http://schemas.openxmlformats.org/officeDocument/2006/relationships/customXml" Target="../ink/ink779.xml"/><Relationship Id="rId95" Type="http://schemas.openxmlformats.org/officeDocument/2006/relationships/image" Target="../media/image6950.png"/><Relationship Id="rId22" Type="http://schemas.openxmlformats.org/officeDocument/2006/relationships/customXml" Target="../ink/ink745.xml"/><Relationship Id="rId27" Type="http://schemas.openxmlformats.org/officeDocument/2006/relationships/image" Target="../media/image6610.png"/><Relationship Id="rId43" Type="http://schemas.openxmlformats.org/officeDocument/2006/relationships/image" Target="../media/image6690.png"/><Relationship Id="rId48" Type="http://schemas.openxmlformats.org/officeDocument/2006/relationships/customXml" Target="../ink/ink758.xml"/><Relationship Id="rId64" Type="http://schemas.openxmlformats.org/officeDocument/2006/relationships/customXml" Target="../ink/ink766.xml"/><Relationship Id="rId69" Type="http://schemas.openxmlformats.org/officeDocument/2006/relationships/image" Target="../media/image6820.png"/><Relationship Id="rId113" Type="http://schemas.openxmlformats.org/officeDocument/2006/relationships/image" Target="../media/image704.png"/><Relationship Id="rId118" Type="http://schemas.openxmlformats.org/officeDocument/2006/relationships/customXml" Target="../ink/ink793.xml"/><Relationship Id="rId80" Type="http://schemas.openxmlformats.org/officeDocument/2006/relationships/customXml" Target="../ink/ink774.xml"/><Relationship Id="rId85" Type="http://schemas.openxmlformats.org/officeDocument/2006/relationships/image" Target="../media/image6900.png"/><Relationship Id="rId12" Type="http://schemas.openxmlformats.org/officeDocument/2006/relationships/customXml" Target="../ink/ink740.xml"/><Relationship Id="rId17" Type="http://schemas.openxmlformats.org/officeDocument/2006/relationships/image" Target="../media/image6560.png"/><Relationship Id="rId33" Type="http://schemas.openxmlformats.org/officeDocument/2006/relationships/image" Target="../media/image6640.png"/><Relationship Id="rId38" Type="http://schemas.openxmlformats.org/officeDocument/2006/relationships/customXml" Target="../ink/ink753.xml"/><Relationship Id="rId59" Type="http://schemas.openxmlformats.org/officeDocument/2006/relationships/image" Target="../media/image6770.png"/><Relationship Id="rId103" Type="http://schemas.openxmlformats.org/officeDocument/2006/relationships/image" Target="../media/image699.png"/><Relationship Id="rId108" Type="http://schemas.openxmlformats.org/officeDocument/2006/relationships/customXml" Target="../ink/ink788.xml"/><Relationship Id="rId124" Type="http://schemas.openxmlformats.org/officeDocument/2006/relationships/customXml" Target="../ink/ink796.xml"/><Relationship Id="rId129" Type="http://schemas.openxmlformats.org/officeDocument/2006/relationships/image" Target="../media/image712.png"/><Relationship Id="rId54" Type="http://schemas.openxmlformats.org/officeDocument/2006/relationships/customXml" Target="../ink/ink761.xml"/><Relationship Id="rId70" Type="http://schemas.openxmlformats.org/officeDocument/2006/relationships/customXml" Target="../ink/ink769.xml"/><Relationship Id="rId75" Type="http://schemas.openxmlformats.org/officeDocument/2006/relationships/image" Target="../media/image6850.png"/><Relationship Id="rId91" Type="http://schemas.openxmlformats.org/officeDocument/2006/relationships/image" Target="../media/image6930.png"/><Relationship Id="rId96" Type="http://schemas.openxmlformats.org/officeDocument/2006/relationships/customXml" Target="../ink/ink78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37.xml"/><Relationship Id="rId23" Type="http://schemas.openxmlformats.org/officeDocument/2006/relationships/image" Target="../media/image6590.png"/><Relationship Id="rId28" Type="http://schemas.openxmlformats.org/officeDocument/2006/relationships/customXml" Target="../ink/ink748.xml"/><Relationship Id="rId49" Type="http://schemas.openxmlformats.org/officeDocument/2006/relationships/image" Target="../media/image6720.png"/><Relationship Id="rId114" Type="http://schemas.openxmlformats.org/officeDocument/2006/relationships/customXml" Target="../ink/ink791.xml"/><Relationship Id="rId119" Type="http://schemas.openxmlformats.org/officeDocument/2006/relationships/image" Target="../media/image707.png"/><Relationship Id="rId44" Type="http://schemas.openxmlformats.org/officeDocument/2006/relationships/customXml" Target="../ink/ink756.xml"/><Relationship Id="rId60" Type="http://schemas.openxmlformats.org/officeDocument/2006/relationships/customXml" Target="../ink/ink764.xml"/><Relationship Id="rId65" Type="http://schemas.openxmlformats.org/officeDocument/2006/relationships/image" Target="../media/image6800.png"/><Relationship Id="rId81" Type="http://schemas.openxmlformats.org/officeDocument/2006/relationships/image" Target="../media/image6880.png"/><Relationship Id="rId86" Type="http://schemas.openxmlformats.org/officeDocument/2006/relationships/customXml" Target="../ink/ink777.xml"/><Relationship Id="rId130" Type="http://schemas.openxmlformats.org/officeDocument/2006/relationships/customXml" Target="../ink/ink799.xml"/><Relationship Id="rId13" Type="http://schemas.openxmlformats.org/officeDocument/2006/relationships/image" Target="../media/image6540.png"/><Relationship Id="rId18" Type="http://schemas.openxmlformats.org/officeDocument/2006/relationships/customXml" Target="../ink/ink743.xml"/><Relationship Id="rId39" Type="http://schemas.openxmlformats.org/officeDocument/2006/relationships/image" Target="../media/image6670.png"/><Relationship Id="rId109" Type="http://schemas.openxmlformats.org/officeDocument/2006/relationships/image" Target="../media/image702.png"/><Relationship Id="rId34" Type="http://schemas.openxmlformats.org/officeDocument/2006/relationships/customXml" Target="../ink/ink751.xml"/><Relationship Id="rId50" Type="http://schemas.openxmlformats.org/officeDocument/2006/relationships/customXml" Target="../ink/ink759.xml"/><Relationship Id="rId55" Type="http://schemas.openxmlformats.org/officeDocument/2006/relationships/image" Target="../media/image6750.png"/><Relationship Id="rId76" Type="http://schemas.openxmlformats.org/officeDocument/2006/relationships/customXml" Target="../ink/ink772.xml"/><Relationship Id="rId97" Type="http://schemas.openxmlformats.org/officeDocument/2006/relationships/image" Target="../media/image696.png"/><Relationship Id="rId104" Type="http://schemas.openxmlformats.org/officeDocument/2006/relationships/customXml" Target="../ink/ink786.xml"/><Relationship Id="rId120" Type="http://schemas.openxmlformats.org/officeDocument/2006/relationships/customXml" Target="../ink/ink794.xml"/><Relationship Id="rId125" Type="http://schemas.openxmlformats.org/officeDocument/2006/relationships/image" Target="../media/image710.png"/><Relationship Id="rId7" Type="http://schemas.openxmlformats.org/officeDocument/2006/relationships/image" Target="../media/image6510.png"/><Relationship Id="rId71" Type="http://schemas.openxmlformats.org/officeDocument/2006/relationships/image" Target="../media/image6830.png"/><Relationship Id="rId92" Type="http://schemas.openxmlformats.org/officeDocument/2006/relationships/customXml" Target="../ink/ink780.xml"/><Relationship Id="rId2" Type="http://schemas.openxmlformats.org/officeDocument/2006/relationships/customXml" Target="../ink/ink735.xml"/><Relationship Id="rId29" Type="http://schemas.openxmlformats.org/officeDocument/2006/relationships/image" Target="../media/image6620.png"/><Relationship Id="rId24" Type="http://schemas.openxmlformats.org/officeDocument/2006/relationships/customXml" Target="../ink/ink746.xml"/><Relationship Id="rId40" Type="http://schemas.openxmlformats.org/officeDocument/2006/relationships/customXml" Target="../ink/ink754.xml"/><Relationship Id="rId45" Type="http://schemas.openxmlformats.org/officeDocument/2006/relationships/image" Target="../media/image6700.png"/><Relationship Id="rId66" Type="http://schemas.openxmlformats.org/officeDocument/2006/relationships/customXml" Target="../ink/ink767.xml"/><Relationship Id="rId87" Type="http://schemas.openxmlformats.org/officeDocument/2006/relationships/image" Target="../media/image6910.png"/><Relationship Id="rId110" Type="http://schemas.openxmlformats.org/officeDocument/2006/relationships/customXml" Target="../ink/ink789.xml"/><Relationship Id="rId115" Type="http://schemas.openxmlformats.org/officeDocument/2006/relationships/image" Target="../media/image705.png"/><Relationship Id="rId131" Type="http://schemas.openxmlformats.org/officeDocument/2006/relationships/image" Target="../media/image713.png"/><Relationship Id="rId61" Type="http://schemas.openxmlformats.org/officeDocument/2006/relationships/image" Target="../media/image6780.png"/><Relationship Id="rId82" Type="http://schemas.openxmlformats.org/officeDocument/2006/relationships/customXml" Target="../ink/ink775.xml"/><Relationship Id="rId19" Type="http://schemas.openxmlformats.org/officeDocument/2006/relationships/image" Target="../media/image6570.png"/><Relationship Id="rId14" Type="http://schemas.openxmlformats.org/officeDocument/2006/relationships/customXml" Target="../ink/ink741.xml"/><Relationship Id="rId30" Type="http://schemas.openxmlformats.org/officeDocument/2006/relationships/customXml" Target="../ink/ink749.xml"/><Relationship Id="rId35" Type="http://schemas.openxmlformats.org/officeDocument/2006/relationships/image" Target="../media/image6650.png"/><Relationship Id="rId56" Type="http://schemas.openxmlformats.org/officeDocument/2006/relationships/customXml" Target="../ink/ink762.xml"/><Relationship Id="rId77" Type="http://schemas.openxmlformats.org/officeDocument/2006/relationships/image" Target="../media/image6860.png"/><Relationship Id="rId100" Type="http://schemas.openxmlformats.org/officeDocument/2006/relationships/customXml" Target="../ink/ink784.xml"/><Relationship Id="rId105" Type="http://schemas.openxmlformats.org/officeDocument/2006/relationships/image" Target="../media/image700.png"/><Relationship Id="rId126" Type="http://schemas.openxmlformats.org/officeDocument/2006/relationships/customXml" Target="../ink/ink797.xml"/><Relationship Id="rId8" Type="http://schemas.openxmlformats.org/officeDocument/2006/relationships/customXml" Target="../ink/ink738.xml"/><Relationship Id="rId51" Type="http://schemas.openxmlformats.org/officeDocument/2006/relationships/image" Target="../media/image6730.png"/><Relationship Id="rId72" Type="http://schemas.openxmlformats.org/officeDocument/2006/relationships/customXml" Target="../ink/ink770.xml"/><Relationship Id="rId93" Type="http://schemas.openxmlformats.org/officeDocument/2006/relationships/image" Target="../media/image6940.png"/><Relationship Id="rId98" Type="http://schemas.openxmlformats.org/officeDocument/2006/relationships/customXml" Target="../ink/ink783.xml"/><Relationship Id="rId121" Type="http://schemas.openxmlformats.org/officeDocument/2006/relationships/image" Target="../media/image708.png"/><Relationship Id="rId3" Type="http://schemas.openxmlformats.org/officeDocument/2006/relationships/image" Target="../media/image6490.png"/><Relationship Id="rId25" Type="http://schemas.openxmlformats.org/officeDocument/2006/relationships/image" Target="../media/image6600.png"/><Relationship Id="rId46" Type="http://schemas.openxmlformats.org/officeDocument/2006/relationships/customXml" Target="../ink/ink757.xml"/><Relationship Id="rId67" Type="http://schemas.openxmlformats.org/officeDocument/2006/relationships/image" Target="../media/image6810.png"/><Relationship Id="rId116" Type="http://schemas.openxmlformats.org/officeDocument/2006/relationships/customXml" Target="../ink/ink792.xml"/><Relationship Id="rId20" Type="http://schemas.openxmlformats.org/officeDocument/2006/relationships/customXml" Target="../ink/ink744.xml"/><Relationship Id="rId41" Type="http://schemas.openxmlformats.org/officeDocument/2006/relationships/image" Target="../media/image6680.png"/><Relationship Id="rId62" Type="http://schemas.openxmlformats.org/officeDocument/2006/relationships/customXml" Target="../ink/ink765.xml"/><Relationship Id="rId83" Type="http://schemas.openxmlformats.org/officeDocument/2006/relationships/image" Target="../media/image6890.png"/><Relationship Id="rId88" Type="http://schemas.openxmlformats.org/officeDocument/2006/relationships/customXml" Target="../ink/ink778.xml"/><Relationship Id="rId111" Type="http://schemas.openxmlformats.org/officeDocument/2006/relationships/image" Target="../media/image703.png"/><Relationship Id="rId15" Type="http://schemas.openxmlformats.org/officeDocument/2006/relationships/image" Target="../media/image6550.png"/><Relationship Id="rId36" Type="http://schemas.openxmlformats.org/officeDocument/2006/relationships/customXml" Target="../ink/ink752.xml"/><Relationship Id="rId57" Type="http://schemas.openxmlformats.org/officeDocument/2006/relationships/image" Target="../media/image6760.png"/><Relationship Id="rId106" Type="http://schemas.openxmlformats.org/officeDocument/2006/relationships/customXml" Target="../ink/ink787.xml"/><Relationship Id="rId127" Type="http://schemas.openxmlformats.org/officeDocument/2006/relationships/image" Target="../media/image711.png"/><Relationship Id="rId10" Type="http://schemas.openxmlformats.org/officeDocument/2006/relationships/customXml" Target="../ink/ink739.xml"/><Relationship Id="rId31" Type="http://schemas.openxmlformats.org/officeDocument/2006/relationships/image" Target="../media/image6630.png"/><Relationship Id="rId52" Type="http://schemas.openxmlformats.org/officeDocument/2006/relationships/customXml" Target="../ink/ink760.xml"/><Relationship Id="rId73" Type="http://schemas.openxmlformats.org/officeDocument/2006/relationships/image" Target="../media/image6840.png"/><Relationship Id="rId78" Type="http://schemas.openxmlformats.org/officeDocument/2006/relationships/customXml" Target="../ink/ink773.xml"/><Relationship Id="rId94" Type="http://schemas.openxmlformats.org/officeDocument/2006/relationships/customXml" Target="../ink/ink781.xml"/><Relationship Id="rId99" Type="http://schemas.openxmlformats.org/officeDocument/2006/relationships/image" Target="../media/image697.png"/><Relationship Id="rId101" Type="http://schemas.openxmlformats.org/officeDocument/2006/relationships/image" Target="../media/image698.png"/><Relationship Id="rId122" Type="http://schemas.openxmlformats.org/officeDocument/2006/relationships/customXml" Target="../ink/ink795.xml"/><Relationship Id="rId4" Type="http://schemas.openxmlformats.org/officeDocument/2006/relationships/customXml" Target="../ink/ink736.xml"/><Relationship Id="rId9" Type="http://schemas.openxmlformats.org/officeDocument/2006/relationships/image" Target="../media/image6520.png"/><Relationship Id="rId26" Type="http://schemas.openxmlformats.org/officeDocument/2006/relationships/customXml" Target="../ink/ink747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05.xml"/><Relationship Id="rId18" Type="http://schemas.openxmlformats.org/officeDocument/2006/relationships/image" Target="../media/image722.png"/><Relationship Id="rId26" Type="http://schemas.openxmlformats.org/officeDocument/2006/relationships/image" Target="../media/image726.png"/><Relationship Id="rId21" Type="http://schemas.openxmlformats.org/officeDocument/2006/relationships/customXml" Target="../ink/ink809.xml"/><Relationship Id="rId34" Type="http://schemas.openxmlformats.org/officeDocument/2006/relationships/image" Target="../media/image730.png"/><Relationship Id="rId7" Type="http://schemas.openxmlformats.org/officeDocument/2006/relationships/customXml" Target="../ink/ink802.xml"/><Relationship Id="rId12" Type="http://schemas.openxmlformats.org/officeDocument/2006/relationships/image" Target="../media/image719.png"/><Relationship Id="rId17" Type="http://schemas.openxmlformats.org/officeDocument/2006/relationships/customXml" Target="../ink/ink807.xml"/><Relationship Id="rId25" Type="http://schemas.openxmlformats.org/officeDocument/2006/relationships/customXml" Target="../ink/ink811.xml"/><Relationship Id="rId33" Type="http://schemas.openxmlformats.org/officeDocument/2006/relationships/customXml" Target="../ink/ink815.xml"/><Relationship Id="rId38" Type="http://schemas.openxmlformats.org/officeDocument/2006/relationships/image" Target="../media/image732.png"/><Relationship Id="rId2" Type="http://schemas.openxmlformats.org/officeDocument/2006/relationships/image" Target="../media/image714.png"/><Relationship Id="rId16" Type="http://schemas.openxmlformats.org/officeDocument/2006/relationships/image" Target="../media/image721.png"/><Relationship Id="rId20" Type="http://schemas.openxmlformats.org/officeDocument/2006/relationships/image" Target="../media/image723.png"/><Relationship Id="rId29" Type="http://schemas.openxmlformats.org/officeDocument/2006/relationships/customXml" Target="../ink/ink8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6.png"/><Relationship Id="rId11" Type="http://schemas.openxmlformats.org/officeDocument/2006/relationships/customXml" Target="../ink/ink804.xml"/><Relationship Id="rId24" Type="http://schemas.openxmlformats.org/officeDocument/2006/relationships/image" Target="../media/image725.png"/><Relationship Id="rId32" Type="http://schemas.openxmlformats.org/officeDocument/2006/relationships/image" Target="../media/image729.png"/><Relationship Id="rId37" Type="http://schemas.openxmlformats.org/officeDocument/2006/relationships/customXml" Target="../ink/ink817.xml"/><Relationship Id="rId5" Type="http://schemas.openxmlformats.org/officeDocument/2006/relationships/customXml" Target="../ink/ink801.xml"/><Relationship Id="rId15" Type="http://schemas.openxmlformats.org/officeDocument/2006/relationships/customXml" Target="../ink/ink806.xml"/><Relationship Id="rId23" Type="http://schemas.openxmlformats.org/officeDocument/2006/relationships/customXml" Target="../ink/ink810.xml"/><Relationship Id="rId28" Type="http://schemas.openxmlformats.org/officeDocument/2006/relationships/image" Target="../media/image727.png"/><Relationship Id="rId36" Type="http://schemas.openxmlformats.org/officeDocument/2006/relationships/image" Target="../media/image731.png"/><Relationship Id="rId10" Type="http://schemas.openxmlformats.org/officeDocument/2006/relationships/image" Target="../media/image718.png"/><Relationship Id="rId19" Type="http://schemas.openxmlformats.org/officeDocument/2006/relationships/customXml" Target="../ink/ink808.xml"/><Relationship Id="rId31" Type="http://schemas.openxmlformats.org/officeDocument/2006/relationships/customXml" Target="../ink/ink814.xml"/><Relationship Id="rId4" Type="http://schemas.openxmlformats.org/officeDocument/2006/relationships/image" Target="../media/image715.png"/><Relationship Id="rId9" Type="http://schemas.openxmlformats.org/officeDocument/2006/relationships/customXml" Target="../ink/ink803.xml"/><Relationship Id="rId14" Type="http://schemas.openxmlformats.org/officeDocument/2006/relationships/image" Target="../media/image720.png"/><Relationship Id="rId22" Type="http://schemas.openxmlformats.org/officeDocument/2006/relationships/image" Target="../media/image724.png"/><Relationship Id="rId27" Type="http://schemas.openxmlformats.org/officeDocument/2006/relationships/customXml" Target="../ink/ink812.xml"/><Relationship Id="rId30" Type="http://schemas.openxmlformats.org/officeDocument/2006/relationships/image" Target="../media/image728.png"/><Relationship Id="rId35" Type="http://schemas.openxmlformats.org/officeDocument/2006/relationships/customXml" Target="../ink/ink816.xml"/><Relationship Id="rId8" Type="http://schemas.openxmlformats.org/officeDocument/2006/relationships/image" Target="../media/image717.png"/><Relationship Id="rId3" Type="http://schemas.openxmlformats.org/officeDocument/2006/relationships/customXml" Target="../ink/ink800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22.xml"/><Relationship Id="rId18" Type="http://schemas.openxmlformats.org/officeDocument/2006/relationships/image" Target="../media/image740.png"/><Relationship Id="rId26" Type="http://schemas.openxmlformats.org/officeDocument/2006/relationships/image" Target="../media/image744.png"/><Relationship Id="rId39" Type="http://schemas.openxmlformats.org/officeDocument/2006/relationships/customXml" Target="../ink/ink835.xml"/><Relationship Id="rId21" Type="http://schemas.openxmlformats.org/officeDocument/2006/relationships/customXml" Target="../ink/ink826.xml"/><Relationship Id="rId34" Type="http://schemas.openxmlformats.org/officeDocument/2006/relationships/image" Target="../media/image748.png"/><Relationship Id="rId42" Type="http://schemas.openxmlformats.org/officeDocument/2006/relationships/image" Target="../media/image752.png"/><Relationship Id="rId7" Type="http://schemas.openxmlformats.org/officeDocument/2006/relationships/customXml" Target="../ink/ink819.xml"/><Relationship Id="rId2" Type="http://schemas.openxmlformats.org/officeDocument/2006/relationships/image" Target="../media/image661.png"/><Relationship Id="rId16" Type="http://schemas.openxmlformats.org/officeDocument/2006/relationships/image" Target="../media/image739.png"/><Relationship Id="rId20" Type="http://schemas.openxmlformats.org/officeDocument/2006/relationships/image" Target="../media/image741.png"/><Relationship Id="rId29" Type="http://schemas.openxmlformats.org/officeDocument/2006/relationships/customXml" Target="../ink/ink830.xml"/><Relationship Id="rId41" Type="http://schemas.openxmlformats.org/officeDocument/2006/relationships/customXml" Target="../ink/ink8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4.png"/><Relationship Id="rId11" Type="http://schemas.openxmlformats.org/officeDocument/2006/relationships/customXml" Target="../ink/ink821.xml"/><Relationship Id="rId24" Type="http://schemas.openxmlformats.org/officeDocument/2006/relationships/image" Target="../media/image743.png"/><Relationship Id="rId32" Type="http://schemas.openxmlformats.org/officeDocument/2006/relationships/image" Target="../media/image747.png"/><Relationship Id="rId37" Type="http://schemas.openxmlformats.org/officeDocument/2006/relationships/customXml" Target="../ink/ink834.xml"/><Relationship Id="rId40" Type="http://schemas.openxmlformats.org/officeDocument/2006/relationships/image" Target="../media/image751.png"/><Relationship Id="rId5" Type="http://schemas.openxmlformats.org/officeDocument/2006/relationships/customXml" Target="../ink/ink818.xml"/><Relationship Id="rId15" Type="http://schemas.openxmlformats.org/officeDocument/2006/relationships/customXml" Target="../ink/ink823.xml"/><Relationship Id="rId23" Type="http://schemas.openxmlformats.org/officeDocument/2006/relationships/customXml" Target="../ink/ink827.xml"/><Relationship Id="rId28" Type="http://schemas.openxmlformats.org/officeDocument/2006/relationships/image" Target="../media/image745.png"/><Relationship Id="rId36" Type="http://schemas.openxmlformats.org/officeDocument/2006/relationships/image" Target="../media/image749.png"/><Relationship Id="rId10" Type="http://schemas.openxmlformats.org/officeDocument/2006/relationships/image" Target="../media/image736.png"/><Relationship Id="rId19" Type="http://schemas.openxmlformats.org/officeDocument/2006/relationships/customXml" Target="../ink/ink825.xml"/><Relationship Id="rId31" Type="http://schemas.openxmlformats.org/officeDocument/2006/relationships/customXml" Target="../ink/ink831.xml"/><Relationship Id="rId4" Type="http://schemas.openxmlformats.org/officeDocument/2006/relationships/image" Target="../media/image733.png"/><Relationship Id="rId9" Type="http://schemas.openxmlformats.org/officeDocument/2006/relationships/customXml" Target="../ink/ink820.xml"/><Relationship Id="rId14" Type="http://schemas.openxmlformats.org/officeDocument/2006/relationships/image" Target="../media/image738.png"/><Relationship Id="rId22" Type="http://schemas.openxmlformats.org/officeDocument/2006/relationships/image" Target="../media/image742.png"/><Relationship Id="rId27" Type="http://schemas.openxmlformats.org/officeDocument/2006/relationships/customXml" Target="../ink/ink829.xml"/><Relationship Id="rId30" Type="http://schemas.openxmlformats.org/officeDocument/2006/relationships/image" Target="../media/image746.png"/><Relationship Id="rId35" Type="http://schemas.openxmlformats.org/officeDocument/2006/relationships/customXml" Target="../ink/ink833.xml"/><Relationship Id="rId8" Type="http://schemas.openxmlformats.org/officeDocument/2006/relationships/image" Target="../media/image735.png"/><Relationship Id="rId3" Type="http://schemas.openxmlformats.org/officeDocument/2006/relationships/image" Target="../media/image662.png"/><Relationship Id="rId12" Type="http://schemas.openxmlformats.org/officeDocument/2006/relationships/image" Target="../media/image737.png"/><Relationship Id="rId17" Type="http://schemas.openxmlformats.org/officeDocument/2006/relationships/customXml" Target="../ink/ink824.xml"/><Relationship Id="rId25" Type="http://schemas.openxmlformats.org/officeDocument/2006/relationships/customXml" Target="../ink/ink828.xml"/><Relationship Id="rId33" Type="http://schemas.openxmlformats.org/officeDocument/2006/relationships/customXml" Target="../ink/ink832.xml"/><Relationship Id="rId38" Type="http://schemas.openxmlformats.org/officeDocument/2006/relationships/image" Target="../media/image750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42.xml"/><Relationship Id="rId18" Type="http://schemas.openxmlformats.org/officeDocument/2006/relationships/image" Target="../media/image759.png"/><Relationship Id="rId26" Type="http://schemas.openxmlformats.org/officeDocument/2006/relationships/image" Target="../media/image763.png"/><Relationship Id="rId39" Type="http://schemas.openxmlformats.org/officeDocument/2006/relationships/customXml" Target="../ink/ink855.xml"/><Relationship Id="rId21" Type="http://schemas.openxmlformats.org/officeDocument/2006/relationships/customXml" Target="../ink/ink846.xml"/><Relationship Id="rId34" Type="http://schemas.openxmlformats.org/officeDocument/2006/relationships/image" Target="../media/image767.png"/><Relationship Id="rId42" Type="http://schemas.openxmlformats.org/officeDocument/2006/relationships/image" Target="../media/image771.png"/><Relationship Id="rId47" Type="http://schemas.openxmlformats.org/officeDocument/2006/relationships/customXml" Target="../ink/ink859.xml"/><Relationship Id="rId50" Type="http://schemas.openxmlformats.org/officeDocument/2006/relationships/image" Target="../media/image775.png"/><Relationship Id="rId55" Type="http://schemas.openxmlformats.org/officeDocument/2006/relationships/customXml" Target="../ink/ink863.xml"/><Relationship Id="rId7" Type="http://schemas.openxmlformats.org/officeDocument/2006/relationships/customXml" Target="../ink/ink839.xml"/><Relationship Id="rId2" Type="http://schemas.openxmlformats.org/officeDocument/2006/relationships/image" Target="../media/image753.png"/><Relationship Id="rId16" Type="http://schemas.openxmlformats.org/officeDocument/2006/relationships/image" Target="../media/image758.png"/><Relationship Id="rId29" Type="http://schemas.openxmlformats.org/officeDocument/2006/relationships/customXml" Target="../ink/ink850.xml"/><Relationship Id="rId11" Type="http://schemas.openxmlformats.org/officeDocument/2006/relationships/customXml" Target="../ink/ink841.xml"/><Relationship Id="rId24" Type="http://schemas.openxmlformats.org/officeDocument/2006/relationships/image" Target="../media/image762.png"/><Relationship Id="rId32" Type="http://schemas.openxmlformats.org/officeDocument/2006/relationships/image" Target="../media/image766.png"/><Relationship Id="rId37" Type="http://schemas.openxmlformats.org/officeDocument/2006/relationships/customXml" Target="../ink/ink854.xml"/><Relationship Id="rId40" Type="http://schemas.openxmlformats.org/officeDocument/2006/relationships/image" Target="../media/image770.png"/><Relationship Id="rId45" Type="http://schemas.openxmlformats.org/officeDocument/2006/relationships/customXml" Target="../ink/ink858.xml"/><Relationship Id="rId53" Type="http://schemas.openxmlformats.org/officeDocument/2006/relationships/customXml" Target="../ink/ink862.xml"/><Relationship Id="rId58" Type="http://schemas.openxmlformats.org/officeDocument/2006/relationships/image" Target="../media/image779.png"/><Relationship Id="rId5" Type="http://schemas.openxmlformats.org/officeDocument/2006/relationships/customXml" Target="../ink/ink838.xml"/><Relationship Id="rId61" Type="http://schemas.openxmlformats.org/officeDocument/2006/relationships/customXml" Target="../ink/ink866.xml"/><Relationship Id="rId19" Type="http://schemas.openxmlformats.org/officeDocument/2006/relationships/customXml" Target="../ink/ink845.xml"/><Relationship Id="rId14" Type="http://schemas.openxmlformats.org/officeDocument/2006/relationships/image" Target="../media/image757.png"/><Relationship Id="rId22" Type="http://schemas.openxmlformats.org/officeDocument/2006/relationships/image" Target="../media/image761.png"/><Relationship Id="rId27" Type="http://schemas.openxmlformats.org/officeDocument/2006/relationships/customXml" Target="../ink/ink849.xml"/><Relationship Id="rId30" Type="http://schemas.openxmlformats.org/officeDocument/2006/relationships/image" Target="../media/image765.png"/><Relationship Id="rId35" Type="http://schemas.openxmlformats.org/officeDocument/2006/relationships/customXml" Target="../ink/ink853.xml"/><Relationship Id="rId43" Type="http://schemas.openxmlformats.org/officeDocument/2006/relationships/customXml" Target="../ink/ink857.xml"/><Relationship Id="rId48" Type="http://schemas.openxmlformats.org/officeDocument/2006/relationships/image" Target="../media/image774.png"/><Relationship Id="rId56" Type="http://schemas.openxmlformats.org/officeDocument/2006/relationships/image" Target="../media/image778.png"/><Relationship Id="rId8" Type="http://schemas.openxmlformats.org/officeDocument/2006/relationships/image" Target="../media/image754.png"/><Relationship Id="rId51" Type="http://schemas.openxmlformats.org/officeDocument/2006/relationships/customXml" Target="../ink/ink861.xml"/><Relationship Id="rId3" Type="http://schemas.openxmlformats.org/officeDocument/2006/relationships/customXml" Target="../ink/ink837.xml"/><Relationship Id="rId12" Type="http://schemas.openxmlformats.org/officeDocument/2006/relationships/image" Target="../media/image756.png"/><Relationship Id="rId17" Type="http://schemas.openxmlformats.org/officeDocument/2006/relationships/customXml" Target="../ink/ink844.xml"/><Relationship Id="rId25" Type="http://schemas.openxmlformats.org/officeDocument/2006/relationships/customXml" Target="../ink/ink848.xml"/><Relationship Id="rId33" Type="http://schemas.openxmlformats.org/officeDocument/2006/relationships/customXml" Target="../ink/ink852.xml"/><Relationship Id="rId38" Type="http://schemas.openxmlformats.org/officeDocument/2006/relationships/image" Target="../media/image769.png"/><Relationship Id="rId46" Type="http://schemas.openxmlformats.org/officeDocument/2006/relationships/image" Target="../media/image773.png"/><Relationship Id="rId59" Type="http://schemas.openxmlformats.org/officeDocument/2006/relationships/customXml" Target="../ink/ink865.xml"/><Relationship Id="rId20" Type="http://schemas.openxmlformats.org/officeDocument/2006/relationships/image" Target="../media/image760.png"/><Relationship Id="rId41" Type="http://schemas.openxmlformats.org/officeDocument/2006/relationships/customXml" Target="../ink/ink856.xml"/><Relationship Id="rId54" Type="http://schemas.openxmlformats.org/officeDocument/2006/relationships/image" Target="../media/image777.png"/><Relationship Id="rId62" Type="http://schemas.openxmlformats.org/officeDocument/2006/relationships/image" Target="../media/image7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30.png"/><Relationship Id="rId15" Type="http://schemas.openxmlformats.org/officeDocument/2006/relationships/customXml" Target="../ink/ink843.xml"/><Relationship Id="rId23" Type="http://schemas.openxmlformats.org/officeDocument/2006/relationships/customXml" Target="../ink/ink847.xml"/><Relationship Id="rId28" Type="http://schemas.openxmlformats.org/officeDocument/2006/relationships/image" Target="../media/image764.png"/><Relationship Id="rId36" Type="http://schemas.openxmlformats.org/officeDocument/2006/relationships/image" Target="../media/image768.png"/><Relationship Id="rId49" Type="http://schemas.openxmlformats.org/officeDocument/2006/relationships/customXml" Target="../ink/ink860.xml"/><Relationship Id="rId57" Type="http://schemas.openxmlformats.org/officeDocument/2006/relationships/customXml" Target="../ink/ink864.xml"/><Relationship Id="rId10" Type="http://schemas.openxmlformats.org/officeDocument/2006/relationships/image" Target="../media/image755.png"/><Relationship Id="rId31" Type="http://schemas.openxmlformats.org/officeDocument/2006/relationships/customXml" Target="../ink/ink851.xml"/><Relationship Id="rId44" Type="http://schemas.openxmlformats.org/officeDocument/2006/relationships/image" Target="../media/image772.png"/><Relationship Id="rId52" Type="http://schemas.openxmlformats.org/officeDocument/2006/relationships/image" Target="../media/image776.png"/><Relationship Id="rId60" Type="http://schemas.openxmlformats.org/officeDocument/2006/relationships/image" Target="../media/image780.png"/><Relationship Id="rId4" Type="http://schemas.openxmlformats.org/officeDocument/2006/relationships/image" Target="../media/image7520.png"/><Relationship Id="rId9" Type="http://schemas.openxmlformats.org/officeDocument/2006/relationships/customXml" Target="../ink/ink840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8.png"/><Relationship Id="rId18" Type="http://schemas.openxmlformats.org/officeDocument/2006/relationships/customXml" Target="../ink/ink874.xml"/><Relationship Id="rId26" Type="http://schemas.openxmlformats.org/officeDocument/2006/relationships/customXml" Target="../ink/ink878.xml"/><Relationship Id="rId3" Type="http://schemas.openxmlformats.org/officeDocument/2006/relationships/image" Target="../media/image783.png"/><Relationship Id="rId21" Type="http://schemas.openxmlformats.org/officeDocument/2006/relationships/image" Target="../media/image792.png"/><Relationship Id="rId34" Type="http://schemas.openxmlformats.org/officeDocument/2006/relationships/customXml" Target="../ink/ink882.xml"/><Relationship Id="rId7" Type="http://schemas.openxmlformats.org/officeDocument/2006/relationships/image" Target="../media/image785.png"/><Relationship Id="rId12" Type="http://schemas.openxmlformats.org/officeDocument/2006/relationships/customXml" Target="../ink/ink871.xml"/><Relationship Id="rId17" Type="http://schemas.openxmlformats.org/officeDocument/2006/relationships/image" Target="../media/image790.png"/><Relationship Id="rId25" Type="http://schemas.openxmlformats.org/officeDocument/2006/relationships/image" Target="../media/image794.png"/><Relationship Id="rId33" Type="http://schemas.openxmlformats.org/officeDocument/2006/relationships/image" Target="../media/image798.png"/><Relationship Id="rId2" Type="http://schemas.openxmlformats.org/officeDocument/2006/relationships/image" Target="../media/image782.png"/><Relationship Id="rId16" Type="http://schemas.openxmlformats.org/officeDocument/2006/relationships/customXml" Target="../ink/ink873.xml"/><Relationship Id="rId20" Type="http://schemas.openxmlformats.org/officeDocument/2006/relationships/customXml" Target="../ink/ink875.xml"/><Relationship Id="rId29" Type="http://schemas.openxmlformats.org/officeDocument/2006/relationships/image" Target="../media/image79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68.xml"/><Relationship Id="rId11" Type="http://schemas.openxmlformats.org/officeDocument/2006/relationships/image" Target="../media/image787.png"/><Relationship Id="rId24" Type="http://schemas.openxmlformats.org/officeDocument/2006/relationships/customXml" Target="../ink/ink877.xml"/><Relationship Id="rId32" Type="http://schemas.openxmlformats.org/officeDocument/2006/relationships/customXml" Target="../ink/ink881.xml"/><Relationship Id="rId5" Type="http://schemas.openxmlformats.org/officeDocument/2006/relationships/image" Target="../media/image784.png"/><Relationship Id="rId15" Type="http://schemas.openxmlformats.org/officeDocument/2006/relationships/image" Target="../media/image789.png"/><Relationship Id="rId23" Type="http://schemas.openxmlformats.org/officeDocument/2006/relationships/image" Target="../media/image793.png"/><Relationship Id="rId28" Type="http://schemas.openxmlformats.org/officeDocument/2006/relationships/customXml" Target="../ink/ink879.xml"/><Relationship Id="rId10" Type="http://schemas.openxmlformats.org/officeDocument/2006/relationships/customXml" Target="../ink/ink870.xml"/><Relationship Id="rId19" Type="http://schemas.openxmlformats.org/officeDocument/2006/relationships/image" Target="../media/image791.png"/><Relationship Id="rId31" Type="http://schemas.openxmlformats.org/officeDocument/2006/relationships/image" Target="../media/image797.png"/><Relationship Id="rId4" Type="http://schemas.openxmlformats.org/officeDocument/2006/relationships/customXml" Target="../ink/ink867.xml"/><Relationship Id="rId9" Type="http://schemas.openxmlformats.org/officeDocument/2006/relationships/image" Target="../media/image786.png"/><Relationship Id="rId14" Type="http://schemas.openxmlformats.org/officeDocument/2006/relationships/customXml" Target="../ink/ink872.xml"/><Relationship Id="rId22" Type="http://schemas.openxmlformats.org/officeDocument/2006/relationships/customXml" Target="../ink/ink876.xml"/><Relationship Id="rId27" Type="http://schemas.openxmlformats.org/officeDocument/2006/relationships/image" Target="../media/image795.png"/><Relationship Id="rId30" Type="http://schemas.openxmlformats.org/officeDocument/2006/relationships/customXml" Target="../ink/ink880.xml"/><Relationship Id="rId35" Type="http://schemas.openxmlformats.org/officeDocument/2006/relationships/image" Target="../media/image799.png"/><Relationship Id="rId8" Type="http://schemas.openxmlformats.org/officeDocument/2006/relationships/customXml" Target="../ink/ink86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1981245" y="1508781"/>
            <a:ext cx="758943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b="1" dirty="0">
              <a:solidFill>
                <a:srgbClr val="0000FF"/>
              </a:solidFill>
            </a:endParaRPr>
          </a:p>
          <a:p>
            <a:r>
              <a:rPr lang="en-US" sz="2800" b="1" dirty="0">
                <a:solidFill>
                  <a:srgbClr val="0000FF"/>
                </a:solidFill>
              </a:rPr>
              <a:t>Automate de tip FSM (Finite State Machine)</a:t>
            </a:r>
            <a:endParaRPr lang="ro-RO" sz="2800" b="1" dirty="0">
              <a:solidFill>
                <a:srgbClr val="0000FF"/>
              </a:solidFill>
            </a:endParaRPr>
          </a:p>
          <a:p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  <a:p>
            <a:r>
              <a:rPr lang="ro-RO" sz="2800" b="1" dirty="0">
                <a:solidFill>
                  <a:srgbClr val="0000FF"/>
                </a:solidFill>
              </a:rPr>
              <a:t>=</a:t>
            </a:r>
            <a:r>
              <a:rPr lang="en-US" sz="2800" b="1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partea</a:t>
            </a:r>
            <a:r>
              <a:rPr lang="en-US" sz="2800" b="1" dirty="0">
                <a:solidFill>
                  <a:srgbClr val="0000FF"/>
                </a:solidFill>
              </a:rPr>
              <a:t> de </a:t>
            </a:r>
            <a:r>
              <a:rPr lang="en-US" sz="2800" b="1" dirty="0" err="1">
                <a:solidFill>
                  <a:srgbClr val="0000FF"/>
                </a:solidFill>
              </a:rPr>
              <a:t>analiz</a:t>
            </a:r>
            <a:r>
              <a:rPr lang="ro-RO" sz="2800" b="1" dirty="0">
                <a:solidFill>
                  <a:srgbClr val="0000FF"/>
                </a:solidFill>
              </a:rPr>
              <a:t>ă =</a:t>
            </a:r>
            <a:endParaRPr lang="en-US" sz="2800" b="1" dirty="0">
              <a:solidFill>
                <a:srgbClr val="0000FF"/>
              </a:solidFill>
            </a:endParaRPr>
          </a:p>
          <a:p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957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1" y="411513"/>
            <a:ext cx="1124699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0000FF"/>
                </a:solidFill>
              </a:rPr>
              <a:t>Automate FSM</a:t>
            </a:r>
          </a:p>
          <a:p>
            <a:endParaRPr lang="ro-RO" sz="2800" b="1" dirty="0">
              <a:solidFill>
                <a:srgbClr val="0000FF"/>
              </a:solidFill>
            </a:endParaRPr>
          </a:p>
          <a:p>
            <a:r>
              <a:rPr lang="ro-RO" sz="2800" b="1" dirty="0">
                <a:solidFill>
                  <a:srgbClr val="FF0000"/>
                </a:solidFill>
              </a:rPr>
              <a:t>Analiză = </a:t>
            </a:r>
            <a:r>
              <a:rPr lang="ro-RO" sz="2800" b="1" dirty="0">
                <a:solidFill>
                  <a:srgbClr val="0000FF"/>
                </a:solidFill>
              </a:rPr>
              <a:t>determinarea grafului de tranziție a stărilor pornind de la o schemă logică dată (cunoscută)</a:t>
            </a:r>
            <a:endParaRPr lang="ro-RO" u="sng" dirty="0">
              <a:hlinkClick r:id="rId2"/>
            </a:endParaRPr>
          </a:p>
          <a:p>
            <a:r>
              <a:rPr lang="ro-RO" sz="2800" b="1" dirty="0"/>
              <a:t>(Reverse Engineering)</a:t>
            </a:r>
          </a:p>
          <a:p>
            <a:endParaRPr lang="ro-RO" sz="2800" b="1" dirty="0">
              <a:solidFill>
                <a:srgbClr val="0000FF"/>
              </a:solidFill>
            </a:endParaRPr>
          </a:p>
          <a:p>
            <a:r>
              <a:rPr lang="ro-RO" sz="2800" b="1" dirty="0">
                <a:solidFill>
                  <a:srgbClr val="FF0000"/>
                </a:solidFill>
              </a:rPr>
              <a:t>Sinteză = </a:t>
            </a:r>
            <a:r>
              <a:rPr lang="ro-RO" sz="2800" b="1" dirty="0">
                <a:solidFill>
                  <a:srgbClr val="0000FF"/>
                </a:solidFill>
              </a:rPr>
              <a:t>determinarea schemei logice pornind de la graful de tranziție a stărilor</a:t>
            </a:r>
          </a:p>
          <a:p>
            <a:endParaRPr lang="ro-RO" sz="2800" b="1" dirty="0">
              <a:solidFill>
                <a:srgbClr val="0000FF"/>
              </a:solidFill>
            </a:endParaRPr>
          </a:p>
          <a:p>
            <a:endParaRPr lang="ro-RO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10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</a:rPr>
              <a:t>Automate FSM – </a:t>
            </a:r>
            <a:r>
              <a:rPr lang="ro-RO" sz="2400" b="1" dirty="0">
                <a:solidFill>
                  <a:srgbClr val="FF0000"/>
                </a:solidFill>
              </a:rPr>
              <a:t>Analiza schemei logice a unui automat existent</a:t>
            </a:r>
          </a:p>
          <a:p>
            <a:endParaRPr lang="ro-RO" sz="2400" b="1" dirty="0">
              <a:solidFill>
                <a:srgbClr val="FF0000"/>
              </a:solidFill>
            </a:endParaRPr>
          </a:p>
          <a:p>
            <a:r>
              <a:rPr lang="ro-RO" sz="2400" b="1" dirty="0">
                <a:solidFill>
                  <a:srgbClr val="0000FF"/>
                </a:solidFill>
              </a:rPr>
              <a:t>Scopul analizei = determinarea grafului de tranziție pornind de la schema logică </a:t>
            </a:r>
            <a:r>
              <a:rPr lang="ro-RO" sz="24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74327B-71D7-4C45-8866-DB11CC6DB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65" y="2057415"/>
            <a:ext cx="6766486" cy="2560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iect 3">
            <a:extLst>
              <a:ext uri="{FF2B5EF4-FFF2-40B4-BE49-F238E27FC236}">
                <a16:creationId xmlns:a16="http://schemas.microsoft.com/office/drawing/2014/main" id="{04D18C7C-F9C2-4DF3-9EDC-88A63C3F53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155962"/>
              </p:ext>
            </p:extLst>
          </p:nvPr>
        </p:nvGraphicFramePr>
        <p:xfrm>
          <a:off x="7376146" y="2057415"/>
          <a:ext cx="4283117" cy="301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Equation" r:id="rId4" imgW="3352680" imgH="2361960" progId="Equation.DSMT4">
                  <p:embed/>
                </p:oleObj>
              </mc:Choice>
              <mc:Fallback>
                <p:oleObj name="Equation" r:id="rId4" imgW="3352680" imgH="2361960" progId="Equation.DSMT4">
                  <p:embed/>
                  <p:pic>
                    <p:nvPicPr>
                      <p:cNvPr id="8" name="Obiect 7">
                        <a:extLst>
                          <a:ext uri="{FF2B5EF4-FFF2-40B4-BE49-F238E27FC236}">
                            <a16:creationId xmlns:a16="http://schemas.microsoft.com/office/drawing/2014/main" id="{1CAD2548-CCE6-4461-A4A6-CCFE399344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6146" y="2057415"/>
                        <a:ext cx="4283117" cy="30174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iect 4">
            <a:extLst>
              <a:ext uri="{FF2B5EF4-FFF2-40B4-BE49-F238E27FC236}">
                <a16:creationId xmlns:a16="http://schemas.microsoft.com/office/drawing/2014/main" id="{431010DF-FCC4-48C7-892D-9CB4A83839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229620"/>
              </p:ext>
            </p:extLst>
          </p:nvPr>
        </p:nvGraphicFramePr>
        <p:xfrm>
          <a:off x="3901464" y="5440658"/>
          <a:ext cx="7413847" cy="1280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Bitmap Image" r:id="rId6" imgW="5649114" imgH="980952" progId="Paint.Picture">
                  <p:embed/>
                </p:oleObj>
              </mc:Choice>
              <mc:Fallback>
                <p:oleObj name="Bitmap Image" r:id="rId6" imgW="5649114" imgH="980952" progId="Paint.Picture">
                  <p:embed/>
                  <p:pic>
                    <p:nvPicPr>
                      <p:cNvPr id="10" name="Obiect 9">
                        <a:extLst>
                          <a:ext uri="{FF2B5EF4-FFF2-40B4-BE49-F238E27FC236}">
                            <a16:creationId xmlns:a16="http://schemas.microsoft.com/office/drawing/2014/main" id="{83F76F9D-D13D-4C2F-8263-5D86A787BB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1464" y="5440658"/>
                        <a:ext cx="7413847" cy="12801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E64DA9F0-A6AC-4750-9688-66A68156C806}"/>
                  </a:ext>
                </a:extLst>
              </p14:cNvPr>
              <p14:cNvContentPartPr/>
              <p14:nvPr/>
            </p14:nvContentPartPr>
            <p14:xfrm>
              <a:off x="1682829" y="1705225"/>
              <a:ext cx="125640" cy="4050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E64DA9F0-A6AC-4750-9688-66A68156C8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65189" y="1687225"/>
                <a:ext cx="16128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F2D23BEE-1205-43D3-ABC4-015CA8DFA880}"/>
                  </a:ext>
                </a:extLst>
              </p14:cNvPr>
              <p14:cNvContentPartPr/>
              <p14:nvPr/>
            </p14:nvContentPartPr>
            <p14:xfrm>
              <a:off x="3281949" y="1581025"/>
              <a:ext cx="181080" cy="2584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F2D23BEE-1205-43D3-ABC4-015CA8DFA88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63949" y="1563385"/>
                <a:ext cx="2167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97954663-7389-4000-A571-71AD66C23183}"/>
                  </a:ext>
                </a:extLst>
              </p14:cNvPr>
              <p14:cNvContentPartPr/>
              <p14:nvPr/>
            </p14:nvContentPartPr>
            <p14:xfrm>
              <a:off x="2074149" y="1481665"/>
              <a:ext cx="865800" cy="2912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97954663-7389-4000-A571-71AD66C2318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56156" y="1463665"/>
                <a:ext cx="901425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6361703E-10A8-439F-A400-CF74F16E99D2}"/>
                  </a:ext>
                </a:extLst>
              </p14:cNvPr>
              <p14:cNvContentPartPr/>
              <p14:nvPr/>
            </p14:nvContentPartPr>
            <p14:xfrm>
              <a:off x="6068349" y="1645825"/>
              <a:ext cx="2437560" cy="3848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6361703E-10A8-439F-A400-CF74F16E99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50709" y="1627825"/>
                <a:ext cx="247320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E0A0D5B-2CB1-427D-AF3E-26F942562CA6}"/>
                  </a:ext>
                </a:extLst>
              </p14:cNvPr>
              <p14:cNvContentPartPr/>
              <p14:nvPr/>
            </p14:nvContentPartPr>
            <p14:xfrm>
              <a:off x="10429029" y="1852465"/>
              <a:ext cx="357480" cy="1533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E0A0D5B-2CB1-427D-AF3E-26F942562CA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11029" y="1834465"/>
                <a:ext cx="39312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C873D142-EE88-415A-8710-94DCBA96670F}"/>
                  </a:ext>
                </a:extLst>
              </p14:cNvPr>
              <p14:cNvContentPartPr/>
              <p14:nvPr/>
            </p14:nvContentPartPr>
            <p14:xfrm>
              <a:off x="9801189" y="1706665"/>
              <a:ext cx="498960" cy="2916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C873D142-EE88-415A-8710-94DCBA96670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783202" y="1689003"/>
                <a:ext cx="534574" cy="327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C44A13AC-F398-4D4C-B42D-C9E1604CCD0A}"/>
                  </a:ext>
                </a:extLst>
              </p14:cNvPr>
              <p14:cNvContentPartPr/>
              <p14:nvPr/>
            </p14:nvContentPartPr>
            <p14:xfrm>
              <a:off x="9124389" y="4923265"/>
              <a:ext cx="198360" cy="5263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C44A13AC-F398-4D4C-B42D-C9E1604CCD0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106389" y="4905265"/>
                <a:ext cx="234000" cy="56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CC8BBEFC-2BE8-4F1B-BB97-BDE6BC55F1D4}"/>
                  </a:ext>
                </a:extLst>
              </p14:cNvPr>
              <p14:cNvContentPartPr/>
              <p14:nvPr/>
            </p14:nvContentPartPr>
            <p14:xfrm>
              <a:off x="9961749" y="5616265"/>
              <a:ext cx="96120" cy="1504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CC8BBEFC-2BE8-4F1B-BB97-BDE6BC55F1D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944109" y="5598265"/>
                <a:ext cx="1317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0A08399D-CB74-440E-BE8C-C0B1DB151F15}"/>
                  </a:ext>
                </a:extLst>
              </p14:cNvPr>
              <p14:cNvContentPartPr/>
              <p14:nvPr/>
            </p14:nvContentPartPr>
            <p14:xfrm>
              <a:off x="9475749" y="5521945"/>
              <a:ext cx="385560" cy="2491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0A08399D-CB74-440E-BE8C-C0B1DB151F1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57732" y="5504279"/>
                <a:ext cx="421233" cy="284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7EB7753D-7211-44BD-B74D-2101789CC5BD}"/>
                  </a:ext>
                </a:extLst>
              </p14:cNvPr>
              <p14:cNvContentPartPr/>
              <p14:nvPr/>
            </p14:nvContentPartPr>
            <p14:xfrm>
              <a:off x="1072989" y="4779625"/>
              <a:ext cx="97560" cy="2062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7EB7753D-7211-44BD-B74D-2101789CC5B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55349" y="4761985"/>
                <a:ext cx="13320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1D3BE6F-C69B-46D0-AC5D-AFC8D817BA15}"/>
                  </a:ext>
                </a:extLst>
              </p14:cNvPr>
              <p14:cNvContentPartPr/>
              <p14:nvPr/>
            </p14:nvContentPartPr>
            <p14:xfrm>
              <a:off x="1236789" y="4609345"/>
              <a:ext cx="1130760" cy="3560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1D3BE6F-C69B-46D0-AC5D-AFC8D817BA1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19149" y="4591705"/>
                <a:ext cx="116640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67C6DB75-861B-40FF-A23D-D3025EDB20EA}"/>
                  </a:ext>
                </a:extLst>
              </p14:cNvPr>
              <p14:cNvContentPartPr/>
              <p14:nvPr/>
            </p14:nvContentPartPr>
            <p14:xfrm>
              <a:off x="2656269" y="4663345"/>
              <a:ext cx="639720" cy="3103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67C6DB75-861B-40FF-A23D-D3025EDB20E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8269" y="4645345"/>
                <a:ext cx="67536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451CFAC3-F631-4F00-A4F1-D307FBA10781}"/>
                  </a:ext>
                </a:extLst>
              </p14:cNvPr>
              <p14:cNvContentPartPr/>
              <p14:nvPr/>
            </p14:nvContentPartPr>
            <p14:xfrm>
              <a:off x="3004749" y="4706545"/>
              <a:ext cx="275040" cy="122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451CFAC3-F631-4F00-A4F1-D307FBA1078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986749" y="4688905"/>
                <a:ext cx="31068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7BF77CD8-6C86-40F9-8864-9971BB958508}"/>
                  </a:ext>
                </a:extLst>
              </p14:cNvPr>
              <p14:cNvContentPartPr/>
              <p14:nvPr/>
            </p14:nvContentPartPr>
            <p14:xfrm>
              <a:off x="3633309" y="4664785"/>
              <a:ext cx="1085400" cy="4010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7BF77CD8-6C86-40F9-8864-9971BB95850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15669" y="4647129"/>
                <a:ext cx="1121040" cy="4367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70413D80-0001-405C-B613-0DB120A38BCD}"/>
                  </a:ext>
                </a:extLst>
              </p14:cNvPr>
              <p14:cNvContentPartPr/>
              <p14:nvPr/>
            </p14:nvContentPartPr>
            <p14:xfrm>
              <a:off x="1214829" y="5393065"/>
              <a:ext cx="2530080" cy="12358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70413D80-0001-405C-B613-0DB120A38BC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97189" y="5375065"/>
                <a:ext cx="2565720" cy="127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7530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Moore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616E864F-7A86-4D93-BDFB-C4FAC49CD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868707"/>
            <a:ext cx="11543732" cy="50291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8317752E-E297-4D93-87A1-9559AA86799D}"/>
                  </a:ext>
                </a:extLst>
              </p14:cNvPr>
              <p14:cNvContentPartPr/>
              <p14:nvPr/>
            </p14:nvContentPartPr>
            <p14:xfrm>
              <a:off x="3585069" y="3336025"/>
              <a:ext cx="419760" cy="333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8317752E-E297-4D93-87A1-9559AA8679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7429" y="3318385"/>
                <a:ext cx="45540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65B669B0-9944-414E-B2F2-DB1ACA9DFD2B}"/>
                  </a:ext>
                </a:extLst>
              </p14:cNvPr>
              <p14:cNvContentPartPr/>
              <p14:nvPr/>
            </p14:nvContentPartPr>
            <p14:xfrm>
              <a:off x="6453189" y="3232705"/>
              <a:ext cx="330840" cy="3211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65B669B0-9944-414E-B2F2-DB1ACA9DFD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35549" y="3214705"/>
                <a:ext cx="36648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88F829E-3438-431A-820C-F6A941C30E34}"/>
                  </a:ext>
                </a:extLst>
              </p14:cNvPr>
              <p14:cNvContentPartPr/>
              <p14:nvPr/>
            </p14:nvContentPartPr>
            <p14:xfrm>
              <a:off x="11050389" y="2505145"/>
              <a:ext cx="625680" cy="3736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88F829E-3438-431A-820C-F6A941C30E3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32739" y="2487505"/>
                <a:ext cx="661341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7FF4277B-AE4C-4D97-B576-77A3F72BF955}"/>
                  </a:ext>
                </a:extLst>
              </p14:cNvPr>
              <p14:cNvContentPartPr/>
              <p14:nvPr/>
            </p14:nvContentPartPr>
            <p14:xfrm>
              <a:off x="10433709" y="2733385"/>
              <a:ext cx="456480" cy="1537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7FF4277B-AE4C-4D97-B576-77A3F72BF95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15709" y="2715745"/>
                <a:ext cx="49212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57BE6EAF-17E6-4BA3-9526-BB10C3A9CE8D}"/>
                  </a:ext>
                </a:extLst>
              </p14:cNvPr>
              <p14:cNvContentPartPr/>
              <p14:nvPr/>
            </p14:nvContentPartPr>
            <p14:xfrm>
              <a:off x="10375749" y="3248185"/>
              <a:ext cx="216000" cy="54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57BE6EAF-17E6-4BA3-9526-BB10C3A9CE8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358109" y="3230545"/>
                <a:ext cx="2516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89E851D3-C130-4FE2-B7B3-66C53197DE53}"/>
                  </a:ext>
                </a:extLst>
              </p14:cNvPr>
              <p14:cNvContentPartPr/>
              <p14:nvPr/>
            </p14:nvContentPartPr>
            <p14:xfrm>
              <a:off x="10809189" y="3090505"/>
              <a:ext cx="29520" cy="1850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89E851D3-C130-4FE2-B7B3-66C53197DE5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791189" y="3072505"/>
                <a:ext cx="651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70035EDD-BD98-49C9-8991-6A3D3490CB4B}"/>
                  </a:ext>
                </a:extLst>
              </p14:cNvPr>
              <p14:cNvContentPartPr/>
              <p14:nvPr/>
            </p14:nvContentPartPr>
            <p14:xfrm>
              <a:off x="11059389" y="3137665"/>
              <a:ext cx="14760" cy="1051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70035EDD-BD98-49C9-8991-6A3D3490CB4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041389" y="3119665"/>
                <a:ext cx="5040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EA23260F-1B6D-4CF9-9129-68E2D5A82BB2}"/>
                  </a:ext>
                </a:extLst>
              </p14:cNvPr>
              <p14:cNvContentPartPr/>
              <p14:nvPr/>
            </p14:nvContentPartPr>
            <p14:xfrm>
              <a:off x="11006109" y="3031825"/>
              <a:ext cx="58680" cy="90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EA23260F-1B6D-4CF9-9129-68E2D5A82BB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988469" y="3013825"/>
                <a:ext cx="943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A2EEFF02-C703-4960-A9D3-E0ED383413CD}"/>
                  </a:ext>
                </a:extLst>
              </p14:cNvPr>
              <p14:cNvContentPartPr/>
              <p14:nvPr/>
            </p14:nvContentPartPr>
            <p14:xfrm>
              <a:off x="11177829" y="2978545"/>
              <a:ext cx="658080" cy="3092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A2EEFF02-C703-4960-A9D3-E0ED383413C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160189" y="2960884"/>
                <a:ext cx="693720" cy="3449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CD22184D-96AA-4353-AB17-79EF63DA4747}"/>
                  </a:ext>
                </a:extLst>
              </p14:cNvPr>
              <p14:cNvContentPartPr/>
              <p14:nvPr/>
            </p14:nvContentPartPr>
            <p14:xfrm>
              <a:off x="11073429" y="3459865"/>
              <a:ext cx="857160" cy="3027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CD22184D-96AA-4353-AB17-79EF63DA474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055789" y="3442204"/>
                <a:ext cx="892800" cy="3384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35F1E0DC-EBFE-465C-9EC2-02C47877A915}"/>
                  </a:ext>
                </a:extLst>
              </p14:cNvPr>
              <p14:cNvContentPartPr/>
              <p14:nvPr/>
            </p14:nvContentPartPr>
            <p14:xfrm>
              <a:off x="10461429" y="3536905"/>
              <a:ext cx="492840" cy="19080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35F1E0DC-EBFE-465C-9EC2-02C47877A91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443442" y="3519265"/>
                <a:ext cx="528454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D758AD39-80C1-41F4-8683-0B9FE7F2021B}"/>
                  </a:ext>
                </a:extLst>
              </p14:cNvPr>
              <p14:cNvContentPartPr/>
              <p14:nvPr/>
            </p14:nvContentPartPr>
            <p14:xfrm>
              <a:off x="903789" y="2617825"/>
              <a:ext cx="644040" cy="6469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D758AD39-80C1-41F4-8683-0B9FE7F2021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85789" y="2599825"/>
                <a:ext cx="679680" cy="68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BE554DFD-7A5F-46A3-A8BC-D7501641E03B}"/>
                  </a:ext>
                </a:extLst>
              </p14:cNvPr>
              <p14:cNvContentPartPr/>
              <p14:nvPr/>
            </p14:nvContentPartPr>
            <p14:xfrm>
              <a:off x="8936469" y="2736625"/>
              <a:ext cx="693000" cy="55692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BE554DFD-7A5F-46A3-A8BC-D7501641E03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18829" y="2718985"/>
                <a:ext cx="728640" cy="5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55CA72F4-B2A1-4110-9CB0-8F7E8614EEC2}"/>
                  </a:ext>
                </a:extLst>
              </p14:cNvPr>
              <p14:cNvContentPartPr/>
              <p14:nvPr/>
            </p14:nvContentPartPr>
            <p14:xfrm>
              <a:off x="8770869" y="3811945"/>
              <a:ext cx="918720" cy="7632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55CA72F4-B2A1-4110-9CB0-8F7E8614EEC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752869" y="3794305"/>
                <a:ext cx="954360" cy="79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14B7337D-17B7-47E8-AFCB-052C02DC069C}"/>
                  </a:ext>
                </a:extLst>
              </p14:cNvPr>
              <p14:cNvContentPartPr/>
              <p14:nvPr/>
            </p14:nvContentPartPr>
            <p14:xfrm>
              <a:off x="2540709" y="6204865"/>
              <a:ext cx="239400" cy="183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14B7337D-17B7-47E8-AFCB-052C02DC069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523069" y="6186865"/>
                <a:ext cx="27504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FB6A9DCF-CC7D-4BD8-A25E-90FED4D84AB1}"/>
                  </a:ext>
                </a:extLst>
              </p14:cNvPr>
              <p14:cNvContentPartPr/>
              <p14:nvPr/>
            </p14:nvContentPartPr>
            <p14:xfrm>
              <a:off x="3079989" y="6193705"/>
              <a:ext cx="503280" cy="1245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FB6A9DCF-CC7D-4BD8-A25E-90FED4D84AB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061989" y="6175705"/>
                <a:ext cx="5389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21AD7EA2-6115-40C1-8B00-8DA877BF1042}"/>
                  </a:ext>
                </a:extLst>
              </p14:cNvPr>
              <p14:cNvContentPartPr/>
              <p14:nvPr/>
            </p14:nvContentPartPr>
            <p14:xfrm>
              <a:off x="8676909" y="6126385"/>
              <a:ext cx="501480" cy="27432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21AD7EA2-6115-40C1-8B00-8DA877BF104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658909" y="6108385"/>
                <a:ext cx="53712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A788D5B1-285B-4BD4-A190-12627C06B90B}"/>
                  </a:ext>
                </a:extLst>
              </p14:cNvPr>
              <p14:cNvContentPartPr/>
              <p14:nvPr/>
            </p14:nvContentPartPr>
            <p14:xfrm>
              <a:off x="6636789" y="5953585"/>
              <a:ext cx="1472760" cy="36468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A788D5B1-285B-4BD4-A190-12627C06B90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619145" y="5935945"/>
                <a:ext cx="1508409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65660D86-B2B2-4D36-B063-224DA8728496}"/>
                  </a:ext>
                </a:extLst>
              </p14:cNvPr>
              <p14:cNvContentPartPr/>
              <p14:nvPr/>
            </p14:nvContentPartPr>
            <p14:xfrm>
              <a:off x="5876109" y="5991025"/>
              <a:ext cx="327960" cy="3459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65660D86-B2B2-4D36-B063-224DA872849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858469" y="5973025"/>
                <a:ext cx="36360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EBC11D3C-4299-44A7-9B42-8C55770F03F4}"/>
                  </a:ext>
                </a:extLst>
              </p14:cNvPr>
              <p14:cNvContentPartPr/>
              <p14:nvPr/>
            </p14:nvContentPartPr>
            <p14:xfrm>
              <a:off x="5035509" y="6034585"/>
              <a:ext cx="707760" cy="2858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EBC11D3C-4299-44A7-9B42-8C55770F03F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017509" y="6016945"/>
                <a:ext cx="74340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C7FFEDFB-90A8-49E6-A12A-67FD24DFD7ED}"/>
                  </a:ext>
                </a:extLst>
              </p14:cNvPr>
              <p14:cNvContentPartPr/>
              <p14:nvPr/>
            </p14:nvContentPartPr>
            <p14:xfrm>
              <a:off x="3892869" y="5978425"/>
              <a:ext cx="732240" cy="6120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C7FFEDFB-90A8-49E6-A12A-67FD24DFD7E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875220" y="5960785"/>
                <a:ext cx="767898" cy="64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4E88EF00-1FD1-416D-B46E-3886D8577ACA}"/>
                  </a:ext>
                </a:extLst>
              </p14:cNvPr>
              <p14:cNvContentPartPr/>
              <p14:nvPr/>
            </p14:nvContentPartPr>
            <p14:xfrm>
              <a:off x="2030589" y="6102265"/>
              <a:ext cx="198720" cy="2347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4E88EF00-1FD1-416D-B46E-3886D8577AC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012949" y="6084265"/>
                <a:ext cx="2343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DE65BDF4-5FCF-4996-BFDE-4C18807ACA93}"/>
                  </a:ext>
                </a:extLst>
              </p14:cNvPr>
              <p14:cNvContentPartPr/>
              <p14:nvPr/>
            </p14:nvContentPartPr>
            <p14:xfrm>
              <a:off x="9692469" y="6055465"/>
              <a:ext cx="1304280" cy="29916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DE65BDF4-5FCF-4996-BFDE-4C18807ACA9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674829" y="6037487"/>
                <a:ext cx="1339920" cy="33475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493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/>
              <a:t>Exemplu de analiză pentru un automat Moore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74327B-71D7-4C45-8866-DB11CC6DB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234464"/>
            <a:ext cx="6766486" cy="2560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FCA463BC-2407-4938-B648-EB116D6EA78F}"/>
                  </a:ext>
                </a:extLst>
              </p14:cNvPr>
              <p14:cNvContentPartPr/>
              <p14:nvPr/>
            </p14:nvContentPartPr>
            <p14:xfrm>
              <a:off x="756549" y="905665"/>
              <a:ext cx="176760" cy="2055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FCA463BC-2407-4938-B648-EB116D6EA7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909" y="888025"/>
                <a:ext cx="2124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65D2DF5C-F01A-42F7-A579-FEBA4EDC439F}"/>
                  </a:ext>
                </a:extLst>
              </p14:cNvPr>
              <p14:cNvContentPartPr/>
              <p14:nvPr/>
            </p14:nvContentPartPr>
            <p14:xfrm>
              <a:off x="2883429" y="745465"/>
              <a:ext cx="855360" cy="3445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65D2DF5C-F01A-42F7-A579-FEBA4EDC43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65789" y="727825"/>
                <a:ext cx="89100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77DC7D0-2EEF-4F05-8571-C9E12772EF8A}"/>
                  </a:ext>
                </a:extLst>
              </p14:cNvPr>
              <p14:cNvContentPartPr/>
              <p14:nvPr/>
            </p14:nvContentPartPr>
            <p14:xfrm>
              <a:off x="1129869" y="807385"/>
              <a:ext cx="1308960" cy="3229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77DC7D0-2EEF-4F05-8571-C9E12772EF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1869" y="789385"/>
                <a:ext cx="134460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9257CD6E-08BF-4E1B-90F1-E5A4FE1EE9A6}"/>
                  </a:ext>
                </a:extLst>
              </p14:cNvPr>
              <p14:cNvContentPartPr/>
              <p14:nvPr/>
            </p14:nvContentPartPr>
            <p14:xfrm>
              <a:off x="10614069" y="4278145"/>
              <a:ext cx="1240200" cy="57456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9257CD6E-08BF-4E1B-90F1-E5A4FE1EE9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96069" y="4260134"/>
                <a:ext cx="1275840" cy="610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45B7B7E5-E488-46F8-A33B-957995EE0724}"/>
                  </a:ext>
                </a:extLst>
              </p14:cNvPr>
              <p14:cNvContentPartPr/>
              <p14:nvPr/>
            </p14:nvContentPartPr>
            <p14:xfrm>
              <a:off x="913509" y="4005625"/>
              <a:ext cx="9433440" cy="177588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45B7B7E5-E488-46F8-A33B-957995EE072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5509" y="3987981"/>
                <a:ext cx="9469080" cy="18115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0EFA342E-A0F2-437A-B919-2A8944C030C4}"/>
                  </a:ext>
                </a:extLst>
              </p14:cNvPr>
              <p14:cNvContentPartPr/>
              <p14:nvPr/>
            </p14:nvContentPartPr>
            <p14:xfrm>
              <a:off x="6634629" y="1176745"/>
              <a:ext cx="1153440" cy="184896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0EFA342E-A0F2-437A-B919-2A8944C030C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16989" y="1158745"/>
                <a:ext cx="1189080" cy="18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0F1E3DCA-9BA3-43A9-883D-258648EAB85B}"/>
                  </a:ext>
                </a:extLst>
              </p14:cNvPr>
              <p14:cNvContentPartPr/>
              <p14:nvPr/>
            </p14:nvContentPartPr>
            <p14:xfrm>
              <a:off x="8040789" y="1543585"/>
              <a:ext cx="978120" cy="3186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0F1E3DCA-9BA3-43A9-883D-258648EAB85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022789" y="1525925"/>
                <a:ext cx="1013760" cy="35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A77B4023-6F78-4BA1-B111-54C4AD0F4366}"/>
                  </a:ext>
                </a:extLst>
              </p14:cNvPr>
              <p14:cNvContentPartPr/>
              <p14:nvPr/>
            </p14:nvContentPartPr>
            <p14:xfrm>
              <a:off x="1226709" y="6093625"/>
              <a:ext cx="145440" cy="1368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A77B4023-6F78-4BA1-B111-54C4AD0F436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09069" y="6075985"/>
                <a:ext cx="1810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B1109003-01EE-4CA9-B89A-454AB5FFC428}"/>
                  </a:ext>
                </a:extLst>
              </p14:cNvPr>
              <p14:cNvContentPartPr/>
              <p14:nvPr/>
            </p14:nvContentPartPr>
            <p14:xfrm>
              <a:off x="1741149" y="6014425"/>
              <a:ext cx="477360" cy="13212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B1109003-01EE-4CA9-B89A-454AB5FFC42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723509" y="5996785"/>
                <a:ext cx="5130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7C3D9868-7D2D-4291-8870-8B8084EE9D9A}"/>
                  </a:ext>
                </a:extLst>
              </p14:cNvPr>
              <p14:cNvContentPartPr/>
              <p14:nvPr/>
            </p14:nvContentPartPr>
            <p14:xfrm>
              <a:off x="2691189" y="6032785"/>
              <a:ext cx="109080" cy="11340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7C3D9868-7D2D-4291-8870-8B8084EE9D9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673189" y="6015145"/>
                <a:ext cx="1447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B0C60A1A-8736-45BF-A98C-CF77D739DA6B}"/>
                  </a:ext>
                </a:extLst>
              </p14:cNvPr>
              <p14:cNvContentPartPr/>
              <p14:nvPr/>
            </p14:nvContentPartPr>
            <p14:xfrm>
              <a:off x="314469" y="1251265"/>
              <a:ext cx="582840" cy="59400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B0C60A1A-8736-45BF-A98C-CF77D739DA6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96469" y="1233625"/>
                <a:ext cx="618480" cy="62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1E7E75BA-2E41-4DBE-9861-8B293C916142}"/>
                  </a:ext>
                </a:extLst>
              </p14:cNvPr>
              <p14:cNvContentPartPr/>
              <p14:nvPr/>
            </p14:nvContentPartPr>
            <p14:xfrm>
              <a:off x="293229" y="1925905"/>
              <a:ext cx="1022760" cy="27144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1E7E75BA-2E41-4DBE-9861-8B293C91614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75589" y="1908265"/>
                <a:ext cx="105840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C7BA404F-EE62-4AD6-A473-637D38A3A60D}"/>
                  </a:ext>
                </a:extLst>
              </p14:cNvPr>
              <p14:cNvContentPartPr/>
              <p14:nvPr/>
            </p14:nvContentPartPr>
            <p14:xfrm>
              <a:off x="10637469" y="6073465"/>
              <a:ext cx="1103400" cy="69552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C7BA404F-EE62-4AD6-A473-637D38A3A60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619469" y="6055465"/>
                <a:ext cx="113904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4E7936F7-2323-41B6-BF50-369512BF9A14}"/>
                  </a:ext>
                </a:extLst>
              </p14:cNvPr>
              <p14:cNvContentPartPr/>
              <p14:nvPr/>
            </p14:nvContentPartPr>
            <p14:xfrm>
              <a:off x="7286229" y="6180745"/>
              <a:ext cx="615600" cy="38556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4E7936F7-2323-41B6-BF50-369512BF9A1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268229" y="6163105"/>
                <a:ext cx="65124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6AB7477E-2C7F-483F-BD5C-5BC9B96CC927}"/>
                  </a:ext>
                </a:extLst>
              </p14:cNvPr>
              <p14:cNvContentPartPr/>
              <p14:nvPr/>
            </p14:nvContentPartPr>
            <p14:xfrm>
              <a:off x="3113469" y="5867185"/>
              <a:ext cx="3766320" cy="86220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6AB7477E-2C7F-483F-BD5C-5BC9B96CC92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095469" y="5849185"/>
                <a:ext cx="3801960" cy="8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D4D9C94F-F9BF-4F16-ADB5-87010F2B6238}"/>
                  </a:ext>
                </a:extLst>
              </p14:cNvPr>
              <p14:cNvContentPartPr/>
              <p14:nvPr/>
            </p14:nvContentPartPr>
            <p14:xfrm>
              <a:off x="1255149" y="6304585"/>
              <a:ext cx="1498320" cy="28008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D4D9C94F-F9BF-4F16-ADB5-87010F2B623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237509" y="6286585"/>
                <a:ext cx="153396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7" name="Cerneală 256">
                <a:extLst>
                  <a:ext uri="{FF2B5EF4-FFF2-40B4-BE49-F238E27FC236}">
                    <a16:creationId xmlns:a16="http://schemas.microsoft.com/office/drawing/2014/main" id="{B87B1AF9-923E-4895-A710-21B05223C0C2}"/>
                  </a:ext>
                </a:extLst>
              </p14:cNvPr>
              <p14:cNvContentPartPr/>
              <p14:nvPr/>
            </p14:nvContentPartPr>
            <p14:xfrm>
              <a:off x="8017749" y="2177905"/>
              <a:ext cx="4087080" cy="881280"/>
            </p14:xfrm>
          </p:contentPart>
        </mc:Choice>
        <mc:Fallback xmlns="">
          <p:pic>
            <p:nvPicPr>
              <p:cNvPr id="257" name="Cerneală 256">
                <a:extLst>
                  <a:ext uri="{FF2B5EF4-FFF2-40B4-BE49-F238E27FC236}">
                    <a16:creationId xmlns:a16="http://schemas.microsoft.com/office/drawing/2014/main" id="{B87B1AF9-923E-4895-A710-21B05223C0C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999749" y="2159905"/>
                <a:ext cx="4122720" cy="9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4B6B035A-4A48-4568-A672-2ED8C85BACF7}"/>
                  </a:ext>
                </a:extLst>
              </p14:cNvPr>
              <p14:cNvContentPartPr/>
              <p14:nvPr/>
            </p14:nvContentPartPr>
            <p14:xfrm>
              <a:off x="8277309" y="3363745"/>
              <a:ext cx="451800" cy="25200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4B6B035A-4A48-4568-A672-2ED8C85BACF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259669" y="3346105"/>
                <a:ext cx="4874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72" name="Cerneală 271">
                <a:extLst>
                  <a:ext uri="{FF2B5EF4-FFF2-40B4-BE49-F238E27FC236}">
                    <a16:creationId xmlns:a16="http://schemas.microsoft.com/office/drawing/2014/main" id="{22F32D61-772D-412D-A446-E9755F3379DD}"/>
                  </a:ext>
                </a:extLst>
              </p14:cNvPr>
              <p14:cNvContentPartPr/>
              <p14:nvPr/>
            </p14:nvContentPartPr>
            <p14:xfrm>
              <a:off x="8200269" y="5957905"/>
              <a:ext cx="2189520" cy="761040"/>
            </p14:xfrm>
          </p:contentPart>
        </mc:Choice>
        <mc:Fallback xmlns="">
          <p:pic>
            <p:nvPicPr>
              <p:cNvPr id="272" name="Cerneală 271">
                <a:extLst>
                  <a:ext uri="{FF2B5EF4-FFF2-40B4-BE49-F238E27FC236}">
                    <a16:creationId xmlns:a16="http://schemas.microsoft.com/office/drawing/2014/main" id="{22F32D61-772D-412D-A446-E9755F3379D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182629" y="5939914"/>
                <a:ext cx="2225160" cy="7966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73" name="Cerneală 272">
                <a:extLst>
                  <a:ext uri="{FF2B5EF4-FFF2-40B4-BE49-F238E27FC236}">
                    <a16:creationId xmlns:a16="http://schemas.microsoft.com/office/drawing/2014/main" id="{A0B979AB-405C-45B9-BDB6-FC9FAC00F99A}"/>
                  </a:ext>
                </a:extLst>
              </p14:cNvPr>
              <p14:cNvContentPartPr/>
              <p14:nvPr/>
            </p14:nvContentPartPr>
            <p14:xfrm>
              <a:off x="8922789" y="3153505"/>
              <a:ext cx="2728800" cy="690840"/>
            </p14:xfrm>
          </p:contentPart>
        </mc:Choice>
        <mc:Fallback xmlns="">
          <p:pic>
            <p:nvPicPr>
              <p:cNvPr id="273" name="Cerneală 272">
                <a:extLst>
                  <a:ext uri="{FF2B5EF4-FFF2-40B4-BE49-F238E27FC236}">
                    <a16:creationId xmlns:a16="http://schemas.microsoft.com/office/drawing/2014/main" id="{A0B979AB-405C-45B9-BDB6-FC9FAC00F99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905149" y="3135505"/>
                <a:ext cx="2764440" cy="72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6373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>
            <a:extLst>
              <a:ext uri="{FF2B5EF4-FFF2-40B4-BE49-F238E27FC236}">
                <a16:creationId xmlns:a16="http://schemas.microsoft.com/office/drawing/2014/main" id="{61677B7D-1D4C-40E1-8BBF-5AF7EFB88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234464"/>
            <a:ext cx="6766486" cy="2560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42D3B581-53D6-4C28-8444-9C7B4DE826EB}"/>
                  </a:ext>
                </a:extLst>
              </p14:cNvPr>
              <p14:cNvContentPartPr/>
              <p14:nvPr/>
            </p14:nvContentPartPr>
            <p14:xfrm>
              <a:off x="8698149" y="3759745"/>
              <a:ext cx="1501920" cy="4993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42D3B581-53D6-4C28-8444-9C7B4DE826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80149" y="3742105"/>
                <a:ext cx="153756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5CFDFE5F-FB49-4FDA-91C0-02E7B03B8A6E}"/>
                  </a:ext>
                </a:extLst>
              </p14:cNvPr>
              <p14:cNvContentPartPr/>
              <p14:nvPr/>
            </p14:nvContentPartPr>
            <p14:xfrm>
              <a:off x="6275349" y="220945"/>
              <a:ext cx="2365920" cy="89676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5CFDFE5F-FB49-4FDA-91C0-02E7B03B8A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57349" y="203298"/>
                <a:ext cx="2401560" cy="932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B3F8FE57-66E7-435C-BE46-21BF3234519D}"/>
                  </a:ext>
                </a:extLst>
              </p14:cNvPr>
              <p14:cNvContentPartPr/>
              <p14:nvPr/>
            </p14:nvContentPartPr>
            <p14:xfrm>
              <a:off x="3519549" y="81265"/>
              <a:ext cx="2475000" cy="228204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B3F8FE57-66E7-435C-BE46-21BF323451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01552" y="63622"/>
                <a:ext cx="2510635" cy="23176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73D0993A-0470-4B9B-9FB7-98FD7ED31B9F}"/>
                  </a:ext>
                </a:extLst>
              </p14:cNvPr>
              <p14:cNvContentPartPr/>
              <p14:nvPr/>
            </p14:nvContentPartPr>
            <p14:xfrm>
              <a:off x="8465589" y="5008225"/>
              <a:ext cx="1318680" cy="58032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73D0993A-0470-4B9B-9FB7-98FD7ED31B9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47949" y="4990585"/>
                <a:ext cx="1354320" cy="61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A92CBD8C-FD4B-4A24-A62F-D452A6C34F3A}"/>
                  </a:ext>
                </a:extLst>
              </p14:cNvPr>
              <p14:cNvContentPartPr/>
              <p14:nvPr/>
            </p14:nvContentPartPr>
            <p14:xfrm>
              <a:off x="625509" y="3932185"/>
              <a:ext cx="7575120" cy="165492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A92CBD8C-FD4B-4A24-A62F-D452A6C34F3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7509" y="3914545"/>
                <a:ext cx="7610760" cy="169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FAA61425-8A20-44E1-8603-AD0C402FACE5}"/>
                  </a:ext>
                </a:extLst>
              </p14:cNvPr>
              <p14:cNvContentPartPr/>
              <p14:nvPr/>
            </p14:nvContentPartPr>
            <p14:xfrm>
              <a:off x="6593229" y="1193305"/>
              <a:ext cx="1153800" cy="183564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FAA61425-8A20-44E1-8603-AD0C402FACE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75229" y="1175665"/>
                <a:ext cx="1189440" cy="18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DBB24400-B02F-4C26-9F43-ABD783A62D1B}"/>
                  </a:ext>
                </a:extLst>
              </p14:cNvPr>
              <p14:cNvContentPartPr/>
              <p14:nvPr/>
            </p14:nvContentPartPr>
            <p14:xfrm>
              <a:off x="11097549" y="1703425"/>
              <a:ext cx="360" cy="36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DBB24400-B02F-4C26-9F43-ABD783A62D1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079549" y="16857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7AF8AE4C-9A86-4C05-A6D3-C17F43E42958}"/>
                  </a:ext>
                </a:extLst>
              </p14:cNvPr>
              <p14:cNvContentPartPr/>
              <p14:nvPr/>
            </p14:nvContentPartPr>
            <p14:xfrm>
              <a:off x="10240029" y="1773985"/>
              <a:ext cx="807120" cy="22860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7AF8AE4C-9A86-4C05-A6D3-C17F43E4295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222037" y="1756013"/>
                <a:ext cx="842744" cy="2641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7C9CABB2-F958-4D7B-AB0B-48D9240732BB}"/>
                  </a:ext>
                </a:extLst>
              </p14:cNvPr>
              <p14:cNvContentPartPr/>
              <p14:nvPr/>
            </p14:nvContentPartPr>
            <p14:xfrm>
              <a:off x="9424269" y="1615945"/>
              <a:ext cx="464040" cy="51984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7C9CABB2-F958-4D7B-AB0B-48D9240732B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406629" y="1597945"/>
                <a:ext cx="499680" cy="55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4A92D8CB-1BFC-4B07-AB02-E8DF052C74D7}"/>
                  </a:ext>
                </a:extLst>
              </p14:cNvPr>
              <p14:cNvContentPartPr/>
              <p14:nvPr/>
            </p14:nvContentPartPr>
            <p14:xfrm>
              <a:off x="7947549" y="1625665"/>
              <a:ext cx="1047240" cy="38016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4A92D8CB-1BFC-4B07-AB02-E8DF052C74D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929549" y="1608025"/>
                <a:ext cx="108288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D8599D94-9561-4775-B03A-C46A13061255}"/>
                  </a:ext>
                </a:extLst>
              </p14:cNvPr>
              <p14:cNvContentPartPr/>
              <p14:nvPr/>
            </p14:nvContentPartPr>
            <p14:xfrm>
              <a:off x="369909" y="140305"/>
              <a:ext cx="2926800" cy="213048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D8599D94-9561-4775-B03A-C46A1306125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1909" y="122662"/>
                <a:ext cx="2962440" cy="216612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8785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Moore</a:t>
            </a:r>
          </a:p>
          <a:p>
            <a:r>
              <a:rPr lang="ro-RO" sz="2400" b="1" dirty="0"/>
              <a:t>a) Recunoașterea tipului de automat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B90588A-B5A4-4808-AD37-D3BCD0D8F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783098"/>
            <a:ext cx="6766486" cy="2560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9BDBA5B5-E8CA-413A-AF6B-B271568DCCE9}"/>
                  </a:ext>
                </a:extLst>
              </p14:cNvPr>
              <p14:cNvContentPartPr/>
              <p14:nvPr/>
            </p14:nvContentPartPr>
            <p14:xfrm>
              <a:off x="8623989" y="782905"/>
              <a:ext cx="964800" cy="2901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9BDBA5B5-E8CA-413A-AF6B-B271568DCC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06349" y="764905"/>
                <a:ext cx="100044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880E65D2-EE22-475E-9575-A8BCB8C76C43}"/>
                  </a:ext>
                </a:extLst>
              </p14:cNvPr>
              <p14:cNvContentPartPr/>
              <p14:nvPr/>
            </p14:nvContentPartPr>
            <p14:xfrm>
              <a:off x="7993629" y="886585"/>
              <a:ext cx="350640" cy="1641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880E65D2-EE22-475E-9575-A8BCB8C76C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75989" y="868585"/>
                <a:ext cx="38628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1EF9F966-5F57-4A81-8001-368F2E718AEF}"/>
                  </a:ext>
                </a:extLst>
              </p14:cNvPr>
              <p14:cNvContentPartPr/>
              <p14:nvPr/>
            </p14:nvContentPartPr>
            <p14:xfrm>
              <a:off x="8686629" y="1452865"/>
              <a:ext cx="124560" cy="687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1EF9F966-5F57-4A81-8001-368F2E718AE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68989" y="1434865"/>
                <a:ext cx="1602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13A79892-4B9D-4B3A-BCF8-294AD52D6D0F}"/>
                  </a:ext>
                </a:extLst>
              </p14:cNvPr>
              <p14:cNvContentPartPr/>
              <p14:nvPr/>
            </p14:nvContentPartPr>
            <p14:xfrm>
              <a:off x="9134109" y="1188265"/>
              <a:ext cx="1312200" cy="3088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13A79892-4B9D-4B3A-BCF8-294AD52D6D0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16469" y="1170244"/>
                <a:ext cx="1347840" cy="3445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D5CE6281-37FF-48F5-AA9D-A205F6777B6B}"/>
                  </a:ext>
                </a:extLst>
              </p14:cNvPr>
              <p14:cNvContentPartPr/>
              <p14:nvPr/>
            </p14:nvContentPartPr>
            <p14:xfrm>
              <a:off x="8060949" y="1404985"/>
              <a:ext cx="358920" cy="1497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D5CE6281-37FF-48F5-AA9D-A205F6777B6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43309" y="1386985"/>
                <a:ext cx="3945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1444A915-8DD6-422C-9C02-309A9571D59A}"/>
                  </a:ext>
                </a:extLst>
              </p14:cNvPr>
              <p14:cNvContentPartPr/>
              <p14:nvPr/>
            </p14:nvContentPartPr>
            <p14:xfrm>
              <a:off x="8638389" y="1906825"/>
              <a:ext cx="186480" cy="1357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1444A915-8DD6-422C-9C02-309A9571D59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20389" y="1889185"/>
                <a:ext cx="2221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6D52C0ED-2ABB-4A58-98D6-08C23FC30572}"/>
                  </a:ext>
                </a:extLst>
              </p14:cNvPr>
              <p14:cNvContentPartPr/>
              <p14:nvPr/>
            </p14:nvContentPartPr>
            <p14:xfrm>
              <a:off x="8742429" y="2464825"/>
              <a:ext cx="209520" cy="1821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6D52C0ED-2ABB-4A58-98D6-08C23FC3057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724789" y="2446825"/>
                <a:ext cx="2451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19CABCDA-3F14-4971-B146-844045C1892A}"/>
                  </a:ext>
                </a:extLst>
              </p14:cNvPr>
              <p14:cNvContentPartPr/>
              <p14:nvPr/>
            </p14:nvContentPartPr>
            <p14:xfrm>
              <a:off x="8080389" y="2425225"/>
              <a:ext cx="364680" cy="1692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19CABCDA-3F14-4971-B146-844045C1892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062407" y="2407585"/>
                <a:ext cx="400285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EC6764F1-F6E2-4CA4-AC56-7C4C4B49C669}"/>
                  </a:ext>
                </a:extLst>
              </p14:cNvPr>
              <p14:cNvContentPartPr/>
              <p14:nvPr/>
            </p14:nvContentPartPr>
            <p14:xfrm>
              <a:off x="9259389" y="1732225"/>
              <a:ext cx="1010880" cy="2876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EC6764F1-F6E2-4CA4-AC56-7C4C4B49C66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241389" y="1714585"/>
                <a:ext cx="104652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9505463C-7888-4FDE-97EA-380C96F08D8A}"/>
                  </a:ext>
                </a:extLst>
              </p14:cNvPr>
              <p14:cNvContentPartPr/>
              <p14:nvPr/>
            </p14:nvContentPartPr>
            <p14:xfrm>
              <a:off x="8070309" y="1886305"/>
              <a:ext cx="370080" cy="1990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9505463C-7888-4FDE-97EA-380C96F08D8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052669" y="1868305"/>
                <a:ext cx="4057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32D6D42C-16E6-4AAC-B237-4C0D03B2144E}"/>
                  </a:ext>
                </a:extLst>
              </p14:cNvPr>
              <p14:cNvContentPartPr/>
              <p14:nvPr/>
            </p14:nvContentPartPr>
            <p14:xfrm>
              <a:off x="10722429" y="2731225"/>
              <a:ext cx="794160" cy="3762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32D6D42C-16E6-4AAC-B237-4C0D03B2144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704789" y="2713585"/>
                <a:ext cx="82980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183EB936-8E7E-42E7-A337-012CB72876B8}"/>
                  </a:ext>
                </a:extLst>
              </p14:cNvPr>
              <p14:cNvContentPartPr/>
              <p14:nvPr/>
            </p14:nvContentPartPr>
            <p14:xfrm>
              <a:off x="10271709" y="2921305"/>
              <a:ext cx="129960" cy="2840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183EB936-8E7E-42E7-A337-012CB72876B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254069" y="2903328"/>
                <a:ext cx="165600" cy="3196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EECE7DF2-35D7-4DB8-80B0-A327A8F32A32}"/>
                  </a:ext>
                </a:extLst>
              </p14:cNvPr>
              <p14:cNvContentPartPr/>
              <p14:nvPr/>
            </p14:nvContentPartPr>
            <p14:xfrm>
              <a:off x="9610749" y="2911225"/>
              <a:ext cx="430200" cy="2368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EECE7DF2-35D7-4DB8-80B0-A327A8F32A3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592749" y="2893585"/>
                <a:ext cx="46584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EC996C81-F883-4BB8-90F4-97650778FD59}"/>
                  </a:ext>
                </a:extLst>
              </p14:cNvPr>
              <p14:cNvContentPartPr/>
              <p14:nvPr/>
            </p14:nvContentPartPr>
            <p14:xfrm>
              <a:off x="8821269" y="3012385"/>
              <a:ext cx="658800" cy="13752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EC996C81-F883-4BB8-90F4-97650778FD5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803629" y="2994745"/>
                <a:ext cx="6944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7472C271-5ABF-4232-AE66-048F6A7A30CD}"/>
                  </a:ext>
                </a:extLst>
              </p14:cNvPr>
              <p14:cNvContentPartPr/>
              <p14:nvPr/>
            </p14:nvContentPartPr>
            <p14:xfrm>
              <a:off x="8152389" y="2973865"/>
              <a:ext cx="370080" cy="21096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7472C271-5ABF-4232-AE66-048F6A7A30C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134406" y="2956225"/>
                <a:ext cx="405685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5E0717C8-B000-4581-950C-E46EFE257566}"/>
                  </a:ext>
                </a:extLst>
              </p14:cNvPr>
              <p14:cNvContentPartPr/>
              <p14:nvPr/>
            </p14:nvContentPartPr>
            <p14:xfrm>
              <a:off x="9249309" y="2187625"/>
              <a:ext cx="1454040" cy="38304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5E0717C8-B000-4581-950C-E46EFE25756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231669" y="2169968"/>
                <a:ext cx="1489680" cy="4187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C3FB3F1E-6479-45E3-97B0-FE337955035A}"/>
                  </a:ext>
                </a:extLst>
              </p14:cNvPr>
              <p14:cNvContentPartPr/>
              <p14:nvPr/>
            </p14:nvContentPartPr>
            <p14:xfrm>
              <a:off x="8070309" y="3724825"/>
              <a:ext cx="278640" cy="21780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C3FB3F1E-6479-45E3-97B0-FE337955035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052669" y="3706825"/>
                <a:ext cx="31428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7E37BA8D-328D-4BB2-BE78-55AA2D08F1ED}"/>
                  </a:ext>
                </a:extLst>
              </p14:cNvPr>
              <p14:cNvContentPartPr/>
              <p14:nvPr/>
            </p14:nvContentPartPr>
            <p14:xfrm>
              <a:off x="10709469" y="4515745"/>
              <a:ext cx="447480" cy="26676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7E37BA8D-328D-4BB2-BE78-55AA2D08F1E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691469" y="4498105"/>
                <a:ext cx="48312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B2F720F9-C916-4BEC-B688-A45E3FCFBBC2}"/>
                  </a:ext>
                </a:extLst>
              </p14:cNvPr>
              <p14:cNvContentPartPr/>
              <p14:nvPr/>
            </p14:nvContentPartPr>
            <p14:xfrm>
              <a:off x="9609669" y="4403425"/>
              <a:ext cx="887040" cy="3906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B2F720F9-C916-4BEC-B688-A45E3FCFBBC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592022" y="4385442"/>
                <a:ext cx="922694" cy="4262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09148C48-C48D-4881-B309-1131E77D800A}"/>
                  </a:ext>
                </a:extLst>
              </p14:cNvPr>
              <p14:cNvContentPartPr/>
              <p14:nvPr/>
            </p14:nvContentPartPr>
            <p14:xfrm>
              <a:off x="8753949" y="4435105"/>
              <a:ext cx="697320" cy="33480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09148C48-C48D-4881-B309-1131E77D800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735949" y="4417446"/>
                <a:ext cx="732960" cy="3704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AF2BF235-F9E1-4245-9B5B-F83900BCE200}"/>
                  </a:ext>
                </a:extLst>
              </p14:cNvPr>
              <p14:cNvContentPartPr/>
              <p14:nvPr/>
            </p14:nvContentPartPr>
            <p14:xfrm>
              <a:off x="8609949" y="3578665"/>
              <a:ext cx="2293920" cy="76752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AF2BF235-F9E1-4245-9B5B-F83900BCE20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591952" y="3560665"/>
                <a:ext cx="2329554" cy="80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D41DDB02-8764-4394-811F-C422B8BA0339}"/>
                  </a:ext>
                </a:extLst>
              </p14:cNvPr>
              <p14:cNvContentPartPr/>
              <p14:nvPr/>
            </p14:nvContentPartPr>
            <p14:xfrm>
              <a:off x="8706069" y="4927945"/>
              <a:ext cx="1377000" cy="4359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D41DDB02-8764-4394-811F-C422B8BA033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688069" y="4909945"/>
                <a:ext cx="1412640" cy="47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893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163D7CB-F72A-49AA-98B2-28BECC393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77" y="502952"/>
            <a:ext cx="8941428" cy="3383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1248F962-E2C1-496A-9D6F-90BCC3752B9B}"/>
                  </a:ext>
                </a:extLst>
              </p14:cNvPr>
              <p14:cNvContentPartPr/>
              <p14:nvPr/>
            </p14:nvContentPartPr>
            <p14:xfrm>
              <a:off x="1101789" y="4692865"/>
              <a:ext cx="200520" cy="284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1248F962-E2C1-496A-9D6F-90BCC3752B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3789" y="4675225"/>
                <a:ext cx="2361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16088DD6-A77C-4321-8292-C5BD9F9CBC16}"/>
                  </a:ext>
                </a:extLst>
              </p14:cNvPr>
              <p14:cNvContentPartPr/>
              <p14:nvPr/>
            </p14:nvContentPartPr>
            <p14:xfrm>
              <a:off x="1159389" y="4797985"/>
              <a:ext cx="134640" cy="115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16088DD6-A77C-4321-8292-C5BD9F9CBC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1749" y="4780345"/>
                <a:ext cx="1702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2AE012ED-E96A-4CA8-8709-FFDAB63386EE}"/>
                  </a:ext>
                </a:extLst>
              </p14:cNvPr>
              <p14:cNvContentPartPr/>
              <p14:nvPr/>
            </p14:nvContentPartPr>
            <p14:xfrm>
              <a:off x="1542069" y="4603585"/>
              <a:ext cx="163440" cy="2106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2AE012ED-E96A-4CA8-8709-FFDAB63386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24069" y="4585945"/>
                <a:ext cx="19908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A97C558D-81E6-40A0-82E2-DC7C93D626E9}"/>
                  </a:ext>
                </a:extLst>
              </p14:cNvPr>
              <p14:cNvContentPartPr/>
              <p14:nvPr/>
            </p14:nvContentPartPr>
            <p14:xfrm>
              <a:off x="1616589" y="4961785"/>
              <a:ext cx="27720" cy="370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A97C558D-81E6-40A0-82E2-DC7C93D626E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98949" y="4943785"/>
                <a:ext cx="633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FCB61544-BA62-4A4D-82AE-E818ACA0043A}"/>
                  </a:ext>
                </a:extLst>
              </p14:cNvPr>
              <p14:cNvContentPartPr/>
              <p14:nvPr/>
            </p14:nvContentPartPr>
            <p14:xfrm>
              <a:off x="641709" y="4598185"/>
              <a:ext cx="333000" cy="3117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FCB61544-BA62-4A4D-82AE-E818ACA0043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4069" y="4580545"/>
                <a:ext cx="36864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2594244E-D77A-4479-BD32-DB02A8335E75}"/>
                  </a:ext>
                </a:extLst>
              </p14:cNvPr>
              <p14:cNvContentPartPr/>
              <p14:nvPr/>
            </p14:nvContentPartPr>
            <p14:xfrm>
              <a:off x="1140309" y="5294065"/>
              <a:ext cx="150480" cy="90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2594244E-D77A-4479-BD32-DB02A8335E7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22309" y="5276425"/>
                <a:ext cx="1861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2530CA31-821A-4A5D-9093-48F3627A2607}"/>
                  </a:ext>
                </a:extLst>
              </p14:cNvPr>
              <p14:cNvContentPartPr/>
              <p14:nvPr/>
            </p14:nvContentPartPr>
            <p14:xfrm>
              <a:off x="1183509" y="5366065"/>
              <a:ext cx="126000" cy="3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2530CA31-821A-4A5D-9093-48F3627A260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65509" y="5348065"/>
                <a:ext cx="161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0C4F3598-A16B-44E2-85A9-463D23402FA0}"/>
                  </a:ext>
                </a:extLst>
              </p14:cNvPr>
              <p14:cNvContentPartPr/>
              <p14:nvPr/>
            </p14:nvContentPartPr>
            <p14:xfrm>
              <a:off x="1417869" y="5215585"/>
              <a:ext cx="131040" cy="2548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0C4F3598-A16B-44E2-85A9-463D23402FA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99869" y="5197945"/>
                <a:ext cx="16668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9C2CF583-F687-44A0-AC73-042024ECD487}"/>
                  </a:ext>
                </a:extLst>
              </p14:cNvPr>
              <p14:cNvContentPartPr/>
              <p14:nvPr/>
            </p14:nvContentPartPr>
            <p14:xfrm>
              <a:off x="1482309" y="5573065"/>
              <a:ext cx="9000" cy="370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9C2CF583-F687-44A0-AC73-042024ECD48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64309" y="5555065"/>
                <a:ext cx="4464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CBEAB81A-B075-49F7-86C3-558F58C36DCF}"/>
                  </a:ext>
                </a:extLst>
              </p14:cNvPr>
              <p14:cNvContentPartPr/>
              <p14:nvPr/>
            </p14:nvContentPartPr>
            <p14:xfrm>
              <a:off x="685629" y="5206945"/>
              <a:ext cx="375480" cy="2984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CBEAB81A-B075-49F7-86C3-558F58C36DC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7629" y="5188945"/>
                <a:ext cx="41112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FF3B36E7-3B5D-4723-A30A-D3708E92567C}"/>
                  </a:ext>
                </a:extLst>
              </p14:cNvPr>
              <p14:cNvContentPartPr/>
              <p14:nvPr/>
            </p14:nvContentPartPr>
            <p14:xfrm>
              <a:off x="1275309" y="5875825"/>
              <a:ext cx="198720" cy="97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FF3B36E7-3B5D-4723-A30A-D3708E92567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57309" y="5858185"/>
                <a:ext cx="2343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ED35FE06-2A53-41DF-B1D8-91D91164253F}"/>
                  </a:ext>
                </a:extLst>
              </p14:cNvPr>
              <p14:cNvContentPartPr/>
              <p14:nvPr/>
            </p14:nvContentPartPr>
            <p14:xfrm>
              <a:off x="1337589" y="5966185"/>
              <a:ext cx="165240" cy="169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ED35FE06-2A53-41DF-B1D8-91D91164253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319949" y="5948185"/>
                <a:ext cx="20088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13A66067-EB05-4E60-978C-0AC3506271A2}"/>
                  </a:ext>
                </a:extLst>
              </p14:cNvPr>
              <p14:cNvContentPartPr/>
              <p14:nvPr/>
            </p14:nvContentPartPr>
            <p14:xfrm>
              <a:off x="1592829" y="5798425"/>
              <a:ext cx="131760" cy="2282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13A66067-EB05-4E60-978C-0AC3506271A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574829" y="5780785"/>
                <a:ext cx="1674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CB899CE4-64D6-4A74-B517-3500DDB33212}"/>
                  </a:ext>
                </a:extLst>
              </p14:cNvPr>
              <p14:cNvContentPartPr/>
              <p14:nvPr/>
            </p14:nvContentPartPr>
            <p14:xfrm>
              <a:off x="1669509" y="6136105"/>
              <a:ext cx="11880" cy="21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CB899CE4-64D6-4A74-B517-3500DDB3321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651509" y="6118105"/>
                <a:ext cx="47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1A0CE049-6F22-433D-ACC7-9C2CFA834990}"/>
                  </a:ext>
                </a:extLst>
              </p14:cNvPr>
              <p14:cNvContentPartPr/>
              <p14:nvPr/>
            </p14:nvContentPartPr>
            <p14:xfrm>
              <a:off x="1318509" y="6395665"/>
              <a:ext cx="181440" cy="25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1A0CE049-6F22-433D-ACC7-9C2CFA83499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300509" y="6378025"/>
                <a:ext cx="2170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4BE12650-C746-48F4-99B8-EEA9C091C403}"/>
                  </a:ext>
                </a:extLst>
              </p14:cNvPr>
              <p14:cNvContentPartPr/>
              <p14:nvPr/>
            </p14:nvContentPartPr>
            <p14:xfrm>
              <a:off x="1395189" y="6467665"/>
              <a:ext cx="96120" cy="118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4BE12650-C746-48F4-99B8-EEA9C091C40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377549" y="6450025"/>
                <a:ext cx="1317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9B4A092D-0008-4B9F-B6FB-37B68313AD97}"/>
                  </a:ext>
                </a:extLst>
              </p14:cNvPr>
              <p14:cNvContentPartPr/>
              <p14:nvPr/>
            </p14:nvContentPartPr>
            <p14:xfrm>
              <a:off x="1631349" y="6304945"/>
              <a:ext cx="132840" cy="2030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9B4A092D-0008-4B9F-B6FB-37B68313AD9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613349" y="6286945"/>
                <a:ext cx="1684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19EBECB8-FC72-4D50-985C-4CE538FD899D}"/>
                  </a:ext>
                </a:extLst>
              </p14:cNvPr>
              <p14:cNvContentPartPr/>
              <p14:nvPr/>
            </p14:nvContentPartPr>
            <p14:xfrm>
              <a:off x="1693989" y="6626785"/>
              <a:ext cx="360" cy="3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19EBECB8-FC72-4D50-985C-4CE538FD899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675989" y="66091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B53CA2EB-F3EE-45DA-A801-61276E89A0D3}"/>
                  </a:ext>
                </a:extLst>
              </p14:cNvPr>
              <p14:cNvContentPartPr/>
              <p14:nvPr/>
            </p14:nvContentPartPr>
            <p14:xfrm>
              <a:off x="673389" y="6228985"/>
              <a:ext cx="524520" cy="3020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B53CA2EB-F3EE-45DA-A801-61276E89A0D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55749" y="6211006"/>
                <a:ext cx="560160" cy="337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8A8DF2A6-886F-4E01-9408-C554727913AA}"/>
                  </a:ext>
                </a:extLst>
              </p14:cNvPr>
              <p14:cNvContentPartPr/>
              <p14:nvPr/>
            </p14:nvContentPartPr>
            <p14:xfrm>
              <a:off x="755109" y="5693305"/>
              <a:ext cx="419040" cy="3718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8A8DF2A6-886F-4E01-9408-C554727913A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37469" y="5675305"/>
                <a:ext cx="45468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787D3828-BF94-4F57-BAC6-B30606CA6109}"/>
                  </a:ext>
                </a:extLst>
              </p14:cNvPr>
              <p14:cNvContentPartPr/>
              <p14:nvPr/>
            </p14:nvContentPartPr>
            <p14:xfrm>
              <a:off x="1394469" y="600745"/>
              <a:ext cx="1642320" cy="24642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787D3828-BF94-4F57-BAC6-B30606CA610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376829" y="582745"/>
                <a:ext cx="1677960" cy="249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677D012C-9D9C-4FDE-B6A5-C146D9F228B7}"/>
                  </a:ext>
                </a:extLst>
              </p14:cNvPr>
              <p14:cNvContentPartPr/>
              <p14:nvPr/>
            </p14:nvContentPartPr>
            <p14:xfrm>
              <a:off x="4730589" y="4528345"/>
              <a:ext cx="968040" cy="136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677D012C-9D9C-4FDE-B6A5-C146D9F228B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712589" y="4492705"/>
                <a:ext cx="100368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467AD1E4-5825-4F58-AC47-D17C70C6BE5C}"/>
                  </a:ext>
                </a:extLst>
              </p14:cNvPr>
              <p14:cNvContentPartPr/>
              <p14:nvPr/>
            </p14:nvContentPartPr>
            <p14:xfrm>
              <a:off x="4175469" y="4048825"/>
              <a:ext cx="261720" cy="41112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467AD1E4-5825-4F58-AC47-D17C70C6BE5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157829" y="4013185"/>
                <a:ext cx="29736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FBE9DB01-6CB1-4802-A0B9-8A36553B72C1}"/>
                  </a:ext>
                </a:extLst>
              </p14:cNvPr>
              <p14:cNvContentPartPr/>
              <p14:nvPr/>
            </p14:nvContentPartPr>
            <p14:xfrm>
              <a:off x="4396869" y="4398385"/>
              <a:ext cx="155160" cy="1461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FBE9DB01-6CB1-4802-A0B9-8A36553B72C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378869" y="4362385"/>
                <a:ext cx="19080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CFC25FE6-51BD-4A2D-852E-993B7EE8908D}"/>
                  </a:ext>
                </a:extLst>
              </p14:cNvPr>
              <p14:cNvContentPartPr/>
              <p14:nvPr/>
            </p14:nvContentPartPr>
            <p14:xfrm>
              <a:off x="3609189" y="4129825"/>
              <a:ext cx="8366400" cy="255528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CFC25FE6-51BD-4A2D-852E-993B7EE8908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591548" y="4112185"/>
                <a:ext cx="8402042" cy="259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8482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Moore</a:t>
            </a:r>
          </a:p>
          <a:p>
            <a:r>
              <a:rPr lang="ro-RO" sz="2400" b="1" dirty="0"/>
              <a:t>a) Extragere de ecuații 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B90588A-B5A4-4808-AD37-D3BCD0D8F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783098"/>
            <a:ext cx="6766486" cy="2560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5A2209CB-ABDB-4013-BBE2-1ACD5B3B4BC1}"/>
                  </a:ext>
                </a:extLst>
              </p14:cNvPr>
              <p14:cNvContentPartPr/>
              <p14:nvPr/>
            </p14:nvContentPartPr>
            <p14:xfrm>
              <a:off x="11367189" y="861025"/>
              <a:ext cx="412920" cy="5277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5A2209CB-ABDB-4013-BBE2-1ACD5B3B4B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49189" y="843037"/>
                <a:ext cx="448560" cy="563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26173B4F-7632-45A1-B10E-53F12743246A}"/>
                  </a:ext>
                </a:extLst>
              </p14:cNvPr>
              <p14:cNvContentPartPr/>
              <p14:nvPr/>
            </p14:nvContentPartPr>
            <p14:xfrm>
              <a:off x="9557469" y="896305"/>
              <a:ext cx="1445400" cy="3456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26173B4F-7632-45A1-B10E-53F1274324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39829" y="878305"/>
                <a:ext cx="148104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1CBC6292-3E8F-41F2-8CF4-3652BFE362CE}"/>
                  </a:ext>
                </a:extLst>
              </p14:cNvPr>
              <p14:cNvContentPartPr/>
              <p14:nvPr/>
            </p14:nvContentPartPr>
            <p14:xfrm>
              <a:off x="8437509" y="848065"/>
              <a:ext cx="678600" cy="5792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1CBC6292-3E8F-41F2-8CF4-3652BFE362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19509" y="830065"/>
                <a:ext cx="714240" cy="61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AEFAB520-5028-433C-B822-A8B070B74AB5}"/>
                  </a:ext>
                </a:extLst>
              </p14:cNvPr>
              <p14:cNvContentPartPr/>
              <p14:nvPr/>
            </p14:nvContentPartPr>
            <p14:xfrm>
              <a:off x="7791309" y="1077745"/>
              <a:ext cx="331200" cy="1627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AEFAB520-5028-433C-B822-A8B070B74AB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73669" y="1060105"/>
                <a:ext cx="3668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A5BFE388-0496-49E3-B9CB-9DEB2892D8BB}"/>
                  </a:ext>
                </a:extLst>
              </p14:cNvPr>
              <p14:cNvContentPartPr/>
              <p14:nvPr/>
            </p14:nvContentPartPr>
            <p14:xfrm>
              <a:off x="1443429" y="3370225"/>
              <a:ext cx="136800" cy="9036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A5BFE388-0496-49E3-B9CB-9DEB2892D8B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25789" y="3352225"/>
                <a:ext cx="1724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F7C3ADF1-C1F3-4061-9F22-144B4BCC00C7}"/>
                  </a:ext>
                </a:extLst>
              </p14:cNvPr>
              <p14:cNvContentPartPr/>
              <p14:nvPr/>
            </p14:nvContentPartPr>
            <p14:xfrm>
              <a:off x="1457829" y="1866865"/>
              <a:ext cx="4101120" cy="12430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F7C3ADF1-C1F3-4061-9F22-144B4BCC00C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39829" y="1849230"/>
                <a:ext cx="4136760" cy="12787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293F9333-7D9C-4BBA-9A05-9023AE86281B}"/>
                  </a:ext>
                </a:extLst>
              </p14:cNvPr>
              <p14:cNvContentPartPr/>
              <p14:nvPr/>
            </p14:nvContentPartPr>
            <p14:xfrm>
              <a:off x="1360269" y="3387865"/>
              <a:ext cx="4357440" cy="63576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293F9333-7D9C-4BBA-9A05-9023AE86281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42269" y="3352225"/>
                <a:ext cx="4393080" cy="70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970250BB-6807-4FF4-98D4-0B1D2D1B961F}"/>
                  </a:ext>
                </a:extLst>
              </p14:cNvPr>
              <p14:cNvContentPartPr/>
              <p14:nvPr/>
            </p14:nvContentPartPr>
            <p14:xfrm>
              <a:off x="7752069" y="3743905"/>
              <a:ext cx="963720" cy="4860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970250BB-6807-4FF4-98D4-0B1D2D1B961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34429" y="3708265"/>
                <a:ext cx="99936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FC02C455-F22F-4AE9-9D4B-9C580DABCB7B}"/>
                  </a:ext>
                </a:extLst>
              </p14:cNvPr>
              <p14:cNvContentPartPr/>
              <p14:nvPr/>
            </p14:nvContentPartPr>
            <p14:xfrm>
              <a:off x="3634749" y="3825985"/>
              <a:ext cx="353160" cy="3351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FC02C455-F22F-4AE9-9D4B-9C580DABCB7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17109" y="3789985"/>
                <a:ext cx="38880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4EB9457D-4D26-4B06-B229-5289BCE44671}"/>
                  </a:ext>
                </a:extLst>
              </p14:cNvPr>
              <p14:cNvContentPartPr/>
              <p14:nvPr/>
            </p14:nvContentPartPr>
            <p14:xfrm>
              <a:off x="1013949" y="5074825"/>
              <a:ext cx="740520" cy="46044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4EB9457D-4D26-4B06-B229-5289BCE4467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95958" y="5056839"/>
                <a:ext cx="776143" cy="4960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8515D24C-E02C-41D0-A8E7-880B5C38E0F2}"/>
                  </a:ext>
                </a:extLst>
              </p14:cNvPr>
              <p14:cNvContentPartPr/>
              <p14:nvPr/>
            </p14:nvContentPartPr>
            <p14:xfrm>
              <a:off x="3676509" y="5202265"/>
              <a:ext cx="286560" cy="25344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8515D24C-E02C-41D0-A8E7-880B5C38E0F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658869" y="5184265"/>
                <a:ext cx="3222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4B6352A8-031E-4DA4-89BF-474ED665E574}"/>
                  </a:ext>
                </a:extLst>
              </p14:cNvPr>
              <p14:cNvContentPartPr/>
              <p14:nvPr/>
            </p14:nvContentPartPr>
            <p14:xfrm>
              <a:off x="7385229" y="1710985"/>
              <a:ext cx="4551120" cy="278172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4B6352A8-031E-4DA4-89BF-474ED665E57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67228" y="1693343"/>
                <a:ext cx="4586763" cy="2817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39371195-D09E-440F-99DF-2E90BA8179C8}"/>
                  </a:ext>
                </a:extLst>
              </p14:cNvPr>
              <p14:cNvContentPartPr/>
              <p14:nvPr/>
            </p14:nvContentPartPr>
            <p14:xfrm>
              <a:off x="2115909" y="4956745"/>
              <a:ext cx="1355400" cy="66672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39371195-D09E-440F-99DF-2E90BA8179C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098264" y="4938745"/>
                <a:ext cx="1391049" cy="7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50DB0DC1-6D18-4594-8B0E-129513CFC120}"/>
                  </a:ext>
                </a:extLst>
              </p14:cNvPr>
              <p14:cNvContentPartPr/>
              <p14:nvPr/>
            </p14:nvContentPartPr>
            <p14:xfrm>
              <a:off x="2169909" y="4445905"/>
              <a:ext cx="1169280" cy="29628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50DB0DC1-6D18-4594-8B0E-129513CFC12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152264" y="4427905"/>
                <a:ext cx="1204931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5F5152F5-0D05-4FF7-990C-9D996F42CF2E}"/>
                  </a:ext>
                </a:extLst>
              </p14:cNvPr>
              <p14:cNvContentPartPr/>
              <p14:nvPr/>
            </p14:nvContentPartPr>
            <p14:xfrm>
              <a:off x="4682349" y="4514305"/>
              <a:ext cx="1065240" cy="37944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5F5152F5-0D05-4FF7-990C-9D996F42CF2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64709" y="4496305"/>
                <a:ext cx="11008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899B6E51-AD90-4F9E-8845-B834272C69EF}"/>
                  </a:ext>
                </a:extLst>
              </p14:cNvPr>
              <p14:cNvContentPartPr/>
              <p14:nvPr/>
            </p14:nvContentPartPr>
            <p14:xfrm>
              <a:off x="4323429" y="5029105"/>
              <a:ext cx="1283760" cy="67860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899B6E51-AD90-4F9E-8845-B834272C69E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305429" y="5011105"/>
                <a:ext cx="1319400" cy="7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8468ED51-7696-4A97-ADB8-300162BB0950}"/>
                  </a:ext>
                </a:extLst>
              </p14:cNvPr>
              <p14:cNvContentPartPr/>
              <p14:nvPr/>
            </p14:nvContentPartPr>
            <p14:xfrm>
              <a:off x="5899869" y="5236105"/>
              <a:ext cx="448560" cy="33984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8468ED51-7696-4A97-ADB8-300162BB095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882229" y="5218105"/>
                <a:ext cx="48420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7145B329-E112-4665-B96C-DC362C334E45}"/>
                  </a:ext>
                </a:extLst>
              </p14:cNvPr>
              <p14:cNvContentPartPr/>
              <p14:nvPr/>
            </p14:nvContentPartPr>
            <p14:xfrm>
              <a:off x="6623469" y="4815985"/>
              <a:ext cx="4026240" cy="185940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7145B329-E112-4665-B96C-DC362C334E4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605829" y="4797985"/>
                <a:ext cx="4061880" cy="189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6268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Moore</a:t>
            </a:r>
          </a:p>
          <a:p>
            <a:r>
              <a:rPr lang="ro-RO" sz="2400" b="1" dirty="0"/>
              <a:t>b) Extragere de ecuații 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B90588A-B5A4-4808-AD37-D3BCD0D8F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783098"/>
            <a:ext cx="6766486" cy="2560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2EBEB937-BC72-4A27-8FA4-7A24C13E08F8}"/>
                  </a:ext>
                </a:extLst>
              </p14:cNvPr>
              <p14:cNvContentPartPr/>
              <p14:nvPr/>
            </p14:nvContentPartPr>
            <p14:xfrm>
              <a:off x="1178829" y="1342345"/>
              <a:ext cx="281880" cy="442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2EBEB937-BC72-4A27-8FA4-7A24C13E08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0829" y="1324345"/>
                <a:ext cx="31752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028F3B2F-BA8A-46D1-B75F-02A1D8E7E8D5}"/>
                  </a:ext>
                </a:extLst>
              </p14:cNvPr>
              <p14:cNvContentPartPr/>
              <p14:nvPr/>
            </p14:nvContentPartPr>
            <p14:xfrm>
              <a:off x="2771469" y="1154425"/>
              <a:ext cx="425880" cy="3654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028F3B2F-BA8A-46D1-B75F-02A1D8E7E8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53814" y="1136785"/>
                <a:ext cx="46155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3A86B499-91AA-430B-9F85-2766E7710A6C}"/>
                  </a:ext>
                </a:extLst>
              </p14:cNvPr>
              <p14:cNvContentPartPr/>
              <p14:nvPr/>
            </p14:nvContentPartPr>
            <p14:xfrm>
              <a:off x="1784709" y="1077025"/>
              <a:ext cx="693720" cy="5148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3A86B499-91AA-430B-9F85-2766E7710A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67069" y="1059025"/>
                <a:ext cx="729360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550908F0-3CC1-4C9A-8DD8-1BDB3E3388B2}"/>
                  </a:ext>
                </a:extLst>
              </p14:cNvPr>
              <p14:cNvContentPartPr/>
              <p14:nvPr/>
            </p14:nvContentPartPr>
            <p14:xfrm>
              <a:off x="4032549" y="2892145"/>
              <a:ext cx="191520" cy="1483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550908F0-3CC1-4C9A-8DD8-1BDB3E3388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14909" y="2874145"/>
                <a:ext cx="2271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239AFD9B-F866-4229-973E-2033BC4B21BA}"/>
                  </a:ext>
                </a:extLst>
              </p14:cNvPr>
              <p14:cNvContentPartPr/>
              <p14:nvPr/>
            </p14:nvContentPartPr>
            <p14:xfrm>
              <a:off x="7768989" y="1428745"/>
              <a:ext cx="3672000" cy="16988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239AFD9B-F866-4229-973E-2033BC4B21B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51349" y="1411109"/>
                <a:ext cx="3707640" cy="1734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10537D04-7685-4D04-8DD3-71F606691ECA}"/>
                  </a:ext>
                </a:extLst>
              </p14:cNvPr>
              <p14:cNvContentPartPr/>
              <p14:nvPr/>
            </p14:nvContentPartPr>
            <p14:xfrm>
              <a:off x="9738549" y="3657505"/>
              <a:ext cx="34920" cy="117648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10537D04-7685-4D04-8DD3-71F606691EC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720549" y="3639505"/>
                <a:ext cx="70560" cy="12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1BDF3A9C-91E6-465F-B587-6D93268F5FC1}"/>
                  </a:ext>
                </a:extLst>
              </p14:cNvPr>
              <p14:cNvContentPartPr/>
              <p14:nvPr/>
            </p14:nvContentPartPr>
            <p14:xfrm>
              <a:off x="8526069" y="3652465"/>
              <a:ext cx="986760" cy="11671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1BDF3A9C-91E6-465F-B587-6D93268F5FC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508429" y="3634465"/>
                <a:ext cx="1022400" cy="12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9D7846D2-55F9-4742-8E7B-12C9327FB3D9}"/>
                  </a:ext>
                </a:extLst>
              </p14:cNvPr>
              <p14:cNvContentPartPr/>
              <p14:nvPr/>
            </p14:nvContentPartPr>
            <p14:xfrm>
              <a:off x="8402589" y="5423665"/>
              <a:ext cx="195840" cy="1908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9D7846D2-55F9-4742-8E7B-12C9327FB3D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384589" y="5406025"/>
                <a:ext cx="2314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2EB5C2EE-876C-4CCF-B724-72874279AB82}"/>
                  </a:ext>
                </a:extLst>
              </p14:cNvPr>
              <p14:cNvContentPartPr/>
              <p14:nvPr/>
            </p14:nvContentPartPr>
            <p14:xfrm>
              <a:off x="8460549" y="5524465"/>
              <a:ext cx="153720" cy="104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2EB5C2EE-876C-4CCF-B724-72874279AB8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442549" y="5506825"/>
                <a:ext cx="1893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C020F192-06E6-4BFF-BB04-DF30030D495F}"/>
                  </a:ext>
                </a:extLst>
              </p14:cNvPr>
              <p14:cNvContentPartPr/>
              <p14:nvPr/>
            </p14:nvContentPartPr>
            <p14:xfrm>
              <a:off x="10371069" y="5427985"/>
              <a:ext cx="281520" cy="21744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C020F192-06E6-4BFF-BB04-DF30030D495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353092" y="5409985"/>
                <a:ext cx="317114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1F84409F-6253-4E60-8421-72E6B44BCF79}"/>
                  </a:ext>
                </a:extLst>
              </p14:cNvPr>
              <p14:cNvContentPartPr/>
              <p14:nvPr/>
            </p14:nvContentPartPr>
            <p14:xfrm>
              <a:off x="9870309" y="5409265"/>
              <a:ext cx="201600" cy="2404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1F84409F-6253-4E60-8421-72E6B44BCF7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852669" y="5391265"/>
                <a:ext cx="23724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3D8267DC-D036-4BF4-9067-FE1BF85AA146}"/>
                  </a:ext>
                </a:extLst>
              </p14:cNvPr>
              <p14:cNvContentPartPr/>
              <p14:nvPr/>
            </p14:nvContentPartPr>
            <p14:xfrm>
              <a:off x="8883909" y="5192545"/>
              <a:ext cx="772200" cy="50148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3D8267DC-D036-4BF4-9067-FE1BF85AA14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865909" y="5174905"/>
                <a:ext cx="80784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0B52F4B1-917E-45BB-A589-11783F4B9E79}"/>
                  </a:ext>
                </a:extLst>
              </p14:cNvPr>
              <p14:cNvContentPartPr/>
              <p14:nvPr/>
            </p14:nvContentPartPr>
            <p14:xfrm>
              <a:off x="7663149" y="5226025"/>
              <a:ext cx="518040" cy="42948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0B52F4B1-917E-45BB-A589-11783F4B9E7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645509" y="5208385"/>
                <a:ext cx="55368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F97E00E5-C8E0-4597-B568-4681ABB17488}"/>
                  </a:ext>
                </a:extLst>
              </p14:cNvPr>
              <p14:cNvContentPartPr/>
              <p14:nvPr/>
            </p14:nvContentPartPr>
            <p14:xfrm>
              <a:off x="7647309" y="3989425"/>
              <a:ext cx="639720" cy="47664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F97E00E5-C8E0-4597-B568-4681ABB1748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629309" y="3971425"/>
                <a:ext cx="675360" cy="51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CCAE05BB-9101-4917-A39A-D440250115E8}"/>
                  </a:ext>
                </a:extLst>
              </p14:cNvPr>
              <p14:cNvContentPartPr/>
              <p14:nvPr/>
            </p14:nvContentPartPr>
            <p14:xfrm>
              <a:off x="10780029" y="5294785"/>
              <a:ext cx="393480" cy="42516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CCAE05BB-9101-4917-A39A-D440250115E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762013" y="5276785"/>
                <a:ext cx="429153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7497515B-1FBD-41CD-95AB-BC2105ADCC08}"/>
                  </a:ext>
                </a:extLst>
              </p14:cNvPr>
              <p14:cNvContentPartPr/>
              <p14:nvPr/>
            </p14:nvContentPartPr>
            <p14:xfrm>
              <a:off x="8912709" y="409585"/>
              <a:ext cx="965880" cy="3186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7497515B-1FBD-41CD-95AB-BC2105ADCC0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894709" y="391585"/>
                <a:ext cx="100152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1F52839E-5871-4786-A222-577C90C3FFA5}"/>
                  </a:ext>
                </a:extLst>
              </p14:cNvPr>
              <p14:cNvContentPartPr/>
              <p14:nvPr/>
            </p14:nvContentPartPr>
            <p14:xfrm>
              <a:off x="2997909" y="4677745"/>
              <a:ext cx="217080" cy="27180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1F52839E-5871-4786-A222-577C90C3FFA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980240" y="4659745"/>
                <a:ext cx="252779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5F4B64F7-CB7C-415D-9C5A-153307D608A0}"/>
                  </a:ext>
                </a:extLst>
              </p14:cNvPr>
              <p14:cNvContentPartPr/>
              <p14:nvPr/>
            </p14:nvContentPartPr>
            <p14:xfrm>
              <a:off x="509589" y="4619785"/>
              <a:ext cx="2347920" cy="20055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5F4B64F7-CB7C-415D-9C5A-153307D608A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91949" y="4602145"/>
                <a:ext cx="2383560" cy="20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076E18AA-E706-404E-8A45-36FB48E0FEDC}"/>
                  </a:ext>
                </a:extLst>
              </p14:cNvPr>
              <p14:cNvContentPartPr/>
              <p14:nvPr/>
            </p14:nvContentPartPr>
            <p14:xfrm>
              <a:off x="3065229" y="5693305"/>
              <a:ext cx="428040" cy="3402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076E18AA-E706-404E-8A45-36FB48E0FED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047589" y="5675305"/>
                <a:ext cx="46368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3E1B056D-C7E3-460A-9F68-DDF71FEBB94C}"/>
                  </a:ext>
                </a:extLst>
              </p14:cNvPr>
              <p14:cNvContentPartPr/>
              <p14:nvPr/>
            </p14:nvContentPartPr>
            <p14:xfrm>
              <a:off x="3773349" y="5562985"/>
              <a:ext cx="33480" cy="6940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3E1B056D-C7E3-460A-9F68-DDF71FEBB94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755349" y="5545345"/>
                <a:ext cx="69120" cy="72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0704A767-7FB9-46A7-A460-D724E82BB4C3}"/>
                  </a:ext>
                </a:extLst>
              </p14:cNvPr>
              <p14:cNvContentPartPr/>
              <p14:nvPr/>
            </p14:nvContentPartPr>
            <p14:xfrm>
              <a:off x="3928149" y="5692585"/>
              <a:ext cx="167040" cy="1213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0704A767-7FB9-46A7-A460-D724E82BB4C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910509" y="5674585"/>
                <a:ext cx="20268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1B5A9D42-0934-4A02-9A71-34F9FB7476E5}"/>
                  </a:ext>
                </a:extLst>
              </p14:cNvPr>
              <p14:cNvContentPartPr/>
              <p14:nvPr/>
            </p14:nvContentPartPr>
            <p14:xfrm>
              <a:off x="3945069" y="5606185"/>
              <a:ext cx="146160" cy="50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1B5A9D42-0934-4A02-9A71-34F9FB7476E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927069" y="5588545"/>
                <a:ext cx="1818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786375E9-1583-4DAB-A7E8-280782861682}"/>
                  </a:ext>
                </a:extLst>
              </p14:cNvPr>
              <p14:cNvContentPartPr/>
              <p14:nvPr/>
            </p14:nvContentPartPr>
            <p14:xfrm>
              <a:off x="4298949" y="5529505"/>
              <a:ext cx="85680" cy="26424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786375E9-1583-4DAB-A7E8-28078286168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281309" y="5511865"/>
                <a:ext cx="1213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26E40500-BAE0-418E-80D7-DC97B2771BFA}"/>
                  </a:ext>
                </a:extLst>
              </p14:cNvPr>
              <p14:cNvContentPartPr/>
              <p14:nvPr/>
            </p14:nvContentPartPr>
            <p14:xfrm>
              <a:off x="4191669" y="5444185"/>
              <a:ext cx="271800" cy="165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26E40500-BAE0-418E-80D7-DC97B2771BF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173669" y="5426185"/>
                <a:ext cx="3074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60E2FEFD-570D-47F4-A886-D6D324B69261}"/>
                  </a:ext>
                </a:extLst>
              </p14:cNvPr>
              <p14:cNvContentPartPr/>
              <p14:nvPr/>
            </p14:nvContentPartPr>
            <p14:xfrm>
              <a:off x="3961629" y="6054385"/>
              <a:ext cx="155520" cy="1256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60E2FEFD-570D-47F4-A886-D6D324B6926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943629" y="6036745"/>
                <a:ext cx="19116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DFCAC7AE-AC46-4D46-BED2-83B12EF4D350}"/>
                  </a:ext>
                </a:extLst>
              </p14:cNvPr>
              <p14:cNvContentPartPr/>
              <p14:nvPr/>
            </p14:nvContentPartPr>
            <p14:xfrm>
              <a:off x="4247469" y="6010825"/>
              <a:ext cx="149040" cy="21240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DFCAC7AE-AC46-4D46-BED2-83B12EF4D35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229829" y="5993185"/>
                <a:ext cx="1846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EEDF0DDF-938A-4C81-843A-22610985FA80}"/>
                  </a:ext>
                </a:extLst>
              </p14:cNvPr>
              <p14:cNvContentPartPr/>
              <p14:nvPr/>
            </p14:nvContentPartPr>
            <p14:xfrm>
              <a:off x="4600629" y="5524465"/>
              <a:ext cx="34560" cy="8506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EEDF0DDF-938A-4C81-843A-22610985FA8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582629" y="5506825"/>
                <a:ext cx="70200" cy="88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69C7A770-D6A9-4A6F-B1BA-1377C1905BD1}"/>
                  </a:ext>
                </a:extLst>
              </p14:cNvPr>
              <p14:cNvContentPartPr/>
              <p14:nvPr/>
            </p14:nvContentPartPr>
            <p14:xfrm>
              <a:off x="7253469" y="3373105"/>
              <a:ext cx="3002040" cy="16214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69C7A770-D6A9-4A6F-B1BA-1377C1905BD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235469" y="3355105"/>
                <a:ext cx="3037680" cy="165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4083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Moore</a:t>
            </a:r>
          </a:p>
          <a:p>
            <a:r>
              <a:rPr lang="ro-RO" sz="2400" b="1" dirty="0"/>
              <a:t>b) Extragere de ecuații 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B90588A-B5A4-4808-AD37-D3BCD0D8F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783098"/>
            <a:ext cx="6766486" cy="2560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FA6280F4-5977-475A-A2DF-8250F7F588DE}"/>
                  </a:ext>
                </a:extLst>
              </p14:cNvPr>
              <p14:cNvContentPartPr/>
              <p14:nvPr/>
            </p14:nvContentPartPr>
            <p14:xfrm>
              <a:off x="1549269" y="1472665"/>
              <a:ext cx="322560" cy="676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FA6280F4-5977-475A-A2DF-8250F7F588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1629" y="1454665"/>
                <a:ext cx="3582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2D5B8A36-11D1-4F78-959A-263835DAE1EF}"/>
                  </a:ext>
                </a:extLst>
              </p14:cNvPr>
              <p14:cNvContentPartPr/>
              <p14:nvPr/>
            </p14:nvContentPartPr>
            <p14:xfrm>
              <a:off x="3354309" y="1251985"/>
              <a:ext cx="916200" cy="3038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2D5B8A36-11D1-4F78-959A-263835DAE1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36309" y="1233985"/>
                <a:ext cx="95184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A6F1CCDC-6E95-48B6-94CE-3B039AB37BF8}"/>
                  </a:ext>
                </a:extLst>
              </p14:cNvPr>
              <p14:cNvContentPartPr/>
              <p14:nvPr/>
            </p14:nvContentPartPr>
            <p14:xfrm>
              <a:off x="2213469" y="1193305"/>
              <a:ext cx="581760" cy="5022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A6F1CCDC-6E95-48B6-94CE-3B039AB37B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95469" y="1175292"/>
                <a:ext cx="617400" cy="537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2D9F1AB8-2B41-4CB9-B5FD-AFB3732BD3C7}"/>
                  </a:ext>
                </a:extLst>
              </p14:cNvPr>
              <p14:cNvContentPartPr/>
              <p14:nvPr/>
            </p14:nvContentPartPr>
            <p14:xfrm>
              <a:off x="8281989" y="1741945"/>
              <a:ext cx="2520" cy="54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2D9F1AB8-2B41-4CB9-B5FD-AFB3732BD3C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64349" y="1723945"/>
                <a:ext cx="381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7B5592C0-9901-4CC9-A0E1-DEDB0F0B20A1}"/>
                  </a:ext>
                </a:extLst>
              </p14:cNvPr>
              <p14:cNvContentPartPr/>
              <p14:nvPr/>
            </p14:nvContentPartPr>
            <p14:xfrm>
              <a:off x="6161229" y="2413345"/>
              <a:ext cx="75960" cy="1850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7B5592C0-9901-4CC9-A0E1-DEDB0F0B20A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43589" y="2395345"/>
                <a:ext cx="1116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64A28F5-A47A-4E24-AA0C-5470AB0F473E}"/>
                  </a:ext>
                </a:extLst>
              </p14:cNvPr>
              <p14:cNvContentPartPr/>
              <p14:nvPr/>
            </p14:nvContentPartPr>
            <p14:xfrm>
              <a:off x="6160149" y="3491185"/>
              <a:ext cx="137880" cy="1818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64A28F5-A47A-4E24-AA0C-5470AB0F473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42149" y="3473185"/>
                <a:ext cx="1735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87EC78D9-82FB-43F1-9538-AD8210DE74CD}"/>
                  </a:ext>
                </a:extLst>
              </p14:cNvPr>
              <p14:cNvContentPartPr/>
              <p14:nvPr/>
            </p14:nvContentPartPr>
            <p14:xfrm>
              <a:off x="8832069" y="1302025"/>
              <a:ext cx="2752200" cy="10573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87EC78D9-82FB-43F1-9538-AD8210DE74C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14071" y="1284385"/>
                <a:ext cx="2787835" cy="10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6CD3D35F-080D-470D-A82B-545890786C8C}"/>
                  </a:ext>
                </a:extLst>
              </p14:cNvPr>
              <p14:cNvContentPartPr/>
              <p14:nvPr/>
            </p14:nvContentPartPr>
            <p14:xfrm>
              <a:off x="8501949" y="2695585"/>
              <a:ext cx="3039120" cy="16020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6CD3D35F-080D-470D-A82B-545890786C8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483951" y="2677589"/>
                <a:ext cx="3074756" cy="16376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B824C39A-0686-4075-B521-75533136B38F}"/>
                  </a:ext>
                </a:extLst>
              </p14:cNvPr>
              <p14:cNvContentPartPr/>
              <p14:nvPr/>
            </p14:nvContentPartPr>
            <p14:xfrm>
              <a:off x="8590149" y="4899145"/>
              <a:ext cx="3960" cy="2520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B824C39A-0686-4075-B521-75533136B38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572509" y="4881145"/>
                <a:ext cx="396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963A828A-F4FC-438D-8E36-F8E77ECEEEE8}"/>
                  </a:ext>
                </a:extLst>
              </p14:cNvPr>
              <p14:cNvContentPartPr/>
              <p14:nvPr/>
            </p14:nvContentPartPr>
            <p14:xfrm>
              <a:off x="8580789" y="5057905"/>
              <a:ext cx="7920" cy="1188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963A828A-F4FC-438D-8E36-F8E77ECEEEE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63149" y="5039905"/>
                <a:ext cx="435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38B4D638-58B9-4178-99A1-2E28BB5F4394}"/>
                  </a:ext>
                </a:extLst>
              </p14:cNvPr>
              <p14:cNvContentPartPr/>
              <p14:nvPr/>
            </p14:nvContentPartPr>
            <p14:xfrm>
              <a:off x="7786989" y="4740385"/>
              <a:ext cx="479520" cy="27900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38B4D638-58B9-4178-99A1-2E28BB5F439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769349" y="4722745"/>
                <a:ext cx="51516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396493A5-060C-44F3-B7C5-E32E2D16C44B}"/>
                  </a:ext>
                </a:extLst>
              </p14:cNvPr>
              <p14:cNvContentPartPr/>
              <p14:nvPr/>
            </p14:nvContentPartPr>
            <p14:xfrm>
              <a:off x="5312709" y="4625905"/>
              <a:ext cx="1996920" cy="4035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396493A5-060C-44F3-B7C5-E32E2D16C44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295066" y="4608265"/>
                <a:ext cx="2032566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5A9DA540-C970-460E-8DFE-2C02708190BA}"/>
                  </a:ext>
                </a:extLst>
              </p14:cNvPr>
              <p14:cNvContentPartPr/>
              <p14:nvPr/>
            </p14:nvContentPartPr>
            <p14:xfrm>
              <a:off x="3368349" y="4557865"/>
              <a:ext cx="1397160" cy="4233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5A9DA540-C970-460E-8DFE-2C02708190B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50709" y="4540225"/>
                <a:ext cx="143280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F375F5CE-8499-4920-A363-438F5F041979}"/>
                  </a:ext>
                </a:extLst>
              </p14:cNvPr>
              <p14:cNvContentPartPr/>
              <p14:nvPr/>
            </p14:nvContentPartPr>
            <p14:xfrm>
              <a:off x="2227509" y="4692145"/>
              <a:ext cx="682920" cy="27108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F375F5CE-8499-4920-A363-438F5F04197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209509" y="4674145"/>
                <a:ext cx="71856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5ECDEA50-D219-4C8B-A080-F87EBC1B392B}"/>
                  </a:ext>
                </a:extLst>
              </p14:cNvPr>
              <p14:cNvContentPartPr/>
              <p14:nvPr/>
            </p14:nvContentPartPr>
            <p14:xfrm>
              <a:off x="3922029" y="5689345"/>
              <a:ext cx="831240" cy="36108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5ECDEA50-D219-4C8B-A080-F87EBC1B392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904381" y="5671705"/>
                <a:ext cx="866895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74DAB774-139B-429A-9540-4E69923DB876}"/>
                  </a:ext>
                </a:extLst>
              </p14:cNvPr>
              <p14:cNvContentPartPr/>
              <p14:nvPr/>
            </p14:nvContentPartPr>
            <p14:xfrm>
              <a:off x="5151789" y="5651185"/>
              <a:ext cx="1149480" cy="4356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74DAB774-139B-429A-9540-4E69923DB87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134143" y="5633545"/>
                <a:ext cx="1185131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A8D19CC2-C4FB-4AA0-8C0A-5BBE6AF1D3EA}"/>
                  </a:ext>
                </a:extLst>
              </p14:cNvPr>
              <p14:cNvContentPartPr/>
              <p14:nvPr/>
            </p14:nvContentPartPr>
            <p14:xfrm>
              <a:off x="5091309" y="5573065"/>
              <a:ext cx="1177560" cy="1152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A8D19CC2-C4FB-4AA0-8C0A-5BBE6AF1D3E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073669" y="5555065"/>
                <a:ext cx="12132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D51BF92E-0841-41A2-BAD2-79181CA1BE45}"/>
                  </a:ext>
                </a:extLst>
              </p14:cNvPr>
              <p14:cNvContentPartPr/>
              <p14:nvPr/>
            </p14:nvContentPartPr>
            <p14:xfrm>
              <a:off x="5201109" y="6252385"/>
              <a:ext cx="930960" cy="4287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D51BF92E-0841-41A2-BAD2-79181CA1BE4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183109" y="6234385"/>
                <a:ext cx="966600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6FC7698F-6664-43F2-B03D-781B4D34EC12}"/>
                  </a:ext>
                </a:extLst>
              </p14:cNvPr>
              <p14:cNvContentPartPr/>
              <p14:nvPr/>
            </p14:nvContentPartPr>
            <p14:xfrm>
              <a:off x="4027869" y="6297385"/>
              <a:ext cx="781920" cy="30096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6FC7698F-6664-43F2-B03D-781B4D34EC1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010221" y="6279407"/>
                <a:ext cx="817576" cy="336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E0DB1824-AEF4-487A-928E-E4D77B1B3C8D}"/>
                  </a:ext>
                </a:extLst>
              </p14:cNvPr>
              <p14:cNvContentPartPr/>
              <p14:nvPr/>
            </p14:nvContentPartPr>
            <p14:xfrm>
              <a:off x="6616269" y="1589305"/>
              <a:ext cx="34920" cy="183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E0DB1824-AEF4-487A-928E-E4D77B1B3C8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598629" y="1571305"/>
                <a:ext cx="705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EF43B008-8548-49DD-A07E-98365B1A047D}"/>
                  </a:ext>
                </a:extLst>
              </p14:cNvPr>
              <p14:cNvContentPartPr/>
              <p14:nvPr/>
            </p14:nvContentPartPr>
            <p14:xfrm>
              <a:off x="10746549" y="59305"/>
              <a:ext cx="1072440" cy="3322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EF43B008-8548-49DD-A07E-98365B1A047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728549" y="41665"/>
                <a:ext cx="110808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DFD7A58C-48AB-44B2-A846-C859B1B00783}"/>
                  </a:ext>
                </a:extLst>
              </p14:cNvPr>
              <p14:cNvContentPartPr/>
              <p14:nvPr/>
            </p14:nvContentPartPr>
            <p14:xfrm>
              <a:off x="6876549" y="1175305"/>
              <a:ext cx="1309680" cy="24991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DFD7A58C-48AB-44B2-A846-C859B1B0078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858909" y="1157662"/>
                <a:ext cx="1345320" cy="2534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7AC03619-0BDF-4DF2-A981-71FBA98F6AD5}"/>
                  </a:ext>
                </a:extLst>
              </p14:cNvPr>
              <p14:cNvContentPartPr/>
              <p14:nvPr/>
            </p14:nvContentPartPr>
            <p14:xfrm>
              <a:off x="10768149" y="704425"/>
              <a:ext cx="337320" cy="932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7AC03619-0BDF-4DF2-A981-71FBA98F6AD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750149" y="686785"/>
                <a:ext cx="3729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8C52A5A4-DCDE-40A7-8630-B36D3F68055B}"/>
                  </a:ext>
                </a:extLst>
              </p14:cNvPr>
              <p14:cNvContentPartPr/>
              <p14:nvPr/>
            </p14:nvContentPartPr>
            <p14:xfrm>
              <a:off x="11271069" y="507865"/>
              <a:ext cx="344160" cy="3409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8C52A5A4-DCDE-40A7-8630-B36D3F68055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1253069" y="489865"/>
                <a:ext cx="37980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81EFBAC2-189A-4A0B-9727-50282658C4F3}"/>
                  </a:ext>
                </a:extLst>
              </p14:cNvPr>
              <p14:cNvContentPartPr/>
              <p14:nvPr/>
            </p14:nvContentPartPr>
            <p14:xfrm>
              <a:off x="9276309" y="206545"/>
              <a:ext cx="1213920" cy="9460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81EFBAC2-189A-4A0B-9727-50282658C4F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258669" y="188545"/>
                <a:ext cx="1249560" cy="9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FB8DD056-963A-4CDD-8A24-626352DCE055}"/>
                  </a:ext>
                </a:extLst>
              </p14:cNvPr>
              <p14:cNvContentPartPr/>
              <p14:nvPr/>
            </p14:nvContentPartPr>
            <p14:xfrm>
              <a:off x="8463429" y="1475905"/>
              <a:ext cx="118440" cy="687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FB8DD056-963A-4CDD-8A24-626352DCE055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445789" y="1457905"/>
                <a:ext cx="15408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E6F2B089-650B-4A1F-ABF3-6B8657D94E14}"/>
                  </a:ext>
                </a:extLst>
              </p14:cNvPr>
              <p14:cNvContentPartPr/>
              <p14:nvPr/>
            </p14:nvContentPartPr>
            <p14:xfrm>
              <a:off x="8344629" y="684265"/>
              <a:ext cx="715320" cy="7106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E6F2B089-650B-4A1F-ABF3-6B8657D94E1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326989" y="666616"/>
                <a:ext cx="750960" cy="74629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4303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CF34D769-1C25-4536-920C-ED7DFD6BCAA1}"/>
                  </a:ext>
                </a:extLst>
              </p14:cNvPr>
              <p14:cNvContentPartPr/>
              <p14:nvPr/>
            </p14:nvContentPartPr>
            <p14:xfrm>
              <a:off x="2420829" y="565465"/>
              <a:ext cx="335520" cy="4388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CF34D769-1C25-4536-920C-ED7DFD6BCA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3189" y="547839"/>
                <a:ext cx="371160" cy="4744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8EBDDD9C-57A2-4295-B148-6C07884DCC1A}"/>
                  </a:ext>
                </a:extLst>
              </p14:cNvPr>
              <p14:cNvContentPartPr/>
              <p14:nvPr/>
            </p14:nvContentPartPr>
            <p14:xfrm>
              <a:off x="760149" y="659065"/>
              <a:ext cx="1033200" cy="2926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8EBDDD9C-57A2-4295-B148-6C07884DCC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2149" y="641425"/>
                <a:ext cx="10688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E4C5E74D-DCCF-480A-89A9-0A8A654FB827}"/>
                  </a:ext>
                </a:extLst>
              </p14:cNvPr>
              <p14:cNvContentPartPr/>
              <p14:nvPr/>
            </p14:nvContentPartPr>
            <p14:xfrm>
              <a:off x="2401029" y="1097185"/>
              <a:ext cx="436320" cy="3556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E4C5E74D-DCCF-480A-89A9-0A8A654FB8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83389" y="1079185"/>
                <a:ext cx="47196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EA4441B9-6CDE-435C-AC54-020A70A66284}"/>
                  </a:ext>
                </a:extLst>
              </p14:cNvPr>
              <p14:cNvContentPartPr/>
              <p14:nvPr/>
            </p14:nvContentPartPr>
            <p14:xfrm>
              <a:off x="2988189" y="789025"/>
              <a:ext cx="200880" cy="151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EA4441B9-6CDE-435C-AC54-020A70A6628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70549" y="771025"/>
                <a:ext cx="2365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96AB4AA-8611-4753-BB55-B49FB8E5E3BC}"/>
                  </a:ext>
                </a:extLst>
              </p14:cNvPr>
              <p14:cNvContentPartPr/>
              <p14:nvPr/>
            </p14:nvContentPartPr>
            <p14:xfrm>
              <a:off x="3026709" y="899545"/>
              <a:ext cx="177480" cy="370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96AB4AA-8611-4753-BB55-B49FB8E5E3B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09069" y="881905"/>
                <a:ext cx="21312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ED41AFE8-A7FA-4D4D-9955-6F9C7C6CB424}"/>
                  </a:ext>
                </a:extLst>
              </p14:cNvPr>
              <p14:cNvContentPartPr/>
              <p14:nvPr/>
            </p14:nvContentPartPr>
            <p14:xfrm>
              <a:off x="3079989" y="1193305"/>
              <a:ext cx="128160" cy="270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ED41AFE8-A7FA-4D4D-9955-6F9C7C6CB42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61989" y="1175305"/>
                <a:ext cx="16380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097C1D83-4888-4205-A902-371FA2F96D17}"/>
                  </a:ext>
                </a:extLst>
              </p14:cNvPr>
              <p14:cNvContentPartPr/>
              <p14:nvPr/>
            </p14:nvContentPartPr>
            <p14:xfrm>
              <a:off x="3113469" y="1332985"/>
              <a:ext cx="164520" cy="320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097C1D83-4888-4205-A902-371FA2F96D1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95469" y="1314985"/>
                <a:ext cx="20016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2DC48E5-9A51-4293-820E-A4A75F99ADB8}"/>
                  </a:ext>
                </a:extLst>
              </p14:cNvPr>
              <p14:cNvContentPartPr/>
              <p14:nvPr/>
            </p14:nvContentPartPr>
            <p14:xfrm>
              <a:off x="3012309" y="2334145"/>
              <a:ext cx="164880" cy="18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2DC48E5-9A51-4293-820E-A4A75F99ADB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94309" y="2316145"/>
                <a:ext cx="2005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58FDA828-5231-4FDD-A904-8C154D8EAEE9}"/>
                  </a:ext>
                </a:extLst>
              </p14:cNvPr>
              <p14:cNvContentPartPr/>
              <p14:nvPr/>
            </p14:nvContentPartPr>
            <p14:xfrm>
              <a:off x="3007629" y="2483185"/>
              <a:ext cx="178920" cy="39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58FDA828-5231-4FDD-A904-8C154D8EAEE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89629" y="2465185"/>
                <a:ext cx="2145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68D299EC-1CE2-49A9-89FA-D1F9BD2368E6}"/>
                  </a:ext>
                </a:extLst>
              </p14:cNvPr>
              <p14:cNvContentPartPr/>
              <p14:nvPr/>
            </p14:nvContentPartPr>
            <p14:xfrm>
              <a:off x="2412909" y="2312185"/>
              <a:ext cx="405720" cy="3297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68D299EC-1CE2-49A9-89FA-D1F9BD2368E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94909" y="2294185"/>
                <a:ext cx="44136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90D689B7-CB60-4DE2-8411-F84C51BFAAB0}"/>
                  </a:ext>
                </a:extLst>
              </p14:cNvPr>
              <p14:cNvContentPartPr/>
              <p14:nvPr/>
            </p14:nvContentPartPr>
            <p14:xfrm>
              <a:off x="2410749" y="1779385"/>
              <a:ext cx="827280" cy="2811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90D689B7-CB60-4DE2-8411-F84C51BFAAB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93109" y="1761385"/>
                <a:ext cx="86292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284AE250-6077-4557-BE7D-B01A2A83832F}"/>
                  </a:ext>
                </a:extLst>
              </p14:cNvPr>
              <p14:cNvContentPartPr/>
              <p14:nvPr/>
            </p14:nvContentPartPr>
            <p14:xfrm>
              <a:off x="2145429" y="3387145"/>
              <a:ext cx="500040" cy="1033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284AE250-6077-4557-BE7D-B01A2A83832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27429" y="3369505"/>
                <a:ext cx="53568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C7443180-1A4E-41CB-A62E-63C8E15FAD42}"/>
                  </a:ext>
                </a:extLst>
              </p14:cNvPr>
              <p14:cNvContentPartPr/>
              <p14:nvPr/>
            </p14:nvContentPartPr>
            <p14:xfrm>
              <a:off x="3041109" y="3044065"/>
              <a:ext cx="978480" cy="4518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C7443180-1A4E-41CB-A62E-63C8E15FAD4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23109" y="3026425"/>
                <a:ext cx="101412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D8DB910E-4845-435A-8BE5-643523BDF482}"/>
                  </a:ext>
                </a:extLst>
              </p14:cNvPr>
              <p14:cNvContentPartPr/>
              <p14:nvPr/>
            </p14:nvContentPartPr>
            <p14:xfrm>
              <a:off x="615069" y="3195625"/>
              <a:ext cx="1234440" cy="4586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D8DB910E-4845-435A-8BE5-643523BDF48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7424" y="3177625"/>
                <a:ext cx="127009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F3389B5E-F0B7-4188-B89B-004BEB8E4DF8}"/>
                  </a:ext>
                </a:extLst>
              </p14:cNvPr>
              <p14:cNvContentPartPr/>
              <p14:nvPr/>
            </p14:nvContentPartPr>
            <p14:xfrm>
              <a:off x="4284189" y="635305"/>
              <a:ext cx="537840" cy="39780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F3389B5E-F0B7-4188-B89B-004BEB8E4DF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266549" y="617305"/>
                <a:ext cx="573480" cy="40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EFC4D5D6-2737-4DB2-BFEC-2F6270547913}"/>
                  </a:ext>
                </a:extLst>
              </p14:cNvPr>
              <p14:cNvContentPartPr/>
              <p14:nvPr/>
            </p14:nvContentPartPr>
            <p14:xfrm>
              <a:off x="5226309" y="2051185"/>
              <a:ext cx="462240" cy="2545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EFC4D5D6-2737-4DB2-BFEC-2F627054791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208309" y="2033545"/>
                <a:ext cx="49788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7466C53B-D704-4C38-A9FC-627490762C18}"/>
                  </a:ext>
                </a:extLst>
              </p14:cNvPr>
              <p14:cNvContentPartPr/>
              <p14:nvPr/>
            </p14:nvContentPartPr>
            <p14:xfrm>
              <a:off x="6100749" y="1815745"/>
              <a:ext cx="1734480" cy="4942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7466C53B-D704-4C38-A9FC-627490762C1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082749" y="1798092"/>
                <a:ext cx="1770120" cy="5299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B64B485B-3C23-4954-ADE9-A51E045C82EF}"/>
                  </a:ext>
                </a:extLst>
              </p14:cNvPr>
              <p14:cNvContentPartPr/>
              <p14:nvPr/>
            </p14:nvContentPartPr>
            <p14:xfrm>
              <a:off x="11249109" y="1934185"/>
              <a:ext cx="24120" cy="583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B64B485B-3C23-4954-ADE9-A51E045C82E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231469" y="1916185"/>
                <a:ext cx="597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5BE1A8A1-BD9C-4E41-B11A-D70493B0867A}"/>
                  </a:ext>
                </a:extLst>
              </p14:cNvPr>
              <p14:cNvContentPartPr/>
              <p14:nvPr/>
            </p14:nvContentPartPr>
            <p14:xfrm>
              <a:off x="11416509" y="1958665"/>
              <a:ext cx="625320" cy="4741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5BE1A8A1-BD9C-4E41-B11A-D70493B0867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398509" y="1940679"/>
                <a:ext cx="660960" cy="509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7BE74E0F-2391-4361-AB2D-9745D35D6118}"/>
                  </a:ext>
                </a:extLst>
              </p14:cNvPr>
              <p14:cNvContentPartPr/>
              <p14:nvPr/>
            </p14:nvContentPartPr>
            <p14:xfrm>
              <a:off x="10953549" y="2073865"/>
              <a:ext cx="334440" cy="2455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7BE74E0F-2391-4361-AB2D-9745D35D611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935549" y="2056225"/>
                <a:ext cx="3700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5E82BDAD-2C3E-4623-B87E-72648BD6DA71}"/>
                  </a:ext>
                </a:extLst>
              </p14:cNvPr>
              <p14:cNvContentPartPr/>
              <p14:nvPr/>
            </p14:nvContentPartPr>
            <p14:xfrm>
              <a:off x="9485469" y="1862185"/>
              <a:ext cx="1063440" cy="5346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5E82BDAD-2C3E-4623-B87E-72648BD6DA7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67823" y="1844545"/>
                <a:ext cx="1099092" cy="5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AEE42B53-B2ED-4B6F-A80F-0CAE12BDEDF5}"/>
                  </a:ext>
                </a:extLst>
              </p14:cNvPr>
              <p14:cNvContentPartPr/>
              <p14:nvPr/>
            </p14:nvContentPartPr>
            <p14:xfrm>
              <a:off x="8309349" y="1824385"/>
              <a:ext cx="633240" cy="73296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AEE42B53-B2ED-4B6F-A80F-0CAE12BDEDF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291709" y="1806385"/>
                <a:ext cx="668880" cy="7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F2A7E5A4-2D42-40F0-B838-6E0F2D73859D}"/>
                  </a:ext>
                </a:extLst>
              </p14:cNvPr>
              <p14:cNvContentPartPr/>
              <p14:nvPr/>
            </p14:nvContentPartPr>
            <p14:xfrm>
              <a:off x="7441389" y="2954785"/>
              <a:ext cx="587160" cy="48204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F2A7E5A4-2D42-40F0-B838-6E0F2D73859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423389" y="2936798"/>
                <a:ext cx="622800" cy="517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1EA5EF3A-9813-4EBA-8D54-35134B4DA168}"/>
                  </a:ext>
                </a:extLst>
              </p14:cNvPr>
              <p14:cNvContentPartPr/>
              <p14:nvPr/>
            </p14:nvContentPartPr>
            <p14:xfrm>
              <a:off x="6788709" y="2906545"/>
              <a:ext cx="513000" cy="5677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1EA5EF3A-9813-4EBA-8D54-35134B4DA16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770709" y="2888905"/>
                <a:ext cx="54864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60B76408-D7BE-43E2-BA60-F177FDB20124}"/>
                  </a:ext>
                </a:extLst>
              </p14:cNvPr>
              <p14:cNvContentPartPr/>
              <p14:nvPr/>
            </p14:nvContentPartPr>
            <p14:xfrm>
              <a:off x="8609589" y="3276985"/>
              <a:ext cx="261000" cy="363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60B76408-D7BE-43E2-BA60-F177FDB2012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591589" y="3258985"/>
                <a:ext cx="2966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08942B3C-7E2E-493A-8609-9D210A6F0B0F}"/>
                  </a:ext>
                </a:extLst>
              </p14:cNvPr>
              <p14:cNvContentPartPr/>
              <p14:nvPr/>
            </p14:nvContentPartPr>
            <p14:xfrm>
              <a:off x="10534869" y="2988625"/>
              <a:ext cx="1274400" cy="43740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08942B3C-7E2E-493A-8609-9D210A6F0B0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516874" y="2970640"/>
                <a:ext cx="1310030" cy="4730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FA03E74A-E3F7-4F49-B615-E5453AD2F8A4}"/>
                  </a:ext>
                </a:extLst>
              </p14:cNvPr>
              <p14:cNvContentPartPr/>
              <p14:nvPr/>
            </p14:nvContentPartPr>
            <p14:xfrm>
              <a:off x="9268749" y="2983945"/>
              <a:ext cx="785520" cy="39996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FA03E74A-E3F7-4F49-B615-E5453AD2F8A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250749" y="2966305"/>
                <a:ext cx="82116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239D0D35-C0A3-4EA5-8842-764C39A44632}"/>
                  </a:ext>
                </a:extLst>
              </p14:cNvPr>
              <p14:cNvContentPartPr/>
              <p14:nvPr/>
            </p14:nvContentPartPr>
            <p14:xfrm>
              <a:off x="7735509" y="4119385"/>
              <a:ext cx="542160" cy="3996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239D0D35-C0A3-4EA5-8842-764C39A4463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717869" y="4101745"/>
                <a:ext cx="57780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24F5E9EA-89D7-4C39-A152-8068D076D585}"/>
                  </a:ext>
                </a:extLst>
              </p14:cNvPr>
              <p14:cNvContentPartPr/>
              <p14:nvPr/>
            </p14:nvContentPartPr>
            <p14:xfrm>
              <a:off x="1179189" y="3752905"/>
              <a:ext cx="2050920" cy="117144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24F5E9EA-89D7-4C39-A152-8068D076D58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61189" y="3734905"/>
                <a:ext cx="2086560" cy="12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EF3408CF-4D3F-4F5E-A300-0609D90CED5E}"/>
                  </a:ext>
                </a:extLst>
              </p14:cNvPr>
              <p14:cNvContentPartPr/>
              <p14:nvPr/>
            </p14:nvContentPartPr>
            <p14:xfrm>
              <a:off x="7790229" y="4936585"/>
              <a:ext cx="447120" cy="4262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EF3408CF-4D3F-4F5E-A300-0609D90CED5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772243" y="4918585"/>
                <a:ext cx="482731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C6D99E00-E36E-4814-9ABA-9F62C64CB45A}"/>
                  </a:ext>
                </a:extLst>
              </p14:cNvPr>
              <p14:cNvContentPartPr/>
              <p14:nvPr/>
            </p14:nvContentPartPr>
            <p14:xfrm>
              <a:off x="8758629" y="4601425"/>
              <a:ext cx="500760" cy="34920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C6D99E00-E36E-4814-9ABA-9F62C64CB45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741002" y="4583785"/>
                <a:ext cx="536374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10067E37-3AEA-4E06-8E34-89AB7B5003F7}"/>
                  </a:ext>
                </a:extLst>
              </p14:cNvPr>
              <p14:cNvContentPartPr/>
              <p14:nvPr/>
            </p14:nvContentPartPr>
            <p14:xfrm>
              <a:off x="6288309" y="3957385"/>
              <a:ext cx="1301400" cy="150588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10067E37-3AEA-4E06-8E34-89AB7B5003F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270309" y="3939385"/>
                <a:ext cx="1337040" cy="154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F2F77479-74AE-430A-9460-E0F60417E466}"/>
                  </a:ext>
                </a:extLst>
              </p14:cNvPr>
              <p14:cNvContentPartPr/>
              <p14:nvPr/>
            </p14:nvContentPartPr>
            <p14:xfrm>
              <a:off x="11214909" y="4552465"/>
              <a:ext cx="744120" cy="47268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F2F77479-74AE-430A-9460-E0F60417E46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196909" y="4534479"/>
                <a:ext cx="779760" cy="508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A6B7B941-0B81-4CCE-812F-88B48E19FC0C}"/>
                  </a:ext>
                </a:extLst>
              </p14:cNvPr>
              <p14:cNvContentPartPr/>
              <p14:nvPr/>
            </p14:nvContentPartPr>
            <p14:xfrm>
              <a:off x="9783189" y="4403425"/>
              <a:ext cx="1256040" cy="61884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A6B7B941-0B81-4CCE-812F-88B48E19FC0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765189" y="4385435"/>
                <a:ext cx="1291680" cy="65445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3446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Moore</a:t>
            </a:r>
          </a:p>
          <a:p>
            <a:r>
              <a:rPr lang="ro-RO" sz="2400" b="1" dirty="0"/>
              <a:t>b) Scrierea ecuațiilor pentru excitații și pentru ieșiri 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B90588A-B5A4-4808-AD37-D3BCD0D8F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1051586"/>
            <a:ext cx="9052461" cy="3425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FEAAEF30-9089-4838-9424-B6AE02B82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84" y="4617707"/>
            <a:ext cx="3419475" cy="203835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84B5DE67-9B4D-479A-AA13-77503585C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683" y="4709146"/>
            <a:ext cx="1943100" cy="15811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A74E0CD6-2735-4102-9B6F-490AC6AD992C}"/>
                  </a:ext>
                </a:extLst>
              </p14:cNvPr>
              <p14:cNvContentPartPr/>
              <p14:nvPr/>
            </p14:nvContentPartPr>
            <p14:xfrm>
              <a:off x="639549" y="4610065"/>
              <a:ext cx="819360" cy="2746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A74E0CD6-2735-4102-9B6F-490AC6AD99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1901" y="4592425"/>
                <a:ext cx="855016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FFF8A8F3-9614-4F84-AA14-4820CDF11B11}"/>
                  </a:ext>
                </a:extLst>
              </p14:cNvPr>
              <p14:cNvContentPartPr/>
              <p14:nvPr/>
            </p14:nvContentPartPr>
            <p14:xfrm>
              <a:off x="9702189" y="3138025"/>
              <a:ext cx="541440" cy="3078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FFF8A8F3-9614-4F84-AA14-4820CDF11B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84189" y="3120364"/>
                <a:ext cx="577080" cy="3434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40E5BB38-4B5C-4624-BD9F-24E02E2C7C64}"/>
                  </a:ext>
                </a:extLst>
              </p14:cNvPr>
              <p14:cNvContentPartPr/>
              <p14:nvPr/>
            </p14:nvContentPartPr>
            <p14:xfrm>
              <a:off x="10929429" y="3027865"/>
              <a:ext cx="911880" cy="4003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40E5BB38-4B5C-4624-BD9F-24E02E2C7C6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911429" y="3010225"/>
                <a:ext cx="94752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F82990BC-6B60-4D29-A0AA-FF38C1DF7C22}"/>
                  </a:ext>
                </a:extLst>
              </p14:cNvPr>
              <p14:cNvContentPartPr/>
              <p14:nvPr/>
            </p14:nvContentPartPr>
            <p14:xfrm>
              <a:off x="10628829" y="3156745"/>
              <a:ext cx="214920" cy="2743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F82990BC-6B60-4D29-A0AA-FF38C1DF7C2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610829" y="3139105"/>
                <a:ext cx="25056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AE8AFEF9-57B3-4F54-B7FD-6A9D17AE234F}"/>
                  </a:ext>
                </a:extLst>
              </p14:cNvPr>
              <p14:cNvContentPartPr/>
              <p14:nvPr/>
            </p14:nvContentPartPr>
            <p14:xfrm>
              <a:off x="9571509" y="4076185"/>
              <a:ext cx="1677240" cy="7372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AE8AFEF9-57B3-4F54-B7FD-6A9D17AE234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53509" y="4058545"/>
                <a:ext cx="1712880" cy="77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B927CA3B-6F88-46FA-9CD7-E219B1C7EB9B}"/>
                  </a:ext>
                </a:extLst>
              </p14:cNvPr>
              <p14:cNvContentPartPr/>
              <p14:nvPr/>
            </p14:nvContentPartPr>
            <p14:xfrm>
              <a:off x="10386909" y="3752905"/>
              <a:ext cx="916920" cy="1224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B927CA3B-6F88-46FA-9CD7-E219B1C7EB9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369269" y="3734905"/>
                <a:ext cx="9525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0D90EF8C-93A9-432A-BAEB-C7648E4794F5}"/>
                  </a:ext>
                </a:extLst>
              </p14:cNvPr>
              <p14:cNvContentPartPr/>
              <p14:nvPr/>
            </p14:nvContentPartPr>
            <p14:xfrm>
              <a:off x="9826029" y="3612505"/>
              <a:ext cx="198360" cy="3110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0D90EF8C-93A9-432A-BAEB-C7648E4794F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808029" y="3594505"/>
                <a:ext cx="23400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091A8288-AD84-49BE-AC8F-12096AD71C75}"/>
                  </a:ext>
                </a:extLst>
              </p14:cNvPr>
              <p14:cNvContentPartPr/>
              <p14:nvPr/>
            </p14:nvContentPartPr>
            <p14:xfrm>
              <a:off x="8056269" y="4918585"/>
              <a:ext cx="3153240" cy="182556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091A8288-AD84-49BE-AC8F-12096AD71C7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038269" y="4900589"/>
                <a:ext cx="3188880" cy="18611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738943D8-17B3-4607-8468-33864A4B6F9E}"/>
                  </a:ext>
                </a:extLst>
              </p14:cNvPr>
              <p14:cNvContentPartPr/>
              <p14:nvPr/>
            </p14:nvContentPartPr>
            <p14:xfrm>
              <a:off x="2061909" y="4444825"/>
              <a:ext cx="1705680" cy="22820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738943D8-17B3-4607-8468-33864A4B6F9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44269" y="4427185"/>
                <a:ext cx="1741320" cy="231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8382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Moore</a:t>
            </a:r>
          </a:p>
          <a:p>
            <a:r>
              <a:rPr lang="ro-RO" sz="2400" b="1" dirty="0"/>
              <a:t>c) Scrierea ecuațiilor pentru starea viitoare (funcția de tranziție a stărilor) 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B90588A-B5A4-4808-AD37-D3BCD0D8F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783098"/>
            <a:ext cx="6766486" cy="2560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B4E5ED10-E718-4A3C-9B1A-AF25DD28C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292" y="1874537"/>
            <a:ext cx="221932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52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Moore</a:t>
            </a:r>
          </a:p>
          <a:p>
            <a:r>
              <a:rPr lang="ro-RO" sz="2400" b="1" dirty="0"/>
              <a:t>d) Determinarea tabelului de tranziție a stărilor  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44EA3C48-6A7A-47C1-91E4-05B09CE32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1234464"/>
            <a:ext cx="10193603" cy="51057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44D9C9AB-583D-45AB-BDCB-2CB178F4FC3A}"/>
                  </a:ext>
                </a:extLst>
              </p14:cNvPr>
              <p14:cNvContentPartPr/>
              <p14:nvPr/>
            </p14:nvContentPartPr>
            <p14:xfrm>
              <a:off x="9365589" y="5015425"/>
              <a:ext cx="66960" cy="518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44D9C9AB-583D-45AB-BDCB-2CB178F4FC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47949" y="4997425"/>
                <a:ext cx="1026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BBB660B8-DD02-4A49-B448-A81CC38839C9}"/>
                  </a:ext>
                </a:extLst>
              </p14:cNvPr>
              <p14:cNvContentPartPr/>
              <p14:nvPr/>
            </p14:nvContentPartPr>
            <p14:xfrm>
              <a:off x="9392229" y="5160505"/>
              <a:ext cx="45360" cy="511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BBB660B8-DD02-4A49-B448-A81CC38839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74589" y="5142865"/>
                <a:ext cx="810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B75E6861-2266-4958-BD4C-00BAACA55ACE}"/>
                  </a:ext>
                </a:extLst>
              </p14:cNvPr>
              <p14:cNvContentPartPr/>
              <p14:nvPr/>
            </p14:nvContentPartPr>
            <p14:xfrm>
              <a:off x="8738109" y="4912825"/>
              <a:ext cx="455040" cy="2883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B75E6861-2266-4958-BD4C-00BAACA55A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20109" y="4895163"/>
                <a:ext cx="490680" cy="3240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E49550E3-35F4-4678-B9A1-02A889807118}"/>
                  </a:ext>
                </a:extLst>
              </p14:cNvPr>
              <p14:cNvContentPartPr/>
              <p14:nvPr/>
            </p14:nvContentPartPr>
            <p14:xfrm>
              <a:off x="11415429" y="5395225"/>
              <a:ext cx="588960" cy="1573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E49550E3-35F4-4678-B9A1-02A88980711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397778" y="5377585"/>
                <a:ext cx="624622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2BFE7604-E9FE-46FC-BEB5-057810AE3E9B}"/>
                  </a:ext>
                </a:extLst>
              </p14:cNvPr>
              <p14:cNvContentPartPr/>
              <p14:nvPr/>
            </p14:nvContentPartPr>
            <p14:xfrm>
              <a:off x="10904949" y="5327185"/>
              <a:ext cx="208440" cy="3106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2BFE7604-E9FE-46FC-BEB5-057810AE3E9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887309" y="5309545"/>
                <a:ext cx="24408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23C13E6A-7810-4531-9C60-94DC3DDB80A0}"/>
                  </a:ext>
                </a:extLst>
              </p14:cNvPr>
              <p14:cNvContentPartPr/>
              <p14:nvPr/>
            </p14:nvContentPartPr>
            <p14:xfrm>
              <a:off x="8715429" y="5287585"/>
              <a:ext cx="1953360" cy="3960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23C13E6A-7810-4531-9C60-94DC3DDB80A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97429" y="5269601"/>
                <a:ext cx="1989000" cy="431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6DEE4988-AC79-40EF-AD00-3B76E57F6BA5}"/>
                  </a:ext>
                </a:extLst>
              </p14:cNvPr>
              <p14:cNvContentPartPr/>
              <p14:nvPr/>
            </p14:nvContentPartPr>
            <p14:xfrm>
              <a:off x="2333709" y="6342745"/>
              <a:ext cx="1310760" cy="3078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6DEE4988-AC79-40EF-AD00-3B76E57F6BA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16064" y="6324745"/>
                <a:ext cx="134641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CC699937-E7B5-4B29-909C-A96DD242F268}"/>
                  </a:ext>
                </a:extLst>
              </p14:cNvPr>
              <p14:cNvContentPartPr/>
              <p14:nvPr/>
            </p14:nvContentPartPr>
            <p14:xfrm>
              <a:off x="1171269" y="6352105"/>
              <a:ext cx="956880" cy="2761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CC699937-E7B5-4B29-909C-A96DD242F26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53629" y="6334105"/>
                <a:ext cx="99252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44504168-44FD-473A-AA0A-77FD35BCAB46}"/>
                  </a:ext>
                </a:extLst>
              </p14:cNvPr>
              <p14:cNvContentPartPr/>
              <p14:nvPr/>
            </p14:nvContentPartPr>
            <p14:xfrm>
              <a:off x="5312709" y="6569185"/>
              <a:ext cx="201960" cy="504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44504168-44FD-473A-AA0A-77FD35BCAB4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95069" y="6551185"/>
                <a:ext cx="2376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A2DCC0B4-71BE-4B4C-AB95-0F33E0A16DCA}"/>
                  </a:ext>
                </a:extLst>
              </p14:cNvPr>
              <p14:cNvContentPartPr/>
              <p14:nvPr/>
            </p14:nvContentPartPr>
            <p14:xfrm>
              <a:off x="5336829" y="6650905"/>
              <a:ext cx="196560" cy="82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A2DCC0B4-71BE-4B4C-AB95-0F33E0A16DC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319189" y="6632905"/>
                <a:ext cx="2322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500300AB-6F5E-4D45-A8C0-85A438700970}"/>
                  </a:ext>
                </a:extLst>
              </p14:cNvPr>
              <p14:cNvContentPartPr/>
              <p14:nvPr/>
            </p14:nvContentPartPr>
            <p14:xfrm>
              <a:off x="4640229" y="6386305"/>
              <a:ext cx="347400" cy="3463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500300AB-6F5E-4D45-A8C0-85A43870097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622589" y="6368665"/>
                <a:ext cx="38304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51AD64F7-1015-4DA4-95FA-0B60851E92CC}"/>
                  </a:ext>
                </a:extLst>
              </p14:cNvPr>
              <p14:cNvContentPartPr/>
              <p14:nvPr/>
            </p14:nvContentPartPr>
            <p14:xfrm>
              <a:off x="4135869" y="6357145"/>
              <a:ext cx="371880" cy="37980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51AD64F7-1015-4DA4-95FA-0B60851E92C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117886" y="6339505"/>
                <a:ext cx="407486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FA47FBB6-2376-417F-A4F0-C8E2A52EEEE9}"/>
                  </a:ext>
                </a:extLst>
              </p14:cNvPr>
              <p14:cNvContentPartPr/>
              <p14:nvPr/>
            </p14:nvContentPartPr>
            <p14:xfrm>
              <a:off x="6159789" y="6439225"/>
              <a:ext cx="408960" cy="3175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FA47FBB6-2376-417F-A4F0-C8E2A52EEEE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141789" y="6421245"/>
                <a:ext cx="444600" cy="35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949DEE74-844F-4F1F-AA87-D5D1F8B2EDE3}"/>
                  </a:ext>
                </a:extLst>
              </p14:cNvPr>
              <p14:cNvContentPartPr/>
              <p14:nvPr/>
            </p14:nvContentPartPr>
            <p14:xfrm>
              <a:off x="5760189" y="6443905"/>
              <a:ext cx="278280" cy="3290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949DEE74-844F-4F1F-AA87-D5D1F8B2EDE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742549" y="6425905"/>
                <a:ext cx="3139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F9636B69-D050-49E1-BD07-9BFC1D254B73}"/>
                  </a:ext>
                </a:extLst>
              </p14:cNvPr>
              <p14:cNvContentPartPr/>
              <p14:nvPr/>
            </p14:nvContentPartPr>
            <p14:xfrm>
              <a:off x="6853509" y="6428065"/>
              <a:ext cx="1877400" cy="28584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F9636B69-D050-49E1-BD07-9BFC1D254B7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835512" y="6410403"/>
                <a:ext cx="1913033" cy="321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C32DEAF8-32B1-459B-83F1-283B728996A3}"/>
                  </a:ext>
                </a:extLst>
              </p14:cNvPr>
              <p14:cNvContentPartPr/>
              <p14:nvPr/>
            </p14:nvContentPartPr>
            <p14:xfrm>
              <a:off x="9057069" y="5866465"/>
              <a:ext cx="1762200" cy="9921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C32DEAF8-32B1-459B-83F1-283B728996A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39069" y="5848831"/>
                <a:ext cx="1797840" cy="1027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F113BB46-E0D1-47B5-BF91-74FE557B0131}"/>
                  </a:ext>
                </a:extLst>
              </p14:cNvPr>
              <p14:cNvContentPartPr/>
              <p14:nvPr/>
            </p14:nvContentPartPr>
            <p14:xfrm>
              <a:off x="3562749" y="1144648"/>
              <a:ext cx="1053000" cy="48060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F113BB46-E0D1-47B5-BF91-74FE557B013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545109" y="1126648"/>
                <a:ext cx="108864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83E076FD-64BA-4BFB-9800-43C0C1ED0C7F}"/>
                  </a:ext>
                </a:extLst>
              </p14:cNvPr>
              <p14:cNvContentPartPr/>
              <p14:nvPr/>
            </p14:nvContentPartPr>
            <p14:xfrm>
              <a:off x="3291669" y="2015488"/>
              <a:ext cx="89640" cy="3960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83E076FD-64BA-4BFB-9800-43C0C1ED0C7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273669" y="1997488"/>
                <a:ext cx="1252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25769DFD-6E7B-4FAC-9E86-D8802C1CC2A7}"/>
                  </a:ext>
                </a:extLst>
              </p14:cNvPr>
              <p14:cNvContentPartPr/>
              <p14:nvPr/>
            </p14:nvContentPartPr>
            <p14:xfrm>
              <a:off x="4788189" y="1029448"/>
              <a:ext cx="1270080" cy="66384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25769DFD-6E7B-4FAC-9E86-D8802C1CC2A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770549" y="1011448"/>
                <a:ext cx="1305720" cy="69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0B575F41-0B74-4360-882B-399D12A851AE}"/>
                  </a:ext>
                </a:extLst>
              </p14:cNvPr>
              <p14:cNvContentPartPr/>
              <p14:nvPr/>
            </p14:nvContentPartPr>
            <p14:xfrm>
              <a:off x="4056669" y="2299888"/>
              <a:ext cx="202320" cy="540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0B575F41-0B74-4360-882B-399D12A851A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039029" y="2282248"/>
                <a:ext cx="237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B71EF101-9CD9-4D5C-AEC5-9C3A96C0C955}"/>
                  </a:ext>
                </a:extLst>
              </p14:cNvPr>
              <p14:cNvContentPartPr/>
              <p14:nvPr/>
            </p14:nvContentPartPr>
            <p14:xfrm>
              <a:off x="4071069" y="2367568"/>
              <a:ext cx="190440" cy="1008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B71EF101-9CD9-4D5C-AEC5-9C3A96C0C95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053429" y="2349568"/>
                <a:ext cx="2260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49204BA3-8028-4893-BC14-27A05997F8FF}"/>
                  </a:ext>
                </a:extLst>
              </p14:cNvPr>
              <p14:cNvContentPartPr/>
              <p14:nvPr/>
            </p14:nvContentPartPr>
            <p14:xfrm>
              <a:off x="9523629" y="2386648"/>
              <a:ext cx="379800" cy="6768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49204BA3-8028-4893-BC14-27A05997F8F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505989" y="2369008"/>
                <a:ext cx="4154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502750F7-6E38-4C7F-AF0C-C19DBA89EA0B}"/>
                  </a:ext>
                </a:extLst>
              </p14:cNvPr>
              <p14:cNvContentPartPr/>
              <p14:nvPr/>
            </p14:nvContentPartPr>
            <p14:xfrm>
              <a:off x="4845789" y="2014408"/>
              <a:ext cx="2959200" cy="142812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502750F7-6E38-4C7F-AF0C-C19DBA89EA0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828147" y="1996764"/>
                <a:ext cx="2994844" cy="14637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B8D5BEF8-5D0D-4BC1-B047-AC9F31EEF0AA}"/>
                  </a:ext>
                </a:extLst>
              </p14:cNvPr>
              <p14:cNvContentPartPr/>
              <p14:nvPr/>
            </p14:nvContentPartPr>
            <p14:xfrm>
              <a:off x="9529029" y="3191248"/>
              <a:ext cx="258120" cy="1404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B8D5BEF8-5D0D-4BC1-B047-AC9F31EEF0A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511029" y="3173608"/>
                <a:ext cx="2937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79C7363A-1104-4845-9963-FE584136F19E}"/>
                  </a:ext>
                </a:extLst>
              </p14:cNvPr>
              <p14:cNvContentPartPr/>
              <p14:nvPr/>
            </p14:nvContentPartPr>
            <p14:xfrm>
              <a:off x="9538389" y="3306808"/>
              <a:ext cx="259920" cy="900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79C7363A-1104-4845-9963-FE584136F19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520389" y="3289168"/>
                <a:ext cx="2955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D96CAE7B-9F1F-4EBD-815F-340C162BBF67}"/>
                  </a:ext>
                </a:extLst>
              </p14:cNvPr>
              <p14:cNvContentPartPr/>
              <p14:nvPr/>
            </p14:nvContentPartPr>
            <p14:xfrm>
              <a:off x="8989749" y="635968"/>
              <a:ext cx="943920" cy="86148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D96CAE7B-9F1F-4EBD-815F-340C162BBF6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971749" y="599968"/>
                <a:ext cx="979560" cy="9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8ED35E55-1C0B-41E6-B894-D5B680E6AEFB}"/>
                  </a:ext>
                </a:extLst>
              </p14:cNvPr>
              <p14:cNvContentPartPr/>
              <p14:nvPr/>
            </p14:nvContentPartPr>
            <p14:xfrm>
              <a:off x="4364829" y="1492408"/>
              <a:ext cx="138960" cy="4284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8ED35E55-1C0B-41E6-B894-D5B680E6AEF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346829" y="1456408"/>
                <a:ext cx="1746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05BF01CF-31E6-40BA-A117-79F4B39CFCF9}"/>
                  </a:ext>
                </a:extLst>
              </p14:cNvPr>
              <p14:cNvContentPartPr/>
              <p14:nvPr/>
            </p14:nvContentPartPr>
            <p14:xfrm>
              <a:off x="4367349" y="1538128"/>
              <a:ext cx="147960" cy="2916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05BF01CF-31E6-40BA-A117-79F4B39CFCF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349709" y="1502488"/>
                <a:ext cx="1836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335A94CB-9650-4659-BFBA-FA39AF99DFA3}"/>
                  </a:ext>
                </a:extLst>
              </p14:cNvPr>
              <p14:cNvContentPartPr/>
              <p14:nvPr/>
            </p14:nvContentPartPr>
            <p14:xfrm>
              <a:off x="9206829" y="798688"/>
              <a:ext cx="117720" cy="20196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335A94CB-9650-4659-BFBA-FA39AF99DFA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188829" y="762688"/>
                <a:ext cx="15336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F50423B5-3275-46D9-99D9-CE2848A9F4D8}"/>
                  </a:ext>
                </a:extLst>
              </p14:cNvPr>
              <p14:cNvContentPartPr/>
              <p14:nvPr/>
            </p14:nvContentPartPr>
            <p14:xfrm>
              <a:off x="9482229" y="808408"/>
              <a:ext cx="149400" cy="17424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F50423B5-3275-46D9-99D9-CE2848A9F4D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464229" y="772768"/>
                <a:ext cx="1850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3DD8138C-0318-49CF-91FB-E8EEAB074096}"/>
                  </a:ext>
                </a:extLst>
              </p14:cNvPr>
              <p14:cNvContentPartPr/>
              <p14:nvPr/>
            </p14:nvContentPartPr>
            <p14:xfrm>
              <a:off x="9109989" y="1116208"/>
              <a:ext cx="598680" cy="255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3DD8138C-0318-49CF-91FB-E8EEAB07409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092349" y="1080208"/>
                <a:ext cx="6343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78168EBE-8080-4746-93CF-C2385CDABB74}"/>
                  </a:ext>
                </a:extLst>
              </p14:cNvPr>
              <p14:cNvContentPartPr/>
              <p14:nvPr/>
            </p14:nvContentPartPr>
            <p14:xfrm>
              <a:off x="7122429" y="2574208"/>
              <a:ext cx="551160" cy="2808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78168EBE-8080-4746-93CF-C2385CDABB74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104429" y="2538208"/>
                <a:ext cx="5868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AA55CB15-AA00-4A19-82DD-9FC3486B0593}"/>
                  </a:ext>
                </a:extLst>
              </p14:cNvPr>
              <p14:cNvContentPartPr/>
              <p14:nvPr/>
            </p14:nvContentPartPr>
            <p14:xfrm>
              <a:off x="9523629" y="2415808"/>
              <a:ext cx="468720" cy="1116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AA55CB15-AA00-4A19-82DD-9FC3486B0593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505989" y="2379808"/>
                <a:ext cx="50436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7471BAD0-DE38-4FC9-A9A2-7567BC6E9D75}"/>
                  </a:ext>
                </a:extLst>
              </p14:cNvPr>
              <p14:cNvContentPartPr/>
              <p14:nvPr/>
            </p14:nvContentPartPr>
            <p14:xfrm>
              <a:off x="9692109" y="331408"/>
              <a:ext cx="1169640" cy="28980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7471BAD0-DE38-4FC9-A9A2-7567BC6E9D7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674469" y="295408"/>
                <a:ext cx="120528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DEAFFDC7-1CB6-4312-8283-849074535A6F}"/>
                  </a:ext>
                </a:extLst>
              </p14:cNvPr>
              <p14:cNvContentPartPr/>
              <p14:nvPr/>
            </p14:nvContentPartPr>
            <p14:xfrm>
              <a:off x="10047789" y="85168"/>
              <a:ext cx="161280" cy="14076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DEAFFDC7-1CB6-4312-8283-849074535A6F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030149" y="49168"/>
                <a:ext cx="1969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462B0D7F-D1D8-4139-A4DB-3600A0B4D94A}"/>
                  </a:ext>
                </a:extLst>
              </p14:cNvPr>
              <p14:cNvContentPartPr/>
              <p14:nvPr/>
            </p14:nvContentPartPr>
            <p14:xfrm>
              <a:off x="10357749" y="201808"/>
              <a:ext cx="199440" cy="30420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462B0D7F-D1D8-4139-A4DB-3600A0B4D94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340109" y="166168"/>
                <a:ext cx="23508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7C56C27B-16AD-4FA8-AE61-385632AE2EA1}"/>
                  </a:ext>
                </a:extLst>
              </p14:cNvPr>
              <p14:cNvContentPartPr/>
              <p14:nvPr/>
            </p14:nvContentPartPr>
            <p14:xfrm>
              <a:off x="10832949" y="307648"/>
              <a:ext cx="221760" cy="50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7C56C27B-16AD-4FA8-AE61-385632AE2EA1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815309" y="272008"/>
                <a:ext cx="2574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7A521BF9-7CCB-42DD-A958-F88A3AD4E2CD}"/>
                  </a:ext>
                </a:extLst>
              </p14:cNvPr>
              <p14:cNvContentPartPr/>
              <p14:nvPr/>
            </p14:nvContentPartPr>
            <p14:xfrm>
              <a:off x="11020149" y="186328"/>
              <a:ext cx="732240" cy="76752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7A521BF9-7CCB-42DD-A958-F88A3AD4E2CD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1002509" y="150688"/>
                <a:ext cx="767880" cy="83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AAD6DCFC-26EB-467C-B56D-A70472FBE48B}"/>
                  </a:ext>
                </a:extLst>
              </p14:cNvPr>
              <p14:cNvContentPartPr/>
              <p14:nvPr/>
            </p14:nvContentPartPr>
            <p14:xfrm>
              <a:off x="11179269" y="365968"/>
              <a:ext cx="136440" cy="15948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AAD6DCFC-26EB-467C-B56D-A70472FBE48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1161269" y="329968"/>
                <a:ext cx="17208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0C6F8C18-9582-4F58-B228-0DF43A266EE2}"/>
                  </a:ext>
                </a:extLst>
              </p14:cNvPr>
              <p14:cNvContentPartPr/>
              <p14:nvPr/>
            </p14:nvContentPartPr>
            <p14:xfrm>
              <a:off x="11415429" y="340408"/>
              <a:ext cx="12960" cy="19224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0C6F8C18-9582-4F58-B228-0DF43A266EE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1397789" y="304408"/>
                <a:ext cx="486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732576D8-3C08-4FED-9B3B-35BAE5F47B08}"/>
                  </a:ext>
                </a:extLst>
              </p14:cNvPr>
              <p14:cNvContentPartPr/>
              <p14:nvPr/>
            </p14:nvContentPartPr>
            <p14:xfrm>
              <a:off x="11174589" y="639928"/>
              <a:ext cx="482040" cy="540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732576D8-3C08-4FED-9B3B-35BAE5F47B0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1156949" y="603928"/>
                <a:ext cx="5176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5CC03235-5D3A-4736-9CE1-2B7856044AF2}"/>
                  </a:ext>
                </a:extLst>
              </p14:cNvPr>
              <p14:cNvContentPartPr/>
              <p14:nvPr/>
            </p14:nvContentPartPr>
            <p14:xfrm>
              <a:off x="7098309" y="3416248"/>
              <a:ext cx="578880" cy="6336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5CC03235-5D3A-4736-9CE1-2B7856044AF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080669" y="3380248"/>
                <a:ext cx="6145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1B65C9B3-A539-4B98-BA74-5CF00998D92B}"/>
                  </a:ext>
                </a:extLst>
              </p14:cNvPr>
              <p14:cNvContentPartPr/>
              <p14:nvPr/>
            </p14:nvContentPartPr>
            <p14:xfrm>
              <a:off x="7175349" y="3535408"/>
              <a:ext cx="536400" cy="7416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1B65C9B3-A539-4B98-BA74-5CF00998D92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157709" y="3499768"/>
                <a:ext cx="5720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6264F209-B0B3-4E88-83CF-464BB4F1121C}"/>
                  </a:ext>
                </a:extLst>
              </p14:cNvPr>
              <p14:cNvContentPartPr/>
              <p14:nvPr/>
            </p14:nvContentPartPr>
            <p14:xfrm>
              <a:off x="9495189" y="3176128"/>
              <a:ext cx="508680" cy="2916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6264F209-B0B3-4E88-83CF-464BB4F1121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477189" y="3140128"/>
                <a:ext cx="54432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D0B6612E-5ACF-4FFC-8E23-1CE88C33CA32}"/>
                  </a:ext>
                </a:extLst>
              </p14:cNvPr>
              <p14:cNvContentPartPr/>
              <p14:nvPr/>
            </p14:nvContentPartPr>
            <p14:xfrm>
              <a:off x="9523629" y="3291688"/>
              <a:ext cx="497160" cy="2052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D0B6612E-5ACF-4FFC-8E23-1CE88C33CA3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505989" y="3255688"/>
                <a:ext cx="53280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E8C950BF-3BC5-4CCC-AB72-2623599207A3}"/>
                  </a:ext>
                </a:extLst>
              </p14:cNvPr>
              <p14:cNvContentPartPr/>
              <p14:nvPr/>
            </p14:nvContentPartPr>
            <p14:xfrm>
              <a:off x="8262549" y="371008"/>
              <a:ext cx="958320" cy="96912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E8C950BF-3BC5-4CCC-AB72-2623599207A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244909" y="335008"/>
                <a:ext cx="993960" cy="10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F719ED2B-3C30-448E-879F-0049DEFB2185}"/>
                  </a:ext>
                </a:extLst>
              </p14:cNvPr>
              <p14:cNvContentPartPr/>
              <p14:nvPr/>
            </p14:nvContentPartPr>
            <p14:xfrm>
              <a:off x="8152389" y="829288"/>
              <a:ext cx="298800" cy="15300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F719ED2B-3C30-448E-879F-0049DEFB218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134389" y="793288"/>
                <a:ext cx="3344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8BD70201-2839-4602-8C0B-8FA33E9A0EEA}"/>
                  </a:ext>
                </a:extLst>
              </p14:cNvPr>
              <p14:cNvContentPartPr/>
              <p14:nvPr/>
            </p14:nvContentPartPr>
            <p14:xfrm>
              <a:off x="7832349" y="614728"/>
              <a:ext cx="199440" cy="28080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8BD70201-2839-4602-8C0B-8FA33E9A0EEA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814709" y="578728"/>
                <a:ext cx="23508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600ECF53-4009-419E-B759-6AA9FDA4A891}"/>
                  </a:ext>
                </a:extLst>
              </p14:cNvPr>
              <p14:cNvContentPartPr/>
              <p14:nvPr/>
            </p14:nvContentPartPr>
            <p14:xfrm>
              <a:off x="2726469" y="5490928"/>
              <a:ext cx="50400" cy="65520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600ECF53-4009-419E-B759-6AA9FDA4A89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708469" y="5455288"/>
                <a:ext cx="86040" cy="72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5651AC2F-5B1E-4FE4-98F6-0F5799F8E77C}"/>
                  </a:ext>
                </a:extLst>
              </p14:cNvPr>
              <p14:cNvContentPartPr/>
              <p14:nvPr/>
            </p14:nvContentPartPr>
            <p14:xfrm>
              <a:off x="2655909" y="5269168"/>
              <a:ext cx="5546160" cy="110268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5651AC2F-5B1E-4FE4-98F6-0F5799F8E77C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637909" y="5233168"/>
                <a:ext cx="5581800" cy="11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31FA10F6-3684-49BE-82EE-BC044F213BB5}"/>
                  </a:ext>
                </a:extLst>
              </p14:cNvPr>
              <p14:cNvContentPartPr/>
              <p14:nvPr/>
            </p14:nvContentPartPr>
            <p14:xfrm>
              <a:off x="4268349" y="4815568"/>
              <a:ext cx="646560" cy="81540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31FA10F6-3684-49BE-82EE-BC044F213BB5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4250709" y="4779568"/>
                <a:ext cx="682200" cy="88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6A2A319E-0591-426F-9DBA-23C1A4F3EA71}"/>
                  </a:ext>
                </a:extLst>
              </p14:cNvPr>
              <p14:cNvContentPartPr/>
              <p14:nvPr/>
            </p14:nvContentPartPr>
            <p14:xfrm>
              <a:off x="4189869" y="5455288"/>
              <a:ext cx="243720" cy="27540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6A2A319E-0591-426F-9DBA-23C1A4F3EA7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172229" y="5419648"/>
                <a:ext cx="27936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40D4C63E-29CF-46CA-AA36-1EE0B025EFC8}"/>
                  </a:ext>
                </a:extLst>
              </p14:cNvPr>
              <p14:cNvContentPartPr/>
              <p14:nvPr/>
            </p14:nvContentPartPr>
            <p14:xfrm>
              <a:off x="5202189" y="4617928"/>
              <a:ext cx="189720" cy="42912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40D4C63E-29CF-46CA-AA36-1EE0B025EFC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184189" y="4582288"/>
                <a:ext cx="22536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5EA48F31-C074-4C32-BB6B-116C179BCA8C}"/>
                  </a:ext>
                </a:extLst>
              </p14:cNvPr>
              <p14:cNvContentPartPr/>
              <p14:nvPr/>
            </p14:nvContentPartPr>
            <p14:xfrm>
              <a:off x="5476509" y="4889368"/>
              <a:ext cx="13320" cy="14148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5EA48F31-C074-4C32-BB6B-116C179BCA8C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458509" y="4853368"/>
                <a:ext cx="4896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FF01031A-08F0-47F7-8504-9AA3FBE39A8B}"/>
                  </a:ext>
                </a:extLst>
              </p14:cNvPr>
              <p14:cNvContentPartPr/>
              <p14:nvPr/>
            </p14:nvContentPartPr>
            <p14:xfrm>
              <a:off x="5611149" y="4767688"/>
              <a:ext cx="174600" cy="1836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FF01031A-08F0-47F7-8504-9AA3FBE39A8B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593509" y="4732048"/>
                <a:ext cx="2102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192AA55E-C675-4949-8D76-1A8BB213B480}"/>
                  </a:ext>
                </a:extLst>
              </p14:cNvPr>
              <p14:cNvContentPartPr/>
              <p14:nvPr/>
            </p14:nvContentPartPr>
            <p14:xfrm>
              <a:off x="5615829" y="4889728"/>
              <a:ext cx="185040" cy="1548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192AA55E-C675-4949-8D76-1A8BB213B48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598189" y="4853728"/>
                <a:ext cx="2206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C44B976B-F145-4E00-8DF6-DDBFE27A8548}"/>
                  </a:ext>
                </a:extLst>
              </p14:cNvPr>
              <p14:cNvContentPartPr/>
              <p14:nvPr/>
            </p14:nvContentPartPr>
            <p14:xfrm>
              <a:off x="5941629" y="4721968"/>
              <a:ext cx="197640" cy="20268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C44B976B-F145-4E00-8DF6-DDBFE27A8548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923629" y="4686328"/>
                <a:ext cx="23328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B68A2780-682D-42FB-A494-5B593A8F4BA7}"/>
                  </a:ext>
                </a:extLst>
              </p14:cNvPr>
              <p14:cNvContentPartPr/>
              <p14:nvPr/>
            </p14:nvContentPartPr>
            <p14:xfrm>
              <a:off x="6559029" y="4606048"/>
              <a:ext cx="362160" cy="46692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B68A2780-682D-42FB-A494-5B593A8F4BA7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541029" y="4570048"/>
                <a:ext cx="397800" cy="53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0F16844F-EBC4-4165-B293-067FE17B058E}"/>
                  </a:ext>
                </a:extLst>
              </p14:cNvPr>
              <p14:cNvContentPartPr/>
              <p14:nvPr/>
            </p14:nvContentPartPr>
            <p14:xfrm>
              <a:off x="7007229" y="4822408"/>
              <a:ext cx="158760" cy="1656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0F16844F-EBC4-4165-B293-067FE17B058E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989229" y="4786408"/>
                <a:ext cx="1944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7F6DCA95-5F02-4CCD-8F63-26785D9EBCB7}"/>
                  </a:ext>
                </a:extLst>
              </p14:cNvPr>
              <p14:cNvContentPartPr/>
              <p14:nvPr/>
            </p14:nvContentPartPr>
            <p14:xfrm>
              <a:off x="7035669" y="4932568"/>
              <a:ext cx="144720" cy="1872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7F6DCA95-5F02-4CCD-8F63-26785D9EBCB7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018029" y="4896928"/>
                <a:ext cx="1803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2E4AAE21-F732-4E7E-ABCC-26BAC79564AE}"/>
                  </a:ext>
                </a:extLst>
              </p14:cNvPr>
              <p14:cNvContentPartPr/>
              <p14:nvPr/>
            </p14:nvContentPartPr>
            <p14:xfrm>
              <a:off x="7278669" y="4790368"/>
              <a:ext cx="219600" cy="16668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2E4AAE21-F732-4E7E-ABCC-26BAC79564AE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261029" y="4754728"/>
                <a:ext cx="2552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9546B819-E61E-4179-B587-433006224D42}"/>
                  </a:ext>
                </a:extLst>
              </p14:cNvPr>
              <p14:cNvContentPartPr/>
              <p14:nvPr/>
            </p14:nvContentPartPr>
            <p14:xfrm>
              <a:off x="3432789" y="1063288"/>
              <a:ext cx="1236240" cy="68796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9546B819-E61E-4179-B587-433006224D42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415149" y="1027648"/>
                <a:ext cx="1271880" cy="75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CB378DD2-FE2D-4836-ABB1-55E47EFDAB71}"/>
                  </a:ext>
                </a:extLst>
              </p14:cNvPr>
              <p14:cNvContentPartPr/>
              <p14:nvPr/>
            </p14:nvContentPartPr>
            <p14:xfrm>
              <a:off x="9374589" y="1222048"/>
              <a:ext cx="189360" cy="30852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CB378DD2-FE2D-4836-ABB1-55E47EFDAB71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356949" y="1186408"/>
                <a:ext cx="22500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8B43A55C-B227-41AF-A310-7313B9281A6D}"/>
                  </a:ext>
                </a:extLst>
              </p14:cNvPr>
              <p14:cNvContentPartPr/>
              <p14:nvPr/>
            </p14:nvContentPartPr>
            <p14:xfrm>
              <a:off x="9628749" y="1246168"/>
              <a:ext cx="180360" cy="25272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8B43A55C-B227-41AF-A310-7313B9281A6D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9611109" y="1210528"/>
                <a:ext cx="216000" cy="32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2033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F90AD575-DB7F-44EB-AB42-F645496692B3}"/>
                  </a:ext>
                </a:extLst>
              </p14:cNvPr>
              <p14:cNvContentPartPr/>
              <p14:nvPr/>
            </p14:nvContentPartPr>
            <p14:xfrm>
              <a:off x="757629" y="587425"/>
              <a:ext cx="1084680" cy="3466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F90AD575-DB7F-44EB-AB42-F645496692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989" y="569785"/>
                <a:ext cx="112032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8B831DE3-F42C-4C6F-A8AD-CF5A9C79EC22}"/>
                  </a:ext>
                </a:extLst>
              </p14:cNvPr>
              <p14:cNvContentPartPr/>
              <p14:nvPr/>
            </p14:nvContentPartPr>
            <p14:xfrm>
              <a:off x="2126709" y="533785"/>
              <a:ext cx="1297440" cy="4194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8B831DE3-F42C-4C6F-A8AD-CF5A9C79EC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9064" y="516145"/>
                <a:ext cx="133309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FCBBF2F9-1F88-4286-A273-2916BF03E9B0}"/>
                  </a:ext>
                </a:extLst>
              </p14:cNvPr>
              <p14:cNvContentPartPr/>
              <p14:nvPr/>
            </p14:nvContentPartPr>
            <p14:xfrm>
              <a:off x="1226349" y="1376185"/>
              <a:ext cx="973800" cy="5601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FCBBF2F9-1F88-4286-A273-2916BF03E9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8356" y="1358185"/>
                <a:ext cx="1009427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EBFFCF7-02CE-4048-888A-03BBC7868AE7}"/>
                  </a:ext>
                </a:extLst>
              </p14:cNvPr>
              <p14:cNvContentPartPr/>
              <p14:nvPr/>
            </p14:nvContentPartPr>
            <p14:xfrm>
              <a:off x="2439549" y="1165225"/>
              <a:ext cx="663120" cy="13579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EBFFCF7-02CE-4048-888A-03BBC7868AE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21909" y="1147585"/>
                <a:ext cx="698760" cy="13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4DDC24D9-0DEA-4382-8D92-9A98A0A67578}"/>
                  </a:ext>
                </a:extLst>
              </p14:cNvPr>
              <p14:cNvContentPartPr/>
              <p14:nvPr/>
            </p14:nvContentPartPr>
            <p14:xfrm>
              <a:off x="3787389" y="1249465"/>
              <a:ext cx="312480" cy="550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4DDC24D9-0DEA-4382-8D92-9A98A0A675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69389" y="1231465"/>
                <a:ext cx="3481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62CC786F-6C6F-48B7-B9E4-E5A32331511C}"/>
                  </a:ext>
                </a:extLst>
              </p14:cNvPr>
              <p14:cNvContentPartPr/>
              <p14:nvPr/>
            </p14:nvContentPartPr>
            <p14:xfrm>
              <a:off x="3782349" y="1428745"/>
              <a:ext cx="203400" cy="2264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62CC786F-6C6F-48B7-B9E4-E5A3233151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64709" y="1411105"/>
                <a:ext cx="2390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2ED6F164-9B79-416C-BEC3-3A74D1D08133}"/>
                  </a:ext>
                </a:extLst>
              </p14:cNvPr>
              <p14:cNvContentPartPr/>
              <p14:nvPr/>
            </p14:nvContentPartPr>
            <p14:xfrm>
              <a:off x="3301029" y="1304185"/>
              <a:ext cx="365400" cy="3884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2ED6F164-9B79-416C-BEC3-3A74D1D0813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83389" y="1286202"/>
                <a:ext cx="401040" cy="424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E069D34E-9508-4E9B-BAA6-605BC930D8BF}"/>
                  </a:ext>
                </a:extLst>
              </p14:cNvPr>
              <p14:cNvContentPartPr/>
              <p14:nvPr/>
            </p14:nvContentPartPr>
            <p14:xfrm>
              <a:off x="3737349" y="1905385"/>
              <a:ext cx="162720" cy="190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E069D34E-9508-4E9B-BAA6-605BC930D8B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19709" y="1887745"/>
                <a:ext cx="1983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348B24C9-397D-4606-8C13-53BFCE2CA483}"/>
                  </a:ext>
                </a:extLst>
              </p14:cNvPr>
              <p14:cNvContentPartPr/>
              <p14:nvPr/>
            </p14:nvContentPartPr>
            <p14:xfrm>
              <a:off x="3701349" y="1992865"/>
              <a:ext cx="356040" cy="3772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348B24C9-397D-4606-8C13-53BFCE2CA48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83349" y="1974865"/>
                <a:ext cx="39168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74157C00-659B-426F-9B13-D0CD117B9087}"/>
                  </a:ext>
                </a:extLst>
              </p14:cNvPr>
              <p14:cNvContentPartPr/>
              <p14:nvPr/>
            </p14:nvContentPartPr>
            <p14:xfrm>
              <a:off x="3270429" y="1952545"/>
              <a:ext cx="273960" cy="4431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74157C00-659B-426F-9B13-D0CD117B908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52429" y="1934545"/>
                <a:ext cx="30960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CB497B8E-D873-47AC-BF76-0EAD05D0961D}"/>
                  </a:ext>
                </a:extLst>
              </p14:cNvPr>
              <p14:cNvContentPartPr/>
              <p14:nvPr/>
            </p14:nvContentPartPr>
            <p14:xfrm>
              <a:off x="4214349" y="1082425"/>
              <a:ext cx="1646280" cy="15512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CB497B8E-D873-47AC-BF76-0EAD05D0961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96349" y="1064785"/>
                <a:ext cx="1681920" cy="15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027CC4C1-D4E0-44AA-B676-65C8FD9DBEFB}"/>
                  </a:ext>
                </a:extLst>
              </p14:cNvPr>
              <p14:cNvContentPartPr/>
              <p14:nvPr/>
            </p14:nvContentPartPr>
            <p14:xfrm>
              <a:off x="10222029" y="1685785"/>
              <a:ext cx="1800" cy="324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027CC4C1-D4E0-44AA-B676-65C8FD9DBEF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204029" y="1667785"/>
                <a:ext cx="374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E1D41A94-3CBC-4119-853C-62FCDCE806F3}"/>
                  </a:ext>
                </a:extLst>
              </p14:cNvPr>
              <p14:cNvContentPartPr/>
              <p14:nvPr/>
            </p14:nvContentPartPr>
            <p14:xfrm>
              <a:off x="8893269" y="1255585"/>
              <a:ext cx="1215000" cy="4500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E1D41A94-3CBC-4119-853C-62FCDCE806F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875629" y="1237945"/>
                <a:ext cx="125064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B96D56B6-56CE-4B96-863D-6C9F36762212}"/>
                  </a:ext>
                </a:extLst>
              </p14:cNvPr>
              <p14:cNvContentPartPr/>
              <p14:nvPr/>
            </p14:nvContentPartPr>
            <p14:xfrm>
              <a:off x="7834509" y="1187905"/>
              <a:ext cx="787320" cy="43452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B96D56B6-56CE-4B96-863D-6C9F3676221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16861" y="1170265"/>
                <a:ext cx="822976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8D093FCE-30B1-47F6-A632-1AA58D741778}"/>
                  </a:ext>
                </a:extLst>
              </p14:cNvPr>
              <p14:cNvContentPartPr/>
              <p14:nvPr/>
            </p14:nvContentPartPr>
            <p14:xfrm>
              <a:off x="6918309" y="1339825"/>
              <a:ext cx="503640" cy="2970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8D093FCE-30B1-47F6-A632-1AA58D74177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00669" y="1321825"/>
                <a:ext cx="5392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5544F29F-63B4-4F0A-A98D-8BE1292FEF4C}"/>
                  </a:ext>
                </a:extLst>
              </p14:cNvPr>
              <p14:cNvContentPartPr/>
              <p14:nvPr/>
            </p14:nvContentPartPr>
            <p14:xfrm>
              <a:off x="3312189" y="3108865"/>
              <a:ext cx="85680" cy="511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5544F29F-63B4-4F0A-A98D-8BE1292FEF4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94549" y="3090865"/>
                <a:ext cx="1213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80E8E293-0E1E-4454-8973-69303DCA377B}"/>
                  </a:ext>
                </a:extLst>
              </p14:cNvPr>
              <p14:cNvContentPartPr/>
              <p14:nvPr/>
            </p14:nvContentPartPr>
            <p14:xfrm>
              <a:off x="5967189" y="2867305"/>
              <a:ext cx="1089720" cy="42804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80E8E293-0E1E-4454-8973-69303DCA377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949549" y="2849665"/>
                <a:ext cx="112536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CB6E5D8F-DCFB-46D5-A0E3-B65EFCDB7D9E}"/>
                  </a:ext>
                </a:extLst>
              </p14:cNvPr>
              <p14:cNvContentPartPr/>
              <p14:nvPr/>
            </p14:nvContentPartPr>
            <p14:xfrm>
              <a:off x="5221629" y="3037585"/>
              <a:ext cx="425520" cy="2674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CB6E5D8F-DCFB-46D5-A0E3-B65EFCDB7D9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203629" y="3019945"/>
                <a:ext cx="46116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0B956252-38FD-4938-8A3C-FE52AD35858A}"/>
                  </a:ext>
                </a:extLst>
              </p14:cNvPr>
              <p14:cNvContentPartPr/>
              <p14:nvPr/>
            </p14:nvContentPartPr>
            <p14:xfrm>
              <a:off x="4143429" y="2923465"/>
              <a:ext cx="878040" cy="43092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0B956252-38FD-4938-8A3C-FE52AD35858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125429" y="2905480"/>
                <a:ext cx="913680" cy="466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9089A767-25A3-4992-B73C-9DD4EBC53996}"/>
                  </a:ext>
                </a:extLst>
              </p14:cNvPr>
              <p14:cNvContentPartPr/>
              <p14:nvPr/>
            </p14:nvContentPartPr>
            <p14:xfrm>
              <a:off x="3007989" y="3262585"/>
              <a:ext cx="556200" cy="12420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9089A767-25A3-4992-B73C-9DD4EBC5399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90001" y="3244945"/>
                <a:ext cx="591817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BC0B3FE3-F148-477D-90D6-C7E1DEAAC58E}"/>
                  </a:ext>
                </a:extLst>
              </p14:cNvPr>
              <p14:cNvContentPartPr/>
              <p14:nvPr/>
            </p14:nvContentPartPr>
            <p14:xfrm>
              <a:off x="1058589" y="3064585"/>
              <a:ext cx="1463040" cy="33732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BC0B3FE3-F148-477D-90D6-C7E1DEAAC58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40949" y="3046585"/>
                <a:ext cx="149868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E092EB1C-75B1-4C15-B132-3FA8EA55249C}"/>
                  </a:ext>
                </a:extLst>
              </p14:cNvPr>
              <p14:cNvContentPartPr/>
              <p14:nvPr/>
            </p14:nvContentPartPr>
            <p14:xfrm>
              <a:off x="484749" y="3189505"/>
              <a:ext cx="346680" cy="38556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E092EB1C-75B1-4C15-B132-3FA8EA55249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66768" y="3171865"/>
                <a:ext cx="382283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7E678E53-D0A3-44DA-9200-DE6BEF2CC3B4}"/>
                  </a:ext>
                </a:extLst>
              </p14:cNvPr>
              <p14:cNvContentPartPr/>
              <p14:nvPr/>
            </p14:nvContentPartPr>
            <p14:xfrm>
              <a:off x="913149" y="962545"/>
              <a:ext cx="5429880" cy="18104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7E678E53-D0A3-44DA-9200-DE6BEF2CC3B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5149" y="926905"/>
                <a:ext cx="5465520" cy="18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4A013ABD-63A4-40AA-A616-C05C1BDC439B}"/>
                  </a:ext>
                </a:extLst>
              </p14:cNvPr>
              <p14:cNvContentPartPr/>
              <p14:nvPr/>
            </p14:nvContentPartPr>
            <p14:xfrm>
              <a:off x="7733709" y="3383185"/>
              <a:ext cx="1640160" cy="5796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4A013ABD-63A4-40AA-A616-C05C1BDC439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715709" y="3347545"/>
                <a:ext cx="167580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24AEF3AA-FE3D-42B8-B244-426629CA833F}"/>
                  </a:ext>
                </a:extLst>
              </p14:cNvPr>
              <p14:cNvContentPartPr/>
              <p14:nvPr/>
            </p14:nvContentPartPr>
            <p14:xfrm>
              <a:off x="2232549" y="4316665"/>
              <a:ext cx="156600" cy="1080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24AEF3AA-FE3D-42B8-B244-426629CA833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214909" y="4299025"/>
                <a:ext cx="1922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2C60945B-AADC-418B-BDD3-1034B63FFC7C}"/>
                  </a:ext>
                </a:extLst>
              </p14:cNvPr>
              <p14:cNvContentPartPr/>
              <p14:nvPr/>
            </p14:nvContentPartPr>
            <p14:xfrm>
              <a:off x="2247309" y="4413145"/>
              <a:ext cx="168480" cy="162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2C60945B-AADC-418B-BDD3-1034B63FFC7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229309" y="4395145"/>
                <a:ext cx="2041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88D312A1-4D08-4868-92F7-7B0B0AD17EA8}"/>
                  </a:ext>
                </a:extLst>
              </p14:cNvPr>
              <p14:cNvContentPartPr/>
              <p14:nvPr/>
            </p14:nvContentPartPr>
            <p14:xfrm>
              <a:off x="1082349" y="4085545"/>
              <a:ext cx="928800" cy="53460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88D312A1-4D08-4868-92F7-7B0B0AD17EA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64349" y="4067893"/>
                <a:ext cx="964440" cy="5702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4267ED38-55B2-4D70-8997-799B72C2EE1D}"/>
                  </a:ext>
                </a:extLst>
              </p14:cNvPr>
              <p14:cNvContentPartPr/>
              <p14:nvPr/>
            </p14:nvContentPartPr>
            <p14:xfrm>
              <a:off x="2644389" y="3777385"/>
              <a:ext cx="1160280" cy="122364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4267ED38-55B2-4D70-8997-799B72C2EE1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626749" y="3759745"/>
                <a:ext cx="1195920" cy="12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726A2276-D01C-40E6-AABE-7007C64C4548}"/>
                  </a:ext>
                </a:extLst>
              </p14:cNvPr>
              <p14:cNvContentPartPr/>
              <p14:nvPr/>
            </p14:nvContentPartPr>
            <p14:xfrm>
              <a:off x="5390109" y="4326025"/>
              <a:ext cx="200160" cy="10404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726A2276-D01C-40E6-AABE-7007C64C454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372109" y="4308324"/>
                <a:ext cx="235800" cy="139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6B9AD31B-C341-467F-98D6-D29FC8302F33}"/>
                  </a:ext>
                </a:extLst>
              </p14:cNvPr>
              <p14:cNvContentPartPr/>
              <p14:nvPr/>
            </p14:nvContentPartPr>
            <p14:xfrm>
              <a:off x="3992949" y="3729505"/>
              <a:ext cx="1117080" cy="120204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6B9AD31B-C341-467F-98D6-D29FC8302F3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975309" y="3711865"/>
                <a:ext cx="1152720" cy="12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A38BE550-8D4E-40CF-B741-B5A1CB6836E6}"/>
                  </a:ext>
                </a:extLst>
              </p14:cNvPr>
              <p14:cNvContentPartPr/>
              <p14:nvPr/>
            </p14:nvContentPartPr>
            <p14:xfrm>
              <a:off x="7396749" y="4364545"/>
              <a:ext cx="259920" cy="10152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A38BE550-8D4E-40CF-B741-B5A1CB6836E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78749" y="4346905"/>
                <a:ext cx="29556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889ABCC8-E9DF-4272-9122-61A8CE8D1199}"/>
                  </a:ext>
                </a:extLst>
              </p14:cNvPr>
              <p14:cNvContentPartPr/>
              <p14:nvPr/>
            </p14:nvContentPartPr>
            <p14:xfrm>
              <a:off x="5782509" y="3830305"/>
              <a:ext cx="1443600" cy="103320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889ABCC8-E9DF-4272-9122-61A8CE8D119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764509" y="3812659"/>
                <a:ext cx="1479240" cy="1068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D85FA886-9650-4E8E-ADF2-A2BD9B627991}"/>
                  </a:ext>
                </a:extLst>
              </p14:cNvPr>
              <p14:cNvContentPartPr/>
              <p14:nvPr/>
            </p14:nvContentPartPr>
            <p14:xfrm>
              <a:off x="7853949" y="4211905"/>
              <a:ext cx="510480" cy="43848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D85FA886-9650-4E8E-ADF2-A2BD9B62799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836309" y="4194265"/>
                <a:ext cx="54612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A7E4912D-BE4C-40F7-9159-0E7A5F384E91}"/>
                  </a:ext>
                </a:extLst>
              </p14:cNvPr>
              <p14:cNvContentPartPr/>
              <p14:nvPr/>
            </p14:nvContentPartPr>
            <p14:xfrm>
              <a:off x="8534349" y="4119385"/>
              <a:ext cx="663480" cy="55224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A7E4912D-BE4C-40F7-9159-0E7A5F384E9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516359" y="4101745"/>
                <a:ext cx="699101" cy="58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55B8334C-EE75-4B11-B643-01CB87A341B1}"/>
                  </a:ext>
                </a:extLst>
              </p14:cNvPr>
              <p14:cNvContentPartPr/>
              <p14:nvPr/>
            </p14:nvContentPartPr>
            <p14:xfrm>
              <a:off x="1655469" y="5471905"/>
              <a:ext cx="269280" cy="1512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55B8334C-EE75-4B11-B643-01CB87A341B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637469" y="5453905"/>
                <a:ext cx="3049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E0B7228C-3C53-4A60-80C9-557DFB0CC8B7}"/>
                  </a:ext>
                </a:extLst>
              </p14:cNvPr>
              <p14:cNvContentPartPr/>
              <p14:nvPr/>
            </p14:nvContentPartPr>
            <p14:xfrm>
              <a:off x="2757069" y="5311705"/>
              <a:ext cx="58320" cy="3852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E0B7228C-3C53-4A60-80C9-557DFB0CC8B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739429" y="5294065"/>
                <a:ext cx="9396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AD7C243A-A72F-4FE5-92E9-945C9F8A59A3}"/>
                  </a:ext>
                </a:extLst>
              </p14:cNvPr>
              <p14:cNvContentPartPr/>
              <p14:nvPr/>
            </p14:nvContentPartPr>
            <p14:xfrm>
              <a:off x="5014629" y="5394505"/>
              <a:ext cx="534240" cy="27648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AD7C243A-A72F-4FE5-92E9-945C9F8A59A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996629" y="5376865"/>
                <a:ext cx="5698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6104FE9D-A159-487D-B50C-FE4C6E6618C8}"/>
                  </a:ext>
                </a:extLst>
              </p14:cNvPr>
              <p14:cNvContentPartPr/>
              <p14:nvPr/>
            </p14:nvContentPartPr>
            <p14:xfrm>
              <a:off x="3318309" y="5399545"/>
              <a:ext cx="703440" cy="20268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6104FE9D-A159-487D-B50C-FE4C6E6618C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300309" y="5381874"/>
                <a:ext cx="739080" cy="2383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D18D863F-CABD-4A12-BAFB-5D17B2DEA197}"/>
                  </a:ext>
                </a:extLst>
              </p14:cNvPr>
              <p14:cNvContentPartPr/>
              <p14:nvPr/>
            </p14:nvContentPartPr>
            <p14:xfrm>
              <a:off x="2533509" y="5445265"/>
              <a:ext cx="373320" cy="10764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D18D863F-CABD-4A12-BAFB-5D17B2DEA19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515869" y="5427205"/>
                <a:ext cx="408960" cy="14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C4A7AB7B-6C0B-4481-9DDF-C0C7DFA19E43}"/>
                  </a:ext>
                </a:extLst>
              </p14:cNvPr>
              <p14:cNvContentPartPr/>
              <p14:nvPr/>
            </p14:nvContentPartPr>
            <p14:xfrm>
              <a:off x="2072349" y="5284705"/>
              <a:ext cx="337320" cy="26748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C4A7AB7B-6C0B-4481-9DDF-C0C7DFA19E4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054709" y="5266705"/>
                <a:ext cx="37296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7AAEE058-E6F2-4641-B127-AA85BCD5CA2E}"/>
                  </a:ext>
                </a:extLst>
              </p14:cNvPr>
              <p14:cNvContentPartPr/>
              <p14:nvPr/>
            </p14:nvContentPartPr>
            <p14:xfrm>
              <a:off x="10021509" y="5321785"/>
              <a:ext cx="139320" cy="17424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7AAEE058-E6F2-4641-B127-AA85BCD5CA2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003869" y="5304145"/>
                <a:ext cx="1749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4C88FEC3-8E71-403A-9598-79C3682EFDD2}"/>
                  </a:ext>
                </a:extLst>
              </p14:cNvPr>
              <p14:cNvContentPartPr/>
              <p14:nvPr/>
            </p14:nvContentPartPr>
            <p14:xfrm>
              <a:off x="9601029" y="5350585"/>
              <a:ext cx="182880" cy="12600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4C88FEC3-8E71-403A-9598-79C3682EFDD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583064" y="5332585"/>
                <a:ext cx="21845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46" name="Cerneală 245">
                <a:extLst>
                  <a:ext uri="{FF2B5EF4-FFF2-40B4-BE49-F238E27FC236}">
                    <a16:creationId xmlns:a16="http://schemas.microsoft.com/office/drawing/2014/main" id="{478597D1-9141-4594-851B-7C6A9C4994BF}"/>
                  </a:ext>
                </a:extLst>
              </p14:cNvPr>
              <p14:cNvContentPartPr/>
              <p14:nvPr/>
            </p14:nvContentPartPr>
            <p14:xfrm>
              <a:off x="9019269" y="5187505"/>
              <a:ext cx="446400" cy="404640"/>
            </p14:xfrm>
          </p:contentPart>
        </mc:Choice>
        <mc:Fallback xmlns="">
          <p:pic>
            <p:nvPicPr>
              <p:cNvPr id="246" name="Cerneală 245">
                <a:extLst>
                  <a:ext uri="{FF2B5EF4-FFF2-40B4-BE49-F238E27FC236}">
                    <a16:creationId xmlns:a16="http://schemas.microsoft.com/office/drawing/2014/main" id="{478597D1-9141-4594-851B-7C6A9C4994B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001269" y="5169849"/>
                <a:ext cx="482040" cy="4403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7B889263-F6A8-4513-BAC8-5489C46488AC}"/>
                  </a:ext>
                </a:extLst>
              </p14:cNvPr>
              <p14:cNvContentPartPr/>
              <p14:nvPr/>
            </p14:nvContentPartPr>
            <p14:xfrm>
              <a:off x="8432109" y="5202265"/>
              <a:ext cx="476280" cy="43920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7B889263-F6A8-4513-BAC8-5489C46488A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414456" y="5184265"/>
                <a:ext cx="511947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EDBF362E-23BF-4258-AA3C-4A0A9610295A}"/>
                  </a:ext>
                </a:extLst>
              </p14:cNvPr>
              <p14:cNvContentPartPr/>
              <p14:nvPr/>
            </p14:nvContentPartPr>
            <p14:xfrm>
              <a:off x="7208829" y="5154025"/>
              <a:ext cx="524160" cy="37224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EDBF362E-23BF-4258-AA3C-4A0A9610295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191189" y="5136385"/>
                <a:ext cx="55980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B66FA5E6-DA52-4A54-8FD1-13000601C44A}"/>
                  </a:ext>
                </a:extLst>
              </p14:cNvPr>
              <p14:cNvContentPartPr/>
              <p14:nvPr/>
            </p14:nvContentPartPr>
            <p14:xfrm>
              <a:off x="5880789" y="5183185"/>
              <a:ext cx="995040" cy="39024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B66FA5E6-DA52-4A54-8FD1-13000601C44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862789" y="5165185"/>
                <a:ext cx="103068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50" name="Cerneală 249">
                <a:extLst>
                  <a:ext uri="{FF2B5EF4-FFF2-40B4-BE49-F238E27FC236}">
                    <a16:creationId xmlns:a16="http://schemas.microsoft.com/office/drawing/2014/main" id="{5E696DDB-5725-47F0-B50A-B42138B29D57}"/>
                  </a:ext>
                </a:extLst>
              </p14:cNvPr>
              <p14:cNvContentPartPr/>
              <p14:nvPr/>
            </p14:nvContentPartPr>
            <p14:xfrm>
              <a:off x="10317789" y="5276425"/>
              <a:ext cx="196560" cy="206280"/>
            </p14:xfrm>
          </p:contentPart>
        </mc:Choice>
        <mc:Fallback xmlns="">
          <p:pic>
            <p:nvPicPr>
              <p:cNvPr id="250" name="Cerneală 249">
                <a:extLst>
                  <a:ext uri="{FF2B5EF4-FFF2-40B4-BE49-F238E27FC236}">
                    <a16:creationId xmlns:a16="http://schemas.microsoft.com/office/drawing/2014/main" id="{5E696DDB-5725-47F0-B50A-B42138B29D5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300149" y="5258425"/>
                <a:ext cx="23220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51" name="Cerneală 250">
                <a:extLst>
                  <a:ext uri="{FF2B5EF4-FFF2-40B4-BE49-F238E27FC236}">
                    <a16:creationId xmlns:a16="http://schemas.microsoft.com/office/drawing/2014/main" id="{E4FA4E49-89C8-4009-8218-186346DEF549}"/>
                  </a:ext>
                </a:extLst>
              </p14:cNvPr>
              <p14:cNvContentPartPr/>
              <p14:nvPr/>
            </p14:nvContentPartPr>
            <p14:xfrm>
              <a:off x="1582749" y="6039625"/>
              <a:ext cx="261720" cy="3960"/>
            </p14:xfrm>
          </p:contentPart>
        </mc:Choice>
        <mc:Fallback xmlns="">
          <p:pic>
            <p:nvPicPr>
              <p:cNvPr id="251" name="Cerneală 250">
                <a:extLst>
                  <a:ext uri="{FF2B5EF4-FFF2-40B4-BE49-F238E27FC236}">
                    <a16:creationId xmlns:a16="http://schemas.microsoft.com/office/drawing/2014/main" id="{E4FA4E49-89C8-4009-8218-186346DEF54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565109" y="6021985"/>
                <a:ext cx="2973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485B6B05-A2EA-49C2-8753-F8E3DC525A4D}"/>
                  </a:ext>
                </a:extLst>
              </p14:cNvPr>
              <p14:cNvContentPartPr/>
              <p14:nvPr/>
            </p14:nvContentPartPr>
            <p14:xfrm>
              <a:off x="3685869" y="5982385"/>
              <a:ext cx="126360" cy="19764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485B6B05-A2EA-49C2-8753-F8E3DC525A4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668229" y="5964385"/>
                <a:ext cx="16200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4191624A-1A82-489E-B547-F5FFCC6ACDC2}"/>
                  </a:ext>
                </a:extLst>
              </p14:cNvPr>
              <p14:cNvContentPartPr/>
              <p14:nvPr/>
            </p14:nvContentPartPr>
            <p14:xfrm>
              <a:off x="3115629" y="5981665"/>
              <a:ext cx="439560" cy="17892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4191624A-1A82-489E-B547-F5FFCC6ACDC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097975" y="5964025"/>
                <a:ext cx="475229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64" name="Cerneală 263">
                <a:extLst>
                  <a:ext uri="{FF2B5EF4-FFF2-40B4-BE49-F238E27FC236}">
                    <a16:creationId xmlns:a16="http://schemas.microsoft.com/office/drawing/2014/main" id="{ADCA3AE0-20A2-4566-8E4D-CFFA8659E264}"/>
                  </a:ext>
                </a:extLst>
              </p14:cNvPr>
              <p14:cNvContentPartPr/>
              <p14:nvPr/>
            </p14:nvContentPartPr>
            <p14:xfrm>
              <a:off x="2084589" y="5891305"/>
              <a:ext cx="831960" cy="231480"/>
            </p14:xfrm>
          </p:contentPart>
        </mc:Choice>
        <mc:Fallback xmlns="">
          <p:pic>
            <p:nvPicPr>
              <p:cNvPr id="264" name="Cerneală 263">
                <a:extLst>
                  <a:ext uri="{FF2B5EF4-FFF2-40B4-BE49-F238E27FC236}">
                    <a16:creationId xmlns:a16="http://schemas.microsoft.com/office/drawing/2014/main" id="{ADCA3AE0-20A2-4566-8E4D-CFFA8659E26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066589" y="5873305"/>
                <a:ext cx="86760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85" name="Cerneală 284">
                <a:extLst>
                  <a:ext uri="{FF2B5EF4-FFF2-40B4-BE49-F238E27FC236}">
                    <a16:creationId xmlns:a16="http://schemas.microsoft.com/office/drawing/2014/main" id="{6946B30C-6F5F-415E-93E9-7AA83B7A0C8E}"/>
                  </a:ext>
                </a:extLst>
              </p14:cNvPr>
              <p14:cNvContentPartPr/>
              <p14:nvPr/>
            </p14:nvContentPartPr>
            <p14:xfrm>
              <a:off x="9278469" y="6055105"/>
              <a:ext cx="171720" cy="9000"/>
            </p14:xfrm>
          </p:contentPart>
        </mc:Choice>
        <mc:Fallback xmlns="">
          <p:pic>
            <p:nvPicPr>
              <p:cNvPr id="285" name="Cerneală 284">
                <a:extLst>
                  <a:ext uri="{FF2B5EF4-FFF2-40B4-BE49-F238E27FC236}">
                    <a16:creationId xmlns:a16="http://schemas.microsoft.com/office/drawing/2014/main" id="{6946B30C-6F5F-415E-93E9-7AA83B7A0C8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260829" y="6037105"/>
                <a:ext cx="2073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86" name="Cerneală 285">
                <a:extLst>
                  <a:ext uri="{FF2B5EF4-FFF2-40B4-BE49-F238E27FC236}">
                    <a16:creationId xmlns:a16="http://schemas.microsoft.com/office/drawing/2014/main" id="{F991B262-5AD9-4E18-873F-75AEFECA33FF}"/>
                  </a:ext>
                </a:extLst>
              </p14:cNvPr>
              <p14:cNvContentPartPr/>
              <p14:nvPr/>
            </p14:nvContentPartPr>
            <p14:xfrm>
              <a:off x="9244629" y="6126385"/>
              <a:ext cx="210240" cy="15120"/>
            </p14:xfrm>
          </p:contentPart>
        </mc:Choice>
        <mc:Fallback xmlns="">
          <p:pic>
            <p:nvPicPr>
              <p:cNvPr id="286" name="Cerneală 285">
                <a:extLst>
                  <a:ext uri="{FF2B5EF4-FFF2-40B4-BE49-F238E27FC236}">
                    <a16:creationId xmlns:a16="http://schemas.microsoft.com/office/drawing/2014/main" id="{F991B262-5AD9-4E18-873F-75AEFECA33F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226989" y="6108385"/>
                <a:ext cx="2458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87" name="Cerneală 286">
                <a:extLst>
                  <a:ext uri="{FF2B5EF4-FFF2-40B4-BE49-F238E27FC236}">
                    <a16:creationId xmlns:a16="http://schemas.microsoft.com/office/drawing/2014/main" id="{829839BE-5ADC-4CD8-8382-075472B3D20F}"/>
                  </a:ext>
                </a:extLst>
              </p14:cNvPr>
              <p14:cNvContentPartPr/>
              <p14:nvPr/>
            </p14:nvContentPartPr>
            <p14:xfrm>
              <a:off x="8704629" y="5929105"/>
              <a:ext cx="405720" cy="349560"/>
            </p14:xfrm>
          </p:contentPart>
        </mc:Choice>
        <mc:Fallback xmlns="">
          <p:pic>
            <p:nvPicPr>
              <p:cNvPr id="287" name="Cerneală 286">
                <a:extLst>
                  <a:ext uri="{FF2B5EF4-FFF2-40B4-BE49-F238E27FC236}">
                    <a16:creationId xmlns:a16="http://schemas.microsoft.com/office/drawing/2014/main" id="{829839BE-5ADC-4CD8-8382-075472B3D20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686989" y="5911105"/>
                <a:ext cx="44136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2E5FA532-1ED3-498A-B39C-6B6C707A4A93}"/>
                  </a:ext>
                </a:extLst>
              </p14:cNvPr>
              <p14:cNvContentPartPr/>
              <p14:nvPr/>
            </p14:nvContentPartPr>
            <p14:xfrm>
              <a:off x="8116389" y="5909665"/>
              <a:ext cx="479160" cy="37584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2E5FA532-1ED3-498A-B39C-6B6C707A4A9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098389" y="5892008"/>
                <a:ext cx="514800" cy="411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89" name="Cerneală 288">
                <a:extLst>
                  <a:ext uri="{FF2B5EF4-FFF2-40B4-BE49-F238E27FC236}">
                    <a16:creationId xmlns:a16="http://schemas.microsoft.com/office/drawing/2014/main" id="{2544AAD8-6DB9-4CDB-8D18-D2E340324600}"/>
                  </a:ext>
                </a:extLst>
              </p14:cNvPr>
              <p14:cNvContentPartPr/>
              <p14:nvPr/>
            </p14:nvContentPartPr>
            <p14:xfrm>
              <a:off x="6471909" y="5899945"/>
              <a:ext cx="634320" cy="324360"/>
            </p14:xfrm>
          </p:contentPart>
        </mc:Choice>
        <mc:Fallback xmlns="">
          <p:pic>
            <p:nvPicPr>
              <p:cNvPr id="289" name="Cerneală 288">
                <a:extLst>
                  <a:ext uri="{FF2B5EF4-FFF2-40B4-BE49-F238E27FC236}">
                    <a16:creationId xmlns:a16="http://schemas.microsoft.com/office/drawing/2014/main" id="{2544AAD8-6DB9-4CDB-8D18-D2E34032460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453909" y="5881945"/>
                <a:ext cx="66996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A2384B1B-C0E4-4B4B-91E4-3B7014657305}"/>
                  </a:ext>
                </a:extLst>
              </p14:cNvPr>
              <p14:cNvContentPartPr/>
              <p14:nvPr/>
            </p14:nvContentPartPr>
            <p14:xfrm>
              <a:off x="5750829" y="5817865"/>
              <a:ext cx="402120" cy="38592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A2384B1B-C0E4-4B4B-91E4-3B701465730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733189" y="5800225"/>
                <a:ext cx="43776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D3788F8D-B293-4C83-94C5-93643536CB0D}"/>
                  </a:ext>
                </a:extLst>
              </p14:cNvPr>
              <p14:cNvContentPartPr/>
              <p14:nvPr/>
            </p14:nvContentPartPr>
            <p14:xfrm>
              <a:off x="5019309" y="5919385"/>
              <a:ext cx="407520" cy="26676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D3788F8D-B293-4C83-94C5-93643536CB0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001309" y="5901385"/>
                <a:ext cx="44316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4E2D6726-21D0-4443-AF5F-1103F852C0BA}"/>
                  </a:ext>
                </a:extLst>
              </p14:cNvPr>
              <p14:cNvContentPartPr/>
              <p14:nvPr/>
            </p14:nvContentPartPr>
            <p14:xfrm>
              <a:off x="9657189" y="5947825"/>
              <a:ext cx="205920" cy="20232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4E2D6726-21D0-4443-AF5F-1103F852C0B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639189" y="5929825"/>
                <a:ext cx="24156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95" name="Cerneală 294">
                <a:extLst>
                  <a:ext uri="{FF2B5EF4-FFF2-40B4-BE49-F238E27FC236}">
                    <a16:creationId xmlns:a16="http://schemas.microsoft.com/office/drawing/2014/main" id="{AB2C524C-5EC9-40FB-9C5E-633737298072}"/>
                  </a:ext>
                </a:extLst>
              </p14:cNvPr>
              <p14:cNvContentPartPr/>
              <p14:nvPr/>
            </p14:nvContentPartPr>
            <p14:xfrm>
              <a:off x="3171069" y="6252385"/>
              <a:ext cx="537840" cy="18720"/>
            </p14:xfrm>
          </p:contentPart>
        </mc:Choice>
        <mc:Fallback xmlns="">
          <p:pic>
            <p:nvPicPr>
              <p:cNvPr id="295" name="Cerneală 294">
                <a:extLst>
                  <a:ext uri="{FF2B5EF4-FFF2-40B4-BE49-F238E27FC236}">
                    <a16:creationId xmlns:a16="http://schemas.microsoft.com/office/drawing/2014/main" id="{AB2C524C-5EC9-40FB-9C5E-63373729807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153429" y="6234745"/>
                <a:ext cx="5734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96" name="Cerneală 295">
                <a:extLst>
                  <a:ext uri="{FF2B5EF4-FFF2-40B4-BE49-F238E27FC236}">
                    <a16:creationId xmlns:a16="http://schemas.microsoft.com/office/drawing/2014/main" id="{29ECCACB-6587-4E39-AB05-FB1713860360}"/>
                  </a:ext>
                </a:extLst>
              </p14:cNvPr>
              <p14:cNvContentPartPr/>
              <p14:nvPr/>
            </p14:nvContentPartPr>
            <p14:xfrm>
              <a:off x="9957069" y="5902105"/>
              <a:ext cx="256320" cy="242640"/>
            </p14:xfrm>
          </p:contentPart>
        </mc:Choice>
        <mc:Fallback xmlns="">
          <p:pic>
            <p:nvPicPr>
              <p:cNvPr id="296" name="Cerneală 295">
                <a:extLst>
                  <a:ext uri="{FF2B5EF4-FFF2-40B4-BE49-F238E27FC236}">
                    <a16:creationId xmlns:a16="http://schemas.microsoft.com/office/drawing/2014/main" id="{29ECCACB-6587-4E39-AB05-FB171386036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939429" y="5884105"/>
                <a:ext cx="29196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97" name="Cerneală 296">
                <a:extLst>
                  <a:ext uri="{FF2B5EF4-FFF2-40B4-BE49-F238E27FC236}">
                    <a16:creationId xmlns:a16="http://schemas.microsoft.com/office/drawing/2014/main" id="{B0079F7C-FEED-4502-B0F1-11F9B1DD8EF6}"/>
                  </a:ext>
                </a:extLst>
              </p14:cNvPr>
              <p14:cNvContentPartPr/>
              <p14:nvPr/>
            </p14:nvContentPartPr>
            <p14:xfrm>
              <a:off x="9797949" y="2791345"/>
              <a:ext cx="953280" cy="1092240"/>
            </p14:xfrm>
          </p:contentPart>
        </mc:Choice>
        <mc:Fallback xmlns="">
          <p:pic>
            <p:nvPicPr>
              <p:cNvPr id="297" name="Cerneală 296">
                <a:extLst>
                  <a:ext uri="{FF2B5EF4-FFF2-40B4-BE49-F238E27FC236}">
                    <a16:creationId xmlns:a16="http://schemas.microsoft.com/office/drawing/2014/main" id="{B0079F7C-FEED-4502-B0F1-11F9B1DD8EF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780309" y="2755705"/>
                <a:ext cx="988920" cy="11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98" name="Cerneală 297">
                <a:extLst>
                  <a:ext uri="{FF2B5EF4-FFF2-40B4-BE49-F238E27FC236}">
                    <a16:creationId xmlns:a16="http://schemas.microsoft.com/office/drawing/2014/main" id="{5556D838-7724-4661-AFFE-73475686D7F8}"/>
                  </a:ext>
                </a:extLst>
              </p14:cNvPr>
              <p14:cNvContentPartPr/>
              <p14:nvPr/>
            </p14:nvContentPartPr>
            <p14:xfrm>
              <a:off x="10188189" y="3173665"/>
              <a:ext cx="160920" cy="225360"/>
            </p14:xfrm>
          </p:contentPart>
        </mc:Choice>
        <mc:Fallback xmlns="">
          <p:pic>
            <p:nvPicPr>
              <p:cNvPr id="298" name="Cerneală 297">
                <a:extLst>
                  <a:ext uri="{FF2B5EF4-FFF2-40B4-BE49-F238E27FC236}">
                    <a16:creationId xmlns:a16="http://schemas.microsoft.com/office/drawing/2014/main" id="{5556D838-7724-4661-AFFE-73475686D7F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170189" y="3138025"/>
                <a:ext cx="19656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99" name="Cerneală 298">
                <a:extLst>
                  <a:ext uri="{FF2B5EF4-FFF2-40B4-BE49-F238E27FC236}">
                    <a16:creationId xmlns:a16="http://schemas.microsoft.com/office/drawing/2014/main" id="{C7D6CD3A-1DC9-4DDB-BC80-929785EDE73B}"/>
                  </a:ext>
                </a:extLst>
              </p14:cNvPr>
              <p14:cNvContentPartPr/>
              <p14:nvPr/>
            </p14:nvContentPartPr>
            <p14:xfrm>
              <a:off x="10400949" y="3199585"/>
              <a:ext cx="182160" cy="242640"/>
            </p14:xfrm>
          </p:contentPart>
        </mc:Choice>
        <mc:Fallback xmlns="">
          <p:pic>
            <p:nvPicPr>
              <p:cNvPr id="299" name="Cerneală 298">
                <a:extLst>
                  <a:ext uri="{FF2B5EF4-FFF2-40B4-BE49-F238E27FC236}">
                    <a16:creationId xmlns:a16="http://schemas.microsoft.com/office/drawing/2014/main" id="{C7D6CD3A-1DC9-4DDB-BC80-929785EDE73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383309" y="3163945"/>
                <a:ext cx="21780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00" name="Cerneală 299">
                <a:extLst>
                  <a:ext uri="{FF2B5EF4-FFF2-40B4-BE49-F238E27FC236}">
                    <a16:creationId xmlns:a16="http://schemas.microsoft.com/office/drawing/2014/main" id="{D2451053-4D65-4435-A15D-9A1DC2E78079}"/>
                  </a:ext>
                </a:extLst>
              </p14:cNvPr>
              <p14:cNvContentPartPr/>
              <p14:nvPr/>
            </p14:nvContentPartPr>
            <p14:xfrm>
              <a:off x="3117789" y="5211625"/>
              <a:ext cx="1242360" cy="587880"/>
            </p14:xfrm>
          </p:contentPart>
        </mc:Choice>
        <mc:Fallback xmlns="">
          <p:pic>
            <p:nvPicPr>
              <p:cNvPr id="300" name="Cerneală 299">
                <a:extLst>
                  <a:ext uri="{FF2B5EF4-FFF2-40B4-BE49-F238E27FC236}">
                    <a16:creationId xmlns:a16="http://schemas.microsoft.com/office/drawing/2014/main" id="{D2451053-4D65-4435-A15D-9A1DC2E7807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099789" y="5175985"/>
                <a:ext cx="1278000" cy="65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01" name="Cerneală 300">
                <a:extLst>
                  <a:ext uri="{FF2B5EF4-FFF2-40B4-BE49-F238E27FC236}">
                    <a16:creationId xmlns:a16="http://schemas.microsoft.com/office/drawing/2014/main" id="{839DD29C-B9A4-4057-8633-1800E0FB4B22}"/>
                  </a:ext>
                </a:extLst>
              </p14:cNvPr>
              <p14:cNvContentPartPr/>
              <p14:nvPr/>
            </p14:nvContentPartPr>
            <p14:xfrm>
              <a:off x="9889389" y="5075185"/>
              <a:ext cx="765360" cy="551160"/>
            </p14:xfrm>
          </p:contentPart>
        </mc:Choice>
        <mc:Fallback xmlns="">
          <p:pic>
            <p:nvPicPr>
              <p:cNvPr id="301" name="Cerneală 300">
                <a:extLst>
                  <a:ext uri="{FF2B5EF4-FFF2-40B4-BE49-F238E27FC236}">
                    <a16:creationId xmlns:a16="http://schemas.microsoft.com/office/drawing/2014/main" id="{839DD29C-B9A4-4057-8633-1800E0FB4B2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871749" y="5039545"/>
                <a:ext cx="801000" cy="6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02" name="Cerneală 301">
                <a:extLst>
                  <a:ext uri="{FF2B5EF4-FFF2-40B4-BE49-F238E27FC236}">
                    <a16:creationId xmlns:a16="http://schemas.microsoft.com/office/drawing/2014/main" id="{49C01B1C-250C-4D46-BA3A-F798ADCB5D0F}"/>
                  </a:ext>
                </a:extLst>
              </p14:cNvPr>
              <p14:cNvContentPartPr/>
              <p14:nvPr/>
            </p14:nvContentPartPr>
            <p14:xfrm>
              <a:off x="10188549" y="1782625"/>
              <a:ext cx="1384920" cy="1027800"/>
            </p14:xfrm>
          </p:contentPart>
        </mc:Choice>
        <mc:Fallback xmlns="">
          <p:pic>
            <p:nvPicPr>
              <p:cNvPr id="302" name="Cerneală 301">
                <a:extLst>
                  <a:ext uri="{FF2B5EF4-FFF2-40B4-BE49-F238E27FC236}">
                    <a16:creationId xmlns:a16="http://schemas.microsoft.com/office/drawing/2014/main" id="{49C01B1C-250C-4D46-BA3A-F798ADCB5D0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170549" y="1746985"/>
                <a:ext cx="1420560" cy="10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03" name="Cerneală 302">
                <a:extLst>
                  <a:ext uri="{FF2B5EF4-FFF2-40B4-BE49-F238E27FC236}">
                    <a16:creationId xmlns:a16="http://schemas.microsoft.com/office/drawing/2014/main" id="{7D708ED5-9315-443C-9622-CEC87D51091B}"/>
                  </a:ext>
                </a:extLst>
              </p14:cNvPr>
              <p14:cNvContentPartPr/>
              <p14:nvPr/>
            </p14:nvContentPartPr>
            <p14:xfrm>
              <a:off x="10294029" y="1929505"/>
              <a:ext cx="209520" cy="147240"/>
            </p14:xfrm>
          </p:contentPart>
        </mc:Choice>
        <mc:Fallback xmlns="">
          <p:pic>
            <p:nvPicPr>
              <p:cNvPr id="303" name="Cerneală 302">
                <a:extLst>
                  <a:ext uri="{FF2B5EF4-FFF2-40B4-BE49-F238E27FC236}">
                    <a16:creationId xmlns:a16="http://schemas.microsoft.com/office/drawing/2014/main" id="{7D708ED5-9315-443C-9622-CEC87D51091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276029" y="1893505"/>
                <a:ext cx="24516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04" name="Cerneală 303">
                <a:extLst>
                  <a:ext uri="{FF2B5EF4-FFF2-40B4-BE49-F238E27FC236}">
                    <a16:creationId xmlns:a16="http://schemas.microsoft.com/office/drawing/2014/main" id="{1D2B0651-2443-47EE-86D5-624940C4B725}"/>
                  </a:ext>
                </a:extLst>
              </p14:cNvPr>
              <p14:cNvContentPartPr/>
              <p14:nvPr/>
            </p14:nvContentPartPr>
            <p14:xfrm>
              <a:off x="10372869" y="1847425"/>
              <a:ext cx="109080" cy="234720"/>
            </p14:xfrm>
          </p:contentPart>
        </mc:Choice>
        <mc:Fallback xmlns="">
          <p:pic>
            <p:nvPicPr>
              <p:cNvPr id="304" name="Cerneală 303">
                <a:extLst>
                  <a:ext uri="{FF2B5EF4-FFF2-40B4-BE49-F238E27FC236}">
                    <a16:creationId xmlns:a16="http://schemas.microsoft.com/office/drawing/2014/main" id="{1D2B0651-2443-47EE-86D5-624940C4B72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355229" y="1811785"/>
                <a:ext cx="14472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05" name="Cerneală 304">
                <a:extLst>
                  <a:ext uri="{FF2B5EF4-FFF2-40B4-BE49-F238E27FC236}">
                    <a16:creationId xmlns:a16="http://schemas.microsoft.com/office/drawing/2014/main" id="{EB6E336D-17ED-4311-BDD5-A074B1D28F9F}"/>
                  </a:ext>
                </a:extLst>
              </p14:cNvPr>
              <p14:cNvContentPartPr/>
              <p14:nvPr/>
            </p14:nvContentPartPr>
            <p14:xfrm>
              <a:off x="10558629" y="1789105"/>
              <a:ext cx="124200" cy="34920"/>
            </p14:xfrm>
          </p:contentPart>
        </mc:Choice>
        <mc:Fallback xmlns="">
          <p:pic>
            <p:nvPicPr>
              <p:cNvPr id="305" name="Cerneală 304">
                <a:extLst>
                  <a:ext uri="{FF2B5EF4-FFF2-40B4-BE49-F238E27FC236}">
                    <a16:creationId xmlns:a16="http://schemas.microsoft.com/office/drawing/2014/main" id="{EB6E336D-17ED-4311-BDD5-A074B1D28F9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540989" y="1753105"/>
                <a:ext cx="1598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06" name="Cerneală 305">
                <a:extLst>
                  <a:ext uri="{FF2B5EF4-FFF2-40B4-BE49-F238E27FC236}">
                    <a16:creationId xmlns:a16="http://schemas.microsoft.com/office/drawing/2014/main" id="{A84F3D8D-13F2-4B76-ADF0-B24947027937}"/>
                  </a:ext>
                </a:extLst>
              </p14:cNvPr>
              <p14:cNvContentPartPr/>
              <p14:nvPr/>
            </p14:nvContentPartPr>
            <p14:xfrm>
              <a:off x="10592109" y="1925905"/>
              <a:ext cx="140760" cy="7920"/>
            </p14:xfrm>
          </p:contentPart>
        </mc:Choice>
        <mc:Fallback xmlns="">
          <p:pic>
            <p:nvPicPr>
              <p:cNvPr id="306" name="Cerneală 305">
                <a:extLst>
                  <a:ext uri="{FF2B5EF4-FFF2-40B4-BE49-F238E27FC236}">
                    <a16:creationId xmlns:a16="http://schemas.microsoft.com/office/drawing/2014/main" id="{A84F3D8D-13F2-4B76-ADF0-B2494702793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574469" y="1890265"/>
                <a:ext cx="17640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07" name="Cerneală 306">
                <a:extLst>
                  <a:ext uri="{FF2B5EF4-FFF2-40B4-BE49-F238E27FC236}">
                    <a16:creationId xmlns:a16="http://schemas.microsoft.com/office/drawing/2014/main" id="{21FB2479-402E-4DA4-A1D1-B352E6CE0C65}"/>
                  </a:ext>
                </a:extLst>
              </p14:cNvPr>
              <p14:cNvContentPartPr/>
              <p14:nvPr/>
            </p14:nvContentPartPr>
            <p14:xfrm>
              <a:off x="10861749" y="1630345"/>
              <a:ext cx="192240" cy="226440"/>
            </p14:xfrm>
          </p:contentPart>
        </mc:Choice>
        <mc:Fallback xmlns="">
          <p:pic>
            <p:nvPicPr>
              <p:cNvPr id="307" name="Cerneală 306">
                <a:extLst>
                  <a:ext uri="{FF2B5EF4-FFF2-40B4-BE49-F238E27FC236}">
                    <a16:creationId xmlns:a16="http://schemas.microsoft.com/office/drawing/2014/main" id="{21FB2479-402E-4DA4-A1D1-B352E6CE0C6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844109" y="1594345"/>
                <a:ext cx="22788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08" name="Cerneală 307">
                <a:extLst>
                  <a:ext uri="{FF2B5EF4-FFF2-40B4-BE49-F238E27FC236}">
                    <a16:creationId xmlns:a16="http://schemas.microsoft.com/office/drawing/2014/main" id="{50D060A6-E237-4139-91C5-F371B5428F2D}"/>
                  </a:ext>
                </a:extLst>
              </p14:cNvPr>
              <p14:cNvContentPartPr/>
              <p14:nvPr/>
            </p14:nvContentPartPr>
            <p14:xfrm>
              <a:off x="11468349" y="1366105"/>
              <a:ext cx="574200" cy="830520"/>
            </p14:xfrm>
          </p:contentPart>
        </mc:Choice>
        <mc:Fallback xmlns="">
          <p:pic>
            <p:nvPicPr>
              <p:cNvPr id="308" name="Cerneală 307">
                <a:extLst>
                  <a:ext uri="{FF2B5EF4-FFF2-40B4-BE49-F238E27FC236}">
                    <a16:creationId xmlns:a16="http://schemas.microsoft.com/office/drawing/2014/main" id="{50D060A6-E237-4139-91C5-F371B5428F2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450349" y="1330465"/>
                <a:ext cx="609840" cy="90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309" name="Cerneală 308">
                <a:extLst>
                  <a:ext uri="{FF2B5EF4-FFF2-40B4-BE49-F238E27FC236}">
                    <a16:creationId xmlns:a16="http://schemas.microsoft.com/office/drawing/2014/main" id="{25EBF41E-BFEF-4B83-8187-270EE5F4003D}"/>
                  </a:ext>
                </a:extLst>
              </p14:cNvPr>
              <p14:cNvContentPartPr/>
              <p14:nvPr/>
            </p14:nvContentPartPr>
            <p14:xfrm>
              <a:off x="10582749" y="2117785"/>
              <a:ext cx="348120" cy="324360"/>
            </p14:xfrm>
          </p:contentPart>
        </mc:Choice>
        <mc:Fallback xmlns="">
          <p:pic>
            <p:nvPicPr>
              <p:cNvPr id="309" name="Cerneală 308">
                <a:extLst>
                  <a:ext uri="{FF2B5EF4-FFF2-40B4-BE49-F238E27FC236}">
                    <a16:creationId xmlns:a16="http://schemas.microsoft.com/office/drawing/2014/main" id="{25EBF41E-BFEF-4B83-8187-270EE5F4003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565109" y="2082145"/>
                <a:ext cx="38376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10" name="Cerneală 309">
                <a:extLst>
                  <a:ext uri="{FF2B5EF4-FFF2-40B4-BE49-F238E27FC236}">
                    <a16:creationId xmlns:a16="http://schemas.microsoft.com/office/drawing/2014/main" id="{8462BF35-B49B-4618-82D7-806E6B5A0E10}"/>
                  </a:ext>
                </a:extLst>
              </p14:cNvPr>
              <p14:cNvContentPartPr/>
              <p14:nvPr/>
            </p14:nvContentPartPr>
            <p14:xfrm>
              <a:off x="11595429" y="1666345"/>
              <a:ext cx="140400" cy="185040"/>
            </p14:xfrm>
          </p:contentPart>
        </mc:Choice>
        <mc:Fallback xmlns="">
          <p:pic>
            <p:nvPicPr>
              <p:cNvPr id="310" name="Cerneală 309">
                <a:extLst>
                  <a:ext uri="{FF2B5EF4-FFF2-40B4-BE49-F238E27FC236}">
                    <a16:creationId xmlns:a16="http://schemas.microsoft.com/office/drawing/2014/main" id="{8462BF35-B49B-4618-82D7-806E6B5A0E1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1577789" y="1630345"/>
                <a:ext cx="17604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311" name="Cerneală 310">
                <a:extLst>
                  <a:ext uri="{FF2B5EF4-FFF2-40B4-BE49-F238E27FC236}">
                    <a16:creationId xmlns:a16="http://schemas.microsoft.com/office/drawing/2014/main" id="{1289F646-4D8B-44CD-85AB-9259E41491AF}"/>
                  </a:ext>
                </a:extLst>
              </p14:cNvPr>
              <p14:cNvContentPartPr/>
              <p14:nvPr/>
            </p14:nvContentPartPr>
            <p14:xfrm>
              <a:off x="11819709" y="1632145"/>
              <a:ext cx="52560" cy="234720"/>
            </p14:xfrm>
          </p:contentPart>
        </mc:Choice>
        <mc:Fallback xmlns="">
          <p:pic>
            <p:nvPicPr>
              <p:cNvPr id="311" name="Cerneală 310">
                <a:extLst>
                  <a:ext uri="{FF2B5EF4-FFF2-40B4-BE49-F238E27FC236}">
                    <a16:creationId xmlns:a16="http://schemas.microsoft.com/office/drawing/2014/main" id="{1289F646-4D8B-44CD-85AB-9259E41491A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1801709" y="1596145"/>
                <a:ext cx="8820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312" name="Cerneală 311">
                <a:extLst>
                  <a:ext uri="{FF2B5EF4-FFF2-40B4-BE49-F238E27FC236}">
                    <a16:creationId xmlns:a16="http://schemas.microsoft.com/office/drawing/2014/main" id="{4B6108E9-8C43-4EFB-8720-A77C536440AB}"/>
                  </a:ext>
                </a:extLst>
              </p14:cNvPr>
              <p14:cNvContentPartPr/>
              <p14:nvPr/>
            </p14:nvContentPartPr>
            <p14:xfrm>
              <a:off x="3030669" y="5826865"/>
              <a:ext cx="1004400" cy="397080"/>
            </p14:xfrm>
          </p:contentPart>
        </mc:Choice>
        <mc:Fallback xmlns="">
          <p:pic>
            <p:nvPicPr>
              <p:cNvPr id="312" name="Cerneală 311">
                <a:extLst>
                  <a:ext uri="{FF2B5EF4-FFF2-40B4-BE49-F238E27FC236}">
                    <a16:creationId xmlns:a16="http://schemas.microsoft.com/office/drawing/2014/main" id="{4B6108E9-8C43-4EFB-8720-A77C536440A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013029" y="5791225"/>
                <a:ext cx="104004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313" name="Cerneală 312">
                <a:extLst>
                  <a:ext uri="{FF2B5EF4-FFF2-40B4-BE49-F238E27FC236}">
                    <a16:creationId xmlns:a16="http://schemas.microsoft.com/office/drawing/2014/main" id="{96CEBDC7-403B-486A-B481-C7E9C1B6D795}"/>
                  </a:ext>
                </a:extLst>
              </p14:cNvPr>
              <p14:cNvContentPartPr/>
              <p14:nvPr/>
            </p14:nvContentPartPr>
            <p14:xfrm>
              <a:off x="9537669" y="5728225"/>
              <a:ext cx="1050120" cy="620640"/>
            </p14:xfrm>
          </p:contentPart>
        </mc:Choice>
        <mc:Fallback xmlns="">
          <p:pic>
            <p:nvPicPr>
              <p:cNvPr id="313" name="Cerneală 312">
                <a:extLst>
                  <a:ext uri="{FF2B5EF4-FFF2-40B4-BE49-F238E27FC236}">
                    <a16:creationId xmlns:a16="http://schemas.microsoft.com/office/drawing/2014/main" id="{96CEBDC7-403B-486A-B481-C7E9C1B6D795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519669" y="5692225"/>
                <a:ext cx="1085760" cy="69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314" name="Cerneală 313">
                <a:extLst>
                  <a:ext uri="{FF2B5EF4-FFF2-40B4-BE49-F238E27FC236}">
                    <a16:creationId xmlns:a16="http://schemas.microsoft.com/office/drawing/2014/main" id="{AD330369-7A8C-4178-A68B-101C788D8E4E}"/>
                  </a:ext>
                </a:extLst>
              </p14:cNvPr>
              <p14:cNvContentPartPr/>
              <p14:nvPr/>
            </p14:nvContentPartPr>
            <p14:xfrm>
              <a:off x="9512829" y="3662185"/>
              <a:ext cx="732600" cy="991800"/>
            </p14:xfrm>
          </p:contentPart>
        </mc:Choice>
        <mc:Fallback xmlns="">
          <p:pic>
            <p:nvPicPr>
              <p:cNvPr id="314" name="Cerneală 313">
                <a:extLst>
                  <a:ext uri="{FF2B5EF4-FFF2-40B4-BE49-F238E27FC236}">
                    <a16:creationId xmlns:a16="http://schemas.microsoft.com/office/drawing/2014/main" id="{AD330369-7A8C-4178-A68B-101C788D8E4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495189" y="3626545"/>
                <a:ext cx="768240" cy="10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15" name="Cerneală 314">
                <a:extLst>
                  <a:ext uri="{FF2B5EF4-FFF2-40B4-BE49-F238E27FC236}">
                    <a16:creationId xmlns:a16="http://schemas.microsoft.com/office/drawing/2014/main" id="{168F3007-8593-41D1-9F95-3E0DAF0DC335}"/>
                  </a:ext>
                </a:extLst>
              </p14:cNvPr>
              <p14:cNvContentPartPr/>
              <p14:nvPr/>
            </p14:nvContentPartPr>
            <p14:xfrm>
              <a:off x="9988749" y="4142425"/>
              <a:ext cx="315360" cy="208080"/>
            </p14:xfrm>
          </p:contentPart>
        </mc:Choice>
        <mc:Fallback xmlns="">
          <p:pic>
            <p:nvPicPr>
              <p:cNvPr id="315" name="Cerneală 314">
                <a:extLst>
                  <a:ext uri="{FF2B5EF4-FFF2-40B4-BE49-F238E27FC236}">
                    <a16:creationId xmlns:a16="http://schemas.microsoft.com/office/drawing/2014/main" id="{168F3007-8593-41D1-9F95-3E0DAF0DC33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971109" y="4106785"/>
                <a:ext cx="35100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316" name="Cerneală 315">
                <a:extLst>
                  <a:ext uri="{FF2B5EF4-FFF2-40B4-BE49-F238E27FC236}">
                    <a16:creationId xmlns:a16="http://schemas.microsoft.com/office/drawing/2014/main" id="{94F19E0F-26B8-4D29-AFEF-D3AC275E6014}"/>
                  </a:ext>
                </a:extLst>
              </p14:cNvPr>
              <p14:cNvContentPartPr/>
              <p14:nvPr/>
            </p14:nvContentPartPr>
            <p14:xfrm>
              <a:off x="10332549" y="4465705"/>
              <a:ext cx="182880" cy="272160"/>
            </p14:xfrm>
          </p:contentPart>
        </mc:Choice>
        <mc:Fallback xmlns="">
          <p:pic>
            <p:nvPicPr>
              <p:cNvPr id="316" name="Cerneală 315">
                <a:extLst>
                  <a:ext uri="{FF2B5EF4-FFF2-40B4-BE49-F238E27FC236}">
                    <a16:creationId xmlns:a16="http://schemas.microsoft.com/office/drawing/2014/main" id="{94F19E0F-26B8-4D29-AFEF-D3AC275E601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0314549" y="4430065"/>
                <a:ext cx="21852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317" name="Cerneală 316">
                <a:extLst>
                  <a:ext uri="{FF2B5EF4-FFF2-40B4-BE49-F238E27FC236}">
                    <a16:creationId xmlns:a16="http://schemas.microsoft.com/office/drawing/2014/main" id="{9D2D19EB-96AB-4961-A7EE-1986C67C6490}"/>
                  </a:ext>
                </a:extLst>
              </p14:cNvPr>
              <p14:cNvContentPartPr/>
              <p14:nvPr/>
            </p14:nvContentPartPr>
            <p14:xfrm>
              <a:off x="10300869" y="4475785"/>
              <a:ext cx="195840" cy="253080"/>
            </p14:xfrm>
          </p:contentPart>
        </mc:Choice>
        <mc:Fallback xmlns="">
          <p:pic>
            <p:nvPicPr>
              <p:cNvPr id="317" name="Cerneală 316">
                <a:extLst>
                  <a:ext uri="{FF2B5EF4-FFF2-40B4-BE49-F238E27FC236}">
                    <a16:creationId xmlns:a16="http://schemas.microsoft.com/office/drawing/2014/main" id="{9D2D19EB-96AB-4961-A7EE-1986C67C6490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282869" y="4439785"/>
                <a:ext cx="23148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318" name="Cerneală 317">
                <a:extLst>
                  <a:ext uri="{FF2B5EF4-FFF2-40B4-BE49-F238E27FC236}">
                    <a16:creationId xmlns:a16="http://schemas.microsoft.com/office/drawing/2014/main" id="{F9B12B41-E346-4AD1-AD27-99657478CCD8}"/>
                  </a:ext>
                </a:extLst>
              </p14:cNvPr>
              <p14:cNvContentPartPr/>
              <p14:nvPr/>
            </p14:nvContentPartPr>
            <p14:xfrm>
              <a:off x="10582749" y="4500265"/>
              <a:ext cx="213480" cy="28440"/>
            </p14:xfrm>
          </p:contentPart>
        </mc:Choice>
        <mc:Fallback xmlns="">
          <p:pic>
            <p:nvPicPr>
              <p:cNvPr id="318" name="Cerneală 317">
                <a:extLst>
                  <a:ext uri="{FF2B5EF4-FFF2-40B4-BE49-F238E27FC236}">
                    <a16:creationId xmlns:a16="http://schemas.microsoft.com/office/drawing/2014/main" id="{F9B12B41-E346-4AD1-AD27-99657478CCD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565109" y="4464265"/>
                <a:ext cx="24912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319" name="Cerneală 318">
                <a:extLst>
                  <a:ext uri="{FF2B5EF4-FFF2-40B4-BE49-F238E27FC236}">
                    <a16:creationId xmlns:a16="http://schemas.microsoft.com/office/drawing/2014/main" id="{614C756C-A15D-4631-BE4C-9AD5591FD396}"/>
                  </a:ext>
                </a:extLst>
              </p14:cNvPr>
              <p14:cNvContentPartPr/>
              <p14:nvPr/>
            </p14:nvContentPartPr>
            <p14:xfrm>
              <a:off x="10597149" y="4634185"/>
              <a:ext cx="197280" cy="40320"/>
            </p14:xfrm>
          </p:contentPart>
        </mc:Choice>
        <mc:Fallback xmlns="">
          <p:pic>
            <p:nvPicPr>
              <p:cNvPr id="319" name="Cerneală 318">
                <a:extLst>
                  <a:ext uri="{FF2B5EF4-FFF2-40B4-BE49-F238E27FC236}">
                    <a16:creationId xmlns:a16="http://schemas.microsoft.com/office/drawing/2014/main" id="{614C756C-A15D-4631-BE4C-9AD5591FD39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579509" y="4598545"/>
                <a:ext cx="23292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320" name="Cerneală 319">
                <a:extLst>
                  <a:ext uri="{FF2B5EF4-FFF2-40B4-BE49-F238E27FC236}">
                    <a16:creationId xmlns:a16="http://schemas.microsoft.com/office/drawing/2014/main" id="{16725C2F-0C6C-4C8D-A209-E0FDCB89C768}"/>
                  </a:ext>
                </a:extLst>
              </p14:cNvPr>
              <p14:cNvContentPartPr/>
              <p14:nvPr/>
            </p14:nvContentPartPr>
            <p14:xfrm>
              <a:off x="10922949" y="4527985"/>
              <a:ext cx="170280" cy="213840"/>
            </p14:xfrm>
          </p:contentPart>
        </mc:Choice>
        <mc:Fallback xmlns="">
          <p:pic>
            <p:nvPicPr>
              <p:cNvPr id="320" name="Cerneală 319">
                <a:extLst>
                  <a:ext uri="{FF2B5EF4-FFF2-40B4-BE49-F238E27FC236}">
                    <a16:creationId xmlns:a16="http://schemas.microsoft.com/office/drawing/2014/main" id="{16725C2F-0C6C-4C8D-A209-E0FDCB89C768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905309" y="4491985"/>
                <a:ext cx="20592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321" name="Cerneală 320">
                <a:extLst>
                  <a:ext uri="{FF2B5EF4-FFF2-40B4-BE49-F238E27FC236}">
                    <a16:creationId xmlns:a16="http://schemas.microsoft.com/office/drawing/2014/main" id="{9F12B407-6F7A-4B12-B777-63D52D6C46FF}"/>
                  </a:ext>
                </a:extLst>
              </p14:cNvPr>
              <p14:cNvContentPartPr/>
              <p14:nvPr/>
            </p14:nvContentPartPr>
            <p14:xfrm>
              <a:off x="750069" y="1311745"/>
              <a:ext cx="755280" cy="1045080"/>
            </p14:xfrm>
          </p:contentPart>
        </mc:Choice>
        <mc:Fallback xmlns="">
          <p:pic>
            <p:nvPicPr>
              <p:cNvPr id="321" name="Cerneală 320">
                <a:extLst>
                  <a:ext uri="{FF2B5EF4-FFF2-40B4-BE49-F238E27FC236}">
                    <a16:creationId xmlns:a16="http://schemas.microsoft.com/office/drawing/2014/main" id="{9F12B407-6F7A-4B12-B777-63D52D6C46FF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32429" y="1275745"/>
                <a:ext cx="790920" cy="11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323" name="Cerneală 322">
                <a:extLst>
                  <a:ext uri="{FF2B5EF4-FFF2-40B4-BE49-F238E27FC236}">
                    <a16:creationId xmlns:a16="http://schemas.microsoft.com/office/drawing/2014/main" id="{EF9E7576-EE20-4065-9A2D-C52864F49816}"/>
                  </a:ext>
                </a:extLst>
              </p14:cNvPr>
              <p14:cNvContentPartPr/>
              <p14:nvPr/>
            </p14:nvContentPartPr>
            <p14:xfrm>
              <a:off x="7363269" y="2522065"/>
              <a:ext cx="2392200" cy="1048320"/>
            </p14:xfrm>
          </p:contentPart>
        </mc:Choice>
        <mc:Fallback xmlns="">
          <p:pic>
            <p:nvPicPr>
              <p:cNvPr id="323" name="Cerneală 322">
                <a:extLst>
                  <a:ext uri="{FF2B5EF4-FFF2-40B4-BE49-F238E27FC236}">
                    <a16:creationId xmlns:a16="http://schemas.microsoft.com/office/drawing/2014/main" id="{EF9E7576-EE20-4065-9A2D-C52864F4981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345269" y="2504065"/>
                <a:ext cx="2427840" cy="108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7056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F90AD575-DB7F-44EB-AB42-F645496692B3}"/>
                  </a:ext>
                </a:extLst>
              </p14:cNvPr>
              <p14:cNvContentPartPr/>
              <p14:nvPr/>
            </p14:nvContentPartPr>
            <p14:xfrm>
              <a:off x="757629" y="587425"/>
              <a:ext cx="1084680" cy="3466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F90AD575-DB7F-44EB-AB42-F645496692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989" y="569785"/>
                <a:ext cx="112032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8B831DE3-F42C-4C6F-A8AD-CF5A9C79EC22}"/>
                  </a:ext>
                </a:extLst>
              </p14:cNvPr>
              <p14:cNvContentPartPr/>
              <p14:nvPr/>
            </p14:nvContentPartPr>
            <p14:xfrm>
              <a:off x="2126709" y="533785"/>
              <a:ext cx="1297440" cy="4194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8B831DE3-F42C-4C6F-A8AD-CF5A9C79EC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9064" y="516145"/>
                <a:ext cx="133309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FCBBF2F9-1F88-4286-A273-2916BF03E9B0}"/>
                  </a:ext>
                </a:extLst>
              </p14:cNvPr>
              <p14:cNvContentPartPr/>
              <p14:nvPr/>
            </p14:nvContentPartPr>
            <p14:xfrm>
              <a:off x="1226349" y="1376185"/>
              <a:ext cx="973800" cy="5601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FCBBF2F9-1F88-4286-A273-2916BF03E9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8356" y="1358185"/>
                <a:ext cx="1009427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EBFFCF7-02CE-4048-888A-03BBC7868AE7}"/>
                  </a:ext>
                </a:extLst>
              </p14:cNvPr>
              <p14:cNvContentPartPr/>
              <p14:nvPr/>
            </p14:nvContentPartPr>
            <p14:xfrm>
              <a:off x="2439549" y="1165225"/>
              <a:ext cx="663120" cy="13579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EBFFCF7-02CE-4048-888A-03BBC7868AE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21909" y="1147585"/>
                <a:ext cx="698760" cy="13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4DDC24D9-0DEA-4382-8D92-9A98A0A67578}"/>
                  </a:ext>
                </a:extLst>
              </p14:cNvPr>
              <p14:cNvContentPartPr/>
              <p14:nvPr/>
            </p14:nvContentPartPr>
            <p14:xfrm>
              <a:off x="3787389" y="1249465"/>
              <a:ext cx="312480" cy="550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4DDC24D9-0DEA-4382-8D92-9A98A0A675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69389" y="1231465"/>
                <a:ext cx="3481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62CC786F-6C6F-48B7-B9E4-E5A32331511C}"/>
                  </a:ext>
                </a:extLst>
              </p14:cNvPr>
              <p14:cNvContentPartPr/>
              <p14:nvPr/>
            </p14:nvContentPartPr>
            <p14:xfrm>
              <a:off x="3782349" y="1428745"/>
              <a:ext cx="203400" cy="2264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62CC786F-6C6F-48B7-B9E4-E5A3233151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64709" y="1411105"/>
                <a:ext cx="2390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2ED6F164-9B79-416C-BEC3-3A74D1D08133}"/>
                  </a:ext>
                </a:extLst>
              </p14:cNvPr>
              <p14:cNvContentPartPr/>
              <p14:nvPr/>
            </p14:nvContentPartPr>
            <p14:xfrm>
              <a:off x="3301029" y="1304185"/>
              <a:ext cx="365400" cy="3884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2ED6F164-9B79-416C-BEC3-3A74D1D0813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83389" y="1286202"/>
                <a:ext cx="401040" cy="424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E069D34E-9508-4E9B-BAA6-605BC930D8BF}"/>
                  </a:ext>
                </a:extLst>
              </p14:cNvPr>
              <p14:cNvContentPartPr/>
              <p14:nvPr/>
            </p14:nvContentPartPr>
            <p14:xfrm>
              <a:off x="3737349" y="1905385"/>
              <a:ext cx="162720" cy="190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E069D34E-9508-4E9B-BAA6-605BC930D8B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19709" y="1887745"/>
                <a:ext cx="1983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348B24C9-397D-4606-8C13-53BFCE2CA483}"/>
                  </a:ext>
                </a:extLst>
              </p14:cNvPr>
              <p14:cNvContentPartPr/>
              <p14:nvPr/>
            </p14:nvContentPartPr>
            <p14:xfrm>
              <a:off x="3701349" y="1992865"/>
              <a:ext cx="356040" cy="3772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348B24C9-397D-4606-8C13-53BFCE2CA48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83349" y="1974865"/>
                <a:ext cx="39168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74157C00-659B-426F-9B13-D0CD117B9087}"/>
                  </a:ext>
                </a:extLst>
              </p14:cNvPr>
              <p14:cNvContentPartPr/>
              <p14:nvPr/>
            </p14:nvContentPartPr>
            <p14:xfrm>
              <a:off x="3270429" y="1952545"/>
              <a:ext cx="273960" cy="4431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74157C00-659B-426F-9B13-D0CD117B908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52429" y="1934545"/>
                <a:ext cx="30960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CB497B8E-D873-47AC-BF76-0EAD05D0961D}"/>
                  </a:ext>
                </a:extLst>
              </p14:cNvPr>
              <p14:cNvContentPartPr/>
              <p14:nvPr/>
            </p14:nvContentPartPr>
            <p14:xfrm>
              <a:off x="4214349" y="1082425"/>
              <a:ext cx="1646280" cy="15512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CB497B8E-D873-47AC-BF76-0EAD05D0961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96349" y="1064785"/>
                <a:ext cx="1681920" cy="15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E1D41A94-3CBC-4119-853C-62FCDCE806F3}"/>
                  </a:ext>
                </a:extLst>
              </p14:cNvPr>
              <p14:cNvContentPartPr/>
              <p14:nvPr/>
            </p14:nvContentPartPr>
            <p14:xfrm>
              <a:off x="8893269" y="1255585"/>
              <a:ext cx="1215000" cy="4500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E1D41A94-3CBC-4119-853C-62FCDCE806F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875629" y="1237945"/>
                <a:ext cx="125064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B96D56B6-56CE-4B96-863D-6C9F36762212}"/>
                  </a:ext>
                </a:extLst>
              </p14:cNvPr>
              <p14:cNvContentPartPr/>
              <p14:nvPr/>
            </p14:nvContentPartPr>
            <p14:xfrm>
              <a:off x="7834509" y="1187905"/>
              <a:ext cx="787320" cy="43452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B96D56B6-56CE-4B96-863D-6C9F3676221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816861" y="1170265"/>
                <a:ext cx="822976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8D093FCE-30B1-47F6-A632-1AA58D741778}"/>
                  </a:ext>
                </a:extLst>
              </p14:cNvPr>
              <p14:cNvContentPartPr/>
              <p14:nvPr/>
            </p14:nvContentPartPr>
            <p14:xfrm>
              <a:off x="6918309" y="1339825"/>
              <a:ext cx="503640" cy="2970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8D093FCE-30B1-47F6-A632-1AA58D74177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00669" y="1321825"/>
                <a:ext cx="5392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7E678E53-D0A3-44DA-9200-DE6BEF2CC3B4}"/>
                  </a:ext>
                </a:extLst>
              </p14:cNvPr>
              <p14:cNvContentPartPr/>
              <p14:nvPr/>
            </p14:nvContentPartPr>
            <p14:xfrm>
              <a:off x="913149" y="962545"/>
              <a:ext cx="5429880" cy="18104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7E678E53-D0A3-44DA-9200-DE6BEF2CC3B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5149" y="926905"/>
                <a:ext cx="5465520" cy="18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21" name="Cerneală 320">
                <a:extLst>
                  <a:ext uri="{FF2B5EF4-FFF2-40B4-BE49-F238E27FC236}">
                    <a16:creationId xmlns:a16="http://schemas.microsoft.com/office/drawing/2014/main" id="{9F12B407-6F7A-4B12-B777-63D52D6C46FF}"/>
                  </a:ext>
                </a:extLst>
              </p14:cNvPr>
              <p14:cNvContentPartPr/>
              <p14:nvPr/>
            </p14:nvContentPartPr>
            <p14:xfrm>
              <a:off x="750069" y="1311745"/>
              <a:ext cx="755280" cy="1045080"/>
            </p14:xfrm>
          </p:contentPart>
        </mc:Choice>
        <mc:Fallback xmlns="">
          <p:pic>
            <p:nvPicPr>
              <p:cNvPr id="321" name="Cerneală 320">
                <a:extLst>
                  <a:ext uri="{FF2B5EF4-FFF2-40B4-BE49-F238E27FC236}">
                    <a16:creationId xmlns:a16="http://schemas.microsoft.com/office/drawing/2014/main" id="{9F12B407-6F7A-4B12-B777-63D52D6C46F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2429" y="1275745"/>
                <a:ext cx="790920" cy="11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DB43002C-E44F-429D-B3AA-943CDADAA23D}"/>
                  </a:ext>
                </a:extLst>
              </p14:cNvPr>
              <p14:cNvContentPartPr/>
              <p14:nvPr/>
            </p14:nvContentPartPr>
            <p14:xfrm>
              <a:off x="941589" y="2923825"/>
              <a:ext cx="1121760" cy="3204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DB43002C-E44F-429D-B3AA-943CDADAA23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3949" y="2906185"/>
                <a:ext cx="115740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F5CF9C2-5DCB-4D22-BA73-8A6175BBEAF8}"/>
                  </a:ext>
                </a:extLst>
              </p14:cNvPr>
              <p14:cNvContentPartPr/>
              <p14:nvPr/>
            </p14:nvContentPartPr>
            <p14:xfrm>
              <a:off x="403749" y="2988985"/>
              <a:ext cx="269280" cy="3776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F5CF9C2-5DCB-4D22-BA73-8A6175BBEAF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6085" y="2970985"/>
                <a:ext cx="304968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621456E8-A093-4239-94CB-45ABE3E2F23E}"/>
                  </a:ext>
                </a:extLst>
              </p14:cNvPr>
              <p14:cNvContentPartPr/>
              <p14:nvPr/>
            </p14:nvContentPartPr>
            <p14:xfrm>
              <a:off x="1888029" y="3728065"/>
              <a:ext cx="416520" cy="3960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621456E8-A093-4239-94CB-45ABE3E2F23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70374" y="3710065"/>
                <a:ext cx="452191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B12067C7-48C9-4F20-87DB-D8571C3B1174}"/>
                  </a:ext>
                </a:extLst>
              </p14:cNvPr>
              <p14:cNvContentPartPr/>
              <p14:nvPr/>
            </p14:nvContentPartPr>
            <p14:xfrm>
              <a:off x="1371069" y="3720145"/>
              <a:ext cx="404280" cy="4395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B12067C7-48C9-4F20-87DB-D8571C3B117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353085" y="3702145"/>
                <a:ext cx="439888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9372F552-95F0-42BF-BEB3-C96E60E5B603}"/>
                  </a:ext>
                </a:extLst>
              </p14:cNvPr>
              <p14:cNvContentPartPr/>
              <p14:nvPr/>
            </p14:nvContentPartPr>
            <p14:xfrm>
              <a:off x="2426589" y="2919505"/>
              <a:ext cx="2999880" cy="15660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9372F552-95F0-42BF-BEB3-C96E60E5B60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408949" y="2901865"/>
                <a:ext cx="3035520" cy="160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BDBB81FB-DA08-41E4-B016-72CE65959576}"/>
                  </a:ext>
                </a:extLst>
              </p14:cNvPr>
              <p14:cNvContentPartPr/>
              <p14:nvPr/>
            </p14:nvContentPartPr>
            <p14:xfrm>
              <a:off x="5558589" y="3372385"/>
              <a:ext cx="568440" cy="93456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BDBB81FB-DA08-41E4-B016-72CE6595957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540600" y="3354745"/>
                <a:ext cx="604057" cy="9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3005592D-DFA3-4D1E-9B5B-D19DA20F3C89}"/>
                  </a:ext>
                </a:extLst>
              </p14:cNvPr>
              <p14:cNvContentPartPr/>
              <p14:nvPr/>
            </p14:nvContentPartPr>
            <p14:xfrm>
              <a:off x="6280389" y="3349345"/>
              <a:ext cx="875880" cy="9590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3005592D-DFA3-4D1E-9B5B-D19DA20F3C8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262742" y="3331705"/>
                <a:ext cx="911535" cy="9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E34823EC-EAF4-439D-8E77-9C64B6945F8F}"/>
                  </a:ext>
                </a:extLst>
              </p14:cNvPr>
              <p14:cNvContentPartPr/>
              <p14:nvPr/>
            </p14:nvContentPartPr>
            <p14:xfrm>
              <a:off x="3257829" y="4995985"/>
              <a:ext cx="165960" cy="936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E34823EC-EAF4-439D-8E77-9C64B6945F8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239829" y="4978345"/>
                <a:ext cx="2016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D7359A03-B4CF-42B8-B970-EDAA8248B01D}"/>
                  </a:ext>
                </a:extLst>
              </p14:cNvPr>
              <p14:cNvContentPartPr/>
              <p14:nvPr/>
            </p14:nvContentPartPr>
            <p14:xfrm>
              <a:off x="3286629" y="5076985"/>
              <a:ext cx="140040" cy="1944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D7359A03-B4CF-42B8-B970-EDAA8248B01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268629" y="5059345"/>
                <a:ext cx="1756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2969E7DF-AD41-451F-B97C-B471FAE8F971}"/>
                  </a:ext>
                </a:extLst>
              </p14:cNvPr>
              <p14:cNvContentPartPr/>
              <p14:nvPr/>
            </p14:nvContentPartPr>
            <p14:xfrm>
              <a:off x="3631509" y="4960345"/>
              <a:ext cx="123840" cy="12240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2969E7DF-AD41-451F-B97C-B471FAE8F97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613869" y="4942345"/>
                <a:ext cx="1594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42688551-60F5-4B9A-ABB4-800FB4F9DD02}"/>
                  </a:ext>
                </a:extLst>
              </p14:cNvPr>
              <p14:cNvContentPartPr/>
              <p14:nvPr/>
            </p14:nvContentPartPr>
            <p14:xfrm>
              <a:off x="6083109" y="4866385"/>
              <a:ext cx="108000" cy="396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42688551-60F5-4B9A-ABB4-800FB4F9DD0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065109" y="4848385"/>
                <a:ext cx="1436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3CC1A11D-261D-4857-874E-97BEA0B8EB51}"/>
                  </a:ext>
                </a:extLst>
              </p14:cNvPr>
              <p14:cNvContentPartPr/>
              <p14:nvPr/>
            </p14:nvContentPartPr>
            <p14:xfrm>
              <a:off x="6058629" y="4966465"/>
              <a:ext cx="152280" cy="1260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3CC1A11D-261D-4857-874E-97BEA0B8EB5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40989" y="4948465"/>
                <a:ext cx="1879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049BFE2F-8508-45B6-8009-279F860CA494}"/>
                  </a:ext>
                </a:extLst>
              </p14:cNvPr>
              <p14:cNvContentPartPr/>
              <p14:nvPr/>
            </p14:nvContentPartPr>
            <p14:xfrm>
              <a:off x="6386229" y="4754065"/>
              <a:ext cx="171000" cy="21564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049BFE2F-8508-45B6-8009-279F860CA49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368229" y="4736425"/>
                <a:ext cx="20664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BACEC97A-27A3-4627-86CF-9B297275A231}"/>
                  </a:ext>
                </a:extLst>
              </p14:cNvPr>
              <p14:cNvContentPartPr/>
              <p14:nvPr/>
            </p14:nvContentPartPr>
            <p14:xfrm>
              <a:off x="5123709" y="4672705"/>
              <a:ext cx="802440" cy="48456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BACEC97A-27A3-4627-86CF-9B297275A23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06069" y="4655065"/>
                <a:ext cx="838080" cy="52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819389B1-A88F-4ABD-8424-A8059B21C507}"/>
                  </a:ext>
                </a:extLst>
              </p14:cNvPr>
              <p14:cNvContentPartPr/>
              <p14:nvPr/>
            </p14:nvContentPartPr>
            <p14:xfrm>
              <a:off x="4263669" y="4841185"/>
              <a:ext cx="399240" cy="30636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819389B1-A88F-4ABD-8424-A8059B21C50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246029" y="4823545"/>
                <a:ext cx="43488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24A4A7D5-B44E-4548-93C0-1A80BCE065EC}"/>
                  </a:ext>
                </a:extLst>
              </p14:cNvPr>
              <p14:cNvContentPartPr/>
              <p14:nvPr/>
            </p14:nvContentPartPr>
            <p14:xfrm>
              <a:off x="2997909" y="4932625"/>
              <a:ext cx="150480" cy="20412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24A4A7D5-B44E-4548-93C0-1A80BCE065E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980269" y="4914593"/>
                <a:ext cx="186120" cy="2398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CD3F7BA8-FBAB-401B-AFB1-81BB9DDBF959}"/>
                  </a:ext>
                </a:extLst>
              </p14:cNvPr>
              <p14:cNvContentPartPr/>
              <p14:nvPr/>
            </p14:nvContentPartPr>
            <p14:xfrm>
              <a:off x="1847349" y="4796905"/>
              <a:ext cx="908280" cy="35388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CD3F7BA8-FBAB-401B-AFB1-81BB9DDBF95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829349" y="4779265"/>
                <a:ext cx="94392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9EDE70B7-C94B-406F-AA87-DEC20960DC8B}"/>
                  </a:ext>
                </a:extLst>
              </p14:cNvPr>
              <p14:cNvContentPartPr/>
              <p14:nvPr/>
            </p14:nvContentPartPr>
            <p14:xfrm>
              <a:off x="1890549" y="5435545"/>
              <a:ext cx="119880" cy="26028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9EDE70B7-C94B-406F-AA87-DEC20960DC8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872549" y="5417545"/>
                <a:ext cx="1555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6BC29D62-2CBE-4F7F-AFB2-0201CBD9DE21}"/>
                  </a:ext>
                </a:extLst>
              </p14:cNvPr>
              <p14:cNvContentPartPr/>
              <p14:nvPr/>
            </p14:nvContentPartPr>
            <p14:xfrm>
              <a:off x="2115549" y="5575945"/>
              <a:ext cx="135000" cy="10188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6BC29D62-2CBE-4F7F-AFB2-0201CBD9DE2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097909" y="5558305"/>
                <a:ext cx="1706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126E8CF8-ED08-4721-9167-610DCFF48B39}"/>
                  </a:ext>
                </a:extLst>
              </p14:cNvPr>
              <p14:cNvContentPartPr/>
              <p14:nvPr/>
            </p14:nvContentPartPr>
            <p14:xfrm>
              <a:off x="2499669" y="5438065"/>
              <a:ext cx="148320" cy="2808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126E8CF8-ED08-4721-9167-610DCFF48B3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81669" y="5420065"/>
                <a:ext cx="1839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F6B61201-F216-4CE4-A212-4F2B2D82BD75}"/>
                  </a:ext>
                </a:extLst>
              </p14:cNvPr>
              <p14:cNvContentPartPr/>
              <p14:nvPr/>
            </p14:nvContentPartPr>
            <p14:xfrm>
              <a:off x="1433709" y="5112625"/>
              <a:ext cx="189000" cy="1008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F6B61201-F216-4CE4-A212-4F2B2D82BD7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416069" y="5094985"/>
                <a:ext cx="2246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740FF130-48E1-43F2-9B4C-108B16932CB7}"/>
                  </a:ext>
                </a:extLst>
              </p14:cNvPr>
              <p14:cNvContentPartPr/>
              <p14:nvPr/>
            </p14:nvContentPartPr>
            <p14:xfrm>
              <a:off x="1467549" y="5519785"/>
              <a:ext cx="242280" cy="4608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740FF130-48E1-43F2-9B4C-108B16932CB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449909" y="5501785"/>
                <a:ext cx="2779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585372FA-83CF-4ADB-9C05-C52163512613}"/>
                  </a:ext>
                </a:extLst>
              </p14:cNvPr>
              <p14:cNvContentPartPr/>
              <p14:nvPr/>
            </p14:nvContentPartPr>
            <p14:xfrm>
              <a:off x="3657429" y="5450665"/>
              <a:ext cx="112680" cy="17136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585372FA-83CF-4ADB-9C05-C5216351261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639429" y="5433025"/>
                <a:ext cx="1483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1DBEB897-7050-4B47-9313-D5B605084612}"/>
                  </a:ext>
                </a:extLst>
              </p14:cNvPr>
              <p14:cNvContentPartPr/>
              <p14:nvPr/>
            </p14:nvContentPartPr>
            <p14:xfrm>
              <a:off x="6179229" y="5515105"/>
              <a:ext cx="78840" cy="864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1DBEB897-7050-4B47-9313-D5B60508461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161229" y="5497105"/>
                <a:ext cx="1144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19E401E7-D9BB-477E-B651-C4DBEA14013A}"/>
                  </a:ext>
                </a:extLst>
              </p14:cNvPr>
              <p14:cNvContentPartPr/>
              <p14:nvPr/>
            </p14:nvContentPartPr>
            <p14:xfrm>
              <a:off x="6150429" y="5601505"/>
              <a:ext cx="114480" cy="1476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19E401E7-D9BB-477E-B651-C4DBEA14013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132429" y="5583865"/>
                <a:ext cx="1501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AF306A40-A37E-49A0-BB54-C2A24D97CB49}"/>
                  </a:ext>
                </a:extLst>
              </p14:cNvPr>
              <p14:cNvContentPartPr/>
              <p14:nvPr/>
            </p14:nvContentPartPr>
            <p14:xfrm>
              <a:off x="6408189" y="5475865"/>
              <a:ext cx="134280" cy="14076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AF306A40-A37E-49A0-BB54-C2A24D97CB4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390549" y="5458225"/>
                <a:ext cx="1699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6B4EF9EF-DA29-4775-8884-EA785D9D12E4}"/>
                  </a:ext>
                </a:extLst>
              </p14:cNvPr>
              <p14:cNvContentPartPr/>
              <p14:nvPr/>
            </p14:nvContentPartPr>
            <p14:xfrm>
              <a:off x="6649029" y="5462545"/>
              <a:ext cx="140400" cy="14256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6B4EF9EF-DA29-4775-8884-EA785D9D12E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631389" y="5444545"/>
                <a:ext cx="17604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451842C5-0C5E-4777-8254-A12DFCFC6702}"/>
                  </a:ext>
                </a:extLst>
              </p14:cNvPr>
              <p14:cNvContentPartPr/>
              <p14:nvPr/>
            </p14:nvContentPartPr>
            <p14:xfrm>
              <a:off x="5632029" y="5327185"/>
              <a:ext cx="387360" cy="41508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451842C5-0C5E-4777-8254-A12DFCFC670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614389" y="5309545"/>
                <a:ext cx="42300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A5307A93-9C35-443F-A331-07ED7A63A9DF}"/>
                  </a:ext>
                </a:extLst>
              </p14:cNvPr>
              <p14:cNvContentPartPr/>
              <p14:nvPr/>
            </p14:nvContentPartPr>
            <p14:xfrm>
              <a:off x="5113629" y="5308105"/>
              <a:ext cx="414360" cy="46080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A5307A93-9C35-443F-A331-07ED7A63A9D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095629" y="5290119"/>
                <a:ext cx="450000" cy="4964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730B7478-62C4-455A-BDDE-43CF7E754EB5}"/>
                  </a:ext>
                </a:extLst>
              </p14:cNvPr>
              <p14:cNvContentPartPr/>
              <p14:nvPr/>
            </p14:nvContentPartPr>
            <p14:xfrm>
              <a:off x="4340709" y="5486305"/>
              <a:ext cx="438480" cy="24300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730B7478-62C4-455A-BDDE-43CF7E754EB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323069" y="5468305"/>
                <a:ext cx="4741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FE66BED5-07AA-407F-B4A1-51B3AB34840B}"/>
                  </a:ext>
                </a:extLst>
              </p14:cNvPr>
              <p14:cNvContentPartPr/>
              <p14:nvPr/>
            </p14:nvContentPartPr>
            <p14:xfrm>
              <a:off x="2997909" y="5443105"/>
              <a:ext cx="507600" cy="20700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FE66BED5-07AA-407F-B4A1-51B3AB34840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980269" y="5425105"/>
                <a:ext cx="5432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C824B6B3-082C-4579-89CB-D65E36481821}"/>
                  </a:ext>
                </a:extLst>
              </p14:cNvPr>
              <p14:cNvContentPartPr/>
              <p14:nvPr/>
            </p14:nvContentPartPr>
            <p14:xfrm>
              <a:off x="2370429" y="5592145"/>
              <a:ext cx="419040" cy="9036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C824B6B3-082C-4579-89CB-D65E3648182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352444" y="5574505"/>
                <a:ext cx="454649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25A2FC47-F43A-4F51-B41A-E27E5C1A0171}"/>
                  </a:ext>
                </a:extLst>
              </p14:cNvPr>
              <p14:cNvContentPartPr/>
              <p14:nvPr/>
            </p14:nvContentPartPr>
            <p14:xfrm>
              <a:off x="7348509" y="3446185"/>
              <a:ext cx="4485240" cy="300132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25A2FC47-F43A-4F51-B41A-E27E5C1A017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330868" y="3428185"/>
                <a:ext cx="4520883" cy="303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2221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Moore</a:t>
            </a:r>
          </a:p>
          <a:p>
            <a:r>
              <a:rPr lang="ro-RO" sz="2400" b="1" dirty="0"/>
              <a:t>d) Determinarea tabelului de tranziție a stărilor  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D2FB950-C153-4F89-AACA-FAF726CCE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1234464"/>
            <a:ext cx="9763125" cy="4343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2ACEEDD5-6A9D-4B4A-9FF5-6A64C6628A46}"/>
                  </a:ext>
                </a:extLst>
              </p14:cNvPr>
              <p14:cNvContentPartPr/>
              <p14:nvPr/>
            </p14:nvContentPartPr>
            <p14:xfrm>
              <a:off x="250029" y="6367225"/>
              <a:ext cx="360" cy="3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2ACEEDD5-6A9D-4B4A-9FF5-6A64C6628A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029" y="63312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8CF6AB96-7158-4A8D-ABBD-6AC765271499}"/>
                  </a:ext>
                </a:extLst>
              </p14:cNvPr>
              <p14:cNvContentPartPr/>
              <p14:nvPr/>
            </p14:nvContentPartPr>
            <p14:xfrm>
              <a:off x="3892149" y="1124905"/>
              <a:ext cx="1047240" cy="5857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8CF6AB96-7158-4A8D-ABBD-6AC7652714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4509" y="1088905"/>
                <a:ext cx="1082880" cy="65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56133A27-0077-4FD0-A270-4FF81DBE83CE}"/>
                  </a:ext>
                </a:extLst>
              </p14:cNvPr>
              <p14:cNvContentPartPr/>
              <p14:nvPr/>
            </p14:nvContentPartPr>
            <p14:xfrm>
              <a:off x="7318269" y="287905"/>
              <a:ext cx="259200" cy="4860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56133A27-0077-4FD0-A270-4FF81DBE83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00269" y="251905"/>
                <a:ext cx="294840" cy="55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0C36C173-8443-4CBC-829F-DE342BF3CFFE}"/>
                  </a:ext>
                </a:extLst>
              </p14:cNvPr>
              <p14:cNvContentPartPr/>
              <p14:nvPr/>
            </p14:nvContentPartPr>
            <p14:xfrm>
              <a:off x="7632909" y="639625"/>
              <a:ext cx="19080" cy="1659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0C36C173-8443-4CBC-829F-DE342BF3CFF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15269" y="603985"/>
                <a:ext cx="547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04FBDA43-7FBE-4627-90BF-7E2502851718}"/>
                  </a:ext>
                </a:extLst>
              </p14:cNvPr>
              <p14:cNvContentPartPr/>
              <p14:nvPr/>
            </p14:nvContentPartPr>
            <p14:xfrm>
              <a:off x="7781229" y="262705"/>
              <a:ext cx="467280" cy="5032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04FBDA43-7FBE-4627-90BF-7E250285171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63589" y="226705"/>
                <a:ext cx="502920" cy="57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90515920-CA7A-4575-9AD9-0B84503B30AA}"/>
                  </a:ext>
                </a:extLst>
              </p14:cNvPr>
              <p14:cNvContentPartPr/>
              <p14:nvPr/>
            </p14:nvContentPartPr>
            <p14:xfrm>
              <a:off x="8402589" y="495265"/>
              <a:ext cx="163800" cy="237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90515920-CA7A-4575-9AD9-0B84503B30A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84589" y="459625"/>
                <a:ext cx="1994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ED9EF893-4E6D-4485-B94A-0053E2B0C16D}"/>
                  </a:ext>
                </a:extLst>
              </p14:cNvPr>
              <p14:cNvContentPartPr/>
              <p14:nvPr/>
            </p14:nvContentPartPr>
            <p14:xfrm>
              <a:off x="8393229" y="615505"/>
              <a:ext cx="207720" cy="104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ED9EF893-4E6D-4485-B94A-0053E2B0C16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375229" y="579505"/>
                <a:ext cx="2433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1DAF759A-9F4F-448F-8A8E-9E0C151C376C}"/>
                  </a:ext>
                </a:extLst>
              </p14:cNvPr>
              <p14:cNvContentPartPr/>
              <p14:nvPr/>
            </p14:nvContentPartPr>
            <p14:xfrm>
              <a:off x="8749629" y="446305"/>
              <a:ext cx="180360" cy="2336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1DAF759A-9F4F-448F-8A8E-9E0C151C376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731629" y="410665"/>
                <a:ext cx="21600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9733AE4A-4E2A-46B1-A91A-D3F9C07720A2}"/>
                  </a:ext>
                </a:extLst>
              </p14:cNvPr>
              <p14:cNvContentPartPr/>
              <p14:nvPr/>
            </p14:nvContentPartPr>
            <p14:xfrm>
              <a:off x="9032949" y="394465"/>
              <a:ext cx="213120" cy="3294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9733AE4A-4E2A-46B1-A91A-D3F9C07720A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015309" y="358825"/>
                <a:ext cx="24876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2CB98911-8FA2-4375-9B25-850869115F88}"/>
                  </a:ext>
                </a:extLst>
              </p14:cNvPr>
              <p14:cNvContentPartPr/>
              <p14:nvPr/>
            </p14:nvContentPartPr>
            <p14:xfrm>
              <a:off x="9591309" y="291145"/>
              <a:ext cx="458280" cy="1854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2CB98911-8FA2-4375-9B25-850869115F8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573669" y="255505"/>
                <a:ext cx="49392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1F157B1F-4C69-45BE-9920-2FD321E543CE}"/>
                  </a:ext>
                </a:extLst>
              </p14:cNvPr>
              <p14:cNvContentPartPr/>
              <p14:nvPr/>
            </p14:nvContentPartPr>
            <p14:xfrm>
              <a:off x="9894429" y="220945"/>
              <a:ext cx="244080" cy="225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1F157B1F-4C69-45BE-9920-2FD321E543C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876789" y="185305"/>
                <a:ext cx="2797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8C72A4EB-CB33-4847-98DA-E3776E4A5541}"/>
                  </a:ext>
                </a:extLst>
              </p14:cNvPr>
              <p14:cNvContentPartPr/>
              <p14:nvPr/>
            </p14:nvContentPartPr>
            <p14:xfrm>
              <a:off x="10373229" y="59305"/>
              <a:ext cx="206640" cy="4194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8C72A4EB-CB33-4847-98DA-E3776E4A554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355229" y="23665"/>
                <a:ext cx="24228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2264574-F817-4E31-8E49-40D54EE4F794}"/>
                  </a:ext>
                </a:extLst>
              </p14:cNvPr>
              <p14:cNvContentPartPr/>
              <p14:nvPr/>
            </p14:nvContentPartPr>
            <p14:xfrm>
              <a:off x="10645029" y="340200"/>
              <a:ext cx="5400" cy="1774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2264574-F817-4E31-8E49-40D54EE4F79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627389" y="304200"/>
                <a:ext cx="410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82A19720-3C66-4793-914B-F3C187AE176B}"/>
                  </a:ext>
                </a:extLst>
              </p14:cNvPr>
              <p14:cNvContentPartPr/>
              <p14:nvPr/>
            </p14:nvContentPartPr>
            <p14:xfrm>
              <a:off x="10780029" y="225000"/>
              <a:ext cx="200520" cy="36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82A19720-3C66-4793-914B-F3C187AE176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762029" y="189000"/>
                <a:ext cx="2361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9FB0FBA0-2CEE-42B1-AB2E-E9E564FD6690}"/>
                  </a:ext>
                </a:extLst>
              </p14:cNvPr>
              <p14:cNvContentPartPr/>
              <p14:nvPr/>
            </p14:nvContentPartPr>
            <p14:xfrm>
              <a:off x="10832949" y="345960"/>
              <a:ext cx="150840" cy="54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9FB0FBA0-2CEE-42B1-AB2E-E9E564FD669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815309" y="310320"/>
                <a:ext cx="1864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EC6993DD-730D-44A1-8A50-A86B6131C17E}"/>
                  </a:ext>
                </a:extLst>
              </p14:cNvPr>
              <p14:cNvContentPartPr/>
              <p14:nvPr/>
            </p14:nvContentPartPr>
            <p14:xfrm>
              <a:off x="11111949" y="208800"/>
              <a:ext cx="246240" cy="1731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EC6993DD-730D-44A1-8A50-A86B6131C17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093949" y="173160"/>
                <a:ext cx="28188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2CB25B88-6006-4F12-82C2-2AB6EF65077A}"/>
                  </a:ext>
                </a:extLst>
              </p14:cNvPr>
              <p14:cNvContentPartPr/>
              <p14:nvPr/>
            </p14:nvContentPartPr>
            <p14:xfrm>
              <a:off x="9601029" y="538920"/>
              <a:ext cx="430200" cy="2844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2CB25B88-6006-4F12-82C2-2AB6EF65077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583029" y="502920"/>
                <a:ext cx="46584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66A3A0C2-F1B4-4DAF-AF43-541967D1E2FB}"/>
                  </a:ext>
                </a:extLst>
              </p14:cNvPr>
              <p14:cNvContentPartPr/>
              <p14:nvPr/>
            </p14:nvContentPartPr>
            <p14:xfrm>
              <a:off x="9955629" y="654120"/>
              <a:ext cx="202320" cy="2743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66A3A0C2-F1B4-4DAF-AF43-541967D1E2F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937989" y="618480"/>
                <a:ext cx="23796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72386DE6-E71A-4512-8378-D89994DA5EF1}"/>
                  </a:ext>
                </a:extLst>
              </p14:cNvPr>
              <p14:cNvContentPartPr/>
              <p14:nvPr/>
            </p14:nvContentPartPr>
            <p14:xfrm>
              <a:off x="10312389" y="592560"/>
              <a:ext cx="254880" cy="4521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72386DE6-E71A-4512-8378-D89994DA5EF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294749" y="556920"/>
                <a:ext cx="29052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2686B6CD-6065-40B0-A96C-2937085DC778}"/>
                  </a:ext>
                </a:extLst>
              </p14:cNvPr>
              <p14:cNvContentPartPr/>
              <p14:nvPr/>
            </p14:nvContentPartPr>
            <p14:xfrm>
              <a:off x="10628829" y="928440"/>
              <a:ext cx="142560" cy="1216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2686B6CD-6065-40B0-A96C-2937085DC77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611189" y="892800"/>
                <a:ext cx="17820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5E00A2BD-9D5E-47BF-88F7-96ACADDFF020}"/>
                  </a:ext>
                </a:extLst>
              </p14:cNvPr>
              <p14:cNvContentPartPr/>
              <p14:nvPr/>
            </p14:nvContentPartPr>
            <p14:xfrm>
              <a:off x="10866429" y="803520"/>
              <a:ext cx="124920" cy="126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5E00A2BD-9D5E-47BF-88F7-96ACADDFF02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848789" y="767520"/>
                <a:ext cx="1605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949C74C-BEAA-4B48-B24E-14DC72701FD8}"/>
                  </a:ext>
                </a:extLst>
              </p14:cNvPr>
              <p14:cNvContentPartPr/>
              <p14:nvPr/>
            </p14:nvContentPartPr>
            <p14:xfrm>
              <a:off x="10871469" y="894600"/>
              <a:ext cx="200880" cy="194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949C74C-BEAA-4B48-B24E-14DC72701FD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853829" y="858960"/>
                <a:ext cx="2365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F2021553-B75D-4D86-96DB-43F5E6E9ED33}"/>
                  </a:ext>
                </a:extLst>
              </p14:cNvPr>
              <p14:cNvContentPartPr/>
              <p14:nvPr/>
            </p14:nvContentPartPr>
            <p14:xfrm>
              <a:off x="11222829" y="698400"/>
              <a:ext cx="230040" cy="31428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F2021553-B75D-4D86-96DB-43F5E6E9ED3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205189" y="662760"/>
                <a:ext cx="26568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DE970A8F-D0D5-4936-889C-5ADB8F40BCEE}"/>
                  </a:ext>
                </a:extLst>
              </p14:cNvPr>
              <p14:cNvContentPartPr/>
              <p14:nvPr/>
            </p14:nvContentPartPr>
            <p14:xfrm>
              <a:off x="6159789" y="3116160"/>
              <a:ext cx="417960" cy="266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DE970A8F-D0D5-4936-889C-5ADB8F40BCE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141789" y="3080160"/>
                <a:ext cx="45360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F0CDD1F4-E8C5-434B-9C75-E839DC07006D}"/>
                  </a:ext>
                </a:extLst>
              </p14:cNvPr>
              <p14:cNvContentPartPr/>
              <p14:nvPr/>
            </p14:nvContentPartPr>
            <p14:xfrm>
              <a:off x="6169509" y="3250080"/>
              <a:ext cx="417600" cy="273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F0CDD1F4-E8C5-434B-9C75-E839DC07006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151869" y="3214080"/>
                <a:ext cx="4532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B5A353F3-DDAE-4B38-94D9-006F9B42DA9A}"/>
                  </a:ext>
                </a:extLst>
              </p14:cNvPr>
              <p14:cNvContentPartPr/>
              <p14:nvPr/>
            </p14:nvContentPartPr>
            <p14:xfrm>
              <a:off x="6188949" y="2496600"/>
              <a:ext cx="444960" cy="234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B5A353F3-DDAE-4B38-94D9-006F9B42DA9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170949" y="2460960"/>
                <a:ext cx="4806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E73C8291-26EE-4505-859C-50DA95268280}"/>
                  </a:ext>
                </a:extLst>
              </p14:cNvPr>
              <p14:cNvContentPartPr/>
              <p14:nvPr/>
            </p14:nvContentPartPr>
            <p14:xfrm>
              <a:off x="6270669" y="2608200"/>
              <a:ext cx="354960" cy="165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E73C8291-26EE-4505-859C-50DA9526828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253029" y="2572200"/>
                <a:ext cx="3906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884F23D6-7D27-44CB-9AEA-BEBCE15536BD}"/>
                  </a:ext>
                </a:extLst>
              </p14:cNvPr>
              <p14:cNvContentPartPr/>
              <p14:nvPr/>
            </p14:nvContentPartPr>
            <p14:xfrm>
              <a:off x="8864109" y="5103000"/>
              <a:ext cx="1324800" cy="11026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884F23D6-7D27-44CB-9AEA-BEBCE15536B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846109" y="5067360"/>
                <a:ext cx="1360440" cy="11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14B9B59B-8094-46A7-B059-E8C4A685B44F}"/>
                  </a:ext>
                </a:extLst>
              </p14:cNvPr>
              <p14:cNvContentPartPr/>
              <p14:nvPr/>
            </p14:nvContentPartPr>
            <p14:xfrm>
              <a:off x="9381429" y="5357880"/>
              <a:ext cx="132480" cy="1965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14B9B59B-8094-46A7-B059-E8C4A685B44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363789" y="5321880"/>
                <a:ext cx="1681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E4B2B666-9979-4A41-82B8-190DE22D88D1}"/>
                  </a:ext>
                </a:extLst>
              </p14:cNvPr>
              <p14:cNvContentPartPr/>
              <p14:nvPr/>
            </p14:nvContentPartPr>
            <p14:xfrm>
              <a:off x="9567549" y="5296680"/>
              <a:ext cx="87480" cy="2980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E4B2B666-9979-4A41-82B8-190DE22D88D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549549" y="5260680"/>
                <a:ext cx="12312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C60021DC-8290-4C4F-AC2B-162250783029}"/>
                  </a:ext>
                </a:extLst>
              </p14:cNvPr>
              <p14:cNvContentPartPr/>
              <p14:nvPr/>
            </p14:nvContentPartPr>
            <p14:xfrm>
              <a:off x="9249309" y="5707080"/>
              <a:ext cx="648360" cy="248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C60021DC-8290-4C4F-AC2B-16225078302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231669" y="5671440"/>
                <a:ext cx="6840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0052C96-E3D6-4642-A559-D38842372578}"/>
                  </a:ext>
                </a:extLst>
              </p14:cNvPr>
              <p14:cNvContentPartPr/>
              <p14:nvPr/>
            </p14:nvContentPartPr>
            <p14:xfrm>
              <a:off x="9572229" y="4197960"/>
              <a:ext cx="1292760" cy="8794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0052C96-E3D6-4642-A559-D38842372578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554229" y="4162320"/>
                <a:ext cx="1328400" cy="9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4EFD18D0-52A2-43D5-BEB8-4C1575B8631C}"/>
                  </a:ext>
                </a:extLst>
              </p14:cNvPr>
              <p14:cNvContentPartPr/>
              <p14:nvPr/>
            </p14:nvContentPartPr>
            <p14:xfrm>
              <a:off x="9971469" y="4346280"/>
              <a:ext cx="421560" cy="3348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4EFD18D0-52A2-43D5-BEB8-4C1575B8631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953829" y="4310280"/>
                <a:ext cx="4572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FB86C3E-2371-44A8-A4E5-84457B86E420}"/>
                  </a:ext>
                </a:extLst>
              </p14:cNvPr>
              <p14:cNvContentPartPr/>
              <p14:nvPr/>
            </p14:nvContentPartPr>
            <p14:xfrm>
              <a:off x="9754749" y="3936240"/>
              <a:ext cx="226080" cy="1778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FB86C3E-2371-44A8-A4E5-84457B86E42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737109" y="3900600"/>
                <a:ext cx="26172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BD4FCFB3-480C-4A0F-B60B-0778C4EF8F90}"/>
                  </a:ext>
                </a:extLst>
              </p14:cNvPr>
              <p14:cNvContentPartPr/>
              <p14:nvPr/>
            </p14:nvContentPartPr>
            <p14:xfrm>
              <a:off x="9766629" y="3893040"/>
              <a:ext cx="190440" cy="2336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BD4FCFB3-480C-4A0F-B60B-0778C4EF8F9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748989" y="3857400"/>
                <a:ext cx="2260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4B245627-5DC9-4FF4-B6EA-4F5C2E18792F}"/>
                  </a:ext>
                </a:extLst>
              </p14:cNvPr>
              <p14:cNvContentPartPr/>
              <p14:nvPr/>
            </p14:nvContentPartPr>
            <p14:xfrm>
              <a:off x="10087029" y="3875400"/>
              <a:ext cx="169560" cy="518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4B245627-5DC9-4FF4-B6EA-4F5C2E18792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069029" y="3839760"/>
                <a:ext cx="20520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8693BE7A-5AA1-4679-A4FE-70BD0E137156}"/>
                  </a:ext>
                </a:extLst>
              </p14:cNvPr>
              <p14:cNvContentPartPr/>
              <p14:nvPr/>
            </p14:nvContentPartPr>
            <p14:xfrm>
              <a:off x="10096749" y="3959640"/>
              <a:ext cx="208800" cy="590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8693BE7A-5AA1-4679-A4FE-70BD0E13715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078749" y="3924000"/>
                <a:ext cx="24444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1D50B8B0-26B7-4F66-A662-B64C62DCE8EA}"/>
                  </a:ext>
                </a:extLst>
              </p14:cNvPr>
              <p14:cNvContentPartPr/>
              <p14:nvPr/>
            </p14:nvContentPartPr>
            <p14:xfrm>
              <a:off x="10389429" y="3762000"/>
              <a:ext cx="176040" cy="2106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1D50B8B0-26B7-4F66-A662-B64C62DCE8EA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371789" y="3726000"/>
                <a:ext cx="21168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26962995-8095-466E-B4DF-F4CF54FCDBB9}"/>
                  </a:ext>
                </a:extLst>
              </p14:cNvPr>
              <p14:cNvContentPartPr/>
              <p14:nvPr/>
            </p14:nvContentPartPr>
            <p14:xfrm>
              <a:off x="11011509" y="3767040"/>
              <a:ext cx="1019520" cy="11048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26962995-8095-466E-B4DF-F4CF54FCDBB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993509" y="3731400"/>
                <a:ext cx="1055160" cy="11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5FA811C3-C8C6-448A-9C4A-869D319E19DF}"/>
                  </a:ext>
                </a:extLst>
              </p14:cNvPr>
              <p14:cNvContentPartPr/>
              <p14:nvPr/>
            </p14:nvContentPartPr>
            <p14:xfrm>
              <a:off x="11318949" y="3978720"/>
              <a:ext cx="93960" cy="2386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5FA811C3-C8C6-448A-9C4A-869D319E19D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1301309" y="3942720"/>
                <a:ext cx="1296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F82B728D-2B53-437C-824B-4A687C8D026F}"/>
                  </a:ext>
                </a:extLst>
              </p14:cNvPr>
              <p14:cNvContentPartPr/>
              <p14:nvPr/>
            </p14:nvContentPartPr>
            <p14:xfrm>
              <a:off x="11578869" y="3960720"/>
              <a:ext cx="52200" cy="2347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F82B728D-2B53-437C-824B-4A687C8D026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1560869" y="3925080"/>
                <a:ext cx="878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3231E07F-73F2-4D57-9A66-70E4D3B4E405}"/>
                  </a:ext>
                </a:extLst>
              </p14:cNvPr>
              <p14:cNvContentPartPr/>
              <p14:nvPr/>
            </p14:nvContentPartPr>
            <p14:xfrm>
              <a:off x="11217789" y="4359960"/>
              <a:ext cx="480600" cy="36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3231E07F-73F2-4D57-9A66-70E4D3B4E40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1200149" y="4323960"/>
                <a:ext cx="5162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D7D501A0-0574-40EE-9B9D-318FC9DA28E8}"/>
                  </a:ext>
                </a:extLst>
              </p14:cNvPr>
              <p14:cNvContentPartPr/>
              <p14:nvPr/>
            </p14:nvContentPartPr>
            <p14:xfrm>
              <a:off x="7443549" y="2467800"/>
              <a:ext cx="758160" cy="4305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D7D501A0-0574-40EE-9B9D-318FC9DA28E8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425549" y="2432160"/>
                <a:ext cx="79380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37DAC52C-C908-4BDC-B506-B56C5241AD4C}"/>
                  </a:ext>
                </a:extLst>
              </p14:cNvPr>
              <p14:cNvContentPartPr/>
              <p14:nvPr/>
            </p14:nvContentPartPr>
            <p14:xfrm>
              <a:off x="9953469" y="2217960"/>
              <a:ext cx="500400" cy="4730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37DAC52C-C908-4BDC-B506-B56C5241AD4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935469" y="2182320"/>
                <a:ext cx="536040" cy="54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6F8FA82F-6DF8-491B-B5E8-8D2879CC89A1}"/>
                  </a:ext>
                </a:extLst>
              </p14:cNvPr>
              <p14:cNvContentPartPr/>
              <p14:nvPr/>
            </p14:nvContentPartPr>
            <p14:xfrm>
              <a:off x="11752389" y="1977840"/>
              <a:ext cx="360" cy="3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6F8FA82F-6DF8-491B-B5E8-8D2879CC89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34389" y="1941840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BD76A645-C83B-42A0-83F9-DBD726A7699D}"/>
                  </a:ext>
                </a:extLst>
              </p14:cNvPr>
              <p14:cNvContentPartPr/>
              <p14:nvPr/>
            </p14:nvContentPartPr>
            <p14:xfrm>
              <a:off x="538749" y="1756440"/>
              <a:ext cx="360" cy="36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BD76A645-C83B-42A0-83F9-DBD726A769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1109" y="1720800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ABF3293C-22F5-459B-AA13-18CF0FED8D22}"/>
                  </a:ext>
                </a:extLst>
              </p14:cNvPr>
              <p14:cNvContentPartPr/>
              <p14:nvPr/>
            </p14:nvContentPartPr>
            <p14:xfrm>
              <a:off x="558189" y="2536200"/>
              <a:ext cx="360" cy="3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ABF3293C-22F5-459B-AA13-18CF0FED8D2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40189" y="2500200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011326E6-701B-49D4-8DFD-746479FAF5B7}"/>
                  </a:ext>
                </a:extLst>
              </p14:cNvPr>
              <p14:cNvContentPartPr/>
              <p14:nvPr/>
            </p14:nvContentPartPr>
            <p14:xfrm>
              <a:off x="7483149" y="3787200"/>
              <a:ext cx="558360" cy="108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011326E6-701B-49D4-8DFD-746479FAF5B7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465509" y="3751560"/>
                <a:ext cx="59400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8D4F32EA-D3F8-4A9F-A2C4-ABF1F4E025F1}"/>
                  </a:ext>
                </a:extLst>
              </p14:cNvPr>
              <p14:cNvContentPartPr/>
              <p14:nvPr/>
            </p14:nvContentPartPr>
            <p14:xfrm>
              <a:off x="10101429" y="3469320"/>
              <a:ext cx="322560" cy="612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8D4F32EA-D3F8-4A9F-A2C4-ABF1F4E025F1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083789" y="3433680"/>
                <a:ext cx="3582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3D03F00C-5B84-4584-9572-0D65BD944EEC}"/>
                  </a:ext>
                </a:extLst>
              </p14:cNvPr>
              <p14:cNvContentPartPr/>
              <p14:nvPr/>
            </p14:nvContentPartPr>
            <p14:xfrm>
              <a:off x="10164069" y="3527280"/>
              <a:ext cx="259920" cy="165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3D03F00C-5B84-4584-9572-0D65BD944EEC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146069" y="3491640"/>
                <a:ext cx="2955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AA47AA4C-C822-4E2C-A3E8-6A72DF429604}"/>
                  </a:ext>
                </a:extLst>
              </p14:cNvPr>
              <p14:cNvContentPartPr/>
              <p14:nvPr/>
            </p14:nvContentPartPr>
            <p14:xfrm>
              <a:off x="7536429" y="3908520"/>
              <a:ext cx="406440" cy="284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AA47AA4C-C822-4E2C-A3E8-6A72DF429604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518429" y="3872520"/>
                <a:ext cx="4420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F582A937-12D8-40CB-ADB1-36948CF4189D}"/>
                  </a:ext>
                </a:extLst>
              </p14:cNvPr>
              <p14:cNvContentPartPr/>
              <p14:nvPr/>
            </p14:nvContentPartPr>
            <p14:xfrm>
              <a:off x="6710229" y="5909760"/>
              <a:ext cx="2174040" cy="1404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F582A937-12D8-40CB-ADB1-36948CF4189D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692229" y="5873760"/>
                <a:ext cx="22096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B2F504B5-3314-477C-AEAC-EE53FD724E8E}"/>
                  </a:ext>
                </a:extLst>
              </p14:cNvPr>
              <p14:cNvContentPartPr/>
              <p14:nvPr/>
            </p14:nvContentPartPr>
            <p14:xfrm>
              <a:off x="7291269" y="5847120"/>
              <a:ext cx="410040" cy="2448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B2F504B5-3314-477C-AEAC-EE53FD724E8E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273269" y="5811120"/>
                <a:ext cx="44568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AA44697A-DDC7-4046-AE60-E71ABD6BEEAA}"/>
                  </a:ext>
                </a:extLst>
              </p14:cNvPr>
              <p14:cNvContentPartPr/>
              <p14:nvPr/>
            </p14:nvContentPartPr>
            <p14:xfrm>
              <a:off x="7627509" y="5528520"/>
              <a:ext cx="170280" cy="1335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AA44697A-DDC7-4046-AE60-E71ABD6BEEAA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609869" y="5492880"/>
                <a:ext cx="2059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BC4AFBEB-BAF3-4A67-A267-E9D33CA9BF1F}"/>
                  </a:ext>
                </a:extLst>
              </p14:cNvPr>
              <p14:cNvContentPartPr/>
              <p14:nvPr/>
            </p14:nvContentPartPr>
            <p14:xfrm>
              <a:off x="7613469" y="5476680"/>
              <a:ext cx="159120" cy="2458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BC4AFBEB-BAF3-4A67-A267-E9D33CA9BF1F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595829" y="5440680"/>
                <a:ext cx="19476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074DFFEF-78B8-468D-8D7A-01D4A275D2A1}"/>
                  </a:ext>
                </a:extLst>
              </p14:cNvPr>
              <p14:cNvContentPartPr/>
              <p14:nvPr/>
            </p14:nvContentPartPr>
            <p14:xfrm>
              <a:off x="7868349" y="5529240"/>
              <a:ext cx="203760" cy="244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074DFFEF-78B8-468D-8D7A-01D4A275D2A1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7850709" y="5493600"/>
                <a:ext cx="2394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50331073-DEF4-48DC-9F9D-772181BBA077}"/>
                  </a:ext>
                </a:extLst>
              </p14:cNvPr>
              <p14:cNvContentPartPr/>
              <p14:nvPr/>
            </p14:nvContentPartPr>
            <p14:xfrm>
              <a:off x="7901829" y="5416200"/>
              <a:ext cx="370800" cy="2908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50331073-DEF4-48DC-9F9D-772181BBA077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884189" y="5380560"/>
                <a:ext cx="40644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341BBD3D-3AFE-4139-8881-75C8D9031475}"/>
                  </a:ext>
                </a:extLst>
              </p14:cNvPr>
              <p14:cNvContentPartPr/>
              <p14:nvPr/>
            </p14:nvContentPartPr>
            <p14:xfrm>
              <a:off x="5716629" y="5678640"/>
              <a:ext cx="1167120" cy="10710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341BBD3D-3AFE-4139-8881-75C8D9031475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698629" y="5643000"/>
                <a:ext cx="1202760" cy="11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FC21FFF5-855B-4387-92B9-4D8284F9B129}"/>
                  </a:ext>
                </a:extLst>
              </p14:cNvPr>
              <p14:cNvContentPartPr/>
              <p14:nvPr/>
            </p14:nvContentPartPr>
            <p14:xfrm>
              <a:off x="5998869" y="5900400"/>
              <a:ext cx="171720" cy="19584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FC21FFF5-855B-4387-92B9-4D8284F9B129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981229" y="5864400"/>
                <a:ext cx="20736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8D2C9E1C-A3EA-44F7-9F0F-9EAF1F48E3D6}"/>
                  </a:ext>
                </a:extLst>
              </p14:cNvPr>
              <p14:cNvContentPartPr/>
              <p14:nvPr/>
            </p14:nvContentPartPr>
            <p14:xfrm>
              <a:off x="6238629" y="5843880"/>
              <a:ext cx="202680" cy="2260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8D2C9E1C-A3EA-44F7-9F0F-9EAF1F48E3D6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220629" y="5807880"/>
                <a:ext cx="23832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6A572EEF-48E3-450C-8D96-73C56DAAADC0}"/>
                  </a:ext>
                </a:extLst>
              </p14:cNvPr>
              <p14:cNvContentPartPr/>
              <p14:nvPr/>
            </p14:nvContentPartPr>
            <p14:xfrm>
              <a:off x="5943429" y="6234120"/>
              <a:ext cx="671760" cy="464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6A572EEF-48E3-450C-8D96-73C56DAAADC0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5925429" y="6198480"/>
                <a:ext cx="7074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CA9FA00C-B54F-4B3D-BD53-80719ED3E2D0}"/>
                  </a:ext>
                </a:extLst>
              </p14:cNvPr>
              <p14:cNvContentPartPr/>
              <p14:nvPr/>
            </p14:nvContentPartPr>
            <p14:xfrm>
              <a:off x="6139989" y="6390000"/>
              <a:ext cx="18360" cy="2066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CA9FA00C-B54F-4B3D-BD53-80719ED3E2D0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122349" y="6354360"/>
                <a:ext cx="5400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852697BA-7D66-4CCF-93A0-984D16811712}"/>
                  </a:ext>
                </a:extLst>
              </p14:cNvPr>
              <p14:cNvContentPartPr/>
              <p14:nvPr/>
            </p14:nvContentPartPr>
            <p14:xfrm>
              <a:off x="6260949" y="6404040"/>
              <a:ext cx="126000" cy="1904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852697BA-7D66-4CCF-93A0-984D16811712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242949" y="6368400"/>
                <a:ext cx="1616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7B82CF1E-A913-4118-934A-9649172BDBAE}"/>
                  </a:ext>
                </a:extLst>
              </p14:cNvPr>
              <p14:cNvContentPartPr/>
              <p14:nvPr/>
            </p14:nvContentPartPr>
            <p14:xfrm>
              <a:off x="8678709" y="5009400"/>
              <a:ext cx="1712880" cy="14673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7B82CF1E-A913-4118-934A-9649172BDBAE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8660709" y="4973760"/>
                <a:ext cx="1748520" cy="15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2A3580EF-187D-4790-A851-BD021A0DE729}"/>
                  </a:ext>
                </a:extLst>
              </p14:cNvPr>
              <p14:cNvContentPartPr/>
              <p14:nvPr/>
            </p14:nvContentPartPr>
            <p14:xfrm>
              <a:off x="10592829" y="5450760"/>
              <a:ext cx="208080" cy="3160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2A3580EF-187D-4790-A851-BD021A0DE729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574829" y="5414760"/>
                <a:ext cx="24372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DE86706C-14FF-417D-ACFA-CF98E2B05F98}"/>
                  </a:ext>
                </a:extLst>
              </p14:cNvPr>
              <p14:cNvContentPartPr/>
              <p14:nvPr/>
            </p14:nvContentPartPr>
            <p14:xfrm>
              <a:off x="10915029" y="5435640"/>
              <a:ext cx="47520" cy="3344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DE86706C-14FF-417D-ACFA-CF98E2B05F98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0897029" y="5399640"/>
                <a:ext cx="8316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E3983CB9-29FC-4CEE-8946-F85C067D20E4}"/>
                  </a:ext>
                </a:extLst>
              </p14:cNvPr>
              <p14:cNvContentPartPr/>
              <p14:nvPr/>
            </p14:nvContentPartPr>
            <p14:xfrm>
              <a:off x="10788669" y="5563080"/>
              <a:ext cx="885240" cy="2034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E3983CB9-29FC-4CEE-8946-F85C067D20E4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0771029" y="5527440"/>
                <a:ext cx="9208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0F782B4A-C5BF-45F3-A977-94587D23D4A6}"/>
                  </a:ext>
                </a:extLst>
              </p14:cNvPr>
              <p14:cNvContentPartPr/>
              <p14:nvPr/>
            </p14:nvContentPartPr>
            <p14:xfrm>
              <a:off x="10688589" y="6030000"/>
              <a:ext cx="38880" cy="34740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0F782B4A-C5BF-45F3-A977-94587D23D4A6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0670949" y="5994360"/>
                <a:ext cx="7452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3FEBFD31-0F97-4E64-AAF8-828C0EF06F66}"/>
                  </a:ext>
                </a:extLst>
              </p14:cNvPr>
              <p14:cNvContentPartPr/>
              <p14:nvPr/>
            </p14:nvContentPartPr>
            <p14:xfrm>
              <a:off x="10664109" y="6019200"/>
              <a:ext cx="154800" cy="1148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3FEBFD31-0F97-4E64-AAF8-828C0EF06F66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0646469" y="5983200"/>
                <a:ext cx="1904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A742C372-F15F-42A1-9B37-124EE43B95E3}"/>
                  </a:ext>
                </a:extLst>
              </p14:cNvPr>
              <p14:cNvContentPartPr/>
              <p14:nvPr/>
            </p14:nvContentPartPr>
            <p14:xfrm>
              <a:off x="10852389" y="5993280"/>
              <a:ext cx="363960" cy="1778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A742C372-F15F-42A1-9B37-124EE43B95E3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0834389" y="5957640"/>
                <a:ext cx="39960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CF2B9480-F47A-433C-86CC-D341DC31737A}"/>
                  </a:ext>
                </a:extLst>
              </p14:cNvPr>
              <p14:cNvContentPartPr/>
              <p14:nvPr/>
            </p14:nvContentPartPr>
            <p14:xfrm>
              <a:off x="11303469" y="5820480"/>
              <a:ext cx="647640" cy="5875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CF2B9480-F47A-433C-86CC-D341DC31737A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1285469" y="5784480"/>
                <a:ext cx="683280" cy="65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15C5CBFA-B05F-4533-9860-E6716D2FE383}"/>
                  </a:ext>
                </a:extLst>
              </p14:cNvPr>
              <p14:cNvContentPartPr/>
              <p14:nvPr/>
            </p14:nvContentPartPr>
            <p14:xfrm>
              <a:off x="11833749" y="5943600"/>
              <a:ext cx="129600" cy="284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15C5CBFA-B05F-4533-9860-E6716D2FE383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1816109" y="5907600"/>
                <a:ext cx="1652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4144D01A-B5BE-4318-AD03-E48D4829842F}"/>
                  </a:ext>
                </a:extLst>
              </p14:cNvPr>
              <p14:cNvContentPartPr/>
              <p14:nvPr/>
            </p14:nvContentPartPr>
            <p14:xfrm>
              <a:off x="11968749" y="6114960"/>
              <a:ext cx="100440" cy="928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4144D01A-B5BE-4318-AD03-E48D4829842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1951109" y="6078960"/>
                <a:ext cx="1360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27642E3C-CADB-420B-A986-F64FDEF18ACC}"/>
                  </a:ext>
                </a:extLst>
              </p14:cNvPr>
              <p14:cNvContentPartPr/>
              <p14:nvPr/>
            </p14:nvContentPartPr>
            <p14:xfrm>
              <a:off x="3923469" y="1756440"/>
              <a:ext cx="3600" cy="3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27642E3C-CADB-420B-A986-F64FDEF18ACC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3905829" y="1720800"/>
                <a:ext cx="39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C07A7EAC-C959-4510-8F8E-9411F15D1A0A}"/>
                  </a:ext>
                </a:extLst>
              </p14:cNvPr>
              <p14:cNvContentPartPr/>
              <p14:nvPr/>
            </p14:nvContentPartPr>
            <p14:xfrm>
              <a:off x="2907189" y="4350960"/>
              <a:ext cx="1770840" cy="16437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C07A7EAC-C959-4510-8F8E-9411F15D1A0A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2889189" y="4314960"/>
                <a:ext cx="1806480" cy="171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07297BF3-D7B0-4D9F-8AB4-111142CCB0C5}"/>
                  </a:ext>
                </a:extLst>
              </p14:cNvPr>
              <p14:cNvContentPartPr/>
              <p14:nvPr/>
            </p14:nvContentPartPr>
            <p14:xfrm>
              <a:off x="9415989" y="5888520"/>
              <a:ext cx="109800" cy="17676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07297BF3-D7B0-4D9F-8AB4-111142CCB0C5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9397989" y="5852880"/>
                <a:ext cx="1454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81F4BBF2-528F-4B3D-B07A-9656C13509D4}"/>
                  </a:ext>
                </a:extLst>
              </p14:cNvPr>
              <p14:cNvContentPartPr/>
              <p14:nvPr/>
            </p14:nvContentPartPr>
            <p14:xfrm>
              <a:off x="9566469" y="5883480"/>
              <a:ext cx="199440" cy="1458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81F4BBF2-528F-4B3D-B07A-9656C13509D4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548829" y="5847480"/>
                <a:ext cx="23508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DEFE7442-BB3D-4746-BACE-22629597C2E0}"/>
                  </a:ext>
                </a:extLst>
              </p14:cNvPr>
              <p14:cNvContentPartPr/>
              <p14:nvPr/>
            </p14:nvContentPartPr>
            <p14:xfrm>
              <a:off x="8018109" y="4738680"/>
              <a:ext cx="580320" cy="5367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DEFE7442-BB3D-4746-BACE-22629597C2E0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000469" y="4702680"/>
                <a:ext cx="615960" cy="60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4373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Moore</a:t>
            </a:r>
          </a:p>
          <a:p>
            <a:r>
              <a:rPr lang="ro-RO" sz="2400" b="1" dirty="0"/>
              <a:t>d) Determinarea tabelului de tranziție a stărilor  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F79CD22-FFD2-44DF-91C8-98AA84D28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16" y="1234464"/>
            <a:ext cx="9791700" cy="4762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1C7927CA-9B01-4510-AD7E-C45309FDE37E}"/>
                  </a:ext>
                </a:extLst>
              </p14:cNvPr>
              <p14:cNvContentPartPr/>
              <p14:nvPr/>
            </p14:nvContentPartPr>
            <p14:xfrm>
              <a:off x="9409869" y="5109745"/>
              <a:ext cx="1334520" cy="10717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1C7927CA-9B01-4510-AD7E-C45309FDE3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91869" y="5074105"/>
                <a:ext cx="1370160" cy="11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FBCB7323-AD58-45F5-BD49-E8FF8B96E85F}"/>
                  </a:ext>
                </a:extLst>
              </p14:cNvPr>
              <p14:cNvContentPartPr/>
              <p14:nvPr/>
            </p14:nvContentPartPr>
            <p14:xfrm>
              <a:off x="9875349" y="5270305"/>
              <a:ext cx="106200" cy="2736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FBCB7323-AD58-45F5-BD49-E8FF8B96E8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57349" y="5234305"/>
                <a:ext cx="14184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E799C2B1-EFB2-4251-B8DD-0A77D59073C3}"/>
                  </a:ext>
                </a:extLst>
              </p14:cNvPr>
              <p14:cNvContentPartPr/>
              <p14:nvPr/>
            </p14:nvContentPartPr>
            <p14:xfrm>
              <a:off x="9904149" y="5548945"/>
              <a:ext cx="143640" cy="147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E799C2B1-EFB2-4251-B8DD-0A77D59073C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86509" y="5512945"/>
                <a:ext cx="179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BD5A02A-08A8-4251-AD84-9560A7E92129}"/>
                  </a:ext>
                </a:extLst>
              </p14:cNvPr>
              <p14:cNvContentPartPr/>
              <p14:nvPr/>
            </p14:nvContentPartPr>
            <p14:xfrm>
              <a:off x="10095309" y="5293345"/>
              <a:ext cx="238680" cy="2174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BD5A02A-08A8-4251-AD84-9560A7E9212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77309" y="5257705"/>
                <a:ext cx="27432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6EFE87DF-88D8-4753-B189-C52FB164689D}"/>
                  </a:ext>
                </a:extLst>
              </p14:cNvPr>
              <p14:cNvContentPartPr/>
              <p14:nvPr/>
            </p14:nvContentPartPr>
            <p14:xfrm>
              <a:off x="9821709" y="5749825"/>
              <a:ext cx="555120" cy="205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6EFE87DF-88D8-4753-B189-C52FB16468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803709" y="5713825"/>
                <a:ext cx="59076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F65C0F4D-ABFB-4842-B302-11015DEF8696}"/>
                  </a:ext>
                </a:extLst>
              </p14:cNvPr>
              <p14:cNvContentPartPr/>
              <p14:nvPr/>
            </p14:nvContentPartPr>
            <p14:xfrm>
              <a:off x="7927389" y="5148985"/>
              <a:ext cx="676440" cy="5497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F65C0F4D-ABFB-4842-B302-11015DEF869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09389" y="5113345"/>
                <a:ext cx="712080" cy="62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3CC7B27-0805-4103-BD69-F135E6639790}"/>
                  </a:ext>
                </a:extLst>
              </p14:cNvPr>
              <p14:cNvContentPartPr/>
              <p14:nvPr/>
            </p14:nvContentPartPr>
            <p14:xfrm>
              <a:off x="10010349" y="5842345"/>
              <a:ext cx="107280" cy="1404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3CC7B27-0805-4103-BD69-F135E663979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92349" y="5806345"/>
                <a:ext cx="1429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7BB53060-6BE7-411F-A088-21339120052A}"/>
                  </a:ext>
                </a:extLst>
              </p14:cNvPr>
              <p14:cNvContentPartPr/>
              <p14:nvPr/>
            </p14:nvContentPartPr>
            <p14:xfrm>
              <a:off x="10188189" y="5839465"/>
              <a:ext cx="26280" cy="1832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7BB53060-6BE7-411F-A088-21339120052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170189" y="5803825"/>
                <a:ext cx="619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9CB4523F-204D-4A15-A0AE-9811CC2D9A9A}"/>
                  </a:ext>
                </a:extLst>
              </p14:cNvPr>
              <p14:cNvContentPartPr/>
              <p14:nvPr/>
            </p14:nvContentPartPr>
            <p14:xfrm>
              <a:off x="10510389" y="4957465"/>
              <a:ext cx="1246680" cy="11764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9CB4523F-204D-4A15-A0AE-9811CC2D9A9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492389" y="4921825"/>
                <a:ext cx="1282320" cy="12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0E4BF51B-9461-4EA7-88B9-A36C0AFD7E32}"/>
                  </a:ext>
                </a:extLst>
              </p14:cNvPr>
              <p14:cNvContentPartPr/>
              <p14:nvPr/>
            </p14:nvContentPartPr>
            <p14:xfrm>
              <a:off x="10815669" y="5904265"/>
              <a:ext cx="252000" cy="2991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0E4BF51B-9461-4EA7-88B9-A36C0AFD7E3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798029" y="5868625"/>
                <a:ext cx="28764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91A6F9F9-3FFC-4F70-96E2-D74E3298D201}"/>
                  </a:ext>
                </a:extLst>
              </p14:cNvPr>
              <p14:cNvContentPartPr/>
              <p14:nvPr/>
            </p14:nvContentPartPr>
            <p14:xfrm>
              <a:off x="11362509" y="4682425"/>
              <a:ext cx="173520" cy="2052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91A6F9F9-3FFC-4F70-96E2-D74E3298D20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344509" y="4646425"/>
                <a:ext cx="2091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D5108827-D9F6-4B8E-ADE4-0568C70BDE21}"/>
                  </a:ext>
                </a:extLst>
              </p14:cNvPr>
              <p14:cNvContentPartPr/>
              <p14:nvPr/>
            </p14:nvContentPartPr>
            <p14:xfrm>
              <a:off x="11390229" y="4648945"/>
              <a:ext cx="140760" cy="2386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D5108827-D9F6-4B8E-ADE4-0568C70BDE2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372589" y="4612945"/>
                <a:ext cx="1764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83791918-512E-4ACA-996B-70AB806FEABE}"/>
                  </a:ext>
                </a:extLst>
              </p14:cNvPr>
              <p14:cNvContentPartPr/>
              <p14:nvPr/>
            </p14:nvContentPartPr>
            <p14:xfrm>
              <a:off x="11597949" y="4726705"/>
              <a:ext cx="129240" cy="93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83791918-512E-4ACA-996B-70AB806FEAB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580309" y="4690705"/>
                <a:ext cx="1648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03E44077-3528-41AA-BA40-422A3D53079C}"/>
                  </a:ext>
                </a:extLst>
              </p14:cNvPr>
              <p14:cNvContentPartPr/>
              <p14:nvPr/>
            </p14:nvContentPartPr>
            <p14:xfrm>
              <a:off x="11602989" y="4827505"/>
              <a:ext cx="157680" cy="122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03E44077-3528-41AA-BA40-422A3D53079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584989" y="4791505"/>
                <a:ext cx="1933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0DA245C1-AB50-42D4-A6E7-7A825FCA22F5}"/>
                  </a:ext>
                </a:extLst>
              </p14:cNvPr>
              <p14:cNvContentPartPr/>
              <p14:nvPr/>
            </p14:nvContentPartPr>
            <p14:xfrm>
              <a:off x="11820429" y="4708345"/>
              <a:ext cx="124200" cy="1627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0DA245C1-AB50-42D4-A6E7-7A825FCA22F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802789" y="4672345"/>
                <a:ext cx="1598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AA75CEEB-E34D-4B6C-9291-38509FF4D6B0}"/>
                  </a:ext>
                </a:extLst>
              </p14:cNvPr>
              <p14:cNvContentPartPr/>
              <p14:nvPr/>
            </p14:nvContentPartPr>
            <p14:xfrm>
              <a:off x="9851229" y="3905185"/>
              <a:ext cx="1002960" cy="12348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AA75CEEB-E34D-4B6C-9291-38509FF4D6B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833229" y="3869545"/>
                <a:ext cx="1038600" cy="13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DF9C6C1-C70D-4045-A8E4-2B28A9370F6A}"/>
                  </a:ext>
                </a:extLst>
              </p14:cNvPr>
              <p14:cNvContentPartPr/>
              <p14:nvPr/>
            </p14:nvContentPartPr>
            <p14:xfrm>
              <a:off x="10096749" y="4329265"/>
              <a:ext cx="333720" cy="2505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DF9C6C1-C70D-4045-A8E4-2B28A9370F6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078749" y="4293265"/>
                <a:ext cx="3693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D7612F73-110B-41A7-9BCC-FE4662676C3A}"/>
                  </a:ext>
                </a:extLst>
              </p14:cNvPr>
              <p14:cNvContentPartPr/>
              <p14:nvPr/>
            </p14:nvContentPartPr>
            <p14:xfrm>
              <a:off x="9331389" y="4340785"/>
              <a:ext cx="160560" cy="1522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D7612F73-110B-41A7-9BCC-FE4662676C3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313389" y="4304785"/>
                <a:ext cx="1962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62F93C23-14BB-436C-BE6E-AF2E4BCD1578}"/>
                  </a:ext>
                </a:extLst>
              </p14:cNvPr>
              <p14:cNvContentPartPr/>
              <p14:nvPr/>
            </p14:nvContentPartPr>
            <p14:xfrm>
              <a:off x="9328149" y="4302265"/>
              <a:ext cx="147960" cy="2358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62F93C23-14BB-436C-BE6E-AF2E4BCD157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310509" y="4266265"/>
                <a:ext cx="18360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14B69D5F-D3C1-4F89-9B57-A8284F4292C5}"/>
                  </a:ext>
                </a:extLst>
              </p14:cNvPr>
              <p14:cNvContentPartPr/>
              <p14:nvPr/>
            </p14:nvContentPartPr>
            <p14:xfrm>
              <a:off x="9552789" y="4254745"/>
              <a:ext cx="139320" cy="428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14B69D5F-D3C1-4F89-9B57-A8284F4292C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535149" y="4219105"/>
                <a:ext cx="17496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690A97E5-16D2-4183-922D-76AFBAE51DCA}"/>
                  </a:ext>
                </a:extLst>
              </p14:cNvPr>
              <p14:cNvContentPartPr/>
              <p14:nvPr/>
            </p14:nvContentPartPr>
            <p14:xfrm>
              <a:off x="9581589" y="4356265"/>
              <a:ext cx="131760" cy="280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690A97E5-16D2-4183-922D-76AFBAE51DC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563949" y="4320265"/>
                <a:ext cx="1674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4165970-8610-473E-A6E9-CA6C680ABD82}"/>
                  </a:ext>
                </a:extLst>
              </p14:cNvPr>
              <p14:cNvContentPartPr/>
              <p14:nvPr/>
            </p14:nvContentPartPr>
            <p14:xfrm>
              <a:off x="9830709" y="4152865"/>
              <a:ext cx="34560" cy="2030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4165970-8610-473E-A6E9-CA6C680ABD8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812709" y="4117225"/>
                <a:ext cx="7020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C068C886-29BE-4588-AB14-E2861575F744}"/>
                  </a:ext>
                </a:extLst>
              </p14:cNvPr>
              <p14:cNvContentPartPr/>
              <p14:nvPr/>
            </p14:nvContentPartPr>
            <p14:xfrm>
              <a:off x="10926549" y="3078265"/>
              <a:ext cx="1044360" cy="10184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C068C886-29BE-4588-AB14-E2861575F74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908909" y="3042625"/>
                <a:ext cx="1080000" cy="10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453ACCF-062C-41F6-A52E-02C060C71D64}"/>
                  </a:ext>
                </a:extLst>
              </p14:cNvPr>
              <p14:cNvContentPartPr/>
              <p14:nvPr/>
            </p14:nvContentPartPr>
            <p14:xfrm>
              <a:off x="11362149" y="3332065"/>
              <a:ext cx="14040" cy="1947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453ACCF-062C-41F6-A52E-02C060C71D6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1344509" y="3296425"/>
                <a:ext cx="4968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A18C3012-13AB-445F-9CB5-3C2BFF82E53A}"/>
                  </a:ext>
                </a:extLst>
              </p14:cNvPr>
              <p14:cNvContentPartPr/>
              <p14:nvPr/>
            </p14:nvContentPartPr>
            <p14:xfrm>
              <a:off x="11487429" y="3341425"/>
              <a:ext cx="35280" cy="2124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A18C3012-13AB-445F-9CB5-3C2BFF82E53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469789" y="3305425"/>
                <a:ext cx="7092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5A41217B-32DC-4C36-B44D-8DA57635B76C}"/>
                  </a:ext>
                </a:extLst>
              </p14:cNvPr>
              <p14:cNvContentPartPr/>
              <p14:nvPr/>
            </p14:nvContentPartPr>
            <p14:xfrm>
              <a:off x="11275749" y="3639865"/>
              <a:ext cx="358920" cy="126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5A41217B-32DC-4C36-B44D-8DA57635B76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258109" y="3604225"/>
                <a:ext cx="3945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F0DB7064-85A5-42C8-9E3A-3DC4FE16256B}"/>
                  </a:ext>
                </a:extLst>
              </p14:cNvPr>
              <p14:cNvContentPartPr/>
              <p14:nvPr/>
            </p14:nvContentPartPr>
            <p14:xfrm>
              <a:off x="4774509" y="1621705"/>
              <a:ext cx="392760" cy="536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F0DB7064-85A5-42C8-9E3A-3DC4FE16256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756869" y="1603705"/>
                <a:ext cx="42840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F08C8E5A-ED97-4C73-BE64-B1FCB8780FE4}"/>
                  </a:ext>
                </a:extLst>
              </p14:cNvPr>
              <p14:cNvContentPartPr/>
              <p14:nvPr/>
            </p14:nvContentPartPr>
            <p14:xfrm>
              <a:off x="4456629" y="2483905"/>
              <a:ext cx="433440" cy="4176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F08C8E5A-ED97-4C73-BE64-B1FCB8780FE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438629" y="2465905"/>
                <a:ext cx="46908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E4077CC4-1151-4895-AB8F-14D1FF52CB08}"/>
                  </a:ext>
                </a:extLst>
              </p14:cNvPr>
              <p14:cNvContentPartPr/>
              <p14:nvPr/>
            </p14:nvContentPartPr>
            <p14:xfrm>
              <a:off x="4512069" y="3469225"/>
              <a:ext cx="436320" cy="4640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E4077CC4-1151-4895-AB8F-14D1FF52CB0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494429" y="3451225"/>
                <a:ext cx="471960" cy="49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94394DBB-1D8B-42ED-A43F-63E9ED2840C4}"/>
                  </a:ext>
                </a:extLst>
              </p14:cNvPr>
              <p14:cNvContentPartPr/>
              <p14:nvPr/>
            </p14:nvContentPartPr>
            <p14:xfrm>
              <a:off x="9634869" y="957505"/>
              <a:ext cx="201600" cy="1461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94394DBB-1D8B-42ED-A43F-63E9ED2840C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616869" y="939505"/>
                <a:ext cx="23724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379D8AB3-3CCD-47B4-9674-1EF4FAEDD208}"/>
                  </a:ext>
                </a:extLst>
              </p14:cNvPr>
              <p14:cNvContentPartPr/>
              <p14:nvPr/>
            </p14:nvContentPartPr>
            <p14:xfrm>
              <a:off x="8389989" y="683185"/>
              <a:ext cx="1105920" cy="5403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379D8AB3-3CCD-47B4-9674-1EF4FAEDD20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371983" y="665185"/>
                <a:ext cx="1141572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DF704F96-4627-4D17-84A6-4BFA275DAB6F}"/>
                  </a:ext>
                </a:extLst>
              </p14:cNvPr>
              <p14:cNvContentPartPr/>
              <p14:nvPr/>
            </p14:nvContentPartPr>
            <p14:xfrm>
              <a:off x="10067589" y="870385"/>
              <a:ext cx="105120" cy="3088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DF704F96-4627-4D17-84A6-4BFA275DAB6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049949" y="852745"/>
                <a:ext cx="14076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4DCB8C35-1CAB-44AA-961C-76D5EA6D89E0}"/>
                  </a:ext>
                </a:extLst>
              </p14:cNvPr>
              <p14:cNvContentPartPr/>
              <p14:nvPr/>
            </p14:nvContentPartPr>
            <p14:xfrm>
              <a:off x="10285749" y="971905"/>
              <a:ext cx="267840" cy="1976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4DCB8C35-1CAB-44AA-961C-76D5EA6D89E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268085" y="954265"/>
                <a:ext cx="303528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D47846F2-8FA7-43E0-9EEF-0B45D4A04F0B}"/>
                  </a:ext>
                </a:extLst>
              </p14:cNvPr>
              <p14:cNvContentPartPr/>
              <p14:nvPr/>
            </p14:nvContentPartPr>
            <p14:xfrm>
              <a:off x="8082189" y="5111185"/>
              <a:ext cx="600120" cy="6094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D47846F2-8FA7-43E0-9EEF-0B45D4A04F0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064189" y="5093545"/>
                <a:ext cx="635760" cy="64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164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Moore</a:t>
            </a:r>
          </a:p>
          <a:p>
            <a:r>
              <a:rPr lang="ro-RO" sz="2400" b="1" dirty="0"/>
              <a:t>d) Determinarea tabelului de tranziție a stărilor  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7A0FBC86-6153-4DC4-8CE9-130AF3801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143025"/>
            <a:ext cx="9963150" cy="46577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E405015B-626C-43C3-98E1-4ABB3BDEAC2B}"/>
                  </a:ext>
                </a:extLst>
              </p14:cNvPr>
              <p14:cNvContentPartPr/>
              <p14:nvPr/>
            </p14:nvContentPartPr>
            <p14:xfrm>
              <a:off x="9112869" y="5001745"/>
              <a:ext cx="1480680" cy="12765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E405015B-626C-43C3-98E1-4ABB3BDEAC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94869" y="4966105"/>
                <a:ext cx="1516320" cy="13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861AEEE9-536C-4B24-8B87-9AFA51CF6753}"/>
                  </a:ext>
                </a:extLst>
              </p14:cNvPr>
              <p14:cNvContentPartPr/>
              <p14:nvPr/>
            </p14:nvContentPartPr>
            <p14:xfrm>
              <a:off x="9759789" y="5224225"/>
              <a:ext cx="92880" cy="2448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861AEEE9-536C-4B24-8B87-9AFA51CF67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42149" y="5188585"/>
                <a:ext cx="12852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F968F05D-72FE-430E-B20D-F574630BF7B2}"/>
                  </a:ext>
                </a:extLst>
              </p14:cNvPr>
              <p14:cNvContentPartPr/>
              <p14:nvPr/>
            </p14:nvContentPartPr>
            <p14:xfrm>
              <a:off x="9995589" y="5223505"/>
              <a:ext cx="29520" cy="3110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F968F05D-72FE-430E-B20D-F574630BF7B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77949" y="5187505"/>
                <a:ext cx="6516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6FB4C5F7-01B8-4DBA-981B-4216D4373FD1}"/>
                  </a:ext>
                </a:extLst>
              </p14:cNvPr>
              <p14:cNvContentPartPr/>
              <p14:nvPr/>
            </p14:nvContentPartPr>
            <p14:xfrm>
              <a:off x="9557469" y="5634985"/>
              <a:ext cx="734040" cy="57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6FB4C5F7-01B8-4DBA-981B-4216D4373FD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39829" y="5598985"/>
                <a:ext cx="7696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1CAAAAE7-F8D7-40C4-B901-12E49558EC3B}"/>
                  </a:ext>
                </a:extLst>
              </p14:cNvPr>
              <p14:cNvContentPartPr/>
              <p14:nvPr/>
            </p14:nvContentPartPr>
            <p14:xfrm>
              <a:off x="7839549" y="5452825"/>
              <a:ext cx="397080" cy="770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1CAAAAE7-F8D7-40C4-B901-12E49558EC3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21549" y="5417185"/>
                <a:ext cx="43272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8CC75D63-6934-45D3-967D-C056AB31EBA9}"/>
                  </a:ext>
                </a:extLst>
              </p14:cNvPr>
              <p14:cNvContentPartPr/>
              <p14:nvPr/>
            </p14:nvContentPartPr>
            <p14:xfrm>
              <a:off x="7894269" y="5534185"/>
              <a:ext cx="492840" cy="655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8CC75D63-6934-45D3-967D-C056AB31EBA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876269" y="5498185"/>
                <a:ext cx="52848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CF63DD02-85F7-4963-8559-2FBD0EF0D3CC}"/>
                  </a:ext>
                </a:extLst>
              </p14:cNvPr>
              <p14:cNvContentPartPr/>
              <p14:nvPr/>
            </p14:nvContentPartPr>
            <p14:xfrm>
              <a:off x="9752589" y="5797345"/>
              <a:ext cx="202680" cy="2372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CF63DD02-85F7-4963-8559-2FBD0EF0D3C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734589" y="5761345"/>
                <a:ext cx="2383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818AD3C9-86BA-44DB-A310-639BB2DD3ECA}"/>
                  </a:ext>
                </a:extLst>
              </p14:cNvPr>
              <p14:cNvContentPartPr/>
              <p14:nvPr/>
            </p14:nvContentPartPr>
            <p14:xfrm>
              <a:off x="9961029" y="5814265"/>
              <a:ext cx="201960" cy="1746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818AD3C9-86BA-44DB-A310-639BB2DD3EC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43029" y="5778625"/>
                <a:ext cx="2376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D996FFBA-8E48-4D23-83AA-B004709D8D63}"/>
                  </a:ext>
                </a:extLst>
              </p14:cNvPr>
              <p14:cNvContentPartPr/>
              <p14:nvPr/>
            </p14:nvContentPartPr>
            <p14:xfrm>
              <a:off x="9976149" y="3997705"/>
              <a:ext cx="1437480" cy="9741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D996FFBA-8E48-4D23-83AA-B004709D8D6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958509" y="3961705"/>
                <a:ext cx="1473120" cy="10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41C63757-2BF6-4EDC-B59B-AA8CBFDB4D20}"/>
                  </a:ext>
                </a:extLst>
              </p14:cNvPr>
              <p14:cNvContentPartPr/>
              <p14:nvPr/>
            </p14:nvContentPartPr>
            <p14:xfrm>
              <a:off x="10154349" y="3854785"/>
              <a:ext cx="246960" cy="1681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41C63757-2BF6-4EDC-B59B-AA8CBFDB4D2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136349" y="3818785"/>
                <a:ext cx="28260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05C5820-929F-42CB-B550-CD4AEB54989F}"/>
                  </a:ext>
                </a:extLst>
              </p14:cNvPr>
              <p14:cNvContentPartPr/>
              <p14:nvPr/>
            </p14:nvContentPartPr>
            <p14:xfrm>
              <a:off x="10285389" y="3792145"/>
              <a:ext cx="71640" cy="2797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05C5820-929F-42CB-B550-CD4AEB54989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267389" y="3756145"/>
                <a:ext cx="10728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A6EA68F3-9D97-40DA-A598-5299F5F1F388}"/>
                  </a:ext>
                </a:extLst>
              </p14:cNvPr>
              <p14:cNvContentPartPr/>
              <p14:nvPr/>
            </p14:nvContentPartPr>
            <p14:xfrm>
              <a:off x="10438389" y="3745705"/>
              <a:ext cx="173520" cy="615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A6EA68F3-9D97-40DA-A598-5299F5F1F38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420389" y="3709705"/>
                <a:ext cx="2091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30495E25-021E-45C4-87DD-E3A21A06C8DF}"/>
                  </a:ext>
                </a:extLst>
              </p14:cNvPr>
              <p14:cNvContentPartPr/>
              <p14:nvPr/>
            </p14:nvContentPartPr>
            <p14:xfrm>
              <a:off x="10491309" y="3850105"/>
              <a:ext cx="159480" cy="482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30495E25-021E-45C4-87DD-E3A21A06C8D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473669" y="3814465"/>
                <a:ext cx="1951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51BA3920-8038-49F8-A4FC-A6349FCC8BFE}"/>
                  </a:ext>
                </a:extLst>
              </p14:cNvPr>
              <p14:cNvContentPartPr/>
              <p14:nvPr/>
            </p14:nvContentPartPr>
            <p14:xfrm>
              <a:off x="10733589" y="3650305"/>
              <a:ext cx="153000" cy="2048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51BA3920-8038-49F8-A4FC-A6349FCC8BF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715589" y="3614665"/>
                <a:ext cx="1886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B3A2499A-D4B8-419E-AF14-E1FBEDBDB4EE}"/>
                  </a:ext>
                </a:extLst>
              </p14:cNvPr>
              <p14:cNvContentPartPr/>
              <p14:nvPr/>
            </p14:nvContentPartPr>
            <p14:xfrm>
              <a:off x="11388429" y="3551305"/>
              <a:ext cx="707760" cy="8510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B3A2499A-D4B8-419E-AF14-E1FBEDBDB4E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370789" y="3515665"/>
                <a:ext cx="743400" cy="9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005DAAAB-91B7-46FB-BEEF-2C328F52DE74}"/>
                  </a:ext>
                </a:extLst>
              </p14:cNvPr>
              <p14:cNvContentPartPr/>
              <p14:nvPr/>
            </p14:nvContentPartPr>
            <p14:xfrm>
              <a:off x="11670309" y="3835345"/>
              <a:ext cx="7920" cy="1630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005DAAAB-91B7-46FB-BEEF-2C328F52DE7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652669" y="3799705"/>
                <a:ext cx="4356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00A5DDD8-ED14-4E79-A0AD-B628E8489B2F}"/>
                  </a:ext>
                </a:extLst>
              </p14:cNvPr>
              <p14:cNvContentPartPr/>
              <p14:nvPr/>
            </p14:nvContentPartPr>
            <p14:xfrm>
              <a:off x="11773269" y="3850105"/>
              <a:ext cx="128160" cy="1281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00A5DDD8-ED14-4E79-A0AD-B628E8489B2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755269" y="3814105"/>
                <a:ext cx="16380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E6A6FA0D-196E-4A11-80DE-48C1AD30D216}"/>
                  </a:ext>
                </a:extLst>
              </p14:cNvPr>
              <p14:cNvContentPartPr/>
              <p14:nvPr/>
            </p14:nvContentPartPr>
            <p14:xfrm>
              <a:off x="11588589" y="4111465"/>
              <a:ext cx="334440" cy="374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E6A6FA0D-196E-4A11-80DE-48C1AD30D21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570949" y="4075465"/>
                <a:ext cx="3700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A6967442-1681-4298-832A-DA589B94D6DD}"/>
                  </a:ext>
                </a:extLst>
              </p14:cNvPr>
              <p14:cNvContentPartPr/>
              <p14:nvPr/>
            </p14:nvContentPartPr>
            <p14:xfrm>
              <a:off x="10544229" y="5736505"/>
              <a:ext cx="949320" cy="4788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A6967442-1681-4298-832A-DA589B94D6D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526229" y="5700865"/>
                <a:ext cx="984960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754DFA67-3EF3-410F-B8CC-1150E71E81C0}"/>
                  </a:ext>
                </a:extLst>
              </p14:cNvPr>
              <p14:cNvContentPartPr/>
              <p14:nvPr/>
            </p14:nvContentPartPr>
            <p14:xfrm>
              <a:off x="10729989" y="5818225"/>
              <a:ext cx="282240" cy="2602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754DFA67-3EF3-410F-B8CC-1150E71E81C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712349" y="5782225"/>
                <a:ext cx="31788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D0D90A5C-D923-46B2-B51B-B03BE0184505}"/>
                  </a:ext>
                </a:extLst>
              </p14:cNvPr>
              <p14:cNvContentPartPr/>
              <p14:nvPr/>
            </p14:nvContentPartPr>
            <p14:xfrm>
              <a:off x="10904949" y="5428345"/>
              <a:ext cx="124200" cy="2044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D0D90A5C-D923-46B2-B51B-B03BE018450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887309" y="5392705"/>
                <a:ext cx="15984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3AC67456-BB72-4F16-B9CB-6C9A65E40384}"/>
                  </a:ext>
                </a:extLst>
              </p14:cNvPr>
              <p14:cNvContentPartPr/>
              <p14:nvPr/>
            </p14:nvContentPartPr>
            <p14:xfrm>
              <a:off x="10908909" y="5428345"/>
              <a:ext cx="145800" cy="1987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3AC67456-BB72-4F16-B9CB-6C9A65E4038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890909" y="5392705"/>
                <a:ext cx="18144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56357423-0466-4C63-934D-5C8494AC6CB5}"/>
                  </a:ext>
                </a:extLst>
              </p14:cNvPr>
              <p14:cNvContentPartPr/>
              <p14:nvPr/>
            </p14:nvContentPartPr>
            <p14:xfrm>
              <a:off x="11131389" y="5539225"/>
              <a:ext cx="154800" cy="144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56357423-0466-4C63-934D-5C8494AC6CB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113389" y="5503225"/>
                <a:ext cx="1904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F40C4997-1DC4-4618-83D2-849868B26D10}"/>
                  </a:ext>
                </a:extLst>
              </p14:cNvPr>
              <p14:cNvContentPartPr/>
              <p14:nvPr/>
            </p14:nvContentPartPr>
            <p14:xfrm>
              <a:off x="11140749" y="5625625"/>
              <a:ext cx="111600" cy="230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F40C4997-1DC4-4618-83D2-849868B26D1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1123109" y="5589985"/>
                <a:ext cx="1472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E7831A55-3078-4870-A68C-384B31AFFBE1}"/>
                  </a:ext>
                </a:extLst>
              </p14:cNvPr>
              <p14:cNvContentPartPr/>
              <p14:nvPr/>
            </p14:nvContentPartPr>
            <p14:xfrm>
              <a:off x="11371509" y="5508625"/>
              <a:ext cx="58320" cy="2206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E7831A55-3078-4870-A68C-384B31AFFBE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353869" y="5472985"/>
                <a:ext cx="9396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D46F9ED7-18B0-4178-AD71-B5D7F834EBE5}"/>
                  </a:ext>
                </a:extLst>
              </p14:cNvPr>
              <p14:cNvContentPartPr/>
              <p14:nvPr/>
            </p14:nvContentPartPr>
            <p14:xfrm>
              <a:off x="11462589" y="5826145"/>
              <a:ext cx="526320" cy="6602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D46F9ED7-18B0-4178-AD71-B5D7F834EBE5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444589" y="5790145"/>
                <a:ext cx="561960" cy="73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B6F317EC-1D0C-4ED9-AA2E-B90DCB978A0B}"/>
                  </a:ext>
                </a:extLst>
              </p14:cNvPr>
              <p14:cNvContentPartPr/>
              <p14:nvPr/>
            </p14:nvContentPartPr>
            <p14:xfrm>
              <a:off x="11656989" y="6017665"/>
              <a:ext cx="105120" cy="1533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B6F317EC-1D0C-4ED9-AA2E-B90DCB978A0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638989" y="5981665"/>
                <a:ext cx="1407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D3991915-2A91-47B2-84FE-59EF4485F0E0}"/>
                  </a:ext>
                </a:extLst>
              </p14:cNvPr>
              <p14:cNvContentPartPr/>
              <p14:nvPr/>
            </p14:nvContentPartPr>
            <p14:xfrm>
              <a:off x="11829069" y="5995705"/>
              <a:ext cx="16560" cy="203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D3991915-2A91-47B2-84FE-59EF4485F0E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1811069" y="5959705"/>
                <a:ext cx="5220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717BFA1A-9255-4DEF-83B9-97FEAD715A91}"/>
                  </a:ext>
                </a:extLst>
              </p14:cNvPr>
              <p14:cNvContentPartPr/>
              <p14:nvPr/>
            </p14:nvContentPartPr>
            <p14:xfrm>
              <a:off x="11670669" y="6246625"/>
              <a:ext cx="208440" cy="3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717BFA1A-9255-4DEF-83B9-97FEAD715A9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1652669" y="6210985"/>
                <a:ext cx="24408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8435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Moore</a:t>
            </a:r>
          </a:p>
          <a:p>
            <a:r>
              <a:rPr lang="ro-RO" sz="2400" b="1" dirty="0"/>
              <a:t>e) Trasarea grafului de tranziție a stărilor   </a:t>
            </a:r>
          </a:p>
        </p:txBody>
      </p:sp>
      <p:graphicFrame>
        <p:nvGraphicFramePr>
          <p:cNvPr id="4" name="Obiect 3">
            <a:extLst>
              <a:ext uri="{FF2B5EF4-FFF2-40B4-BE49-F238E27FC236}">
                <a16:creationId xmlns:a16="http://schemas.microsoft.com/office/drawing/2014/main" id="{D9848ACF-8602-4085-AB97-620A74EEDD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732318"/>
              </p:ext>
            </p:extLst>
          </p:nvPr>
        </p:nvGraphicFramePr>
        <p:xfrm>
          <a:off x="4084342" y="5166341"/>
          <a:ext cx="7413847" cy="1280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Bitmap Image" r:id="rId3" imgW="5649114" imgH="980952" progId="Paint.Picture">
                  <p:embed/>
                </p:oleObj>
              </mc:Choice>
              <mc:Fallback>
                <p:oleObj name="Bitmap Image" r:id="rId3" imgW="5649114" imgH="980952" progId="Paint.Picture">
                  <p:embed/>
                  <p:pic>
                    <p:nvPicPr>
                      <p:cNvPr id="5" name="Obiect 4">
                        <a:extLst>
                          <a:ext uri="{FF2B5EF4-FFF2-40B4-BE49-F238E27FC236}">
                            <a16:creationId xmlns:a16="http://schemas.microsoft.com/office/drawing/2014/main" id="{431010DF-FCC4-48C7-892D-9CB4A83839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4342" y="5166341"/>
                        <a:ext cx="7413847" cy="12801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ine 2">
            <a:extLst>
              <a:ext uri="{FF2B5EF4-FFF2-40B4-BE49-F238E27FC236}">
                <a16:creationId xmlns:a16="http://schemas.microsoft.com/office/drawing/2014/main" id="{2053700D-9A91-47F4-A9EE-95F2BF28D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221" y="1143025"/>
            <a:ext cx="5514975" cy="39528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A4176645-6B4E-4088-AFEF-2CA09218F4C5}"/>
                  </a:ext>
                </a:extLst>
              </p14:cNvPr>
              <p14:cNvContentPartPr/>
              <p14:nvPr/>
            </p14:nvContentPartPr>
            <p14:xfrm>
              <a:off x="10064709" y="987745"/>
              <a:ext cx="1577160" cy="3848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A4176645-6B4E-4088-AFEF-2CA09218F4C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46713" y="970088"/>
                <a:ext cx="1612792" cy="420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9AEC5FED-7489-4689-9D33-358A71ADD26A}"/>
                  </a:ext>
                </a:extLst>
              </p14:cNvPr>
              <p14:cNvContentPartPr/>
              <p14:nvPr/>
            </p14:nvContentPartPr>
            <p14:xfrm>
              <a:off x="7879149" y="953545"/>
              <a:ext cx="1719000" cy="4082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9AEC5FED-7489-4689-9D33-358A71ADD2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61509" y="935905"/>
                <a:ext cx="175464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B3BD16A7-F6BB-4D60-BEF6-FEF5F908BB72}"/>
                  </a:ext>
                </a:extLst>
              </p14:cNvPr>
              <p14:cNvContentPartPr/>
              <p14:nvPr/>
            </p14:nvContentPartPr>
            <p14:xfrm>
              <a:off x="6764589" y="1074145"/>
              <a:ext cx="729720" cy="2869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B3BD16A7-F6BB-4D60-BEF6-FEF5F908BB7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46940" y="1056505"/>
                <a:ext cx="765378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8D38575F-76DC-4258-8425-E75F9470B638}"/>
                  </a:ext>
                </a:extLst>
              </p14:cNvPr>
              <p14:cNvContentPartPr/>
              <p14:nvPr/>
            </p14:nvContentPartPr>
            <p14:xfrm>
              <a:off x="6901029" y="1659505"/>
              <a:ext cx="422280" cy="2077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8D38575F-76DC-4258-8425-E75F9470B63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83389" y="1641505"/>
                <a:ext cx="45792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0148017D-E06B-451F-991B-B7AB63C8C5C4}"/>
                  </a:ext>
                </a:extLst>
              </p14:cNvPr>
              <p14:cNvContentPartPr/>
              <p14:nvPr/>
            </p14:nvContentPartPr>
            <p14:xfrm>
              <a:off x="9706869" y="1475185"/>
              <a:ext cx="1412640" cy="3884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0148017D-E06B-451F-991B-B7AB63C8C5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688869" y="1457185"/>
                <a:ext cx="144828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305B376B-85E9-42BA-ABBF-DCB4B5D41D6B}"/>
                  </a:ext>
                </a:extLst>
              </p14:cNvPr>
              <p14:cNvContentPartPr/>
              <p14:nvPr/>
            </p14:nvContentPartPr>
            <p14:xfrm>
              <a:off x="6872229" y="2204185"/>
              <a:ext cx="343080" cy="1976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305B376B-85E9-42BA-ABBF-DCB4B5D41D6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54229" y="2186185"/>
                <a:ext cx="37872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79FFC971-3FF5-4143-907C-FA8FA355577A}"/>
                  </a:ext>
                </a:extLst>
              </p14:cNvPr>
              <p14:cNvContentPartPr/>
              <p14:nvPr/>
            </p14:nvContentPartPr>
            <p14:xfrm>
              <a:off x="7029909" y="2043985"/>
              <a:ext cx="68760" cy="151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79FFC971-3FF5-4143-907C-FA8FA355577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11909" y="2026345"/>
                <a:ext cx="1044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1153FF2-84FC-4DAD-8F9D-ABBE9B001FE5}"/>
                  </a:ext>
                </a:extLst>
              </p14:cNvPr>
              <p14:cNvContentPartPr/>
              <p14:nvPr/>
            </p14:nvContentPartPr>
            <p14:xfrm>
              <a:off x="6983109" y="2492545"/>
              <a:ext cx="46440" cy="1652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1153FF2-84FC-4DAD-8F9D-ABBE9B001FE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65469" y="2474905"/>
                <a:ext cx="820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577D31C3-3472-4777-B210-6040405393EF}"/>
                  </a:ext>
                </a:extLst>
              </p14:cNvPr>
              <p14:cNvContentPartPr/>
              <p14:nvPr/>
            </p14:nvContentPartPr>
            <p14:xfrm>
              <a:off x="7579989" y="1554025"/>
              <a:ext cx="1901880" cy="11779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577D31C3-3472-4777-B210-6040405393E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62349" y="1536025"/>
                <a:ext cx="1937520" cy="12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9582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iect 13">
            <a:extLst>
              <a:ext uri="{FF2B5EF4-FFF2-40B4-BE49-F238E27FC236}">
                <a16:creationId xmlns:a16="http://schemas.microsoft.com/office/drawing/2014/main" id="{A3B63AFA-665E-470B-9FF4-14FE80FE09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516112"/>
              </p:ext>
            </p:extLst>
          </p:nvPr>
        </p:nvGraphicFramePr>
        <p:xfrm>
          <a:off x="518221" y="868708"/>
          <a:ext cx="7413847" cy="1280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Bitmap Image" r:id="rId3" imgW="5649114" imgH="980952" progId="Paint.Picture">
                  <p:embed/>
                </p:oleObj>
              </mc:Choice>
              <mc:Fallback>
                <p:oleObj name="Bitmap Image" r:id="rId3" imgW="5649114" imgH="980952" progId="Paint.Picture">
                  <p:embed/>
                  <p:pic>
                    <p:nvPicPr>
                      <p:cNvPr id="4" name="Obiect 3">
                        <a:extLst>
                          <a:ext uri="{FF2B5EF4-FFF2-40B4-BE49-F238E27FC236}">
                            <a16:creationId xmlns:a16="http://schemas.microsoft.com/office/drawing/2014/main" id="{D9848ACF-8602-4085-AB97-620A74EEDD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21" y="868708"/>
                        <a:ext cx="7413847" cy="12801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3A64EBEA-606E-42D0-9772-BEF09E4F3BC9}"/>
                  </a:ext>
                </a:extLst>
              </p14:cNvPr>
              <p14:cNvContentPartPr/>
              <p14:nvPr/>
            </p14:nvContentPartPr>
            <p14:xfrm>
              <a:off x="967149" y="188185"/>
              <a:ext cx="2286000" cy="5385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3A64EBEA-606E-42D0-9772-BEF09E4F3B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9509" y="170185"/>
                <a:ext cx="2321640" cy="57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90DF17FF-EFD2-4BC5-B291-7D99A56C308A}"/>
                  </a:ext>
                </a:extLst>
              </p14:cNvPr>
              <p14:cNvContentPartPr/>
              <p14:nvPr/>
            </p14:nvContentPartPr>
            <p14:xfrm>
              <a:off x="5243589" y="182425"/>
              <a:ext cx="129960" cy="4503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90DF17FF-EFD2-4BC5-B291-7D99A56C30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25589" y="164785"/>
                <a:ext cx="16560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69C352B1-D4EE-4531-A9AA-D5EF3D89DB48}"/>
                  </a:ext>
                </a:extLst>
              </p14:cNvPr>
              <p14:cNvContentPartPr/>
              <p14:nvPr/>
            </p14:nvContentPartPr>
            <p14:xfrm>
              <a:off x="5673429" y="265945"/>
              <a:ext cx="439200" cy="2739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69C352B1-D4EE-4531-A9AA-D5EF3D89DB4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55429" y="247945"/>
                <a:ext cx="47484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C1692717-231B-4168-A50D-326258CBD3A8}"/>
                  </a:ext>
                </a:extLst>
              </p14:cNvPr>
              <p14:cNvContentPartPr/>
              <p14:nvPr/>
            </p14:nvContentPartPr>
            <p14:xfrm>
              <a:off x="6463269" y="140665"/>
              <a:ext cx="1405800" cy="5378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C1692717-231B-4168-A50D-326258CBD3A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45269" y="123025"/>
                <a:ext cx="1441440" cy="57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A853D466-9896-409B-9BAB-E274709BFBF9}"/>
                  </a:ext>
                </a:extLst>
              </p14:cNvPr>
              <p14:cNvContentPartPr/>
              <p14:nvPr/>
            </p14:nvContentPartPr>
            <p14:xfrm>
              <a:off x="3711429" y="226345"/>
              <a:ext cx="862920" cy="4957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A853D466-9896-409B-9BAB-E274709BFBF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93789" y="208345"/>
                <a:ext cx="898560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5AC495D5-DC6C-453A-B245-85D2A07F31C1}"/>
                  </a:ext>
                </a:extLst>
              </p14:cNvPr>
              <p14:cNvContentPartPr/>
              <p14:nvPr/>
            </p14:nvContentPartPr>
            <p14:xfrm>
              <a:off x="10515429" y="172705"/>
              <a:ext cx="387360" cy="5108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5AC495D5-DC6C-453A-B245-85D2A07F31C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497789" y="154705"/>
                <a:ext cx="423000" cy="5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B2F43932-5157-4552-818E-C18FC9D96F59}"/>
                  </a:ext>
                </a:extLst>
              </p14:cNvPr>
              <p14:cNvContentPartPr/>
              <p14:nvPr/>
            </p14:nvContentPartPr>
            <p14:xfrm>
              <a:off x="8380989" y="127345"/>
              <a:ext cx="1896840" cy="4950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B2F43932-5157-4552-818E-C18FC9D96F5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363349" y="109692"/>
                <a:ext cx="1932480" cy="530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190A92BE-EE52-4FF5-BE9C-848C8820331B}"/>
                  </a:ext>
                </a:extLst>
              </p14:cNvPr>
              <p14:cNvContentPartPr/>
              <p14:nvPr/>
            </p14:nvContentPartPr>
            <p14:xfrm>
              <a:off x="2896749" y="2839225"/>
              <a:ext cx="498240" cy="23616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190A92BE-EE52-4FF5-BE9C-848C8820331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79109" y="2821585"/>
                <a:ext cx="53388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A2618DF9-0025-44AF-9215-6B2F49562583}"/>
                  </a:ext>
                </a:extLst>
              </p14:cNvPr>
              <p14:cNvContentPartPr/>
              <p14:nvPr/>
            </p14:nvContentPartPr>
            <p14:xfrm>
              <a:off x="1417869" y="2781625"/>
              <a:ext cx="814320" cy="23220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A2618DF9-0025-44AF-9215-6B2F4956258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400229" y="2763625"/>
                <a:ext cx="84996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5B963B52-DB5E-4442-B00B-A3891B3EA523}"/>
                  </a:ext>
                </a:extLst>
              </p14:cNvPr>
              <p14:cNvContentPartPr/>
              <p14:nvPr/>
            </p14:nvContentPartPr>
            <p14:xfrm>
              <a:off x="2901789" y="4952065"/>
              <a:ext cx="428040" cy="23868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5B963B52-DB5E-4442-B00B-A3891B3EA52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883804" y="4934065"/>
                <a:ext cx="46365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6672C49C-7516-47F0-8C0A-39AFF2685654}"/>
                  </a:ext>
                </a:extLst>
              </p14:cNvPr>
              <p14:cNvContentPartPr/>
              <p14:nvPr/>
            </p14:nvContentPartPr>
            <p14:xfrm>
              <a:off x="2155869" y="4826065"/>
              <a:ext cx="232560" cy="25632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6672C49C-7516-47F0-8C0A-39AFF268565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138229" y="4808400"/>
                <a:ext cx="268200" cy="292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09B4D840-9A59-4193-8DF1-57117A80AE50}"/>
                  </a:ext>
                </a:extLst>
              </p14:cNvPr>
              <p14:cNvContentPartPr/>
              <p14:nvPr/>
            </p14:nvContentPartPr>
            <p14:xfrm>
              <a:off x="1530549" y="4797985"/>
              <a:ext cx="424440" cy="23112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09B4D840-9A59-4193-8DF1-57117A80AE5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512549" y="4780345"/>
                <a:ext cx="46008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32" name="Cerneală 331">
                <a:extLst>
                  <a:ext uri="{FF2B5EF4-FFF2-40B4-BE49-F238E27FC236}">
                    <a16:creationId xmlns:a16="http://schemas.microsoft.com/office/drawing/2014/main" id="{E8DAB76E-4057-4B9A-884F-5322A4577306}"/>
                  </a:ext>
                </a:extLst>
              </p14:cNvPr>
              <p14:cNvContentPartPr/>
              <p14:nvPr/>
            </p14:nvContentPartPr>
            <p14:xfrm>
              <a:off x="3724389" y="921505"/>
              <a:ext cx="8312400" cy="5653080"/>
            </p14:xfrm>
          </p:contentPart>
        </mc:Choice>
        <mc:Fallback xmlns="">
          <p:pic>
            <p:nvPicPr>
              <p:cNvPr id="332" name="Cerneală 331">
                <a:extLst>
                  <a:ext uri="{FF2B5EF4-FFF2-40B4-BE49-F238E27FC236}">
                    <a16:creationId xmlns:a16="http://schemas.microsoft.com/office/drawing/2014/main" id="{E8DAB76E-4057-4B9A-884F-5322A457730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706749" y="903505"/>
                <a:ext cx="8348040" cy="568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2808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834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</a:t>
            </a:r>
            <a:r>
              <a:rPr lang="ro-RO" sz="2400" b="1" dirty="0" err="1">
                <a:solidFill>
                  <a:srgbClr val="FF0000"/>
                </a:solidFill>
              </a:rPr>
              <a:t>Mealy</a:t>
            </a:r>
            <a:r>
              <a:rPr lang="ro-RO" sz="24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17C95086-9D07-4384-8B1D-E85A525B3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143025"/>
            <a:ext cx="114776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59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ADED2DA-C1AB-44B2-B3C6-03EFD1078A4D}"/>
                  </a:ext>
                </a:extLst>
              </p14:cNvPr>
              <p14:cNvContentPartPr/>
              <p14:nvPr/>
            </p14:nvContentPartPr>
            <p14:xfrm>
              <a:off x="5768469" y="702625"/>
              <a:ext cx="342720" cy="5058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ADED2DA-C1AB-44B2-B3C6-03EFD1078A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50469" y="684625"/>
                <a:ext cx="37836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AFF5E10D-79EF-40CB-8157-DC614736603F}"/>
                  </a:ext>
                </a:extLst>
              </p14:cNvPr>
              <p14:cNvContentPartPr/>
              <p14:nvPr/>
            </p14:nvContentPartPr>
            <p14:xfrm>
              <a:off x="4612149" y="630625"/>
              <a:ext cx="545040" cy="5439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AFF5E10D-79EF-40CB-8157-DC61473660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4149" y="612625"/>
                <a:ext cx="58068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109186A6-7E78-4CBA-80B2-694313B4CCBB}"/>
                  </a:ext>
                </a:extLst>
              </p14:cNvPr>
              <p14:cNvContentPartPr/>
              <p14:nvPr/>
            </p14:nvContentPartPr>
            <p14:xfrm>
              <a:off x="423189" y="148945"/>
              <a:ext cx="3855240" cy="10432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109186A6-7E78-4CBA-80B2-694313B4CC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5549" y="130945"/>
                <a:ext cx="3890880" cy="10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5E8116A9-6401-4FA8-9DFB-F2F633BE6D12}"/>
                  </a:ext>
                </a:extLst>
              </p14:cNvPr>
              <p14:cNvContentPartPr/>
              <p14:nvPr/>
            </p14:nvContentPartPr>
            <p14:xfrm>
              <a:off x="7118469" y="670585"/>
              <a:ext cx="321120" cy="4917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5E8116A9-6401-4FA8-9DFB-F2F633BE6D1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00469" y="652945"/>
                <a:ext cx="356760" cy="52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01CD7096-4F22-4820-A85B-40FBE7F0AF57}"/>
                  </a:ext>
                </a:extLst>
              </p14:cNvPr>
              <p14:cNvContentPartPr/>
              <p14:nvPr/>
            </p14:nvContentPartPr>
            <p14:xfrm>
              <a:off x="7675749" y="769585"/>
              <a:ext cx="330480" cy="3481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01CD7096-4F22-4820-A85B-40FBE7F0AF5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58109" y="751927"/>
                <a:ext cx="366120" cy="3837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82020DC0-4BD8-4674-AAEE-E12FCCC783BA}"/>
                  </a:ext>
                </a:extLst>
              </p14:cNvPr>
              <p14:cNvContentPartPr/>
              <p14:nvPr/>
            </p14:nvContentPartPr>
            <p14:xfrm>
              <a:off x="6323229" y="779665"/>
              <a:ext cx="308160" cy="2530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82020DC0-4BD8-4674-AAEE-E12FCCC783B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05589" y="761665"/>
                <a:ext cx="34380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7E186B23-7039-49D1-8A47-D59CD0FBB4BE}"/>
                  </a:ext>
                </a:extLst>
              </p14:cNvPr>
              <p14:cNvContentPartPr/>
              <p14:nvPr/>
            </p14:nvContentPartPr>
            <p14:xfrm>
              <a:off x="9004149" y="687865"/>
              <a:ext cx="596880" cy="3499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7E186B23-7039-49D1-8A47-D59CD0FBB4B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86509" y="669883"/>
                <a:ext cx="632520" cy="385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1D87FA4B-A352-4575-8DA7-F7AACE77C610}"/>
                  </a:ext>
                </a:extLst>
              </p14:cNvPr>
              <p14:cNvContentPartPr/>
              <p14:nvPr/>
            </p14:nvContentPartPr>
            <p14:xfrm>
              <a:off x="8393229" y="731065"/>
              <a:ext cx="391680" cy="2552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1D87FA4B-A352-4575-8DA7-F7AACE77C61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75246" y="713425"/>
                <a:ext cx="427287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B08FA598-3C67-49BC-9C6E-9C22B0F71D3C}"/>
                  </a:ext>
                </a:extLst>
              </p14:cNvPr>
              <p14:cNvContentPartPr/>
              <p14:nvPr/>
            </p14:nvContentPartPr>
            <p14:xfrm>
              <a:off x="406269" y="1443505"/>
              <a:ext cx="264240" cy="42480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B08FA598-3C67-49BC-9C6E-9C22B0F71D3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8269" y="1425505"/>
                <a:ext cx="29988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CF1CE042-3B5A-4344-A4E5-EB9284B981BE}"/>
                  </a:ext>
                </a:extLst>
              </p14:cNvPr>
              <p14:cNvContentPartPr/>
              <p14:nvPr/>
            </p14:nvContentPartPr>
            <p14:xfrm>
              <a:off x="1125909" y="1529905"/>
              <a:ext cx="3960" cy="2109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CF1CE042-3B5A-4344-A4E5-EB9284B981B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08269" y="1512265"/>
                <a:ext cx="3960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77C31C33-783C-4749-8B96-3323EB53F21C}"/>
                  </a:ext>
                </a:extLst>
              </p14:cNvPr>
              <p14:cNvContentPartPr/>
              <p14:nvPr/>
            </p14:nvContentPartPr>
            <p14:xfrm>
              <a:off x="967149" y="1496425"/>
              <a:ext cx="291600" cy="244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77C31C33-783C-4749-8B96-3323EB53F21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49149" y="1478785"/>
                <a:ext cx="3272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EF1D666A-3EEE-4EF6-A377-4092B62B0550}"/>
                  </a:ext>
                </a:extLst>
              </p14:cNvPr>
              <p14:cNvContentPartPr/>
              <p14:nvPr/>
            </p14:nvContentPartPr>
            <p14:xfrm>
              <a:off x="1249389" y="1584265"/>
              <a:ext cx="289800" cy="1371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EF1D666A-3EEE-4EF6-A377-4092B62B055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31389" y="1566625"/>
                <a:ext cx="32544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1FE1CCEA-FFCE-4EB5-AEA6-2F9D24A9B0FC}"/>
                  </a:ext>
                </a:extLst>
              </p14:cNvPr>
              <p14:cNvContentPartPr/>
              <p14:nvPr/>
            </p14:nvContentPartPr>
            <p14:xfrm>
              <a:off x="1597149" y="1614505"/>
              <a:ext cx="254880" cy="1029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1FE1CCEA-FFCE-4EB5-AEA6-2F9D24A9B0F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79149" y="1596865"/>
                <a:ext cx="29052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EB9F64D0-2FF5-4FCD-86FB-6FEB656B629E}"/>
                  </a:ext>
                </a:extLst>
              </p14:cNvPr>
              <p14:cNvContentPartPr/>
              <p14:nvPr/>
            </p14:nvContentPartPr>
            <p14:xfrm>
              <a:off x="1915389" y="1568785"/>
              <a:ext cx="436680" cy="1173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EB9F64D0-2FF5-4FCD-86FB-6FEB656B629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97389" y="1551145"/>
                <a:ext cx="4723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1D5CDCDC-1063-4C81-8AF5-25E2666249C5}"/>
                  </a:ext>
                </a:extLst>
              </p14:cNvPr>
              <p14:cNvContentPartPr/>
              <p14:nvPr/>
            </p14:nvContentPartPr>
            <p14:xfrm>
              <a:off x="2791269" y="1548985"/>
              <a:ext cx="169560" cy="874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1D5CDCDC-1063-4C81-8AF5-25E2666249C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773269" y="1531345"/>
                <a:ext cx="2052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8035DD3F-3209-44D2-BCB3-4E34EF55FF95}"/>
                  </a:ext>
                </a:extLst>
              </p14:cNvPr>
              <p14:cNvContentPartPr/>
              <p14:nvPr/>
            </p14:nvContentPartPr>
            <p14:xfrm>
              <a:off x="3032829" y="1294105"/>
              <a:ext cx="725040" cy="3474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8035DD3F-3209-44D2-BCB3-4E34EF55FF9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15189" y="1276105"/>
                <a:ext cx="76068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916B9884-6EF3-4EBE-9271-F1EC1FA9D81F}"/>
                  </a:ext>
                </a:extLst>
              </p14:cNvPr>
              <p14:cNvContentPartPr/>
              <p14:nvPr/>
            </p14:nvContentPartPr>
            <p14:xfrm>
              <a:off x="3474189" y="1444945"/>
              <a:ext cx="212760" cy="230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916B9884-6EF3-4EBE-9271-F1EC1FA9D81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456549" y="1426945"/>
                <a:ext cx="2484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59AF7289-145D-40B5-A5B4-F959801D6784}"/>
                  </a:ext>
                </a:extLst>
              </p14:cNvPr>
              <p14:cNvContentPartPr/>
              <p14:nvPr/>
            </p14:nvContentPartPr>
            <p14:xfrm>
              <a:off x="10386909" y="1539625"/>
              <a:ext cx="186120" cy="9864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59AF7289-145D-40B5-A5B4-F959801D678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368909" y="1521985"/>
                <a:ext cx="2217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2A17AAA2-D796-4E04-B925-81EC42D09D87}"/>
                  </a:ext>
                </a:extLst>
              </p14:cNvPr>
              <p14:cNvContentPartPr/>
              <p14:nvPr/>
            </p14:nvContentPartPr>
            <p14:xfrm>
              <a:off x="8152389" y="1199065"/>
              <a:ext cx="1882080" cy="62244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2A17AAA2-D796-4E04-B925-81EC42D09D8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134389" y="1181415"/>
                <a:ext cx="1917720" cy="658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08F13000-554B-4067-8499-90CE0A08062A}"/>
                  </a:ext>
                </a:extLst>
              </p14:cNvPr>
              <p14:cNvContentPartPr/>
              <p14:nvPr/>
            </p14:nvContentPartPr>
            <p14:xfrm>
              <a:off x="7329429" y="1516225"/>
              <a:ext cx="488520" cy="10476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08F13000-554B-4067-8499-90CE0A08062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11442" y="1498225"/>
                <a:ext cx="524134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DE41D22E-408F-41BD-B2E3-12FD912D73C6}"/>
                  </a:ext>
                </a:extLst>
              </p14:cNvPr>
              <p14:cNvContentPartPr/>
              <p14:nvPr/>
            </p14:nvContentPartPr>
            <p14:xfrm>
              <a:off x="5976189" y="1462585"/>
              <a:ext cx="872640" cy="40716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DE41D22E-408F-41BD-B2E3-12FD912D73C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958196" y="1444945"/>
                <a:ext cx="908265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D4A5318E-785A-4835-B30F-2DF25BAB1125}"/>
                  </a:ext>
                </a:extLst>
              </p14:cNvPr>
              <p14:cNvContentPartPr/>
              <p14:nvPr/>
            </p14:nvContentPartPr>
            <p14:xfrm>
              <a:off x="4177269" y="1413625"/>
              <a:ext cx="1310760" cy="50652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D4A5318E-785A-4835-B30F-2DF25BAB112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59274" y="1395985"/>
                <a:ext cx="1346390" cy="54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01782FF3-7C10-4D64-A695-D56A9C7EE7F1}"/>
                  </a:ext>
                </a:extLst>
              </p14:cNvPr>
              <p14:cNvContentPartPr/>
              <p14:nvPr/>
            </p14:nvContentPartPr>
            <p14:xfrm>
              <a:off x="10990989" y="1188625"/>
              <a:ext cx="569160" cy="47880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01782FF3-7C10-4D64-A695-D56A9C7EE7F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973338" y="1170625"/>
                <a:ext cx="604823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C3C4BE25-E08C-421E-A820-F9896B26C875}"/>
                  </a:ext>
                </a:extLst>
              </p14:cNvPr>
              <p14:cNvContentPartPr/>
              <p14:nvPr/>
            </p14:nvContentPartPr>
            <p14:xfrm>
              <a:off x="976509" y="2115625"/>
              <a:ext cx="1875600" cy="132552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C3C4BE25-E08C-421E-A820-F9896B26C87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58869" y="2097625"/>
                <a:ext cx="1911240" cy="13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738B16B6-077A-4ACF-80DC-8607D573F485}"/>
                  </a:ext>
                </a:extLst>
              </p14:cNvPr>
              <p14:cNvContentPartPr/>
              <p14:nvPr/>
            </p14:nvContentPartPr>
            <p14:xfrm>
              <a:off x="3012309" y="2478145"/>
              <a:ext cx="675720" cy="36288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738B16B6-077A-4ACF-80DC-8607D573F48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994299" y="2460145"/>
                <a:ext cx="711379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F770F0C4-6A71-4929-9B88-7FC39B543FCC}"/>
                  </a:ext>
                </a:extLst>
              </p14:cNvPr>
              <p14:cNvContentPartPr/>
              <p14:nvPr/>
            </p14:nvContentPartPr>
            <p14:xfrm>
              <a:off x="4188789" y="2459065"/>
              <a:ext cx="686880" cy="45756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F770F0C4-6A71-4929-9B88-7FC39B543FC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71149" y="2441425"/>
                <a:ext cx="72252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829EF1D4-853E-4FF7-8AF6-4046DC90132C}"/>
                  </a:ext>
                </a:extLst>
              </p14:cNvPr>
              <p14:cNvContentPartPr/>
              <p14:nvPr/>
            </p14:nvContentPartPr>
            <p14:xfrm>
              <a:off x="5736429" y="2322625"/>
              <a:ext cx="184320" cy="28008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829EF1D4-853E-4FF7-8AF6-4046DC90132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718789" y="2304625"/>
                <a:ext cx="21996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D740F4BA-5F36-4262-87EC-8212C51AA0A8}"/>
                  </a:ext>
                </a:extLst>
              </p14:cNvPr>
              <p14:cNvContentPartPr/>
              <p14:nvPr/>
            </p14:nvContentPartPr>
            <p14:xfrm>
              <a:off x="5688189" y="2224345"/>
              <a:ext cx="295920" cy="900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D740F4BA-5F36-4262-87EC-8212C51AA0A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670549" y="2206345"/>
                <a:ext cx="3315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C83A8FBB-25B2-4101-99BE-7E45912799D9}"/>
                  </a:ext>
                </a:extLst>
              </p14:cNvPr>
              <p14:cNvContentPartPr/>
              <p14:nvPr/>
            </p14:nvContentPartPr>
            <p14:xfrm>
              <a:off x="5709429" y="2856145"/>
              <a:ext cx="261000" cy="29988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C83A8FBB-25B2-4101-99BE-7E45912799D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691429" y="2838145"/>
                <a:ext cx="29664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B46899EF-1B79-4CB9-B8BF-5621C36AC3AA}"/>
                  </a:ext>
                </a:extLst>
              </p14:cNvPr>
              <p14:cNvContentPartPr/>
              <p14:nvPr/>
            </p14:nvContentPartPr>
            <p14:xfrm>
              <a:off x="6164829" y="2208865"/>
              <a:ext cx="63000" cy="103104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B46899EF-1B79-4CB9-B8BF-5621C36AC3A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147189" y="2190865"/>
                <a:ext cx="98640" cy="10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0E43B636-99DE-44E6-B688-2431734C00D8}"/>
                  </a:ext>
                </a:extLst>
              </p14:cNvPr>
              <p14:cNvContentPartPr/>
              <p14:nvPr/>
            </p14:nvContentPartPr>
            <p14:xfrm>
              <a:off x="5047029" y="2270065"/>
              <a:ext cx="497160" cy="9414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0E43B636-99DE-44E6-B688-2431734C00D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29389" y="2252065"/>
                <a:ext cx="532800" cy="9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7D648739-892F-4B2F-9618-6996560CF633}"/>
                  </a:ext>
                </a:extLst>
              </p14:cNvPr>
              <p14:cNvContentPartPr/>
              <p14:nvPr/>
            </p14:nvContentPartPr>
            <p14:xfrm>
              <a:off x="6679629" y="2490745"/>
              <a:ext cx="577080" cy="26424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7D648739-892F-4B2F-9618-6996560CF63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661989" y="2473105"/>
                <a:ext cx="6127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C6A1478B-6CD9-41DC-AF2D-7CDCFF3D29B5}"/>
                  </a:ext>
                </a:extLst>
              </p14:cNvPr>
              <p14:cNvContentPartPr/>
              <p14:nvPr/>
            </p14:nvContentPartPr>
            <p14:xfrm>
              <a:off x="8281989" y="2646625"/>
              <a:ext cx="14040" cy="864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C6A1478B-6CD9-41DC-AF2D-7CDCFF3D29B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264349" y="2628625"/>
                <a:ext cx="496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1F877562-5DC1-4942-993B-8A63766AF9A2}"/>
                  </a:ext>
                </a:extLst>
              </p14:cNvPr>
              <p14:cNvContentPartPr/>
              <p14:nvPr/>
            </p14:nvContentPartPr>
            <p14:xfrm>
              <a:off x="7748829" y="2522785"/>
              <a:ext cx="371160" cy="16992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1F877562-5DC1-4942-993B-8A63766AF9A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730829" y="2505145"/>
                <a:ext cx="4068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8C8F72CC-E979-420A-80C2-4B89338FAD23}"/>
                  </a:ext>
                </a:extLst>
              </p14:cNvPr>
              <p14:cNvContentPartPr/>
              <p14:nvPr/>
            </p14:nvContentPartPr>
            <p14:xfrm>
              <a:off x="10755909" y="2213545"/>
              <a:ext cx="1146960" cy="51984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8C8F72CC-E979-420A-80C2-4B89338FAD2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738275" y="2195905"/>
                <a:ext cx="1182589" cy="55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168198FA-F6C2-48E4-9F66-F20A4166EC89}"/>
                  </a:ext>
                </a:extLst>
              </p14:cNvPr>
              <p14:cNvContentPartPr/>
              <p14:nvPr/>
            </p14:nvContentPartPr>
            <p14:xfrm>
              <a:off x="9552789" y="2237305"/>
              <a:ext cx="1019880" cy="42696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168198FA-F6C2-48E4-9F66-F20A4166EC8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535149" y="2219650"/>
                <a:ext cx="1055520" cy="462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120C5272-B2C0-4B12-8A06-645192EA0240}"/>
                  </a:ext>
                </a:extLst>
              </p14:cNvPr>
              <p14:cNvContentPartPr/>
              <p14:nvPr/>
            </p14:nvContentPartPr>
            <p14:xfrm>
              <a:off x="8748189" y="2250985"/>
              <a:ext cx="351000" cy="61704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120C5272-B2C0-4B12-8A06-645192EA024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730549" y="2232995"/>
                <a:ext cx="386640" cy="6526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3D902CBB-C8E1-4015-98CD-0370F9C5F436}"/>
                  </a:ext>
                </a:extLst>
              </p14:cNvPr>
              <p14:cNvContentPartPr/>
              <p14:nvPr/>
            </p14:nvContentPartPr>
            <p14:xfrm>
              <a:off x="437949" y="3902665"/>
              <a:ext cx="294480" cy="44496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3D902CBB-C8E1-4015-98CD-0370F9C5F43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19949" y="3885025"/>
                <a:ext cx="33012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DF2EBB44-5250-41AA-B503-06D72593A4D6}"/>
                  </a:ext>
                </a:extLst>
              </p14:cNvPr>
              <p14:cNvContentPartPr/>
              <p14:nvPr/>
            </p14:nvContentPartPr>
            <p14:xfrm>
              <a:off x="4018149" y="3753625"/>
              <a:ext cx="387360" cy="44784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DF2EBB44-5250-41AA-B503-06D72593A4D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000132" y="3735625"/>
                <a:ext cx="423033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1C92B8DF-6119-4819-A94F-80884BD3E32D}"/>
                  </a:ext>
                </a:extLst>
              </p14:cNvPr>
              <p14:cNvContentPartPr/>
              <p14:nvPr/>
            </p14:nvContentPartPr>
            <p14:xfrm>
              <a:off x="2160549" y="3848305"/>
              <a:ext cx="1452960" cy="50112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1C92B8DF-6119-4819-A94F-80884BD3E32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142909" y="3830305"/>
                <a:ext cx="1488600" cy="5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D1347400-AC00-4F2E-AFFB-3571BE123246}"/>
                  </a:ext>
                </a:extLst>
              </p14:cNvPr>
              <p14:cNvContentPartPr/>
              <p14:nvPr/>
            </p14:nvContentPartPr>
            <p14:xfrm>
              <a:off x="1068309" y="3893305"/>
              <a:ext cx="721800" cy="36108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D1347400-AC00-4F2E-AFFB-3571BE12324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50318" y="3875305"/>
                <a:ext cx="757422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346561CE-F214-4FE6-8C47-5031FBB4EA5D}"/>
                  </a:ext>
                </a:extLst>
              </p14:cNvPr>
              <p14:cNvContentPartPr/>
              <p14:nvPr/>
            </p14:nvContentPartPr>
            <p14:xfrm>
              <a:off x="4370949" y="4021465"/>
              <a:ext cx="653760" cy="18972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346561CE-F214-4FE6-8C47-5031FBB4EA5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353309" y="4003825"/>
                <a:ext cx="68940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295F617B-2F59-405F-A59C-B9BF3F9549B8}"/>
                  </a:ext>
                </a:extLst>
              </p14:cNvPr>
              <p14:cNvContentPartPr/>
              <p14:nvPr/>
            </p14:nvContentPartPr>
            <p14:xfrm>
              <a:off x="5517189" y="3752545"/>
              <a:ext cx="196560" cy="62460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295F617B-2F59-405F-A59C-B9BF3F9549B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499549" y="3734905"/>
                <a:ext cx="232200" cy="66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24D27121-B962-4F2B-857E-8EE372BBCF1C}"/>
                  </a:ext>
                </a:extLst>
              </p14:cNvPr>
              <p14:cNvContentPartPr/>
              <p14:nvPr/>
            </p14:nvContentPartPr>
            <p14:xfrm>
              <a:off x="5868909" y="3860185"/>
              <a:ext cx="217080" cy="37728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24D27121-B962-4F2B-857E-8EE372BBCF1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850909" y="3842545"/>
                <a:ext cx="25272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43447A6F-706A-4BC0-AB0E-A0B88848488C}"/>
                  </a:ext>
                </a:extLst>
              </p14:cNvPr>
              <p14:cNvContentPartPr/>
              <p14:nvPr/>
            </p14:nvContentPartPr>
            <p14:xfrm>
              <a:off x="6188589" y="4083745"/>
              <a:ext cx="27360" cy="17460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43447A6F-706A-4BC0-AB0E-A0B88848488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170589" y="4066105"/>
                <a:ext cx="6300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D323325A-7E1F-4E04-AB0D-FC0E8F9E3872}"/>
                  </a:ext>
                </a:extLst>
              </p14:cNvPr>
              <p14:cNvContentPartPr/>
              <p14:nvPr/>
            </p14:nvContentPartPr>
            <p14:xfrm>
              <a:off x="6348069" y="3873505"/>
              <a:ext cx="374400" cy="33588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D323325A-7E1F-4E04-AB0D-FC0E8F9E387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330429" y="3855505"/>
                <a:ext cx="41004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42DED63F-C7AF-491D-A580-3C4CDD624BD5}"/>
                  </a:ext>
                </a:extLst>
              </p14:cNvPr>
              <p14:cNvContentPartPr/>
              <p14:nvPr/>
            </p14:nvContentPartPr>
            <p14:xfrm>
              <a:off x="7832349" y="4167625"/>
              <a:ext cx="36720" cy="16416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42DED63F-C7AF-491D-A580-3C4CDD624BD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814709" y="4149625"/>
                <a:ext cx="723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9178A0BF-2207-4FD6-9D3E-2E352A20DE00}"/>
                  </a:ext>
                </a:extLst>
              </p14:cNvPr>
              <p14:cNvContentPartPr/>
              <p14:nvPr/>
            </p14:nvContentPartPr>
            <p14:xfrm>
              <a:off x="8224749" y="4041265"/>
              <a:ext cx="162720" cy="13428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9178A0BF-2207-4FD6-9D3E-2E352A20DE0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207109" y="4023265"/>
                <a:ext cx="1983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AF37B689-6FE7-4958-970D-04E10D7757C1}"/>
                  </a:ext>
                </a:extLst>
              </p14:cNvPr>
              <p14:cNvContentPartPr/>
              <p14:nvPr/>
            </p14:nvContentPartPr>
            <p14:xfrm>
              <a:off x="8515629" y="4004545"/>
              <a:ext cx="54360" cy="21312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AF37B689-6FE7-4958-970D-04E10D7757C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497989" y="3986545"/>
                <a:ext cx="900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95232E1B-4994-4C99-8225-6C84442E800B}"/>
                  </a:ext>
                </a:extLst>
              </p14:cNvPr>
              <p14:cNvContentPartPr/>
              <p14:nvPr/>
            </p14:nvContentPartPr>
            <p14:xfrm>
              <a:off x="8726589" y="4167625"/>
              <a:ext cx="50400" cy="17064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95232E1B-4994-4C99-8225-6C84442E800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708949" y="4149625"/>
                <a:ext cx="8604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E42C4FDC-D28C-469D-9757-317B7F2EC857}"/>
                  </a:ext>
                </a:extLst>
              </p14:cNvPr>
              <p14:cNvContentPartPr/>
              <p14:nvPr/>
            </p14:nvContentPartPr>
            <p14:xfrm>
              <a:off x="7008669" y="4027225"/>
              <a:ext cx="711000" cy="14904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E42C4FDC-D28C-469D-9757-317B7F2EC85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990669" y="4009225"/>
                <a:ext cx="7466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AAD327FE-FD9F-411D-AEE0-41B92AFE0ED4}"/>
                  </a:ext>
                </a:extLst>
              </p14:cNvPr>
              <p14:cNvContentPartPr/>
              <p14:nvPr/>
            </p14:nvContentPartPr>
            <p14:xfrm>
              <a:off x="9227349" y="3976825"/>
              <a:ext cx="15480" cy="18792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AAD327FE-FD9F-411D-AEE0-41B92AFE0ED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209349" y="3959185"/>
                <a:ext cx="5112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D48453D2-C55E-4B7E-AA0D-2CA62ADD4016}"/>
                  </a:ext>
                </a:extLst>
              </p14:cNvPr>
              <p14:cNvContentPartPr/>
              <p14:nvPr/>
            </p14:nvContentPartPr>
            <p14:xfrm>
              <a:off x="10106109" y="4011745"/>
              <a:ext cx="27720" cy="22716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D48453D2-C55E-4B7E-AA0D-2CA62ADD401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088469" y="3993745"/>
                <a:ext cx="6336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9B175FB6-6D8E-4615-A943-22A8A87DE061}"/>
                  </a:ext>
                </a:extLst>
              </p14:cNvPr>
              <p14:cNvContentPartPr/>
              <p14:nvPr/>
            </p14:nvContentPartPr>
            <p14:xfrm>
              <a:off x="10341549" y="4034425"/>
              <a:ext cx="10440" cy="20412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9B175FB6-6D8E-4615-A943-22A8A87DE06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323549" y="4016425"/>
                <a:ext cx="460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685F79F2-1D4B-4166-A7F2-F8CFBB731916}"/>
                  </a:ext>
                </a:extLst>
              </p14:cNvPr>
              <p14:cNvContentPartPr/>
              <p14:nvPr/>
            </p14:nvContentPartPr>
            <p14:xfrm>
              <a:off x="9369549" y="4021465"/>
              <a:ext cx="227160" cy="30492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685F79F2-1D4B-4166-A7F2-F8CFBB73191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351881" y="4003804"/>
                <a:ext cx="262857" cy="340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555299E6-56BE-4834-8235-66CD6BFFABDB}"/>
                  </a:ext>
                </a:extLst>
              </p14:cNvPr>
              <p14:cNvContentPartPr/>
              <p14:nvPr/>
            </p14:nvContentPartPr>
            <p14:xfrm>
              <a:off x="10623789" y="3792145"/>
              <a:ext cx="203040" cy="60876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555299E6-56BE-4834-8235-66CD6BFFABD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606149" y="3774145"/>
                <a:ext cx="23868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7C5774F4-B934-4840-A537-265412D17B20}"/>
                  </a:ext>
                </a:extLst>
              </p14:cNvPr>
              <p14:cNvContentPartPr/>
              <p14:nvPr/>
            </p14:nvContentPartPr>
            <p14:xfrm>
              <a:off x="7372269" y="4788265"/>
              <a:ext cx="36360" cy="17280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7C5774F4-B934-4840-A537-265412D17B2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354269" y="4770265"/>
                <a:ext cx="7200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51" name="Cerneală 250">
                <a:extLst>
                  <a:ext uri="{FF2B5EF4-FFF2-40B4-BE49-F238E27FC236}">
                    <a16:creationId xmlns:a16="http://schemas.microsoft.com/office/drawing/2014/main" id="{3E8F84A6-EB2A-443B-A5BC-71F564A7A0F3}"/>
                  </a:ext>
                </a:extLst>
              </p14:cNvPr>
              <p14:cNvContentPartPr/>
              <p14:nvPr/>
            </p14:nvContentPartPr>
            <p14:xfrm>
              <a:off x="5490909" y="4475785"/>
              <a:ext cx="1447920" cy="356400"/>
            </p14:xfrm>
          </p:contentPart>
        </mc:Choice>
        <mc:Fallback xmlns="">
          <p:pic>
            <p:nvPicPr>
              <p:cNvPr id="251" name="Cerneală 250">
                <a:extLst>
                  <a:ext uri="{FF2B5EF4-FFF2-40B4-BE49-F238E27FC236}">
                    <a16:creationId xmlns:a16="http://schemas.microsoft.com/office/drawing/2014/main" id="{3E8F84A6-EB2A-443B-A5BC-71F564A7A0F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472913" y="4457785"/>
                <a:ext cx="1483551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52" name="Cerneală 251">
                <a:extLst>
                  <a:ext uri="{FF2B5EF4-FFF2-40B4-BE49-F238E27FC236}">
                    <a16:creationId xmlns:a16="http://schemas.microsoft.com/office/drawing/2014/main" id="{6303C894-F30D-4595-AEDB-716D5EA20721}"/>
                  </a:ext>
                </a:extLst>
              </p14:cNvPr>
              <p14:cNvContentPartPr/>
              <p14:nvPr/>
            </p14:nvContentPartPr>
            <p14:xfrm>
              <a:off x="3854709" y="4454185"/>
              <a:ext cx="1230480" cy="402120"/>
            </p14:xfrm>
          </p:contentPart>
        </mc:Choice>
        <mc:Fallback xmlns="">
          <p:pic>
            <p:nvPicPr>
              <p:cNvPr id="252" name="Cerneală 251">
                <a:extLst>
                  <a:ext uri="{FF2B5EF4-FFF2-40B4-BE49-F238E27FC236}">
                    <a16:creationId xmlns:a16="http://schemas.microsoft.com/office/drawing/2014/main" id="{6303C894-F30D-4595-AEDB-716D5EA2072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837074" y="4436201"/>
                <a:ext cx="1266110" cy="4377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53" name="Cerneală 252">
                <a:extLst>
                  <a:ext uri="{FF2B5EF4-FFF2-40B4-BE49-F238E27FC236}">
                    <a16:creationId xmlns:a16="http://schemas.microsoft.com/office/drawing/2014/main" id="{B306DE56-E906-4C7C-8ADF-F3877A6E8C8B}"/>
                  </a:ext>
                </a:extLst>
              </p14:cNvPr>
              <p14:cNvContentPartPr/>
              <p14:nvPr/>
            </p14:nvContentPartPr>
            <p14:xfrm>
              <a:off x="1258389" y="4480105"/>
              <a:ext cx="1923480" cy="350280"/>
            </p14:xfrm>
          </p:contentPart>
        </mc:Choice>
        <mc:Fallback xmlns="">
          <p:pic>
            <p:nvPicPr>
              <p:cNvPr id="253" name="Cerneală 252">
                <a:extLst>
                  <a:ext uri="{FF2B5EF4-FFF2-40B4-BE49-F238E27FC236}">
                    <a16:creationId xmlns:a16="http://schemas.microsoft.com/office/drawing/2014/main" id="{B306DE56-E906-4C7C-8ADF-F3877A6E8C8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240746" y="4462123"/>
                <a:ext cx="1959127" cy="3858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B3094ECB-99EC-45DD-8E89-BF47F240F998}"/>
                  </a:ext>
                </a:extLst>
              </p14:cNvPr>
              <p14:cNvContentPartPr/>
              <p14:nvPr/>
            </p14:nvContentPartPr>
            <p14:xfrm>
              <a:off x="7582509" y="4571545"/>
              <a:ext cx="2419200" cy="91404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B3094ECB-99EC-45DD-8E89-BF47F240F99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564509" y="4553905"/>
                <a:ext cx="2454840" cy="9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55DFCD57-F579-4175-A714-D9E8E01924C2}"/>
                  </a:ext>
                </a:extLst>
              </p14:cNvPr>
              <p14:cNvContentPartPr/>
              <p14:nvPr/>
            </p14:nvContentPartPr>
            <p14:xfrm>
              <a:off x="5027949" y="4946665"/>
              <a:ext cx="2165760" cy="37800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55DFCD57-F579-4175-A714-D9E8E01924C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009949" y="4928682"/>
                <a:ext cx="2201400" cy="413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60FB40D2-B234-4C5E-97A0-F2C1AEE1C1EB}"/>
                  </a:ext>
                </a:extLst>
              </p14:cNvPr>
              <p14:cNvContentPartPr/>
              <p14:nvPr/>
            </p14:nvContentPartPr>
            <p14:xfrm>
              <a:off x="4244589" y="4948465"/>
              <a:ext cx="455760" cy="40428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60FB40D2-B234-4C5E-97A0-F2C1AEE1C1E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226589" y="4930825"/>
                <a:ext cx="49140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78A2CD8C-5CCA-42D1-928C-D03362795D3A}"/>
                  </a:ext>
                </a:extLst>
              </p14:cNvPr>
              <p14:cNvContentPartPr/>
              <p14:nvPr/>
            </p14:nvContentPartPr>
            <p14:xfrm>
              <a:off x="3229029" y="4974025"/>
              <a:ext cx="582480" cy="56160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78A2CD8C-5CCA-42D1-928C-D03362795D3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211389" y="4956385"/>
                <a:ext cx="618120" cy="5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84" name="Cerneală 283">
                <a:extLst>
                  <a:ext uri="{FF2B5EF4-FFF2-40B4-BE49-F238E27FC236}">
                    <a16:creationId xmlns:a16="http://schemas.microsoft.com/office/drawing/2014/main" id="{F2D12A40-D10F-49B8-B18C-3ABC66A17F73}"/>
                  </a:ext>
                </a:extLst>
              </p14:cNvPr>
              <p14:cNvContentPartPr/>
              <p14:nvPr/>
            </p14:nvContentPartPr>
            <p14:xfrm>
              <a:off x="2006829" y="5052145"/>
              <a:ext cx="654120" cy="513720"/>
            </p14:xfrm>
          </p:contentPart>
        </mc:Choice>
        <mc:Fallback xmlns="">
          <p:pic>
            <p:nvPicPr>
              <p:cNvPr id="284" name="Cerneală 283">
                <a:extLst>
                  <a:ext uri="{FF2B5EF4-FFF2-40B4-BE49-F238E27FC236}">
                    <a16:creationId xmlns:a16="http://schemas.microsoft.com/office/drawing/2014/main" id="{F2D12A40-D10F-49B8-B18C-3ABC66A17F7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988839" y="5034145"/>
                <a:ext cx="689740" cy="54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85" name="Cerneală 284">
                <a:extLst>
                  <a:ext uri="{FF2B5EF4-FFF2-40B4-BE49-F238E27FC236}">
                    <a16:creationId xmlns:a16="http://schemas.microsoft.com/office/drawing/2014/main" id="{E76AE2DD-1D1F-4A94-90C0-6F430461ABAA}"/>
                  </a:ext>
                </a:extLst>
              </p14:cNvPr>
              <p14:cNvContentPartPr/>
              <p14:nvPr/>
            </p14:nvContentPartPr>
            <p14:xfrm>
              <a:off x="949869" y="5081665"/>
              <a:ext cx="673200" cy="480600"/>
            </p14:xfrm>
          </p:contentPart>
        </mc:Choice>
        <mc:Fallback xmlns="">
          <p:pic>
            <p:nvPicPr>
              <p:cNvPr id="285" name="Cerneală 284">
                <a:extLst>
                  <a:ext uri="{FF2B5EF4-FFF2-40B4-BE49-F238E27FC236}">
                    <a16:creationId xmlns:a16="http://schemas.microsoft.com/office/drawing/2014/main" id="{E76AE2DD-1D1F-4A94-90C0-6F430461ABA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32220" y="5064025"/>
                <a:ext cx="708859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89" name="Cerneală 288">
                <a:extLst>
                  <a:ext uri="{FF2B5EF4-FFF2-40B4-BE49-F238E27FC236}">
                    <a16:creationId xmlns:a16="http://schemas.microsoft.com/office/drawing/2014/main" id="{AB3082CA-D1D4-481A-86E7-27876F38C112}"/>
                  </a:ext>
                </a:extLst>
              </p14:cNvPr>
              <p14:cNvContentPartPr/>
              <p14:nvPr/>
            </p14:nvContentPartPr>
            <p14:xfrm>
              <a:off x="460989" y="5900665"/>
              <a:ext cx="244800" cy="525960"/>
            </p14:xfrm>
          </p:contentPart>
        </mc:Choice>
        <mc:Fallback xmlns="">
          <p:pic>
            <p:nvPicPr>
              <p:cNvPr id="289" name="Cerneală 288">
                <a:extLst>
                  <a:ext uri="{FF2B5EF4-FFF2-40B4-BE49-F238E27FC236}">
                    <a16:creationId xmlns:a16="http://schemas.microsoft.com/office/drawing/2014/main" id="{AB3082CA-D1D4-481A-86E7-27876F38C11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43015" y="5883025"/>
                <a:ext cx="280388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02" name="Cerneală 301">
                <a:extLst>
                  <a:ext uri="{FF2B5EF4-FFF2-40B4-BE49-F238E27FC236}">
                    <a16:creationId xmlns:a16="http://schemas.microsoft.com/office/drawing/2014/main" id="{F4BFD296-F3BF-4A66-90A8-742E60238C60}"/>
                  </a:ext>
                </a:extLst>
              </p14:cNvPr>
              <p14:cNvContentPartPr/>
              <p14:nvPr/>
            </p14:nvContentPartPr>
            <p14:xfrm>
              <a:off x="3705309" y="5777545"/>
              <a:ext cx="1415520" cy="762480"/>
            </p14:xfrm>
          </p:contentPart>
        </mc:Choice>
        <mc:Fallback xmlns="">
          <p:pic>
            <p:nvPicPr>
              <p:cNvPr id="302" name="Cerneală 301">
                <a:extLst>
                  <a:ext uri="{FF2B5EF4-FFF2-40B4-BE49-F238E27FC236}">
                    <a16:creationId xmlns:a16="http://schemas.microsoft.com/office/drawing/2014/main" id="{F4BFD296-F3BF-4A66-90A8-742E60238C6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687665" y="5759545"/>
                <a:ext cx="1451169" cy="79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03" name="Cerneală 302">
                <a:extLst>
                  <a:ext uri="{FF2B5EF4-FFF2-40B4-BE49-F238E27FC236}">
                    <a16:creationId xmlns:a16="http://schemas.microsoft.com/office/drawing/2014/main" id="{E2A33C6D-38D6-40F6-81F3-9FB5D0428F79}"/>
                  </a:ext>
                </a:extLst>
              </p14:cNvPr>
              <p14:cNvContentPartPr/>
              <p14:nvPr/>
            </p14:nvContentPartPr>
            <p14:xfrm>
              <a:off x="1017549" y="5793025"/>
              <a:ext cx="2427480" cy="501840"/>
            </p14:xfrm>
          </p:contentPart>
        </mc:Choice>
        <mc:Fallback xmlns="">
          <p:pic>
            <p:nvPicPr>
              <p:cNvPr id="303" name="Cerneală 302">
                <a:extLst>
                  <a:ext uri="{FF2B5EF4-FFF2-40B4-BE49-F238E27FC236}">
                    <a16:creationId xmlns:a16="http://schemas.microsoft.com/office/drawing/2014/main" id="{E2A33C6D-38D6-40F6-81F3-9FB5D0428F7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99549" y="5775038"/>
                <a:ext cx="2463120" cy="5374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4605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</a:t>
            </a:r>
          </a:p>
          <a:p>
            <a:r>
              <a:rPr lang="ro-RO" sz="2400" b="1" dirty="0"/>
              <a:t>a) Recunoașterea tipului de automat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0BC0688F-785D-4DD4-8046-42DF7BFC5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16" y="1508781"/>
            <a:ext cx="8658225" cy="2543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99DEFBAE-4D8D-48D5-B9C0-FB627A63F8B6}"/>
                  </a:ext>
                </a:extLst>
              </p14:cNvPr>
              <p14:cNvContentPartPr/>
              <p14:nvPr/>
            </p14:nvContentPartPr>
            <p14:xfrm>
              <a:off x="519669" y="4446265"/>
              <a:ext cx="277920" cy="54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99DEFBAE-4D8D-48D5-B9C0-FB627A63F8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1669" y="4428625"/>
                <a:ext cx="3135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FBE5FD9D-FA34-4A51-AE16-57977016C07D}"/>
                  </a:ext>
                </a:extLst>
              </p14:cNvPr>
              <p14:cNvContentPartPr/>
              <p14:nvPr/>
            </p14:nvContentPartPr>
            <p14:xfrm>
              <a:off x="1015029" y="4338985"/>
              <a:ext cx="200880" cy="1684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FBE5FD9D-FA34-4A51-AE16-57977016C0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7029" y="4321345"/>
                <a:ext cx="2365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A3504F5D-D270-4E0E-A551-FE00921F2DB7}"/>
                  </a:ext>
                </a:extLst>
              </p14:cNvPr>
              <p14:cNvContentPartPr/>
              <p14:nvPr/>
            </p14:nvContentPartPr>
            <p14:xfrm>
              <a:off x="3378069" y="4311985"/>
              <a:ext cx="443160" cy="2462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A3504F5D-D270-4E0E-A551-FE00921F2D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60415" y="4293985"/>
                <a:ext cx="478829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ADE38BD5-8622-41E5-855E-9DAFF655FDF2}"/>
                  </a:ext>
                </a:extLst>
              </p14:cNvPr>
              <p14:cNvContentPartPr/>
              <p14:nvPr/>
            </p14:nvContentPartPr>
            <p14:xfrm>
              <a:off x="1507509" y="4181665"/>
              <a:ext cx="1361160" cy="3456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ADE38BD5-8622-41E5-855E-9DAFF655FD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89509" y="4163684"/>
                <a:ext cx="1396800" cy="3812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C57A67D2-95F0-4970-BAE4-9A8A3839074D}"/>
                  </a:ext>
                </a:extLst>
              </p14:cNvPr>
              <p14:cNvContentPartPr/>
              <p14:nvPr/>
            </p14:nvContentPartPr>
            <p14:xfrm>
              <a:off x="476109" y="4867105"/>
              <a:ext cx="314280" cy="82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C57A67D2-95F0-4970-BAE4-9A8A3839074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8469" y="4849465"/>
                <a:ext cx="3499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2F2455E1-D470-49B5-8F10-23CF364A9874}"/>
                  </a:ext>
                </a:extLst>
              </p14:cNvPr>
              <p14:cNvContentPartPr/>
              <p14:nvPr/>
            </p14:nvContentPartPr>
            <p14:xfrm>
              <a:off x="3242709" y="4759825"/>
              <a:ext cx="338400" cy="2070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2F2455E1-D470-49B5-8F10-23CF364A987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25069" y="4742185"/>
                <a:ext cx="3740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7E4C102A-0112-4155-9C06-8D7C018D31D0}"/>
                  </a:ext>
                </a:extLst>
              </p14:cNvPr>
              <p14:cNvContentPartPr/>
              <p14:nvPr/>
            </p14:nvContentPartPr>
            <p14:xfrm>
              <a:off x="3970269" y="4188865"/>
              <a:ext cx="3172680" cy="8841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7E4C102A-0112-4155-9C06-8D7C018D31D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952269" y="4170865"/>
                <a:ext cx="3208320" cy="9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23C41DCD-657E-41C8-B704-F5805CBE0BE6}"/>
                  </a:ext>
                </a:extLst>
              </p14:cNvPr>
              <p14:cNvContentPartPr/>
              <p14:nvPr/>
            </p14:nvContentPartPr>
            <p14:xfrm>
              <a:off x="1111509" y="4643905"/>
              <a:ext cx="1695240" cy="30240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23C41DCD-657E-41C8-B704-F5805CBE0BE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93513" y="4626265"/>
                <a:ext cx="1730872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8B69E40E-AE9E-4118-A667-1197940ADC35}"/>
                  </a:ext>
                </a:extLst>
              </p14:cNvPr>
              <p14:cNvContentPartPr/>
              <p14:nvPr/>
            </p14:nvContentPartPr>
            <p14:xfrm>
              <a:off x="8846829" y="1927705"/>
              <a:ext cx="2751480" cy="22996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8B69E40E-AE9E-4118-A667-1197940ADC3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828831" y="1909705"/>
                <a:ext cx="2787115" cy="23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7548FDF0-8748-4668-AE8A-B7D68B7FC8BB}"/>
                  </a:ext>
                </a:extLst>
              </p14:cNvPr>
              <p14:cNvContentPartPr/>
              <p14:nvPr/>
            </p14:nvContentPartPr>
            <p14:xfrm>
              <a:off x="500229" y="5300185"/>
              <a:ext cx="322560" cy="255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7548FDF0-8748-4668-AE8A-B7D68B7FC8B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2589" y="5282185"/>
                <a:ext cx="3582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0E59E0AC-696E-46B9-92B8-151DA254A15B}"/>
                  </a:ext>
                </a:extLst>
              </p14:cNvPr>
              <p14:cNvContentPartPr/>
              <p14:nvPr/>
            </p14:nvContentPartPr>
            <p14:xfrm>
              <a:off x="1082709" y="5245825"/>
              <a:ext cx="120240" cy="1998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0E59E0AC-696E-46B9-92B8-151DA254A15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64709" y="5227825"/>
                <a:ext cx="15588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C658A140-CBDE-4768-AE8F-2FE3611A783C}"/>
                  </a:ext>
                </a:extLst>
              </p14:cNvPr>
              <p14:cNvContentPartPr/>
              <p14:nvPr/>
            </p14:nvContentPartPr>
            <p14:xfrm>
              <a:off x="519669" y="5691865"/>
              <a:ext cx="334440" cy="151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C658A140-CBDE-4768-AE8F-2FE3611A783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01669" y="5674225"/>
                <a:ext cx="3700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0CC2A52A-166C-4BBB-B0AC-BD45E025B601}"/>
                  </a:ext>
                </a:extLst>
              </p14:cNvPr>
              <p14:cNvContentPartPr/>
              <p14:nvPr/>
            </p14:nvContentPartPr>
            <p14:xfrm>
              <a:off x="1151469" y="5719945"/>
              <a:ext cx="113400" cy="1123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0CC2A52A-166C-4BBB-B0AC-BD45E025B60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33469" y="5702305"/>
                <a:ext cx="14904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1E5EBAE6-6A39-41F5-BCF4-DC76B9DAC57A}"/>
                  </a:ext>
                </a:extLst>
              </p14:cNvPr>
              <p14:cNvContentPartPr/>
              <p14:nvPr/>
            </p14:nvContentPartPr>
            <p14:xfrm>
              <a:off x="1539549" y="5178145"/>
              <a:ext cx="1528560" cy="7286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1E5EBAE6-6A39-41F5-BCF4-DC76B9DAC57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521909" y="5160505"/>
                <a:ext cx="1564200" cy="76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365A87EB-E8D3-45CF-80B1-273E78ADFB3D}"/>
                  </a:ext>
                </a:extLst>
              </p14:cNvPr>
              <p14:cNvContentPartPr/>
              <p14:nvPr/>
            </p14:nvContentPartPr>
            <p14:xfrm>
              <a:off x="1934469" y="1018345"/>
              <a:ext cx="1348920" cy="3355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365A87EB-E8D3-45CF-80B1-273E78ADFB3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916469" y="1000705"/>
                <a:ext cx="138456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BE997449-16BB-4416-85C7-B95D9067D2B5}"/>
                  </a:ext>
                </a:extLst>
              </p14:cNvPr>
              <p14:cNvContentPartPr/>
              <p14:nvPr/>
            </p14:nvContentPartPr>
            <p14:xfrm>
              <a:off x="738549" y="1172425"/>
              <a:ext cx="1037520" cy="94248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BE997449-16BB-4416-85C7-B95D9067D2B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20543" y="1154425"/>
                <a:ext cx="1073172" cy="9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185DE59A-CBDE-483F-AAAB-51DB598BB3F0}"/>
                  </a:ext>
                </a:extLst>
              </p14:cNvPr>
              <p14:cNvContentPartPr/>
              <p14:nvPr/>
            </p14:nvContentPartPr>
            <p14:xfrm>
              <a:off x="509589" y="6235825"/>
              <a:ext cx="239400" cy="104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185DE59A-CBDE-483F-AAAB-51DB598BB3F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1949" y="6217825"/>
                <a:ext cx="2750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793E4D13-A2E5-44E9-B3A6-7D8F05FB2BE1}"/>
                  </a:ext>
                </a:extLst>
              </p14:cNvPr>
              <p14:cNvContentPartPr/>
              <p14:nvPr/>
            </p14:nvContentPartPr>
            <p14:xfrm>
              <a:off x="5856669" y="5993185"/>
              <a:ext cx="1722960" cy="3747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793E4D13-A2E5-44E9-B3A6-7D8F05FB2BE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839029" y="5975168"/>
                <a:ext cx="1758600" cy="4104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DE6532AF-94A3-42B7-B067-D9286EB72B63}"/>
                  </a:ext>
                </a:extLst>
              </p14:cNvPr>
              <p14:cNvContentPartPr/>
              <p14:nvPr/>
            </p14:nvContentPartPr>
            <p14:xfrm>
              <a:off x="3388149" y="6086425"/>
              <a:ext cx="1975680" cy="31104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DE6532AF-94A3-42B7-B067-D9286EB72B6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370506" y="6068765"/>
                <a:ext cx="2011326" cy="3467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84A5504A-DBF3-4AC2-96F3-E6A15F21206B}"/>
                  </a:ext>
                </a:extLst>
              </p14:cNvPr>
              <p14:cNvContentPartPr/>
              <p14:nvPr/>
            </p14:nvContentPartPr>
            <p14:xfrm>
              <a:off x="2560149" y="6106945"/>
              <a:ext cx="453960" cy="2509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84A5504A-DBF3-4AC2-96F3-E6A15F21206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542149" y="6088945"/>
                <a:ext cx="48960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06AA0AE1-7166-4DB8-9E87-0FDAF29026E6}"/>
                  </a:ext>
                </a:extLst>
              </p14:cNvPr>
              <p14:cNvContentPartPr/>
              <p14:nvPr/>
            </p14:nvContentPartPr>
            <p14:xfrm>
              <a:off x="1120869" y="6019825"/>
              <a:ext cx="1036080" cy="34380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06AA0AE1-7166-4DB8-9E87-0FDAF29026E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02875" y="6001825"/>
                <a:ext cx="1071708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D49C4122-E09E-4568-90A0-D6EC61556976}"/>
                  </a:ext>
                </a:extLst>
              </p14:cNvPr>
              <p14:cNvContentPartPr/>
              <p14:nvPr/>
            </p14:nvContentPartPr>
            <p14:xfrm>
              <a:off x="7987149" y="6174625"/>
              <a:ext cx="615240" cy="13572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D49C4122-E09E-4568-90A0-D6EC6155697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969149" y="6156985"/>
                <a:ext cx="6508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7DCB07B2-AE03-472B-BBF0-E9814408F3F5}"/>
                  </a:ext>
                </a:extLst>
              </p14:cNvPr>
              <p14:cNvContentPartPr/>
              <p14:nvPr/>
            </p14:nvContentPartPr>
            <p14:xfrm>
              <a:off x="10837629" y="5986705"/>
              <a:ext cx="467640" cy="22860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7DCB07B2-AE03-472B-BBF0-E9814408F3F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819989" y="5968733"/>
                <a:ext cx="503280" cy="2641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1D68FE80-1937-48DC-9084-41D573B6BEAC}"/>
                  </a:ext>
                </a:extLst>
              </p14:cNvPr>
              <p14:cNvContentPartPr/>
              <p14:nvPr/>
            </p14:nvContentPartPr>
            <p14:xfrm>
              <a:off x="8917749" y="5854945"/>
              <a:ext cx="1589760" cy="58320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1D68FE80-1937-48DC-9084-41D573B6BEA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899749" y="5836945"/>
                <a:ext cx="1625400" cy="6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2A8A8438-DB92-4036-A9E9-E864CDE691C7}"/>
                  </a:ext>
                </a:extLst>
              </p14:cNvPr>
              <p14:cNvContentPartPr/>
              <p14:nvPr/>
            </p14:nvContentPartPr>
            <p14:xfrm>
              <a:off x="6347349" y="6455785"/>
              <a:ext cx="1371240" cy="27900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2A8A8438-DB92-4036-A9E9-E864CDE691C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329704" y="6438145"/>
                <a:ext cx="1406889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9360D47A-4C19-4C72-9711-07D6F3508BEA}"/>
                  </a:ext>
                </a:extLst>
              </p14:cNvPr>
              <p14:cNvContentPartPr/>
              <p14:nvPr/>
            </p14:nvContentPartPr>
            <p14:xfrm>
              <a:off x="4708269" y="6480985"/>
              <a:ext cx="1172880" cy="27144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9360D47A-4C19-4C72-9711-07D6F3508BE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690269" y="6462985"/>
                <a:ext cx="12085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DA8D5E4A-553F-42E7-82C6-26DE155901D8}"/>
                  </a:ext>
                </a:extLst>
              </p14:cNvPr>
              <p14:cNvContentPartPr/>
              <p14:nvPr/>
            </p14:nvContentPartPr>
            <p14:xfrm>
              <a:off x="3440709" y="6486745"/>
              <a:ext cx="840960" cy="2214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DA8D5E4A-553F-42E7-82C6-26DE155901D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423069" y="6468745"/>
                <a:ext cx="876600" cy="25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7615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</a:t>
            </a:r>
            <a:r>
              <a:rPr lang="ro-RO" sz="2400" b="1" dirty="0" err="1">
                <a:solidFill>
                  <a:srgbClr val="FF0000"/>
                </a:solidFill>
              </a:rPr>
              <a:t>Mealy</a:t>
            </a:r>
            <a:endParaRPr lang="ro-RO" sz="2400" b="1" dirty="0">
              <a:solidFill>
                <a:srgbClr val="FF0000"/>
              </a:solidFill>
            </a:endParaRPr>
          </a:p>
          <a:p>
            <a:r>
              <a:rPr lang="ro-RO" sz="2400" b="1" dirty="0"/>
              <a:t>b) Scrierea ecuațiilor pentru excitații și pentru ieșiri 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0BC0688F-785D-4DD4-8046-42DF7BFC5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1417342"/>
            <a:ext cx="8658225" cy="254317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A15E0502-2A87-48F6-B6F4-C52CC1F33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35" y="4343390"/>
            <a:ext cx="1562100" cy="130492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D2E4EF2C-A953-4E61-A5A0-E5CDE722E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195" y="4343390"/>
            <a:ext cx="1638300" cy="12858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5AEA0FC6-14CF-458E-A391-C6FF9C73D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316" y="2606049"/>
            <a:ext cx="1352550" cy="942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C76B8BE8-0EA5-49E6-9F45-8715A830FCB3}"/>
                  </a:ext>
                </a:extLst>
              </p14:cNvPr>
              <p14:cNvContentPartPr/>
              <p14:nvPr/>
            </p14:nvContentPartPr>
            <p14:xfrm>
              <a:off x="8763309" y="520825"/>
              <a:ext cx="2905200" cy="8535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C76B8BE8-0EA5-49E6-9F45-8715A830FC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45667" y="503178"/>
                <a:ext cx="2940844" cy="8892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CD03BCE5-0489-4A86-9AB0-CBA1643CDF39}"/>
                  </a:ext>
                </a:extLst>
              </p14:cNvPr>
              <p14:cNvContentPartPr/>
              <p14:nvPr/>
            </p14:nvContentPartPr>
            <p14:xfrm>
              <a:off x="7516989" y="673825"/>
              <a:ext cx="488520" cy="3301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CD03BCE5-0489-4A86-9AB0-CBA1643CDF3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99349" y="656185"/>
                <a:ext cx="52416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F654239C-281A-4E16-BBBC-4438ED716470}"/>
                  </a:ext>
                </a:extLst>
              </p14:cNvPr>
              <p14:cNvContentPartPr/>
              <p14:nvPr/>
            </p14:nvContentPartPr>
            <p14:xfrm>
              <a:off x="3841749" y="1319305"/>
              <a:ext cx="984600" cy="11347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F654239C-281A-4E16-BBBC-4438ED7164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23742" y="1301659"/>
                <a:ext cx="1020253" cy="11703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6BC8DC59-B8E6-497A-87C5-12E820590EE7}"/>
                  </a:ext>
                </a:extLst>
              </p14:cNvPr>
              <p14:cNvContentPartPr/>
              <p14:nvPr/>
            </p14:nvContentPartPr>
            <p14:xfrm>
              <a:off x="5076549" y="1200865"/>
              <a:ext cx="500040" cy="1278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6BC8DC59-B8E6-497A-87C5-12E820590EE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58909" y="1182865"/>
                <a:ext cx="5356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23EED6D0-0DC2-4AF9-A02C-09F48505BED0}"/>
                  </a:ext>
                </a:extLst>
              </p14:cNvPr>
              <p14:cNvContentPartPr/>
              <p14:nvPr/>
            </p14:nvContentPartPr>
            <p14:xfrm>
              <a:off x="5958909" y="1059745"/>
              <a:ext cx="1086120" cy="3531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23EED6D0-0DC2-4AF9-A02C-09F48505BED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41263" y="1042105"/>
                <a:ext cx="1121772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145A6C86-9A05-4ED0-9DB1-8B6E0DADFA48}"/>
                  </a:ext>
                </a:extLst>
              </p14:cNvPr>
              <p14:cNvContentPartPr/>
              <p14:nvPr/>
            </p14:nvContentPartPr>
            <p14:xfrm>
              <a:off x="7247349" y="1100065"/>
              <a:ext cx="174240" cy="2520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145A6C86-9A05-4ED0-9DB1-8B6E0DADFA4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29709" y="1082065"/>
                <a:ext cx="20988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D6C7B6B9-F9EF-48EE-9AD2-7BA49D22AC9E}"/>
                  </a:ext>
                </a:extLst>
              </p14:cNvPr>
              <p14:cNvContentPartPr/>
              <p14:nvPr/>
            </p14:nvContentPartPr>
            <p14:xfrm>
              <a:off x="7221429" y="1438825"/>
              <a:ext cx="1927800" cy="10332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D6C7B6B9-F9EF-48EE-9AD2-7BA49D22AC9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203786" y="1420825"/>
                <a:ext cx="1963447" cy="10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198CD4B2-A00C-4914-B067-AD4161BB9F1B}"/>
                  </a:ext>
                </a:extLst>
              </p14:cNvPr>
              <p14:cNvContentPartPr/>
              <p14:nvPr/>
            </p14:nvContentPartPr>
            <p14:xfrm>
              <a:off x="2288349" y="3260425"/>
              <a:ext cx="565560" cy="18554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198CD4B2-A00C-4914-B067-AD4161BB9F1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70709" y="3242785"/>
                <a:ext cx="601200" cy="18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E2299482-184A-4A42-A038-265F2EF81AE6}"/>
                  </a:ext>
                </a:extLst>
              </p14:cNvPr>
              <p14:cNvContentPartPr/>
              <p14:nvPr/>
            </p14:nvContentPartPr>
            <p14:xfrm>
              <a:off x="5792589" y="3303985"/>
              <a:ext cx="738360" cy="17866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E2299482-184A-4A42-A038-265F2EF81AE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774589" y="3285985"/>
                <a:ext cx="774000" cy="18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801FAFA9-5F26-456A-BBCA-D1B387AEE622}"/>
                  </a:ext>
                </a:extLst>
              </p14:cNvPr>
              <p14:cNvContentPartPr/>
              <p14:nvPr/>
            </p14:nvContentPartPr>
            <p14:xfrm>
              <a:off x="6539229" y="275305"/>
              <a:ext cx="898920" cy="25308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801FAFA9-5F26-456A-BBCA-D1B387AEE62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521229" y="257665"/>
                <a:ext cx="93456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D2EA0AD3-6A73-421A-98A9-78545BE107E2}"/>
                  </a:ext>
                </a:extLst>
              </p14:cNvPr>
              <p14:cNvContentPartPr/>
              <p14:nvPr/>
            </p14:nvContentPartPr>
            <p14:xfrm>
              <a:off x="5500629" y="413545"/>
              <a:ext cx="740160" cy="12528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D2EA0AD3-6A73-421A-98A9-78545BE107E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482629" y="395545"/>
                <a:ext cx="775800" cy="16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9570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E4759C4F-13EF-4D78-9DB6-8D7FF588A5BF}"/>
                  </a:ext>
                </a:extLst>
              </p14:cNvPr>
              <p14:cNvContentPartPr/>
              <p14:nvPr/>
            </p14:nvContentPartPr>
            <p14:xfrm>
              <a:off x="4004109" y="1399585"/>
              <a:ext cx="401040" cy="3258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E4759C4F-13EF-4D78-9DB6-8D7FF588A5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86109" y="1381945"/>
                <a:ext cx="43668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4CBCCD44-C814-4E77-827F-20B868C17F78}"/>
                  </a:ext>
                </a:extLst>
              </p14:cNvPr>
              <p14:cNvContentPartPr/>
              <p14:nvPr/>
            </p14:nvContentPartPr>
            <p14:xfrm>
              <a:off x="4643469" y="1231825"/>
              <a:ext cx="522720" cy="6807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4CBCCD44-C814-4E77-827F-20B868C17F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5469" y="1213825"/>
                <a:ext cx="558360" cy="71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7D40A441-5664-4448-93B2-EA28606CFF4D}"/>
                  </a:ext>
                </a:extLst>
              </p14:cNvPr>
              <p14:cNvContentPartPr/>
              <p14:nvPr/>
            </p14:nvContentPartPr>
            <p14:xfrm>
              <a:off x="7098309" y="1000705"/>
              <a:ext cx="78120" cy="142596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7D40A441-5664-4448-93B2-EA28606CFF4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80669" y="982705"/>
                <a:ext cx="113760" cy="14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B05A6A37-1677-4C1F-BC0C-D72C2E687599}"/>
                  </a:ext>
                </a:extLst>
              </p14:cNvPr>
              <p14:cNvContentPartPr/>
              <p14:nvPr/>
            </p14:nvContentPartPr>
            <p14:xfrm>
              <a:off x="406989" y="384745"/>
              <a:ext cx="3452760" cy="35377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B05A6A37-1677-4C1F-BC0C-D72C2E6875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9347" y="366745"/>
                <a:ext cx="3488404" cy="357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BDCE54D9-788F-4746-A37E-0D8A4EF131D6}"/>
                  </a:ext>
                </a:extLst>
              </p14:cNvPr>
              <p14:cNvContentPartPr/>
              <p14:nvPr/>
            </p14:nvContentPartPr>
            <p14:xfrm>
              <a:off x="7305309" y="1655185"/>
              <a:ext cx="202680" cy="1411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BDCE54D9-788F-4746-A37E-0D8A4EF131D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87669" y="1637185"/>
                <a:ext cx="238320" cy="176760"/>
              </a:xfrm>
              <a:prstGeom prst="rect">
                <a:avLst/>
              </a:prstGeom>
            </p:spPr>
          </p:pic>
        </mc:Fallback>
      </mc:AlternateContent>
      <p:pic>
        <p:nvPicPr>
          <p:cNvPr id="93" name="Imagine 92">
            <a:extLst>
              <a:ext uri="{FF2B5EF4-FFF2-40B4-BE49-F238E27FC236}">
                <a16:creationId xmlns:a16="http://schemas.microsoft.com/office/drawing/2014/main" id="{57CA9471-9735-41B2-887B-EB6A79C220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099" y="320074"/>
            <a:ext cx="1562100" cy="1304925"/>
          </a:xfrm>
          <a:prstGeom prst="rect">
            <a:avLst/>
          </a:prstGeom>
        </p:spPr>
      </p:pic>
      <p:pic>
        <p:nvPicPr>
          <p:cNvPr id="94" name="Imagine 93">
            <a:extLst>
              <a:ext uri="{FF2B5EF4-FFF2-40B4-BE49-F238E27FC236}">
                <a16:creationId xmlns:a16="http://schemas.microsoft.com/office/drawing/2014/main" id="{4F4B7F6E-9F49-4C77-B2D7-6EACC72759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5854" y="2788927"/>
            <a:ext cx="1562100" cy="13049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8FB5E953-0B04-4926-94FF-F78303AC52CC}"/>
                  </a:ext>
                </a:extLst>
              </p14:cNvPr>
              <p14:cNvContentPartPr/>
              <p14:nvPr/>
            </p14:nvContentPartPr>
            <p14:xfrm>
              <a:off x="5571549" y="2689825"/>
              <a:ext cx="998280" cy="145080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8FB5E953-0B04-4926-94FF-F78303AC52C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53549" y="2671829"/>
                <a:ext cx="1033920" cy="1486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D8501A2B-920D-4108-ABB7-3764701561EF}"/>
                  </a:ext>
                </a:extLst>
              </p14:cNvPr>
              <p14:cNvContentPartPr/>
              <p14:nvPr/>
            </p14:nvContentPartPr>
            <p14:xfrm>
              <a:off x="5375349" y="869665"/>
              <a:ext cx="1487880" cy="16430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D8501A2B-920D-4108-ABB7-3764701561E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57709" y="852021"/>
                <a:ext cx="1523520" cy="1678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B54B068D-9E96-4C7D-8C79-64DEBB73C1F2}"/>
                  </a:ext>
                </a:extLst>
              </p14:cNvPr>
              <p14:cNvContentPartPr/>
              <p14:nvPr/>
            </p14:nvContentPartPr>
            <p14:xfrm>
              <a:off x="7834509" y="304465"/>
              <a:ext cx="1688400" cy="225864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B54B068D-9E96-4C7D-8C79-64DEBB73C1F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16869" y="286825"/>
                <a:ext cx="1724040" cy="22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682967D5-587D-4B47-92CD-FB553DA1E595}"/>
                  </a:ext>
                </a:extLst>
              </p14:cNvPr>
              <p14:cNvContentPartPr/>
              <p14:nvPr/>
            </p14:nvContentPartPr>
            <p14:xfrm>
              <a:off x="9730629" y="866065"/>
              <a:ext cx="129240" cy="183888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682967D5-587D-4B47-92CD-FB553DA1E59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712989" y="848425"/>
                <a:ext cx="164880" cy="18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E91A42F6-DE0E-4F50-BE76-16C5C35C3860}"/>
                  </a:ext>
                </a:extLst>
              </p14:cNvPr>
              <p14:cNvContentPartPr/>
              <p14:nvPr/>
            </p14:nvContentPartPr>
            <p14:xfrm>
              <a:off x="10096749" y="1679305"/>
              <a:ext cx="242640" cy="14832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E91A42F6-DE0E-4F50-BE76-16C5C35C386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78749" y="1661305"/>
                <a:ext cx="2782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AB0DC999-C303-43FD-BA48-B3A3CD73851A}"/>
                  </a:ext>
                </a:extLst>
              </p14:cNvPr>
              <p14:cNvContentPartPr/>
              <p14:nvPr/>
            </p14:nvContentPartPr>
            <p14:xfrm>
              <a:off x="1194309" y="5019025"/>
              <a:ext cx="99000" cy="138780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AB0DC999-C303-43FD-BA48-B3A3CD73851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76309" y="5001385"/>
                <a:ext cx="134640" cy="14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EC867ACF-D0D7-4845-9E5E-48CCB8263177}"/>
                  </a:ext>
                </a:extLst>
              </p14:cNvPr>
              <p14:cNvContentPartPr/>
              <p14:nvPr/>
            </p14:nvContentPartPr>
            <p14:xfrm>
              <a:off x="649269" y="5683945"/>
              <a:ext cx="205920" cy="10836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EC867ACF-D0D7-4845-9E5E-48CCB826317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31629" y="5666305"/>
                <a:ext cx="2415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B794AE30-A203-486A-A701-9BE57F911AC5}"/>
                  </a:ext>
                </a:extLst>
              </p14:cNvPr>
              <p14:cNvContentPartPr/>
              <p14:nvPr/>
            </p14:nvContentPartPr>
            <p14:xfrm>
              <a:off x="1448469" y="5206945"/>
              <a:ext cx="140760" cy="1890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B794AE30-A203-486A-A701-9BE57F911AC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430469" y="5188945"/>
                <a:ext cx="1764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3E8E5439-4E0E-4054-8652-F95BC4935A8A}"/>
                  </a:ext>
                </a:extLst>
              </p14:cNvPr>
              <p14:cNvContentPartPr/>
              <p14:nvPr/>
            </p14:nvContentPartPr>
            <p14:xfrm>
              <a:off x="1347309" y="4868185"/>
              <a:ext cx="669240" cy="5544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3E8E5439-4E0E-4054-8652-F95BC4935A8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329309" y="4850185"/>
                <a:ext cx="7048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C1193B08-F7E5-4ECA-A3FF-80530E646DCF}"/>
                  </a:ext>
                </a:extLst>
              </p14:cNvPr>
              <p14:cNvContentPartPr/>
              <p14:nvPr/>
            </p14:nvContentPartPr>
            <p14:xfrm>
              <a:off x="1737189" y="4999945"/>
              <a:ext cx="344520" cy="39636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C1193B08-F7E5-4ECA-A3FF-80530E646DC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719189" y="4981945"/>
                <a:ext cx="3801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B3F8EAFA-8926-4CB3-ADD7-721029625498}"/>
                  </a:ext>
                </a:extLst>
              </p14:cNvPr>
              <p14:cNvContentPartPr/>
              <p14:nvPr/>
            </p14:nvContentPartPr>
            <p14:xfrm>
              <a:off x="2348469" y="4855585"/>
              <a:ext cx="226080" cy="1008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B3F8EAFA-8926-4CB3-ADD7-72102962549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330469" y="4837945"/>
                <a:ext cx="2617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A4881539-A0F4-441F-9E60-D08C69233A50}"/>
                  </a:ext>
                </a:extLst>
              </p14:cNvPr>
              <p14:cNvContentPartPr/>
              <p14:nvPr/>
            </p14:nvContentPartPr>
            <p14:xfrm>
              <a:off x="2229669" y="4972225"/>
              <a:ext cx="408600" cy="46692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A4881539-A0F4-441F-9E60-D08C69233A5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212029" y="4954239"/>
                <a:ext cx="444240" cy="502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02771902-598B-4804-9AC2-CF15B868A548}"/>
                  </a:ext>
                </a:extLst>
              </p14:cNvPr>
              <p14:cNvContentPartPr/>
              <p14:nvPr/>
            </p14:nvContentPartPr>
            <p14:xfrm>
              <a:off x="1854909" y="5847025"/>
              <a:ext cx="319680" cy="3664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02771902-598B-4804-9AC2-CF15B868A54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837269" y="5829025"/>
                <a:ext cx="35532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455EEDF0-20C0-4464-BB49-25B414B08B47}"/>
                  </a:ext>
                </a:extLst>
              </p14:cNvPr>
              <p14:cNvContentPartPr/>
              <p14:nvPr/>
            </p14:nvContentPartPr>
            <p14:xfrm>
              <a:off x="1585989" y="5962585"/>
              <a:ext cx="135720" cy="16416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455EEDF0-20C0-4464-BB49-25B414B08B4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567989" y="5944585"/>
                <a:ext cx="1713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C5204E2F-3620-4798-BDCD-88BEC0367EC3}"/>
                  </a:ext>
                </a:extLst>
              </p14:cNvPr>
              <p14:cNvContentPartPr/>
              <p14:nvPr/>
            </p14:nvContentPartPr>
            <p14:xfrm>
              <a:off x="2872989" y="4826785"/>
              <a:ext cx="97200" cy="144288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C5204E2F-3620-4798-BDCD-88BEC0367EC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854989" y="4808785"/>
                <a:ext cx="132840" cy="14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2988F9E5-EE22-41E6-B4D9-0AAACD2673E8}"/>
                  </a:ext>
                </a:extLst>
              </p14:cNvPr>
              <p14:cNvContentPartPr/>
              <p14:nvPr/>
            </p14:nvContentPartPr>
            <p14:xfrm>
              <a:off x="3974949" y="5625625"/>
              <a:ext cx="28800" cy="648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2988F9E5-EE22-41E6-B4D9-0AAACD2673E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956949" y="5607985"/>
                <a:ext cx="644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FBF9DD48-A121-44F3-87BB-E526385C99C0}"/>
                  </a:ext>
                </a:extLst>
              </p14:cNvPr>
              <p14:cNvContentPartPr/>
              <p14:nvPr/>
            </p14:nvContentPartPr>
            <p14:xfrm>
              <a:off x="4177269" y="5645065"/>
              <a:ext cx="342720" cy="2448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FBF9DD48-A121-44F3-87BB-E526385C99C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159269" y="5627065"/>
                <a:ext cx="3783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62D5C1F6-F033-4076-BD12-81EE7222E293}"/>
                  </a:ext>
                </a:extLst>
              </p14:cNvPr>
              <p14:cNvContentPartPr/>
              <p14:nvPr/>
            </p14:nvContentPartPr>
            <p14:xfrm>
              <a:off x="4682349" y="5676745"/>
              <a:ext cx="28440" cy="216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62D5C1F6-F033-4076-BD12-81EE7222E29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664709" y="5659105"/>
                <a:ext cx="640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0190300D-E4FB-4337-B38B-180F345F3981}"/>
                  </a:ext>
                </a:extLst>
              </p14:cNvPr>
              <p14:cNvContentPartPr/>
              <p14:nvPr/>
            </p14:nvContentPartPr>
            <p14:xfrm>
              <a:off x="4976109" y="5689345"/>
              <a:ext cx="23040" cy="900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0190300D-E4FB-4337-B38B-180F345F398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958109" y="5671705"/>
                <a:ext cx="586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4288E3F2-5F40-404B-B939-F38771AF5A6D}"/>
                  </a:ext>
                </a:extLst>
              </p14:cNvPr>
              <p14:cNvContentPartPr/>
              <p14:nvPr/>
            </p14:nvContentPartPr>
            <p14:xfrm>
              <a:off x="3281949" y="5553625"/>
              <a:ext cx="217080" cy="14724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4288E3F2-5F40-404B-B939-F38771AF5A6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263979" y="5535625"/>
                <a:ext cx="252661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F3FDF9D7-C6A9-4A4E-B2D0-A44F9A9F0A29}"/>
                  </a:ext>
                </a:extLst>
              </p14:cNvPr>
              <p14:cNvContentPartPr/>
              <p14:nvPr/>
            </p14:nvContentPartPr>
            <p14:xfrm>
              <a:off x="2333349" y="5804185"/>
              <a:ext cx="272880" cy="41292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F3FDF9D7-C6A9-4A4E-B2D0-A44F9A9F0A2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15686" y="5786545"/>
                <a:ext cx="308567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7B8CE5DA-CFA8-4D08-8E64-4BD4C4180CE1}"/>
                  </a:ext>
                </a:extLst>
              </p14:cNvPr>
              <p14:cNvContentPartPr/>
              <p14:nvPr/>
            </p14:nvContentPartPr>
            <p14:xfrm>
              <a:off x="10427949" y="5228545"/>
              <a:ext cx="29880" cy="464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7B8CE5DA-CFA8-4D08-8E64-4BD4C4180CE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410309" y="5210905"/>
                <a:ext cx="655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C22EA253-5ADB-4BDA-891F-D65E2A7B2ED4}"/>
                  </a:ext>
                </a:extLst>
              </p14:cNvPr>
              <p14:cNvContentPartPr/>
              <p14:nvPr/>
            </p14:nvContentPartPr>
            <p14:xfrm>
              <a:off x="10943469" y="5055385"/>
              <a:ext cx="689040" cy="41724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C22EA253-5ADB-4BDA-891F-D65E2A7B2ED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925820" y="5037745"/>
                <a:ext cx="724699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A8BC9BE6-B0A3-44DB-AA00-101F9DDDFCD8}"/>
                  </a:ext>
                </a:extLst>
              </p14:cNvPr>
              <p14:cNvContentPartPr/>
              <p14:nvPr/>
            </p14:nvContentPartPr>
            <p14:xfrm>
              <a:off x="9167949" y="5330425"/>
              <a:ext cx="1512720" cy="35856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A8BC9BE6-B0A3-44DB-AA00-101F9DDDFCD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150309" y="5312443"/>
                <a:ext cx="1548360" cy="394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1B68C6F3-E16A-4A20-A43A-52947636B640}"/>
                  </a:ext>
                </a:extLst>
              </p14:cNvPr>
              <p14:cNvContentPartPr/>
              <p14:nvPr/>
            </p14:nvContentPartPr>
            <p14:xfrm>
              <a:off x="7955109" y="5200825"/>
              <a:ext cx="642600" cy="38736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1B68C6F3-E16A-4A20-A43A-52947636B64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937109" y="5183185"/>
                <a:ext cx="67824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D94665FB-78A0-4E7E-8AB2-DDFFFBAFE6DC}"/>
                  </a:ext>
                </a:extLst>
              </p14:cNvPr>
              <p14:cNvContentPartPr/>
              <p14:nvPr/>
            </p14:nvContentPartPr>
            <p14:xfrm>
              <a:off x="6872229" y="5330785"/>
              <a:ext cx="507240" cy="32544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D94665FB-78A0-4E7E-8AB2-DDFFFBAFE6D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854229" y="5313145"/>
                <a:ext cx="54288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3A58A4B2-F5DF-4E42-84C6-985003371CF3}"/>
                  </a:ext>
                </a:extLst>
              </p14:cNvPr>
              <p14:cNvContentPartPr/>
              <p14:nvPr/>
            </p14:nvContentPartPr>
            <p14:xfrm>
              <a:off x="8501229" y="5875825"/>
              <a:ext cx="666720" cy="60588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3A58A4B2-F5DF-4E42-84C6-985003371CF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483589" y="5858185"/>
                <a:ext cx="702360" cy="64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0410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04F55E96-2B00-47C5-B897-814D621E05C1}"/>
                  </a:ext>
                </a:extLst>
              </p14:cNvPr>
              <p14:cNvContentPartPr/>
              <p14:nvPr/>
            </p14:nvContentPartPr>
            <p14:xfrm>
              <a:off x="5596029" y="899545"/>
              <a:ext cx="2160" cy="147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04F55E96-2B00-47C5-B897-814D621E05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78029" y="881905"/>
                <a:ext cx="3780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E326213-4B7E-4F6D-9730-45C8ECE38D2E}"/>
                  </a:ext>
                </a:extLst>
              </p14:cNvPr>
              <p14:cNvContentPartPr/>
              <p14:nvPr/>
            </p14:nvContentPartPr>
            <p14:xfrm>
              <a:off x="4673349" y="585985"/>
              <a:ext cx="772920" cy="5824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E326213-4B7E-4F6D-9730-45C8ECE38D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55709" y="567985"/>
                <a:ext cx="808560" cy="6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8783622D-6C56-47DD-9D0D-F9D55B3333AE}"/>
                  </a:ext>
                </a:extLst>
              </p14:cNvPr>
              <p14:cNvContentPartPr/>
              <p14:nvPr/>
            </p14:nvContentPartPr>
            <p14:xfrm>
              <a:off x="2710269" y="452785"/>
              <a:ext cx="1470240" cy="4568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8783622D-6C56-47DD-9D0D-F9D55B3333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92625" y="435145"/>
                <a:ext cx="1505889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523486AC-D59F-44BB-BF78-3F237D3F198F}"/>
                  </a:ext>
                </a:extLst>
              </p14:cNvPr>
              <p14:cNvContentPartPr/>
              <p14:nvPr/>
            </p14:nvContentPartPr>
            <p14:xfrm>
              <a:off x="1072989" y="609025"/>
              <a:ext cx="1071000" cy="3733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523486AC-D59F-44BB-BF78-3F237D3F198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4983" y="591385"/>
                <a:ext cx="1106652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B1F247D4-2C38-492E-B371-FE700C7ACF14}"/>
                  </a:ext>
                </a:extLst>
              </p14:cNvPr>
              <p14:cNvContentPartPr/>
              <p14:nvPr/>
            </p14:nvContentPartPr>
            <p14:xfrm>
              <a:off x="9034749" y="201865"/>
              <a:ext cx="26640" cy="15498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B1F247D4-2C38-492E-B371-FE700C7ACF1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17109" y="183865"/>
                <a:ext cx="62280" cy="158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53F11902-74D5-4ABA-A124-911EDE94A4E2}"/>
                  </a:ext>
                </a:extLst>
              </p14:cNvPr>
              <p14:cNvContentPartPr/>
              <p14:nvPr/>
            </p14:nvContentPartPr>
            <p14:xfrm>
              <a:off x="9281709" y="335065"/>
              <a:ext cx="352800" cy="5695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53F11902-74D5-4ABA-A124-911EDE94A4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63709" y="317425"/>
                <a:ext cx="388440" cy="60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7C39B3FE-3D67-4A28-B37D-56C357E84273}"/>
                  </a:ext>
                </a:extLst>
              </p14:cNvPr>
              <p14:cNvContentPartPr/>
              <p14:nvPr/>
            </p14:nvContentPartPr>
            <p14:xfrm>
              <a:off x="9815949" y="322825"/>
              <a:ext cx="321840" cy="5468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7C39B3FE-3D67-4A28-B37D-56C357E8427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97949" y="304825"/>
                <a:ext cx="357480" cy="5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AF7E4A26-6B03-44B4-9E03-9A3448FF98D3}"/>
                  </a:ext>
                </a:extLst>
              </p14:cNvPr>
              <p14:cNvContentPartPr/>
              <p14:nvPr/>
            </p14:nvContentPartPr>
            <p14:xfrm>
              <a:off x="9831789" y="176665"/>
              <a:ext cx="368280" cy="295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AF7E4A26-6B03-44B4-9E03-9A3448FF98D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814149" y="159025"/>
                <a:ext cx="4039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225C6EC6-2B3D-4131-BD49-2B9D1ACCA933}"/>
                  </a:ext>
                </a:extLst>
              </p14:cNvPr>
              <p14:cNvContentPartPr/>
              <p14:nvPr/>
            </p14:nvContentPartPr>
            <p14:xfrm>
              <a:off x="9850509" y="1071265"/>
              <a:ext cx="340920" cy="5256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225C6EC6-2B3D-4131-BD49-2B9D1ACCA93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32869" y="1053265"/>
                <a:ext cx="376560" cy="56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09E8443E-7D4A-4A83-9FE2-BE552DADCACE}"/>
                  </a:ext>
                </a:extLst>
              </p14:cNvPr>
              <p14:cNvContentPartPr/>
              <p14:nvPr/>
            </p14:nvContentPartPr>
            <p14:xfrm>
              <a:off x="10409589" y="169825"/>
              <a:ext cx="135720" cy="15494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09E8443E-7D4A-4A83-9FE2-BE552DADCAC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391949" y="151825"/>
                <a:ext cx="171360" cy="158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0C779DEF-2035-40C0-836A-6C5E91DA2EAC}"/>
                  </a:ext>
                </a:extLst>
              </p14:cNvPr>
              <p14:cNvContentPartPr/>
              <p14:nvPr/>
            </p14:nvContentPartPr>
            <p14:xfrm>
              <a:off x="9206109" y="1082425"/>
              <a:ext cx="498960" cy="4431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0C779DEF-2035-40C0-836A-6C5E91DA2EA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188469" y="1064785"/>
                <a:ext cx="53460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D6898EF8-5B81-4AE5-95CA-F8EDFAB9C608}"/>
                  </a:ext>
                </a:extLst>
              </p14:cNvPr>
              <p14:cNvContentPartPr/>
              <p14:nvPr/>
            </p14:nvContentPartPr>
            <p14:xfrm>
              <a:off x="6337989" y="690385"/>
              <a:ext cx="577080" cy="3132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D6898EF8-5B81-4AE5-95CA-F8EDFAB9C60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320349" y="672745"/>
                <a:ext cx="61272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7601B973-4CF7-4A59-A435-C6B21721317E}"/>
                  </a:ext>
                </a:extLst>
              </p14:cNvPr>
              <p14:cNvContentPartPr/>
              <p14:nvPr/>
            </p14:nvContentPartPr>
            <p14:xfrm>
              <a:off x="1010349" y="1716745"/>
              <a:ext cx="810360" cy="36324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7601B973-4CF7-4A59-A435-C6B21721317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92709" y="1698745"/>
                <a:ext cx="84600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B57A6815-9E29-43F8-B747-9077E5CC2C5C}"/>
                  </a:ext>
                </a:extLst>
              </p14:cNvPr>
              <p14:cNvContentPartPr/>
              <p14:nvPr/>
            </p14:nvContentPartPr>
            <p14:xfrm>
              <a:off x="269109" y="1838065"/>
              <a:ext cx="494280" cy="3189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B57A6815-9E29-43F8-B747-9077E5CC2C5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1469" y="1820425"/>
                <a:ext cx="52992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B90828E9-EBAD-42AC-AAEE-B8ADE4B3B69A}"/>
                  </a:ext>
                </a:extLst>
              </p14:cNvPr>
              <p14:cNvContentPartPr/>
              <p14:nvPr/>
            </p14:nvContentPartPr>
            <p14:xfrm>
              <a:off x="5296509" y="2042185"/>
              <a:ext cx="2160" cy="79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B90828E9-EBAD-42AC-AAEE-B8ADE4B3B69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78509" y="2024545"/>
                <a:ext cx="378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E244BE4A-F5BA-44AB-92B0-F2C74DF871D0}"/>
                  </a:ext>
                </a:extLst>
              </p14:cNvPr>
              <p14:cNvContentPartPr/>
              <p14:nvPr/>
            </p14:nvContentPartPr>
            <p14:xfrm>
              <a:off x="377829" y="2771545"/>
              <a:ext cx="534600" cy="71064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E244BE4A-F5BA-44AB-92B0-F2C74DF871D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0189" y="2753896"/>
                <a:ext cx="570240" cy="746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F054AC0B-7E74-4361-8209-8A5B0808A180}"/>
                  </a:ext>
                </a:extLst>
              </p14:cNvPr>
              <p14:cNvContentPartPr/>
              <p14:nvPr/>
            </p14:nvContentPartPr>
            <p14:xfrm>
              <a:off x="4621509" y="1538185"/>
              <a:ext cx="470520" cy="5259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F054AC0B-7E74-4361-8209-8A5B0808A18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03869" y="1520545"/>
                <a:ext cx="50616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FA6CDB75-B555-4475-875F-9C0EEACB8B9D}"/>
                  </a:ext>
                </a:extLst>
              </p14:cNvPr>
              <p14:cNvContentPartPr/>
              <p14:nvPr/>
            </p14:nvContentPartPr>
            <p14:xfrm>
              <a:off x="2316069" y="1567705"/>
              <a:ext cx="1896120" cy="4856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FA6CDB75-B555-4475-875F-9C0EEACB8B9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298072" y="1549718"/>
                <a:ext cx="1931753" cy="521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C63F3245-93ED-4CEE-B10D-9246B19ADFFE}"/>
                  </a:ext>
                </a:extLst>
              </p14:cNvPr>
              <p14:cNvContentPartPr/>
              <p14:nvPr/>
            </p14:nvContentPartPr>
            <p14:xfrm>
              <a:off x="1125909" y="3113185"/>
              <a:ext cx="222120" cy="2016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C63F3245-93ED-4CEE-B10D-9246B19ADFF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08269" y="3095185"/>
                <a:ext cx="2577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965E536B-9860-4EA9-A3DC-60D7ECA9EF58}"/>
                  </a:ext>
                </a:extLst>
              </p14:cNvPr>
              <p14:cNvContentPartPr/>
              <p14:nvPr/>
            </p14:nvContentPartPr>
            <p14:xfrm>
              <a:off x="1144989" y="3282025"/>
              <a:ext cx="212040" cy="100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965E536B-9860-4EA9-A3DC-60D7ECA9EF5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26989" y="3264385"/>
                <a:ext cx="2476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60494FAE-03B2-4629-BE32-159058CCA884}"/>
                  </a:ext>
                </a:extLst>
              </p14:cNvPr>
              <p14:cNvContentPartPr/>
              <p14:nvPr/>
            </p14:nvContentPartPr>
            <p14:xfrm>
              <a:off x="2372229" y="2536825"/>
              <a:ext cx="351720" cy="81000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60494FAE-03B2-4629-BE32-159058CCA88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354589" y="2519185"/>
                <a:ext cx="387360" cy="84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4F7DBCAE-AC46-45A9-AF30-487ECD4F4F6D}"/>
                  </a:ext>
                </a:extLst>
              </p14:cNvPr>
              <p14:cNvContentPartPr/>
              <p14:nvPr/>
            </p14:nvContentPartPr>
            <p14:xfrm>
              <a:off x="7686549" y="394105"/>
              <a:ext cx="1053720" cy="7290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4F7DBCAE-AC46-45A9-AF30-487ECD4F4F6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668549" y="376465"/>
                <a:ext cx="1089360" cy="76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53A06522-8DEC-42ED-A234-79FFAD891692}"/>
                  </a:ext>
                </a:extLst>
              </p14:cNvPr>
              <p14:cNvContentPartPr/>
              <p14:nvPr/>
            </p14:nvContentPartPr>
            <p14:xfrm>
              <a:off x="3046149" y="2497225"/>
              <a:ext cx="81000" cy="155628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53A06522-8DEC-42ED-A234-79FFAD89169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028149" y="2479585"/>
                <a:ext cx="116640" cy="159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7EC76E4E-AD27-4F96-AF81-AA9C4AE8482B}"/>
                  </a:ext>
                </a:extLst>
              </p14:cNvPr>
              <p14:cNvContentPartPr/>
              <p14:nvPr/>
            </p14:nvContentPartPr>
            <p14:xfrm>
              <a:off x="2510109" y="3589825"/>
              <a:ext cx="394920" cy="4413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7EC76E4E-AD27-4F96-AF81-AA9C4AE8482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92109" y="3571825"/>
                <a:ext cx="43056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EC60EF78-C945-4142-975B-5CE1345E0B74}"/>
                  </a:ext>
                </a:extLst>
              </p14:cNvPr>
              <p14:cNvContentPartPr/>
              <p14:nvPr/>
            </p14:nvContentPartPr>
            <p14:xfrm>
              <a:off x="767709" y="4895185"/>
              <a:ext cx="180720" cy="45900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EC60EF78-C945-4142-975B-5CE1345E0B7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49709" y="4877545"/>
                <a:ext cx="21636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4AFF7B6D-83D5-44BF-9F37-8483A057CCDE}"/>
                  </a:ext>
                </a:extLst>
              </p14:cNvPr>
              <p14:cNvContentPartPr/>
              <p14:nvPr/>
            </p14:nvContentPartPr>
            <p14:xfrm>
              <a:off x="1159389" y="5081665"/>
              <a:ext cx="186120" cy="104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4AFF7B6D-83D5-44BF-9F37-8483A057CCD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41749" y="5064025"/>
                <a:ext cx="2217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4654B802-7525-423B-85BD-828D99E6F715}"/>
                  </a:ext>
                </a:extLst>
              </p14:cNvPr>
              <p14:cNvContentPartPr/>
              <p14:nvPr/>
            </p14:nvContentPartPr>
            <p14:xfrm>
              <a:off x="1077669" y="5192545"/>
              <a:ext cx="283680" cy="2181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4654B802-7525-423B-85BD-828D99E6F71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59669" y="5174876"/>
                <a:ext cx="319320" cy="2538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F5774145-D618-4426-A5D0-06FD2DB47C1D}"/>
                  </a:ext>
                </a:extLst>
              </p14:cNvPr>
              <p14:cNvContentPartPr/>
              <p14:nvPr/>
            </p14:nvContentPartPr>
            <p14:xfrm>
              <a:off x="1491669" y="4189585"/>
              <a:ext cx="1717920" cy="43884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F5774145-D618-4426-A5D0-06FD2DB47C1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473669" y="4171585"/>
                <a:ext cx="175356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D70A908E-52ED-498B-874E-64235A4DED15}"/>
                  </a:ext>
                </a:extLst>
              </p14:cNvPr>
              <p14:cNvContentPartPr/>
              <p14:nvPr/>
            </p14:nvContentPartPr>
            <p14:xfrm>
              <a:off x="519669" y="4292545"/>
              <a:ext cx="626040" cy="25920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D70A908E-52ED-498B-874E-64235A4DED1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01679" y="4274905"/>
                <a:ext cx="66166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BE880BBD-201D-4193-B4A4-4DA907FC217E}"/>
                  </a:ext>
                </a:extLst>
              </p14:cNvPr>
              <p14:cNvContentPartPr/>
              <p14:nvPr/>
            </p14:nvContentPartPr>
            <p14:xfrm>
              <a:off x="767709" y="5712385"/>
              <a:ext cx="303480" cy="3729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BE880BBD-201D-4193-B4A4-4DA907FC217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49709" y="5694402"/>
                <a:ext cx="339120" cy="408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55520313-AF51-44F4-BE13-8F8C92B6C196}"/>
                  </a:ext>
                </a:extLst>
              </p14:cNvPr>
              <p14:cNvContentPartPr/>
              <p14:nvPr/>
            </p14:nvContentPartPr>
            <p14:xfrm>
              <a:off x="1308429" y="5568745"/>
              <a:ext cx="1026000" cy="51228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55520313-AF51-44F4-BE13-8F8C92B6C19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290789" y="5551105"/>
                <a:ext cx="106164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060058D6-995B-4177-B449-BAD2E4CB72C9}"/>
                  </a:ext>
                </a:extLst>
              </p14:cNvPr>
              <p14:cNvContentPartPr/>
              <p14:nvPr/>
            </p14:nvContentPartPr>
            <p14:xfrm>
              <a:off x="1486989" y="4776745"/>
              <a:ext cx="720000" cy="53424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060058D6-995B-4177-B449-BAD2E4CB72C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468989" y="4759105"/>
                <a:ext cx="755640" cy="56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5AC646B6-E48E-4AD7-B231-5B23301C4BDB}"/>
                  </a:ext>
                </a:extLst>
              </p14:cNvPr>
              <p14:cNvContentPartPr/>
              <p14:nvPr/>
            </p14:nvContentPartPr>
            <p14:xfrm>
              <a:off x="3436029" y="3166465"/>
              <a:ext cx="206280" cy="1728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5AC646B6-E48E-4AD7-B231-5B23301C4BD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418389" y="3148465"/>
                <a:ext cx="2419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6BD399A5-9B03-42D9-8DD9-772FFC9D798A}"/>
                  </a:ext>
                </a:extLst>
              </p14:cNvPr>
              <p14:cNvContentPartPr/>
              <p14:nvPr/>
            </p14:nvContentPartPr>
            <p14:xfrm>
              <a:off x="3479229" y="3339625"/>
              <a:ext cx="175320" cy="2052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6BD399A5-9B03-42D9-8DD9-772FFC9D798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461589" y="3321625"/>
                <a:ext cx="2109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D949AF43-8F07-40F8-AFC4-923FA3D38897}"/>
                  </a:ext>
                </a:extLst>
              </p14:cNvPr>
              <p14:cNvContentPartPr/>
              <p14:nvPr/>
            </p14:nvContentPartPr>
            <p14:xfrm>
              <a:off x="1423629" y="2447905"/>
              <a:ext cx="804960" cy="90828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D949AF43-8F07-40F8-AFC4-923FA3D3889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405629" y="2412265"/>
                <a:ext cx="840600" cy="9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2E086DB0-A067-4C49-88B4-F7F7D525BF3F}"/>
                  </a:ext>
                </a:extLst>
              </p14:cNvPr>
              <p14:cNvContentPartPr/>
              <p14:nvPr/>
            </p14:nvContentPartPr>
            <p14:xfrm>
              <a:off x="1395189" y="4633465"/>
              <a:ext cx="1035720" cy="78084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2E086DB0-A067-4C49-88B4-F7F7D525BF3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377189" y="4597825"/>
                <a:ext cx="1071360" cy="85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DC541AD0-8A06-45F5-A358-4F95E2FC502C}"/>
                  </a:ext>
                </a:extLst>
              </p14:cNvPr>
              <p14:cNvContentPartPr/>
              <p14:nvPr/>
            </p14:nvContentPartPr>
            <p14:xfrm>
              <a:off x="1711989" y="3623305"/>
              <a:ext cx="551520" cy="45468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DC541AD0-8A06-45F5-A358-4F95E2FC502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694349" y="3587665"/>
                <a:ext cx="587160" cy="5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820B5CD0-B150-492F-BCCA-2E1DBBE83369}"/>
                  </a:ext>
                </a:extLst>
              </p14:cNvPr>
              <p14:cNvContentPartPr/>
              <p14:nvPr/>
            </p14:nvContentPartPr>
            <p14:xfrm>
              <a:off x="1520469" y="5404225"/>
              <a:ext cx="1085040" cy="89172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820B5CD0-B150-492F-BCCA-2E1DBBE8336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502469" y="5368225"/>
                <a:ext cx="1120680" cy="9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6C9211E2-9EB7-4E80-A0E1-1EA503372666}"/>
                  </a:ext>
                </a:extLst>
              </p14:cNvPr>
              <p14:cNvContentPartPr/>
              <p14:nvPr/>
            </p14:nvContentPartPr>
            <p14:xfrm>
              <a:off x="4316949" y="2574265"/>
              <a:ext cx="858960" cy="1008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6C9211E2-9EB7-4E80-A0E1-1EA50337266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298949" y="2556625"/>
                <a:ext cx="8946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5F0CB36F-E79E-42F1-BE32-0D75AF58685E}"/>
                  </a:ext>
                </a:extLst>
              </p14:cNvPr>
              <p14:cNvContentPartPr/>
              <p14:nvPr/>
            </p14:nvContentPartPr>
            <p14:xfrm>
              <a:off x="3937149" y="2363305"/>
              <a:ext cx="47880" cy="172656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5F0CB36F-E79E-42F1-BE32-0D75AF58685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919375" y="2345305"/>
                <a:ext cx="83790" cy="176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2419660B-0639-406D-AD9F-896B1A1571C3}"/>
                  </a:ext>
                </a:extLst>
              </p14:cNvPr>
              <p14:cNvContentPartPr/>
              <p14:nvPr/>
            </p14:nvContentPartPr>
            <p14:xfrm>
              <a:off x="4748949" y="2694865"/>
              <a:ext cx="403920" cy="45288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2419660B-0639-406D-AD9F-896B1A1571C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731293" y="2677239"/>
                <a:ext cx="439592" cy="4884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70BDFB72-1DEE-452A-8D9A-54A20F6D3B33}"/>
                  </a:ext>
                </a:extLst>
              </p14:cNvPr>
              <p14:cNvContentPartPr/>
              <p14:nvPr/>
            </p14:nvContentPartPr>
            <p14:xfrm>
              <a:off x="4359069" y="2848945"/>
              <a:ext cx="176400" cy="24120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70BDFB72-1DEE-452A-8D9A-54A20F6D3B3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341069" y="2830945"/>
                <a:ext cx="2120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C5EDDA2F-957F-4C0E-B343-B5AA63973F81}"/>
                  </a:ext>
                </a:extLst>
              </p14:cNvPr>
              <p14:cNvContentPartPr/>
              <p14:nvPr/>
            </p14:nvContentPartPr>
            <p14:xfrm>
              <a:off x="5519709" y="2935345"/>
              <a:ext cx="29520" cy="864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C5EDDA2F-957F-4C0E-B343-B5AA63973F8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501709" y="2917705"/>
                <a:ext cx="651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BF3D04DF-5BA4-4FC8-9D47-FD9FFC7B33DA}"/>
                  </a:ext>
                </a:extLst>
              </p14:cNvPr>
              <p14:cNvContentPartPr/>
              <p14:nvPr/>
            </p14:nvContentPartPr>
            <p14:xfrm>
              <a:off x="5885469" y="2516665"/>
              <a:ext cx="335520" cy="36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BF3D04DF-5BA4-4FC8-9D47-FD9FFC7B33D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867829" y="2498665"/>
                <a:ext cx="371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0799D4FB-B1E1-4024-991E-DAA3E700924E}"/>
                  </a:ext>
                </a:extLst>
              </p14:cNvPr>
              <p14:cNvContentPartPr/>
              <p14:nvPr/>
            </p14:nvContentPartPr>
            <p14:xfrm>
              <a:off x="5856309" y="2598025"/>
              <a:ext cx="403200" cy="53820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0799D4FB-B1E1-4024-991E-DAA3E700924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838669" y="2580385"/>
                <a:ext cx="438840" cy="57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0EC095C8-D1EC-4D85-AB78-69A6B9C4736A}"/>
                  </a:ext>
                </a:extLst>
              </p14:cNvPr>
              <p14:cNvContentPartPr/>
              <p14:nvPr/>
            </p14:nvContentPartPr>
            <p14:xfrm>
              <a:off x="4249269" y="3440425"/>
              <a:ext cx="1133280" cy="7776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0EC095C8-D1EC-4D85-AB78-69A6B9C4736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231269" y="3422425"/>
                <a:ext cx="11689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8D1287AE-5949-44AE-8E4A-37DF6D4AFA89}"/>
                  </a:ext>
                </a:extLst>
              </p14:cNvPr>
              <p14:cNvContentPartPr/>
              <p14:nvPr/>
            </p14:nvContentPartPr>
            <p14:xfrm>
              <a:off x="1553949" y="2589025"/>
              <a:ext cx="647280" cy="142128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8D1287AE-5949-44AE-8E4A-37DF6D4AFA8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536299" y="2571025"/>
                <a:ext cx="682940" cy="14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4A9222C7-38B4-4651-A9F9-97699A2199D2}"/>
                  </a:ext>
                </a:extLst>
              </p14:cNvPr>
              <p14:cNvContentPartPr/>
              <p14:nvPr/>
            </p14:nvContentPartPr>
            <p14:xfrm>
              <a:off x="4403349" y="3665065"/>
              <a:ext cx="705960" cy="41976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4A9222C7-38B4-4651-A9F9-97699A2199D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385709" y="3647080"/>
                <a:ext cx="741600" cy="4553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D9CF4EC4-62DB-4714-9DB5-ACC8520A7435}"/>
                  </a:ext>
                </a:extLst>
              </p14:cNvPr>
              <p14:cNvContentPartPr/>
              <p14:nvPr/>
            </p14:nvContentPartPr>
            <p14:xfrm>
              <a:off x="5775309" y="3806545"/>
              <a:ext cx="51840" cy="5652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D9CF4EC4-62DB-4714-9DB5-ACC8520A743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757309" y="3788905"/>
                <a:ext cx="874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04CF9B1B-CCFA-48AC-90B2-A16C4EB71DFC}"/>
                  </a:ext>
                </a:extLst>
              </p14:cNvPr>
              <p14:cNvContentPartPr/>
              <p14:nvPr/>
            </p14:nvContentPartPr>
            <p14:xfrm>
              <a:off x="5991309" y="3570385"/>
              <a:ext cx="402120" cy="49500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04CF9B1B-CCFA-48AC-90B2-A16C4EB71DF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973653" y="3552732"/>
                <a:ext cx="437792" cy="530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BC05FAC0-DA62-4F73-9B51-FED413F8AAB2}"/>
                  </a:ext>
                </a:extLst>
              </p14:cNvPr>
              <p14:cNvContentPartPr/>
              <p14:nvPr/>
            </p14:nvContentPartPr>
            <p14:xfrm>
              <a:off x="6814269" y="2425225"/>
              <a:ext cx="73440" cy="173376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BC05FAC0-DA62-4F73-9B51-FED413F8AAB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796269" y="2407585"/>
                <a:ext cx="109080" cy="176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BACB31BE-5936-4D3E-98EE-8356267505AB}"/>
                  </a:ext>
                </a:extLst>
              </p14:cNvPr>
              <p14:cNvContentPartPr/>
              <p14:nvPr/>
            </p14:nvContentPartPr>
            <p14:xfrm>
              <a:off x="7102989" y="3254665"/>
              <a:ext cx="199080" cy="1260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BACB31BE-5936-4D3E-98EE-8356267505A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85349" y="3237025"/>
                <a:ext cx="2347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762F80F4-39CD-4E3E-8659-C3E600882B6F}"/>
                  </a:ext>
                </a:extLst>
              </p14:cNvPr>
              <p14:cNvContentPartPr/>
              <p14:nvPr/>
            </p14:nvContentPartPr>
            <p14:xfrm>
              <a:off x="7141509" y="3363745"/>
              <a:ext cx="243360" cy="540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762F80F4-39CD-4E3E-8659-C3E600882B6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123869" y="3346105"/>
                <a:ext cx="279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3E70C6FE-ED0F-46FF-84D2-5CB18C698B63}"/>
                  </a:ext>
                </a:extLst>
              </p14:cNvPr>
              <p14:cNvContentPartPr/>
              <p14:nvPr/>
            </p14:nvContentPartPr>
            <p14:xfrm>
              <a:off x="8833149" y="2945065"/>
              <a:ext cx="13320" cy="1836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3E70C6FE-ED0F-46FF-84D2-5CB18C698B6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815509" y="2927425"/>
                <a:ext cx="489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DB29931F-AFA3-4CD6-98C4-599B0DF11962}"/>
                  </a:ext>
                </a:extLst>
              </p14:cNvPr>
              <p14:cNvContentPartPr/>
              <p14:nvPr/>
            </p14:nvContentPartPr>
            <p14:xfrm>
              <a:off x="9052389" y="2569585"/>
              <a:ext cx="356400" cy="55080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DB29931F-AFA3-4CD6-98C4-599B0DF1196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034389" y="2551933"/>
                <a:ext cx="392040" cy="586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08BE826B-2C23-484F-BD42-B46EEBB6A8ED}"/>
                  </a:ext>
                </a:extLst>
              </p14:cNvPr>
              <p14:cNvContentPartPr/>
              <p14:nvPr/>
            </p14:nvContentPartPr>
            <p14:xfrm>
              <a:off x="8835669" y="3703585"/>
              <a:ext cx="2160" cy="216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08BE826B-2C23-484F-BD42-B46EEBB6A8E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818029" y="3685945"/>
                <a:ext cx="378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2F651158-8210-4A6A-ADDC-CD1321A6BAD6}"/>
                  </a:ext>
                </a:extLst>
              </p14:cNvPr>
              <p14:cNvContentPartPr/>
              <p14:nvPr/>
            </p14:nvContentPartPr>
            <p14:xfrm>
              <a:off x="9016749" y="3459505"/>
              <a:ext cx="358560" cy="46008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2F651158-8210-4A6A-ADDC-CD1321A6BAD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998767" y="3441519"/>
                <a:ext cx="394164" cy="495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82D3F42F-0449-4817-A07C-3DA0A54C5CBC}"/>
                  </a:ext>
                </a:extLst>
              </p14:cNvPr>
              <p14:cNvContentPartPr/>
              <p14:nvPr/>
            </p14:nvContentPartPr>
            <p14:xfrm>
              <a:off x="7675749" y="2569945"/>
              <a:ext cx="1025280" cy="150624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82D3F42F-0449-4817-A07C-3DA0A54C5CB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657749" y="2552305"/>
                <a:ext cx="1060920" cy="154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5CF62626-0417-4AE7-BB1D-B4945DA6C98A}"/>
                  </a:ext>
                </a:extLst>
              </p14:cNvPr>
              <p14:cNvContentPartPr/>
              <p14:nvPr/>
            </p14:nvContentPartPr>
            <p14:xfrm>
              <a:off x="9548109" y="2531065"/>
              <a:ext cx="140040" cy="139212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5CF62626-0417-4AE7-BB1D-B4945DA6C98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530469" y="2513425"/>
                <a:ext cx="175680" cy="14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114557BB-967F-41FE-9734-5C519D6C7CE4}"/>
                  </a:ext>
                </a:extLst>
              </p14:cNvPr>
              <p14:cNvContentPartPr/>
              <p14:nvPr/>
            </p14:nvContentPartPr>
            <p14:xfrm>
              <a:off x="10409589" y="3286705"/>
              <a:ext cx="31680" cy="468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114557BB-967F-41FE-9734-5C519D6C7CE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391949" y="3269065"/>
                <a:ext cx="673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F55AF595-6941-43E6-AD66-2FF432ADC558}"/>
                  </a:ext>
                </a:extLst>
              </p14:cNvPr>
              <p14:cNvContentPartPr/>
              <p14:nvPr/>
            </p14:nvContentPartPr>
            <p14:xfrm>
              <a:off x="10645389" y="3276985"/>
              <a:ext cx="36360" cy="36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F55AF595-6941-43E6-AD66-2FF432ADC55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627389" y="3258985"/>
                <a:ext cx="72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A00A7022-EAB6-4D17-86CA-87E231C567E8}"/>
                  </a:ext>
                </a:extLst>
              </p14:cNvPr>
              <p14:cNvContentPartPr/>
              <p14:nvPr/>
            </p14:nvContentPartPr>
            <p14:xfrm>
              <a:off x="10842669" y="3276265"/>
              <a:ext cx="322200" cy="3024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A00A7022-EAB6-4D17-86CA-87E231C567E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824669" y="3258265"/>
                <a:ext cx="3578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CC324129-FBA1-4C8D-80B4-01E9A7A3307F}"/>
                  </a:ext>
                </a:extLst>
              </p14:cNvPr>
              <p14:cNvContentPartPr/>
              <p14:nvPr/>
            </p14:nvContentPartPr>
            <p14:xfrm>
              <a:off x="9870309" y="3264745"/>
              <a:ext cx="226440" cy="8244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CC324129-FBA1-4C8D-80B4-01E9A7A3307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852641" y="3246745"/>
                <a:ext cx="262137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04" name="Cerneală 303">
                <a:extLst>
                  <a:ext uri="{FF2B5EF4-FFF2-40B4-BE49-F238E27FC236}">
                    <a16:creationId xmlns:a16="http://schemas.microsoft.com/office/drawing/2014/main" id="{E1C31AEB-A2DF-46C1-A89D-BD48B429AB20}"/>
                  </a:ext>
                </a:extLst>
              </p14:cNvPr>
              <p14:cNvContentPartPr/>
              <p14:nvPr/>
            </p14:nvContentPartPr>
            <p14:xfrm>
              <a:off x="4292469" y="4585945"/>
              <a:ext cx="7564680" cy="2204640"/>
            </p14:xfrm>
          </p:contentPart>
        </mc:Choice>
        <mc:Fallback xmlns="">
          <p:pic>
            <p:nvPicPr>
              <p:cNvPr id="304" name="Cerneală 303">
                <a:extLst>
                  <a:ext uri="{FF2B5EF4-FFF2-40B4-BE49-F238E27FC236}">
                    <a16:creationId xmlns:a16="http://schemas.microsoft.com/office/drawing/2014/main" id="{E1C31AEB-A2DF-46C1-A89D-BD48B429AB2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274469" y="4568305"/>
                <a:ext cx="7600320" cy="22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05" name="Cerneală 304">
                <a:extLst>
                  <a:ext uri="{FF2B5EF4-FFF2-40B4-BE49-F238E27FC236}">
                    <a16:creationId xmlns:a16="http://schemas.microsoft.com/office/drawing/2014/main" id="{6369957A-B5FC-49E9-B30E-7911E154D78D}"/>
                  </a:ext>
                </a:extLst>
              </p14:cNvPr>
              <p14:cNvContentPartPr/>
              <p14:nvPr/>
            </p14:nvContentPartPr>
            <p14:xfrm>
              <a:off x="7400709" y="153265"/>
              <a:ext cx="3807720" cy="1752120"/>
            </p14:xfrm>
          </p:contentPart>
        </mc:Choice>
        <mc:Fallback xmlns="">
          <p:pic>
            <p:nvPicPr>
              <p:cNvPr id="305" name="Cerneală 304">
                <a:extLst>
                  <a:ext uri="{FF2B5EF4-FFF2-40B4-BE49-F238E27FC236}">
                    <a16:creationId xmlns:a16="http://schemas.microsoft.com/office/drawing/2014/main" id="{6369957A-B5FC-49E9-B30E-7911E154D78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382709" y="117265"/>
                <a:ext cx="3843360" cy="182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0418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</a:t>
            </a:r>
            <a:r>
              <a:rPr lang="ro-RO" sz="2400" b="1" dirty="0" err="1">
                <a:solidFill>
                  <a:srgbClr val="FF0000"/>
                </a:solidFill>
              </a:rPr>
              <a:t>Mealy</a:t>
            </a:r>
            <a:endParaRPr lang="ro-RO" sz="2400" b="1" dirty="0">
              <a:solidFill>
                <a:srgbClr val="FF0000"/>
              </a:solidFill>
            </a:endParaRPr>
          </a:p>
          <a:p>
            <a:r>
              <a:rPr lang="ro-RO" sz="2400" b="1" dirty="0"/>
              <a:t>c) Scrierea ecuațiilor pentru starea viitoare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BA0B15C4-7880-4078-8D2D-5E53117CB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051586"/>
            <a:ext cx="10810875" cy="5686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6BC7B816-7870-4996-9432-68B3299B71A0}"/>
                  </a:ext>
                </a:extLst>
              </p14:cNvPr>
              <p14:cNvContentPartPr/>
              <p14:nvPr/>
            </p14:nvContentPartPr>
            <p14:xfrm>
              <a:off x="8512029" y="2049745"/>
              <a:ext cx="1002960" cy="13744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6BC7B816-7870-4996-9432-68B3299B71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94029" y="2014105"/>
                <a:ext cx="1038600" cy="14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23172882-87EC-4D68-A1E0-540ECC729705}"/>
                  </a:ext>
                </a:extLst>
              </p14:cNvPr>
              <p14:cNvContentPartPr/>
              <p14:nvPr/>
            </p14:nvContentPartPr>
            <p14:xfrm>
              <a:off x="9904869" y="1707385"/>
              <a:ext cx="326160" cy="4852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23172882-87EC-4D68-A1E0-540ECC7297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86869" y="1671745"/>
                <a:ext cx="36180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CFC8E2BF-5074-4A6F-BD23-52E7B934E9FB}"/>
                  </a:ext>
                </a:extLst>
              </p14:cNvPr>
              <p14:cNvContentPartPr/>
              <p14:nvPr/>
            </p14:nvContentPartPr>
            <p14:xfrm>
              <a:off x="10034109" y="1797385"/>
              <a:ext cx="333360" cy="169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CFC8E2BF-5074-4A6F-BD23-52E7B934E9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16469" y="1761745"/>
                <a:ext cx="3690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EB5A9730-9F8E-4F57-B54B-16A034613DD0}"/>
                  </a:ext>
                </a:extLst>
              </p14:cNvPr>
              <p14:cNvContentPartPr/>
              <p14:nvPr/>
            </p14:nvContentPartPr>
            <p14:xfrm>
              <a:off x="10300509" y="1898185"/>
              <a:ext cx="687600" cy="2142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EB5A9730-9F8E-4F57-B54B-16A034613D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282509" y="1862185"/>
                <a:ext cx="7232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20EA740F-3D69-4DE7-B7FE-8C6F2CF2A7B8}"/>
                  </a:ext>
                </a:extLst>
              </p14:cNvPr>
              <p14:cNvContentPartPr/>
              <p14:nvPr/>
            </p14:nvContentPartPr>
            <p14:xfrm>
              <a:off x="10197909" y="2478145"/>
              <a:ext cx="172800" cy="2296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20EA740F-3D69-4DE7-B7FE-8C6F2CF2A7B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179909" y="2442145"/>
                <a:ext cx="20844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0EE520A4-10E2-4C27-94C9-4170C269D72B}"/>
                  </a:ext>
                </a:extLst>
              </p14:cNvPr>
              <p14:cNvContentPartPr/>
              <p14:nvPr/>
            </p14:nvContentPartPr>
            <p14:xfrm>
              <a:off x="10474389" y="2487865"/>
              <a:ext cx="12600" cy="1897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0EE520A4-10E2-4C27-94C9-4170C269D72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456389" y="2452225"/>
                <a:ext cx="4824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A654C319-2A0C-48A0-9DFF-DA50E9109150}"/>
                  </a:ext>
                </a:extLst>
              </p14:cNvPr>
              <p14:cNvContentPartPr/>
              <p14:nvPr/>
            </p14:nvContentPartPr>
            <p14:xfrm>
              <a:off x="10459989" y="2357545"/>
              <a:ext cx="31680" cy="241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A654C319-2A0C-48A0-9DFF-DA50E910915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442349" y="2321905"/>
                <a:ext cx="673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D1CA2C7B-A6F3-45DB-9A5B-A40507EF6D3D}"/>
                  </a:ext>
                </a:extLst>
              </p14:cNvPr>
              <p14:cNvContentPartPr/>
              <p14:nvPr/>
            </p14:nvContentPartPr>
            <p14:xfrm>
              <a:off x="10630629" y="2449345"/>
              <a:ext cx="9720" cy="2440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D1CA2C7B-A6F3-45DB-9A5B-A40507EF6D3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612989" y="2413345"/>
                <a:ext cx="4536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CDE54DE-F694-4A63-963B-06C19555D446}"/>
                  </a:ext>
                </a:extLst>
              </p14:cNvPr>
              <p14:cNvContentPartPr/>
              <p14:nvPr/>
            </p14:nvContentPartPr>
            <p14:xfrm>
              <a:off x="10636389" y="2318305"/>
              <a:ext cx="28440" cy="36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CDE54DE-F694-4A63-963B-06C19555D44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618389" y="2282665"/>
                <a:ext cx="640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C9FEDDE4-7270-4574-B9A8-FFFFDF8A01F8}"/>
                  </a:ext>
                </a:extLst>
              </p14:cNvPr>
              <p14:cNvContentPartPr/>
              <p14:nvPr/>
            </p14:nvContentPartPr>
            <p14:xfrm>
              <a:off x="10712709" y="2252065"/>
              <a:ext cx="311760" cy="4125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C9FEDDE4-7270-4574-B9A8-FFFFDF8A01F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694709" y="2216425"/>
                <a:ext cx="347400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86E73A8B-D683-40D9-82E7-2FFF78506C77}"/>
                  </a:ext>
                </a:extLst>
              </p14:cNvPr>
              <p14:cNvContentPartPr/>
              <p14:nvPr/>
            </p14:nvContentPartPr>
            <p14:xfrm>
              <a:off x="11035269" y="2456905"/>
              <a:ext cx="151200" cy="1429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86E73A8B-D683-40D9-82E7-2FFF78506C7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017269" y="2421265"/>
                <a:ext cx="1868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6BEBCDE2-2674-4915-B17F-374C8339C546}"/>
                  </a:ext>
                </a:extLst>
              </p14:cNvPr>
              <p14:cNvContentPartPr/>
              <p14:nvPr/>
            </p14:nvContentPartPr>
            <p14:xfrm>
              <a:off x="11259189" y="2357185"/>
              <a:ext cx="680400" cy="3484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6BEBCDE2-2674-4915-B17F-374C8339C54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241549" y="2321185"/>
                <a:ext cx="71604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254097E4-CB88-46A0-8E93-0B6C4599FBA8}"/>
                  </a:ext>
                </a:extLst>
              </p14:cNvPr>
              <p14:cNvContentPartPr/>
              <p14:nvPr/>
            </p14:nvContentPartPr>
            <p14:xfrm>
              <a:off x="10156149" y="3154225"/>
              <a:ext cx="173520" cy="3967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254097E4-CB88-46A0-8E93-0B6C4599FBA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138149" y="3118585"/>
                <a:ext cx="20916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96B86996-AE17-498F-85BD-638856DA265A}"/>
                  </a:ext>
                </a:extLst>
              </p14:cNvPr>
              <p14:cNvContentPartPr/>
              <p14:nvPr/>
            </p14:nvContentPartPr>
            <p14:xfrm>
              <a:off x="10375749" y="2871265"/>
              <a:ext cx="157320" cy="4165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96B86996-AE17-498F-85BD-638856DA265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358109" y="2835625"/>
                <a:ext cx="19296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28DA0057-9C14-417D-B996-0E062DFBFF5B}"/>
                  </a:ext>
                </a:extLst>
              </p14:cNvPr>
              <p14:cNvContentPartPr/>
              <p14:nvPr/>
            </p14:nvContentPartPr>
            <p14:xfrm>
              <a:off x="10292589" y="3014185"/>
              <a:ext cx="307080" cy="32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28DA0057-9C14-417D-B996-0E062DFBFF5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274589" y="2978545"/>
                <a:ext cx="3427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91ED2310-4A69-4591-8142-C2D27A9FC346}"/>
                  </a:ext>
                </a:extLst>
              </p14:cNvPr>
              <p14:cNvContentPartPr/>
              <p14:nvPr/>
            </p14:nvContentPartPr>
            <p14:xfrm>
              <a:off x="10602189" y="3118225"/>
              <a:ext cx="574200" cy="2314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91ED2310-4A69-4591-8142-C2D27A9FC34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584189" y="3082585"/>
                <a:ext cx="60984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E6A75E7A-7EB5-43F8-BC4E-F22FD11ADFBB}"/>
                  </a:ext>
                </a:extLst>
              </p14:cNvPr>
              <p14:cNvContentPartPr/>
              <p14:nvPr/>
            </p14:nvContentPartPr>
            <p14:xfrm>
              <a:off x="10583469" y="3509545"/>
              <a:ext cx="270720" cy="4395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E6A75E7A-7EB5-43F8-BC4E-F22FD11ADFB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565829" y="3473905"/>
                <a:ext cx="30636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0136AFC2-5F21-4BE4-A7B8-C82A6FC51D7A}"/>
                  </a:ext>
                </a:extLst>
              </p14:cNvPr>
              <p14:cNvContentPartPr/>
              <p14:nvPr/>
            </p14:nvContentPartPr>
            <p14:xfrm>
              <a:off x="11005029" y="3758305"/>
              <a:ext cx="60840" cy="2646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0136AFC2-5F21-4BE4-A7B8-C82A6FC51D7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987389" y="3722305"/>
                <a:ext cx="96480" cy="33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5644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</a:t>
            </a:r>
            <a:r>
              <a:rPr lang="ro-RO" sz="2400" b="1" dirty="0" err="1">
                <a:solidFill>
                  <a:srgbClr val="FF0000"/>
                </a:solidFill>
              </a:rPr>
              <a:t>Mealy</a:t>
            </a:r>
            <a:endParaRPr lang="ro-RO" sz="2400" b="1" dirty="0">
              <a:solidFill>
                <a:srgbClr val="FF0000"/>
              </a:solidFill>
            </a:endParaRPr>
          </a:p>
          <a:p>
            <a:r>
              <a:rPr lang="ro-RO" sz="2400" b="1" dirty="0"/>
              <a:t>c) Scrierea ecuațiilor pentru starea viitoare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A15E0502-2A87-48F6-B6F4-C52CC1F33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35" y="4343390"/>
            <a:ext cx="1562100" cy="130492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D2E4EF2C-A953-4E61-A5A0-E5CDE722E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95" y="4343390"/>
            <a:ext cx="1638300" cy="1285875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8EB5C31F-2626-4447-AAE2-4ED9D8465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99" y="1143025"/>
            <a:ext cx="10506075" cy="55340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5FABF313-EE4B-4461-8673-9F891C8ED533}"/>
                  </a:ext>
                </a:extLst>
              </p14:cNvPr>
              <p14:cNvContentPartPr/>
              <p14:nvPr/>
            </p14:nvContentPartPr>
            <p14:xfrm>
              <a:off x="8609589" y="2434585"/>
              <a:ext cx="1311840" cy="14047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5FABF313-EE4B-4461-8673-9F891C8ED5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91589" y="2398945"/>
                <a:ext cx="1347480" cy="14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E52119AE-2EE5-4EFB-B55D-7E95B926C46D}"/>
                  </a:ext>
                </a:extLst>
              </p14:cNvPr>
              <p14:cNvContentPartPr/>
              <p14:nvPr/>
            </p14:nvContentPartPr>
            <p14:xfrm>
              <a:off x="10139589" y="1863985"/>
              <a:ext cx="358920" cy="5306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E52119AE-2EE5-4EFB-B55D-7E95B926C4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21589" y="1828345"/>
                <a:ext cx="394560" cy="6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04E98095-56C4-4C20-B01C-66D2ECEE3AA8}"/>
                  </a:ext>
                </a:extLst>
              </p14:cNvPr>
              <p14:cNvContentPartPr/>
              <p14:nvPr/>
            </p14:nvContentPartPr>
            <p14:xfrm>
              <a:off x="10332549" y="2076385"/>
              <a:ext cx="215640" cy="82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04E98095-56C4-4C20-B01C-66D2ECEE3AA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314549" y="2040745"/>
                <a:ext cx="2512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FEF5B8A6-0CD8-4ECA-AF79-576E69705D4F}"/>
                  </a:ext>
                </a:extLst>
              </p14:cNvPr>
              <p14:cNvContentPartPr/>
              <p14:nvPr/>
            </p14:nvContentPartPr>
            <p14:xfrm>
              <a:off x="10553229" y="2079265"/>
              <a:ext cx="717480" cy="2419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FEF5B8A6-0CD8-4ECA-AF79-576E69705D4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535589" y="2043625"/>
                <a:ext cx="75312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C2B49929-5FFE-434C-85A4-29ED5364DA9B}"/>
                  </a:ext>
                </a:extLst>
              </p14:cNvPr>
              <p14:cNvContentPartPr/>
              <p14:nvPr/>
            </p14:nvContentPartPr>
            <p14:xfrm>
              <a:off x="10255509" y="2799625"/>
              <a:ext cx="189000" cy="1699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C2B49929-5FFE-434C-85A4-29ED5364DA9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37509" y="2763985"/>
                <a:ext cx="22464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D8EE30BB-BD64-44E2-980B-4731837A5F31}"/>
                  </a:ext>
                </a:extLst>
              </p14:cNvPr>
              <p14:cNvContentPartPr/>
              <p14:nvPr/>
            </p14:nvContentPartPr>
            <p14:xfrm>
              <a:off x="10587429" y="2810065"/>
              <a:ext cx="22320" cy="1242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D8EE30BB-BD64-44E2-980B-4731837A5F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569789" y="2774425"/>
                <a:ext cx="579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E82D48F-2C11-41D3-ACF4-2E21EBE371EC}"/>
                  </a:ext>
                </a:extLst>
              </p14:cNvPr>
              <p14:cNvContentPartPr/>
              <p14:nvPr/>
            </p14:nvContentPartPr>
            <p14:xfrm>
              <a:off x="10575909" y="2677585"/>
              <a:ext cx="164520" cy="2185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E82D48F-2C11-41D3-ACF4-2E21EBE371E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557909" y="2641585"/>
                <a:ext cx="2001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E9ACE8B-57E0-4485-B0EB-FD05F337FF4F}"/>
                  </a:ext>
                </a:extLst>
              </p14:cNvPr>
              <p14:cNvContentPartPr/>
              <p14:nvPr/>
            </p14:nvContentPartPr>
            <p14:xfrm>
              <a:off x="10697949" y="2598385"/>
              <a:ext cx="7920" cy="54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E9ACE8B-57E0-4485-B0EB-FD05F337FF4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680309" y="2562745"/>
                <a:ext cx="435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1DD4C003-D439-4CA0-B057-E2F420CC9A07}"/>
                  </a:ext>
                </a:extLst>
              </p14:cNvPr>
              <p14:cNvContentPartPr/>
              <p14:nvPr/>
            </p14:nvContentPartPr>
            <p14:xfrm>
              <a:off x="10909629" y="2511985"/>
              <a:ext cx="19800" cy="405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1DD4C003-D439-4CA0-B057-E2F420CC9A0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891989" y="2475985"/>
                <a:ext cx="5544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5835F325-D89E-4262-98D2-0708A6896DB2}"/>
                  </a:ext>
                </a:extLst>
              </p14:cNvPr>
              <p14:cNvContentPartPr/>
              <p14:nvPr/>
            </p14:nvContentPartPr>
            <p14:xfrm>
              <a:off x="10818549" y="2729425"/>
              <a:ext cx="411480" cy="1393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5835F325-D89E-4262-98D2-0708A6896DB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800549" y="2693785"/>
                <a:ext cx="4471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E9D7B51-04B6-41C2-940F-7BC01DE93BA2}"/>
                  </a:ext>
                </a:extLst>
              </p14:cNvPr>
              <p14:cNvContentPartPr/>
              <p14:nvPr/>
            </p14:nvContentPartPr>
            <p14:xfrm>
              <a:off x="11250189" y="2591545"/>
              <a:ext cx="587160" cy="2811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E9D7B51-04B6-41C2-940F-7BC01DE93BA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232189" y="2555905"/>
                <a:ext cx="62280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09CC488B-A661-4DCE-815D-8AA7559D03CE}"/>
                  </a:ext>
                </a:extLst>
              </p14:cNvPr>
              <p14:cNvContentPartPr/>
              <p14:nvPr/>
            </p14:nvContentPartPr>
            <p14:xfrm>
              <a:off x="10631709" y="3262945"/>
              <a:ext cx="20880" cy="3942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09CC488B-A661-4DCE-815D-8AA7559D03C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614069" y="3226945"/>
                <a:ext cx="5652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B5607C28-1F70-4A51-947A-C19F076FC00E}"/>
                  </a:ext>
                </a:extLst>
              </p14:cNvPr>
              <p14:cNvContentPartPr/>
              <p14:nvPr/>
            </p14:nvContentPartPr>
            <p14:xfrm>
              <a:off x="10630629" y="3282745"/>
              <a:ext cx="191160" cy="1116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B5607C28-1F70-4A51-947A-C19F076FC00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612989" y="3247105"/>
                <a:ext cx="2268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7012BEEF-0EDA-4D6D-8AA9-6A60492E9457}"/>
                  </a:ext>
                </a:extLst>
              </p14:cNvPr>
              <p14:cNvContentPartPr/>
              <p14:nvPr/>
            </p14:nvContentPartPr>
            <p14:xfrm>
              <a:off x="10847349" y="3036505"/>
              <a:ext cx="192960" cy="3286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7012BEEF-0EDA-4D6D-8AA9-6A60492E945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829349" y="3000505"/>
                <a:ext cx="22860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D90650B0-A356-4B9C-A6D1-7062C0548D85}"/>
                  </a:ext>
                </a:extLst>
              </p14:cNvPr>
              <p14:cNvContentPartPr/>
              <p14:nvPr/>
            </p14:nvContentPartPr>
            <p14:xfrm>
              <a:off x="10785069" y="3134785"/>
              <a:ext cx="281880" cy="32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D90650B0-A356-4B9C-A6D1-7062C0548D8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767069" y="3098785"/>
                <a:ext cx="3175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229CB09F-285A-4D6E-B055-71D7209AD72F}"/>
                  </a:ext>
                </a:extLst>
              </p14:cNvPr>
              <p14:cNvContentPartPr/>
              <p14:nvPr/>
            </p14:nvContentPartPr>
            <p14:xfrm>
              <a:off x="11083509" y="3209305"/>
              <a:ext cx="555480" cy="2084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229CB09F-285A-4D6E-B055-71D7209AD72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065509" y="3173665"/>
                <a:ext cx="5911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4E8C9B10-E908-484F-A1A2-C28122E8F917}"/>
                  </a:ext>
                </a:extLst>
              </p14:cNvPr>
              <p14:cNvContentPartPr/>
              <p14:nvPr/>
            </p14:nvContentPartPr>
            <p14:xfrm>
              <a:off x="10753029" y="3583705"/>
              <a:ext cx="582120" cy="4608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4E8C9B10-E908-484F-A1A2-C28122E8F91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735029" y="3547705"/>
                <a:ext cx="61776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6574F917-6FF1-44E9-B3B1-29947653512F}"/>
                  </a:ext>
                </a:extLst>
              </p14:cNvPr>
              <p14:cNvContentPartPr/>
              <p14:nvPr/>
            </p14:nvContentPartPr>
            <p14:xfrm>
              <a:off x="1181709" y="757705"/>
              <a:ext cx="8836560" cy="37566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6574F917-6FF1-44E9-B3B1-29947653512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63709" y="739705"/>
                <a:ext cx="8872200" cy="37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9F631EBD-5D77-401C-AD92-3B0DC2999411}"/>
                  </a:ext>
                </a:extLst>
              </p14:cNvPr>
              <p14:cNvContentPartPr/>
              <p14:nvPr/>
            </p14:nvContentPartPr>
            <p14:xfrm>
              <a:off x="10251189" y="552865"/>
              <a:ext cx="1573920" cy="11887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9F631EBD-5D77-401C-AD92-3B0DC299941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233545" y="535220"/>
                <a:ext cx="1609568" cy="122437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16871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</a:t>
            </a:r>
            <a:r>
              <a:rPr lang="ro-RO" sz="2400" b="1" dirty="0" err="1">
                <a:solidFill>
                  <a:srgbClr val="FF0000"/>
                </a:solidFill>
              </a:rPr>
              <a:t>Mealy</a:t>
            </a:r>
            <a:endParaRPr lang="ro-RO" sz="2400" b="1" dirty="0">
              <a:solidFill>
                <a:srgbClr val="FF0000"/>
              </a:solidFill>
            </a:endParaRPr>
          </a:p>
          <a:p>
            <a:r>
              <a:rPr lang="ro-RO" sz="2400" b="1" dirty="0"/>
              <a:t>c) Scrierea ecuațiilor pentru starea viitoare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624394C6-56FD-413A-A429-45DAC7C20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1600220"/>
            <a:ext cx="8305800" cy="34385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78BF3275-84AB-4D51-B937-C56EFF6EBAB5}"/>
                  </a:ext>
                </a:extLst>
              </p14:cNvPr>
              <p14:cNvContentPartPr/>
              <p14:nvPr/>
            </p14:nvContentPartPr>
            <p14:xfrm>
              <a:off x="8451909" y="378265"/>
              <a:ext cx="326520" cy="5281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78BF3275-84AB-4D51-B937-C56EFF6EBA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33909" y="342625"/>
                <a:ext cx="362160" cy="59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D0EE3036-9EB6-4F6E-A779-5F1B567514E4}"/>
                  </a:ext>
                </a:extLst>
              </p14:cNvPr>
              <p14:cNvContentPartPr/>
              <p14:nvPr/>
            </p14:nvContentPartPr>
            <p14:xfrm>
              <a:off x="8695989" y="851665"/>
              <a:ext cx="71280" cy="1580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D0EE3036-9EB6-4F6E-A779-5F1B567514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78349" y="815665"/>
                <a:ext cx="10692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E1DA5BB9-3D54-4720-B095-52CE2BFC187F}"/>
                  </a:ext>
                </a:extLst>
              </p14:cNvPr>
              <p14:cNvContentPartPr/>
              <p14:nvPr/>
            </p14:nvContentPartPr>
            <p14:xfrm>
              <a:off x="9081189" y="673105"/>
              <a:ext cx="266400" cy="133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E1DA5BB9-3D54-4720-B095-52CE2BFC187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63189" y="637465"/>
                <a:ext cx="3020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3C19E8F3-BC16-4170-9FB5-DF2E82010C82}"/>
                  </a:ext>
                </a:extLst>
              </p14:cNvPr>
              <p14:cNvContentPartPr/>
              <p14:nvPr/>
            </p14:nvContentPartPr>
            <p14:xfrm>
              <a:off x="9264069" y="557905"/>
              <a:ext cx="181440" cy="3038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3C19E8F3-BC16-4170-9FB5-DF2E82010C8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46069" y="522265"/>
                <a:ext cx="21708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820D9224-E8D8-4957-94F8-149725EB795C}"/>
                  </a:ext>
                </a:extLst>
              </p14:cNvPr>
              <p14:cNvContentPartPr/>
              <p14:nvPr/>
            </p14:nvContentPartPr>
            <p14:xfrm>
              <a:off x="9687429" y="390865"/>
              <a:ext cx="356760" cy="4226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820D9224-E8D8-4957-94F8-149725EB795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69789" y="354865"/>
                <a:ext cx="39240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43177290-10A0-4BF5-82BE-0082F2533391}"/>
                  </a:ext>
                </a:extLst>
              </p14:cNvPr>
              <p14:cNvContentPartPr/>
              <p14:nvPr/>
            </p14:nvContentPartPr>
            <p14:xfrm>
              <a:off x="9788229" y="495265"/>
              <a:ext cx="357840" cy="331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43177290-10A0-4BF5-82BE-0082F253339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770229" y="459625"/>
                <a:ext cx="3934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2C5CB44A-E7B2-4C0B-9A64-EFCF9EA67193}"/>
                  </a:ext>
                </a:extLst>
              </p14:cNvPr>
              <p14:cNvContentPartPr/>
              <p14:nvPr/>
            </p14:nvContentPartPr>
            <p14:xfrm>
              <a:off x="10111509" y="661945"/>
              <a:ext cx="557640" cy="1735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2C5CB44A-E7B2-4C0B-9A64-EFCF9EA6719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093869" y="626305"/>
                <a:ext cx="5932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BB9EE947-8E38-4365-8BAF-EC758F6E1653}"/>
                  </a:ext>
                </a:extLst>
              </p14:cNvPr>
              <p14:cNvContentPartPr/>
              <p14:nvPr/>
            </p14:nvContentPartPr>
            <p14:xfrm>
              <a:off x="11019069" y="649345"/>
              <a:ext cx="26280" cy="4096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BB9EE947-8E38-4365-8BAF-EC758F6E165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01069" y="613345"/>
                <a:ext cx="6192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96031E8-D90F-4035-B0B8-01A9EDF97E6F}"/>
                  </a:ext>
                </a:extLst>
              </p14:cNvPr>
              <p14:cNvContentPartPr/>
              <p14:nvPr/>
            </p14:nvContentPartPr>
            <p14:xfrm>
              <a:off x="11028429" y="622345"/>
              <a:ext cx="173160" cy="1494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96031E8-D90F-4035-B0B8-01A9EDF97E6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010429" y="586345"/>
                <a:ext cx="2088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18AA3B23-F085-40E8-9D61-86648B5A6924}"/>
                  </a:ext>
                </a:extLst>
              </p14:cNvPr>
              <p14:cNvContentPartPr/>
              <p14:nvPr/>
            </p14:nvContentPartPr>
            <p14:xfrm>
              <a:off x="11189349" y="560785"/>
              <a:ext cx="333360" cy="243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18AA3B23-F085-40E8-9D61-86648B5A692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171349" y="525145"/>
                <a:ext cx="3690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E50F23E0-EC7D-4D08-B7C7-23666BE87F45}"/>
                  </a:ext>
                </a:extLst>
              </p14:cNvPr>
              <p14:cNvContentPartPr/>
              <p14:nvPr/>
            </p14:nvContentPartPr>
            <p14:xfrm>
              <a:off x="11573109" y="643945"/>
              <a:ext cx="307800" cy="4118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E50F23E0-EC7D-4D08-B7C7-23666BE87F4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555469" y="607945"/>
                <a:ext cx="343440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B8EA2129-60C0-44BE-A665-59A6B485F574}"/>
                  </a:ext>
                </a:extLst>
              </p14:cNvPr>
              <p14:cNvContentPartPr/>
              <p14:nvPr/>
            </p14:nvContentPartPr>
            <p14:xfrm>
              <a:off x="8392149" y="1281505"/>
              <a:ext cx="369720" cy="6598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B8EA2129-60C0-44BE-A665-59A6B485F57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374509" y="1245505"/>
                <a:ext cx="405360" cy="73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9515426B-9204-40CB-A2FB-FE36913D51BC}"/>
                  </a:ext>
                </a:extLst>
              </p14:cNvPr>
              <p14:cNvContentPartPr/>
              <p14:nvPr/>
            </p14:nvContentPartPr>
            <p14:xfrm>
              <a:off x="8825949" y="1272505"/>
              <a:ext cx="257040" cy="363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9515426B-9204-40CB-A2FB-FE36913D51B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808309" y="1236865"/>
                <a:ext cx="29268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64531084-4352-4ADD-B1FC-8B57B6C67D8D}"/>
                  </a:ext>
                </a:extLst>
              </p14:cNvPr>
              <p14:cNvContentPartPr/>
              <p14:nvPr/>
            </p14:nvContentPartPr>
            <p14:xfrm>
              <a:off x="8997669" y="1116265"/>
              <a:ext cx="31320" cy="3888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64531084-4352-4ADD-B1FC-8B57B6C67D8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980029" y="1080625"/>
                <a:ext cx="6696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EAFBB61B-1ABC-4232-BE4C-3D981FF88EA7}"/>
                  </a:ext>
                </a:extLst>
              </p14:cNvPr>
              <p14:cNvContentPartPr/>
              <p14:nvPr/>
            </p14:nvContentPartPr>
            <p14:xfrm>
              <a:off x="9018549" y="1250185"/>
              <a:ext cx="199440" cy="248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EAFBB61B-1ABC-4232-BE4C-3D981FF88EA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000549" y="1214545"/>
                <a:ext cx="2350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F35BF8CE-60ED-4EEF-88CC-476B27430D67}"/>
                  </a:ext>
                </a:extLst>
              </p14:cNvPr>
              <p14:cNvContentPartPr/>
              <p14:nvPr/>
            </p14:nvContentPartPr>
            <p14:xfrm>
              <a:off x="9129429" y="1678945"/>
              <a:ext cx="268920" cy="104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F35BF8CE-60ED-4EEF-88CC-476B27430D6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111429" y="1642945"/>
                <a:ext cx="3045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DD83E394-86F7-45D1-B77A-6A256D3D2F3E}"/>
                  </a:ext>
                </a:extLst>
              </p14:cNvPr>
              <p14:cNvContentPartPr/>
              <p14:nvPr/>
            </p14:nvContentPartPr>
            <p14:xfrm>
              <a:off x="9307269" y="1559065"/>
              <a:ext cx="200880" cy="2318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DD83E394-86F7-45D1-B77A-6A256D3D2F3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289629" y="1523425"/>
                <a:ext cx="23652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5E7E861C-3030-4B2A-A489-2F1FC6747D7E}"/>
                  </a:ext>
                </a:extLst>
              </p14:cNvPr>
              <p14:cNvContentPartPr/>
              <p14:nvPr/>
            </p14:nvContentPartPr>
            <p14:xfrm>
              <a:off x="9678069" y="1301665"/>
              <a:ext cx="318960" cy="4744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5E7E861C-3030-4B2A-A489-2F1FC6747D7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660069" y="1265665"/>
                <a:ext cx="35460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F974CF57-4343-4A46-BB81-0EE68CDA5182}"/>
                  </a:ext>
                </a:extLst>
              </p14:cNvPr>
              <p14:cNvContentPartPr/>
              <p14:nvPr/>
            </p14:nvContentPartPr>
            <p14:xfrm>
              <a:off x="9792189" y="1453225"/>
              <a:ext cx="309240" cy="262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F974CF57-4343-4A46-BB81-0EE68CDA518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774549" y="1417585"/>
                <a:ext cx="3448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F1EDE571-988F-4DEE-886E-29C270A66C5B}"/>
                  </a:ext>
                </a:extLst>
              </p14:cNvPr>
              <p14:cNvContentPartPr/>
              <p14:nvPr/>
            </p14:nvContentPartPr>
            <p14:xfrm>
              <a:off x="10036269" y="1598305"/>
              <a:ext cx="631080" cy="1782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F1EDE571-988F-4DEE-886E-29C270A66C5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018269" y="1562305"/>
                <a:ext cx="6667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6964FCBD-EDD9-436C-9B41-BE824A608683}"/>
                  </a:ext>
                </a:extLst>
              </p14:cNvPr>
              <p14:cNvContentPartPr/>
              <p14:nvPr/>
            </p14:nvContentPartPr>
            <p14:xfrm>
              <a:off x="10967589" y="1566265"/>
              <a:ext cx="163440" cy="1648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6964FCBD-EDD9-436C-9B41-BE824A60868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949949" y="1530625"/>
                <a:ext cx="19908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278EA2D3-2F97-431B-9BED-6C9D78AF7C6F}"/>
                  </a:ext>
                </a:extLst>
              </p14:cNvPr>
              <p14:cNvContentPartPr/>
              <p14:nvPr/>
            </p14:nvContentPartPr>
            <p14:xfrm>
              <a:off x="11227869" y="1621705"/>
              <a:ext cx="19440" cy="1533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278EA2D3-2F97-431B-9BED-6C9D78AF7C6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210229" y="1585705"/>
                <a:ext cx="550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6FADA27E-8D68-4F60-ABAB-F88E1EE76EB6}"/>
                  </a:ext>
                </a:extLst>
              </p14:cNvPr>
              <p14:cNvContentPartPr/>
              <p14:nvPr/>
            </p14:nvContentPartPr>
            <p14:xfrm>
              <a:off x="11227869" y="1501105"/>
              <a:ext cx="16560" cy="50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6FADA27E-8D68-4F60-ABAB-F88E1EE76EB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209869" y="1465465"/>
                <a:ext cx="522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679A67D5-754A-4433-A97E-E30EEF0D3BB1}"/>
                  </a:ext>
                </a:extLst>
              </p14:cNvPr>
              <p14:cNvContentPartPr/>
              <p14:nvPr/>
            </p14:nvContentPartPr>
            <p14:xfrm>
              <a:off x="11326869" y="1597225"/>
              <a:ext cx="21240" cy="1580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679A67D5-754A-4433-A97E-E30EEF0D3BB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1309229" y="1561585"/>
                <a:ext cx="5688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6C81223B-80A6-4343-9211-274B272507E7}"/>
                  </a:ext>
                </a:extLst>
              </p14:cNvPr>
              <p14:cNvContentPartPr/>
              <p14:nvPr/>
            </p14:nvContentPartPr>
            <p14:xfrm>
              <a:off x="11334429" y="1398865"/>
              <a:ext cx="25560" cy="403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6C81223B-80A6-4343-9211-274B272507E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316789" y="1363225"/>
                <a:ext cx="6120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A59EFF0F-C9D2-407E-A9B5-D4BCA46F1ED8}"/>
                  </a:ext>
                </a:extLst>
              </p14:cNvPr>
              <p14:cNvContentPartPr/>
              <p14:nvPr/>
            </p14:nvContentPartPr>
            <p14:xfrm>
              <a:off x="11493909" y="1352065"/>
              <a:ext cx="8640" cy="4366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A59EFF0F-C9D2-407E-A9B5-D4BCA46F1ED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475909" y="1316425"/>
                <a:ext cx="44280" cy="50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F6E2C7E6-6278-4B28-B634-FA60FBED80D4}"/>
                  </a:ext>
                </a:extLst>
              </p14:cNvPr>
              <p14:cNvContentPartPr/>
              <p14:nvPr/>
            </p14:nvContentPartPr>
            <p14:xfrm>
              <a:off x="11420109" y="1573465"/>
              <a:ext cx="200520" cy="90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F6E2C7E6-6278-4B28-B634-FA60FBED80D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402469" y="1537465"/>
                <a:ext cx="2361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D7580C79-798E-47F9-BA12-D388E54F2767}"/>
                  </a:ext>
                </a:extLst>
              </p14:cNvPr>
              <p14:cNvContentPartPr/>
              <p14:nvPr/>
            </p14:nvContentPartPr>
            <p14:xfrm>
              <a:off x="11594709" y="1631065"/>
              <a:ext cx="95040" cy="1306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D7580C79-798E-47F9-BA12-D388E54F276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1576709" y="1595065"/>
                <a:ext cx="13068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06892A25-CABB-4CF2-A699-C5A4F5834F94}"/>
                  </a:ext>
                </a:extLst>
              </p14:cNvPr>
              <p14:cNvContentPartPr/>
              <p14:nvPr/>
            </p14:nvContentPartPr>
            <p14:xfrm>
              <a:off x="11708469" y="1644025"/>
              <a:ext cx="386280" cy="1908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06892A25-CABB-4CF2-A699-C5A4F5834F9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1690469" y="1608025"/>
                <a:ext cx="4219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93CC347D-C3CB-4CC7-AE76-0E04F89E415B}"/>
                  </a:ext>
                </a:extLst>
              </p14:cNvPr>
              <p14:cNvContentPartPr/>
              <p14:nvPr/>
            </p14:nvContentPartPr>
            <p14:xfrm>
              <a:off x="11817909" y="1657345"/>
              <a:ext cx="21600" cy="79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93CC347D-C3CB-4CC7-AE76-0E04F89E415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1799909" y="1621345"/>
                <a:ext cx="57240" cy="7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7619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</a:t>
            </a:r>
            <a:r>
              <a:rPr lang="ro-RO" sz="2400" b="1" dirty="0" err="1">
                <a:solidFill>
                  <a:srgbClr val="FF0000"/>
                </a:solidFill>
              </a:rPr>
              <a:t>Mealy</a:t>
            </a:r>
            <a:endParaRPr lang="ro-RO" sz="2400" b="1" dirty="0">
              <a:solidFill>
                <a:srgbClr val="FF0000"/>
              </a:solidFill>
            </a:endParaRPr>
          </a:p>
          <a:p>
            <a:r>
              <a:rPr lang="ro-RO" sz="2400" b="1" dirty="0"/>
              <a:t>d) Determinarea tabelului de tranziție a stărilor  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C506E62-C089-4A7B-AB75-03DF8A8A3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1143025"/>
            <a:ext cx="9677400" cy="26955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893B03CE-AE1C-4DBF-AA7B-125E2E5BB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0" y="3977634"/>
            <a:ext cx="10134600" cy="26860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AF336FF6-2FEF-4C20-81AF-75853E41FEEB}"/>
                  </a:ext>
                </a:extLst>
              </p14:cNvPr>
              <p14:cNvContentPartPr/>
              <p14:nvPr/>
            </p14:nvContentPartPr>
            <p14:xfrm>
              <a:off x="4427469" y="1586065"/>
              <a:ext cx="408600" cy="169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AF336FF6-2FEF-4C20-81AF-75853E41FE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09469" y="1550065"/>
                <a:ext cx="4442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2E120B0D-831C-4BEC-9794-202F55239356}"/>
                  </a:ext>
                </a:extLst>
              </p14:cNvPr>
              <p14:cNvContentPartPr/>
              <p14:nvPr/>
            </p14:nvContentPartPr>
            <p14:xfrm>
              <a:off x="4422789" y="4393705"/>
              <a:ext cx="354240" cy="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2E120B0D-831C-4BEC-9794-202F5523935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04789" y="4358065"/>
                <a:ext cx="3898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57EF3349-C3C1-467A-9454-614ADB0AE6E6}"/>
                  </a:ext>
                </a:extLst>
              </p14:cNvPr>
              <p14:cNvContentPartPr/>
              <p14:nvPr/>
            </p14:nvContentPartPr>
            <p14:xfrm>
              <a:off x="6275349" y="5745865"/>
              <a:ext cx="262440" cy="198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57EF3349-C3C1-467A-9454-614ADB0AE6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57709" y="5709865"/>
                <a:ext cx="29808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1C51F548-77CB-4EC7-A651-E0563ADC3C5D}"/>
                  </a:ext>
                </a:extLst>
              </p14:cNvPr>
              <p14:cNvContentPartPr/>
              <p14:nvPr/>
            </p14:nvContentPartPr>
            <p14:xfrm>
              <a:off x="10116189" y="5322505"/>
              <a:ext cx="301320" cy="136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1C51F548-77CB-4EC7-A651-E0563ADC3C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098189" y="5286865"/>
                <a:ext cx="3369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ED449492-0A7A-410B-9046-30B0BAB1C891}"/>
                  </a:ext>
                </a:extLst>
              </p14:cNvPr>
              <p14:cNvContentPartPr/>
              <p14:nvPr/>
            </p14:nvContentPartPr>
            <p14:xfrm>
              <a:off x="10106109" y="5393785"/>
              <a:ext cx="331920" cy="302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ED449492-0A7A-410B-9046-30B0BAB1C89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88469" y="5358145"/>
                <a:ext cx="36756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6D97344D-65DA-47C4-9BB8-1805ABF04114}"/>
                  </a:ext>
                </a:extLst>
              </p14:cNvPr>
              <p14:cNvContentPartPr/>
              <p14:nvPr/>
            </p14:nvContentPartPr>
            <p14:xfrm>
              <a:off x="10096749" y="6159865"/>
              <a:ext cx="280440" cy="244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6D97344D-65DA-47C4-9BB8-1805ABF0411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078749" y="6123865"/>
                <a:ext cx="3160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0E7D13D2-1393-4E9F-853C-50FA2F0F4834}"/>
                  </a:ext>
                </a:extLst>
              </p14:cNvPr>
              <p14:cNvContentPartPr/>
              <p14:nvPr/>
            </p14:nvContentPartPr>
            <p14:xfrm>
              <a:off x="10116189" y="6248425"/>
              <a:ext cx="270000" cy="133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0E7D13D2-1393-4E9F-853C-50FA2F0F483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98189" y="6212425"/>
                <a:ext cx="3056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7A5B9E2E-3823-4090-9E80-D0A3AB933CAD}"/>
                  </a:ext>
                </a:extLst>
              </p14:cNvPr>
              <p14:cNvContentPartPr/>
              <p14:nvPr/>
            </p14:nvContentPartPr>
            <p14:xfrm>
              <a:off x="4323429" y="1031305"/>
              <a:ext cx="623880" cy="6462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7A5B9E2E-3823-4090-9E80-D0A3AB933C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05429" y="1013305"/>
                <a:ext cx="659520" cy="68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32CE29B0-D349-45DD-964B-3FB23D3ED32F}"/>
                  </a:ext>
                </a:extLst>
              </p14:cNvPr>
              <p14:cNvContentPartPr/>
              <p14:nvPr/>
            </p14:nvContentPartPr>
            <p14:xfrm>
              <a:off x="4151709" y="1935265"/>
              <a:ext cx="474480" cy="5295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32CE29B0-D349-45DD-964B-3FB23D3ED32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33709" y="1917265"/>
                <a:ext cx="510120" cy="56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86CBFA00-B329-40F1-B07A-C1887212D078}"/>
                  </a:ext>
                </a:extLst>
              </p14:cNvPr>
              <p14:cNvContentPartPr/>
              <p14:nvPr/>
            </p14:nvContentPartPr>
            <p14:xfrm>
              <a:off x="4310829" y="2945425"/>
              <a:ext cx="413280" cy="5695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86CBFA00-B329-40F1-B07A-C1887212D07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92829" y="2927425"/>
                <a:ext cx="448920" cy="60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8785D7C-47BF-4FA0-8229-53749556C3C9}"/>
                  </a:ext>
                </a:extLst>
              </p14:cNvPr>
              <p14:cNvContentPartPr/>
              <p14:nvPr/>
            </p14:nvContentPartPr>
            <p14:xfrm>
              <a:off x="5980149" y="2405065"/>
              <a:ext cx="607320" cy="6289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8785D7C-47BF-4FA0-8229-53749556C3C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962509" y="2387065"/>
                <a:ext cx="642960" cy="6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3415CB53-4DD3-4E9F-BF26-724EF6C5329F}"/>
                  </a:ext>
                </a:extLst>
              </p14:cNvPr>
              <p14:cNvContentPartPr/>
              <p14:nvPr/>
            </p14:nvContentPartPr>
            <p14:xfrm>
              <a:off x="7454349" y="2653825"/>
              <a:ext cx="506160" cy="216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3415CB53-4DD3-4E9F-BF26-724EF6C5329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36709" y="2635825"/>
                <a:ext cx="5418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17483C9-ABDF-433A-8A53-14687D9F9E5F}"/>
                  </a:ext>
                </a:extLst>
              </p14:cNvPr>
              <p14:cNvContentPartPr/>
              <p14:nvPr/>
            </p14:nvContentPartPr>
            <p14:xfrm>
              <a:off x="7411149" y="3532225"/>
              <a:ext cx="627480" cy="68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17483C9-ABDF-433A-8A53-14687D9F9E5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393509" y="3514585"/>
                <a:ext cx="6631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F05F4697-E012-4381-9234-1230E9124A8A}"/>
                  </a:ext>
                </a:extLst>
              </p14:cNvPr>
              <p14:cNvContentPartPr/>
              <p14:nvPr/>
            </p14:nvContentPartPr>
            <p14:xfrm>
              <a:off x="9854469" y="1974865"/>
              <a:ext cx="686160" cy="5662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F05F4697-E012-4381-9234-1230E9124A8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36829" y="1957225"/>
                <a:ext cx="72180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9CAC1099-71F9-469E-8C81-E951A9B005F0}"/>
                  </a:ext>
                </a:extLst>
              </p14:cNvPr>
              <p14:cNvContentPartPr/>
              <p14:nvPr/>
            </p14:nvContentPartPr>
            <p14:xfrm>
              <a:off x="9829629" y="2779105"/>
              <a:ext cx="811800" cy="6177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9CAC1099-71F9-469E-8C81-E951A9B005F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811629" y="2761105"/>
                <a:ext cx="847440" cy="65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99F1B699-DF6F-4B8D-A85B-7D9661EB7F7A}"/>
                  </a:ext>
                </a:extLst>
              </p14:cNvPr>
              <p14:cNvContentPartPr/>
              <p14:nvPr/>
            </p14:nvContentPartPr>
            <p14:xfrm>
              <a:off x="3290229" y="3864145"/>
              <a:ext cx="1811160" cy="6962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99F1B699-DF6F-4B8D-A85B-7D9661EB7F7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272229" y="3846145"/>
                <a:ext cx="1846800" cy="73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21164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</a:t>
            </a:r>
            <a:r>
              <a:rPr lang="ro-RO" sz="2400" b="1" dirty="0" err="1">
                <a:solidFill>
                  <a:srgbClr val="FF0000"/>
                </a:solidFill>
              </a:rPr>
              <a:t>Mealy</a:t>
            </a:r>
            <a:endParaRPr lang="ro-RO" sz="2400" b="1" dirty="0">
              <a:solidFill>
                <a:srgbClr val="FF0000"/>
              </a:solidFill>
            </a:endParaRPr>
          </a:p>
          <a:p>
            <a:r>
              <a:rPr lang="ro-RO" sz="2400" b="1" dirty="0"/>
              <a:t>d) Determinarea tabelului de tranziție a stărilor   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709D135D-68B6-4389-B66C-10C253C40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16" y="1143025"/>
            <a:ext cx="982980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183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228635"/>
            <a:ext cx="11246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Exemplu de analiză pentru un automat </a:t>
            </a:r>
            <a:r>
              <a:rPr lang="ro-RO" sz="2400" b="1" dirty="0" err="1">
                <a:solidFill>
                  <a:srgbClr val="FF0000"/>
                </a:solidFill>
              </a:rPr>
              <a:t>Mealy</a:t>
            </a:r>
            <a:endParaRPr lang="ro-RO" sz="2400" b="1" dirty="0">
              <a:solidFill>
                <a:srgbClr val="FF0000"/>
              </a:solidFill>
            </a:endParaRPr>
          </a:p>
          <a:p>
            <a:r>
              <a:rPr lang="ro-RO" sz="2400" b="1" dirty="0"/>
              <a:t>e) Determinarea grafului de tranziție a stărilor  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BB6498B-33C2-4387-A1A4-56C3B0093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508781"/>
            <a:ext cx="107918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0640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5306</TotalTime>
  <Words>373</Words>
  <Application>Microsoft Office PowerPoint</Application>
  <PresentationFormat>Ecran lat</PresentationFormat>
  <Paragraphs>55</Paragraphs>
  <Slides>35</Slides>
  <Notes>0</Notes>
  <HiddenSlides>0</HiddenSlides>
  <MMClips>0</MMClips>
  <ScaleCrop>false</ScaleCrop>
  <HeadingPairs>
    <vt:vector size="8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Servere OLE încorporate</vt:lpstr>
      </vt:variant>
      <vt:variant>
        <vt:i4>2</vt:i4>
      </vt:variant>
      <vt:variant>
        <vt:lpstr>Titluri diapozitive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Temă Office</vt:lpstr>
      <vt:lpstr>Equation</vt:lpstr>
      <vt:lpstr>Bitmap Image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339</cp:revision>
  <dcterms:created xsi:type="dcterms:W3CDTF">2020-09-24T15:20:51Z</dcterms:created>
  <dcterms:modified xsi:type="dcterms:W3CDTF">2026-01-24T06:40:49Z</dcterms:modified>
</cp:coreProperties>
</file>