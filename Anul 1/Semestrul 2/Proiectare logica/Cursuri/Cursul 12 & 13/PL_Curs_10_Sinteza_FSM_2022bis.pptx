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66" r:id="rId2"/>
    <p:sldId id="406" r:id="rId3"/>
    <p:sldId id="365" r:id="rId4"/>
    <p:sldId id="456" r:id="rId5"/>
    <p:sldId id="477" r:id="rId6"/>
    <p:sldId id="479" r:id="rId7"/>
    <p:sldId id="478" r:id="rId8"/>
    <p:sldId id="480" r:id="rId9"/>
    <p:sldId id="482" r:id="rId10"/>
    <p:sldId id="483" r:id="rId11"/>
    <p:sldId id="484" r:id="rId12"/>
    <p:sldId id="485" r:id="rId13"/>
    <p:sldId id="486" r:id="rId14"/>
    <p:sldId id="487" r:id="rId15"/>
    <p:sldId id="368" r:id="rId1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7:45.7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82 250,'-75'824,"72"-798,0-17,3-21,19-317,-9-302,-10 631,0-11,2 21,7 44,-6-28,1-2,0 1,3 0,0-1,1 0,1-1,3 4,-10-24,-1 0,1 0,0 0,1 0,-1 0,0 0,1-1,0 1,-1-1,1 0,0 1,0-1,0-1,1 1,-1 0,0-1,1 0,-1 1,1-1,-1-1,1 1,0 0,-1-1,1 0,0 0,-1 0,1 0,-1-1,1 1,0-1,-1 0,1 0,-1 0,0-1,1 1,1-2,16-11,0 0,0-1,-2-2,0 0,-1 0,-1-2,0 0,-2-2,0 1,-1-2,-1 0,-2 0,0-1,0-2,33-82,-39 104,-6 17,-34 490,23-41,27-301,-14-159,-1 0,0 1,1-1,-1 0,1 0,0 1,0-1,0 0,1 0,-1 0,1 0,-1 0,1-1,0 1,0 0,0-1,1 0,-1 1,0-1,1 0,0 0,-1 0,1 0,0-1,0 1,0-1,0 0,0 0,1 0,-1 0,0 0,0-1,1 1,-1-1,0 0,3 0,28-11</inkml:trace>
  <inkml:trace contextRef="#ctx0" brushRef="#br0" timeOffset="389.967">751 678,'-2'6,"-11"34,2 0,1 1,3 0,-1 28,7-58,0 0,1-1,1 1,0-1,0 1,1-1,1 1,-1-1,2 0,-1 0,2 0,-1-1,1 1,0-1,1 0,0-1,1 1,0-1,0 0,7 5,-6-6,0-1,1 1,0-1,0-1,1 0,0 0,0-1,0 0,0 0,1-1,-1-1,1 0,-1 0,1-1,0 0,0-1,0 0,0-1,-1 0,1-1,0 0,-1-1,1 0,-1-1,0 0,0 0,-1-1,1 0,-1-1,0 0,7-6,-1-6,-1 0,-1-1,-1 0,-1-1,0-1,-2 1,0-2,-1 1,-1-1,-2 0,0 0,-1-1,-1 0,-1 0,-1 1,-1-1,-2 0,0 0,-1 0,-1 1,-2-3,3 4,-2 1,0 0,-1 0,-1 0,-1 1,0 0,-2 1,0 0,-1 0,-1 1,0 1,-1 0,-1 0,-1 1,0 1,-1 1,0 0,-15-8,24 18,0 0,1 0,-1 0,0 1,0 1,0-1,0 1,-1 0,1 1,0-1,0 1,0 1,-1 0,1 0,0 0,0 1,0 0,0 0,0 0,1 1,-1 0,1 1,0-1,-1 1,0 2,-7 6,1 0,1 1,0 1,0 0,2 1,0 0,0 0,2 1,0 0,0 1,2 0,0 0,1 0,1 1,0-1,1 1,1 0,1 0,1 0,0 0,1 0,1 0,2 4,22 55,9-13</inkml:trace>
  <inkml:trace contextRef="#ctx0" brushRef="#br0" timeOffset="826.649">1419 491,'-15'57,"2"0,3 2,3-1,2 1,3 22,1-71,0 1,1-1,1 0,-1 0,1 0,1 0,0 0,0 0,1 0,1 0,-1-1,2 0,-1 1,1-2,0 1,1 0,0-1,0 0,1-1,0 1,1-1,-1-1,1 1,1-1,-1-1,1 1,2 0,4-2,1 0,-1 0,1-2,-1 0,1-1,0 0,0-1,0-1,-1-1,1 0,0-1,-1-1,0 0,0-1,0 0,0-1,-1-1,0-1,-1 0,1 0,-2-2,1 1,-1-2,-1 1,1-2,-2 0,0 0,0 0,-1-1,-1-1,0 0,-1 0,2-5,-3-1,-1 0,-1 0,-1 0,-1 0,0-1,-1 1,-2-1,0 1,-1-1,-1 1,0 0,-2 0,-1 0,0 1,-1 0,-1 0,-1 1,-1-1,0 2,-2 0,0 0,0 1,-2 0,0 2,0-1,-1 2,-1 0,-1 0,0 2,-5-3,15 10,-1-1,0 1,0 1,0-1,-1 1,1 1,-1 0,0 0,0 1,0 0,1 0,-1 1,0 0,0 0,0 1,0 1,0-1,1 1,-1 1,1 0,-1 0,1 0,0 1,0 0,1 1,-1 0,-3 3,3 1,-1 0,1 0,1 1,0 0,0 0,1 1,0-1,1 2,1-1,-1 0,2 1,-1 0,2 0,0 0,0 0,1 0,0 1,1-1,1 0,0 0,2 10,12 38</inkml:trace>
  <inkml:trace contextRef="#ctx0" brushRef="#br0" timeOffset="1487.417">2234 357,'-5'703,"-3"-605,2-82,1-40,0-134,6 0,8-18,-4 104,3 0,3 0,3 0,11-25,-24 90,0-1,1 1,0-1,0 1,1 0,0 0,0 0,1 1,0-1,0 1,0-1,1 2,0-1,0 0,1 1,-1 0,1 0,0 0,1 1,-1 0,1 0,-1 1,1 0,0 0,1 1,-1-1,0 1,1 1,-1 0,1 0,10 4,0 2,0 0,-1 1,0 1,0 1,-1 0,0 1,0 1,-1 0,0 1,-1 1,0 0,-1 1,6 7,57 79,-73-95,-1 1,0 0,0 0,0 0,0 0,-1 0,0 0,0 1,0-1,-1 0,0 1,0-1,0 0,-1 1,0-1,0 0,0 0,0 0,-1 0,0 0,0 0,-1 1,-7 6,-1 0,0 0,-1-1,0-1,-1 0,-1 0,1-2,-1 1,-1-2,1 0,-1-1,0 0,-1-1,1-1,-1 0,0-1,-6-1,-131 12,144-14,8-1,-1 1,1-1,0 1,0-1,-1 1,1 0,0 0,-1 0,1 0,0 0,-1 0,1 0,0 0,-1 0,1 1,0-1,0 0,-1 1,1-1,0 1,0 0,0-1,-1 1,1 0,0 0,0-1,0 1,0 0,1 0,-1 0,0 0,0 0,1 1,-1-1,0 0,1 0,-1 0,1 1,-1-1,2 10,1-1,-1 0,2 1,-1-1,2 0,-1 0,1 0,4 6,3 9,2 10,3-1,1-1,1-1,2 0,1-1,12 13,-24-34,0 1,1-1,0 0,1-1,0 0,0-1,1-1,0 1,1-2,-1 0,1 0,0-1,1-1,-1 0,1-1,0 0,-1-1,12 0,-11-3,0 0,0-1,0 0,-1-2,1 1,-1-2,0 0,0 0,0-1,0-1,-1 0,0-1,-1 0,0-1,0 0,-1 0,0-2,7-8,25-34</inkml:trace>
  <inkml:trace contextRef="#ctx0" brushRef="#br0" timeOffset="1762.678">3050 317,'-8'38,"12"290,-10-9,5-312,0 0,1-1,0 1,0 0,0 0,1-1,-1 1,2 0,-1-1,1 1,0-1,0 0,1 1,0-1,0 0,0 0,1-1,0 1,0-1,0 0,1 0,0 0,0 0,0-1,0 0,1 0,3 2,7-3,1 0,-1-1,0 0,0-1,1-1,-1-1,0-1,1 0,-1 0,0-2,0 0,-1-1,1-1,-1 0,-1-1,1 0,-1-1,6-5,-6 4,1-1,-2 0,0-1,0-1,-1 0,0 0,-1-1,-1-1,5-7,6-15</inkml:trace>
  <inkml:trace contextRef="#ctx0" brushRef="#br0" timeOffset="2017.514">2943 772,'14'-3,"18"1,21-6,21-3,15-4,6-2,-3-2,-13-1,-21-1,-19 3</inkml:trace>
  <inkml:trace contextRef="#ctx0" brushRef="#br0" timeOffset="2263.016">2983 250,'7'-18,"11"-11,19-4,25-4,25-1,21 3,8 2,-17 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8:03.9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68,'38'-5,"222"4,188-28,38-2,-295 30,48 11,-177-11,-72-5,-132 17,-406-6,-49 16,175-8,361-1,51-7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7:42.5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1430 3162,'0'0</inkml:trace>
  <inkml:trace contextRef="#ctx0" brushRef="#br0" timeOffset="10318.217">4277 4353,'-22'-23,"-2"1,-1 2,0 0,-2 2,0 0,-1 2,-13-5,-33-12,0 4,-2 2,0 4,-2 4,0 3,-1 3,-33 1,-36 5,0 7,0 6,1 7,0 6,-95 27,102-17,2 6,2 6,1 6,2 6,-18 16,43-8,2 3,4 6,2 4,-6 13,7-3,3 4,5 4,4 5,4 2,4 5,-50 89,51-44,6 2,7 4,-14 65,52-138,3 1,3 2,5 0,3 1,4 1,3-1,5 1,7 66,27 94,12-2,13 15,-41-185,4-1,2-1,4-1,3-1,2-2,4-1,3-2,3-1,16 16,34 23,3-4,5-5,4-4,4-4,37 17,-37-30,4-4,2-6,3-5,3-5,103 31,101 11,191 24,-280-76,1-11,2-10,136-7,-209-19,-1-7,0-6,-2-8,0-7,-2-7,124-48,-176 47,-3-5,-1-4,-2-4,-3-5,-3-4,-2-5,-3-3,-3-4,-4-4,30-38,-27 16,-4-4,-4-3,-6-4,-4-2,-5-4,27-73,-57 95,-5-1,-4-1,-4-2,-4 0,-5-1,-4-1,-4 1,-9-92,-1-9,-8 0,-10 2,-7 1,-43-132,29 189,-6 3,-6 2,-6 2,-65-99,97 177,-2 1,-2 2,-3 1,-1 2,-3 2,-2 2,-1 1,-3 3,-1 2,-2 2,-7-1,-34-6,-2 4,-2 4,-1 5,-2 3,0 6,-2 3,-11 4,-340-37,-37 18,142 12,155 7</inkml:trace>
  <inkml:trace contextRef="#ctx0" brushRef="#br0" timeOffset="13485.94">1416 5422,'1'-1,"-1"1,0-1,1 1,-1-1,1 1,-1-1,0 1,1-1,-1 1,1 0,-1-1,1 1,-1 0,1-1,-1 1,1 0,-1 0,1 0,0-1,-1 1,1 0,-1 0,1 0,0 0,-1 0,1 0,-1 0,1 0,0 0,-1 1,1-1,-1 0,1 0,-1 0,1 1,0-1,-1 0,1 0,-1 1,1-1,-1 1,0-1,1 0,-1 1,1-1,-1 1,0-1,1 1,-1-1,0 1,1-1,-1 1,0 0,0-8,0 0,0 0,-1 0,0 0,0 0,-1 0,0 0,0 1,0-1,-1 0,0 1,0 0,-1 0,0 0,0 0,0 1,-1-1,0 1,0 0,0 0,0 1,-1 0,0 0,-3-2,5 3,-1 0,1 1,-1-1,0 1,0 0,1 1,-1-1,0 1,0 0,-1 0,1 1,0-1,0 1,0 0,0 0,-1 1,1 0,0 0,0 0,0 0,0 1,0 0,1 0,-1 0,0 1,1-1,0 1,-1 0,1 0,1 1,-1-1,0 1,-1 2,-4 9,1 0,1 0,1 1,0 0,1 1,0-1,2 1,0 0,0 0,2 0,0 0,1 0,1 0,2 15,-2-15,0-1,2 0,0 1,0-1,2 0,0-1,0 1,2-1,0 0,1 0,0-1,1 0,0-1,2 0,-1 0,1-1,1 0,0-1,1-1,13 9,-19-16,0 0,0 0,1-1,-1 0,1-1,-1 1,1-2,0 1,-1-1,1 0,0 0,0-1,-1 0,1-1,-1 1,1-2,-1 1,0-1,0 0,0 0,0-1,0 0,-1 0,0-1,1 1,-2-1,1-1,-1 1,1-1,-2 0,5-6,36-56,-45 68,1 0,-1 1,0-1,0 0,0 0,0 0,0 1,0-1,1 0,-1 0,0 0,0 0,0 1,0-1,1 0,-1 0,0 0,0 0,0 0,1 0,-1 0,0 0,0 0,0 0,1 0,-1 1,0-1,0 0,1 0,-1 0,0-1,0 1,0 0,1 0,-1 0,0 0,0 0,1 0,-1 0,0 0,0 0,0 0,0-1,1 1,-1 0,0 0,0 0,0 0,0-1,1 1,-1 0,0 0,0 0,0-1,0 1,0 0,0 0,0 0,0-1,0 1,2 27,-2-14,2-7,-1 0,1 1,0-1,1 0,-1-1,1 1,0 0,1-1,0 0,-1 0,1 0,1 0,-1 0,1-1,0 0,0 0,0 0,1-1,-1 1,1-1,-1-1,1 1,0-1,1 0,-1 0,0-1,0 0,1 0,-1 0,0-1,1 0,-1 0,1-1,-1 1,0-1,1-1,-1 1,0-1,0 0,0-1,0 1,-1-1,1-1,-1 1,1-1,-1 1,0-2,-1 1,1 0,-1-1,1 0,-2 0,1 0,0-1,1-2,-4 4,1 0,-1 1,1-1,-1 0,0 0,-1 0,1 0,-1 0,1 0,-1 0,0 0,-1 0,1 0,-1 0,0 0,0 0,0 0,0 1,-1-1,1 0,-1 0,0 1,0 0,0-1,-1 1,1 0,-1 0,-3-3,0 1,-1-1,0 1,0 0,0 0,-1 1,0 0,1 1,-1 0,-1 0,1 0,0 1,-1 0,-1 1,1 0,0 0,-1 1,1 0,0 1,0 0,-1 0,1 1,0 0,-1 1,7-2,1 0,-1 0,0 0,1 0,-1 0,0 0,1 1,0-1,-1 1,1 0,0 0,0 0,0 0,0 0,0 0,0 0,1 1,-1-1,1 1,0-1,-1 1,1 0,0-1,1 1,-1 0,0 0,1 0,-1-1,1 1,0 0,0 0,3 3,-1-1,1 0,0 0,0 0,1-1,0 1,-1-1,2 1,-1-1,0-1,1 1,0 0,-1-1,1 0,1 0,-1-1,0 0,1 1,-1-2,1 1,0-1,-1 1,1-2,5 1,39 10</inkml:trace>
  <inkml:trace contextRef="#ctx0" brushRef="#br0" timeOffset="13934.738">2312 5609,'-9'-3,"0"1,1 0,-1 0,0 1,0 0,0 1,0 0,0 0,0 1,0 0,0 0,0 1,0 1,1-1,-1 1,1 1,0 0,0 0,0 0,0 1,1 0,-1 1,2-1,-1 1,0 1,1 0,0-1,1 2,0-1,0 1,-2 4,5-8,1 0,-1 0,1 0,0 1,0-1,0 0,1 1,0-1,0 0,0 1,0-1,1 0,-1 1,1-1,0 0,0 1,1-1,-1 0,1 0,0 0,0 0,0-1,1 1,0-1,-1 1,1-1,0 0,0 0,1 0,-1 0,1 0,-1-1,1 0,0 0,0 0,0 0,0 0,3 1,0-1,0 1,1-1,-1-1,1 1,-1-1,1-1,-1 1,1-1,-1-1,1 1,-1-1,1 0,-1-1,1 0,-1 0,0-1,0 0,0 0,0 0,-1-1,1 0,-1 0,0-1,0 0,-1 0,1 0,-1-1,0 0,-1 0,1 0,-1 0,0-1,-1 1,0-1,0 0,8-27,-1 0,-2 0,-2-1,-1 0,-1 0,-3 0,0-2,1-1,1-15,0-206,-6 236,3 23,0 0,-1 0,1 0,-1-1,1 1,0 0,-1 0,1 0,0 0,-1 0,1 0,-1 0,1 0,0 0,-1 0,1 0,-1 0,1 0,0 0,-1 0,1 0,0 0,-1 0,1 1,0-1,-1 0,1 0,0 0,-1 1,1-1,0 0,-1 0,1 1,0-1,0 0,-1 1,1-1,0 0,0 1,0-1,0 0,-1 1,1-1,0 1,0-1,0 0,0 1,0-1,0 1,0-1,0 0,0 1,0-1,0 0,0 1,0-1,0 1,1-1,-1 0,0 1,-10 35,2 0,1 1,2 0,0 27,3-43,-5 58,3-1,3 1,5 15,-4-82,1-1,1 0,-1 0,2 0,-1 0,2-1,-1 1,2-1,-1 0,1 0,1 0,0 0,0-1,1 0,0-1,0 1,9 6,12 3</inkml:trace>
  <inkml:trace contextRef="#ctx0" brushRef="#br0" timeOffset="14615.916">2901 5235,'6'70,"-3"0,-4 0,-2 0,-4 7,-5 141,15-193,-3-26,0 1,0 0,0 0,1 0,-1-1,0 1,0 0,0 0,0 0,1 0,-1 0,0 0,0-1,1 1,-1 0,0 0,0 0,1 0,-1 0,0 0,0 0,1 0,-1 0,0 0,0 0,1 0,-1 0,0 0,0 0,1 0,-1 0,0 1,0-1,0 0,1 0,-1 0,0 0,0 0,0 1,1-1,-1 0,0 0,0 0,0 0,0 1,0-1,1 0,-1 0,0 1,0-1,0 0,0 0,0 1,0-1,0 0,0 0,0 1,0-1,0 0,0 0,0 1,0-1,0 0,59-146,-58 145,0 0,0 0,0 0,0 0,0 0,0 0,0 0,1 1,-1-1,0 0,0 1,1-1,-1 0,1 1,-1 0,0-1,1 1,-1 0,1 0,-1 0,1 0,-1 0,1 0,-1 0,1 0,-1 1,0-1,1 0,-1 1,1 0,-1-1,0 1,0 0,1-1,-1 1,0 0,0 0,0 0,0 0,0 0,0 0,1 1,39 53,1 42,-41-96,-1 0,0 1,0-1,1 1,-1-1,0 1,0-1,-1 1,1-1,0 1,0-1,-1 1,1-1,-1 0,1 1,-1-1,1 0,-1 1,0-1,0 0,0 0,1 1,-1-1,-1 0,1 0,0 0,0 0,0 0,0-1,-1 1,1 0,0-1,-1 1,1 0,0-1,-1 0,1 1,-1-1,1 0,-1 0,1 0,-1 1,-2-1,0 0,0 0,0 0,0 0,0-1,1 1,-1-1,0 0,0 0,0-1,0 1,1-1,-1 1,1-1,-3-2,4 3,0-1,-1 0,1 0,0 0,0 0,0-1,0 1,0 0,1-1,-1 1,1-1,0 0,0 1,-1-1,2 0,-1 0,0 0,1 1,-1-1,1 0,0 0,0 0,0 0,0 0,0 0,1 0,-1 0,1 0,0 0,0 1,0-1,0 0,1 1,-1-1,1 0,-1 1,1 0,0-1,0 1,0 0,0 0,0 0,1 0,-1 1,2-2,17-8,0 1,0 0,1 2,0 1,1 0,0 2,0 0,0 2,10 0,-27 2,-2 0,0-1,0 1,0 1,0-1,0 0,0 1,0 0,0 0,0 0,0 1,0-1,0 1,0 0,0 0,0 0,-1 1,1-1,0 1,-1 0,1 0,-1 0,0 0,0 1,1 0,-2-1,1 1,0 0,0 0,-1 1,0-1,19 56,-20-51,1 0,0-1,0 1,1 0,0-1,0 0,1 0,0 0,0 0,1 0,-1-1,2 0,-1 0,1 0,1 1,5-2,-4-4</inkml:trace>
  <inkml:trace contextRef="#ctx0" brushRef="#br0" timeOffset="14792.003">3275 5342,'16'4,"12"5,10 1,6 3,2 1,-2 2,-9-1</inkml:trace>
  <inkml:trace contextRef="#ctx0" brushRef="#br0" timeOffset="15113.697">3636 5555,'5'37,"1"0,3-1,1 0,1 0,2-1,12 21,-25-53,1-1,-1 0,1 0,0 0,0 0,-1 0,1 0,1 0,-1 0,0 0,0 0,1 0,-1-1,1 1,0 0,-1-1,1 0,0 1,0-1,0 0,0 0,0 0,0 0,0 0,0 0,0-1,0 1,1-1,-1 0,0 1,0-1,1 0,-1 0,0 0,0-1,1 1,-1 0,0-1,0 0,0 1,0-1,0 0,1-1,9-9,0-1,-1-1,-1 0,0-1,-1 1,0-2,-2 1,6-15,-4 13,31-56,-38 89,-4-3,0-9,0 0,1 0,-1 0,1 0,0 1,1-1,-1 0,1 1,0-1,1 0,-1 1,1-1,0 0,0 0,1 0,0 0,0 0,0 0,0 0,1 0,-1-1,1 1,0-1,1 0,-1 0,1 0,0 0,0 0,7 1,0-1,0-1,0 1,0-2,0 0,1 0,-1-1,1 0,7-1,-15 0,42 2</inkml:trace>
  <inkml:trace contextRef="#ctx0" brushRef="#br0" timeOffset="15852.728">4451 5729,'-20'-10,"-1"2,0 0,0 1,0 2,-1 0,-6 0,26 4,0 1,0-1,-1 1,1-1,0 1,-1 0,1 0,0 0,-1 0,1 0,-1 1,1-1,0 1,0-1,-1 1,1 0,0 0,0 0,0 0,0 0,0 0,0 1,0-1,0 1,1-1,-1 1,0 0,1 0,-1 0,1 0,0 0,0 0,0 0,0 0,0 0,0 0,0 1,1-1,-1 0,1 1,0-1,0 0,0 1,0-1,0 0,0 1,0-1,1 1,1 4,-1-1,2 0,-1 1,1-1,0 0,0 0,1 0,0-1,0 1,0-1,0 0,1 0,0 0,0-1,0 0,1 0,0 0,-1-1,1 1,0-1,1-1,-1 1,0-1,1 0,-1-1,1 1,0-1,-1-1,1 1,0-1,0 0,0-1,-1 0,1 0,0 0,-1-1,1 0,-1 0,0 0,0-1,1 0,-2 0,1-1,-3 2,0-1,-1 1,1-1,-1 0,1 0,-1 0,0 0,-1 0,1 0,0 0,-1-1,0 1,1 0,-1-1,-1 1,1-1,0 0,-1 1,0-1,0 0,0 1,0-1,-1 1,0-3,-8 23,9-11,0 1,1-1,0 1,0-1,0 1,0-1,1 1,0-1,1 0,0 0,-1 0,2 0,-1-1,1 1,0-1,0 0,0 0,1 0,0 0,-1-1,2 0,-1 0,0 0,1-1,0 0,0 0,0 0,6 1,-10-3,1 0,-1-1,1 1,-1-1,1 0,-1 0,1 1,-1-1,1-1,-1 1,1 0,-1-1,1 1,-1-1,0 0,1 0,-1 0,0 0,0 0,1 0,-1-1,0 1,0-1,0 1,-1-1,1 0,0 0,-1 0,1 0,-1 0,1 0,-1 0,0-1,24-82,-17-181,-8 265,0-1,0 1,0-1,0 1,0-1,1 1,-1 0,0-1,1 1,-1 0,1-1,0 1,-1 0,1 0,0-1,0 1,0 0,0 0,0 0,0 0,0 0,0 0,0 0,0 1,0-1,1 0,-1 1,0-1,1 1,-1-1,0 1,1-1,-1 1,1 0,-1 0,0 0,1 0,-1 0,1 0,-1 0,0 0,1 1,-1-1,1 0,0 1,61 27,-59-25,1 1,0 0,-1 0,1 0,-1 1,0 0,-1 0,1 0,-1 0,0 0,0 0,-1 1,1 0,-1-1,-1 1,1 0,-1 0,0 0,0 0,-1 0,1 0,-1 0,-1 1,1-1,-1 0,0 0,-1 0,1-1,-3 6,-11 28,8-23,1 1,0-1,1 1,1 1,1-1,-2 14,6-27,-1 0,0 1,1-1,0 0,0 1,0-1,0 0,1 0,0 0,0 0,0 0,0 0,1 0,-1-1,1 1,0-1,0 0,0 0,0 0,1 0,-1 0,1-1,0 0,0 1,-1-1,2-1,-1 1,3 0,9 4,0-1,1-1,-1-1,1 0,0-1,16 0,-22-1,0-1,-1 0,1-1,-1 0,1-1,-1 0,1 0,-1-1,0 0,0-1,-1 0,1-1,-1 0,0-1,0 1,1-3,10-13</inkml:trace>
  <inkml:trace contextRef="#ctx0" brushRef="#br0" timeOffset="17151.088">1618 6825,'24'-45,"14"-18,4 2,33-37,-23 54,-50 43,0 0,0 0,0 0,0 1,0-1,0 1,0 0,0-1,0 1,0 0,0 0,0 0,0 0,0 1,0-1,0 0,0 1,0 0,0-1,0 1,0 0,0 0,-1 0,1 0,0 0,-1 1,1-1,-1 0,1 1,-1-1,1 2,7 9,-1 1,0 0,-1 0,-1 1,0 0,0 0,-2 0,0 1,0 0,-1-1,-1 1,0 16,-1-29,-1 1,1-1,-1 1,1 0,-1-1,0 1,0 0,0-1,0 1,-1 0,1-1,-1 1,1 0,-1-1,0 1,0-1,0 0,0 1,-1-1,1 0,-1 1,1-1,-1 0,0 0,0 0,0-1,0 1,0 0,0-1,0 1,-1-1,1 0,-1 1,1-1,-1-1,1 1,-1 0,1 0,-2-1,1-1,1-1,0 0,-1 1,1-1,0 0,0 0,0-1,1 1,-1 0,0-1,1 1,0-1,-1 1,1-1,0 1,0-1,1 0,-1 0,0 0,1 1,0-1,0 0,0 0,0 0,0 0,0 1,1-1,-1 0,2-2,1-5,2 0,-1 0,1 1,1 0,-1 0,2 0,-1 1,1 0,0 0,1 0,0 1,0 0,1 1,0 0,2-1,7-8,5-2,-1-1,-1-2,0 0,-2-1,-1-1,0-1,-2 0,0-2,-2 1,-1-2,0 0,-2 0,-2-1,0-1,-2 1,0-1,-2-4,-9-14,4 46,-1-1,1 1,0 0,-1 0,1 0,-1 0,1 0,-1 0,1 0,-1 0,1 0,-1 0,1 1,-1-1,1 0,-1 0,1 0,-1 0,1 1,-1-1,1 0,0 1,-1-1,1 0,0 1,-1-1,1 0,0 1,-1-1,1 1,0-1,0 0,-1 1,1-1,0 1,0-1,0 1,0-1,0 1,-1-1,1 1,0-1,0 1,0 0,-6 21,0 1,2 0,0 1,1-1,2 1,0-1,3 15,-2-27,-1 12,0-1,2 0,1 1,1-1,1 0,1 0,0 0,2-1,1 0,0 0,1-1,2 0,0-1,1 0,8 10,-16-24,0-1,1 0,-1 0,1 0,0 0,0-1,0 0,1 0,-1 0,1-1,-1 0,1 0,0 0,0-1,0 0,0 0,0 0,4 0,7-4</inkml:trace>
  <inkml:trace contextRef="#ctx0" brushRef="#br0" timeOffset="17416.381">1964 6250,'25'7,"29"5,26 2,21-2,17 1,7-1,-19-2</inkml:trace>
  <inkml:trace contextRef="#ctx0" brushRef="#br0" timeOffset="18256.04">2901 6478,'-59'8,"-92"22,144-28,-1 1,0 1,1-1,0 1,0 1,0-1,1 1,-1 0,1 1,0 0,1 0,-1 0,1 0,0 1,1 0,0 0,-1 2,3-6,1 0,-1 0,1-1,0 1,0 0,0 0,1 1,-1-1,1 0,-1 0,1 0,0 0,0 0,1 1,-1-1,1 0,-1 0,1 0,0 0,0 0,0 0,1 0,-1 0,1-1,0 1,-1 0,1-1,0 0,0 1,1-1,-1 0,0 0,1 0,0 0,-1 0,3 0,6 2,0 0,1-1,0-1,0 0,0 0,0-1,0-1,0 0,0 0,0-2,0 1,0-1,-1-1,1 0,0-1,-1 0,0-1,0 0,0-1,-1 0,0 0,0-1,-1-1,1 1,-1-2,-1 1,1-2,36-54,-46 95,0-21,-2 93,3-98,1-1,0 1,-1 0,1-1,1 1,-1 0,1-1,0 1,0-1,0 0,0 0,1 0,0 0,0 0,0 0,0-1,0 1,1-1,3 2,-5-3,0-1,0 0,0 0,1 0,-1 0,1-1,-1 1,0-1,1 1,-1-1,1 0,-1 0,1 0,-1 0,1 0,-1-1,1 1,-1-1,1 0,-1 1,0-1,1 0,-1-1,0 1,0 0,0 0,0-1,0 0,0 1,0-1,0-1,44-65,-37 39,-1 1,-2-1,-1 0,-1-1,-2 1,-1-1,-1 1,-1-1,1-46,0 75,0 0,0 0,0 0,1-1,-1 1,0 0,0 0,1 0,-1 0,1-1,-1 1,1 0,-1 0,1 0,-1 0,1 0,0 0,0 0,0 1,-1-1,1 0,0 0,0 1,0-1,0 0,0 1,0-1,1 1,-1-1,0 1,0 0,0-1,0 1,1 0,-1 0,0 0,0 0,0 0,0 0,1 0,-1 0,0 0,1 1,53 17,-54-18,13 6,0 0,0 1,0 0,-1 1,-1 1,1 0,-2 1,1 0,-1 1,-1 0,0 0,0 2,-1-1,-1 1,0 0,0 0,-2 1,0 0,0 1,-1-1,-1 1,-1 0,0 0,-1 0,0 0,-1 1,-1 2,-12 71,12-87,1 0,-1 0,0 0,1-1,0 1,-1 0,1 0,0 0,0-1,0 1,0-1,0 1,0-1,1 1,-1-1,0 1,1-1,-1 0,1 0,-1 0,1 0,0 0,-1 0,1 0,0-1,0 1,0 0,0-1,-1 0,1 1,0-1,1 0,65 2,-36-5,-1-2,1-1,-1-2,0-1,-1-1,0-1,-1-2,0-1,-1-2,13-9,-30 18,-1-1,0-1,0 1,-1-2,0 1,0-1,-1-1,3-5,-9 14,0-1,-1 0,1 0,0 0,-1 0,0 0,0 0,0 0,0 0,0 0,-1 0,1-1,-1 1,0 0,0-1,0 1,0 0,-1 0,1-1,-1 1,0 0,0 0,0 0,0 0,-1 0,1 0,-1 0,0 0,0 0,0 1,0-1,0 1,0 0,-1-1,0 0,-3-1,0 1,1 0,-1-1,0 2,0-1,-1 1,1 0,-1 0,1 1,-1-1,1 2,-1-1,0 1,1 0,-1 0,0 1,1 0,-7 1,9-1,1 0,-1 0,0 0,0 0,1 1,-1 0,1 0,-1 0,1 0,0 0,0 0,0 1,0 0,0 0,1-1,-1 2,1-1,0 0,-1 0,2 1,-1-1,0 1,1 0,-1-1,1 1,0 0,0 0,1 0,-1 0,1-1,0 1,0 2,3 5,0 0,1 0,1 0,-1-1,2 1,-1-1,1 0,1-1,0 1,0-1,1-1,0 1,1-1,-1-1,2 0,-1 0,1-1,0 0,0 0,1-1,-1 0,39 19,1-2,0-3,2-1,0-3,1-2,21 1,7 0</inkml:trace>
  <inkml:trace contextRef="#ctx0" brushRef="#br0" timeOffset="19415.725">547 7441,'438'11,"621"-22,377-16,-1114 12,804-24,-141 59,-824-15,-160-5,-1 0,1 0,-1 1,1-1,-1 0,1 0,-1 0,1 0,-1 0,1 0,-1 0,1 0,0 0,-1 0,1 0,-1 0,1 0,-1 0,1 0,-1-1,1 1,-1 0,1 0,-1-1,0 1,1 0,-1-1,1 1,-1 0,0-1,1 1,-1 0,0-1,1 1,-1-1,0 1,0-1,1 1,-1-1,0 1,0-1,0 1,0-1,0 1,1-1,-1 1,0-1,0 1,0-1,-1 0,-9-7</inkml:trace>
  <inkml:trace contextRef="#ctx0" brushRef="#br0" timeOffset="23922.364">1925 7881,'-214'1,"210"0,1 1,-1-1,1 1,0 0,0 0,0 0,0 1,0-1,0 1,0-1,1 1,0 0,-1 0,1 0,0 1,0-1,1 0,-1 1,1-1,0 1,0-1,0 1,0 0,0 0,1-1,0 1,0 0,0 0,0-1,0 1,1 0,-1 0,1-1,0 1,1-1,-1 1,0-1,1 1,0-1,0 0,0 1,0-1,1 0,8 6,1-1,0 0,0 0,1-1,-1-1,2 0,-1-1,1 0,-1-1,1-1,1 0,9 4,3 0,-13-4,-1 0,1 1,-1 1,0 0,0 1,-1 0,0 1,1 1,-11-7,-1 0,0 0,1 0,-1 0,0 0,0 0,0 0,0 0,0 0,0 0,0 0,0 1,0-1,0 0,-1 1,1-1,-1 1,1-1,-1 1,0-1,1 1,-1-1,0 1,0-1,0 1,0-1,0 1,0-1,0 1,-1-1,1 1,-1-1,1 1,-1-1,1 0,-1 1,0-1,0 0,0 1,1-1,-1 0,0 0,-1 0,1 0,0 0,0 0,0 0,-1 0,1 0,-13 5,0-1,0 0,0-1,-1 0,0-1,0-1,0 0,0-1,0-1,0 0,-7-2,8 2,-41-3,70 3</inkml:trace>
  <inkml:trace contextRef="#ctx0" brushRef="#br0" timeOffset="24215.583">2286 7881,'-3'-6,"0"-1,1 4,1 6,3 10,2 10,3 9,0 7,-1 3,-1 4,-2-2,-2-3,0-5,-1-6,0-5,-2-10,-2-7</inkml:trace>
  <inkml:trace contextRef="#ctx0" brushRef="#br0" timeOffset="25191.027">2192 8042,'-18'-15,"33"4,205 8,-142 3,200 10,-279-9,1-1,0 0,0 0,0 0,0 1,0-1,0 0,0 0,0 0,0 1,0-1,0 0,0 0,0 0,0 0,0 1,0-1,0 0,0 0,0 0,1 1,-1-1,-37 3,23-2,-74 19,86-19,0 0,0 0,0 0,0 0,0 0,0 0,1 1,-1-1,0 1,1-1,-1 1,1 0,-1-1,1 1,0 0,0 0,-1 0,2 0,-1 0,0 0,0 0,1 0,-1 1,1-1,-1 0,1 0,0 0,0 1,0-1,0 0,0 0,1 1,-1-1,1 0,0 0,-1 0,1 0,0 1,3 1,0 1,0 0,1-1,0 0,-1 0,1 0,1-1,-1 0,0 0,1 0,0 0,-1-1,1 0,0 0,0-1,0 1,1-1,-1-1,0 1,0-1,0 0,1-1,-1 1,0-1,4-1,-3 0,0 1,0-1,0 0,0-1,0 1,0-2,-1 1,0-1,1 0,-1 0,0 0,-1-1,1 0,-1 0,0-1,0 1,-1-1,0 0,0 0,0-1,-1 1,1-2,-1 46,-3-36,0 0,0 0,0-1,0 1,0 0,1 0,-1 0,0 0,1 0,0-1,-1 1,1 0,0 0,0-1,0 1,0-1,0 1,0-1,1 1,-1-1,0 0,1 1,-1-1,1 0,-1 0,1 0,0 0,-1 0,1-1,0 1,0 0,0-1,-1 1,1-1,0 0,0 0,0 1,0-1,0-1,0 1,-1 0,1 0,0-1,0 1,0-1,0 1,-1-1,1 0,0 0,-1 0,2 0,4-6,0 0,-1 0,0 0,-1-1,1 0,-1 0,-1 0,0-1,0 1,-1-1,0 0,0 0,-1 0,0 0,0-7,3-3,-5 17,1 0,0 0,0 0,-1 0,1 0,0 0,1 0,-1 0,0 0,0 0,1 1,-1-1,1 0,0 1,-1 0,1-1,0 1,0 0,0 0,0 0,0 0,0 0,0 0,0 1,0-1,0 1,1-1,-1 1,0 0,2 0,69 10,-71-9,4-1,1 1,0 0,-1 1,1 0,-1 0,1 0,-1 0,0 1,0 0,0 1,-1-1,1 1,-1 0,0 0,0 1,0 0,0 0,-1 0,0 0,0 1,-1-1,1 1,-1 0,2 6,-4 62,0-72,-1 0,0-1,1 1,-1 0,1 0,-1-1,1 1,0 0,0-1,0 1,0-1,0 1,0-1,0 0,0 1,0-1,1 0,-1 0,1 0,-1 0,1 0,-1 0,1 0,-1 0,1-1,0 1,-1 0,1-1,0 0,0 1,0-1,-1 0,1 0,2 0,63-4,-60 3,0 0,0-1,-1 1,1-2,-1 1,1-1,-1 0,0 0,0 0,0-1,0 0,-1 0,1-1,-1 1,0-1,-1 0,1-1,-1 1,0-1,-1 0,1 0,-1 0,0 0,0-1,-1 1,0-1,0 1,-1-1,0 0,0 0,0-6,-1 11,0 1,-1-1,1 1,0 0,-1-1,1 1,-1 0,0-1,1 1,-1 0,0 0,0 0,0 0,0-1,0 1,0 1,0-1,0 0,0 0,0 0,-1 0,1 1,0-1,0 1,-1-1,1 1,-1-1,1 1,0 0,-1 0,1 0,-1-1,1 1,0 1,-1-1,1 0,-1 0,1 0,0 1,-1-1,1 1,0-1,-1 1,1 0,0-1,0 1,-1 0,1 0,0 0,0 0,0 0,0 0,0 0,0 0,1 0,-1 0,0 0,0 1,1-1,-1 0,1 1,-1-1,1 2,-2-1,0 1,1 0,0 0,-1 0,1 0,0 0,0 0,1 0,-1 0,1 0,-1 0,1 1,0-1,0 0,0 0,1 0,-1 0,1 1,0-1,0 0,0 0,0 0,0 0,1-1,-1 1,1 0,0 0,0-1,0 1,0-1,0 0,0 0,1 0,-1 0,1 0,0 0,-1 0,1-1,0 0,0 1,0-1,0 0,107 26,-49-20</inkml:trace>
  <inkml:trace contextRef="#ctx0" brushRef="#br0" timeOffset="25492.223">4277 7868,'0'21,"3"10,2 8,3 1,3-1,-1-3,0-8,-2-8</inkml:trace>
  <inkml:trace contextRef="#ctx0" brushRef="#br0" timeOffset="25760.509">4251 7654,'-5'-7,"4"0,6 6,9 8,2 2</inkml:trace>
  <inkml:trace contextRef="#ctx0" brushRef="#br0" timeOffset="26021.616">4505 8083,'14'-3,"1"-1,-1 0,1-1,-1 0,-1-1,1-1,-1 0,0-1,-1 0,0-1,0 0,-1-1,0 0,0-1,-2 0,8-10,-17 20,1 0,0 0,-1 0,1 0,-1 0,1 0,-1 0,0 0,1 0,-1 0,0 0,0 0,1-1,-1 1,0 0,0 0,-1 0,1 0,0 0,0-1,0 1,-1 0,1 0,-1 0,1 0,-1 0,1 0,-1 0,1 0,-1 0,0 0,0 0,1 1,-1-1,0 0,0 0,0 1,0-1,0 0,0 1,0-1,0 1,0 0,0-1,0 1,-54-3,48 4,-1 1,1 0,0 0,1 0,-1 1,0 0,1 0,-1 0,1 1,0 0,0 1,1-1,-1 1,1 0,0 0,0 1,1 0,-1-1,1 1,1 1,-1-1,1 1,0-1,0 1,1 0,-2 7,6-9,-1 0,1 0,0 0,1-1,-1 1,1 0,0-1,0 0,0 0,0 0,1 0,-1 0,1-1,0 1,1-1,-1 0,0-1,1 1,0-1,-1 0,1 0,0 0,0 0,0-1,0 0,0 0,1 0,2-1,17 5,1-1,-1-2,1 0,0-2,0-1,10-2,24-4</inkml:trace>
  <inkml:trace contextRef="#ctx0" brushRef="#br0" timeOffset="26436.608">5106 7828,'-23'-3,"13"1,-1 0,0 1,0 0,0 1,0 0,0 1,0 0,-9 2,19-2,-1-1,1 0,0 0,0 1,0-1,0 1,-1-1,1 1,0 0,0-1,0 1,0 0,0 0,1 0,-1-1,0 1,0 0,0 0,1 0,-1 0,1 1,-1-1,0 0,1 0,0 0,-1 0,1 1,0-1,0 0,0 0,-1 0,1 1,0-1,1 0,-1 0,0 1,0-1,0 0,1 0,-1 0,1 0,-1 1,1-1,-1 0,1 0,0 0,0 0,40 47,39 9,-61-45,0 1,-1 0,0 1,-2 1,1 1,4 7,-20-23,0 1,0 0,0 0,1 0,-1 0,0 0,0 0,0 0,0 0,-1 0,1 0,0 0,0 1,-1-1,1 0,-1 0,1 1,-1-1,1 1,-1-1,0 0,0 1,0-1,0 1,0-1,0 1,0-1,0 0,0 1,-1-1,1 1,0-1,-1 0,0 1,1-1,-1 0,0 0,1 1,-1-1,0 0,0 0,0 0,0 0,-1 1,0-1,0 0,0 0,-1 0,1 0,0 0,0-1,-1 1,1-1,0 1,0-1,-1 0,1 0,-1 0,1 0,0 0,-1-1,1 1,0-1,0 1,-1-1,1 0,0 0,0 0,0 0,0 0,0-1,0 1,0-1,0 1,1-1,-1 1,1-1,-1 0,1 0,-1 0,1 0,0 0,0 0,0 0,0 0,0-1,1 1,-1 0,1-1,-1 1,1 0,0-1,0 1,0 0,0-1,0 1,1 0,-1-1,1 1,0-1,6-10,1 0,1 0,0 1,1 0,0 0,1 1,0 1,1 0,0 1,0 0,1 0,0 1,14-5,-21 9,-5 3,1-1,-1 1,1-1,-1 1,1 0,-1-1,1 1,0 0,-1 0,1 0,0 0,0 1,0-1,0 0,0 1,0-1,0 1,0 0,0 0,0 0,0 0,0 0,0 0,0 0,0 1,0-1,0 1,0-1,0 1,0 0,-1 0,1 0,0 0,0 0,-1 0,1 0,-1 0,1 1,-1-1,1 1,-1-1,1 2,11 79,-13-73,0 0,1 0,0 0,0 0,1 0,0 0,1 0,0-1,0 1,1-1,0 0,0 0,1 0,1 1,25 9,-17-17</inkml:trace>
  <inkml:trace contextRef="#ctx0" brushRef="#br0" timeOffset="26714.867">5414 7667,'-4'16,"4"10,10 7,3-2</inkml:trace>
  <inkml:trace contextRef="#ctx0" brushRef="#br0" timeOffset="27200.583">5614 8083,'18'-110,"5"-77,-23 186,1 1,-1-1,1 0,-1 0,0 0,1 0,-1 1,0-1,0 0,1 0,-1 0,0 0,0 0,0 0,0 0,0 0,0 0,-1 0,1 1,0-1,0 0,-1 0,1 0,0 0,-1 0,1 1,-1-1,1 0,-1 0,0 1,1-1,-1 0,1 1,-1-1,0 1,0-1,1 1,-1-1,0 1,0-1,0 1,0 0,0-1,1 1,-1 0,0 0,0 0,0 0,0 0,0 0,0 0,0 0,0 0,0 0,0 0,1 0,-1 1,-1-1,0 2,0 0,0 0,0 1,0-1,1 0,-1 1,1-1,-1 1,1-1,0 1,0 0,0-1,0 1,0 0,1 0,0 0,-1 0,1 0,0-1,0 1,0 0,1 0,-1 0,1 0,-1 0,1-1,0 1,0 0,1-1,-1 1,0 0,1-1,-1 0,1 1,0-1,0 0,0 0,0 0,0 0,1 0,-1 0,3 1,11 2,0 0,0-1,1 0,0-1,-1-1,1-1,0-1,0 0,9-2,18 2,-43 0,0-1,1 1,-1 0,0-1,1 1,-1 0,0 0,1 0,-1 0,0 0,0 1,1-1,-1 0,0 1,1-1,-1 1,0-1,0 1,0-1,0 1,1 0,-1-1,0 1,0 0,0 0,0 0,-1 0,1 0,0 0,0 0,-1 0,1 0,0 1,-1-1,1 0,-1 0,0 1,1-1,-1 0,0 1,0-1,0 0,0 1,-5 33,3-32,1 1,-1-1,1 1,0-1,0 1,1 0,-1-1,1 1,-1 0,1-1,0 1,1 0,-1-1,1 1,-1 0,1-1,0 1,1-1,-1 1,0-1,1 1,0-1,0 0,0 0,0 0,0 0,1 0,-1-1,1 1,0-1,0 1,0-1,0 0,1 1,0-2,1 1,-1-1,1 0,0 0,-1 0,1-1,0 1,-1-1,1 0,0 0,0-1,-1 0,1 0,-1 0,1 0,-1 0,1-1,-1 0,0 0,1 0,-1-1,0 1,-1-1,1 0,0 0,-1 0,0-1,0 1,0-1,0 0,0 0,-1 0,1 0,-1 0,0 0,-1-1,1 0,13-26,-7 53,-8-18,-1 1,1-1,0 0,0 1,0-1,0 1,1-1,0 0,0 1,0-1,0 0,1 0,0 0,0 0,0 0,0 0,0-1,1 1,0-1,-1 1,1-1,1 0,-1 0,0 0,1-1,-1 1,1-1,0 0,0 0,0 0,0 0,0-1,0 0,3 1,14-3</inkml:trace>
  <inkml:trace contextRef="#ctx0" brushRef="#br0" timeOffset="27489.51">6243 7667,'-5'7,"-3"2,-17-2,-3-3</inkml:trace>
  <inkml:trace contextRef="#ctx0" brushRef="#br0" timeOffset="38000.659">2833 4111,'32'-56,"31"-21,3 3,3 3,38-28,1-2,122-117,10 9,8 12,8 10,15 8,137-57,10 19,130-35,-242 125,6 13,4 14,136-18,-89 50,228-10,77-10,-585 79,-73 9</inkml:trace>
  <inkml:trace contextRef="#ctx0" brushRef="#br0" timeOffset="38811.026">6230 1544,'-9'-5,"28"5,524-3,-330-1,-139 6,-73-2,0 1,0-1,0 1,0-1,0 1,0-1,0 1,0 0,0 0,0-1,0 1,0 0,0 0,-1 0,1 0,0 0,-1 0,1 0,-1 0,1 0,-1 1,1-1,-1 0,0 0,1 0,-1 1,0-1,0 0,0 0,0 0,0 1,0-1,-1 0,1 0,0 0,0 1,-1-1,1 0,-1 0,1 0,-1 0,0 0,1 0,-1 0,0 0,0 0,0 0,1 0,-1-1,0 1,0 0,-1 0,-28 41,-2-2,-2-1,-9 6,-17 21,-152 199,157-185</inkml:trace>
  <inkml:trace contextRef="#ctx0" brushRef="#br0" timeOffset="42853.376">4077 1357,'-10'4,"-1"-1,1 1,0 1,0 0,1 1,-1-1,1 2,1-1,-1 1,1 1,0 0,1 0,0 0,0 1,0 0,1 0,1 1,0-1,0 1,1 0,0 1,1-1,0 1,3-9,0 0,0-1,0 1,0 0,0 0,1-1,-1 1,1 0,-1-1,1 1,0-1,-1 1,1-1,0 1,0-1,0 1,0-1,1 0,-1 1,0-1,0 0,1 0,-1 0,1 0,-1 0,1 0,-1-1,1 1,0 0,-1-1,1 1,0-1,-1 0,3 1,60 2,169-47,-195 38,-10 0,0 2,1 1,0 1,0 1,1 2,-29-1,0 0,0-1,0 1,0 0,0 0,0 0,0 0,0 1,0-1,0 0,0 0,0 0,0 1,-1-1,1 1,0-1,0 0,0 1,0 0,-1-1,1 1,0-1,0 1,-1 0,1 0,0-1,-1 1,1 0,-1 0,1 0,-1 0,0-1,1 1,-1 0,0 0,1 0,-1 0,0 0,0 0,0 0,0 0,0 0,0 0,0 0,0 0,-1 0,1 0,0 0,0 0,-1 0,1 0,-33 42,16-26,-1-1,-1-1,0-1,-2 0,1-2,-1 0,-5 0,-9-10,26-11</inkml:trace>
  <inkml:trace contextRef="#ctx0" brushRef="#br0" timeOffset="43145.594">4357 1117,'-46'-83,"47"77,11 20,109 189,-30-43,-33-96,-43-54</inkml:trace>
  <inkml:trace contextRef="#ctx0" brushRef="#br0" timeOffset="44556.833">4344 1344,'28'-24,"0"2,2 0,1 2,0 1,7-1,-13 6,96-51,2 5,41-10,-111 54,-64 31,-45 21,45-31,0 1,0 1,1 0,0 0,0 1,1 0,0 1,0 0,1 1,0-1,-2 5,9-13,0 1,0 0,1 0,-1 0,0 1,1-1,-1 0,1 0,0 0,-1 0,1 0,0 1,1-1,-1 0,0 0,0 0,1 0,-1 0,1 1,0-1,0 0,0 0,0-1,0 1,0 0,0 0,1 0,-1-1,0 1,1-1,0 1,-1-1,1 1,0-1,0 0,0 0,0 0,0 0,0 0,1 0,4 2,-1 0,1-1,0 0,0 0,0-1,0 0,1 0,-1 0,0-1,0 0,0-1,2 0,-3 0,0-1,-1 0,1 0,-1-1,1 0,-1 0,0 0,0 0,0-1,-1 0,1 0,-1 0,0-1,0 1,0-1,-1 0,0 0,0 0,2-5,38-109,-27 50,-7 95,-6-17,1-1,0 0,0 0,0 0,1 0,0-1,1 0,-1 0,4 2,-8-7,1 0,0 0,0 0,0-1,-1 1,2-1,-1 1,0-1,0 0,0 0,1 0,-1 0,0 0,1 0,-1-1,1 1,-1-1,1 0,-1 0,1 0,-1 0,1 0,-1 0,1 0,-1-1,1 0,-1 1,1-1,-1 0,0 0,0 0,1 0,-1-1,0 1,1-2,3-4,0-1,-1 0,0-1,0 1,-1-1,0 0,-1 0,1 0,-2-1,0 1,0-1,0 1,-1-1,-1 0,1 1,-2-1,1 0,-1 0,-2-2,2-1,0-1,-1 1,-1 0,-1 0,1 1,-2-1,0 1,0 0,-2 0,1 0,-1 1,-4-4,14 6,21 9,-6 1,179-37,-195 35,0 1,-1 0,1 0,0-1,-1 1,1 0,0 0,-1 1,1-1,0 0,-1 0,1 1,0-1,-1 1,1 0,-1-1,1 1,-1 0,1 0,-1 0,0 0,1 0,-1 0,0 0,0 1,0-1,0 0,0 1,0-1,0 0,0 1,0-1,-1 1,1 0,-1-1,1 1,-1-1,0 1,1 0,-1 0,4 23,-5-21,1 0,-1 1,1-1,0 0,1 0,-1 0,1 0,0 0,0 0,0 0,0 0,1-1,0 1,-1 0,1-1,1 1,-1-1,0 0,1 1,0-1,0 0,0-1,0 1,0 0,0-1,1 0,-1 0,1 0,-1 0,1 0,0-1,0 0,0 0,2 1,4-4,-1 0,0 0,1-1,-1-1,-1 1,1-1,0-1,-1 0,0 0,0 0,0-1,-1 0,0-1,0 1,-1-2,1 1,3-7,-1 4,-1-1,0 0,0-1,-1 1,-1-1,0-1,0 1,-1-1,-1 0,0 0,-1-1,-1 1,0-1,-1 12,-1 0,0 0,0 1,0-1,0 0,0 0,0 1,-1-1,1 0,-1 1,1-1,-1 0,1 1,-1-1,0 1,0-1,0 1,0-1,0 1,0 0,0-1,0 1,-1 0,1 0,0 0,-1 0,1 0,-1 0,1 0,-1 1,0-1,1 0,-1 1,0 0,1-1,-1 1,0 0,1 0,-1 0,0 0,0 0,1 0,-1 0,0 0,1 1,-1-1,0 1,1-1,-1 1,0 0,1 0,-1-1,0 2,-2-1,0 1,0 0,0 0,0 0,0 0,1 1,-1 0,1 0,-1-1,1 2,0-1,0 0,0 1,1-1,-1 1,1 0,0 0,0 0,0 0,1 0,-1 1,1-1,0 0,0 1,1-1,-1 3,3-5,-1 1,1-1,0 1,0-1,0 0,0 1,0-1,1 0,-1 0,1-1,-1 1,1-1,0 1,0-1,-1 0,1 0,0 0,0 0,0 0,0-1,0 1,0-1,0 0,1 0,-1 0,1-1,28 0,0-1,0-2,0-1,-1-2,0-1,0-2,-1 0,0-2,14-9,-19 11,-1-1,-1-1,0-1,0-1,-1-1,-1-1,0-2,-19 17,-1 0,1 0,-1 0,1 0,-1 0,1 0,-1 0,0 0,1-1,-1 1,0 0,0-1,0 1,0-1,0 0,-1 1,1-1,0 0,-1 1,1-1,-1 0,0 0,1 1,-1-1,0 0,0 0,0 0,0 1,-1-1,1 0,0 0,-1 1,1-1,-1 0,0 1,1-1,-1 0,0 1,0-1,0 1,0-1,0 1,-1 0,1-1,0 1,-1 0,1 0,-4-1,0 0,0 1,-1 0,1 0,0 0,0 1,-1 0,1 0,0 0,-1 0,1 1,0 0,-1 0,1 1,0-1,0 1,0 0,0 0,1 1,-1 0,0-1,1 2,0-1,0 0,0 1,0 0,0 0,1 0,0 0,0 0,0 1,0 0,1-1,0 1,-1 0,2 0,-1 1,1-4,1 0,0 0,0-1,0 1,0 0,0 0,0 0,0 0,0 0,1 0,-1 0,1-1,-1 1,1 0,0 0,0-1,0 1,0 0,0-1,0 1,0-1,0 1,1-1,-1 0,1 1,-1-1,1 0,-1 0,1 0,0 0,-1 0,1-1,0 1,0 0,0-1,-1 0,1 1,0-1,0 0,2 0,77-6,-73 2,0 0,0 0,-1-1,0 0,0-1,0 1,-1-1,0-1,0 1,0-1,-1 0,0 0,0 0,-1-1,0 0,-1 0,1 0,-1 0,-1-1,0 1,0-1,0 1,-1-1,0-6,-2 15,1-1,0 0,0 0,0 1,0-1,0 0,0 0,0 1,0-1,1 0,-1 1,0-1,0 0,1 0,-1 1,0-1,1 0,-1 1,0-1,1 1,-1-1,1 0,-1 1,1-1,-1 1,1 0,0-1,-1 1,1-1,0 1,-1 0,1-1,0 1,-1 0,1 0,0 0,0-1,-1 1,1 0,0 0,-1 0,1 0,0 0,0 0,-1 1,1-1,0 0,0 0,-1 0,1 1,0-1,-1 0,1 1,0-1,-1 0,1 1,-1-1,1 1,-1-1,1 1,-1 0,1-1,-1 1,19 4,0-1,0 0,1-2,-1 0,0-1,1-1,-1-1,1 0,-1-2,0 0,0-1,17-7,147-41,-103 24</inkml:trace>
  <inkml:trace contextRef="#ctx0" brushRef="#br0" timeOffset="45261.949">5067 1759,'11'4,"6"7,3 5,-1 7,0 5,-4-1,-4-3,-4-5</inkml:trace>
  <inkml:trace contextRef="#ctx0" brushRef="#br0" timeOffset="45995.514">4906 1544,'30'6,"1"-2,0-1,0-2,0 0,0-3,11-1,95-1,-134 4,1-1,-1 1,0 0,0 0,1 1,-1-1,0 1,0-1,0 1,0 0,0 0,0 0,0 1,0-1,0 1,0 0,-1 0,1-1,-1 2,1-1,-1 0,0 0,0 1,0-1,0 1,0 0,-1 0,1 0,-1-1,1 4,4 51,9 27,-14-83,-1 0,1 1,0-1,-1 0,1 0,0 0,0 0,0 1,0-1,0 0,0-1,0 1,0 0,0 0,0 0,1-1,-1 1,0 0,0-1,1 1,-1-1,0 0,1 1,-1-1,1 0,-1 0,0 0,1 0,-1 0,1 0,-1 0,0-1,1 1,-1 0,0-1,1 1,-1-1,0 0,1 1,-1-1,0 0,0 0,1 0,41-45,-38 36,0-1,-1 1,0-1,-1 0,0 0,-1 0,0-1,-1 1,0-5,-1 15,-1 1,1-1,0 0,0 1,-1-1,1 0,0 1,0-1,0 0,0 1,0-1,0 0,0 0,0 1,0-1,0 0,1 1,-1-1,0 1,0-1,1 0,-1 1,0-1,1 0,-1 1,0-1,1 1,-1-1,1 1,-1-1,1 1,-1-1,1 1,-1 0,1-1,0 1,-1 0,1-1,-1 1,1 0,0 0,-1 0,1 0,0-1,-1 1,1 0,0 0,0 0,-1 0,1 1,0-1,-1 0,1 0,0 0,-1 0,1 1,-1-1,2 1,3 4,1 1,0-1,0 1,0-2,1 1,0-1,0 0,0 0,0-1,1 0,0 0,-1-1,1 0,0 0,0-1,0 0,0 0,0-1,0 0,0 0,0-1,7-1,-10-1,0 1,0-1,0 0,-1 0,1 0,-1-1,0 1,0-1,0 0,0 0,-1-1,0 1,0-1,0 1,0-1,-1 0,1 0,-1 0,-1-1,1 1,0-4,1-5,-1-1,0 0,-1 1,0-1,-1 0,-1 1,-2-11,-3-6,-2 1,-1 0,-2 0,-1 1,-1 0,-1 1,-2 1,-12-18,-4 8,31 37,1 0,-1 0,1 0,-1 0,1 0,-1 0,1 0,-1 0,1 0,-1 1,1-1,-1 0,1 0,0 1,-1-1,1 0,0 1,-1-1,1 0,0 1,-1-1,1 0,0 1,-1-1,1 1,0-1,0 1,0-1,-1 0,1 1,0-1,0 1,0-1,0 1,0-1,0 1,0-1,0 1,0-1,0 1,0-1,0 1,0-1,1 1,-1-1,0 1,0-1,3 13,0 0,0 0,1-1,1 0,0 0,1 0,0 0,1-1,0 0,0 0,2-1,-1 0,1-1,4 4,4 5,1-1,0-1,1-1,1 0,0-1,1-1,1-2,0 0,0-1,1-1,1-1,11 2,-14-8,-6-3</inkml:trace>
  <inkml:trace contextRef="#ctx0" brushRef="#br0" timeOffset="46251.85">5574 1318,'25'-18,"22"-13,16-4,10 3,-2 3,-12 8</inkml:trace>
  <inkml:trace contextRef="#ctx0" brushRef="#br0" timeOffset="46873.869">6109 1331,'1'-35,"-2"-1,-1 1,-2 0,-1 0,-9-27,14 61,0 1,-1-1,1 0,0 0,-1 0,1 1,0-1,0 0,0 0,0 0,0 0,0 1,0-1,0 0,0 0,0 0,0 0,1 1,-1-1,0 0,1 0,-1 0,0 1,1-1,-1 0,1 0,-1 1,1-1,-1 1,1-1,0 0,-1 1,1-1,0 1,-1-1,1 1,0 0,0-1,0 1,-1 0,1-1,0 1,0 0,0 0,0 0,-1 0,1 0,0 0,0 0,0 0,0 0,-1 0,1 0,194-46,-193 45,0 0,0 1,0-1,0 1,0 0,0-1,0 1,0 0,0 0,0 1,0-1,0 0,0 1,0-1,0 1,0-1,0 1,0 0,0 0,0 0,0 0,-1 0,1 0,-1 1,1-1,0 0,-1 1,0 0,1-1,-1 1,0 0,0-1,0 1,0 0,0 0,-1 0,1 0,0 0,-1 1,5 94,-5-96,1 1,-1-1,0 1,1-1,-1 1,1-1,-1 1,1-1,0 1,0-1,-1 1,1-1,0 0,0 0,1 1,-1-1,0 0,0 0,0 0,1 0,-1 0,0-1,1 1,-1 0,1-1,-1 1,1-1,0 1,-1-1,1 0,-1 1,1-1,-1 0,1 0,0 0,-1 0,1-1,0 1,-1 0,2-1,58-28,-44 16,-1-1,0-1,-1-1,-1 0,0-1,-2 0,1-2,-13 19,0 1,0-1,0 0,0 0,1 1,-1-1,0 0,0 0,0 1,1-1,-1 0,0 0,0 0,1 1,-1-1,0 0,1 0,-1 0,0 0,0 0,1 0,-1 1,0-1,1 0,-1 0,0 0,1 0,-1 0,0 0,1 0,-1 0,0-1,1 1,-1 0,0 0,1 0,-1 0,0 0,0 0,1-1,-1 1,0 0,0 0,1 0,-1-1,0 1,0 0,0 0,1-1,6 23,-4-20,-1 0,1-1,0 0,-1 1,1-1,0 0,0 0,0-1,0 1,0-1,0 1,0-1,0 0,0 0,0 0,0-1,0 1,0-1,0 1,0-1,-1 0,1 0,0 0,2-2,62-38,-61 37,0 0,-1-1,1 0,-1 0,0 0,0-1,-1 0,0 0,0 0,0 0,-1 0,0-1,0 0,0 0,-1 1,0-2,-1 1,2-6,-5 10,1 1,-1-1,1 0,-1 1,0-1,0 1,0 0,0-1,0 1,-1 0,1 0,0 1,-1-1,0 0,1 1,-1 0,0-1,0 1,0 0,0 0,0 1,0-1,0 1,0-1,0 1,0 0,0 0,0 1,0-1,0 0,0 1,0 0,0 0,0 0,0 0,-1 1,-2 0,0 1,0-1,0 1,0 1,0-1,1 1,0 0,0 0,0 1,0 0,1 0,-1 0,1 0,0 0,1 1,0 0,-1 0,2 0,-1 0,1 0,0 0,0 1,1-1,0 1,-1 5,2-11,0 1,1 0,-1 0,0 0,1 0,-1-1,1 1,-1 0,1-1,0 1,0 0,0-1,0 1,0-1,0 1,0-1,0 0,1 1,-1-1,1 0,-1 0,1 0,-1 0,1 0,-1 0,1 0,0-1,-1 1,1-1,0 1,0-1,1 1,19 1</inkml:trace>
  <inkml:trace contextRef="#ctx0" brushRef="#br0" timeOffset="47136.238">6724 636,'-9'18,"-1"8,4 5,9-1,9-1,7-1,1-5</inkml:trace>
  <inkml:trace contextRef="#ctx0" brushRef="#br0" timeOffset="47594.019">6884 956,'2'2,"-1"1,0-1,1 0,-1 0,1 0,0 0,0 0,0-1,0 1,0 0,0-1,0 1,0-1,1 0,-1 0,0 0,1 0,-1 0,1-1,-1 1,1-1,-1 1,1-1,0 0,-1 0,1 0,-1 0,1-1,0 1,-1-1,1 0,-1 1,0-1,1 0,-1 0,0-1,3 0,-1-5,1 0,-1 0,0 0,0-1,-1 1,0-1,-1 0,0 0,0 0,0 0,-1 0,0 0,-1 0,0 0,0-1,-1 1,0 0,0 0,-1 0,-1-2,-1-2,3 12,1 0,-1-1,1 1,-1-1,1 1,-1 0,1-1,-1 0,1 1,0-1,-1 1,1-1,0 1,-1-1,1 0,0 1,0-1,0 0,-1 1,1-1,0 0,0 1,0-1,0 0,0 1,0-1,0 0,1 1,-1-1,0 0,0 1,0-1,1 1,-1-1,0 0,1 1,-1-1,0 1,1-1,-1 1,1-1,-1 1,1-1,-1 1,1 0,-1-1,1 1,0-1,-1 1,1 0,-1 0,1-1,0 1,-1 0,1 0,0 0,167-1,-164 0,-1 0,1 0,0 1,0 0,0-1,0 2,0-1,0 0,0 1,0 0,0-1,-1 2,1-1,0 0,-1 1,1 0,-1-1,1 1,-1 1,0-1,0 0,0 1,0 0,0 0,0 0,-1 0,0 0,1 0,0 3,2 5,-4-8,-1 0,1 0,0-1,0 1,0 0,1 0,-1 0,1-1,-1 1,1-1,0 1,0-1,0 0,0 1,0-1,1 0,-1 0,1-1,-1 1,1-1,-1 1,1-1,0 0,0 0,0 0,0 0,0 0,0-1,0 1,0-1,0 0,0 0,3 0,-1-2,0 0,0 0,0 0,0-1,0 0,-1 0,1 0,-1-1,0 1,0-1,0 0,0 0,-1 0,1-1,-1 1,0-1,-1 0,1 0,-1 0,1-3,22-97,-19 202,-5-95,-1 1,1 0,0-1,0 1,0-1,0 0,0 1,1-1,-1 0,1 0,-1 0,1 0,0 0,0 0,0 0,0 0,0-1,0 1,0-1,1 0,-1 1,0-1,1 0,-1-1,1 1,-1 0,1-1,0 1,-1-1,1 0,0 0,-1 0,1 0,2 0,16-4</inkml:trace>
  <inkml:trace contextRef="#ctx0" brushRef="#br0" timeOffset="47850.334">7486 329,'-5'11,"4"8,6 6,2-1</inkml:trace>
  <inkml:trace contextRef="#ctx0" brushRef="#br0" timeOffset="48389.933">7673 609,'97'-189,"-87"168,-1-1,-2 0,0-1,-1 1,-1-1,-1 0,-1-1,-1 1,-1-1,-2 1,0-1,-1 1,-1 0,-1 0,-3-5,7 26,-1-1,1 1,-1-1,0 1,0 0,0 0,0 0,0-1,0 1,-1 0,1 0,-1 0,1 1,-1-1,0 0,1 1,-1-1,0 1,0-1,0 1,-1 0,1 0,0 0,0 0,-1 0,1 1,0-1,-1 0,1 1,-1 0,1 0,0 0,-1 0,1 0,-1 0,-1 3,0-1,0 1,1 0,-1 0,1 1,-1-1,1 1,0-1,1 1,-1 0,1 0,-1 0,1 1,0-1,0 3,-11 27,2 2,2-1,1 2,1-1,2 1,2-1,2 8,-2-24,2 0,1 0,0 0,1-1,2 1,0 0,1 0,0-1,2 0,0 0,2 0,0-1,1 0,0-1,2 0,0 0,1-1,4 4,-12-15,1-1,0 0,0 0,0 0,0-1,0 1,1-1,0-1,-1 1,1-1,0 0,0 0,0-1,1 1,-1-1,0-1,0 1,1-1,-1 0,0-1,1 0,-1 0,0 0,0 0,0-1,0 0,0 0,0-1,-1 0,1 0,-1 0,5-4,-2-1,-1 0,1 0,-1-1,-1 0,0-1,0 0,-1 0,0 0,0 0,-1-1,0-1,-3 8,-1 7,0 0,0 0,1 0,-1 1,1-1,-1 0,1 0,0 0,0 0,1 0,-1-1,0 1,1 0,0-1,0 1,-1 0,2-1,-1 0,0 0,0 0,1 0,-1 0,1 0,1 1,0 0,-1-1,1 1,0-1,0 1,0-1,1 0,-1-1,0 1,1-1,-1 0,1 0,-1 0,1 0,0-1,-1 0,1 0,0 0,-1-1,1 1,-1-1,1 0,-1 0,1-1,-1 0,1 1,-1-1,0-1,0 1,0-1,-1 1,1-1,0 0,-1 0,0-1,0 1,0-1,2-2,-2-1,0 0,-1-1,1 1,-2-1,1 1,-1-1,0 1,-1-1,1 0,-2 1,1-1,-1 0,0 1,-1-1,1 1,-2-1,1 1,-1 0,0 0,0 0,-5-7,7 13,0 0,1-1,-1 1,0 0,0 0,0 0,-1 0,1 0,0 0,0 0,-1 0,1 0,0 0,-1 1,1-1,-1 1,1-1,-1 1,1-1,-1 1,1 0,-1 0,1 0,-1 0,1 0,-1 0,1 0,-1 0,0 1,1-1,-1 0,1 1,0-1,-1 1,1 0,-1 0,1-1,0 1,0 0,-1 0,1 0,0 0,0 0,0 1,0-1,0 0,0 1,-2 2,0 0,1 0,-1 0,1 0,0 0,0 0,0 1,1-1,0 1,-1 0,2-1,-1 1,0 0,1 0,0 2,1-3,0 0,0 0,1 0,-1 0,1 0,0 0,0-1,0 1,0-1,1 0,-1 1,1-1,0 0,0 0,0-1,0 1,0-1,1 1,3 0,19 11</inkml:trace>
  <inkml:trace contextRef="#ctx0" brushRef="#br0" timeOffset="48776.738">8329 623,'0'-209,"-1"208,1-1,0 1,0-1,-1 1,1-1,0 1,0-1,0 1,1-1,-1 1,0-1,0 1,1-1,-1 1,1 0,-1-1,1 1,0 0,0-1,-1 1,1 0,0 0,0-1,0 1,0 0,1 0,-1 0,0 0,0 1,0-1,1 0,-1 0,1 1,-1-1,0 1,1-1,-1 1,1 0,-1-1,1 1,-1 0,2 0,8 1,0 1,-1 1,1 0,0 0,-1 1,0 0,0 1,0 0,0 0,-1 1,0 1,0 0,-1 0,1 0,5 8,-12-11,1 1,-1-1,0 1,0-1,0 1,-1 0,1 0,-1 0,0 0,-1 0,1 0,-1 0,0 0,-1 0,1 0,-1 0,0 0,0 0,0-1,-1 2,1-5,1 0,0 0,-1 0,1 0,0 0,0 0,-1 0,1-1,0 1,0 0,0 0,0 0,0 0,0 0,0 0,1 0,-1 0,0 0,0 0,1 0,-1 0,1-1,-1 1,1 0,-1 0,1 0,-1-1,1 1,0 0,-1-1,1 1,0 0,0-1,-1 1,1-1,0 1,0-1,0 0,0 1,-1-1,1 0,0 0,0 1,0-1,0 0,0 0,0 0,0 0,0 0,0 0,0 0,0-1,0 1,0 0,-1 0,1-1,0 1,0-1,0 1,0-1,0 1,0-1,24-9,-1-1,1-1,-2-1,0-2,0 0,-1-1,-1-1,-1-1,16-19,11-12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5:45:38.3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218 72,'-32'61,"2"2,3 1,3 2,0 11,-2 1,24-74,-9 25,1 0,2 1,1 0,1 0,1 1,0 30,6-58,0 0,1 1,-1-1,1 0,0 0,0 0,0 0,0-1,1 1,-1 0,1-1,-1 0,1 1,0-1,0 0,0 0,0-1,0 1,0-1,1 0,-1 1,1-1,-1-1,0 1,1 0,-1-1,1 0,0 0,-1 0,1 0,-1 0,1-1,-1 0,4 2,222-10,-198 13,-21-2</inkml:trace>
  <inkml:trace contextRef="#ctx0" brushRef="#br0" timeOffset="681.638">499 647,'14'0,"0"-1,1 0,-2-1,1 0,0-2,0 1,-1-1,9-5,-17 7,1-1,-1 1,0-2,0 1,0 0,0-1,-1 0,0 0,0 0,0-1,0 1,0-1,-1 0,0 0,0 0,0-1,-1 1,0-1,0 1,0-1,0-1,-1 4,0-1,0 1,0 0,-1 0,1-1,-1 1,0 0,0 0,0-1,0 1,0 0,-1-1,0 1,1 0,-1 0,-1 0,1-1,0 1,-1 1,1-1,-1 0,0 0,0 0,0 1,0-1,0 1,-1 0,1 0,-1-1,0 2,1-1,-1 0,0 0,0 1,-1-1,-1 1,0 0,-1 0,1 0,0 0,-1 1,1 0,0 0,-1 1,1-1,0 1,-1 0,1 0,0 1,0 0,0 0,0 0,0 0,1 1,-1 0,1 0,-1 0,1 0,0 1,0 0,1 0,-1 0,1 0,-3 4,1 0,-1 0,1 0,1 0,0 1,0-1,0 1,1 0,1 0,0 1,0-1,0 0,1 1,1-1,-1 1,2 0,-1 0,3 1,1 0,0 0,0-1,1 1,1-1,-1 0,2-1,-1 0,1 0,1 0,0-1,0 0,0 0,1-1,0 0,1 0,-1-1,1-1,0 1,1-2,-1 1,1-1,0-1,9 2,27 6</inkml:trace>
  <inkml:trace contextRef="#ctx0" brushRef="#br0" timeOffset="1271.283">1301 619,'-19'-10,"1"1,-2 0,1 1,-1 2,0 0,0 0,-21-1,35 6,-1 0,0 0,1 1,-1 0,0 1,1-1,-1 1,1 0,-1 1,1-1,-1 1,1 1,0-1,0 1,0 0,0 0,1 1,-1 0,1 0,0 0,0 1,0-1,1 1,0 0,0 1,-2 2,4-6,1 0,0-1,0 1,0 0,0 0,0-1,1 1,-1 0,1 0,-1 0,1 0,0 0,-1 0,1 0,0 0,0 0,0 0,1 0,-1 0,0 0,1 0,0 0,-1 0,1 0,0-1,0 1,0 0,0 0,0-1,0 1,0-1,1 1,-1-1,1 1,-1-1,1 0,-1 0,1 1,0-1,-1-1,2 2,7 1,0 0,0 0,0-1,0 0,1-1,-1 0,1-1,-1 0,0 0,1-1,-1-1,0 0,0 0,0-1,0 0,0-1,0 0,-1 0,0-1,0 0,0-1,-1 0,1-1,-2 1,4-4,-4 1,1-1,-1 0,0 0,-1 0,-1-1,1 0,-2 0,1 0,-2 0,1-1,-4-4,-10 26,0 15,1 1,1 1,1 0,1 0,2 0,0 0,2 1,1 4,-13 450,15-475,-1 1,0-1,-1 1,1 0,-1-1,-1 1,0-1,0 0,0 1,-1-1,0 0,0 0,-1-1,0 1,0-1,0 0,-1 0,0 0,0 0,-1-1,1 0,-1 0,0-1,-1 1,1-2,-1 1,0 0,-4 0,5-3,0 0,0-1,0 1,-1-2,1 1,0-1,0 0,0 0,0 0,0-1,0 0,0 0,0-1,1 0,-1 0,1 0,0 0,-1-1,2 0,-1 0,0 0,1-1,0 0,-3-4,-3-4,0-1,1-1,1 1,1-2,0 1,0-1,2 0,-3-11,-10-97,18 118,0 1,0 0,1 0,0 0,-1 0,2 0,-1 0,1 0,-1 0,1 1,1-1,-1 1,1-1,0 1,0 0,0 0,0 0,1 0,-1 1,1-1,0 1,0 0,2-1,26-10,-1 5</inkml:trace>
  <inkml:trace contextRef="#ctx0" brushRef="#br0" timeOffset="1654.3">1408 754,'86'-29,"-68"25,-1-1,-1-1,1 0,-1-1,0-1,0-1,-1 0,5-4,-17 11,-1 0,1 0,-1 0,0 0,1 0,-1 0,0 0,-1-1,1 1,0-1,-1 1,1-1,-1 0,0 1,0-1,0 0,0 0,0 0,-1 0,1 0,-1 0,0 0,0 0,0 0,0 0,0 0,-1 0,0 0,1 0,-1 0,0 0,0 1,-1-1,1 0,-1 0,1 1,-1-1,0 1,0 0,0-1,0 1,0 0,0 0,-1 0,1 1,-1-1,-1-1,-1 1,0 0,1 0,-1 0,0 0,0 1,-1 0,1 0,0 0,0 1,0-1,-1 1,1 0,0 1,0 0,0-1,-1 2,1-1,0 0,0 1,1 0,-1 0,0 1,1-1,-1 1,1 0,0 0,0 1,0-1,0 1,0 0,1 0,0 0,0 0,0 1,0-1,1 1,0 0,0-1,0 1,0 0,1 0,-1 2,4 4,0 0,0 0,1 0,0-1,1 1,0-1,1 0,0 0,0-1,1 1,0-1,1 0,0-1,0 0,1 0,0 0,1-1,-1 0,1-1,1 0,-1-1,1 1,0-2,0 1,1-2,-1 1,2-1,29 6,-5-4</inkml:trace>
  <inkml:trace contextRef="#ctx0" brushRef="#br0" timeOffset="2117.523">1929 580,'-3'10,"0"0,1 1,0-1,0 1,2 0,-1-1,1 1,0 0,1 0,1 2,-2-5,1 0,-1 0,2 1,-1-1,1 0,0 0,1-1,0 1,0 0,0-1,1 0,0 0,1 0,0 0,0-1,0 1,1-1,0-1,0 1,0-1,1 0,-1 0,1-1,6 3,-9-7,-1 1,1-1,-1 0,1 0,-1-1,1 1,-1-1,1 1,-1-1,0 0,1-1,-1 1,0 0,0-1,0 0,0 0,0 0,0 0,-1 0,1 0,-1-1,1 1,1-3,45-68,16-84,-69 173,1 1,0-1,0 1,2 0,0 0,1-1,3 17,-3-26,1-1,0 0,0 1,1-1,0 0,0 0,0 0,1 0,0 0,0 0,1-1,-1 1,1-1,0 0,1 0,-1-1,1 1,0-1,0 0,0 0,1-1,-1 1,1-1,4 1,24 6,-2-4</inkml:trace>
  <inkml:trace contextRef="#ctx0" brushRef="#br0" timeOffset="2688.897">2638 754,'-1'-4,"1"0,-1 0,0 0,0 0,0 1,-1-1,1 0,-1 1,0-1,0 1,0 0,0 0,-1-1,1 1,-1 1,0-1,0 0,0 1,0-1,0 1,-1 0,1 0,0 0,-1 1,0-1,1 1,-1 0,0 0,0 0,0 1,0-1,0 1,1 0,-4 0,0 1,0 1,0-1,0 2,0-1,0 1,0 0,1 0,-1 1,1 0,0 0,0 0,0 1,1 0,0 0,0 0,0 1,0 0,1 0,0 0,0 0,1 0,-1 1,2 0,-1 0,1 0,0 0,0 0,1 0,0 0,0 1,1-1,-1 2,2-6,0 0,0 0,-1 0,2 0,-1 0,0-1,0 1,1 0,0-1,-1 1,1-1,0 1,0-1,1 0,-1 0,0 0,1 0,-1 0,1-1,-1 1,1-1,0 1,0-1,0 0,0 0,0-1,0 1,0 0,0-1,0 0,0 0,0 0,0 0,0 0,0 0,0-1,0 0,0 0,0 1,0-2,0 1,-1 0,1 0,0-1,-1 0,1 1,-1-1,1 0,-1 0,12-9,0-1,0 0,-1 0,-1-2,0 1,-1-2,-1 1,0-1,-1-1,2-5,22-34,-3-2,-3-1,-2-1,-3-1,-2-1,-3-1,-3 0,3-39,-16 94,0-2,1 0,-1 1,-1-1,1 0,-1 0,-1 1,0-1,0 0,-1 1,0-1,0 1,-1-1,-2-3,5 10,-1 1,0 0,0 0,1 0,-1 0,0 0,0 0,0 0,0 0,0 0,0 0,0 0,0 1,-1-1,1 0,0 1,0-1,-1 1,1-1,0 1,-1 0,1 0,0-1,-1 1,1 0,0 0,-1 0,1 1,-1-1,1 0,0 0,0 1,-1-1,1 1,0-1,-1 1,1-1,0 1,0 0,0 0,0 0,-41 44,29-20,1 1,1 1,2 0,0 0,2 1,1 0,1 0,2 1,1 0,1-1,2 28,2-14,2 1,2-1,1 0,2-1,3 0,0-1,3 0,10 17,-24-49,1-1,0 1,1-1,-1 1,2-1,-1 0,1-1,0 1,0-1,0 0,1 0,0 0,0-1,1 0,0 0,-1-1,2 0,-1 0,0 0,1-1,-1 0,1-1,8 2,8-7</inkml:trace>
  <inkml:trace contextRef="#ctx0" brushRef="#br0" timeOffset="3071.601">3066 767,'-8'16,"8"-11,0 0,0 0,1-1,0 1,0 0,1 0,-1-1,1 1,0 0,0-1,0 0,1 0,-1 1,1-1,0-1,1 1,-1 0,0-1,1 0,0 0,0 0,0 0,0 0,0-1,1 0,-1 0,1 0,-1 0,1-1,0 0,0 0,-1 0,1 0,0-1,0 0,0 0,0 0,0-1,0 1,-1-1,1-1,0 1,0 0,1-2,1-2,0-1,-1 0,1 0,-1-1,-1 1,0-1,0-1,0 1,0-1,-1 1,-1-1,1 0,-1-1,-1 1,0-1,0 1,0-1,-1 1,0-1,-1 0,0 0,0 1,-1-1,0 0,-1 1,-1-7,1 11,1-1,-1 1,1 0,-1 0,-1 0,1 0,0 0,-1 0,0 0,0 1,0 0,0-1,-1 1,1 0,-1 1,0-1,0 1,0-1,0 1,0 0,0 1,-1-1,1 1,-1 0,1 0,-1 0,1 1,-1-1,1 1,-3 0,-2 0,1 1,0-1,-1 2,1-1,0 1,0 0,0 1,0-1,1 2,-1-1,1 1,0 0,0 1,0 0,0 0,-3 4,6-6,0 1,1-1,-1 1,1 0,0 0,1 0,-1 0,1 1,-1-1,1 1,0 0,1-1,-1 1,1 0,0 0,1 0,-1 0,1 0,0 0,0 0,0 0,1 0,-1 0,1 0,0 0,1 0,0 0,-1-1,1 1,1-1,-1 1,1-1,-1 0,1 0,1 1,3 1,0-1,1 1,-1-1,1-1,1 1,-1-1,0-1,1 1,0-2,0 1,0-1,0 0,0-1,33 5</inkml:trace>
  <inkml:trace contextRef="#ctx0" brushRef="#br0" timeOffset="3355.378">3627 379,'-11'-16,"-11"-10,-9-2,-2 3,-2 6,4 8,2 11,7 10,6 12,6 10,10 5,4-3</inkml:trace>
  <inkml:trace contextRef="#ctx0" brushRef="#br0" timeOffset="3621.852">3440 834,'0'18,"0"13,0 6,5 3,7-1,12-2,11-5,8-8,6-8,4-7,2-10,-2-11,-10-3</inkml:trace>
  <inkml:trace contextRef="#ctx0" brushRef="#br0" timeOffset="3622.852">4122 713,'0'2,"2"8,4 7,2 4,0 0</inkml:trace>
  <inkml:trace contextRef="#ctx0" brushRef="#br0" timeOffset="3921.714">4122 1181,'0'14,"0"11,2 6,4 2,4 0,3-5,0-8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5:46:57.6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1 122,'9'-6,"0"0,1 1,0 0,0 0,0 1,0 1,1 0,0 0,-1 1,1 0,0 1,0 0,0 1,0 0,0 1,10 2,1-3,469 14,370-39,-356-6,192 25,-417 9,93-19,726-3,-765 21,354 5,487-1,-960 3,97 21,78 5,1-16,88-20,-442 1,0-3,0-1,0-1,0-3,-1 0,0-3,10-5,-28 12,1 0,0 0,1 2,-1 1,0 0,0 1,1 1,11 3,-29-4,-2 0,0 0,-1 1,1-1,0 1,0-1,0 0,-1 1,1-1,0 1,0-1,0 0,0 1,0-1,0 1,0-1,0 1,0-1,0 1,0-1,0 0,0 1,0-1,1 1,-1-1,0 0,0 1,0-1,0 1,1-1,-1 0,0 1,1-1,-1 0,0 1,1-1,-1 0,0 0,1 1,-1-1,0 0,1 0,-1 0,1 1,-1-1,0 0,1 0,-1 0,1 0,-1 0,1 0,-1 0,0 0,1 0,-1 0,1 0,-1 0,1 0,-1 0,0-1,1 1,-1 0,1 0,-1 0,0-1,1 1,-1 0,1-1,-15 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5:47:11.7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 1,'-5'9,"-1"5,0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5:47:16.4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1550 331,'-44'-79,"29"59,-2 0,0 1,-2 0,0 2,0 0,-2 1,0 1,-15-7,-109-36,124 55,0 0,0 1,-1 1,1 2,-13 1,-19-1,-116 2,56 38,74-23,19-9,0 1,0 0,1 2,1 0,0 1,0 1,2 1,0 0,0 2,2-1,0 2,-8 12,-3 7,2 1,2 2,1 0,-8 26,-17 68,-16 53,35-109,-23 92,7 58,25-169,2 1,3 1,2 0,3 0,3 0,2 10,-21 270,22-329,1 0,0 0,1-1,0 1,1 0,0-1,1 1,0-1,1 0,1 0,-1 0,2-1,-1 0,1 1,1-2,0 1,0-1,1 0,1 0,175 190,-174-187,1-1,0-1,1 0,0-1,1 0,0-1,0 0,1-1,0 0,0-1,1-1,0 0,-1-1,1-1,1 0,-1-1,1-1,215-1,-199-4,0-2,-1 0,1-2,-2-2,1-1,2-2,60-20,-16 4,-1-4,-2-2,-1-5,38-27,-106 64,25-18,-1 0,-1-2,-1 0,-1-2,-1-2,-1 0,0-3,-7 9,20-22,-1-1,-2-2,-3-1,-2-2,-1-1,3-14,4-31,-4-1,-4-2,-4-1,-5 0,3-73,-6-104,-14 268,-2-188,-4 173,-2 1,0 0,-1 0,-1 1,-1 0,-1 1,-1 0,-1 0,-1 2,0-1,-19-28,10 10,16 24,0 1,0 1,-1 0,-1 0,0 0,0 1,-1 0,0 1,-1 0,-6-4,-192-84,179 83,0 2,-1 1,0 1,-1 2,0 1,0 1,-1 2,0 1,1 2,-1 1,-27 4,-30 10,1 5,0 3,-41 19,128-41,-154 51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5:47:24.8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39,'-2'0,"1"0,6 0,13 0,17 0,19-3,18-2,13-3,7 0,1 1,-10 2,-14 2,-19 4,-20 1,-17 1,-12-1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5:47:29.1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0 686,'32'-34,"-3"-2,0-1,-3-1,14-27,17-34,-44 89,-10 31,-13 338,14-312,-5 81,-8-102,-3-6</inkml:trace>
  <inkml:trace contextRef="#ctx0" brushRef="#br0" timeOffset="274.685">67 994,'14'0,"11"0,10-2,11-4,7-2,5 0,2 1,1 2,-3-1,-9 2</inkml:trace>
  <inkml:trace contextRef="#ctx0" brushRef="#br0" timeOffset="591.925">1204 499,'0'16,"0"12,0 8,0 5,0 2,2 0,1-1,0-7,-1-7,0-8</inkml:trace>
  <inkml:trace contextRef="#ctx0" brushRef="#br0" timeOffset="1190.591">1070 299,'37'1,"0"2,0 2,0 1,0 2,-1 1,0 2,31 15,-56-23,-1 1,-1 0,1 0,-1 1,0 0,0 1,0 0,-1 1,0-1,0 2,0-1,-1 1,0 0,-1 0,0 1,0 0,-1 0,0 1,-1-1,0 1,2 7,-9 92,-4-34,7-71,0 0,1 0,-1 0,1-1,0 1,0 0,0 0,0-1,1 1,-1-1,1 1,0-1,0 0,0 1,1-1,-1 0,1-1,0 1,-1 0,1-1,0 1,1-1,-1 0,0 0,1 0,-1-1,1 1,-1-1,1 0,0 0,0 0,-1 0,1-1,0 1,0-1,0 0,0-1,5 1,0-1,0-1,0 0,0 0,0-1,-1 0,0 0,1-1,-1 0,0-1,-1 0,1 0,-1 0,0-1,0 0,-1 0,0-1,0 0,0 0,-1-1,0 1,0-1,-1 0,0 0,-1-1,0 1,0-1,1-3,7-25,-11 36,1 1,0 0,-1 0,1 0,0 0,-1 0,1 1,0-1,-1 0,1 0,0 0,-1 0,1 1,0-1,-1 0,1 1,-1-1,1 0,-1 1,1-1,-1 1,1-1,-1 1,1-1,-1 1,0-1,1 1,-1-1,0 1,1 0,-1-1,0 1,0-1,1 1,-1 0,0-1,0 1,0 0,0-1,0 1,0 0,0-1,0 1,1 1,1 2,64 118,-62-117,0 0,0 0,0 0,1-1,-1 1,1-1,0 0,0 0,1-1,-1 0,1 0,0 0,0-1,-1 1,2-1,-1-1,0 1,0-1,1 0,2 0,-3-2,0 1,0-1,-1 0,1-1,-1 1,1-1,-1 0,1 0,-1-1,0 1,0-1,0-1,-1 1,1 0,-1-1,1 0,-1 0,-1-1,1 1,0-1,-1 0,7-10,0-1,-2 0,0 0,0-1,-2 0,1-3,13-53,-2-1,-4 0,-3-2,-3 1,-3-50,-4 106,0 9,0 1,-1-1,0 0,-1 1,0-1,0 1,-1-1,0 1,-1 0,0-1,-1 1,3 8,0 0,0 0,0 0,0 0,0 1,0-1,0 0,0 1,0-1,-1 1,1 0,0-1,0 1,-1 0,1-1,0 1,0 0,-1 0,1 0,0 0,-1 1,1-1,0 0,0 0,-1 1,1-1,0 1,0-1,0 1,0-1,-1 1,1 0,0-1,0 1,0 0,0 0,1 0,-1 0,0 0,0 0,0 0,1 0,-1 0,1 1,-1-1,1 0,-1 0,1 0,-1 1,-8 17,1-1,0 2,2-1,0 1,1-1,1 1,1 1,0-1,2 0,0 3,-2 14,2 0,1 0,2 0,1 0,2-1,1 1,2-1,2 0,1-1,2 0,1-1,2-1,1 0,2-1,1-1,3 2,13-2,-22-26</inkml:trace>
  <inkml:trace contextRef="#ctx0" brushRef="#br0" timeOffset="1448.492">2006 325,'-4'-9,"11"-3,21 0,22 3,20 5,14 5,2 7,-4 5,-16 0</inkml:trace>
  <inkml:trace contextRef="#ctx0" brushRef="#br0" timeOffset="2757.792">2527 806,'0'1,"1"-1,0 0,-1 1,1-1,0 0,0 0,-1 0,1 1,0-1,0 0,-1 0,1 0,0 0,0 0,-1 0,1 0,0-1,-1 1,1 0,0 0,0-1,-1 1,1 0,0-1,-1 1,1 0,0-1,-1 1,1-1,-1 1,1-1,-1 1,1-1,-1 0,1 1,-1-1,0 0,1 1,-1-1,0 0,0 1,1-1,-1 0,0 0,0 1,0-1,0 0,6-15,-1 1,-1-1,0 0,-2 0,1-1,-2 1,0 0,-1-1,-1 1,0 0,-2-8,2 17,1-1,-1 0,-1 0,1 1,-1-1,0 0,-1 1,0 0,0 0,-1 0,0 0,0 0,0 1,-6-6,11 12,-1 1,1 0,-1-1,0 1,1-1,-1 1,0 0,0-1,1 1,-1 0,0-1,0 1,0 0,0-1,0 1,0 0,0-1,0 1,0 0,0-1,0 1,0 0,-1-1,1 1,0 0,0-1,-1 1,1 0,0-1,-1 1,1-1,-1 1,1-1,-1 1,1-1,-1 1,1-1,-1 0,1 1,-1-1,0 1,1-1,-1 0,0 0,1 1,-1-1,0 0,1 0,-1 0,0 0,1 0,-1 0,0 0,1 0,-1 0,0 0,1 0,-1-1,0 1,1 0,-1 0,0-1,1 1,-1-1,7 6,1-1,0 0,0 0,1-1,-1 1,1-2,0 1,0-1,-1 0,1-1,1 0,-1 0,6-1,-10 0,192 16,-194-16,0 1,1-1,-1 1,0 0,0 0,0 0,0 0,0 0,0 0,0 0,-1 1,1-1,0 1,-1-1,1 1,-1-1,1 1,-1 0,0 0,0 0,0 0,0 0,0 0,0 0,-1 0,1 0,-1 1,1-1,-1 0,0 0,0 1,0-1,0 0,0 0,0 0,-1 1,1-1,-1 0,0 2,-3 21,2-21,0 0,1 0,0 1,0-1,0 0,0 0,0 1,1-1,0 0,0 1,0-1,1 0,-1 1,1-1,0 0,0 0,1 1,-1-1,1 0,0 0,0-1,0 1,1 0,-1-1,1 1,0-1,0 0,3 3,12 1,1-1,0-1,0 0,0-2,1 0,0-1,-1-1,1-1,14-2,-25 2,21 0,-1-2,1-1,-1-2,1 0,-1-2,27-11,-53 18,0-1,1 0,-1 1,0-1,0-1,0 1,0 0,0-1,0 0,-1 1,1-1,0 0,-1 0,0-1,1 1,-1 0,0-1,0 1,0-1,-1 0,1 0,0 0,-1 0,0 0,0 0,0 0,0 0,0 0,-1-1,1 1,-1 0,0 0,0-1,0 1,-1 0,1 0,-1-1,1 1,-1 0,0 0,-1 0,1 0,0 0,-1 0,-1-2,-1 0,0 0,0 0,-1 1,0-1,0 1,0 0,-1 0,1 1,-1-1,0 1,0 1,0-1,0 1,0 0,0 0,-1 1,1 0,-1 0,1 0,-1 1,1 0,-1 0,0 1,1 0,-1 0,1 0,0 1,-1 0,1 0,0 1,0 0,0 0,1 0,-1 0,1 1,0 0,0 0,0 1,0 0,-1 2,3-2,0-1,1 1,0 0,0 0,0 0,1 0,-1 0,1 0,0 0,1 0,0 1,-1-1,2 0,-1 1,0-1,1 0,0 0,0 0,1 0,0 1,0-2,0 1,0 0,1 0,-1-1,1 1,0-1,1 0,-1 0,1 0,0-1,-1 1,2-1,-1 0,0 0,1 0,-1 0,1-1,4 2,-4-2,0 0,0-1,0 1,-1-1,1 0,0 0,0-1,1 0,-1 0,0 0,0 0,0-1,0 1,0-1,0-1,0 1,-1-1,1 0,0 0,-1 0,1-1,-1 1,0-1,0 0,0 0,0-1,-1 1,1-1,-1 0,0 0,0 0,0 0,0 0,-1-1,0 1,0-1,0 0,23-73,-38 123,11-36,0 0,2 1,-1-1,1 0,0 0,1 0,0 1,0-1,1 0,-1-6,0 0,0 0,0 0,1 0,-1 0,1 0,-1 0,1-1,0 1,0 0,1-1,-1 0,0 0,1 1,-1-1,1-1,0 1,-1 0,1-1,0 1,0-1,0 0,0 0,0 0,1 0,-1-1,1 1,1-1,-1 0,0 0,0 0,1 0,-1-1,0 0,0 0,0 0,0 0,0 0,0-1,0 0,0 0,-1 0,1 0,-1-1,1 1,-1-1,0 0,0 0,0 0,0-1,-1 1,1 0,-1-1,0 0,0 1,0-3,5-9,0 1,-2-1,0-1,0 1,-2-1,0 1,0-2,5-113,-6 128,-1 0,1 0,-1 0,1 0,0 0,0 1,0-1,0 1,0-1,0 1,0 0,1-1,-1 1,0 1,1-1,-1 0,0 0,1 1,-1 0,1-1,-1 1,1 0,-1 0,1 0,-1 0,1 1,-1-1,1 1,-1 0,1-1,-1 1,0 0,0 0,1 1,-1-1,0 0,1 2,5-1,-2-1,-1 0,1 0,0 1,-1 0,0-1,1 2,-1-1,0 1,0 0,0 0,-1 0,1 0,-1 1,1 0,-1 0,-1 0,1 0,0 1,-1 0,0-1,0 1,-1 0,1 1,-1-1,0 0,0 1,-1-1,1 1,-1-1,-1 1,1 2,-6 42,3-45,0 1,1 0,0-1,0 1,0 0,1 0,0 0,0 0,0 0,1-1,0 1,0 0,0 0,1-1,0 1,0 0,0-1,1 0,0 0,0 0,0 0,1 0,-1 0,1-1,4 4,6-1,-1 0,2 0,-1-2,1 0,-1 0,1-1,1-1,-1-1,0 0,1-1,-1-1,1 0,-1-1,0 0,11-4,-16 4,1-1,-1 0,0 0,0-2,0 1,0-1,0 0,-1-1,0 0,0-1,0 0,-1 0,0-1,0 0,0 0,-1-1,0 0,-1 0,0-1,0 0,-1 0,0 0,0-1,-1 1,-1-1,1 0,-1 0,1-10,-10-67,5 84,1 1,-1 0,1 0,-1 0,0-1,0 1,0 0,0 0,-1 0,1 1,0-1,-1 0,1 0,-1 1,0-1,0 1,1-1,-1 1,0 0,0 0,0 0,0 0,-1 0,1 0,0 0,0 1,0-1,-1 1,1 0,0 0,-1 0,1 0,0 0,0 0,-1 0,0 1,-2 1,0 1,0 0,1 0,-1 0,1 1,0 0,0 0,0 0,1 0,-1 0,1 1,0-1,0 1,1 0,-1 0,1 0,0 0,0 0,1 1,0-1,0 0,0 1,0-1,1 1,0-1,0 1,1-1,0 5,4 5,0-1,0-1,2 1,0-1,0 0,1-1,1 0,0 0,0 0,1-1,1-1,0 0,0 0,1-1,0-1,1 0,0-1,2 1,105 57,-71-41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5:47:27.1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40 137,'-18'243,"15"-173,-13 107,13-220,54-431,-49 364,-2 111,0-1,0 0,0 0,0 1,0-1,0 0,0 1,-1-1,1 0,0 0,0 1,0-1,0 0,0 1,-1-1,1 0,0 0,0 0,0 1,-1-1,1 0,0 0,0 0,-1 1,1-1,0 0,0 0,-1 0,1 0,0 0,-1 0,1 0,0 0,0 1,-1-1,1 0,0 0,-1 0,1 0,0-1,-1 1,1 0,0 0,0 0,-1 0,1 0,0 0,-1 0,1-1,0 1,0 0,-1 0,1 0,0 0,0-1,0 1,-1 0,1 0,0-1,0 1,0 0,0 0,-1-1,1 1,-5 12,1 1,1 0,-1 0,2 0,0 0,1 0,0 0,1 0,0 1,1-1,0 0,4 13,-4-20,0 0,0 0,1 0,0 0,0 0,0-1,1 1,0-1,0 1,0-1,1 0,0 0,0 0,0-1,0 1,1-1,0 0,0-1,0 1,0-1,0 0,1 0,-1 0,1-1,0 0,0 0,0 0,0-1,0 0,0 0,0-1,1 0,-1 0,0 0,0 0,0-1,5-1,-1-5,0 0,0-1,-1 0,1-1,-2 0,1 0,-2 0,1-1,-1-1,-1 1,0-1,0 0,-1 0,0-1,-1 0,2-10,3 1,37-89,-40 123,-48 170,41-179,-11 37,2 0,2 0,2 1,2 0,1 1,3 7,0-45,0 1,0 0,1 0,0-1,0 1,1-1,-1 1,1-1,0 0,1 1,-1-1,1 0,0 0,0-1,1 1,0-1,-1 0,1 1,1-2,-1 1,1 0,-1-1,1 0,0 0,0 0,0-1,0 0,1 0,-1 0,5 1,0-2,-1 0,1-1,-1 0,1 0,-1-1,0 0,1-1,-1 0,0-1,0 1,0-2,0 1,-1-1,1-1,-1 0,0 0,5-4,-12 10,-1 0,1-1,0 1,-1 0,1 0,-1 0,0 0,1 0,-1 0,0 0,1 0,-1 0,0 0,0 0,0 0,0 0,0 0,0 0,0 1,0-1,-1 0,1 0,0 0,-1 0,1 0,0 0,-1-1,1 1,-1 0,0 0,1 0,-1 0,0 0,1-1,-2 2,-3 15,5-13,0 0,-1 0,1 0,1 0,-1 0,1 0,-1 0,1 0,0 0,1 0,-1 0,1 0,-1-1,1 1,0 0,0-1,1 0,-1 1,1-1,0 0,0 0,0-1,0 1,0-1,0 1,1-1,2 1,3 2,0-1,0 0,0 0,1-1,-1 0,1-1,0 0,0 0,0-1,9 0,-14-2,0 1,0 0,0-1,0 0,0 0,-1-1,1 1,0-1,-1 0,1 0,-1-1,1 1,-1-1,0 0,0 0,0 0,-1-1,1 1,-1-1,0 0,0 0,0 0,0-1,-1 1,1-1,-1 1,-1-1,2-1,2-10,-1 0,0 0,-1 0,-1 0,-1 0,0-1,-1 1,-1-3,1 7,-1 1,-1-1,0 1,0-1,-1 1,-1 0,0 0,-1-3,3 10,0 1,0-1,0 1,0-1,-1 1,1 0,-1 0,0 0,0 0,0 0,0 0,-1 1,1 0,-1 0,1 0,-1 0,0 0,0 1,0 0,0-1,0 1,0 1,0-1,-4 0,0 2,0-1,0 2,0-1,0 1,0 0,0 0,0 1,0 0,1 1,0-1,-1 2,1-1,1 1,-1 0,1 0,0 0,0 1,0 0,1 1,0-1,0 1,1 0,-1 0,2 0,-1 1,1-1,0 1,0 0,1 0,1 0,-1 0,1 4,3 14</inkml:trace>
  <inkml:trace contextRef="#ctx0" brushRef="#br0" timeOffset="441.257">1042 497,'-4'3,"-1"0,1 0,-1 0,1 0,0 0,0 1,1 0,-1 0,1 0,0 0,0 1,0-1,0 1,1 0,0-1,0 1,0 0,1 0,-1 1,1-1,1 0,-1 0,1 1,-1-1,1 0,1 0,-1 1,1-1,0 0,0 0,1 0,0 0,1 5,4-2,0 0,1 0,0 0,0-1,0 0,1-1,0 0,0 0,1-1,0 0,-1-1,2 0,-1 0,0-1,1 0,0-1,-1-1,1 1,0-2,0 1,0-2,3 0,-8 0,0 0,0 0,1-1,-1 0,0-1,0 0,-1 1,1-2,0 1,-1-1,0 0,0 0,0 0,0 0,-1-1,0 0,0 0,0 0,0-1,-1 1,0-1,0 0,-1 0,1 0,-1 0,-1 0,1-1,-1 1,0-3,1-1,0-1,-1 0,0 1,-1-1,0 0,-1 0,-1 1,1-1,-1 1,-1-1,0 1,-1 0,0 0,0 0,-1 0,0 1,-5-6,5 9,0 1,-1-1,1 1,-2 0,1 0,0 1,-1 0,0 0,0 1,0-1,0 2,-1-1,1 1,-1 0,1 0,-3 1,5 0,1 1,0-1,0 1,0 0,0 1,-1-1,1 1,0 0,0 0,0 0,0 0,0 1,0-1,1 1,-1 0,0 0,1 1,-1-1,1 1,0 0,0-1,0 2,0-1,1 0,-1 0,1 1,0-1,0 1,0 0,-1 2,2-1,0 0,0 0,0 0,1 0,0 0,0 0,0 0,0 0,1 1,0-1,0-1,0 1,1 0,0 0,0 0,0-1,0 1,1-1,-1 0,1 1,0-1,1 0,0 0,26 30</inkml:trace>
  <inkml:trace contextRef="#ctx0" brushRef="#br0" timeOffset="1070.03">1604 671,'-3'-17,"1"-1,1 0,0 0,2 0,0 1,0-1,2 0,0 1,1-1,1 1,7-16,15-80,-27 85,5 48,3-11,1 0,0 0,0-1,1 0,0 0,0-1,1-1,0 0,1 0,-1-1,1 0,2 0,4 2,11 5,-18-8,0 0,0 0,-1 1,0 0,0 1,0 1,-1-1,8 9,-14-11,0 0,0 1,-1-1,0 1,0 0,0 0,-1 0,0 0,0 0,0 0,0 0,-1 0,1 0,-2 1,1-1,0 0,-1 0,0 0,0 1,-1-1,1 0,0 1,1-1,0 0,-1 0,2 0,-1 0,0 1,1-1,0 0,1 0,-1 0,1 0,0 0,0-1,0 1,0 0,1-1,2 3,4 0,-1-1,1-1,1 0,-1 0,1-1,-1 0,1 0,0-1,1-1,-1 1,0-2,1 0,-1 0,1 0,-1-2,1 1,6-2,-4 2,1-1,-1 0,0-1,0 0,0-1,-1-1,1 0,-1 0,0-2,0 1,0-1,-1-1,0 0,0-1,-1 0,0 0,0-1,-1-1,0 1,0-2,-1 1,-1-1,0 0,0-1,-1 1,-1-1,0-1,2-6,-6 16,-1-1,1 1,0-1,-1 1,0-1,0 0,0 1,0-1,-1 1,1-1,-1 0,0 1,0-1,0 1,0 0,-1-1,0 1,1 0,-1 0,0 0,-1 0,1 0,0 1,-1-1,1 0,-1 1,0 0,0 0,0 0,0 0,0 0,-1 1,1-1,0 1,-1 0,1 0,-1 0,1 0,-1 1,0-1,1 1,-1 0,1 0,-1 1,0-1,1 1,-1-1,1 1,-1 1,-2 0,1 1,0 0,0 0,0 0,0 1,0-1,1 1,0 1,0-1,0 0,0 1,1 0,-1 0,1 0,0 0,1 0,0 1,-1 0,2-1,-1 1,1 0,0-1,0 1,0 0,1 0,0 0,0 0,0 0,1 0,0 0,0 0,1-1,-1 1,1 0,0-1,1 1,0 0,10 11,0 0,0-1,2-1,0 0,1-1,0 0,1-2,0 0,1-1,8 4,-25-15,48 30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5:47:41.3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1366 1446,'0'-3,"1"0,-1 0,0-1,0 1,0 0,-1 0,1-1,-1 1,0 0,0 0,0 0,0 0,0 0,-1 0,1 0,-1 0,0 1,0-1,0 1,0-1,0 1,0-1,-1 1,1 0,-1 0,0 1,1-1,-1 0,0 1,0 0,0-1,-2 1,-225-95,215 92,0 0,0 2,0-1,0 2,-1 0,1 1,0 0,0 2,-1 0,1 0,0 1,1 1,-1 0,1 2,-1-1,1 2,1-1,-7 6,-58 40,2 3,-18 22,77-63,1 1,0 1,1 0,1 1,0 0,1 1,1 1,-7 16,15-27,0 0,1 0,0 0,1 0,-1 1,2-1,-1 1,1 0,1-1,-1 1,1 0,1-1,0 1,0 0,1-1,0 1,0-1,1 0,0 0,0 0,1 0,0 0,4 4,6 4,0-1,1 0,1-2,1 0,0 0,0-2,1 0,1-1,-1-1,2 0,-1-2,19 5,-2 1,-1-1,2-2,-1-1,1-2,0-2,1-1,-1-2,1-1,0-3,-1 0,1-3,-1-1,0-2,29-10,-24 0,-1-1,-1-3,-1-1,0-2,-3-1,0-2,-1-2,-2-1,-1-1,-2-2,-1-1,-2-1,16-28,-35 50,0 0,0-1,-1 0,-1 0,-1 0,0 0,0-5,-4 15,0-1,-1 1,1 0,-1-1,0 1,0-1,-1 1,0 0,0-1,0 1,-1 0,1 0,-1 0,0 0,-1 0,1 0,-1 1,0-1,0 1,-1 0,1 0,-1 0,-2-2,-7-4,-1 1,1 0,-2 1,1 1,-1 1,0 0,0 0,-1 2,0 0,0 0,-9 0,-133-10,-37 18,-1 10</inkml:trace>
  <inkml:trace contextRef="#ctx0" brushRef="#br0" timeOffset="42298.109">1192 163,'-36'-22,"-1"1,0 1,-2 3,0 1,0 2,-2 1,0 3,0 1,-1 2,1 2,-1 1,-1 3,1 1,0 2,0 2,0 2,1 2,0 1,-7 5,25-6,1 1,0 1,0 1,1 1,1 1,0 0,1 2,0 0,1 1,1 1,1 1,0 0,1 1,1 1,1 0,1 1,1 0,0 1,2 0,0 1,2 0,1 0,0 1,2-1,0 4,4-16,1-1,0 1,0-1,1 1,1-1,-1 1,2-1,-1 0,2-1,-1 1,1 0,1-1,-1 0,1-1,1 1,0-1,0 0,1-1,0 1,14 10,1 0,0-1,2-1,-1-2,2 0,13 4,42 13,2-2,0-5,2-3,1-3,80 4,-113-14,1-2,0-3,0-2,0-3,0-2,0-2,-1-2,0-3,-1-2,0-3,-1-1,0-3,16-11,-54 25,0 0,-1-1,0-1,0 0,0 0,-1-1,0-1,-1 0,0 0,-1-1,0-1,-1 1,0-1,0-1,-2 1,1-1,-2 0,1-1,-2 1,0-1,-1 0,0 0,-1-1,0-13,-6 6,-2 0,0 1,-2 0,0 0,-1 1,-2 0,0 0,0 1,-2 1,0 0,-2 1,0 0,0 1,-2 1,-17-13,3 1,-2 2,-1 1,-1 1,0 3,-2 0,0 3,-1 1,-1 2,0 1,-1 2,-1 2,-33-3,-104 0,6 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5:47:32.6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41 668,'18'0,"20"0,19 0,23 0,18 0,17 0,10 0,2 2,-21 1</inkml:trace>
  <inkml:trace contextRef="#ctx0" brushRef="#br0" timeOffset="19772.625">68 2059,'-7'0,"5"0,12 0,19 2,26 1,26 0,23-1,10 2,1 2,-13 3,-23 0</inkml:trace>
  <inkml:trace contextRef="#ctx0" brushRef="#br0" timeOffset="11883.331">2929 361,'5'20,"0"14,1 8,-1 6,-2 1,-1-3,-1-4,0-8,-1-7,-1-8</inkml:trace>
  <inkml:trace contextRef="#ctx0" brushRef="#br0" timeOffset="12166.979">2915 0,'-7'14,"5"11,12 8,10 7,3-2</inkml:trace>
  <inkml:trace contextRef="#ctx0" brushRef="#br0" timeOffset="12416.44">3129 601,'19'0,"0"-1,0-2,0 0,-1 0,1-2,-1-1,0 0,0-1,-1 0,0-2,0 0,-1-1,2-2,32-53,-49 64,-1-1,1 1,0-1,-1 0,1 0,-1 1,0-1,1 0,-1 0,0 0,0 0,0 1,0-1,-1 0,1 0,0 0,-1 1,1-1,-1 0,0 1,0-1,1 0,-1 1,0-1,0 1,0-1,-1 1,1-1,0 1,-1 0,1 0,0 0,-1 0,1 0,-1 0,0 0,1 0,-1 1,0-1,1 0,-1 1,-1-1,-2 0,0 0,0 0,0 1,0-1,0 1,0 0,0 0,0 1,0 0,0 0,0 0,0 0,1 1,-1-1,0 1,1 1,-1-1,1 1,0-1,0 1,0 0,0 1,-2 1,-2 2,1 1,0 0,0 0,1 0,0 1,1 0,-1 0,2 0,-1 1,1 0,1 0,1-5,0 0,1 0,0 1,0-1,0 1,1-1,-1 0,1 1,1-1,-1 1,1-1,0 1,0-1,0 0,1 1,0-1,0 0,0 0,1 0,0-1,0 1,0 0,0-1,1 0,-1 0,1 0,0 0,4 2,3 1,0-1,0 0,1 0,0-1,0-1,0 0,8 1,36 8</inkml:trace>
  <inkml:trace contextRef="#ctx0" brushRef="#br0" timeOffset="12916.096">3851 428,'-14'-3,"0"1,0 1,0 0,0 1,0 0,0 1,0 1,0 0,0 1,1 0,-1 1,0 2,12-6,0 1,1 0,-1-1,1 1,-1 0,1 0,-1 0,1 1,0-1,-1 0,1 0,0 1,0-1,0 1,0-1,0 1,0-1,1 1,-1 0,0-1,1 1,-1 0,1-1,0 1,-1 0,1 0,0-1,0 1,0 0,1 0,-1 0,0-1,1 1,-1 0,1 0,38 52,219 111,-257-165,1 1,-1-1,0 1,1 0,-1-1,0 1,0 0,0 0,0 0,1 0,-1 0,0 0,-1 0,1 1,0-1,0 0,0 0,-1 1,1-1,-1 0,1 1,-1-1,1 1,-1-1,0 1,0-1,0 0,0 1,0-1,0 1,0-1,0 1,0-1,-1 1,1-1,-1 1,1-1,-1 0,1 1,-1-1,-7 3,0 0,-1 0,1-1,-1 0,1-1,-1 0,0 0,0-1,0 0,0 0,0-1,0 0,-2 0,-49-1,59 1,1 0,0 0,-1 0,1 0,0 0,0 0,-1 0,1 0,0 0,-1 0,1 0,0 0,0 0,-1 0,1 0,0-1,0 1,-1 0,1 0,0 0,0 0,0-1,-1 1,1 0,0 0,0 0,0-1,0 1,-1 0,1 0,0-1,0 1,0 0,0 0,0-1,0 1,0 0,0 0,0-1,0 1,0 0,0-1,0 1,0 0,0 0,0-1,0 1,0 0,0 0,0-1,0 1,0 0,1 0,-1-1,0 1,0 0,0 0,0-1,1 1,-1 0,0 0,0 0,0 0,1-1,-1 1,0 0,0 0,1 0,-1 0,0 0,23-14,-20 12,-1 1,32-16,-1-2,-1 0,0-3,-2-1,0-1,19-21,-44 40,-1 0,0 0,0 0,0 0,-1 0,0-1,0 0,0 0,-1 0,1 0,-2 0,1 0,-1 0,1-1,-2 1,1 0,-1-3,-5 35,15 168,-10-194,0 4,0 0,0 0,1 0,-1-1,1 1,0 0,0 0,1-1,-1 1,1-1,-1 1,1-1,0 0,1 1,5 3</inkml:trace>
  <inkml:trace contextRef="#ctx0" brushRef="#br0" timeOffset="13187.062">4092 147,'-14'-9,"-6"-4,-3 2,3 6,5 9,10 11,12 9,14 10,10 6,0-4</inkml:trace>
  <inkml:trace contextRef="#ctx0" brushRef="#br0" timeOffset="13666.934">4305 802,'12'-13,"-2"0,0-2,-1 1,0-1,-1 0,-1-1,0 0,-1 0,-1-1,-1 1,0-1,-1 0,-1 0,0 0,-1-1,-1 1,-1 0,-1-6,-4-57,7 79,-1 0,1 0,0 0,0 0,0 0,0 0,0 1,0-1,0 0,0 0,1 1,-1-1,0 1,0-1,0 1,1 0,-1-1,0 1,1 0,-1 0,0 0,0 0,1 0,-1 0,0 0,1 0,-1 0,0 1,0-1,1 1,-1-1,0 1,0-1,0 1,4 0,211 51,-212-51,1-1,-1 1,0 0,1 0,-1 0,0 0,0 1,0 0,0 0,0 0,0 0,0 1,-1 0,1-1,-1 1,0 0,1 1,-2-1,1 0,0 1,-1 0,1 0,-1 0,0 0,-1 0,1 0,-1 0,1 0,-1 1,0-1,-19 71,14-67,1 1,0 0,1 0,0 0,0 0,1 0,0 0,1 0,0 5,1-10,0 0,0-1,0 1,1-1,-1 1,1-1,0 0,0 1,0-1,0 0,1 0,-1-1,1 1,0 0,-1-1,1 1,1-1,-1 0,0 0,0-1,1 1,-1 0,1-1,-1 0,1 0,0 0,1 0,105 5,-96-7,1-1,-1 0,0-1,0-1,0 0,-1-1,0 0,1-1,-2-1,1 0,-1 0,0-1,-1-1,1 0,-2 0,1-2,-2 1,1-1,-1 0,-1-1,0 0,-1 0,0-1,-1 0,0 0,-1 0,2-12,-6 23,0-1,0 0,-1 0,1 0,-1 0,0 0,0 0,0 0,0 0,-1 0,1 0,-1 0,1 0,-1 1,0-1,-1 0,1 0,0 1,-1-1,1 1,-1-1,0 1,0-1,0 1,0 0,0 0,0 0,-1 0,1 1,0-1,-1 1,0-1,1 1,-1 0,0 0,0 0,0 0,-1 0,-1 1,0-1,0 1,0 0,0 1,0-1,0 1,0 0,0 0,0 1,0-1,1 1,-1 0,1 0,-1 1,1-1,0 1,0 0,0 0,0 1,0-1,1 1,0 0,-1 0,1 0,1 0,-1 0,1 1,-1-1,1 1,1 0,-1-1,1 1,-1 0,2 0,-1 0,0 0,1 0,0 0,0 0,0 0,2 5,4 1,0 0,1 0,0-1,1 0,0 0,1-1,0 0,0 0,1-1,0-1,0 1,1-2,0 1,0-2,1 1,0-1,0-1,12 3,51 17,-6-8</inkml:trace>
  <inkml:trace contextRef="#ctx0" brushRef="#br0" timeOffset="11369.553">1511 575,'167'-359,"-156"340,-11 19,0 0,0 0,-1 1,1-1,0 0,0 1,0-1,0 0,0 0,0 1,0-1,-1 0,1 1,0-1,0 0,0 1,1-1,-1 0,0 1,0-1,0 0,0 1,0-1,0 0,0 1,0-1,1 0,-1 0,0 1,0-1,0 0,1 0,-1 1,0-1,0 0,1 0,-1 1,0-1,0 0,1 0,-1 0,0 0,1 0,-1 1,0-1,1 0,-1 0,0 0,1 0,-1 0,0 0,1 0,-1 0,0 0,1 0,-1 0,0-1,1 1,-1 0,0 0,0 0,1 0,-1 0,0-1,1 1,-1 0,0 0,0 0,3 41,-2 1,-3 0,-4 30,2-23,3-32,-1 26,-2 1,-2 0,-1-1,-3 0,-1 0,-7 13,7-31</inkml:trace>
  <inkml:trace contextRef="#ctx0" brushRef="#br0" timeOffset="11619.519">1552 816,'2'0,"8"0,13-3,15-2,16-3,15-5,9-2,6-1,-13 2</inkml:trace>
  <inkml:trace contextRef="#ctx0" brushRef="#br0" timeOffset="23299.113">1511 1657,'-14'191,"-34"171,47-359,0-1,0 0,1 1,-1-1,1 1,0-1,-1 1,1-1,0 1,0-1,1 1,-1-1,0 1,1-1,0 0,-1 1,1-1,0 0,0 1,1-1,-1 0,0 0,1 0,-1 0,1 0,-1 0,1 0,0-1,0 1,0-1,0 1,0-1,0 0,1 0,-1 0,0 0,1 0,-1 0,0 0,1-1,0 1,13-2,1-1,-1-1,1 0,-1-1,0 0,0-2,3-1,3 0,59-23,-49 17</inkml:trace>
  <inkml:trace contextRef="#ctx0" brushRef="#br0" timeOffset="23550.252">1779 2059,'-7'-10,"-4"3,-5 11,0 13,1 14,2 13,4 9,3 9,6 6,6 3,8 1,5-3,2-6,-3-13</inkml:trace>
  <inkml:trace contextRef="#ctx0" brushRef="#br0" timeOffset="24336.26">2314 2299,'23'-42,"-3"-2,0 0,2-17,11-25,-32 85,-1-1,0 0,1 0,-1 0,1 0,0 0,-1 0,1 0,0 0,0 0,0 1,0-1,0 0,1 1,-1-1,1 1,-1-1,1 1,-1 0,1-1,0 1,-1 0,1 0,0 0,0 0,0 1,0-1,0 0,0 1,0 0,0-1,0 1,1 0,67 54,-39-26,-10-11,0 1,-2 1,0 1,-1 1,-1 0,-1 1,1 4,-16-25,0 1,0-1,0 1,-1-1,1 0,0 1,-1-1,1 1,-1 0,0-1,1 1,-1-1,0 1,0 0,0-1,0 1,0-1,0 1,0 0,-1-1,1 1,-1-1,1 1,-1-1,1 1,-1-1,0 1,0-1,0 0,0 1,0-1,0 0,0 0,0 0,0 0,-1 0,1 0,0 0,-1 0,1 0,-1-1,1 1,-1 0,1-1,-1 0,1 1,-1-1,0 0,1 1,-1-1,-69-5,69 5,0-1,0 0,0 1,0-1,1 0,-1 0,0 0,0 0,1 0,-1 0,1 0,-1-1,1 1,0-1,-1 1,1-1,0 1,0-1,0 0,0 1,0-1,1 0,-1 0,0 0,1 0,-1 0,1 0,0 1,0-1,0 0,0 0,0 0,0 0,0 0,1-1,2-5,0-1,1 1,0 0,1 0,-1 0,2 1,-1-1,1 1,0 1,0-1,2 0,1-2,24-26,-9 12,-1-1,-1-1,-2-1,0-1,-1 0,-2-2,-1 0,11-29,-16 19,-3 0,-1 0,-1 0,-3-1,-1 0,-2 0,-2 0,-1 1,-3-7,-9-30,15 76,0-1,0 1,0-1,0 1,0-1,0 1,0-1,0 1,0 0,-1-1,1 1,0-1,0 1,0-1,0 1,-1-1,1 1,0 0,-1-1,1 1,0 0,-1-1,1 1,0 0,-1-1,1 1,-1 0,1-1,0 1,-1 0,1 0,-1 0,1 0,-1 0,1-1,-1 1,1 0,-1 0,1 0,-1 0,1 0,-1 0,1 0,-1 1,1-1,-1 0,1 0,0 0,-1 0,1 1,-1-1,0 0,-11 26,5 10,3 0,0 0,3 0,1 1,1-1,6 30,-4-35,28 369,-30-377,19 114,-18-130,0-1,0 1,0-1,1 0,0 0,0 0,1 0,-1 0,1-1,1 1,-1-1,1 0,0-1,0 1,0-1,0 0,1 0,2 1,17 5</inkml:trace>
  <inkml:trace contextRef="#ctx0" brushRef="#br0" timeOffset="24586.18">2595 1778,'16'-5,"21"-1,22 1,22 0,18 2,9 3,1 4,-18 1</inkml:trace>
  <inkml:trace contextRef="#ctx0" brushRef="#br0" timeOffset="24882.558">3357 2045,'-1'21,"0"-17,0 0,1 0,-1 0,1 0,0 0,0 1,0-1,1 0,-1 0,1 0,0 0,0 0,1 0,-1 0,1 0,0-1,0 1,0 0,0-1,1 0,0 1,-1-1,1 0,0 0,2 1,3-1,0 0,0-1,0 1,0-1,0-1,0 0,0 0,1 0,-1-1,0-1,1 1,-1-1,0-1,0 1,1-1,-2-1,1 0,0 0,0 0,-1-1,0 0,0 0,0-1,0 0,-1 0,1-1,-1 0,-1 0,3-3,-5 5,-1 1,0-1,0 0,0 1,0-1,-1 0,0 0,1 0,-2 0,1-1,0 1,-1 0,0 0,0 0,0-1,0 1,-1 0,1 0,-1 0,0 0,0 0,-1 0,1 0,-1 0,0 0,0 0,0 1,-1-1,1 1,-1 0,0 0,0 0,0 0,0 0,0 0,-1 1,1 0,-1 0,0 0,0 0,1 0,-5-1,0 1,1-1,-1 1,1 1,-1-1,0 1,0 0,0 1,0 0,0 0,1 1,-1 0,0 1,0-1,1 1,-1 1,1-1,-1 1,1 1,0-1,0 1,1 0,-1 1,1 0,0 0,0 0,0 1,1 0,0 0,0 0,1 0,-2 3,4-5,-1-1,1 2,0-1,0 0,0 0,0 1,1-1,0 0,0 1,0 0,1-1,-1 1,1-1,0 1,0 0,1-1,-1 1,1-1,0 1,0-1,1 1,-1-1,1 1,0-1,0 0,1 0,-1 0,1 0,0-1,0 1,0-1,2 2,68 12,-33-17</inkml:trace>
  <inkml:trace contextRef="#ctx0" brushRef="#br0" timeOffset="25669.291">3811 1644,'-12'-9,"-1"-1,0 2,-1 0,0 0,0 1,0 1,-1 1,0 0,0 0,-1 2,1 0,-1 1,1 0,-9 1,22 1,0-1,-1 1,1 0,0 0,0 0,0 0,-1 0,1 1,0-1,0 1,0-1,0 1,0 0,0 0,0 0,0 0,0 0,0 0,0 1,0-1,1 1,-1-1,1 1,-1 0,1-1,0 1,-1 0,1 0,0 0,0 0,0 0,1 0,-1 0,0 0,1 0,-1 1,1-1,0 0,0 0,0 0,0 1,0-1,0 0,1 0,-1 0,1 1,-1-1,1 0,0 1,6 10,0 0,1 0,0-1,1-1,1 1,8 8,2 2,-4-6,-1 1,0 0,-2 1,0 0,-1 1,-1 1,0 0,-2 0,0 1,-2 0,0 0,1 9,-4 16,-4-37,0 0,1 0,0 0,0 0,1 0,0 0,0 0,1 0,1 0,-1-1,1 0,1 0,3 5,-4-10,-1 0,2 0,-1-1,0 1,0-1,1 0,-1 0,1-1,0 1,-1-1,1 0,0 0,0-1,0 1,0-1,-1 0,1-1,0 1,0-1,0 0,-1 0,1 0,0-1,-1 1,1-1,-1-1,1 1,-1 0,0-1,0 0,0 0,-1 0,1 0,-1-1,0 0,1 1,-2-1,1 0,0-1,-1 1,0 0,0-1,1-1,2-8,-1-1,0 1,0-1,-2 0,0 0,0 0,-2 0,0 0,0 0,-2 0,0 0,0 0,-1 0,-5-12,7 24,0 0,0 0,0 0,0 0,-1 0,1 1,-1-1,1 0,-1 1,0-1,0 1,0 0,-1-1,1 1,-1 0,1 1,-1-1,1 0,-1 1,0-1,0 1,0 0,-1-1,5 2,-1 1,0-1,1 0,-1 0,0 0,1 0,-1 0,1 0,-1 0,0 1,1-1,-1 0,0 0,0 1,1-1,-1 0,0 0,1 1,-1-1,0 0,0 1,0-1,1 0,-1 1,0-1,0 0,0 1,0-1,0 0,0 1,1-1,-1 1,0-1,0 0,0 1,0-1,0 0,-1 1,1-1,0 1,0-1,0 0,0 1,0-1,0 0,-1 1,1-1,0 0,0 1,0-1,-1 0,1 1,0-1,-1 0,1 0,0 1,-1-1,1 0,0 0,-1 0,1 1,0-1,-1 0,1 0,-1 0,17 6,0 0,0-1,1 0,-1-2,1 0,0-1,13 0,-1 2,190 23,-216-27,-1 0,1 0,0 1,0-1,-1 1,1 0,0 0,-1 0,1 0,0 0,-1 1,0-1,1 1,-1-1,0 1,0 0,0 0,0 0,0 0,0 0,0 1,-1-1,1 1,-1-1,0 1,0-1,0 1,0 0,0-1,0 1,-1 0,1 2,-8 44,5-46,1 1,-1-1,1 1,0 0,0-1,0 1,0 0,1 0,0 0,0 0,0 0,0 0,0 0,1-1,-1 1,1 0,0 0,1 0,-1-1,1 1,-1-1,1 1,0-1,0 0,1 1,-1-1,1 0,-1 0,1-1,0 1,0-1,0 1,0-1,1 0,2 2,3-2,0 1,-1-1,1 0,0-1,0 0,0 0,0-1,0 0,0-1,0 0,0 0,0-1,0 0,-1 0,1-1,-1 0,1-1,-1 0,0 0,-1-1,1 0,-1 0,0-1,0 0,0 0,-1-1,0 1,0-1,-1-1,2-2,39-95,-46 127,-5 78,5-96,1 0,0-1,0 1,0 0,0-1,0 1,1-1,-1 1,1-1,0 0,0 0,0 0,1 0,-1 0,1 0,-1-1,1 1,0-1,0 0,0 0,0 0,1 0,-1 0,0-1,3 2,17 3,0-3</inkml:trace>
  <inkml:trace contextRef="#ctx0" brushRef="#br0" timeOffset="25950.449">4814 1604,'-16'-9,"-3"1,6 10,17 8,8 3</inkml:trace>
  <inkml:trace contextRef="#ctx0" brushRef="#br0" timeOffset="27005.123">5749 1885,'-13'-4,"-1"1,1 0,-1 2,0-1,0 2,0-1,0 2,0 0,0 1,-12 3,19-3,0 0,0 0,1 1,-1-1,1 2,0-1,-1 1,2 0,-1 0,0 1,1-1,0 1,0 0,0 1,1-1,0 1,0 0,0 0,1 1,0-1,0 1,0-1,2-2,0-1,0 1,0 0,0-1,0 1,1 0,0 0,0 0,0-1,0 1,0 0,1 0,0-1,0 1,0 0,0-1,0 1,1-1,0 1,-1-1,1 0,0 1,1-1,-1 0,1-1,-1 1,1 0,0-1,0 1,0-1,0 0,0 0,1 0,2 1,1 0,0 0,0 0,1 0,0-1,-1 0,1 0,0-1,0 0,0-1,0 0,0 0,0 0,-1-1,1 0,0-1,3-1,-2 0,-1-1,1 0,-1 0,0-1,-1 0,1-1,-1 0,0 0,0 0,-1-1,0 0,0 0,0-1,-1 0,0 1,-1-2,0 1,0-1,-1 1,0-1,1-4,5-24,-2 0,-1 0,-2 0,0-26,-4 63,6-367,-15 316,7 52,1-1,-1 1,1 0,0-1,-1 1,1 0,0 0,0 0,0 0,-1 0,1 0,0 0,0 1,1-1,-1 0,0 0,0 1,1-1,-1 1,0-1,1 0,-1 1,1 1,0-3,-13 35,2 0,1 1,2 0,1 1,3-1,0 1,2 12,1-14,1 1,2-1,1 1,2-1,3 8,-5-27,1 0,1-1,1 0,0 0,0 0,2-1,0 0,0 0,2-1,-1 0,2 0,6 5,-14-14,1 0,-1-1,1 0,0 0,0 0,0 0,0-1,0 1,1-1,-1 0,1 0,-1-1,1 1,0-1,0 0,-1 0,1-1,0 0,0 1,0-2,0 1,0 0,0-1,-1 0,1 0,0-1,-1 1,1-1,-1 0,1 0,-1 0,0-1,0 0,0 1,0-2,0 1,-1 0,1-1,1-2,2-4,0-1,-1 0,0-1,-1 1,0-1,-1 0,-1 0,1 0,-2-1,0 1,0-1,-1-5,-7-10,6 28,-1 0,1-1,-1 1,1 0,-1 0,1-1,-1 1,1 0,-1 0,1 0,-1 0,1 0,-1 0,1 0,-1 0,1 0,-1 0,1 0,-1 0,1 0,-1 0,1 0,-1 0,1 1,-1-1,1 0,-1 0,1 1,-1-1,1 0,0 0,-1 1,1-1,-1 1,1-1,0 0,-1 1,1-1,0 1,0-1,-1 1,1-1,0 1,0-1,0 1,0-1,0 1,-1-1,1 1,-4 6,0 1,1 0,0 0,0 0,1 0,0 1,0-1,1 1,0-1,0 1,1-1,0 1,1-1,0 1,0-1,1 1,0-1,0 0,1 1,0-1,1 1,37 31,-20-30</inkml:trace>
  <inkml:trace contextRef="#ctx0" brushRef="#br0" timeOffset="27255.403">6110 1604,'-13'-5,"-8"-1,3 5,11 7,16 5,18 5,4 0</inkml:trace>
  <inkml:trace contextRef="#ctx0" brushRef="#br0" timeOffset="27973.155">6591 1778,'-246'-38,"245"37,0 1,0-1,0 0,0 1,0 0,0-1,-1 1,1 0,0-1,0 1,-1 0,1 0,0 0,0 0,-1 0,1 0,0 1,0-1,-1 0,1 1,0-1,0 1,0-1,0 1,-1-1,1 1,0 0,0-1,0 1,0 0,1 0,-1 0,0 0,0 0,0 0,1 0,-1 0,1 0,-1 0,1 1,-1-1,1 0,-1 0,1 0,0 1,0-1,0 0,0 0,0 1,0-1,0 0,0 0,0 1,1-1,6 10,1-1,1 0,0 0,0-1,1 0,0-1,0 0,11 6,3 3,-9-5,0-3,-1 1,0 1,-1 0,0 1,-1 0,0 1,-1 0,-1 1,0 0,3 8,-12-20,0 0,0 1,0-1,-1 0,1 1,-1-1,0 0,0 1,0-1,0 0,0 1,0-1,0 0,-1 1,1-1,-1 0,0 0,0 0,0 1,0-1,0 0,0 0,0 0,-1 0,1 0,-1-1,1 1,-1 0,0-1,1 1,-1-1,0 0,0 1,0-1,-2 1,-81 22,85-24,-1 0,1 1,-1-1,1 0,-1 0,1 0,-1 1,1-1,-1 0,1 0,-1 0,1 0,-1 0,1 0,-1 0,1 0,-1 0,1 0,-1 0,1 0,-1 0,1 0,-1-1,1 1,-1 0,1 0,0-1,-1 1,1 0,-1 0,1-1,-1 1,1-1,0 1,-1 0,1-1,0 1,0-1,-1 1,1-1,0 1,0 0,0-1,-1 1,1-1,0 1,0-1,0 1,0-1,0 1,0-1,0 0,0 1,0-1,0 1,0-1,0 1,1-1,-1 1,0-1,0 1,0 0,1-1,23-28,11-7,-1-1,-1-2,-3-1,-1-1,20-39,-21 20,-3-1,-2-1,-3-1,-3 0,-3-2,-3 1,-2-2,-3 1,-3-30,-2 64,-1 0,-2 1,-2-1,0 0,-2 1,-1 0,-2 0,-1-1,10 30,0 0,0 1,0-1,0 0,0 0,0 0,0 0,0 0,0 1,0-1,0 0,0 0,-1 0,1 0,0 1,-1-1,1 0,0 0,-1 0,1 1,-1-1,0 0,1 1,-1-1,1 1,-1-1,0 0,1 1,-1-1,0 1,0 0,0-1,1 1,-1 0,0-1,0 1,0 0,0 0,1 0,-1 0,0 0,0 0,0 0,0 0,0 0,1 0,-1 0,0 0,0 1,0-1,0 0,1 1,-1-1,0 1,0-1,1 1,-1-1,0 1,1-1,-1 1,0 0,-6 19,1 0,1 1,1-1,1 1,1 0,1 0,1 21,0-25,3 85,4 0,5 0,14 47,14 128,-21-109,-19-166,0-1,0 0,0 0,0 0,1 0,-1 0,0 0,1 0,-1 0,1 0,-1 0,1 0,-1 0,1 0,0 0,-1 0,1 0,0 0,0-1,-1 1,1 0,0-1,0 1,0 0,0-1,0 1,0-1,0 0,0 1,0-1,0 0,1 0,-1 1,0-1,0 0,0 0,0 0,0 0,0-1,0 1,1 0,-1 0,0-1,41-28,-26 11,-1-1,-1 0,0-1,-2-1,4-7,18-31,-34 59,0 0,0 1,1-1,-1 0,0 0,0 0,0 0,1 0,-1 0,0 1,0-1,0 0,1 0,-1 0,0 0,0 0,0 0,1 0,-1 0,0 0,0 0,1 0,-1 0,0 0,0 0,0 0,1-1,-1 1,0 0,0 0,0 0,1 0,-1 0,0 0,0 0,0-1,0 1,1 0,-1 0,0 0,0 0,0-1,0 1,-4 27,2-21,0 2,-1 0,2 0,-1 0,1 1,0-1,0 0,1 1,1-1,-1 1,1-1,1 0,-1 0,1 1,1-1,0 0,0-1,0 1,1 0,0-1,1 0,3 5,13 5</inkml:trace>
  <inkml:trace contextRef="#ctx0" brushRef="#br0" timeOffset="28238.554">7180 1657,'-16'-4,"-7"-4,0-1</inkml:trace>
  <inkml:trace contextRef="#ctx0" brushRef="#br0" timeOffset="28599.832">6578 1283,'48'-6,"0"1,0 2,1 2,-1 3,0 1,47 10,-62-9,0 2,-1 1,0 1,0 2,0 1,-2 2,1 1,3 4,-25-12,-1 1,0 0,-1 1,1-1,-1 2,-1-1,1 1,-1 0,-1 0,0 1,0-1,-1 1,0 0,-1 1,0-1,-1 0,0 1,0 0,-1-1,-1 1,0 0,-1 10,-6 205,7-222,0-1,0 1,1-1,-1 1,1-1,0 1,0-1,0 1,0-1,0 0,1 1,-1-1,1 0,0 0,0 0,0 0,1-1,-1 1,1 0,-1-1,1 0,0 0,0 0,0 0,0 0,0 0,1-1,-1 1,0-1,1 0,-1 0,1 0,-1-1,1 1,-1-1,1 0,-1 0,1 0,0 0,-1-1,1 0,-1 1,1-1,-1 0,4-2,1-4,-1 0,1 0,-1-1,-1 0,0-1,0 1,0-1,-1 0,0-1,-1 1,0-1,0 0,-1 0,-1 0,2-9,1 1,8-27,-31 86,15-36,1 1,0-1,0 0,1 1,0 0,0-1,0 1,0 0,1-1,0 1,0 0,1-1,-1 1,1 0,1-1,-1 1,1-1,0 1,0-1,0 0,1 0,0 0,0 0,1 2,21 11,2-4</inkml:trace>
  <inkml:trace contextRef="#ctx0" brushRef="#br0" timeOffset="29274.214">7955 1671,'-109'0,"104"1,1 0,0 0,0 1,0-1,0 1,0 0,0 0,0 0,0 1,1-1,-1 1,1 0,0 0,0 0,0 0,0 1,1-1,-1 1,1 0,0-1,0 1,0 0,-1 4,2-2,-1 0,1-1,1 1,-1 0,1 0,0 0,0 0,0 0,1 0,0 0,0 0,1 0,0 0,0-1,0 1,0-1,1 1,0-1,0 0,1 0,-1 0,2 1,3 3,1 0,-1 0,1-1,1 0,0 0,0-1,0 0,1-1,0 0,6 1,-6-3,0 0,0-1,0 0,0-1,1 0,-1-1,1 0,-1-1,1 0,-1-1,0-1,1 1,-1-2,0 0,0 0,0-1,0 0,-1 0,1-2,-1 1,-1-1,1-1,-1 0,0 0,0 0,-1-1,7-9,9-16,-2-2,-1-1,-2 0,-2-1,-1-1,-2-1,-1 0,-2 0,4-34,-1 10,-2-1,-3 0,-3-1,-2-8,-15 19,10 53,0 0,1 0,-1 1,0-1,0 0,0 0,0 0,0 1,0-1,0 0,0 1,0-1,0 1,0-1,0 1,0-1,0 1,0 0,0 0,-1 0,1-1,0 1,0 0,0 0,-1 1,1-1,0 0,0 0,0 0,0 1,0-1,0 1,-1-1,1 1,0-1,0 1,0 0,1-1,-1 1,0 0,0 0,0 0,-13 12,1 0,0 1,1 0,1 1,0 0,1 1,1 0,0 1,1 0,1 0,0 0,2 1,-4 17,2-7,2 0,0 0,2 1,1-1,2 1,0-1,2 1,1-1,2 1,0-1,2 0,1-1,1 0,2 0,0-1,2 0,12 18,-21-36,0-1,1 1,-1-1,1-1,1 1,-1-1,1 0,0 0,1 0,0-1,-1 0,1 0,1-1,-1 0,1 0,0-1,-1 0,2 0,-1-1,0 0,0 0,1-1,-1 0,0-1,1 1,-1-2,1 1,-1-1,1-1,-1 1,0-1,0-1,1 0,-1-2,0-1,0 0,0 0,-1-1,0 0,0-1,0 1,-1-1,-1 0,1-1,-1 0,-1 1,1-2,-2 1,1 0,1-8,-5 16,1 1,-1-1,1 0,-1 0,1 1,-1-1,1 0,-1 0,0 0,1 0,-1 0,0 1,0-1,0 0,0 0,0 0,0 0,0 0,0 0,0 0,0 0,0 0,0 1,-1-1,1 0,0 0,-1 0,1 0,-1 1,1-1,-1 0,1 0,-1 1,0-1,1 0,-1 1,0-1,1 1,-1-1,0 0,0 1,0 0,1-1,-1 1,0 0,0-1,0 1,0 0,0 0,0 0,-4 3,0 1,0 0,0 0,0 0,1 1,0 0,0-1,0 2,1-1,-1 0,1 1,0-1,1 1,0 0,-1 0,2 0,-1 0,1 0,0 1,0-1,1 0,0 5,0-2,1-1,-1 0,2 0,-1 1,1-1,1 0,0-1,0 1,0 0,1-1,0 0,0 0,1 0,0 0,0-1,1 1,-1-1,1-1,1 1,-1-1,4 2,1 1,0-1,0-1,1 1,0-2,0 0,0 0,1-1,-1-1,1 0,0 0,0-1,0-1,4 0,16-4</inkml:trace>
  <inkml:trace contextRef="#ctx0" brushRef="#br0" timeOffset="29524.152">8196 1484,'25'-10,"29"-2,25 1,23 2,9 2,-3 3,-15 2,-23 1</inkml:trace>
  <inkml:trace contextRef="#ctx0" brushRef="#br0" timeOffset="56012.632">1 3436,'20'2,"21"1,22 0,22 2,17-1,10 0,2-1,-8-1,-14-1,-21-1,-20 0,-22 0,-17-2,-15-4,-10 0,-5 1,8 3,5 3</inkml:trace>
  <inkml:trace contextRef="#ctx0" brushRef="#br0" timeOffset="56583.838">1204 3342,'21'-3,"1"1,-1 1,0 1,0 1,1 1,-1 0,0 2,0 0,10 5,46 16,-74-23,0-1,1 0,-1 1,0 0,0 0,-1 0,1 0,0 0,-1 0,1 1,-1-1,0 1,0 0,0 0,0-1,0 1,-1 1,1-1,-1 0,0 0,1 2,-3 0,0 0,0 0,0 0,-1 0,0 0,0 0,0-1,-1 1,1-1,-1 1,0-1,0 0,-1 0,1-1,-1 1,0-1,0 1,0-1,0 0,0-1,-1 1,0-1,-167 89,83-49,49-12,40-28,1-1,-1 0,1 0,0 0,-1 0,1 0,0 0,0 0,0 0,0 0,0 0,0 0,0-1,0 1,0 0,0-1,0 1,0-1,1 1,-1-1,0 1,0-1,1 0,-1 0,0 0,0 0,1 0,-1 0,0 0,1 0,1 0,216 9,-162-10,244-12,-256 7</inkml:trace>
  <inkml:trace contextRef="#ctx0" brushRef="#br0" timeOffset="57664.17">2180 3088,'12'111,"-12"-82,2 413,-1-428,1-20,3-24,-3 12,22-88,-23 103,1-1,0 1,0 0,0 0,0 0,0 0,0 1,1-1,0 0,-1 1,1 0,0 0,0 0,0 0,1 0,-1 0,0 1,1 0,-1-1,1 1,-1 1,1-1,-1 0,1 1,0 0,-1 0,1 0,1 0,7 2,-1 0,1 1,-1 0,0 1,0 0,0 1,0 0,-1 1,0 0,0 0,-1 1,0 0,0 1,0 0,-1 1,0-1,0 2,-6-8,0 0,0 0,0 0,0 0,-1 0,1 0,0 0,-1 1,0-1,1 0,-1 1,0-1,0 1,-1 0,1-1,0 1,-1 0,0-1,1 1,-1 0,0-1,-1 1,1 0,0 0,-1-1,1 1,-1 0,0-1,0 1,0-1,0 1,0-1,-1 0,1 1,-2 0,-4 2,-1 0,0-1,0 1,-1-2,1 1,-1-1,0 0,0-1,0 0,0-1,0 0,0 0,0 0,0-2,-10 0,18 1,0 1,-1-1,1 0,0 0,-1 0,1 0,0-1,-1 1,1 0,0-1,-1 1,1 0,0-1,0 1,-1-1,1 0,0 0,0 1,0-1,0 0,0 0,0 0,0 0,0 0,0 0,0 0,1 0,-1 0,0-1,1 1,-1 0,1 0,-1-1,1 1,0 0,-1-1,1 1,0 0,0-1,0 1,0-1,0 1,0 0,1-1,-1 1,0 0,1-1,-1 1,1 0,-1 0,1-1,-1 1,1 0,12-16,1 0,1 2,0 0,0 0,2 1,0 1,16-9,-32 21,90-55,-88 56,0 1,0-1,0 1,0-1,0 1,0 0,0 0,-1 0,1 1,0-1,-1 1,1-1,-1 1,1 0,-1 0,0 0,0 0,0 0,0 1,0-1,0 1,-1-1,1 1,-1 0,0-1,0 1,1 1,2 4,75 139,-71-135,-1-4</inkml:trace>
  <inkml:trace contextRef="#ctx0" brushRef="#br0" timeOffset="57950.994">2702 3195,'-18'0,"-9"0,-1 3,3 2,9 5,13 4,17 1,6-2</inkml:trace>
  <inkml:trace contextRef="#ctx0" brushRef="#br0" timeOffset="58483.869">3196 3409,'-33'-13,"15"5,-1 1,-1 1,1 0,-1 2,0 0,-2 1,20 3,0-1,0 1,0 0,0 0,0 0,0 0,0 0,0 1,0-1,0 1,0-1,0 1,1 0,-1 0,0-1,0 1,0 0,1 1,-1-1,1 0,-1 0,1 1,-1-1,1 1,0-1,0 1,0 0,0-1,0 1,0 0,0 0,0 0,1-1,-1 1,1 0,-1 0,1 0,0 0,0 0,0 0,0 0,0 0,0 0,0 0,1 0,-1 0,1 0,0 1,5 8,0-1,0 0,1 0,0-1,1 0,0 0,0-1,1 0,0-1,1 0,-1 0,1-1,7 4,5 4,-6-3,-6-6,-1 1,0 1,-1-1,1 1,-1 1,0-1,-1 2,0-1,6 9,-12-16,-1 1,1-1,-1 0,1 0,-1 1,0-1,1 0,-1 1,0-1,0 0,0 1,0-1,0 0,0 1,0-1,0 1,0-1,-1 0,1 0,-1 1,1-1,-1 0,1 0,-1 1,0-1,0 0,1 0,-1 0,0 0,0 0,0 0,0 0,0 0,0-1,-1 1,1 0,0-1,0 1,0 0,-1-1,1 0,0 1,-1-1,1 0,-63 12,63-12,0 1,0-1,0 1,-1-1,1 1,0-1,0 1,-1-1,1 0,0 0,-1 0,1 0,0 0,-1 0,1 0,0 0,0 0,-1-1,1 1,0 0,0-1,-1 1,1-1,0 0,0 1,0-1,0 0,0 0,0 1,0-1,0 0,0 0,0 0,0 0,1 0,-1 0,0-1,1 1,-1 0,1 0,-1 0,1-1,-1 1,67-68,-37 41,-2-1,-1-2,-1 0,-1-2,-3 0,0-2,-2 0,-2-1,12-35,-6-3,-4-1,-3-1,-3 0,-3-1,-4 0,-3-13,-5 5,1 85,1 0,0 1,0-1,-1 0,1 0,0 1,-1-1,1 0,0 0,0 0,-1 1,1-1,0 0,-1 0,1 0,0 0,-1 0,1 0,-1 0,1 0,0 0,-1 0,1 0,0 0,-1 0,1 0,0 0,-1 0,1 0,0 0,-1 0,1-1,0 1,-1 0,1 0,0 0,-1-1,1 1,0 0,0 0,-1-1,1 1,0 0,0 0,0-1,-1 1,1 0,0-1,0 1,0 0,0-1,0 1,0 0,0-1,0 1,-1 0,1-1,0 1,1-1,-1 1,-5 12,0 1,1-1,1 1,0 0,1 0,0 0,0 11,0-4,-8 92,5 0,5 0,4 1,9 30,-9-107,1-1,2 1,2-1,1 0,2-1,1 0,2 0,8-1,-23-32,0-1,1 1,-1 0,0-1,1 1,-1-1,1 1,-1-1,1 1,-1-1,1 0,-1 1,1-1,-1 0,1 1,-1-1,1 0,0 1,-1-1,1 0,-1 0,1 0,0 0,-1 0,1 1,0-1,-1 0,1 0,0-1,-1 1,1 0,0 0,-1 0,1 0,-1-1,1 1,0 0,-1 0,1-1,-1 1,1 0,-1-1,1 1,-1-1,1 1,-1-1,1 1,-1-1,0 1,1-1,-1 1,0-1,1 0,4-19,-1-4</inkml:trace>
  <inkml:trace contextRef="#ctx0" brushRef="#br0" timeOffset="58751.57">3303 3048,'14'-7,"17"3,23 5,17 11,13 10,4 7,-14-1</inkml:trace>
  <inkml:trace contextRef="#ctx0" brushRef="#br0" timeOffset="59709.607">4025 3422,'-46'-1,"27"-1,0 1,1 1,-1 1,0 0,0 1,0 1,1 1,0 1,-1 0,2 1,-1 1,-9 6,24-12,0 1,0-1,0 1,1-1,-1 1,1 0,-1 0,1 0,0 1,0-1,0 0,0 1,0-1,0 1,1 0,-1 0,1 0,0-1,0 1,0 0,0 1,0-1,1 0,-1 0,1 0,0 0,0 0,0 0,0 1,1-1,-1 0,1 0,0 0,1 3,4-1,1 0,-1 0,1 0,0-1,0 0,0 0,1-1,-1 0,1 0,0-1,0 0,0 0,0-1,0 0,0 0,1-1,-1 0,0 0,0-1,0 0,4-2,-3 1,1-1,-1-1,0 1,0-1,-1-1,1 0,-1 0,0-1,0 0,-1 0,0 0,0-1,0-1,-1 1,0-1,0 0,-1 0,0-1,-1 1,1-1,-2 0,1 0,-1-1,-1 1,0-1,0 1,-1-1,0 0,0 1,-1-1,-1-7,-9 34,4 2,2 0,0 1,1-1,1 1,1 0,1-1,1 11,-1-28,0 1,0 0,0-1,0 1,1 0,-1 0,1-1,0 1,0 0,-1-1,2 1,-1-1,0 0,0 1,1-1,0 0,-1 0,1 1,0-2,0 1,0 0,0 0,0 0,1-1,-1 1,0-1,1 0,-1 0,1 0,-1 0,1 0,0 0,-1-1,1 1,0-1,-1 0,1 0,0 0,0 0,0 0,6-6,-1 1,0-1,0 0,0-1,-1 0,0 0,0-1,0 0,-1 0,-1 0,1-1,-1 0,1-4,35-59,-4-1,-3-1,-3-3,-3 0,-4-1,-3-2,0-22,-14 5,-7 96,0 0,-1 0,1 0,0-1,0 1,-1 0,1 0,0 0,-1 0,1 1,-1-1,0 0,1 0,-1 0,0 0,1 0,-1 1,0-1,0 0,1 1,-1-1,0 0,0 1,0-1,0 1,0 0,0-1,0 1,0 0,0-1,0 1,0 0,0 0,-1 0,1 0,0 0,0 0,0 0,0 0,0 1,0-1,0 0,0 1,0-1,0 1,0-1,0 1,0-1,0 1,1 0,-1-1,0 1,0 0,0 0,1-1,-1 1,1 0,-1 0,0 0,1 0,0 0,-1 0,1 0,-1 0,-13 20,0-1,2 2,0-1,2 2,0-1,1 1,1 1,2 0,-1 4,-5 14,1 1,3 0,1 1,2 0,2 0,2 0,2 0,2 0,7 35,-9-73,0-2,-1-1,0 0,1 0,0 0,0 0,0 0,0 0,0 0,0 0,1 0,0-1,-1 1,1-1,0 1,0-1,3 3,25-34,-14 5,-11 16,-1 0,1 0,1 0,-1 1,1 0,1 0,-1 0,1 1,0 0,1 0,-1 1,1 0,0 0,1 1,-1 0,2-1,-7 5,0 0,1 0,-1-1,0 2,0-1,0 0,0 1,0-1,0 1,1 0,-1 0,-1 0,1 1,0-1,0 0,0 1,-1 0,1 0,-1 0,1 0,-1 0,0 0,0 1,0-1,0 1,0 0,0 1,33 81,-33-81,0 1,0-1,-1 1,0 0,0-1,0 1,0 0,-1 0,1 0,-1-1,-1 1,1 0,-1 0,0 0,0-1,0 1,0 0,-1-1,0 1,0-1,0 0,0 1,-1-1,0 0,0-1,0 1,0 0,0-1,-1 0,-2 3,-2-4,0 0,1-1,-1 0,0 0,0-1,0 1,0-2,0 1,1-1,-1 0,0-1,0 0,1 0,-1-1,1 0,0 0,0 0,0-1,0 0,1-1,-4-2,8 5,1 1,0 0,0-1,0 1,0-1,0 1,1-1,-1 0,0 1,1-1,-1 0,1 0,-1 1,1-1,0 0,0 0,0 1,0-1,0 0,0 0,1 0,-1 1,0-1,1 0,-1 1,1-1,0 0,0 1,-1-1,1 1,0-1,1 1,-1-1,0 1,0 0,0-1,1 1,0 0,58-43,-38 32,1 0,1 2,0 0,0 2,16-4,-37 12,-1-1,0 0,0 1,0-1,1 1,-1 0,0-1,0 1,1 0,-1 0,0 1,1-1,-1 0,0 1,0 0,0-1,1 1,-1 0,0 0,0 0,0 0,0 1,0-1,-1 0,1 1,0-1,-1 1,1 0,-1-1,1 1,-1 0,0 0,0 0,0 0,0 0,0 1,14 58,-15-53,2 1,-1-1,1 0,1 1,-1-1,1 0,1 0,-1-1,5 6,-1-7,-2-5</inkml:trace>
  <inkml:trace contextRef="#ctx0" brushRef="#br0" timeOffset="59974.579">4720 2994,'-9'5,"-3"8,2 11,9 8,5 8,3-3</inkml:trace>
  <inkml:trace contextRef="#ctx0" brushRef="#br0" timeOffset="60382.893">4854 3436,'43'-47,"-3"-2,-1-1,-3-2,-2-2,-3-1,-1-2,-4 0,-2-2,-2-1,-4 0,5-29,-18 71,-1 0,-1-1,-1 1,0-1,-2 0,0-7,0 23,0 1,0-1,0 0,0 1,-1-1,1 0,-1 0,0 1,0-1,0 1,0-1,0 1,0-1,-1 1,1 0,-1-1,0 1,1 0,-1 0,0 0,0 1,0-1,-1 0,1 1,0-1,-1 1,1 0,-1 0,1 0,-1 0,0 0,1 1,-1-1,0 1,1-1,-1 1,0 0,0 0,1 0,-3 1,-6 3,1 0,0 0,0 1,0 0,0 1,1 0,0 1,0 0,1 1,-1-1,2 1,-1 1,1 0,1 0,-2 2,-10 14,1 2,1 0,2 1,0 1,2 0,1 0,1 1,2 1,1-1,2 1,0 1,3-1,0 1,2-1,1 1,2-1,1 0,1 0,2 0,1 0,1-1,2-1,10 21,-16-38,1 0,0-1,1 1,0-2,1 1,0-1,1 0,0 0,0-1,1-1,0 1,1-2,0 1,0-1,0-1,1 0,0-1,0 0,1-1,-1 0,1-1,0 0,0-1,0-1,0 0,11-1,-16-2,0-1,-1 0,1 0,-1-1,0 0,0 0,0-1,-1 0,1 0,-1-1,0 1,-1-1,1-1,-1 1,-1-1,1 0,-1 0,0 0,-1 0,1-1,-1 0,-1 1,0-1,0 0,0 0,-1 0,0 0,-1-4,1 12,-1-1,0 1,1-1,-1 1,1-1,-1 0,0 1,0-1,1 1,-1-1,0 0,0 1,0-1,0 0,0 1,1-1,-1 0,0 1,-1-1,1 0,0 1,0-1,0 0,0 1,0-1,-1 1,1-1,0 0,-1 1,1-1,0 1,-1-1,1 1,-1-1,1 1,0-1,-1 1,0-1,1 1,-1 0,1-1,-1 1,-5 9,1 0,0 1,0 0,1 0,1 1,0-1,0 1,1-1,-1 5,2-10,-1 0,1 0,-1 1,2-1,-1 0,0 1,1-1,0 1,0-1,1 1,0-1,0 0,0 1,0-1,1 0,0 0,0 0,0 0,1 0,0 0,-1-1,2 1,-1-1,0 0,1 0,0 0,0 0,0-1,1 1,-1-1,2 0,15 5</inkml:trace>
  <inkml:trace contextRef="#ctx0" brushRef="#br0" timeOffset="60667.406">5455 3088,'-6'7,"1"7,3 0</inkml:trace>
  <inkml:trace contextRef="#ctx0" brushRef="#br0" timeOffset="60833.706">6191 3569,'0'-2,"0"-1</inkml:trace>
  <inkml:trace contextRef="#ctx0" brushRef="#br0" timeOffset="61166.015">6365 3061,'6'14,"0"0,0 0,-1 1,-1 0,-1 0,0 0,-1 0,-1 0,0 0,-1 5,-3 42,2-52,0 0,0 0,0 0,2 0,-1 1,1-1,0 0,1 0,1 0,-1-1,1 1,1 0,-2-8,-1 1,1-1,0 0,0 0,0 0,0 0,0 0,0 0,0 0,1-1,-1 1,1-1,-1 0,1 1,0-1,-1 0,1-1,0 1,0 0,0-1,-1 0,1 1,0-1,0 0,0-1,0 1,0 0,-1-1,1 0,2 0,2-1,1 0,-1-1,1 0,-1-1,0 1,0-1,-1 0,1-1,-1 0,4-3,-2-2,-1-1,0 0,0 0,-1 0,0-1,-1 1,-1-1,0-1,0 1,-1-1,-1 1,0-1,-1 0,0 0,-1 1,0-1,-1 0,-1-2,-10-24,5 33</inkml:trace>
  <inkml:trace contextRef="#ctx0" brushRef="#br0" timeOffset="62332.881">6645 3222,'-2'-5,"-1"2,-2 4,-1 10,2 10,1 10,3 7,6 1,9-1,13-3,14-7,13-8,13-10,8-9,1-12,-13-3</inkml:trace>
  <inkml:trace contextRef="#ctx0" brushRef="#br0" timeOffset="63117.977">7822 3516,'16'-16,"-4"-2,-1 0,0-1,-2 0,0 0,-2-1,0 0,-1 0,-1-1,0 0,-2 0,-1 0,0 0,-2-1,0-2,0 19,1 0,-1 0,0 0,-1 0,1 0,-1 0,0 0,0 1,-1-1,1 0,-1 0,0 1,0-1,-1 1,1 0,-1 0,0 0,0 0,0 0,-3-1,7 5,-1 0,0 1,0-1,0 0,1 1,-1-1,0 1,0-1,0 0,0 1,0-1,0 1,0-1,0 0,0 1,0-1,0 1,0-1,0 0,0 1,0-1,-1 1,1-1,0 0,0 1,0-1,0 0,-1 1,1-1,0 0,0 1,-1-1,1 0,0 1,-1-1,1 0,0 0,-1 0,1 1,0-1,-1 0,1 0,-1 0,1 0,0 0,-1 1,1-1,-1 0,1 0,0 0,-1 0,1 0,-1 0,1-1,0 1,-1 0,1 0,-1 0,1 0,0 0,-1-1,1 1,-1 0,9 8,1 0,0-1,0 0,0 0,1-1,0 0,0 0,1-1,-1-1,6 2,-1 0,162 74,-172-77,-1 1,0 0,0 0,0 0,-1 1,0 0,1-1,-1 1,-1 0,1 0,-1 0,0 1,0-1,-1 1,1-1,-1 1,0-1,-1 1,1 0,-1-1,0 1,-1 0,1-1,-1 1,0 0,-1-1,1 0,-2 2,1-2,1 0,-1 1,1-1,0 0,0 1,1-1,0 1,0-1,0 1,0-1,1 1,0-1,0 0,0 1,1-1,0 0,0 0,0 0,1 0,-1 0,1-1,0 1,1-1,-1 1,1-1,0 0,0-1,3 3,7-1,0-2,0 1,0-2,1 0,-1-1,0 0,1-1,-1-1,1 0,-1-1,0 0,0-2,13-3,-18 4,-1 0,1 0,-1-1,0 0,0-1,-1 1,1-1,-1-1,0 0,0 0,-1 0,0 0,0-1,0 0,-1-1,0 1,-1-1,1 0,-2 0,1 0,-1-1,0 1,-1-1,0 0,0 0,0-3,-1 6,0 1,0-1,-1 0,0 0,0 0,0 1,0-1,-1 0,0 0,0 1,-1-1,-1-4,1 9,1 0,0 0,0 0,-1 1,1-1,-1 0,1 1,0-1,-1 1,1 0,-1-1,1 1,-1 0,1 0,-1 0,1 0,-1 0,1 0,-1 1,1-1,-1 0,1 1,-1-1,1 1,-1-1,1 1,0 0,-1 0,1 0,0 0,0-1,0 2,0-1,0 0,0 0,0 0,0 0,0 1,0-1,0 0,1 1,-1-1,1 1,-1-1,1 0,-1 2,-2 2,0 0,0 1,0 0,0 0,1-1,0 1,0 1,1-1,0 0,0 0,0 1,1-1,0 0,0 1,1-1,-1 0,1 1,1-1,-1 0,1 0,0 0,1 0,-1 0,1-1,0 1,1-1,-1 1,1-1,0 0,0-1,1 1,-1-1,1 0,0 0,4 3,8 2,0 0,0-1,1-1,0-1,0-1,0 0,1-1,14 1,27 3</inkml:trace>
  <inkml:trace contextRef="#ctx0" brushRef="#br0" timeOffset="63665.877">9212 3409,'-13'-7,"-1"0,1 1,-1 1,0 0,0 1,-1 1,1 0,-1 1,0 0,0 1,1 1,-1 0,0 1,-1 1,9-1,1 1,1 0,-1 0,0 0,0 1,1 0,-1 0,1 0,0 0,0 1,-2 2,5-5,1 1,-1-1,1 1,0-1,-1 1,1 0,0 0,0-1,0 1,0 0,0 0,0 0,1 0,-1 0,1 0,-1 1,1-1,0 0,0 0,0 0,0 0,0 0,0 0,1 0,-1 1,1-1,-1 0,1 0,0 0,0 0,0-1,0 1,0 0,1 1,6 4,0 1,1-1,0-1,0 1,0-1,1-1,0 0,0 0,1-1,-1-1,1 0,0 0,0-1,-1 0,2 0,-1-2,11 1,66-12,-85 10,0 0,-1 0,1-1,-1 1,1 0,-1-1,1 0,-1 0,0 1,0-1,0 0,0-1,0 1,0 0,-1-1,1 1,-1-1,1 1,-1-1,0 0,0 1,0-1,-1 0,1 0,-1 0,1 0,-1 1,0-4,0 7,0 0,-1-1,1 1,0 0,0 0,-1 0,1 0,-1-1,1 1,-1 0,1 0,-1-1,1 1,-1 0,0-1,1 1,-1-1,0 1,1-1,-1 1,0-1,0 1,0-1,1 0,-1 1,0-1,0 0,0 0,0 0,0 0,1 0,-1 1,0-2,0 1,0 0,0 0,0 0,0 0,1 0,-1-1,0 1,0 0,0-1,0 1,1-1,-1 1,0-1,1 1,-1-1,0 0,1 1,-1-1,0 0,1 1,-1-1,1 0,0 0,-1 1,1-1,0 0,-1 0,1 0,0 0,0 1,-1-1,1 0,0-1,-15 80,6 69,23 73,-2-106,-10-90,-1-1,-1 0,-1 1,-1-1,-1 0,-5 21,6-36,0-1,-1 0,0 0,0 0,0 0,-1 0,0-1,-1 1,1-1,-1 0,0-1,-1 1,1-1,-1 0,0 0,0-1,-1 0,1 0,-1 0,0-1,0 0,-5 1,7-2,-1 0,1 0,-1-1,1 0,-1 0,1-1,-1 1,0-1,1-1,-1 1,1-1,-1 0,0 0,1 0,0-1,-1 0,1 0,0 0,0-1,0 1,0-1,0-1,1 1,-1-1,1 1,0-1,0 0,1-1,-1 1,1-1,0 1,0-1,0 0,-1-5,0-1,0-1,1 0,0 0,1 0,1 0,0-1,0 1,1 0,1-1,0 1,1 0,0 0,1 0,0 0,1 0,0 1,1-1,0 1,1 0,0 1,0-1,2 1,-1 0,1 1,0 0,1 0,0 1,1 0,0 1,0 0,0 0,1 1,4-2,2 2,1 1,-1 0,1 2,0 0,0 1,0 0,0 2,0 0,0 1,0 1,0 0,4 3,5 2</inkml:trace>
  <inkml:trace contextRef="#ctx0" brushRef="#br0" timeOffset="64832.971">1539 4732,'-7'-3,"0"-1,0 1,0-1,0 2,-1-1,1 1,-1 0,1 1,-1 0,0 0,1 1,-1 0,0 0,1 0,-1 1,0 1,1-1,-1 1,1 0,-1 1,1 0,0 0,0 1,1-1,-4 3,5-2,0-1,0 1,0 0,0 0,1 1,0-1,0 1,0 0,0 0,1 1,0-1,0 0,0 1,1 0,0 0,0 0,0 0,1 0,0 0,0 2,1-6,0 0,1 0,0 0,-1 0,1 0,0 0,0-1,0 1,0 0,0 0,0-1,0 1,1 0,-1-1,1 0,-1 1,1-1,0 0,-1 0,1 0,0 0,0 0,0 0,0 0,0 0,-1-1,2 1,-1-1,0 0,1 1,64-2,-50-2,-1-1,0 0,-1-2,1 0,-1 0,0-1,-1-1,1-1,-2 0,1-1,-1 0,-1-1,0 0,0-1,-1-1,-1 1,0-2,-1 1,0-2,-1 1,-1-1,0 0,-1 0,-1-1,3-10,-3-2,0 0,-2 0,-1 0,-2 0,0 0,-2 0,-1 0,-1 0,-1 1,-2-1,-1 1,-1 0,-2-2,-23-27,34 55,-1 0,0 0,0 0,0 0,0 0,1 0,-1 0,0 0,0 1,-1-1,1 0,0 1,0-1,0 0,0 1,0 0,-1-1,1 1,0 0,-1-1,1 1,0 0,0 0,-1 0,1 0,0 0,0 1,-1-1,1 0,0 1,0-1,-1 0,1 1,0 0,0-1,0 1,0 0,0-1,0 1,0 0,0 0,0 0,0 0,0 0,0 0,-6 10,0 1,1-1,1 1,0 0,0 0,1 1,1-1,0 1,0 11,0-14,-7 46,1 0,4 0,1 1,3 0,5 24,-5-72,2 0,-1 0,1 0,1 0,0 0,0 0,0-1,1 1,1-1,-1 1,1-1,1 0,0-1,0 1,0-1,1 0,0 0,0-1,1 0,0 0,0 0,0-1,0 0,1 0,0-1,5 2,-2-4,0 0,1-1,-1 0,1-1,-1 0,0 0,1-2,-1 1,0-2,0 1,0-1,0-1,0 0,-1-1,0 0,0 0,0-1,0 0,-1-1,0 0,-1-1,1 0,-2 0,1 0,-1-1,0 0,-1-1,0 0,0 0,-1 0,-1 0,1-1,-2 0,0 0,2-9,-5-28,-1 47,0 1,1-1,-1 1,0 0,0-1,0 1,0 0,0 0,1-1,-1 1,0 0,0 0,0 0,0 0,0 0,0 0,0 1,0-1,0 0,1 0,-1 1,0-1,0 0,0 1,0-1,1 1,-1-1,0 1,0-1,1 1,-1 0,0-1,1 1,-1 0,1-1,-1 1,1 0,-1 0,1 0,0-1,-1 1,1 0,0 0,0 0,-1 0,1 0,0 0,0 0,0 0,-2 4,0 1,0 0,0 1,1-1,0 0,0 0,0 1,1-1,0 0,0 1,1-1,0 0,0 1,0-1,1 0,0 0,0 0,1 0,-1-1,1 1,0 0,1-1,-1 0,1 0,0 0,1 0,-1-1,1 0,0 0,0 0,0 0,0-1,2 1,53 32,2-5</inkml:trace>
  <inkml:trace contextRef="#ctx0" brushRef="#br0" timeOffset="65696.001">2902 4559,'5'47,"-4"-25,0 0,1 0,1 0,1-1,1 0,1 0,1 0,1 0,1-1,0-1,1 1,2-2,11 17,-21-32,0-1,1 1,-1 0,0-1,1 0,-1 0,1 1,0-2,-1 1,1 0,0 0,0-1,1 0,-1 1,0-1,0 0,1-1,-1 1,0-1,1 1,-1-1,0 0,1 0,-1 0,0-1,1 1,-1-1,0 0,1 0,-1 0,0 0,0-1,0 1,0-1,0 0,0 0,2-2,4-9,0 0,-1-1,-1 0,0-1,-1 1,-1-1,0 0,-1-1,0 1,-2-1,0 0,0-6,3-25,-6 54,1 1,0-1,0 0,1 1,0-1,0 0,1 1,0-1,0 0,1 0,-1 0,1-1,1 1,0-1,0 0,0 0,0 0,1 0,0-1,0 1,1-1,-1-1,1 1,0-1,1 0,-1 0,0-1,1 0,0 0,0 0,0-1,0 0,0 0,1 0,-1-1,0 0,1 0,-1-1,0 0,1-1,-1 1,0-1,1-1,-1 1,0-1,0 0,0-1,0 0,-1 0,1 0,-1-1,1 0,-1 0,-1-1,1 0,0 0,-1 0,0-1,-1 1,1-1,0-1,25-84,-26 103,0 1,0-2,2 1,-1-1,1 1,1-2,0 1,0-1,9 9,-10-13,-1 0,1 0,0-1,0 1,0-2,1 1,0-1,0 0,0 0,1-1,-1 0,1 0,-1-1,1 0,0 0,0-1,0 0,0 0,0-1,0 0,0 0,0-1,0 0,0-1,0 0,0 0,-1 0,1-1,-1 0,1-1,-1 1,0-2,-1 1,1-1,-1 0,0 0,0 0,0-1,0-1,1-5,0 0,0 0,-2-1,0 0,0 0,-1 0,-1 0,0-1,0 1,-2-1,1-12,-8-9,5 35,1-1,-1 1,1-1,-1 1,1-1,-1 1,1-1,-1 1,1-1,-1 1,0 0,1-1,-1 1,0 0,1 0,-1-1,0 1,1 0,-1 0,0 0,1 0,-1 0,0 0,0 0,1 0,-1 0,0 0,1 0,-1 1,0-1,1 0,-1 0,0 1,1-1,-1 0,0 1,1-1,-1 1,1-1,-1 1,1-1,-1 1,1-1,-1 1,1 0,-7 5,1 1,0 0,0 1,1-1,0 1,0 0,1 1,0-1,0 1,1 0,0-1,1 1,0 1,0-1,1 0,0 0,1 1,0-1,0 0,1 1,0-1,1 0,0 1,2-3,0 0,0 0,1-1,-1 1,2-1,-1 0,1 0,0-1,0 1,0-2,1 1,0 0,0-1,0-1,0 1,1-1,-1 0,1-1,0 0,0 0,0 0,0-1,0-1,0 1,0-1,0 0,0-1,0 0,6-2,23-2</inkml:trace>
  <inkml:trace contextRef="#ctx0" brushRef="#br0" timeOffset="66249.44">4212 4692,'-2'7,"0"0,-1 0,2 0,-1 0,1 0,1 1,-1-1,1 0,0 0,1 1,-1-1,2 0,-1 0,1 0,0 0,0 0,1 0,0 0,0-1,1 1,-1-1,1 0,1 0,-1 0,1-1,0 0,1 0,-1 0,1 0,0-1,0 0,0 0,0-1,1 1,0-2,-1 1,1-1,0 0,0 0,1 0,-1-1,2 0,-4-2,-1 1,1 0,-1-1,1 0,0 0,-1 0,0-1,1 1,-1-1,0 0,0-1,0 1,0-1,0 1,-1-1,1 0,-1 0,0-1,0 1,0-1,0 1,-1-1,1 0,-1 0,0 0,0-1,36-117,-36 115,-1 72,0-57,0 0,1-1,-1 1,2-1,-1 0,1 1,0-1,0 0,1-1,0 1,0-1,2 2,-4-5,-1-1,1 1,1-1,-1 0,0 0,1 0,-1 0,1 0,-1 0,1-1,0 1,0-1,0 0,0 0,0 0,0 0,0 0,0-1,0 1,0-1,0 0,1 0,-1 0,0 0,0-1,0 1,0-1,0 0,0 0,3-1,0-1,0-1,0 0,-1 0,0 0,1 0,-1-1,-1 0,1 0,-1 0,0-1,0 1,0-1,-1 0,0 0,0 0,1-4,29-107,-32 111,-16 52,14-41,0 1,0-1,0 0,0 0,1 1,0-1,0 1,0-1,1 0,0 0,0 1,0-1,1 0,0 0,0 0,0 0,0 0,1-1,-1 1,1-1,1 1,-1-1,1 0,-1 0,1-1,0 1,0-1,2 1,3 1,0 0,1-1,0 0,0-1,0 0,0 0,1-1,-1-1,0 1,8-2,20 1</inkml:trace>
  <inkml:trace contextRef="#ctx0" brushRef="#br0" timeOffset="66567.188">5028 4799,'-2'2,"0"1,0-1,0 0,0 1,1-1,-1 1,1 0,0-1,0 1,0 0,0 0,0 0,0 0,1 0,0 0,-1 0,1 0,0 0,0 0,1 0,-1 0,1-1,-1 1,1 0,0 0,0 0,0 0,1-1,-1 1,1 0,-1-1,1 1,0-1,0 0,0 0,2 3,3-2,0 1,1-1,-1 0,1-1,0 0,0 0,0 0,0-1,0 0,0-1,0 0,0 0,0-1,0 0,0 0,0-1,0 0,2-1,-7 1,1 0,-1 0,0 0,0 0,0-1,0 0,0 1,-1-1,1 0,-1 0,0-1,0 1,0 0,0-1,0 1,-1-1,0 0,0 1,0-1,0 0,0 0,-1 0,1 0,-1 0,0 1,-1-1,1 0,-1 0,1 0,-1 0,0 1,0-1,-1 0,1 1,-1-1,0 1,0-1,0 1,0 0,-1 0,1 0,-1 0,0 0,0 1,-2-3,-2 3,1-1,-1 1,1 0,-1 1,0 0,0 0,0 0,1 1,-1 0,0 0,0 1,0 0,0 0,0 0,1 1,-1 0,1 1,-1-1,1 1,0 0,0 1,0 0,0 0,1 0,0 0,0 1,0 0,0 0,1 0,-1 1,1-1,1 1,-1 0,1 0,0 0,1 1,-2 1,4 14</inkml:trace>
  <inkml:trace contextRef="#ctx0" brushRef="#br0" timeOffset="67117.109">5361 4986,'25'-301,"-26"300,1 0,0 0,0 0,0 0,0 1,0-1,0 0,0 0,0 0,1 0,-1 0,0 0,0 0,1 0,-1 1,1-1,-1 0,1 0,-1 0,1 1,-1-1,1 0,0 1,-1-1,1 1,0-1,0 0,-1 1,1-1,0 1,0 0,0-1,0 1,-1 0,1 0,0-1,0 1,0 0,0 0,0 0,0 0,0 0,0 0,0 0,0 0,-1 1,1-1,0 0,0 0,0 1,0-1,0 1,-1-1,1 1,0-1,0 1,-1-1,1 1,0 0,-1-1,1 1,-1 0,1 0,0 0,156 57,-154-57,0-1,-1 1,1 0,-1 0,1 0,-1 0,1 1,-1-1,0 1,1-1,-1 1,0 0,0 0,0 0,-1 0,1 0,0 0,-1 0,1 1,-1-1,0 1,0-1,0 1,0-1,0 1,-1-1,1 1,-1 0,1-1,-1 1,0 0,0 0,-1 1,-1 13,1-12,-1-1,1 0,0 1,1-1,-1 1,1-1,0 1,0 0,0-1,1 1,-1-1,1 1,0-1,1 0,-1 1,1-1,-1 0,1 0,1 0,-1 0,0 0,1-1,0 1,0-1,0 1,3 2,3-1,1-1,-1 0,1 0,0-1,0 0,0 0,0-1,0-1,0 0,1 0,-1-1,0 0,1 0,-1-2,0 1,0-1,0-1,0 0,0 0,3-2,-5 1,-1 0,1-1,-1 0,-1 0,1-1,-1 0,0 0,0 0,0-1,-1 1,0-1,0-1,-1 1,0-1,-1 0,1 1,-1-2,0-2,1 30,-5-13,0 0,1 0,0 0,0 0,0-1,1 1,0 0,0 0,0-1,1 1,0 0,0-1,0 0,1 1,0-1,0 0,0 0,1-1,-1 1,1-1,0 1,1-1,-1-1,1 1,-1 0,1-1,0 0,1 0,-1-1,2 1,13 3</inkml:trace>
  <inkml:trace contextRef="#ctx0" brushRef="#br0" timeOffset="67384.941">6057 4465,'-9'11,"1"9,9 5,5-2</inkml:trace>
  <inkml:trace contextRef="#ctx0" brushRef="#br0" timeOffset="67667.408">6244 4812,'11'3,"1"0,0-2,0 1,0-1,1-1,-1 0,0-1,0 0,0-1,0-1,-1 0,1 0,0-1,-1 0,0-1,0 0,-1-1,1 0,-1-1,0 0,-1-1,4-3,-13 10,1 1,0-1,0 0,0 0,-1 0,1 0,0 1,-1-1,1 0,-1 0,1 0,-1 0,0-1,1 1,-1 0,0 0,0 0,0 0,0 0,0 0,0 0,0 0,0-1,0 1,0 0,0 0,-1 0,1 0,0 0,-1 0,1 0,-1 0,0 0,1 0,-1 0,1 0,-1 1,0-1,0 0,0 0,0 1,1-1,-1 0,0 1,0-1,0 1,0-1,0 1,-1-1,-8-2,0 1,0 0,0 1,0-1,-1 2,1 0,0 0,0 1,-1 0,1 0,0 1,0 1,1 0,-1 0,0 1,1 0,0 1,0 0,0 0,1 1,-5 3,9-6,0 0,1 1,-1-1,1 0,0 1,0 0,0 0,0 0,1 0,0 0,-1 0,1 1,1-1,-1 1,1 0,0-1,0 1,0 0,1 0,-1-1,1 1,0 0,1 0,-1 0,1 0,0-1,0 1,1 0,-1-1,1 1,0-1,0 0,0 1,3 2,1-1,1 1,0-1,1 0,0 0,-1-1,2 0,-1 0,0-1,1 0,0 0,0-1,0-1,0 1,6 0,134 10,-104-13</inkml:trace>
  <inkml:trace contextRef="#ctx0" brushRef="#br0" timeOffset="67950.62">6846 4973,'0'0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7:45.7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82 250,'-75'824,"72"-798,0-17,3-21,19-317,-9-302,-10 631,0-11,2 21,7 44,-6-28,1-2,0 1,3 0,0-1,1 0,1-1,3 4,-10-24,-1 0,1 0,0 0,1 0,-1 0,0 0,1-1,0 1,-1-1,1 0,0 1,0-1,0-1,1 1,-1 0,0-1,1 0,-1 1,1-1,-1-1,1 1,0 0,-1-1,1 0,0 0,-1 0,1 0,-1-1,1 1,0-1,-1 0,1 0,-1 0,0-1,1 1,1-2,16-11,0 0,0-1,-2-2,0 0,-1 0,-1-2,0 0,-2-2,0 1,-1-2,-1 0,-2 0,0-1,0-2,33-82,-39 104,-6 17,-34 490,23-41,27-301,-14-159,-1 0,0 1,1-1,-1 0,1 0,0 1,0-1,0 0,1 0,-1 0,1 0,-1 0,1-1,0 1,0 0,0-1,1 0,-1 1,0-1,1 0,0 0,-1 0,1 0,0-1,0 1,0-1,0 0,0 0,1 0,-1 0,0 0,0-1,1 1,-1-1,0 0,3 0,28-11</inkml:trace>
  <inkml:trace contextRef="#ctx0" brushRef="#br0" timeOffset="389.967">751 678,'-2'6,"-11"34,2 0,1 1,3 0,-1 28,7-58,0 0,1-1,1 1,0-1,0 1,1-1,1 1,-1-1,2 0,-1 0,2 0,-1-1,1 1,0-1,1 0,0-1,1 1,0-1,0 0,7 5,-6-6,0-1,1 1,0-1,0-1,1 0,0 0,0-1,0 0,0 0,1-1,-1-1,1 0,-1 0,1-1,0 0,0-1,0 0,0-1,-1 0,1-1,0 0,-1-1,1 0,-1-1,0 0,0 0,-1-1,1 0,-1-1,0 0,7-6,-1-6,-1 0,-1-1,-1 0,-1-1,0-1,-2 1,0-2,-1 1,-1-1,-2 0,0 0,-1-1,-1 0,-1 0,-1 1,-1-1,-2 0,0 0,-1 0,-1 1,-2-3,3 4,-2 1,0 0,-1 0,-1 0,-1 1,0 0,-2 1,0 0,-1 0,-1 1,0 1,-1 0,-1 0,-1 1,0 1,-1 1,0 0,-15-8,24 18,0 0,1 0,-1 0,0 1,0 1,0-1,0 1,-1 0,1 1,0-1,0 1,0 1,-1 0,1 0,0 0,0 1,0 0,0 0,0 0,1 1,-1 0,1 1,0-1,-1 1,0 2,-7 6,1 0,1 1,0 1,0 0,2 1,0 0,0 0,2 1,0 0,0 1,2 0,0 0,1 0,1 1,0-1,1 1,1 0,1 0,1 0,0 0,1 0,1 0,2 4,22 55,9-13</inkml:trace>
  <inkml:trace contextRef="#ctx0" brushRef="#br0" timeOffset="826.649">1419 491,'-15'57,"2"0,3 2,3-1,2 1,3 22,1-71,0 1,1-1,1 0,-1 0,1 0,1 0,0 0,0 0,1 0,1 0,-1-1,2 0,-1 1,1-2,0 1,1 0,0-1,0 0,1-1,0 1,1-1,-1-1,1 1,1-1,-1-1,1 1,2 0,4-2,1 0,-1 0,1-2,-1 0,1-1,0 0,0-1,0-1,-1-1,1 0,0-1,-1-1,0 0,0-1,0 0,0-1,-1-1,0-1,-1 0,1 0,-2-2,1 1,-1-2,-1 1,1-2,-2 0,0 0,0 0,-1-1,-1-1,0 0,-1 0,2-5,-3-1,-1 0,-1 0,-1 0,-1 0,0-1,-1 1,-2-1,0 1,-1-1,-1 1,0 0,-2 0,-1 0,0 1,-1 0,-1 0,-1 1,-1-1,0 2,-2 0,0 0,0 1,-2 0,0 2,0-1,-1 2,-1 0,-1 0,0 2,-5-3,15 10,-1-1,0 1,0 1,0-1,-1 1,1 1,-1 0,0 0,0 1,0 0,1 0,-1 1,0 0,0 0,0 1,0 1,0-1,1 1,-1 1,1 0,-1 0,1 0,0 1,0 0,1 1,-1 0,-3 3,3 1,-1 0,1 0,1 1,0 0,0 0,1 1,0-1,1 2,1-1,-1 0,2 1,-1 0,2 0,0 0,0 0,1 0,0 1,1-1,1 0,0 0,2 10,12 38</inkml:trace>
  <inkml:trace contextRef="#ctx0" brushRef="#br0" timeOffset="1487.417">2234 357,'-5'703,"-3"-605,2-82,1-40,0-134,6 0,8-18,-4 104,3 0,3 0,3 0,11-25,-24 90,0-1,1 1,0-1,0 1,1 0,0 0,0 0,1 1,0-1,0 1,0-1,1 2,0-1,0 0,1 1,-1 0,1 0,0 0,1 1,-1 0,1 0,-1 1,1 0,0 0,1 1,-1-1,0 1,1 1,-1 0,1 0,10 4,0 2,0 0,-1 1,0 1,0 1,-1 0,0 1,0 1,-1 0,0 1,-1 1,0 0,-1 1,6 7,57 79,-73-95,-1 1,0 0,0 0,0 0,0 0,-1 0,0 0,0 1,0-1,-1 0,0 1,0-1,0 0,-1 1,0-1,0 0,0 0,0 0,-1 0,0 0,0 0,-1 1,-7 6,-1 0,0 0,-1-1,0-1,-1 0,-1 0,1-2,-1 1,-1-2,1 0,-1-1,0 0,-1-1,1-1,-1 0,0-1,-6-1,-131 12,144-14,8-1,-1 1,1-1,0 1,0-1,-1 1,1 0,0 0,-1 0,1 0,0 0,-1 0,1 0,0 0,-1 0,1 1,0-1,0 0,-1 1,1-1,0 1,0 0,0-1,-1 1,1 0,0 0,0-1,0 1,0 0,1 0,-1 0,0 0,0 0,1 1,-1-1,0 0,1 0,-1 0,1 1,-1-1,2 10,1-1,-1 0,2 1,-1-1,2 0,-1 0,1 0,4 6,3 9,2 10,3-1,1-1,1-1,2 0,1-1,12 13,-24-34,0 1,1-1,0 0,1-1,0 0,0-1,1-1,0 1,1-2,-1 0,1 0,0-1,1-1,-1 0,1-1,0 0,-1-1,12 0,-11-3,0 0,0-1,0 0,-1-2,1 1,-1-2,0 0,0 0,0-1,0-1,-1 0,0-1,-1 0,0-1,0 0,-1 0,0-2,7-8,25-34</inkml:trace>
  <inkml:trace contextRef="#ctx0" brushRef="#br0" timeOffset="1762.678">3050 317,'-8'38,"12"290,-10-9,5-312,0 0,1-1,0 1,0 0,0 0,1-1,-1 1,2 0,-1-1,1 1,0-1,0 0,1 1,0-1,0 0,0 0,1-1,0 1,0-1,0 0,1 0,0 0,0 0,0-1,0 0,1 0,3 2,7-3,1 0,-1-1,0 0,0-1,1-1,-1-1,0-1,1 0,-1 0,0-2,0 0,-1-1,1-1,-1 0,-1-1,1 0,-1-1,6-5,-6 4,1-1,-2 0,0-1,0-1,-1 0,0 0,-1-1,-1-1,5-7,6-15</inkml:trace>
  <inkml:trace contextRef="#ctx0" brushRef="#br0" timeOffset="2017.514">2943 772,'14'-3,"18"1,21-6,21-3,15-4,6-2,-3-2,-13-1,-21-1,-19 3</inkml:trace>
  <inkml:trace contextRef="#ctx0" brushRef="#br0" timeOffset="2263.016">2983 250,'7'-18,"11"-11,19-4,25-4,25-1,21 3,8 2,-17 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8:03.9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68,'38'-5,"222"4,188-28,38-2,-295 30,48 11,-177-11,-72-5,-132 17,-406-6,-49 16,175-8,361-1,51-7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8:53.1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134 173,'0'-5,"0"8,0 15,0 19,0 21,-2 18,-3 12,-4 4,-1 1,-2-2,1-8,2-12,4-20</inkml:trace>
  <inkml:trace contextRef="#ctx0" brushRef="#br0" timeOffset="859.433">628 748,'-4'-4,"0"0,-1 1,0 0,0 0,0 0,0 0,0 1,0 0,-1 0,1 0,-1 1,1 0,-1 0,0 0,1 1,-1-1,0 1,0 1,1-1,-1 1,0 0,1 1,-1-1,1 1,-1 0,1 0,0 1,0-1,0 1,0 0,1 1,-1 0,-1 0,1 1,0 0,0 0,0 0,1 1,0 0,0 0,0 0,1 0,-1 0,2 1,-1-1,1 1,0 0,0 0,1 0,0 0,0 0,1 0,0 0,0 0,0 0,1 3,0-8,0 0,1 1,-1-1,0 0,1 0,-1 0,1 1,-1-2,1 1,0 0,0 0,0 0,0-1,0 1,0-1,1 0,-1 0,0 0,1 0,-1 0,1 0,-1 0,1-1,-1 0,1 1,0-1,-1 0,1 0,-1 0,1 0,-1-1,1 1,0-1,-1 0,1 0,6-1,0-1,-1 0,1 0,-1-1,0 0,0-1,0 0,0 0,2-3,4-6,0 0,-1-1,-1 0,-1-1,0 0,-1-1,-1 0,0-1,-1 0,-1 0,-1 0,4-18,2-20,-3 1,-2-2,0-45,-7-72,-8 144,7 30,1 0,0-1,-1 1,1-1,0 1,-1 0,1-1,0 1,-1 0,1-1,-1 1,1 0,-1 0,1 0,0-1,-1 1,1 0,-1 0,1 0,-1 0,1 0,-1 0,1 0,-1 0,1 0,-1 0,1 0,-1 0,1 0,-1 0,1 0,-1 0,1 1,-1-1,1 0,-1 0,1 1,0-1,-1 0,1 1,-1-1,1 0,0 1,-1-1,1 0,0 1,0-1,-1 1,1-1,0 1,0-1,0 1,-1-1,1 1,0-1,0 1,0-1,-11 18,1 1,1 0,1 1,0 0,1 0,1 3,2-10,-10 34,1 1,3 1,2 0,3 0,1 0,2 1,4 19,-2-60,0 0,0 1,1-1,0 0,1 0,0 1,0-1,1-1,0 1,1 0,0-1,0 0,0 0,1 0,1 0,0-1,-1 0,2 0,-1 0,1-1,0 0,1 0,-1-1,1 0,0 0,1-1,4 2,-3-4,0 0,0-1,0 0,0-1,0 0,0-1,0 0,0 0,0-1,0 0,0-1,-1 0,1-1,-1 0,0 0,0-1,0 0,-1-1,0 0,0 0,0-1,-1 0,0 0,0 0,-1-1,0 0,0-1,-1 1,0-1,0 0,-1 0,0-1,-1 1,0-1,-1 0,2-7,-2 6,0 1,0-1,-1 0,0 1,-1-1,0 0,-1 0,-1-6,2 16,-1 0,1-1,0 1,0 0,-1 0,1 0,-1 0,1 0,-1 0,0 0,1 0,-1 0,0 0,0 0,0 1,1-1,-1 0,0 1,0-1,0 0,0 1,0-1,0 1,0-1,-1 1,1 0,0-1,0 1,0 0,0 0,0 0,-1 0,1 0,0 0,0 0,0 0,0 0,0 1,-1-1,1 0,0 1,0-1,0 1,0-1,0 1,0 0,0-1,0 1,1 0,-1 0,0 0,0-1,0 1,1 0,-1 0,0 0,1 0,-1 0,1 0,0 0,-1 0,1 1,-1-1,-3 6,-1-1,1 1,0 0,0 0,0 1,1-1,0 1,1 0,0 0,0-1,1 1,0 1,0-1,1 0,0 0,0 0,1 0,0 0,0 0,1 0,0 0,1 0,0-1,0 1,0-1,1 0,0 0,0 0,1 0,0-1,0 1,1-1,-1-1,1 1,1-1,2 2,36 11,0-6</inkml:trace>
  <inkml:trace contextRef="#ctx0" brushRef="#br0" timeOffset="1670.357">1364 667,'-3'11,"1"1,0-1,1 1,0 0,1-1,0 1,1 0,0 0,1-1,1 1,-1-1,2 0,-1 0,2 0,0 0,0-1,0 1,1-1,1 0,-5-8,1 1,0-1,-1 0,1 0,0 0,0 0,0 0,0 0,0-1,1 1,-1-1,0 0,1 0,-1-1,1 1,-1 0,1-1,-1 0,1 0,-1 0,1 0,-1-1,1 0,-1 1,0-1,1 0,-1 0,0-1,0 1,1-1,-1 0,0 0,0 0,-1 0,1 0,0 0,-1-1,0 0,1 1,1-3,7-9,0 0,-1 0,-1-1,0 0,-1-1,-1 0,0 0,0-3,11-23,-18 72,-2-15,1 0,1-1,0 1,1 0,1 0,0-1,4 14,-5-23,1 0,0 0,0 0,0 0,1 0,-1 0,1-1,0 1,1-1,-1 0,1 0,-1 0,1 0,1-1,-1 1,0-1,1 0,0-1,-1 1,1-1,0 0,0 0,2 0,3-1,-1 0,1-1,0-1,0 1,-1-1,1-1,0 0,-1 0,1-1,-1-1,0 1,0-1,-1-1,1 1,-1-2,0 1,0-1,0 0,-1-1,0 1,0-2,-1 1,0-1,0 0,-1 0,0 0,0-1,-1 0,1-4,10-26,-2-2,-2 1,-2-1,-2-1,-1 0,-2 0,-2 0,-2 0,-3-5,4-1,-2-1,-2 1,-3 0,-2 0,-4-11,-15 6,27 53,-1 0,0 0,1-1,-1 1,1 0,-1 0,0 0,0 0,1 0,-1 0,0 0,1 0,-1 0,0 0,1 0,-1 0,0 0,1 1,-1-1,0 0,1 0,-1 1,1-1,-1 0,1 1,-1-1,1 1,-1-1,1 1,-1-1,1 1,-1-1,1 1,0-1,-1 1,1 0,0-1,-1 1,1 0,0-1,0 1,0-1,0 1,-1 0,1 0,0-1,0 1,-5 22,0 1,1 0,1 0,2 0,0 0,2 0,0 0,2 4,-2-12,58 481,-29-351,-29-143,0 0,1-1,-1 1,0-1,1 1,-1-1,1 1,0-1,0 0,0 0,0 0,0 0,1 0,-1 0,0 0,1-1,-1 1,1-1,0 0,-1 0,1 0,0 0,0 0,0-1,0 1,0-1,-1 0,1 0,0 0,0 0,0 0,0-1,0 1,0-1,0 0,-1 0,2 0,13-8,0 0,-1-1,0-1,-1 0,0-1,-1-1,-1 0,0-1,0 0,-1-1,-1-1,-1 0,0 0,-1-1,5-13,-3 10,-27 115,16-88,0-1,0 1,0-1,1 1,0-1,0 1,0-1,1 0,0 0,0 1,1-1,0 0,0-1,0 1,1-1,0 1,0-1,0 0,0 0,1-1,0 0,0 1,0-1,1-1,-1 1,1-1,0 0,0 0,2 0,38 12,-2-6</inkml:trace>
  <inkml:trace contextRef="#ctx0" brushRef="#br0" timeOffset="1850.869">2433 506,'-18'-4,"-13"-4,-3-1,-1 2,4-1,4 1,8 2</inkml:trace>
  <inkml:trace contextRef="#ctx0" brushRef="#br0" timeOffset="2021.414">1725 280,'22'-12,"29"-5,28-1,25 4,19 3,-13 4</inkml:trace>
  <inkml:trace contextRef="#ctx0" brushRef="#br0" timeOffset="2380.591">2727 547,'17'-1,"0"0,0-1,0-1,-1-1,1 0,-1-1,0-1,0 0,-1-1,1-1,-2 0,1-2,-1 1,-1-1,0-1,0-1,-1 0,0 0,-1-1,-1 0,0-1,-1-1,0 1,-1-1,-1-1,0 1,-1-1,-1-1,1-6,-2 10,0 0,-1-1,0 1,-1-1,-1 1,0-1,-1 0,0 0,-1 1,-1-1,0 0,-1 1,0-1,-1 1,-5-10,8 22,1 0,0 0,-1 0,1 0,-1 0,1 0,-1 0,1 0,-1 0,0 1,0-1,1 0,-1 0,0 1,0-1,0 1,0-1,0 1,0-1,1 1,-1-1,0 1,0 0,-1-1,1 1,0 0,0 0,0 0,0 0,0 0,0 0,0 0,0 0,0 0,0 1,0-1,0 0,0 1,0-1,0 1,0 0,-29 38,15 1,1 1,2 1,2 0,2 1,2 0,0 21,-10 171,12 147,5-206,-1-129,-1 1,-3 0,-2-1,-1 0,-9 24,1-26</inkml:trace>
  <inkml:trace contextRef="#ctx0" brushRef="#br0" timeOffset="2709.421">2714 1068,'1'-6,"-1"0,1 0,1 1,-1-1,1 0,0 1,0-1,1 1,-1 0,1-1,1 1,-1 1,1-1,-1 0,1 1,0 0,1 0,1-1,90-59,143-29,-218 82,-20 10,1 0,-1 0,0 0,0 0,1 0,-1 0,1 0,-1 1,1-1,-1 1,1-1,-1 1,1-1,-1 1,1 0,0 0,-1 0,1-1,0 2,-1-1,1 0,-1 0,1 0,0 1,-1-1,1 1,-1 0,1-1,-1 1,0 0,1 0,-1 0,1 0,-1 0,0 0,1 1,4 5,-1 1,-1 0,1 0,-1 0,0 1,-1 0,0-1,-1 1,0 0,1 2,29 74,-22-72</inkml:trace>
  <inkml:trace contextRef="#ctx0" brushRef="#br0" timeOffset="2891.715">3249 506,'7'0,"11"5,12 6,0 0</inkml:trace>
  <inkml:trace contextRef="#ctx0" brushRef="#br0" timeOffset="4121.519">3690 680,'-9'-1,"0"0,0 1,-1 0,1 1,0 0,0 0,0 1,0 0,0 0,0 1,0 0,1 1,0 0,-1 1,2-1,-1 1,0 1,1-1,0 1,0 1,1-1,0 1,0 0,0 1,1 0,0-1,1 1,-2 5,4-9,0-1,1 1,0 0,0 0,0 0,0 0,0 0,1 0,0 0,0 1,0-1,0 0,1 0,0 0,0 0,0 0,0 0,0 0,1 0,-1-1,1 1,0-1,1 1,-1-1,0 1,1-1,0 0,0 0,0 0,0-1,0 1,1-1,-1 0,1 0,-1 0,2 0,16 7,1-1,0-1,0-1,1-1,0-1,0-1,0-1,0-2,0 0,0-1,8-2,-4 2,-1-1,0-1,0-1,0-2,-1 0,0-2,0 0,0-2,-1-1,-1-1,0-1,0-1,-17 9,0 0,0-1,-1 1,0-1,0-1,-1 1,1 0,-1-1,0 0,-1 0,1-1,-3 5,0 0,0 1,-1-1,1 0,-1 0,1 0,-1 1,0-1,0 0,0 0,0 0,0 1,-1-1,1 0,-1 0,0 0,0 1,0-1,0 1,0-1,-1 1,1-1,-1 1,0 0,0-1,1 1,-1 0,0 0,-1 1,1-1,-1 0,-1-1,0 0,-1 0,1 0,-1 1,1 0,-1 0,0 0,0 1,0-1,0 1,-1 0,1 1,0-1,0 1,0 0,-1 0,1 1,0 0,0 0,0 0,0 0,0 1,0 0,0 0,0 0,1 0,-1 1,1 0,0 0,-1 0,1 0,1 1,-1 0,0 0,1 0,0 0,0 0,0 1,1-1,-1 1,1 0,-1 3,1-5,1 1,-1-1,1 0,0 1,0-1,0 1,0-1,1 1,-1 0,1-1,0 1,0 0,0-1,1 1,-1 0,1-1,0 1,0-1,0 1,1-1,-1 0,1 1,0-1,-1 0,2 0,-1 0,0 0,0-1,1 1,0 0,-1-1,1 0,0 0,0 0,0 0,1 0,-1-1,4 2,2-2,-1-1,1 0,0 0,0-1,-1-1,1 1,0-1,-1-1,1 1,-1-1,0-1,0 0,0 0,-1 0,1-1,-1 0,0-1,-1 0,1 0,-1 0,0 0,0-1,-1 0,0-1,-1 1,1-1,-1 0,1-3,-5 11,1-1,-1 0,1 1,-1-1,1 1,-1-1,1 0,-1 1,0-1,0 0,1 0,-1 1,0-1,0 0,0 0,1 1,-1-1,0 0,0 0,0 1,0-1,-1 0,1 0,0 1,0-1,0 0,-1 0,1 1,0-1,-1 0,1 1,0-1,-1 0,1 1,-1-1,1 1,-1-1,1 1,-1-1,0 0,-2 6,0 0,1-1,-1 1,1 0,0 0,0 0,1 1,0-1,0 0,0 1,0-1,1 0,0 1,0-1,0 1,1-1,0 0,0 1,0-1,1 0,0 0,1 5,0-5,0 1,0-1,0 0,1 0,0 0,-1-1,2 1,-1-1,0 0,1 0,0 0,0-1,0 1,0-1,1-1,-1 1,1-1,0 0,-1 0,1 0,0-1,0 0,0 0,0-1,0 0,1 0,-1 0,0-1,0 1,0-1,0-1,-1 1,3-2,-3-3,0-1,-1 0,0 0,0 0,-1 0,1-1,-2 1,1-1,-1 0,0 0,-1 0,1 0,-2 0,1 0,-1 0,0 0,-1 0,-1-9,1 9,-11-144,12 151,0 0,0-1,0 1,0-1,0 1,0 0,1-1,-1 1,0 0,1 0,-1-1,1 1,-1 0,1 0,0-1,0 1,0 0,-1 0,1 0,0 0,0 0,0 0,0 1,1-1,-1 0,0 0,0 1,0-1,1 1,-1-1,0 1,1-1,-1 1,0 0,1 0,-1-1,0 1,1 0,-1 0,0 1,1-1,-1 0,65 14,-56-11,14 3,-1 0,0 2,-1 1,0 1,0 0,-1 2,0 0,4 5,-22-14,-1 1,1 0,-1-1,1 1,-1 0,0 0,-1 0,1 0,-1 1,1-1,-1 0,-1 1,1-1,-1 1,1-1,-1 1,0-1,-1 0,1 1,-1-1,0 1,0-1,0 0,-1 0,0 1,1-1,-2 0,1 0,0-1,-1 1,-1 1,-16 49,20-52,0 0,-1-1,1 1,0 0,0 0,0-1,0 1,1 0,-1-1,0 1,1 0,-1-1,1 1,0 0,-1-1,1 1,0-1,0 1,0-1,0 1,0-1,0 0,0 0,1 1,-1-1,0 0,1 0,-1 0,1 0,-1-1,1 1,-1 0,1-1,0 1,-1-1,1 1,0-1,1 1,69 1,-55-6,0 0,-1 0,0-2,0 0,-1-1,1 0,-2-1,1-1,-1 0,0-1,-1-1,0 0,-1-1,0 0,-1-1,0 0,-1 0,-1-1,0-1,0-1,-7 14,-1 1,0-1,1 1,-1-1,0 1,0-1,0 0,0 0,0 0,0 0,0 1,-1-1,1 0,-1 0,1-1,-1 1,0 0,0 0,0 0,0 0,0 0,0 0,-1 0,1 0,-1 0,1 0,-1 0,0 0,0 0,0 1,0-1,0 0,0 0,0 1,-1-1,1 1,-1-1,1 1,-1 0,1-1,-1 1,0 0,-1-1,-4 2,0 0,0 1,0 0,0 0,1 0,-1 1,0 0,1 0,-1 1,1 0,0 0,0 0,0 1,0 0,1 0,0 0,0 1,0 0,0 0,0 0,1 0,0 1,0 0,1 0,0-1,1-1,1 1,-1 0,1-1,-1 1,1 0,1 0,-1 0,1-1,-1 1,2 0,-1 0,0 0,1 0,0 0,0 0,0-1,1 1,0 0,0-1,0 1,0-1,1 0,-1 0,1 0,0 0,1 0,-1-1,0 1,1-1,0 0,0 0,0 0,1 0,19 11,1-1,0 0,1-2,0-1,1-1,0-2,0 0,1-2,0-1,18 0,39 4</inkml:trace>
  <inkml:trace contextRef="#ctx0" brushRef="#br0" timeOffset="4779.259">6337 132,'39'177,"15"158,-51-310,0 13,3 0,1 0,2-1,5 13,-13-48,-1 1,1 0,0 0,0-1,0 1,0 0,0-1,0 1,1-1,0 0,-1 1,1-1,0 0,0 0,0 0,0 0,0 0,1-1,-1 1,0-1,1 1,-1-1,1 0,0 0,-1 0,1 0,0 0,0-1,-1 1,1-1,1 0,8-4,0 0,-1-1,1 0,-1-1,0 0,-1-1,1 0,-1-1,-1 0,1 0,-2-1,1 0,1-3,-5 7,50-58,-57 66,0 0,0 1,0-1,0 1,1-1,0 1,0-1,0 1,0 0,0 0,1-1,-1 1,1 0,0 0,1 0,-1 0,0-1,1 1,0 0,0 0,0-1,1 1,-1-1,1 1,0-1,0 1,0-1,0 0,0 0,1 0,-1 0,1-1,0 1,0-1,1 1,27 15,1-5</inkml:trace>
  <inkml:trace contextRef="#ctx0" brushRef="#br0" timeOffset="5008.174">6858 560,'0'0</inkml:trace>
  <inkml:trace contextRef="#ctx0" brushRef="#br0" timeOffset="5176.261">6244 426,'18'-11,"22"-6,24-3,25 3,19 6,13 7,-15 4</inkml:trace>
  <inkml:trace contextRef="#ctx0" brushRef="#br0" timeOffset="5547.776">7246 654,'0'667,"-4"-586,18-115,0-24,-3 1,-2-2,-3 1,-2-1,-3 0,-2 0,-3 1,-4-12,-6-25,14 96,1-1,0 1,-1-1,1 0,-1 1,1-1,0 1,-1-1,1 0,0 1,-1-1,1 0,0 0,0 0,-1 1,1-1,0 0,0 0,-1 0,1 0,0 0,0 0,-1-1,1 1,0 0,-1 0,1 0,0-1,0 1,-1 0,1-1,-1 1,1-1,0 1,-1-1,1 1,-1-1,1 1,-1-1,1 1,-1-1,1 0,-1 1,0-1,1 0,-1 1,0-1,0 0,1 1,-1-1,0 0,0 0,0 1,0-1,0 0,0 0,0 1,0-1,0 0,0 0,-1 0,182 136,-99-62,-80-72,-1 0,1 0,-1 1,1-1,-1 0,0 0,0 1,1-1,-1 1,0-1,0 1,-1-1,1 1,0 0,0 0,-1-1,1 1,-1 0,0 0,1 0,-1-1,0 1,0 0,0 0,0 0,0 0,-1-1,1 1,0 0,-1 0,0-1,1 1,-1 0,0 0,0-1,0 1,0-1,0 1,0-1,0 1,-1-1,1 0,0 0,-1 0,1 1,-1-1,1-1,-2 2,-12 4,0-1,0-1,-1 0,1-1,-1 0,0-2,0 0,-13-1,11 1,-128 2,84-4</inkml:trace>
  <inkml:trace contextRef="#ctx0" brushRef="#br0" timeOffset="6738.792">8797 787,'-4'-5,"1"1,-1-1,0 1,0 0,0 0,-1 0,0 0,1 1,-1 0,0 0,0 0,-1 1,1-1,-1 1,1 1,-1-1,0 1,1 0,-1 0,0 1,0-1,0 1,1 0,-1 1,0 0,0 0,0 0,1 0,-1 1,1 0,-1 0,1 1,0-1,0 1,0 0,0 1,0-1,1 1,-1 1,2-3,0 1,0 0,0 0,1 1,-1-1,1 1,0-1,0 1,0 0,0-1,1 1,-1 0,1 0,0 0,1 0,-1 1,1-1,-1 0,1 0,0 0,1 0,-1 1,1-1,0 0,0 0,0 0,0 0,1 0,0-1,-1 1,1 0,1-1,-1 1,0-1,1 0,0 0,0 0,0 0,0 0,0 0,1-1,-1 0,1 0,-1 0,1 0,4 1,-1-1,1 0,-1 0,1-1,0 0,-1-1,1 1,0-1,0-1,-1 0,1 0,0 0,-1-1,1 0,-1 0,0-1,0 0,0-1,0 1,0-1,-1-1,1 1,-1-1,0 0,-1 0,1-1,-1 0,0 0,0 0,-1 0,0-1,0 0,-1 0,1 0,1-6,5-65,-12 144,2-60,0 0,1 0,0 0,0 0,0-1,1 1,0-1,0 1,1-1,-1 0,1 1,0-1,1-1,-1 1,1 0,0-1,0 0,0 0,0 0,1 0,0-1,0 0,0 0,0 0,0 0,1-1,-1 0,1 0,-1 0,1-1,0 0,0 0,3 0,-1 0,0-1,1 0,-1-1,0 1,0-1,1-1,-1 0,0 0,0-1,-1 0,1 0,0 0,-1-1,0-1,0 1,0-1,-1 0,1 0,-1-1,0 0,-1 0,0-1,0 1,0-1,0 0,-1 0,-1-1,1 1,-1-1,0 0,-1 0,0 0,0 0,0-7,-3 22,0 0,0 0,1 0,0 0,0 0,0 0,1 0,0 0,1 0,-1 0,2 0,-1 0,0-1,1 1,1-1,-1 0,1 0,0 0,0 0,0-1,1 0,0 0,1 1,0-2,-1-1,1 1,0-1,1 0,-1-1,0 0,1 0,-1 0,1-1,0 1,0-2,-1 1,1-1,0 0,0 0,0-1,-1 0,1 0,0-1,-1 0,1 0,-1 0,0-1,0 0,0 0,0-1,0 1,-1-1,1-1,-1 1,0-1,0 0,0 0,0-2,0 0,0-1,-1 1,0-1,0 0,-1 0,0 0,-1-1,1 1,-1-1,-1 1,0-1,0 1,-1-5,-8 28,8-8,0 0,1 1,0-1,0 0,1 0,0 0,0 0,1 0,0-1,0 1,0-1,1 1,0-1,0-1,1 1,-1 0,1-1,0 0,1 0,-1-1,1 1,0-1,0 0,1-1,-1 1,1-1,0-1,-1 1,1-1,0 0,0-1,1 0,-1 0,0 0,0-1,1 0,-1-1,0 1,0-1,0-1,0 1,0-1,0-1,0 1,0-1,5-3,0-7,0 0,-2 0,1-1,-2-1,0 0,0 0,-2 0,0-1,0 0,-2-1,0 1,-1-1,0 0,-1-4,-1 15,14-68,-3 0,-4-1,-2 0,-4-63,-11 84,7 53,1 1,-1 0,1 0,-1-1,1 1,-1 0,1 0,-1 0,1 0,-1-1,1 1,-1 0,1 0,-1 0,1 0,-1 0,0 0,1 1,-1-1,1 0,-1 0,1 0,-1 0,1 1,-1-1,1 0,-1 0,1 1,0-1,-1 0,1 1,-1-1,1 0,0 1,-1-1,1 1,0-1,-1 1,1-1,0 1,0-1,-1 1,1-1,0 1,0-1,0 1,0-1,0 1,0-1,-7 16,1 0,1 1,0-1,2 1,0-1,0 1,2 0,0 1,1-1,2 17,2 1,1 0,2-1,2 0,1 0,2 0,1-2,1 1,2-2,1 0,2-1,0 0,3-2,0-1,14 13,22 13,-42-44</inkml:trace>
  <inkml:trace contextRef="#ctx0" brushRef="#br0" timeOffset="7008.102">9519 426,'18'-2,"25"-1,24 0,25 6,16 6,9 6,-3 8,-20-1</inkml:trace>
  <inkml:trace contextRef="#ctx0" brushRef="#br0" timeOffset="8262.754">10254 774,'-3'5,"1"-1,0 1,1 0,-1 0,1 0,0 0,0 0,1 0,-1 0,1 1,0-1,1 0,-1 0,1 0,0 0,0 0,1 0,-1 0,1 0,0 0,0-1,1 1,0-1,-1 1,1-1,1 0,-1 0,1-1,-1 1,1-1,0 1,0-1,1 0,2 1,-4-2,0 0,1 0,-1 0,0 0,1 0,-1-1,1 0,-1 0,1 0,0 0,0 0,-1-1,1 1,0-1,0 0,-1-1,1 1,0 0,0-1,-1 0,1 0,0 0,-1 0,1-1,-1 0,0 1,1-1,-1 0,0 0,0-1,0 1,-1-1,1 0,0 1,-1-1,0 0,0 0,0-1,0 1,0 0,0-1,-1 1,0-1,1 0,-1-5,-1 1,0 0,0 0,0-1,-1 1,0 0,-1 0,0 0,0 0,-1 0,1 0,-2 1,1-1,-1 1,-1 0,1 0,-1 0,-5-5,2 2,-1 1,0-1,-1 1,1 1,-2 0,1 0,-1 1,-1 0,1 1,-1 0,-7-2,9 4,25 7,223 54,-234-56,-1 0,0 0,1 0,-1 0,0 1,0-1,0 1,0 0,0 0,0 0,-1 0,1 0,0 1,-1-1,0 1,0-1,0 1,0 0,0 0,0 0,-1 0,1 0,-1 1,0-1,0 0,0 0,-1 1,1-1,-1 1,0 0,-2 22,1-24,1 0,-1 0,0 0,1 0,-1 0,1 1,-1-1,1 0,0 0,0 1,0-1,1 0,-1 0,0 0,1 1,-1-1,1 0,0 0,0 0,0 0,0 0,0 0,0 0,0 0,1 0,-1-1,1 1,-1-1,1 1,0-1,0 1,-1-1,1 0,0 0,0 0,2 1,2-1,1-1,-1 1,0-1,1 0,-1-1,0 0,0 0,0 0,0-1,0 1,0-2,0 1,0 0,-1-1,1 0,-1-1,0 1,0-1,0 0,0 0,-1-1,1 1,-1-1,0 0,-1 0,1 0,-1-1,0 1,0-1,-1 0,0 0,0 0,0 0,-1 0,0 0,0 0,0-3,-1 9,0 0,0 1,0-1,-1 0,1 0,0 0,0 0,0 0,0 0,0 1,-1-1,1 0,0 0,0 0,0 0,0 0,-1 0,1 0,0 0,0 0,0 0,0 0,-1 0,1 0,0 0,0 0,0 0,-1 0,1 0,0 0,0 0,0 0,-1 0,-4 23,7 87,-2-108,0-1,1 1,-1-1,1 1,0-1,-1 1,1-1,0 0,0 1,0-1,0 0,0 0,0 0,0 0,0 0,0 0,0 0,1 0,-1 0,0 0,1-1,-1 1,1-1,-1 1,1-1,-1 1,1-1,-1 0,1 0,-1 1,1-1,-1 0,1-1,-1 1,1 0,-1 0,1-1,-1 1,1-1,-1 1,1-1,-1 1,1-1,58-37,-54 32,0 0,0 0,0-1,-1 1,1-1,-2 0,1-1,-1 1,0-1,-1 0,0 0,0 0,0 0,-1 0,-1-1,1 1,-1-1,-1-2,0 11,0 0,-1-1,1 1,0 0,-1 0,1 0,0 0,-1-1,1 1,-1 0,1 0,0 0,-1 0,1 0,-1 0,1 0,0 0,-1 0,1 0,-1 0,1 1,0-1,-1 0,1 0,0 0,-1 0,1 1,0-1,-1 0,1 0,0 1,-1-1,1 0,0 0,0 1,-1-1,1 0,0 1,0-1,0 0,-1 1,1-1,0 0,0 1,0-1,0 1,0-1,0 0,0 1,0-1,0 1,0-1,0 0,0 1,0-1,0 1,0-1,0 0,0 1,1-1,-1 0,0 1,0-1,0 4,-1-1,1 1,0-1,0 1,1-1,-1 1,1-1,-1 1,1-1,0 0,0 1,1-1,-1 0,1 0,-1 0,1 0,0 0,0 0,1 0,-1-1,0 1,1-1,0 1,-1-1,4 1,81 37,-55-34,1-1,-1-1,1-2,-1-1,1-2,26-4,-56 5,0 0,0 0,0 0,0 0,0 0,0-1,-1 0,1 1,0-1,0 0,-1 0,1 0,0-1,-1 1,1-1,-1 1,0-1,1 0,-1 0,0 0,0 0,0 0,-1 0,1-1,0 1,-1 0,1-1,-1 0,0 1,0-1,0 0,0 0,-1 1,1-1,-1 0,1 0,-1 0,0 0,0 0,0 1,-1-1,1 0,-1 0,0 0,0-1,-2-1,1 0,-1 0,-1 1,1 0,-1-1,0 1,0 0,0 1,0-1,-1 1,1 0,-1 0,0 0,0 0,0 1,0 0,0 0,-2 0,4 1,0 1,1-1,-1 0,0 1,1 0,-1 0,0 0,0 0,0 0,1 0,-1 1,0-1,1 1,-1 0,0 0,1 0,-1 0,1 0,-1 1,1-1,0 1,0-1,-1 1,1 0,0 0,1 0,-1 0,0 0,0 0,1 1,0-1,-1 1,1-1,0 1,0-1,-1 4,1-2,0 0,0 1,0-1,0 1,1-1,0 1,0-1,0 1,0-1,1 1,-1-1,1 1,0-1,1 1,-1-1,1 0,0 0,0 0,0 0,0 0,1 0,0 0,0-1,0 1,0-1,0 0,1 0,-1 0,1-1,0 1,0-1,0 0,0 0,0 0,0 0,1-1,-1 0,0 0,1 0,-1 0,1-1,-1 0,1 0,0 0,-1 0,3-1,8-3,-14 3,0 0,1 1,-1-1,0 0,1 1,-1 0,1-1,-1 1,0 0,1-1,-1 1,1 0,-1 0,1 0,-1 0,1 1,-1-1,1 0,-1 1,1-1,-1 1,0-1,1 1,-1-1,0 1,0 0,1 0,-1 0,0 0,1 0,-1 3,1-1,0 0,0 0,0 0,1 0,-1 0,1 0,-1-1,1 1,0-1,0 1,0-1,0 0,0-1,1 1,-1 0,1-1,-1 0,1 0,-1 0,1 0,0 0,-1-1,1 0,0 1,0-2,1 1,1-3,0 0,-1-1,1 0,-1 0,0 0,0-1,-1 0,1 0,-1 0,0 0,0-1,-1 1,0-1,0 0,0 0,0 0,-1 0,0-1,-1 1,1-1,-1 1,0-3,-1 9,24-110,-4 0,-6-1,-4-3,-4 51,11-141,-17 177,-1 27,1-1,0 1,-1 0,1 0,0-1,-1 1,1 0,0 0,-1 0,1 0,0-1,-1 1,1 0,-1 0,1 0,0 0,-1 0,1 0,-1 0,1 0,0 0,-1 0,1 0,-1 1,1-1,0 0,-1 0,1 0,0 0,-1 1,1-1,-1 0,1 0,0 1,0-1,-1 0,1 0,0 1,0-1,-1 0,1 1,0-1,0 0,0 1,-1-1,1 1,0-1,0 0,0 1,0-1,0 1,0-1,0 0,0 1,0-1,0 1,0-1,0 0,0 1,0-1,0 1,0-1,1 0,-1 1,-12 30,2 0,2 1,0 0,3 0,0 1,1 19,1-10,2 1,3-1,0 1,3-1,2 1,1-1,2-1,3 0,0-1,3 0,1-1,2-1,2 0,4 3,18 12,-31-48,-4-9</inkml:trace>
  <inkml:trace contextRef="#ctx0" brushRef="#br0" timeOffset="8526.083">11511 426,'22'0,"27"3,24 4,19 7,9 4,-12 1</inkml:trace>
  <inkml:trace contextRef="#ctx0" brushRef="#br0" timeOffset="9927.55">1 1656,'606'-16,"-285"-10,474-28,570 26,-1031 20,1474-21,-73 67,-505 64,-939-75,1787 196,-1111-72,-958-149,26 6,1-3,-1 0,1-3,2-1,-21-3,-5-1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03.9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27,'-2'0,"4"2,8 1,11 0,17-1,16-2,19-5,16-2,10-1,1-1,-16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10.0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1 536,'19'-11,"0"-1,0-1,-1 0,-1-1,0-1,-1-1,-1-1,0 0,-1 0,-1-2,-1 0,0 0,-2-1,0 0,-1-1,-1 0,-1 0,-1-1,-1 0,0-11,-6-54,1 83,-1 1,1-1,-1 1,0 0,0-1,-1 1,1 0,-1 0,1 0,-1 0,0 0,0 0,0 0,-1 1,1-1,-1 1,1 0,-1-1,0 1,0 0,0 1,0-1,-2 0,2 2,0 0,1 0,-1 1,0-1,1 1,-1 0,1 0,-1 0,1 0,-1 0,1 0,-1 1,1-1,0 1,0 0,0-1,0 1,0 0,0 0,1 1,-1-1,1 0,-1 0,1 1,0-1,0 1,0-1,0 1,0 0,0-1,1 1,0 0,-1-1,1 1,0 0,0 1,-4 32,2 0,1 0,2 0,1 1,2-1,1 0,2-1,2 2,-1 2,1-1,2 0,2-1,1 0,12 22,-24-55,0 1,1-1,-1 1,1-1,0 0,0 0,0 0,1-1,-1 1,1-1,0 0,0 0,0 0,0 0,0-1,1 1,-1-1,1 0,0-1,-1 1,1-1,0 0,0 0,0 0,0-1,0 0,0 0,0 0,0-1,0 1,0-1,0 0,-1-1,1 1,0-1,7-4,0-1,-1 0,0 0,0-2,-1 1,0-1,0 0,-1-1,-1 0,1-1,-2 0,1 0,-2-1,1 1,-2-2,1 1,-2 0,0-1,0 0,-1 0,1-8,-4-4,0 25,0 1,-1-1,1 0,0 0,0 1,0-1,0 0,0 0,-1 1,1-1,0 0,0 0,-1 0,1 1,0-1,0 0,0 0,-1 0,1 0,0 0,-1 0,1 0,0 1,0-1,-1 0,1 0,0 0,-1 0,1 0,0 0,0 0,-1 0,1-1,0 1,0 0,-1 0,1 0,0 0,-1 0,1 0,0 0,0-1,0 1,-1 0,1 0,0 0,0-1,0 1,-1 0,1 0,0 0,0-1,0 1,0 0,0 0,-1-1,1 1,0 0,0-1,0 1,0 0,0 0,0-1,0 1,0 0,0-1,0 1,-4 6,1 0,-1 0,1 1,0-1,1 1,-1 0,1 0,1 0,-1 0,1 0,0 0,1 0,0 0,0 0,1 1,-1-1,2 0,-1 0,1 0,0 0,0-1,1 1,0 0,0-1,0 0,1 0,0 0,0 0,1 0,0-1,5 5,13 8</inkml:trace>
  <inkml:trace contextRef="#ctx0" brushRef="#br0" timeOffset="274.262">522 81,'16'7,"17"7,16 5,11 7,-5-1</inkml:trace>
  <inkml:trace contextRef="#ctx0" brushRef="#br0" timeOffset="647.319">936 563,'5'8,"-1"-1,1 1,0-2,1 1,0 0,0-1,0 0,0-1,1 1,0-1,0 0,1-1,0 0,-1 0,1-1,0 0,1 0,-1-1,0 0,1 0,-1-1,1 0,0 0,-1-1,1-1,3 0,-5-2,0 0,0-1,0 0,0-1,-1 0,0 0,0 0,0 0,0-1,-1 0,0 0,-1-1,1 0,-1 1,0-1,-1-1,0 1,0 0,0-1,-1 1,0-1,-1 0,1 0,-2 0,1-2,-1 17,0 1,0-1,1 1,0 0,1-1,-1 0,2 1,-1-1,1 0,0 0,0 0,1 0,0-1,0 1,0-1,1 0,3 2,1-4,2-1,-1 0,0 0,0-1,1-1,0 0,-1 0,1-1,-1 0,1-1,-1 0,9-3,-13 4,0 0,0-1,0 0,0-1,0 1,-1-1,1 0,0 0,-1-1,0 0,0 0,1 0,-2 0,1-1,0 0,-1 0,0 0,0-1,0 1,0-1,-1 0,1 0,-1 0,-1-1,1 1,-1-1,0 1,1-4,-1-19,-1 34,-2-2,2 6,-1-1,1 1,0-1,1 1,0-1,1 1,0-1,0 0,1 0,0-1,1 1,-1-1,2 0,-1 0,1 0,0-1,1 0,5 4,9 3</inkml:trace>
  <inkml:trace contextRef="#ctx0" brushRef="#br0" timeOffset="846.324">1619 148,'6'16,"15"10,3 0</inkml:trace>
  <inkml:trace contextRef="#ctx0" brushRef="#br0" timeOffset="1229.321">2127 563,'1'-5,"-1"-1,1 0,-1 0,0 0,-1 0,0 0,0 0,0 0,0 0,-1 0,0 0,0 1,-1-1,0 1,0 0,0 0,0 0,-1 0,0 0,0 1,0-1,0 1,-1 0,1 1,-1-1,0 1,-1 0,1 0,0 0,-1 1,1 0,-1 0,0 0,-4 0,4 3,1-1,-1 1,1 0,-1 0,1 1,0 0,-1 0,1 0,0 0,0 1,0 0,1 0,-1 0,1 1,0-1,0 1,0 0,0 0,0 1,1-1,0 1,0 0,0-1,1 1,0 1,0-1,0 0,0 2,0-3,1 1,0-1,0 0,0 0,0 1,1-1,-1 1,1-1,1 1,-1-1,0 0,1 1,0-1,0 0,0 1,1-1,0 0,-1 0,1 0,1 0,-1-1,0 1,1 0,0-1,0 0,0 1,0-1,0-1,1 1,0 0,-1-1,1 0,0 1,0-2,2 2,0-1,0 1,0-2,-1 1,1-1,0 0,0 0,0 0,0-1,0 0,1 0,-1-1,0 1,0-1,0-1,-1 1,1-1,0 0,0 0,-1-1,0 0,1 0,-1 0,0 0,0-1,-1 0,1 0,-1 0,0-1,0 1,0-1,29-80,-14 123,-7-22,0-2,0 0,2 0,0-1,0-1,1 0,1-1,0-1,0 0,1-1,0-1,1-1,0 0,0-2,0 0,3 0,33 10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08.7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54 224,'13'2,"19"1,19 0,17-1,11 0,3-3,-5-2,-16 1</inkml:trace>
  <inkml:trace contextRef="#ctx0" brushRef="#br0" timeOffset="257.84">0 398,'21'0,"22"-2,19-4,17-2,11-3,5-1,-2-3,-11-2,-18 3</inkml:trace>
  <inkml:trace contextRef="#ctx0" brushRef="#br0" timeOffset="450.325">522 10,'2'-2,"1"1,-1 0,1 0,0 0,0 0,-1 1,1-1,0 1,0-1,0 1,0 0,0 0,0 0,-1 0,1 1,0-1,2 2,2-1,34 5,-1 1,1 3,-2 1,1 2,-2 1,0 3,31 18,-56-28,-1 1,0 0,0 1,-1 0,-1 1,1 0,-2 1,9 11,-14-18,-1 1,0 0,-1 0,1 0,-1 0,0 0,0 1,-1-1,0 1,0-1,0 1,0-1,-1 1,0 0,0-1,-1 1,1-1,-1 1,-1-1,1 1,-1-1,1 1,-2-1,0 1,-7 12,-1-2,-1 1,-1-2,0 1,-1-2,-1 0,0-1,-1 0,-6 3,1 0,1 0,1 2,1 0,0 1,-6 9,11-7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07.3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107 180,'-43'186,"18"-95,-8 46,28-121,5-36,39-448,-39 459,1 0,-1 0,0 0,-1 0,1 1,-2-1,1 0,-1 1,-1-1,0-1,3 10,0 0,0 1,0-1,0 0,0 0,0 0,-1 1,1-1,0 0,0 0,0 0,0 0,0 1,0-1,-1 0,1 0,0 0,0 0,0 0,0 0,0 1,-1-1,1 0,0 0,0 0,0 0,-1 0,1 0,0 0,0 0,0 0,-1 0,1 0,0 0,0 0,0 0,-1 0,1 0,0 0,0 0,0 0,-1 0,1 0,0-1,0 1,0 0,0 0,-1 0,1 0,0 0,0 0,0-1,0 1,0 0,-1 0,1 0,0-1,1 5,0 0,0 0,1 0,-1 0,1 0,0-1,0 1,0 0,0-1,1 0,-1 0,1 0,0 0,0 0,0 0,0-1,0 1,1-1,-1 0,1 0,0 0,-1 0,1-1,0 0,2 1,11 3,0-1,0 0,1-2,0 0,-1 0,1-2,0 0,-1-1,1-1,-1-1,1 0,-1-1,0-1,0-1,-1 0,1-1,-1-1,-1 0,0-2,0 1,5-6,9-16,-47 59,8 1,0 0,2 1,2 1,1-1,1 1,1 0,2 24,-1-34,1 0,2 0,0 0,1-1,1 1,0 0,2-1,1 0,0 0,2 0,0-1,1 0,5 7,-12-22,1-1,-1 1,1 0,0-1,1 0,-1 0,0 0,1 0,0 0,-1-1,1 1,0-1,0 0,1 0,-1-1,0 1,1-1,-1 0,1 0,-1-1,1 1,-1-1,1 0,-1 0,1 0,-1-1,1 1,-1-1,1-1,-1 1,0 0,1-1,-1 0,0 0,0 0,1-1,1-3,1 0,-1 0,-1 0,1 0,-1-1,0 0,-1 0,1-1,-1 1,-1-1,0 0,0 0,0 0,-1 0,0 0,-1-1,1 1,-2-3,1 11,-1 0,0-1,1 1,-1 0,0 0,1-1,-1 1,0 0,0-1,1 1,-1 0,0-1,0 1,0 0,0-1,1 1,-1 0,0-1,0 1,0 0,0-1,0 1,0-1,0 1,0 0,0-1,0 1,0-1,0 1,0 0,0-1,-1 1,1 0,0-1,0 1,0-1,0 1,-1 0,1 0,0-1,0 1,-1 0,1-1,0 1,-1 0,1 0,0-1,-1 1,1 0,0 0,-1 0,1 0,0 0,-1-1,1 1,-1 0,1 0,0 0,-1 0,1 0,0 0,-1 0,1 0,-1 0,1 0,0 1,-1-1,0 3,0 0,0 0,0 0,1 0,-1 0,1 0,-1 0,1 1,0-1,1 0,-1 0,0 0,1 0,0 1,0-1,0 0,0 0,0 0,0-1,1 1,0 0,-1 0,1-1,0 1,0-1,0 0,1 1,-1-1,1 0,-1 0,1 0,-1-1,1 1,0-1,0 0,0 1,0-1,1 0,0 0,-1 1,1-1,0 0,0-1,0 1,0-1,0 1,0-1,0-1,0 1,0 0,0-1,0 0,0 0,0 0,0 0,0-1,-1 1,1-1,0 0,-1 0,0-1,1 1,-1-1,0 1,0-1,-1 0,1 0,0 0,1-3,-2 0,-1 1,1-1,-1 0,0 0,0 1,-1-1,1 0,-1 0,-1 0,1 0,-1 0,0 1,0-1,-1 0,0 1,0-1,0 1,0-1,-1 1,0 0,0 0,-1 0,1 1,-1-1,0 1,0 0,0 0,-1 0,0 0,1 1,-1 0,0 0,-1 0,1 1,0-1,-1 1,0 1,1-1,-1 1,0 0,2-1,-1 1,0 0,1 0,-1 0,0 1,0-1,1 1,-1 0,0 1,0-1,1 1,-1 0,0 0,1 0,-1 1,1 0,-1 0,1 0,0 0,0 1,0-1,0 1,0 0,1 0,-1 1,1-1,0 1,0-1,0 1,2-2,1 1,-1-1,1 0,0 0,0 0,0 0,0 0,0 0,0 1,0-1,1 0,-1 0,1 0,-1 0,1 0,0 0,0 0,0 0,0 0,0 0,1-1,-1 1,0 0,1-1,-1 1,1-1,0 0,-1 1,2-1,58 32,53-3,-57-21</inkml:trace>
  <inkml:trace contextRef="#ctx0" brushRef="#br0" timeOffset="264.292">1084 541,'-1'1,"0"1,1 0,-1-1,1 1,-1 0,1-1,0 1,0 0,0-1,0 1,0 0,0-1,0 1,1 0,-1 0,0-1,1 1,0-1,-1 1,1 0,0-1,0 1,0-1,0 0,0 1,0-1,0 0,0 0,0 1,1-1,-1 0,0 0,1 0,-1-1,1 1,0 0,-1 0,1-1,1 1,7 2,0 0,0 0,1-2,-1 1,1-1,-1 0,1-1,-1-1,1 1,-1-2,1 1,-1-2,0 1,1-1,-1-1,1-1,-6 1,0 0,-1 0,1-1,-1 0,-1 0,1 0,-1 0,1 0,-2-1,1 0,0 1,-1-1,0 0,-1 0,1 0,-1 0,0-1,-1 1,1 0,-1 0,-1-1,1 1,-1 0,0 0,0 0,-1 0,0 0,0 0,0 0,-1 0,0 1,0-1,0 1,-1 0,0 0,-2-3,3 5,0 1,0-1,0 1,0-1,-1 1,1 0,-1 0,1 1,-1-1,0 1,0-1,0 1,1 0,-1 1,0-1,0 1,0 0,0 0,0 0,0 0,0 1,0-1,0 1,0 0,0 0,0 1,1-1,-1 1,0 0,1 0,-1 0,1 0,0 1,0-1,0 1,0 0,0 0,1 0,-1 0,1 0,0 0,0 1,0-1,0 1,1 0,-1 0,-13 32,5-1</inkml:trace>
  <inkml:trace contextRef="#ctx0" brushRef="#br0" timeOffset="847.769">1551 581,'6'-42,"-2"0,-3 0,-1 0,-2 0,-1-1,-6-18,7 55,2 5,-1 1,1-1,-1 0,1 0,-1 0,1 1,-1-1,1 0,0 0,-1 0,1 0,0 0,0 0,0 0,0 0,0 0,0 0,0 0,0 0,0 0,0 0,0 1,1-1,-1 0,0 0,1 0,-1 0,1 0,-1 0,1 1,-1-1,1 0,-1 0,1 1,0-1,0 0,-1 1,1-1,0 0,87 39,99 46,-182-82,-1 1,0-1,1 1,-1 0,0 1,-1-1,1 0,-1 1,1 0,-1 0,0 0,-1 0,1 1,-1-1,0 1,0-1,0 1,0 0,-1 0,0-1,0 1,0 0,-1 0,0 0,1 1,-2-1,1 0,-1 3,-8 29,7-34,0 0,0 0,1 0,-1 0,1 0,0 1,0-1,0 0,1 1,-1-1,1 1,0-1,0 1,0-1,0 0,1 1,-1-1,1 1,0-1,0 0,0 1,0-1,1 0,-1 0,1 0,0 0,0 0,0 0,0 0,0-1,1 1,-1-1,1 0,-1 0,4 2,7-1,0 0,0-1,0-1,1 0,-1 0,0-1,1-1,-1-1,0 0,0 0,0-1,0-1,0 0,-1-1,1 0,-1-1,0-1,-1 1,0-2,0 0,0 0,-1-1,6-6,-8 6,0 1,0-1,-1-1,0 0,0 0,-1 0,-1 0,0-1,0 0,0-2,-4 10,0-1,1 0,-1 1,-1-1,1 0,-1 0,1 0,-1 0,0 0,0 0,-1 0,1 1,-1-1,0 0,0 0,0 0,-1 1,1-1,-1 1,0-1,0 1,0 0,0-1,-1 1,1 0,-1 1,0-1,0 0,0 1,0-1,0 1,0 0,-1 0,1 0,-1 1,1-1,-1 1,0 0,1 0,-1 0,0 0,0 1,0 0,0-1,0 1,1 1,-1-1,0 1,0-1,0 1,1 0,-1 0,0 1,1-1,-1 1,1 0,-1-1,1 2,0-1,0 0,0 1,0-1,0 1,1 0,-1 0,1 0,0 0,0 0,0 1,0-1,0 1,1-1,0 1,-1 0,1-1,1 1,-1 0,0 0,1 0,0 0,0 0,0-1,1 1,-1 0,1 3,3 4,1 0,0-1,0 1,1-1,0 0,1-1,0 0,1 0,-1 0,2-1,-1 0,1 0,1-1,-1 0,1-1,0 0,1-1,-1 0,1 0,0-1,8 1,104 32,-72-26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04.7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50 164,'0'18,"0"17,0 15,0 9,0 7,0 1,0-2,0-5,0-9,0-9,0-13</inkml:trace>
  <inkml:trace contextRef="#ctx0" brushRef="#br0" timeOffset="246.381">23 204,'-2'-14,"-3"-8,-1-4,0 1,2 2,6 3,12 3,14 1,17 2,16 3,12 3,2 3,-2 3,-8 3,-11 7,-16 6,-13 1</inkml:trace>
  <inkml:trace contextRef="#ctx0" brushRef="#br0" timeOffset="420.441">9 324,'23'0,"23"0,23-2,16-3,14-4,2-1,-15 0</inkml:trace>
  <inkml:trace contextRef="#ctx0" brushRef="#br0" timeOffset="778.486">999 164,'-11'-9,"1"1,-1 0,0 1,-1 1,1-1,-1 2,-1 0,1 0,-7 0,14 3,0 1,-1 0,1 1,0-1,-1 1,1 0,-1 0,1 1,0 0,-1 0,1 0,0 0,0 1,0 0,0 0,0 1,0-1,1 1,-1 0,1 0,0 0,0 1,0-1,-2 3,3-3,0 1,1-1,-1 1,1 0,0-1,0 1,0 0,0 0,0 1,1-1,0 0,0 0,0 1,1-1,-1 1,1-1,0 1,0-1,0 0,1 1,0-1,0 0,0 1,0-1,1 0,-1 0,1 0,0 0,1 0,-1 0,0 0,1-1,0 0,0 1,1 0,119 96,-105-88,0 1,0 0,-1 1,-1 1,0 0,-1 2,-1-1,6 10,-19-24,1 0,-1 0,1 1,-1-1,0 0,0 1,0 0,0-1,0 1,-1-1,1 1,-1 0,0-1,1 1,-1 0,0 0,-1-1,1 1,0 0,-1-1,0 1,0-1,1 1,-1-1,-1 1,1-1,0 1,-1-1,1 0,-1 0,0 0,1 0,-2 1,-11 7,1-1,-2-1,1-1,-1 0,0 0,0-2,-1 0,0 0,1-2,-2 0,1-1,-5 0,-2 2,0-2,-1 0,1-2,0 0,0-1,-11-3,32 4,1 0,-1 0,0 0,1 0,-1 0,0 0,0-1,1 1,-1 0,1-1,-1 1,0-1,1 0,-1 0,1 1,-1-1,1 0,0 0,-1-1,1 1,0 0,0 0,0 0,0-1,0 1,0-1,0 1,0-1,0 1,1-1,-1 1,1-1,-1 0,1 1,0-1,-1 0,1 1,0-1,0 0,0 0,0 1,1-1,-1 0,0 1,1-1,-1 0,1 1,-1-1,1 1,0-1,0 1,0-1,0 1,0-1,32-32,7 2</inkml:trace>
  <inkml:trace contextRef="#ctx0" brushRef="#br0" timeOffset="1362.249">1200 217,'-14'276,"0"-141,27-348,-11-63,3 288,1 0,1-1,-1 1,2-1,0-1,0 1,6 4,-6-9,0-1,0 0,1 0,-1-1,1-1,0 1,0-1,1-1,-1 1,1-2,-1 1,1-1,-1-1,1 0,0 0,-1-1,1 0,-1-1,1 0,-1 0,0-1,1 0,-2-1,1 0,0 0,-1-1,0 0,0 0,0-1,0 0,-1-1,0 1,-1-1,1-1,-2 1,1-1,-1 0,0-1,0 1,1-5,24-71,-27 120,-4 19,2-1,3 1,2-1,3 0,2-1,2 0,17 43,-8-44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17.3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201 187,'-7'16,"-2"12,1 8,3 5,6 2,4-4,4-6,2-9,0-8</inkml:trace>
  <inkml:trace contextRef="#ctx0" brushRef="#br0" timeOffset="463.759">1 0,'42'2,"0"2,0 2,-1 2,1 1,-2 2,0 2,0 2,-1 1,9 8,-40-19,0 0,0 1,0 0,-1 0,1 1,-2-1,1 2,-1-1,0 1,0 0,-1 0,0 1,-1 0,0-1,0 2,-1-1,0 0,-1 1,0-1,0 1,-1-1,0 1,-1 5,-3 79,5-92,-1-1,1 1,0 0,-1-1,1 1,0-1,0 1,0-1,0 0,0 0,0 0,0 0,1 0,-1-1,0 1,0 0,1-1,-1 0,0 0,1 0,-1 0,0 0,1 0,-1 0,0-1,1 1,-1-1,0 1,2-2,5 0,0-1,0 0,0-1,-1 0,1 0,-1-1,0 0,0-1,-1 1,1-2,-1 1,0-1,-1 0,0 0,0-1,-1 1,1-1,-2-1,1 1,-1-1,-1 0,1 1,-1-2,0-1,-2 19,1 0,0 0,0 0,1 0,0 0,0 0,1-1,0 0,0 0,1 0,0 0,0-1,0 0,6 5,10 6,0-2,2 0,0-1,0-2,1 0,1-1,0-2,0 0,1-2,6 1,41 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16.8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1 701,'18'-8,"-1"0,0-1,-1-1,0-1,0-1,-1 0,-1 0,0-2,0 0,-2 0,0-1,0-1,-1 0,-2-1,1 1,-2-2,0 1,3-13,-5-17,-6 47,0-1,1 0,-2 1,1-1,0 0,0 1,0-1,0 0,0 1,0-1,-1 0,1 1,0-1,-1 1,1-1,0 0,-1 1,1-1,-1 1,1-1,-1 1,1-1,-1 1,1 0,-1-1,1 1,-1 0,0-1,1 1,-1 0,0-1,1 1,-1 0,0 0,1 0,-1 0,0 0,1 0,-1 0,0 0,1 0,-1 0,0 0,1 0,-1 1,0-1,1 0,-1 0,0 1,1-1,-1 0,1 1,-1-1,1 1,-1-1,1 1,-1-1,1 1,-1-1,1 1,-1-1,1 1,0 0,-6 3,1 0,1 0,-1 1,1 0,0 0,0 0,0 0,1 1,0-1,0 1,0 0,0 0,1 0,0 0,1 1,-1-1,1 0,1 1,-1-1,1 1,0-1,0 1,1-1,0 1,0-1,0 0,1 0,0 1,0-1,1 0,0-1,0 1,3 5,3-3,1 0,0-1,0 0,0 0,1-1,0-1,0 0,0 0,1-1,-1 0,1-1,0-1,0 0,0 0,1-1,-1-1,0 0,0-1,0 0,1-1,-1 0,0-1,5-1,-9 0,1 0,-1 0,1-1,-1 0,0 0,-1-1,0 0,0 0,0-1,0 1,-1-2,0 1,-1-1,0 0,0 0,0 0,-1-1,-1 1,1-1,-1 0,-1 0,1-4,-3 10,1 1,-1-1,0 0,1 1,-1-1,1 1,0-1,0 1,0 0,0-1,0 1,1 0,-1 0,1 0,-1 0,1 0,0 0,0 0,0 0,0 1,0-1,0 1,0-1,1 1,-1 0,0 0,1 0,-1 0,1 1,-1-1,1 1,-1-1,1 1,0 0,-1 0,3 0,5 3,0 0,-1 1,1 0,-1 0,0 1,0 0,0 1,-1 0,0 1,0-1,-1 1,0 1,0-1,0 1,-1 1,-1-1,2 3,-6-8,1 0,-1 0,0 0,-1 0,1 1,0-1,-1 0,0 1,0-1,0 0,0 1,0-1,-1 0,1 0,-1 1,0-1,0 0,0 0,0 0,-1 0,1 0,-1 0,0 0,0-1,0 1,0-1,0 1,-1-1,1 0,-1 1,1-1,-1-1,0 1,0 0,0-1,0 1,-1-1,4-1,-1-1,1 1,0-1,0 0,-1 1,1-1,0 1,0-1,0 0,-1 1,1-1,0 0,0 1,0-1,0 0,0 1,0-1,1 1,-1-1,0 0,0 1,0-1,1 0,-1 1,0-1,0 1,1-1,-1 1,1-1,-1 1,0-1,1 1,-1-1,1 1,-1-1,1 1,0 0,-1-1,1 1,-1 0,1 0,-1-1,1 1,0 0,-1 0,1 0,20-19,-1-1,-1 0,-1-2,-1 0,-1-1,0 0,-2-2,-1 1,-1-2,-1 0,-2-1,-1-3,-2-1,-1 0,-2 0,-1 0,-1 0,-2-1,-1 1,-5-24,0 31,7 23,0 1,0 0,0-1,0 1,0 0,0-1,0 1,0 0,0-1,0 1,0 0,-1 0,1-1,0 1,0 0,0 0,0-1,0 1,-1 0,1 0,0-1,0 1,0 0,-1 0,1 0,0-1,0 1,-1 0,1 0,0 0,-1 0,1 0,0 0,0-1,-1 1,1 0,0 0,-1 0,1 0,0 0,-1 0,1 0,0 0,-1 0,1 0,0 1,0-1,-1 0,1 0,0 0,-1 0,1 0,0 1,0-1,-1 0,1 0,0 0,0 1,0-1,-1 0,1 0,0 0,0 1,0-1,0 0,0 1,-1-1,1 0,0 0,0 1,-13 85,13-65,-2 20,1 0,3-1,1 1,2-1,2 1,2-2,1 1,2-1,2-1,1 0,15 24,-24-52,0 0,1-1,0 0,0 0,1-1,0 0,1 0,-1-1,3 1,-8-6,1 1,0-1,-1 0,1 0,0-1,0 1,0-1,0 0,1 0,-1 0,0 0,0-1,1 0,-1 0,0 0,0 0,1-1,-1 1,0-1,0 0,0-1,0 1,0-1,0 0,2-1,4-4,-1-2,0 1,0-1,-1 0,0-1,-1 0,0 0,0 0,-1-1,-1 0,1 0,-2-1,0 0,0 1,-1-1,-1-1,0 1,0 0,-1-5,-5-26,4 43,0-1,0 1,-1-1,1 0,0 1,0-1,0 1,-1-1,1 0,0 1,0-1,-1 1,1-1,0 1,-1-1,1 1,-1 0,1-1,-1 1,1-1,-1 1,1 0,-1-1,1 1,-1 0,1 0,-1-1,0 1,1 0,-1 0,1 0,-1 0,0 0,1 0,-1 0,0 0,1 0,-1 0,1 0,-1 0,0 0,1 0,-1 1,1-1,-1 0,1 0,-1 1,0-1,1 0,-1 1,1-1,0 1,-1-1,1 1,-1-1,1 1,0-1,-1 1,1-1,0 1,-1-1,1 1,-3 4,0 0,1 1,-1-1,1 0,0 1,1 0,-1-1,1 1,0 0,1 0,0 0,-1-1,2 1,-1 0,1 0,0 0,0-1,0 1,1 0,0-1,0 1,0-1,1 0,0 0,0 0,0 0,1 0,-1-1,4 4,1 1,0-1,0 0,1-1,0 1,1-2,-1 1,1-1,0-1,1 0,-1 0,1-1,0-1,0 1,0-2,1 1,21 0</inkml:trace>
  <inkml:trace contextRef="#ctx0" brushRef="#br0" timeOffset="253.323">951 233,'29'-2,"33"-1,33 0,30 1,21 0,-15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22.6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18 802,'0'1,"-1"-1,1 0,-1 0,1 1,-1-1,1 0,0 0,-1 0,1 0,-1 0,1 0,-1 0,1 0,-1 0,1 0,-1 0,1 0,-1 0,1 0,-1 0,1 0,-1 0,1-1,0 1,-1 0,1 0,-1-1,1 1,0 0,-1-1,1 1,-1 0,1-1,0 1,0 0,-1-1,1 1,0-1,0 1,-1-1,1 1,0 0,0-1,0 1,0-1,0 1,0-1,0 1,0-1,0 1,0-1,0 1,0-1,0 1,0-1,0 1,4-32,2 9,2 0,1 1,0 0,2 0,1 1,0 1,1 0,1 0,12-10,-26 28,1 0,0 0,0 1,0-1,0 0,1 0,-1 1,0-1,1 1,-1-1,1 1,-1 0,1 0,0-1,-1 1,1 0,0 1,0-1,0 0,0 0,0 1,0-1,0 1,0 0,0-1,0 1,0 0,0 0,0 0,0 1,0-1,0 0,0 1,0-1,0 1,0 0,0 0,0 0,0 0,0 0,5 9,0 1,0 0,-1 1,0 0,-1-1,-1 2,0-1,0 0,-1 1,1 11,-3-21,1 0,-1-1,0 1,-1 0,1 0,0 0,-1 0,0 0,1-1,-1 1,0 0,-1 0,1 0,0 0,-1 0,0 0,1 0,-1-1,0 1,-1 0,1-1,0 1,-1-1,1 1,-1-1,0 1,0-1,0 0,0 0,0 0,-1 0,1-1,0 1,-1 0,1-1,-1 0,0 1,0-2,1 0,-1 1,0-1,0 0,0-1,0 1,1 0,-1-1,0 1,0-1,1 0,-1 0,0 0,1 0,-1-1,1 1,0-1,-1 1,1-1,0 0,0 0,0 0,0 0,0 0,0-1,1 1,-1 0,1-1,0 1,0-1,-1 0,2 1,-1-1,0 0,0 1,1-1,0 0,-1 0,1 0,0 0,1 1,-1-1,0 0,1 0,-1 0,1 1,0-1,0 0,0 1,1-2,6-12,0 1,1 0,0 1,1-1,1 2,0 0,1 0,6-4,15-18,-14 16,-1-1,0-1,-2 0,-1-1,0-1,-2 0,0-1,-2 0,-1-1,-1-1,-1 1,-1-1,-1 0,-1-1,0-15,-12-16,7 57,0-1,0 1,-1-1,1 1,-1-1,1 1,-1-1,0 1,1-1,-1 1,0 0,0-1,0 1,0 0,0 0,0-1,0 1,-1 0,1 0,0 1,0-1,-1 0,1 0,-1 0,1 1,-1-1,1 1,-1-1,1 1,-1 0,1 0,-2-1,-1 3,0 0,1 0,-1 0,1 0,0 0,-1 0,1 1,0 0,0 0,1-1,-1 2,1-1,-1 0,1 0,0 1,0-1,0 1,1 0,-1 0,1-1,0 1,0 4,-3 6,1 1,0 0,1 0,1 0,0 0,1 0,1 0,1 0,0 0,0 0,2-1,4 15,5 8,2-1,1 0,2-1,9 14,120 169,-124-185</inkml:trace>
  <inkml:trace contextRef="#ctx0" brushRef="#br0" timeOffset="273.295">125 254,'21'0,"24"4,28 5,26 2,19 4,-10 0</inkml:trace>
  <inkml:trace contextRef="#ctx0" brushRef="#br0" timeOffset="487.724">900 655,'1'4,"0"0,0 0,1 0,-1 0,1 0,0-1,0 1,0-1,0 1,1-1,-1 0,1 0,0 0,0 0,0 0,0 0,1-1,-1 0,1 0,0 0,-1 0,1 0,0-1,0 1,0-1,1 0,4 1,-1 0,1 0,0-1,0 0,0-1,1 0,-1 0,0-1,0 0,0-1,5-2,-10 3,0 0,0 0,0-1,0 0,0 1,0-1,-1-1,1 1,-1-1,0 1,1-1,-1 0,-1 0,1 0,0-1,-1 1,1-1,-1 1,0-1,0 0,-1 0,1 0,-1 0,0 0,0 0,0 0,0 0,-1 0,0-1,1 1,-2 0,1 0,0-1,-1 1,0 0,0 0,0 0,-1 0,1 0,-1 0,0 0,0 1,0-1,0 1,-1-1,0 1,-1-2,-6-2,1 1,-1 0,0 1,0 0,-1 1,0 0,0 1,0 0,0 0,0 1,0 1,-1 0,1 0,0 1,-1 1,1 0,0 0,-1 1,1 1,0 0,0 0,-3 2,-53 36,66-40,-1 0,1 0,-1 1,1-1,-1 0,1 1,0-1,0 1,0-1,0 1,0 0,0 0,0-1,1 1,-1 0,1 0,-1 0,1 0,0 0,-1-1,1 1,0 0,0 0,1 0,-1 0,0 0,1 0,-1 0,1 0,-1-1,1 1,0 0,0 0,0-1,0 1,0 0,0-1,1 1,4 3,1 0,0 0,0-1,0 0,1 0,0 0,-1-1,1-1,0 1,1-1,-1-1,0 1,2-1,34 6</inkml:trace>
  <inkml:trace contextRef="#ctx0" brushRef="#br0" timeOffset="695.186">1061 213,'-18'-2,"-11"4,0 5,5 8,8 6,14 8,8-2</inkml:trace>
  <inkml:trace contextRef="#ctx0" brushRef="#br0" timeOffset="1232.76">1301 722,'1'2,"1"-1,-1 1,0 0,0 0,1 0,-1-1,1 1,-1-1,1 1,0-1,0 0,-1 0,1 1,0-1,0 0,0-1,0 1,0 0,1-1,-1 1,0-1,0 1,0-1,0 0,1 0,-1 0,0 0,0-1,0 1,0-1,1 1,-1-1,0 1,0-1,0 0,0 0,0 0,-1 0,1-1,0 1,1-2,3-4,-1-2,0 1,-1 0,0-1,0 0,-1 0,0 0,0-1,-1 1,0-1,-1 1,0-1,0 0,-1 1,-1-1,0 0,0-1,1 5,-1 0,1 0,-1 0,-1 1,1-1,-1 0,0 1,0 0,0-1,-1 1,0 0,0 0,0 0,-1 1,1-1,-1 1,0 0,0 0,-1 0,1 0,-1 1,0 0,0 0,0 0,-1 0,1 1,0 0,-1 0,1 1,-1-1,0 1,-5 0,10 1,0 0,0 1,0-1,1 0,-1 1,0-1,0 0,1 1,-1-1,0 1,1-1,-1 1,0-1,1 1,-1 0,1-1,-1 1,1 0,-1-1,1 1,0 0,-1 0,1 0,0-1,-1 1,1 0,0 0,0 0,0 0,0-1,0 1,0 0,0 0,0 0,0 0,0-1,1 1,-1 0,0 0,0 0,1-1,-1 1,1 0,-1 0,0-1,1 1,0 0,-1-1,1 1,-1 0,1-1,0 1,-1-1,1 1,0-1,-1 0,1 1,0-1,0 0,0 1,-1-1,1 0,0 0,0 0,0 1,0-1,-1 0,2 0,17 8,2-1,-1 0,1-2,0 0,0-1,1-1,-1-1,8-1,-4 1,-5-1,-11-1,0 0,1 1,-1 0,0 1,1 0,-1 0,0 1,0 0,-1 1,1 0,2 2,-8-3,-1-1,0 1,0 1,-1-1,1 0,-1 0,1 1,-1-1,0 1,0-1,-1 1,1-1,-1 1,0 0,0-1,0 1,0-1,0 1,-1 0,0-1,0 3,-1 31,3-32,1 0,-1 0,1 0,0 0,0 0,0-1,1 1,0-1,0 0,0 1,0-1,0-1,1 1,0 0,0-1,0 0,0 0,0 0,1 0,-1-1,1 0,0 0,1 1,5 1,0 0,1-1,-1 0,1-1,0 0,0 0,0-2,0 1,9-2,-12 0,-1-1,1 0,0 0,-1-1,1 0,-1-1,0 0,0 0,0-1,0 0,-1 0,0 0,0-1,0 0,-1-1,0 1,0-1,-1-1,0 1,0-1,0 0,-1 0,-1 0,4-9,-5-1,-2 18,0 0,0 0,0 0,0 1,0-1,-1 0,1 0,0 0,0 0,0 1,0-1,0 0,-1 0,1 0,0 0,0 0,0 0,0 0,-1 0,1 0,0 1,0-1,0 0,-1 0,1 0,0 0,0 0,0 0,-1 0,1 0,0 0,0 0,0-1,-1 1,1 0,0 0,0 0,0 0,-1 0,1 0,0 0,0 0,0-1,0 1,0 0,-1 0,1 0,0 0,0 0,0-1,0 1,0 0,0 0,0 0,0-1,-1 1,1 0,0 0,0 0,-4 7,0 1,1 0,-1 0,1 0,1 1,0-1,0 1,1-1,0 1,0-1,1 1,0 0,0 0,1 0,0-4,0-1,1 0,-1 1,1-1,0 0,0 0,0 0,0 0,1 0,0-1,0 1,0-1,0 0,0 0,0 0,1 0,0 0,0-1,-1 1,1-1,0 0,1 0,-1-1,4 2,18 4</inkml:trace>
  <inkml:trace contextRef="#ctx0" brushRef="#br0" timeOffset="1508.543">1903 281,'25'11,"8"4</inkml:trace>
  <inkml:trace contextRef="#ctx0" brushRef="#br0" timeOffset="1785.017">2385 588,'-3'18,"0"9,2 3,4 0,4-5,0-8</inkml:trace>
  <inkml:trace contextRef="#ctx0" brushRef="#br0" timeOffset="1786.017">2438 254,'-4'-5,"-3"4,2 3,0 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12.6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308 611,'-10'-5,"-1"0,1 1,-1 0,0 1,0 0,-1 1,1 0,-1 1,1 0,-11 1,16 1,1-1,0 1,-1 0,1 1,0-1,0 1,0 0,0 0,0 0,0 1,0 0,1 0,0 0,-1 0,1 1,0 0,1 0,-1 0,1 0,-1 0,1 1,1 0,-3 3,3-6,1 1,-1-1,1 1,-1-1,1 1,0-1,0 1,0 0,0-1,1 1,-1 0,1 0,0 0,0 0,0 0,0-1,0 1,0 0,1 0,-1 0,1-1,0 1,0 0,0 0,0-1,1 1,-1-1,1 1,-1-1,1 0,0 0,0 1,0-1,0 0,2 1,1-1,1 0,-1 0,0-1,1 0,-1 0,1 0,-1-1,1 0,-1 0,1 0,-1-1,1 1,-1-1,0-1,1 1,-1-1,0 0,5-2,85-56,-81 46,0-1,-2 0,0-1,-1 0,0 0,-1-2,-1 1,-1-1,0 0,-2-1,0 1,-1-1,0-1,-2 1,0-1,-2 1,0-1,-1 0,-1 1,-1-1,-2-12,-4 4,8 28,0-1,0 1,0-1,0 1,0-1,0 1,0-1,0 1,0 0,0-1,-1 1,1-1,0 1,0 0,-1-1,1 1,0-1,0 1,-1 0,1-1,0 1,-1 0,1 0,0-1,-1 1,1 0,-1 0,1 0,-1-1,1 1,0 0,-1 0,1 0,-1 0,1 0,-1 0,1 0,-1 0,1 0,0 0,-1 0,1 0,-1 0,1 0,-1 0,1 1,0-1,-1 0,1 0,-1 1,1-1,0 0,-1 0,1 1,0-1,-1 0,-3 7,1-1,-1 0,1 1,1 0,-1 0,1 0,0 0,1 0,0 0,0 0,0 2,0 4,-4 15,2 1,1 0,1 0,2 0,1 0,3 13,-3-31,0 0,1 0,0 0,0-1,1 1,1-1,0 0,0 0,1-1,0 0,0 0,1 0,1-1,-1 0,1 0,1 0,-1-1,5 2,-7-6,0 1,1-1,-1 0,1-1,0 0,0 0,0 0,0-1,0 0,0 0,0-1,0 1,0-2,0 1,0-1,0 0,0-1,0 1,0-2,0 1,-1-1,1 1,-1-2,0 1,1-1,-2 0,1 0,0-1,-1 1,0-1,0-1,0 1,-1-1,0 1,0-1,0-1,-1 1,0 0,0-1,1-5,-2 5,0 0,-1 0,0 0,-1 0,1 0,-1 0,0 0,-1 0,0-1,0 1,-1 0,0 0,0 1,-1-3,3 9,1 1,-1-1,0 1,0-1,0 1,1-1,-1 1,0-1,0 1,0-1,0 1,0-1,0 1,0-1,0 1,0-1,0 1,0-1,0 1,0-1,-1 1,1-1,0 1,0-1,-1 1,1-1,0 1,0-1,-1 1,1-1,-1 0,1 1,0-1,-1 0,1 1,-1-1,1 0,-1 1,1-1,-1 0,1 0,-1 0,1 1,-1-1,1 0,-1 0,1 0,-1 0,1 0,-1 0,1 0,-1 0,1 0,-1 0,1 0,-1-1,1 1,-1 0,1 0,-1 0,1-1,-1 1,1 0,-1-1,1 1,0 0,-1-1,1 1,2 6,1-1,-1 1,2-1,-1 1,0-1,1 0,0-1,0 1,0-1,1 1,0-1,0 0,0-1,0 1,0-1,1 0,-1-1,1 1,0-1,0 0,0 0,0-1,6 1,146 33,-75-23</inkml:trace>
  <inkml:trace contextRef="#ctx0" brushRef="#br0" timeOffset="611.893">1712 344,'7'4,"1"0,-1 0,1-1,0 0,0-1,0 1,0-2,1 1,-1-1,0 0,1-1,-1 0,1 0,-1-1,1 0,-1 0,4-2,8-2,-1-1,1-1,-2-1,1 0,-1-1,12-9,-19 13,-1-2,0 1,0-1,0 0,-1-1,0 0,-1-1,0 1,0-2,0 1,-2-1,1 0,-1-1,-1 1,1-1,-2 0,0-1,0 1,-1-1,0 1,-1-1,-1 0,0-2,0 12,-1 0,0 0,0 0,-1 1,1-1,0 0,-1 0,1 0,-1 0,1 1,-1-1,0 0,0 0,0 1,0-1,0 1,0-1,0 1,-1-1,1 1,-1 0,1 0,-1-1,1 1,-1 0,1 0,-1 1,0-1,0 0,1 1,-1-1,0 0,0 1,0 0,0 0,1-1,-1 1,0 0,0 0,0 1,0-1,0 0,0 1,1-1,-1 1,-2 0,-1 4,1 0,-1 0,1 0,-1 0,2 1,-1-1,1 1,-1 0,2 0,-1 1,1-1,0 1,0-1,0 1,1-1,0 1,0 7,-4 47,1 0,4 1,2-1,3 0,3 0,2 0,5 60,-5-53,-3-1,-3 1,-4 0,-2 0,-3 0,-11 53,-16-33,17-64</inkml:trace>
  <inkml:trace contextRef="#ctx0" brushRef="#br0" timeOffset="872.2">1765 705,'19'-9,"18"-6,23-2,16 0,11 2,3 4,-6 4,-16 2</inkml:trace>
  <inkml:trace contextRef="#ctx0" brushRef="#br0" timeOffset="1237.224">2353 692,'1'-24,"0"1,-1 1,0-1,-2 1,-1-1,0 1,-2 0,0 0,-2 0,-2-3,10 25,-1 1,1-1,-1 1,1-1,0 0,-1 1,1-1,-1 0,1 0,0 1,-1-1,1 0,0 0,-1 0,1 0,0 0,-1 0,1 0,0 0,-1 0,1 0,0 0,-1 0,1-1,0 1,-1 0,1 0,0-1,-1 1,1 0,-1-1,1 1,-1-1,1 1,-1-1,1 1,-1-1,1 1,-1-1,0 1,1-1,-1 0,0 1,1-1,-1 1,0-1,0 0,0 1,0-1,0 0,1 1,-1-1,0 0,0 1,-1-1,1 0,0 1,0-1,0 0,0 1,-1-1,1 0,0 1,0-1,-1 1,1-1,-1 0,1 1,-1-1,27 4,9 0,1 1,-1 2,0 2,-1 1,2 2,-33-10,1 0,0 1,-1-1,1 1,-1-1,0 1,1 0,-1 1,0-1,0 1,0-1,-1 1,1 0,0 0,-1 0,0 0,0 0,0 0,0 1,-1-1,1 1,-1 0,0-1,0 1,0 0,0-1,-1 1,1 0,-1 0,0 0,0 0,-1 0,1-1,-1 1,0 1,-26 63,-6 30,33-96,0 0,0-1,0 1,0 0,1-1,-1 1,0 0,0-1,1 1,0 0,-1-1,1 1,0-1,-1 1,1-1,0 1,0-1,0 0,0 0,1 1,-1-1,0 0,0 0,1 0,-1 0,0 0,1 0,-1-1,1 1,0 0,-1-1,1 1,-1-1,1 0,61 7,-59-7,157-19,-109 7</inkml:trace>
  <inkml:trace contextRef="#ctx0" brushRef="#br0" timeOffset="1590.277">3223 638,'0'-5,"0"0,0 0,-1 1,0-1,1 0,-1 0,-1 0,1 1,-1-1,0 1,0-1,0 1,0 0,-1 0,0 0,0 0,0 0,0 1,-1-1,1 1,-1 0,0 0,0 0,0 0,0 1,-1 0,1 0,0 0,-1 0,0 1,1 0,-1 0,0 0,0 0,0 1,1-1,-5 2,4 0,0 1,0 0,0 0,0 0,0 1,0-1,1 1,-1 0,1 1,0-1,0 1,0 0,0 0,1 0,0 0,0 1,0 0,0-1,1 1,-1 0,1 0,0 0,1 0,0 1,-1-1,1 0,1 1,-1-1,1 0,0 1,1 2,-1-6,1 1,0 0,0-1,0 1,0 0,1-1,-1 1,1-1,0 0,-1 1,1-1,0 0,0 0,0 0,1-1,-1 1,0 0,1-1,-1 1,1-1,-1 0,1 0,0 0,0 0,-1 0,1-1,0 1,0-1,0 0,0 0,6 1,-1-1,1 0,0-1,-1 1,1-2,-1 1,1-1,-1-1,5-1,-7 2,0-1,0 0,0 0,0 0,-1-1,0 0,1 0,-1 0,0-1,-1 0,1 0,-1 0,0 0,0-1,-1 1,0-1,0 0,0 0,-1 0,1 0,-1-1,-1 1,0-1,1 1,-2-1,1 1,-1-1,0-4,0 11,-1 0,1 0,0 0,0 0,0 0,-1 0,1 0,0 0,0 0,-1 0,1 0,0 0,0 0,0 0,-1 0,1 0,0 0,0 0,0 0,-1 0,1 0,0 0,0 0,-1 0,1 0,0 0,0 0,0-1,0 1,-1 0,1 0,0 0,0 0,0-1,0 1,0 0,-1 0,1 0,0-1,0 1,0 0,0 0,0 0,0-1,0 1,0 0,0 0,0 0,0-1,0 1,0 0,0 0,0-1,0 1,-3 21,5-16,1 0,-1 0,1 0,0 0,0 0,1-1,-1 1,1-1,0 0,0 0,1-1,-1 1,1-1,0 0,0 0,0 0,0-1,0 0,0 0,4 1,29 12</inkml:trace>
  <inkml:trace contextRef="#ctx0" brushRef="#br0" timeOffset="2247.681">3825 544,'-27'-4,"11"1,0 1,0 1,0 0,0 1,0 0,0 1,0 1,-3 1,16-2,1 1,0-1,-1 0,1 1,0-1,0 1,0 0,0 0,0 0,0 0,1 0,-1 0,1 0,-1 0,1 1,0-1,0 1,0-1,0 1,0-1,0 1,1-1,0 1,-1 0,1-1,0 1,0 0,0-1,1 1,-1 0,0-1,1 1,0-1,0 1,0-1,0 1,0-1,0 1,1-1,-1 0,1 0,-1 0,1 0,0 0,0 0,2 1,2 5,1-1,0 0,1-1,0 0,0 0,0 0,0-1,1-1,0 1,0-1,0-1,1 0,-1 0,1-1,0 0,-1 0,1-1,0-1,0 1,0-2,0 1,0-1,-1-1,1 0,0 0,-1-1,1 0,-1-1,0 0,0 0,-1-1,1 0,-1-1,0 0,0 0,-1-1,0 1,0-2,-1 1,1-1,-2 0,5-7,0-12,0 0,-3 0,0-1,-1 1,-2-2,-1 1,-1 0,-2 0,-1-8,1 28,1-19,1-29,-2 0,-3 0,-9-46,6 81,6 21,-1 0,1 0,-1 0,1 0,0 0,-1 0,1-1,-1 1,1 0,-1 0,1 0,0 1,-1-1,1 0,-1 0,1 0,-1 0,1 0,0 0,-1 1,1-1,0 0,-1 0,1 0,0 1,-1-1,1 0,0 1,-1-1,1 0,0 1,0-1,-1 0,1 1,0-1,0 1,0-1,-1 0,1 1,0-1,0 1,0-1,0 0,0 1,0-1,0 1,0-1,0 1,0-1,0 0,0 1,0-1,1 1,-1-1,0 1,-4 24,1 1,1 0,1-1,2 1,0 0,2 0,1-1,1 1,2 6,1 1,2 0,0 0,2-1,2-1,1 0,1-1,1-1,2 0,22 25,-40-52,0-1,0 1,0 0,1 0,-1-1,1 1,0-1,-1 1,1-1,0 0,0 1,0-1,0 0,0 0,0 0,0-1,0 1,0 0,0-1,0 0,1 1,-1-1,0 0,0 0,1 0,-1 0,0-1,0 1,0 0,2-1,64-48,-58 40,1 0,0 1,0 1,1 0,0 0,1 1,-1 0,6-1,-16 8,0-1,0 0,0 0,0 1,0 0,0-1,0 1,0 0,0 0,0 0,0 0,0 0,0 0,-1 1,1-1,-1 0,1 1,-1 0,1-1,-1 1,0 0,0-1,0 1,0 0,0 0,0 0,-1 0,1 0,0 0,-1 0,0 0,1 1,-1-1,0 0,0 0,0 0,-1 0,1 2,8 27,-5-28,0 1,0-1,0 0,0 0,1 0,-1 0,1 0,0-1,0 0,0 1,0-2,0 1,0 0,1-1,-1 0,0 0,1 0,-1 0,1-1,-1 0,1 0,-1 0,1 0,-1-1,3 0,21-1</inkml:trace>
  <inkml:trace contextRef="#ctx0" brushRef="#br0" timeOffset="2509.045">4626 290,'-13'-13,"-5"-6</inkml:trace>
  <inkml:trace contextRef="#ctx0" brushRef="#br0" timeOffset="2691.559">3825 143,'25'-7,"26"-4,25-1,21 0,11 2,-13 2</inkml:trace>
  <inkml:trace contextRef="#ctx0" brushRef="#br0" timeOffset="2907.353">4827 638,'18'-3,"-1"-1,1-1,-1-1,0 0,-1-1,0-1,0 0,-1-2,1 1,-2-2,0 0,0-1,-1 0,4-6,-14 16,-1-1,1 0,-1 0,1 0,-1 0,0 0,-1 0,1-1,0 1,-1-1,0 1,0-1,0 1,0-1,0 0,-1 0,0 1,1-1,-1 0,-1 0,1 1,-1-1,1 0,-1 0,0 1,0-1,-1 1,1-1,-1 1,0 0,0-1,0 1,0 0,0 0,-1 0,1 1,-1-1,0 0,-1 0,-2 0,0 1,0 0,0 0,-1 1,1 0,0 0,-1 0,1 1,0 0,-1 0,1 1,0 0,-1 0,1 0,0 1,0-1,0 2,0-1,0 1,0 0,1 0,0 0,-1 1,1 0,0 0,1 0,-1 0,1 1,0 0,0 0,0 0,1 1,-1-1,1 1,1 0,-3 5,4-7,1 0,0 0,-1 0,1 0,1 0,-1-1,0 1,1 0,0 0,0 0,0 0,1-1,-1 1,1 0,0-1,0 0,0 1,0-1,0 0,1 0,0 0,-1 0,1-1,0 1,0-1,2 1,91 47,-72-42,0-1,1-2,0-1,0 0,-1-2,22-1,11-3</inkml:trace>
  <inkml:trace contextRef="#ctx0" brushRef="#br0" timeOffset="6089.001">149 1707,'0'18,"0"11,0 7,0 4,0 3,0-3,0-4,0-7,0-9</inkml:trace>
  <inkml:trace contextRef="#ctx0" brushRef="#br0" timeOffset="6913.797">1 1520,'14'-7,"0"0,0 1,0 1,1 0,0 1,0 1,0 0,0 1,1 1,-1 0,1 1,8 1,-14-1,1 0,-1 1,0 0,1 1,-1 0,0 0,0 1,0 1,-1 0,1 0,-1 0,0 1,0 1,-1 0,1 0,-1 0,0 1,-1 0,0 1,0 0,0 0,-1 0,-1 1,1 0,-1 0,-1 0,0 0,3 10,-4-3,0 1,-1 0,-1 0,-1 0,0 0,-1 0,-1 0,-3 11,-1 19,5-47,1 1,0 0,0 0,-1 0,1 0,0 0,0 0,0-1,0 1,0 0,0 0,0 0,0 0,0 0,0 0,0 0,1 0,-1 0,0-1,1 1,-1 0,0 0,1 0,-1 0,1-1,0 1,-1 0,1-1,0 1,-1 0,1-1,0 1,-1-1,1 1,0-1,0 1,0-1,0 0,0 1,-1-1,1 0,0 0,0 0,0 0,0 0,0 0,0 0,0 0,0 0,0 0,0 0,-1 0,1-1,0 1,0 0,0-1,0 1,12-6,-1-1,0 0,0-1,0 0,-1 0,0-1,-1-1,0 0,-1-1,6-6,17-18,-31 35,0 0,0 0,-1 0,1 1,0-1,0 0,0 1,0-1,-1 0,1 1,0-1,0 1,-1-1,1 1,0 0,-1-1,1 1,-1-1,1 1,-1 0,1 0,-1-1,1 1,-1 0,0 0,1 0,-1-1,0 1,0 0,0 0,0 0,1 0,-1 0,0 0,-1-1,1 1,0 0,0 0,0 0,0 0,-1 0,1-1,0 1,-1 0,1 0,-1 0,1 0,0 8,2-2,-1-1,1 0,1 0,-1 0,1 0,0 0,0 0,0-1,1 1,0-1,0 0,1 0,-1 0,1-1,0 0,0 0,0 0,1 0,-1-1,1 0,0 0,0-1,0 1,0-1,1 0,-1-1,0 0,1 0,-1 0,1-1,0 0,-1 0,1-1,-1 1,0-1,2-1,2 0,-1-1,1 0,-1 0,0-1,0 0,0 0,-1-1,0 0,0-1,0 0,0 0,-1 0,0-1,-1-1,1 1,-1-1,-1 0,1 0,-1 0,-1-1,0 0,0 0,1-6,6-17,-3 0,0-1,-2 1,-2-2,-1 1,-1-12,-2-184,-10 186,2 52,4 3,0 1,1-1,0 1,1 0,0 0,1 0,1 8,-1 0,-5 52,4 1,3 0,3-1,4 2,-5-58,0 0,2 0,0 0,1 0,1-1,0 0,1 0,1-1,2 2,-8-11,2-1,-1 1,1-1,-1 1,2-1,-1-1,0 1,1-1,0 0,0 0,0 0,1-1,-1 0,1 0,0-1,-1 0,1 0,0-1,0 1,1-2,-1 1,0-1,4 0,-4-2,0 0,1-1,-1 1,0-2,-1 1,1-1,-1 0,1 0,-1-1,0 1,-1-2,1 1,-1 0,0-1,-1 0,1 0,-1-1,0 1,-1-1,1 0,-1 0,-1 0,1 0,-1 0,-1-1,1 1,-1-1,-1 1,1-1,-1 0,0 1,-1-1,0 1,0-1,-1 1,0 0,0-1,-1 0,-26-33,29 40,-1 0,0 1,1-1,-1 1,0-1,0 1,0-1,1 1,-1-1,0 1,0 0,0-1,0 1,0 0,0 0,0 0,1 0,-1 0,0 0,0 0,0 0,0 0,0 0,0 0,0 1,0-1,0 0,1 1,-1-1,0 1,0-1,0 1,1-1,-1 1,0-1,0 1,1 0,-1-1,1 1,-1 0,1-1,-1 1,1 0,-1 0,1 0,-1 0,1 0,0-1,0 1,-1 1,0 5,0 0,0-1,0 1,1 0,0 0,0 0,1 0,0 0,0 0,1 0,0-1,0 1,0-1,1 1,0-1,0 0,1 0,-1 0,1 0,1-1,-1 0,1 1,0-2,0 1,0 0,1-1,0 0,-1-1,1 1,6 2,77 26,-50-24</inkml:trace>
  <inkml:trace contextRef="#ctx0" brushRef="#br0" timeOffset="7200.035">857 1426,'23'-2,"27"-1,31 0,24 3,15 4,-13 1</inkml:trace>
  <inkml:trace contextRef="#ctx0" brushRef="#br0" timeOffset="7685.735">1619 2014,'9'-10,"0"0,-1 0,-1-1,1 0,-2-1,1 0,-2 0,0 0,0-1,-1 0,0 0,-1 0,-1 0,0 0,-1 0,0-1,-1 1,-1 0,0-1,-1 1,0 0,-1 0,0 0,-1 0,-5-9,10 21,-1 0,1 1,0-1,-1 0,1 0,0 1,-1-1,1 0,0 1,0-1,0 1,-1-1,1 1,0-1,0 1,0 0,0 0,0-1,0 1,0 0,0 0,0 0,0 0,0 0,0 0,0 0,0 0,0 0,-1 0,1 1,0-1,0 0,0 1,0-1,0 1,0-1,0 1,-1-1,1 1,0-1,0 1,-1 0,11 1,221 13,-228-15,1 0,0 0,0 0,0 1,-1-1,1 1,0 0,-1 1,1-1,-1 1,1 0,-1 0,0 0,1 1,-1-1,-1 1,1 0,0 0,-1 0,1 1,-1 0,0-1,0 1,-1 0,1 0,-1 0,0 1,0-1,0 1,1 2,1 53,-4-52,-1-1,1 0,1 0,-1 0,1 0,0 1,1-1,-1 0,2-1,-1 1,1 0,0-1,0 1,0-1,1 0,1 1,-2-4,0-1,-1 0,1 0,0-1,1 1,-1-1,0 1,0-1,1 0,-1 0,0-1,1 1,-1-1,1 1,-1-1,1 0,-1 0,0-1,1 1,-1-1,1 0,-1 1,0-2,1 1,-1 0,0-1,2 0,79-56,-73 46,-1-1,0 0,0 0,-1 0,-1-1,-1-1,0 0,3-8,-7 65,-3-31,0 1,2 0,-1 0,2-1,-1 1,2-1,3 11,-5-18,-1 0,1 0,0 0,0 0,0-1,1 1,-1-1,1 0,0 0,0 0,0 0,0 0,1-1,-1 1,1-1,-1 0,1 0,0 0,0-1,0 1,0-1,0 0,4 1,12-2</inkml:trace>
  <inkml:trace contextRef="#ctx0" brushRef="#br0" timeOffset="7947.035">2340 1426,'19'5,"5"1</inkml:trace>
  <inkml:trace contextRef="#ctx0" brushRef="#br0" timeOffset="8207.341">2728 1868,'-1'5,"0"0,0-1,0 1,1 0,0 0,0 0,0 0,0 0,1 0,0 0,0 0,0 0,1 0,0 0,-1-1,2 1,-1-1,0 1,1-1,0 0,0 0,0 0,1-1,-1 1,1-1,0 1,0-1,0 0,0-1,0 1,4 1,-2-2,0-1,0 0,0 1,0-2,0 1,0-1,0 0,1 0,-1-1,0 1,0-1,0-1,0 1,0-1,-1 0,1-1,0 1,-1-1,1 0,-1 0,0-1,0 0,-1 0,1 0,-1 0,0-1,0 1,0-1,0 0,-1 0,0-1,0 1,0-1,-1 1,0-1,0 0,0 0,-1 0,0 0,0 0,-1 0,1-1,-1 1,-1 0,1 0,-1 0,0 0,0 0,-1 0,0 0,0 0,-3-5,2 6,-1 0,0 1,0-1,0 1,-1 0,1 0,-1 0,0 1,0 0,-1 0,1 0,0 0,-1 1,0 0,0 0,1 1,-1-1,0 1,0 0,0 1,0 0,-1 0,1 0,0 0,0 1,0 0,0 1,1-1,-1 1,0 0,0 1,1-1,0 1,-1 0,1 0,0 1,-4 3,-4 13,8 0</inkml:trace>
  <inkml:trace contextRef="#ctx0" brushRef="#br0" timeOffset="9081.038">3130 1934,'26'-276,"-22"218,-3 56,1 1,-1 0,0 0,1 0,-1 0,1 0,-1 0,1 0,-1 1,1-1,0 1,-1-1,1 1,0-1,0 1,-1 0,1 0,0 0,0 0,-1 0,1 0,0 1,-1-1,1 0,0 1,-1-1,1 1,0 0,-1 0,1-1,-1 1,1 0,-1 0,0 1,1-1,-1 0,1 1,10 3,32 12,-28-13,0 2,0 0,-1 1,0 1,0 0,-1 1,3 2,-15-8,1 0,0 0,-1 0,0 0,0 1,0-1,0 0,0 1,-1 0,1-1,-1 1,0 0,0 0,-1-1,1 1,-1 0,0 0,0 0,0 0,0 0,-1 0,1-1,-1 1,0 0,0 0,-1-1,2 67,1-67,0 0,1-1,-1 1,1-1,0 1,0-1,0 1,0-1,0 0,0 0,0 0,1 0,-1-1,1 1,0-1,-1 1,1-1,0 0,0 0,0 0,0 0,0-1,0 1,2-1,75-2,-74 1,-1 0,1 0,0-1,0 0,-1 0,1 0,-1-1,1 1,-1-1,0-1,0 1,0-1,-1 0,1 0,-1 0,0 0,0-1,-1 0,1 0,-1 0,0 0,0 0,-1-1,0 1,1-1,-2 1,1-1,-1 0,0 0,0 0,-1 0,1 0,-1 0,-1-4,-3 49,3-36,1 0,-1 0,1 0,0 0,0 0,1 0,-1 0,1 0,-1 0,1 0,0 0,0 0,0 0,1 0,-1-1,1 1,-1 0,1-1,0 1,0-1,0 0,0 0,0 0,1 0,-1 0,1 0,-1-1,1 1,0-1,1 1,6 0,0-1,0 0,0 0,0-1,0-1,0 0,0 0,-1-1,1 0,0 0,-1-1,1-1,-1 0,0 0,0 0,-1-1,1-1,-1 1,0-1,-1-1,1 0,-1 0,2-3,-8 10,-1 0,1 0,-1 0,1 0,0 0,-1 0,1 0,-1 0,1 0,-1 0,1 0,-1 0,1 0,0 1,-1-1,1 0,-1 0,1 1,-1-1,1 0,-1 1,0-1,1 0,-1 1,1-1,-1 1,0-1,1 0,-1 1,0-1,1 1,-1-1,0 1,0 0,0-1,1 1,-1-1,0 1,0-1,0 1,0-1,0 1,0 0,0-1,0 1,0-1,0 1,-1-1,1 1,0 0,0-1,0 1,-1-1,4 14,3-7,-1-2,1 1,0 0,0-1,0-1,1 1,0-1,0 0,0 0,0-1,1 0,-1 0,1-1,0 0,0 0,0-1,0 0,0 0,0-1,0 0,0 0,0-1,3-1,4 1,-1-1,0-1,1 0,-1-1,-1-1,1 0,-1-1,1 0,-2-1,1 0,-1-1,0-1,-1 0,0 0,0-1,-1 0,0-1,-1 0,0-1,-1 0,0 0,-1-1,0 0,0-4,9-19,-3 0,-1-1,-1 0,-3 0,0-1,-3-1,-1 1,-2-1,-1 1,-3-4,-16-39,17 79,0-1,0 1,0-1,-1 1,1 0,-1 0,1 0,-1 0,0 0,0 0,0 0,0 0,0 1,0-1,-1 1,1 0,0 0,-1-1,1 2,-1-1,1 0,-1 0,0 1,1-1,-1 1,1 0,-1 0,-2 0,-4 3,0 1,0 0,0 1,1-1,0 2,0-1,0 1,1 0,-1 1,2 0,-1 0,1 0,0 1,0 0,1 0,0 1,1-1,0 1,0 0,1 0,-1 1,-3 10,0 0,1 0,1 1,0 0,2 0,1 0,0 0,2 0,0 0,1 1,2-1,0 3,0-11,-1-1,2 1,-1-1,2 0,0 0,0 0,1-1,0 0,1 0,0 0,1-1,0 0,1-1,0 0,0 0,1-1,0 0,1 0,-1-1,10 4,1-3,1 0,0-1,1-2,-1 0,1-1,0-2,0 0,15-1,33-1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27.1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1 281,'16'7,"16"2,20 0,18-2,17-2,14-2,6-2,-1 2,-9 3,-16 2,-23 2,-20 2,-18-2</inkml:trace>
  <inkml:trace contextRef="#ctx0" brushRef="#br0" timeOffset="288.229">576 1,'18'16,"15"12,14 8,10 4,6 3,2-1,-6-2,-8 2,-12 3,-19 3,-25 4,-30 5,-30 5,-29 2,2-10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50:24.5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0 188,'14'5,"17"1,21 2,18-1,17-1,10-2,9-1,-2-1,-4-2,-10 0,-14 0,-14 0,-17-1,-15 1</inkml:trace>
  <inkml:trace contextRef="#ctx0" brushRef="#br0" timeOffset="328.123">695 0,'18'9,"16"8,10 5,8 4,0 2,-2 2,-9 7,-11 5,-10 4,-16 4,-17 3,-19 0,-14 2,-9-3,-2-5,5-8,10-12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25.4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95 1315,'155'-13,"121"-8,853-40,-1109 61,-48 0,-308 19,257-11</inkml:trace>
  <inkml:trace contextRef="#ctx0" brushRef="#br0" timeOffset="416.395">630 1274,'-591'1,"561"1,21 1,21 0,256 0,907-66,-942 57,-213 1,-200 0,175 5,2 0</inkml:trace>
  <inkml:trace contextRef="#ctx0" brushRef="#br0" timeOffset="30500.278">911 205,'-16'-4,"-7"-3,-1 1,1 0,-1 2,0 1,0 1,0 1,0 1,0 1,0 1,-11 3,12 2,0 2,0 0,1 1,0 1,1 1,0 1,1 1,1 1,0 1,1 0,1 1,0 1,1 1,1 0,1 1,1 1,1 0,0 0,2 2,0-1,2 1,0 0,-2 18,8-30,0 0,0 1,1-1,0 1,1-1,1 1,0-1,0 1,1-1,1 0,-1 0,2 0,0 0,0 0,1-1,0 1,1-1,0-1,1 1,0-1,0 0,1-1,0 1,3 1,17 11,1-2,1-1,0-1,1-2,1-1,25 7,-26-8,-25-11,62 28,1-3,2-4,0-2,2-3,0-4,9-2,-58-11,-1-2,1 0,-1-2,1-1,-1 0,0-2,0 0,-1-2,0 0,0-2,-1 0,0-2,12-9,-3 1,-1-2,-1-1,-1-1,-2-1,0-1,-2-2,0 0,11-22,-24 35,0-1,-1 0,0-1,-2 0,0 0,-1 0,0-1,-1 0,-2 0,0-1,0 1,-2-1,0 1,-2-1,0 1,0-1,-2 1,0 0,-2 0,0 0,0 0,-2 1,-5-11,-5 0,-2 1,0 0,-2 1,-1 2,-1 0,-1 1,-1 2,0 0,-2 2,-1 0,0 2,-1 1,-1 2,0 1,-1 1,0 1,-1 2,0 2,0 0,-1 2,0 2,0 1,0 1,0 2,-11 3,8-2,1 1,1 3,-1 0,1 3,0 0,0 3,2 0,-1 2,2 2,0 1,0 1,2 1,1 2,0 1,1 1,2 1,0 2,2 0,-6 11,-14 33</inkml:trace>
  <inkml:trace contextRef="#ctx0" brushRef="#br1" timeOffset="87799.536">349 1609,'-16'23,"1"1,1 0,1 1,2 1,0 0,2 0,-3 15,9-29,0 1,1 0,1-1,0 1,0 0,1 0,1 0,0-1,1 1,0 0,1-1,1 0,0 1,0-1,1-1,1 1,3 4,8 6,1-2,1 0,1-1,1-1,0-1,2-1,-1 0,2-2,0-1,1-1,0-1,1-1,0-1,0-1,1-2,0-1,9 1,-7-2,0 0,0-2,0-1,0-1,0-2,0-1,0-1,22-6,-34 5,1-1,-1 0,-1-1,0-1,0 0,0-1,-1-1,0 0,-1-1,0-1,-1 0,0-1,-1 0,8-12,-10 9,0-1,-1 0,-1 0,0-1,-1 0,-1 0,-1-1,-1 1,0-1,-2 0,0 0,-1-1,-1 1,0 0,-2 0,0 0,-1 0,-1 0,-1 0,-1 1,0 0,-1 0,-1 1,-1 0,0 0,-1 0,-1 2,-1-1,-6-5,4 4,0 1,-2 1,1 0,-2 1,0 1,-1 1,0 0,-1 1,0 1,0 1,-1 1,-1 1,1 0,-1 1,0 2,-1 0,1 1,-1 1,1 1,-1 1,1 1,-1 1,1 1,-1 0,-14 6,1 6,1 2,1 1,1 2,0 1,2 1,0 2,2 1,0 1,-21 27,-21 21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51:07.49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1325 548,'-4'-10,"1"0,-2 0,0 0,0 1,-1-1,0 1,0 1,-1-1,0 1,-1 0,0 1,0-1,-1 2,1-1,-1 1,-1 1,1-1,-1 2,0-1,0 1,-2 0,-31-10,-1 1,0 2,-1 2,0 2,-1 2,-8 2,13 5,1 3,0 1,0 1,0 3,1 1,1 2,0 1,1 2,0 2,1 1,2 2,0 1,1 2,-24 23,36-30,2 0,-1 2,2 0,1 1,0 1,2 1,0 0,1 1,2 0,0 1,1 0,2 1,-6 22,3 4,2 1,2 0,3 0,1 0,4 1,2 18,-1-53,2 0,0 0,1 0,0 0,2-1,0 0,1 0,0 0,1-1,1 0,1-1,1 0,0 0,0-1,1 0,1-1,1-1,0 0,6 3,11 4,0-2,2-1,0-1,0-2,1-1,1-2,0-2,0-1,1-1,0-2,0-2,0-1,0-2,-1-1,1-2,0-2,14-4,16-5,0-3,-1-3,-1-2,-1-3,-2-3,0-3,52-37,-93 55,1-1,-2-1,0 0,-1-2,0 0,-2-1,0-1,-1 0,-2-2,0 1,-1-1,-1-1,-1 0,-1-1,-1 0,-1 0,1-11,-1-2,-2-1,-1 0,-2 0,-2 0,-2 0,-1 0,-2 1,-1-1,-2 1,-2 0,-1 1,-2 0,-1 1,-2 1,-2 0,-1 1,-1 1,-9-10,5 10,-1 2,-1 1,-1 0,-2 3,0 0,-2 2,-1 1,-1 1,-1 2,0 1,-2 2,0 2,0 1,-19-4,-102-10,10 18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51:09.40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1,'0'4,"3"3,9 1,12 2,15-1,18-2,17-2,13-2,9-1,4-2,-2 2,-4 1,-18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49:29.3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3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670 683,'-9'-8,"0"1,-1 0,0 1,0 0,-1 0,0 1,0 1,0 0,0 0,-12-1,18 4,0 0,-1 0,1 1,0 0,-1 0,1 0,-1 0,1 1,0 0,0 0,-1 1,1 0,0 0,0 0,0 0,1 1,-1-1,0 1,1 0,0 1,0-1,0 1,0 0,-3 3,2 0,0 1,1-1,0 1,0 0,0 0,1 1,0-1,1 0,0 1,0 0,1 0,0-1,0 1,1 8,1-12,-1 0,0-1,1 1,0 0,0-1,1 1,-1-1,1 1,0-1,0 1,0-1,1 0,-1 0,1 0,0-1,0 1,0 0,1-1,-1 0,1 0,0 0,0-1,0 1,0-1,1 0,-1 0,0 0,1 0,3-1,0 1,1-1,-1-1,0 1,0-2,1 1,-1-1,0 0,0-1,0 1,0-2,0 1,0-1,0 0,-1-1,0 0,0 0,0-1,0 0,0 0,-1 0,0-1,0 0,-1 0,0 0,0-1,0 0,-1 0,0 0,0 0,0-1,-1 0,-1 1,1-1,-1 0,-1 0,1-1,-1 0,1 1,-1 0,0 0,0 0,-1 0,0 0,-1 1,1-1,-2 0,1 0,-1 0,-1-3,-5 22,8 8,1 0,0 0,2 0,0 0,1 0,1-1,0 0,6 12,-7-22,-1 0,1 0,0-1,0 1,1-1,0 0,0 0,1-1,0 0,3 3,-7-8,0 1,0 0,0-1,0 1,1-1,-1 0,1 0,-1 0,1 0,-1 0,1 0,0-1,-1 1,1-1,0 0,0 0,-1 0,1 0,0 0,-1-1,1 1,0-1,-1 0,1 1,0-1,-1-1,1 1,-1 0,0 0,1-1,-1 0,0 1,2-3,2-4,1-1,-2 0,1 0,-1-1,-1 0,1 0,-2 0,0 0,0 0,0-1,-1 1,-1-1,0 0,0 1,-1-1,-1 0,0 0,0 1,-1-3,-34-135,36 147,-1 0,0 0,1 0,-1 0,1 0,-1 0,1 0,-1 0,1 0,-1 0,1-1,0 1,0 0,0 0,0 0,0 0,0 0,0-1,0 1,0 0,0 0,1 0,-1 0,0 0,1 0,-1 0,1 0,-1 0,1 0,0 0,-1 0,1 0,0 0,-1 0,1 0,0 1,0-1,0 0,0 1,0-1,0 0,0 1,0 0,0-1,0 1,1-1,100 18,-76-11,0-2,0 2,0 1,-1 0,0 2,-1 1,4 3,-25-11,0 0,0 0,0 0,-1 1,1-1,-1 0,0 1,1 0,-1-1,-1 1,1 0,0 0,-1 0,1 0,-1 1,0-1,0 0,0 1,0-1,-1 0,1 1,-1-1,0 1,0-1,0 2,-22 89,10-55,10-33,1-3,-1-1,1 1,0-1,0 1,0-1,0 1,1-1,-1 1,1 0,0 0,-1-1,1 1,0 0,0 0,1-1,-1 1,1 0,-1-1,1 1,0 0,0-1,0 1,0-1,1 0,-1 1,0-1,1 0,0 0,0 1,-1-1,1-1,0 1,1 0,-1 0,1 0,7-2,0 0,0-1,0 0,0 0,0-1,0-1,0 0,-1 0,1 0,-1-1,0-1,0 0,-1 0,1-1,-1 0,4-4,-1 4,0-1,0 0,-1-1,-1 0,1-1,-1 0,-1 0,1-1,-2 0,1 0,-1-1,-1 0,0 0,-1-1,0 1,0-1,0-7,-4 16,-1 0,0 0,0 0,0 0,0 0,-1 0,1 0,-1 1,1-1,-1 0,0 0,0 1,-1-1,1 0,0 1,-1-1,0 1,1 0,-1-1,0 1,0 0,0 0,-1 0,1 0,0 1,-1-1,1 1,-1-1,1 1,-1 0,0 0,0 0,1 0,-1 1,0-1,0 1,0 0,0-1,0 1,0 0,0 1,-2 0,3-1,0 1,1 0,-1 0,0 1,1-1,-1 0,1 1,-1-1,1 1,-1-1,1 1,0-1,0 1,0 0,0 0,0 0,0 0,1-1,-1 1,1 0,-1 0,1 0,0 0,-1 0,1 1,0-1,0 0,1 0,-1 0,0 0,1 0,19 63,-11-51,2-1,-1 0,2 0,0-1,0-1,1 0,0-1,1 0,0-1,0-1,1 0,1-1,-1 0,1-1,0-1,0-1,0 0,1-1,1 0,27 4</inkml:trace>
  <inkml:trace contextRef="#ctx0" brushRef="#br0" timeOffset="1552.01">2742 589,'-1'1,"0"0,0 0,0 0,0 0,0 0,0 0,0 0,0 0,0-1,0 1,-1 0,1-1,0 1,-1-1,1 1,0-1,-1 0,1 1,-1-1,1 0,0 0,-1 0,1 0,-1 0,1 0,-1-1,1 1,0 0,-1-1,1 1,0-1,-1 1,1-1,0 0,0 0,0 1,-1-1,1 0,0 0,0 0,0 0,0 0,1 0,-1-1,0 1,0 0,1 0,-1-1,0 1,1 0,0-1,-1 1,1-1,-2-1,1 0,0 0,0 0,0 0,0 0,1 0,-1 0,1 0,0 0,0 0,0-1,0 1,0 0,1 0,-1 0,1 0,0 0,0 0,0 0,1 0,-1 1,0-1,1 0,0 1,0-1,0 1,0-1,0 1,0 0,0 0,1 0,-1 0,1 0,0 1,-1-1,1 1,3-1,1 0,0 0,1 0,-1 1,1 1,0-1,-1 1,1 0,-1 1,1 0,0 0,-1 1,0-1,1 2,-1-1,0 1,0 0,0 0,0 1,-1 0,0 0,0 1,0 0,0 0,0 0,-1 1,0 0,-1 0,1 0,-1 0,0 1,0-1,-1 1,0 0,0 0,-1 1,0-1,0 0,-1 1,0-1,0 1,0 7,-4-3,0 0,0 0,-1-1,-1 1,0-1,0 0,-1-1,-1 1,0-1,0-1,-1 1,0-1,-7 6,-125 99,-56 0,188-107,23-12,-7 3,21-7,0 2,0 0,0 2,1 2,-1 0,21 2,117 45,119-27,-254-15</inkml:trace>
  <inkml:trace contextRef="#ctx0" brushRef="#br0" timeOffset="2751.711">3718 201,'-12'170,"14"-98,3 0,3 0,4-1,9 29,-16-75,7 75,-12-100,0-1,0 1,0-1,0 0,0 1,-1-1,1 0,0 1,0-1,0 1,-1-1,1 1,0-1,0 0,-1 1,1-1,-1 1,1-1,0 1,-1 0,1-1,-1 1,1-1,-1 1,1 0,-1-1,1 1,-1 0,0 0,1-1,-1 1,1 0,-1 0,0 0,1 0,-1 0,0 0,1 0,-1 0,1 0,-1 0,0 0,1 0,-1 0,1 1,-1-1,0 0,1 0,-1 1,1-1,-1 0,1 1,-1-1,1 0,-1 1,1-1,-1 1,1-1,0 1,-1-1,1 1,0-1,-1 1,1-1,0 1,0 0,-1 0,-1-8,0 1,1-1,0 1,0-1,0 0,1 1,0-1,0 0,0 1,1-1,0 0,0 1,1-1,0 1,0 0,1-1,-1 1,1 0,1 0,-1 1,1-1,0 1,0 0,1 0,3-4,2 0,0 0,0 1,1 0,0 1,0 0,1 0,0 1,0 1,1 0,-1 1,1 0,7 0,-13 2,-1 0,0 1,1 0,0 0,-1 0,1 1,-1 0,1 1,-1-1,1 1,-1 0,1 1,-1 0,0 0,0 0,1 1,-2 0,1 0,0 0,-1 1,1 0,-1 0,0 0,0 0,-1 1,1 0,-1 0,0 0,0 1,-1-1,1 4,-1-5,-1 0,-1 0,1 0,-1 0,1 0,-1 1,-1-1,1 0,0 1,-1-1,0 1,0-1,-1 1,1-1,-1 0,0 1,0-1,0 0,0 0,-1 1,0-1,0 0,0 0,0-1,-1 1,1 0,-1-1,0 0,0 1,0-1,-1 0,1-1,-1 1,1-1,-1 1,0-1,-3 1,5-1,-1-1,0 1,1-1,-1 0,0 1,0-1,0-1,0 1,0 0,0-1,0 1,0-1,0 0,0 0,0 0,-1-1,1 1,0-1,0 1,0-1,0 0,1 0,-1 0,0-1,0 1,1-1,-1 0,0 1,1-1,0 0,-1 0,1-1,0 1,0 0,0-1,1 1,-1-1,1 0,-1 1,1-1,0 0,0 0,0 0,0-3,3-2,0-1,1 1,1-1,-1 1,2 0,-1 0,1 0,0 1,0 0,1 0,0 0,0 0,1 1,0 0,0 1,0 0,1-1,14-12,1 1,0 1,1 1,1 2,1 0,0 1,22-6,-47 17,1 0,-1 1,0-1,1 0,-1 1,1-1,-1 1,1 0,-1 0,1-1,0 1,-1 0,1 0,-1 0,1 1,-1-1,1 0,-1 0,1 1,-1-1,1 1,-1 0,1-1,-1 1,0 0,1 0,-1 0,0 0,0 0,0 0,0 0,1 0,-2 0,1 1,0-1,0 0,0 1,0-1,-1 0,1 1,-1-1,1 1,-1-1,0 1,1-1,-1 1,0 0,0-1,0 1,2 49,-3-42,0-1,1 0,0 1,0-1,1 1,0-1,0 0,1 0,0 0,1 0,-1 0,2 0,-1 0,1-1,0 0,1 0,-1 0,1 0,1-1,-1 0,1 0,1 1,13 3,-2-6</inkml:trace>
  <inkml:trace contextRef="#ctx0" brushRef="#br0" timeOffset="3010.02">4319 321,'0'0</inkml:trace>
  <inkml:trace contextRef="#ctx0" brushRef="#br0" timeOffset="3351.109">4628 80,'23'186,"15"154,-35-321,1-1,0 0,1 0,1 0,0 0,2-1,4 9,-9-21,1 0,-1 0,1 0,-1 0,1 0,1-1,-1 0,1 0,0 0,-1 0,2-1,-1 0,0 0,1 0,-1-1,1 0,0 0,0 0,0 0,0-1,0 0,0-1,0 1,4-1,1-2,1-1,0 0,-1-1,0 0,0-1,0 0,-1-1,1 0,-1 0,-1-1,1-1,-1 0,0 0,-1 0,0-1,0 0,-1-1,-1 0,1 0,-1 0,-1-1,0 0,1-3,-6 13,-1 1,1 0,0-1,0 1,0-1,0 1,0 0,0-1,0 1,0-1,0 1,0 0,0-1,0 1,0-1,1 1,-1 0,0-1,0 1,0 0,1-1,-1 1,0 0,0-1,1 1,-1 0,0-1,0 1,1 0,-1 0,0-1,1 1,-1 0,0 0,1 0,-1 0,1-1,-1 1,0 0,1 0,-1 0,1 0,-1 0,0 0,1 0,-1 0,1 0,-1 0,0 0,1 0,-1 1,1-1,-1 0,0 0,1 0,-1 0,0 1,1-1,-1 0,0 0,1 1,6 26,-6-22,0 1,0 3,0 0,0 1,1-1,0 0,0 0,1 0,1 0,-1-1,1 1,1-1,-1 0,2 0,-1 0,1-1,0 0,0 0,1 0,0-1,5 4,8-2</inkml:trace>
  <inkml:trace contextRef="#ctx0" brushRef="#br0" timeOffset="3639.337">5203 388,'-19'-9,"-5"-3</inkml:trace>
  <inkml:trace contextRef="#ctx0" brushRef="#br0" timeOffset="3919.589">4667 241,'-2'-4,"6"-2,16 0,20 1,24 2,24 1,18 1,8 1,-15 0</inkml:trace>
  <inkml:trace contextRef="#ctx0" brushRef="#br0" timeOffset="14923.904">3745 1685,'-4'0,"5"0,2 0</inkml:trace>
  <inkml:trace contextRef="#ctx0" brushRef="#br0" timeOffset="14206.3">604 1952,'14'31,"-1"0,-1 1,-2 0,-1 1,-1 0,-2 0,-2 1,0 6,9 20,-12-60,0 1,1-1,-1 1,0-1,0 0,0 0,1 1,-1-1,0 0,1 0,-1 0,0 0,0 0,1 0,-1-1,0 1,0 0,1-1,-1 1,0-1,0 1,0-1,0 1,0-1,0 0,0 0,0 1,0-1,0 0,0 0,0 0,0 0,-1 0,1 0,0 0,-1-1,1 1,-1 0,1 0,-1 0,0-1,1 1,-1 0,0 0,15-28,-1 0,-1-1,-2 0,0-1,-3 0,0-1,-2 0,1-32,0 215,-7-146,1-1,-1 1,1-1,1 1,-1-1,0 0,1 1,0-1,0 0,0 0,1 0,-1-1,1 1,0 0,0-1,0 0,0 0,1 0,-1 0,1 0,0-1,0 1,0-1,0 0,0 0,0-1,0 1,1-1,-1 0,1 0,-1-1,1 1,1-1,3-1,0-1,-1 0,1 0,-1-1,0 0,0-1,0 0,0 0,0-1,-1 0,0 0,0 0,0-1,-1 0,3-3,77-108,-63 85,-16 50,-8-10,1-1,0 1,0-1,1 1,0-1,1 1,-1-1,1 0,1 0,0 1,-1-2,2 1,-1 0,1-1,0 1,1-1,-1 0,1 0,1-1,-1 0,1 0,-1 0,2 0,-1-1,0 0,7 3,0-3,0-1,1 0,-1-1,1 0,-1-1,1-1,-1 0,1-1,-1 0,1-1,-1 0,0-1,0-1,0 0,0-1,-1 0,0-1,0-1,0 0,-1 0,0-1,0 0,-1-1,0 0,0-1,-1 0,-1-1,0 1,2-4,-8 11,0 0,0-1,0 1,-1-1,1 1,-1-1,1 0,-1 1,0-1,-1 0,1 0,-1 0,1 0,-1 0,-1 1,1-1,0 0,-1 0,0 0,0 0,0 1,0-1,-1 0,1 1,-1-1,0 1,0-1,0 1,0 0,-1 0,0 0,1 0,-1 1,0-1,0 1,0-1,-1 1,1 0,0 0,-1 1,0-1,1 1,-3-1,3 1,0 1,0 0,0 0,0 0,0 1,0-1,0 1,0-1,0 1,0 0,0 0,0 0,0 1,1-1,-1 1,1-1,-1 1,1 0,-1 0,1 0,0 0,0 0,0 1,0-1,0 1,1-1,-1 1,1 0,0-1,0 1,0 0,0 0,0 1,-1 1,1 1,-1-1,1 1,1 0,-1 0,1-1,0 1,0 0,1 0,-1 0,1-1,1 1,-1 0,1-1,0 0,0 1,2 1,3 2,1-1,1 0,-1-1,1 0,1 0,-1-1,1 0,0-1,1 0,-1 0,1-1,0-1,0 0,0 0,0-1,1-1,-1 0,1 0,-1-1,1 0,-1-1,9-2,-11 2,1 0,-1 0,0-1,0 0,0-1,0 0,-1 0,1-1,-1 0,1 0,-2-1,1 0,0-1,-1 0,0 0,0 0,-1-1,0 0,0 0,0-1,-1 0,0 0,-1 0,0 0,0-1,-1 0,0 1,2-10,2-23,-19 81,10-35,1 0,-1 0,1 0,0 0,1 0,-1 1,1-1,0 0,0 0,0 0,1 1,0-1,0 0,0 0,1 0,0 0,0 0,0-1,0 1,1-1,0 1,-1-1,2 0,-1 0,0 0,1 0,0-1,0 1,0-1,3 2,-1-3,-1-1,0 1,1-1,-1 0,1-1,-1 1,1-1,-1 0,1 0,-1-1,1 0,-1 0,1 0,-1-1,0 1,1-1,-1 0,0-1,0 0,-1 1,1-1,-1-1,1 1,-1-1,0 0,3-3,0 0,-1 0,0-1,-1 1,1-1,-2 0,1 0,-1-1,0 1,-1-1,0 0,0 0,-1 0,0 0,-1 0,1-7,-11-5,-8 42,14-15,1 0,-1 0,1 0,0 0,1 0,0 0,0 1,0-1,1 0,0 1,0-1,0 0,1 1,0-1,0 0,0 0,1 0,0 0,1 0,-1 0,1 0,0-1,0 1,1-1,-1 0,1 0,1 0,-1-1,1 1,-1-1,1 0,0 0,3 1,0-2,0 0,0 0,1-1,-1 0,1 0,-1-1,1 0,-1-1,1 0,0 0,-1-1,1 0,-1 0,1-1,-1 0,1-1,-1 0,0 0,0-1,-1 0,1 0,-1 0,0-1,0 0,0-1,-1 0,0 0,0 0,0-1,-1 0,0 0,0 0,-1 0,0-1,2-4,-5 10,0 0,-1 0,1 0,-1 0,1 0,-1 0,0 0,0 0,1 0,-1 0,-1 0,1 0,0 0,0 1,-1-1,1 0,-1 0,0 0,0-2,-10 34,11-24,0 0,0-1,1 1,0 0,0 0,0 0,1-1,0 1,0-1,0 1,1-1,-1 0,1 0,1 0,-1 0,1 0,0-1,0 1,0-1,0 0,1-1,-1 1,1-1,0 0,1 0,-1 0,0-1,1 0,-1 0,1 0,0-1,2 1,6 1,0 0,0-2,0 1,0-2,0 0,1 0,-1-2,0 1,0-2,-1 0,12-4,-22 6,-2 0,0 1,0-1,0 0,0 1,0-1,0 1,0 0,1-1,-1 1,0 0,0 0,0 0,1-1,-1 1,0 0,0 1,0-1,1 0,-1 0,0 1,0-1,0 0,0 1,0-1,0 1,1-1,-1 1,0 0,0-1,-1 1,1 0,0 0,0 0,0 0,0 0,-1 0,1 0,2 3,-1 0,1 0,0 0,0-1,0 1,1-1,-1 0,1 0,0 0,-1-1,1 1,1-1,-1 0,0 0,0 0,1-1,-1 1,1-1,-1 0,1 0,0-1,-1 0,1 1,0-2,-1 1,1 0,0-1,-1 0,1 0,-1 0,1-1,-1 1,1-1,-1 0,0-1,0 1,2-1,-1 0,1 0,-1-1,0 0,0 0,0 0,0 0,-1-1,0 0,0 0,0 0,0-1,-1 1,0-1,0 1,-1-1,1 0,-1 0,-1 0,1-1,-1 1,0 0,0-1,-1 1,0-1,0 1,0 0,-1-1,0 1,0 0,-1-1,0 1,0 0,0 0,-1 0,0 1,0-1,0 1,-3-4,4 6,-1 0,0 0,0 0,0 0,0 0,0 1,-1-1,1 1,-1 0,0 0,1 0,-1 1,0-1,0 1,0 0,0 0,0 0,0 1,-1-1,1 1,0 0,0 0,0 1,0-1,0 1,0 0,-1 0,2 0,-1 0,0 1,0 0,0 0,1 0,-1 0,1 0,-1 1,1 0,0-1,-2 4,0-1,1-1,0 1,1 0,-1 1,1-1,0 1,0-1,1 1,-1 0,1 0,1 0,-1 0,1 0,0 1,0-1,1 0,0 1,0-1,1 0,-1 0,1 1,1-1,0 4,11 21</inkml:trace>
  <inkml:trace contextRef="#ctx0" brushRef="#br0" timeOffset="14742.358">3224 2233,'1'-44,"-2"1,-2 0,-2 0,-10-40,15 82,-1 0,1 0,0 0,0 0,-1 0,1 0,0 0,0 0,0-1,0 1,0 0,0 0,0 0,0 0,1 0,-1 0,0 0,1 0,-1 0,0 0,1 0,-1 0,1 0,0 1,-1-1,1 0,0 0,-1 0,1 1,0-1,0 0,0 1,0-1,0 1,0-1,0 1,0-1,0 1,0 0,0-1,0 1,0 0,0 0,0 0,0 0,0 0,0 0,0 0,0 0,0 0,0 0,0 1,0-1,0 0,0 1,1 0,4-1,7-2,1 2,-1-1,1 2,-1 0,0 1,1 0,-1 1,0 0,0 1,-1 1,1 0,-1 0,8 6,-16-7,0 1,0 1,0-1,-1 0,0 1,0 0,0 0,0 0,-1 0,0 0,-1 0,1 1,-1-1,0 1,-1-1,0 1,0-1,0 1,-1-1,0 2,0 0,1 1,0-1,1 1,0-1,0 1,0-1,1 1,1-1,-1 0,1 0,1 1,0-5,1 0,-1 0,1-1,0 0,0 0,0 0,1 0,-1-1,1 0,-1 0,1-1,0 1,0-1,0 0,0-1,-1 0,1 1,0-2,0 1,0-1,0 0,0 0,-1-1,1 1,0-1,-1 0,1-1,-1 0,3-1,2-2,0 0,-1-1,1 0,-2-1,1 1,-1-2,0 1,-1-1,0 0,0-1,-1 0,0 0,-1 0,0-1,0 1,-1-1,-1 0,0 0,0-1,-1 1,-1-1,0 1,0-3,-9 30,5-3,0 1,1-1,1 1,0-1,0 1,2-1,0 1,0-1,1 1,1-1,0 0,1 0,-3-10,0-1,0 1,1-1,-1 0,0 1,1-1,-1 0,1 0,0 0,0 0,-1 0,1-1,1 1,-1-1,0 1,0-1,1 0,-1 1,0-1,1 0,-1-1,1 1,-1 0,1-1,0 1,-1-1,1 0,-1 0,1 0,0 0,-1-1,1 1,0-1,-1 1,1-1,-1 0,1 0,-1 0,0 0,1-1,16-10</inkml:trace>
  <inkml:trace contextRef="#ctx0" brushRef="#br0" timeOffset="15763.66">4025 2099,'41'-15,"-2"-1,0-3,-1-1,-1-2,28-22,-31 7,-33 36,-1 0,1 1,-1-1,1 0,-1 0,1 0,-1 1,0-1,1 0,-1 0,0 0,0 0,0 0,0 0,0 0,0 0,0 0,0 0,0 1,0-1,0 0,-1 0,1 0,0 0,0 0,-1 0,1 1,-1-1,1 0,-1 0,1 0,-1 1,0-1,1 0,-1 1,0-1,1 1,-1-1,0 1,0-1,0 1,1-1,-1 1,0 0,0-1,0 1,0 0,0 0,0 0,-6-1,0 0,0 1,1 0,-1 1,0-1,1 1,-1 0,0 1,1 0,-1 0,1 0,0 1,0 0,0 0,0 1,1-1,-1 1,1 0,0 1,0-1,0 1,1 0,-1 1,1-1,1 1,-1-1,0 2,2-1,-1 0,1 1,0-1,1 0,0 1,0-1,0 1,1-1,-1 1,2 0,-1-1,1 1,0-1,0 1,1-1,0 0,0 1,0-1,1 0,0 0,0-1,0 1,1-1,0 1,0-1,1 0,-1-1,1 1,0-1,0 0,0 0,1 0,-1-1,1 0,5 2,16 7,1-1,1-2,0-1,0-1,0-1,1-2,0-1,0-1,0-2,0 0,1-3,73-7,-12-5</inkml:trace>
  <inkml:trace contextRef="#ctx0" brushRef="#br0" timeOffset="6844.824">9587 522,'-14'3,"-1"1,1 1,0 1,0 0,1 0,0 1,0 1,0 0,1 1,0 0,1 1,-6 7,15-17,1 1,0 0,0 0,-1 0,1 0,0 0,0 0,0 0,0 0,0 1,0-1,0 0,1 1,-1-1,0 1,1-1,-1 0,1 1,-1-1,1 1,0 0,0-1,0 1,0-1,0 1,0-1,0 1,0-1,0 1,1-1,-1 1,1-1,-1 1,1-1,0 1,-1-1,1 0,0 1,0-1,0 0,0 0,0 0,0 1,0-1,1 0,-1-1,0 1,1 0,-1 0,0 0,1-1,1 1,7 1,0-1,0 0,1 0,-1-1,0-1,1 1,-1-2,0 1,0-2,0 1,0-1,0-1,0 0,-1 0,0-1,0 0,0-1,-1 0,1 0,-1 0,-1-1,1-1,4-6,-1-5,0 0,-2-1,-1 0,0 0,-1-1,-2 1,0-2,-1 1,-1 0,-1-1,-1 0,-1-14,0 35,3-43,-2 0,-1-1,-3 1,-4-18,-14 14,21 47,-1 1,0 0,0 0,0 0,0 0,0 0,0 0,0 0,1 0,-1 0,0 0,0 1,0-1,0 0,0 1,1-1,-1 0,0 1,0-1,1 1,-1 0,0-1,1 1,-1-1,0 1,1 0,-1-1,1 1,-1 0,1 0,-1 0,1-1,0 1,-1 0,1 0,0 0,-6 16,0-1,2 1,0 0,0 1,2-1,0 1,1-1,1 1,1-1,1 4,-1 8,1 0,2 0,1 0,2-1,0 1,2-1,1-1,1 0,2 0,0-2,2 1,1-2,0 0,2 0,18 16,-30-33,0-1,1 1,0-2,0 1,0-1,1 0,0 0,0-1,0 0,1 0,-1-1,1 0,0-1,0 0,0 0,0-1,0 0,0-1,0 0,1 0,-1-1,0 0,0-1,0 0,0 0,-1-1,1 0,-1 0,1-1,-1 0,6-4,-5 0,0 0,-1 0,0-1,0 0,-1 0,0-1,-1 0,0 0,0-1,-1 0,0 0,-1 0,-1 0,1-1,-2 1,0-1,0 0,0-10,-2 19,0 0,0 0,0 0,0 0,-1 0,1 0,-1 0,0 0,1 0,-1 0,-1 0,1 0,0 0,-1 1,1-1,-1 1,0-1,0 1,0-1,0 1,0 0,-1 0,1 0,-1 1,1-1,-1 0,0 1,1-1,-1 1,0 0,0 0,0 0,0 1,0-1,0 1,0-1,0 1,0 0,0 0,0 1,0-1,0 0,0 1,0 0,0 0,0 0,-2 1,2-1,0 1,0-1,0 1,0 0,1 0,-1 0,0 1,1-1,0 1,-1-1,1 1,0 0,0 0,1 0,-1 0,1 0,-1 0,1 0,0 1,0-1,0 0,1 1,-1-1,1 1,0-1,0 1,0-1,0 0,1 2,0 4,1-1,0 0,0 0,1 0,0-1,0 1,1 0,0-1,0 0,1 0,5 6,11 8,0-1,2-1,1-1,0-1,1-2,0 0,2-1,-1-2,2 0,22 5,31 10</inkml:trace>
  <inkml:trace contextRef="#ctx0" brushRef="#br0" timeOffset="5068.536">7662 147,'7'23,"2"19,-1 13,-1 9,-4 3,-5-1,-7-5,-2-9,-1-10,2-12</inkml:trace>
  <inkml:trace contextRef="#ctx0" brushRef="#br0" timeOffset="5647">7635 108,'-3'-11,"1"8,1 0,-1 1,1-1,0 0,0 0,0 0,1 0,-1 0,1 0,-1 0,1 0,0 0,0 0,0 0,1 0,-1 0,1 0,0 0,-1 0,1 0,1 0,-1 0,0 0,1 1,-1-1,1 1,0-1,1 0,4 0,1 1,0-1,0 2,-1-1,1 1,0 0,0 1,0 0,0 0,0 1,0 0,0 0,8 3,4-1,0 0,-1 2,1 0,-1 1,0 1,0 0,-1 2,0 0,0 1,-1 1,0 0,-1 2,-1 0,11 11,-24-21,1 0,-1 0,0 0,0 1,0-1,-1 1,1-1,-1 1,0-1,0 1,0 0,0 0,0 0,-1 0,0-1,0 1,0 0,0 0,-1 0,0 0,1 0,-1-1,0 1,-1 0,1-1,-1 1,0-1,0 1,0-1,0 0,0 0,-1 0,1 0,-14 11,0-2,-1 1,0-2,-1-1,0 0,0-1,-1-1,0 0,-1-2,1 0,-1-1,-1-1,1-1,-8-1,12 1,1-1,-1 0,0-2,0 1,0-2,-11-2,28 3,-1 0,0 0,0 0,0 0,0 0,1 0,-1 0,0 0,0-1,0 1,0 0,0 0,0 0,1 0,-1 0,0-1,0 1,0 0,0 0,0 0,0 0,0-1,0 1,0 0,0 0,0 0,0 0,0-1,0 1,0 0,0 0,0 0,0-1,0 1,0 0,0 0,0 0,0 0,0-1,0 1,22-3,-7 4,-1 2,0 0,1 0,-1 1,-1 1,1 0,-1 1,0 1,0 0,0 1,-1 0,0 0,-1 2,0-1,-1 2,0-1,0 1,7 11,38 33,-41-42,1-1,0-1,0 0,1-1,1-1,17 8,-28-15,0 1,0-1,0 0,0 0,1-1,-1 0,1 0,-1-1,1 1,0-1,-1-1,1 1,-1-1,1 0,-1-1,0 1,1-1,-1-1,0 1,0-1,3-2,-4 1,-1-1,0 1,0 0,-1-1,1 0,-1 0,0 0,-1 0,1-1,-1 1,0-1,0 0,0 1,-1-1,0 0,0 0,-1 0,0 0,0 0,0 0,0 1,-1-1,0 0,-1 0,1 0,-1 1,0-1,0 1,-1-1,1 1,-1 0,-1 0,1 0,-1 0,1 1,-1-1,-1 1,1 0,-1 0,0 0,4 3,0 0,0 0,0 0,0 1,0-1,0 0,0 1,0-1,0 0,0 1,0-1,0 1,-1 0,1-1,0 1,0 0,0 0,-1 0,1 0,0 0,0 0,-1 0,1 0,0 0,0 0,0 1,-1-1,1 1,0-1,0 1,0-1,0 1,0 0,0-1,0 1,0 0,0 0,0 0,0 0,1-1,-1 1,0 0,0 1,1-1,-1 0,1 0,-1 0,1 0,0 0,-1 1,1-1,0 0,0 0,0 0,-1 1,1 3,0 1,1-1,-1 1,1-1,0 0,0 1,0-1,1 0,0 0,0 0,0 0,1 0,0-1,-1 1,2-1,-1 1,0-1,1 0,3 2,85 61,-66-54,1-1,0-2,1 0,0-2,27 4,1-3</inkml:trace>
  <inkml:trace contextRef="#ctx0" brushRef="#br0" timeOffset="6124.75">8758 548,'-6'-8,"1"1,-1-1,0 1,-1 0,0 0,0 1,0 0,-1 0,0 1,0 0,0 0,-1 1,1 0,-1 0,0 1,0 1,-1-1,1 1,0 1,-1 0,1 0,-1 1,1 0,-1 0,1 1,-1 1,0 0,8-2,0 0,0 1,0-1,1 1,-1 0,0-1,1 1,-1 0,1 0,-1 0,1 0,-1 0,1 0,0 0,-1 1,1-1,0 0,0 1,0-1,0 1,0-1,0 1,0 0,1-1,-1 1,1 0,-1-1,1 1,-1 0,1 0,0 0,0-1,0 1,0 0,0 0,0 0,1-1,-1 1,1 0,-1 0,1-1,0 1,-1 0,1-1,0 1,0-1,0 1,1 1,8 3,0 0,0 0,0 0,1-1,-1-1,1 0,0 0,1-1,-1-1,0 0,1 0,8-1,96 7,-112-6,-1-1,1 0,-1 1,1-1,-1 1,1 0,-1 0,0 1,0-1,0 0,0 1,-1 0,1 0,-1 0,1 0,-1 0,0 0,0 1,-1-1,1 1,-1-1,1 1,-1 0,0-1,-1 1,1 0,-1 0,1 0,-1-1,0 1,-1 0,1 0,-1 2,4 16,17 111,-3-32,-5 1,-1 89,-11-174,-1-1,-1 1,0 0,-1-1,-1 0,-2 8,4-19,0-1,1 1,-1-1,-1 1,1-1,-1 0,1 0,-1 0,0 0,-1 0,1 0,-1-1,0 0,1 0,-1 0,-1 0,1-1,0 1,-1-1,1 0,-1 0,1-1,-5 1,5-1,-1 0,1-1,-1 0,0 0,1-1,-1 1,0-1,1 0,-1 0,1 0,0-1,-1 0,1 0,0 0,0 0,0 0,0-1,1 0,-1 0,1 0,-1 0,1 0,0-1,0 0,0 1,1-1,0 0,-3-4,-3-8,1 1,0-1,1-1,1 1,1-1,0 0,0-4,-1-21,1 0,2 0,3-40,-1 79,-1 1,1 0,0-1,0 1,0 0,0 0,0-1,0 1,1 0,-1-1,1 1,0 0,-1 0,1 0,0 0,0 0,0 0,1 0,-1 0,0 0,1 0,-1 1,1-1,0 0,-1 1,1-1,0 1,0 0,0 0,0 0,0 0,0 0,1 0,-1 0,97 4,-61 0</inkml:trace>
  <inkml:trace contextRef="#ctx0" brushRef="#br0" timeOffset="4181.892">5978 509,'0'16,"0"11,0 10,0 3,0 1,0-3,0-5,0-8</inkml:trace>
  <inkml:trace contextRef="#ctx0" brushRef="#br0" timeOffset="4454.634">5884 254,'17'-4,"1"0,0 2,0 0,0 1,0 0,0 2,0 0,0 1,0 1,0 1,-1 0,1 1,-1 1,0 0,-1 2,0 0,0 1,0 0,-1 1,-1 1,0 0,12 13,-18-11,-1 0,0 0,-1 1,0-1,-2 1,1 1,-2-1,0 1,0-1,-2 1,1 0,-2 0,0 0,-2 10,3 24,-2-46,1 0,-1 1,1-1,0 0,0 0,1 1,-1-1,0 0,1 0,0 0,0 0,0 0,0 0,1 0,-1 0,1 0,0 0,-1 0,1-1,0 1,1-1,-1 0,0 1,1-1,-1 0,1-1,0 1,0 0,0-1,-1 1,1-1,1 0,-1 0,0 0,0 0,0-1,2 1,4-3,-1-1,0 0,-1 0,1-1,0 0,-1 0,0-1,0 0,0 0,-1-1,0 1,0-1,0-1,-1 1,0-1,0 0,0 0,-1-1,0 1,-1-1,1 0,0-6,19-78,-24 93,1-1,0 1,0-1,0 0,-1 1,1-1,0 0,0 1,-1-1,1 0,0 1,-1-1,1 0,0 0,-1 1,1-1,-1 0,1 0,0 0,-1 1,1-1,-1 0,1 0,0 0,-1 0,1 0,-1 0,1 0,-1 0,1 0,-1 0,1 0,0 0,-1 0,1-1,-1 1,1 0,0 0,-1 0,1-1,-1 1,1 0,0 0,-1-1,1 1,0 0,0-1,-1 1,1 0,0-1,0 1,-1 0,1-1,0 1,0-1,0 1,0 0,-1-1,-1 6,0 0,0 1,1-1,0 0,-1 1,2-1,-1 1,1-1,0 1,0-1,0 1,1-1,0 1,0-1,0 0,0 1,1-1,0 0,1 0,-1 0,1 0,-1 0,2-1,-1 1,0-1,1 0,0 0,0 0,0 0,0-1,1 0,-1 0,1 0,0 0,0-1,0 0,0 1,44 17,-1-6</inkml:trace>
  <inkml:trace contextRef="#ctx0" brushRef="#br0" timeOffset="16442.514">7141 1551,'-10'-1,"0"0,0 1,-1 0,1 1,0 0,0 0,0 1,1 1,-1-1,0 2,1-1,0 2,-1-1,2 1,-1 0,1 1,-6 4,-2 3,1 0,1 1,0 1,0 0,2 1,0 0,1 1,-3 7,4-6,1 0,1 1,0 1,1-1,2 1,-2 9,5-21,1 0,0 0,0 0,1 1,0-1,0 0,1 0,0 0,0 1,1-1,0 0,1-1,0 1,0 0,0-1,1 1,2 1,-3-5,0 0,0 0,1 0,0 0,0-1,0 0,0 0,0 0,0 0,1-1,0 0,-1 0,1 0,0 0,0-1,0 1,0-1,0-1,0 1,0-1,1 0,-1 0,0 0,0-1,0 0,0 0,0 0,0 0,1-1,8-3,0 0,0-2,-1 1,1-1,-2-1,1-1,-1 1,0-2,5-5,1-4,0-1,-2-1,0 0,-1-1,-2 0,0-2,-1 1,-2-1,0-1,-1 0,-2 0,-1-1,-1 0,-1 0,-1 0,-1-1,-1 1,-2 0,-2-13,-25-47,26 84,1-1,0 1,-1 0,1 0,-1-1,0 1,0 1,0-1,0 0,0 0,0 1,0-1,-1 1,1-1,0 1,-1 0,1 0,-1 0,0 1,1-1,-1 0,1 1,-1 0,0 0,0 0,1 0,-1 0,0 0,1 1,-1-1,-2 1,0 2,-1-1,1 1,0 0,0 0,0 0,0 1,1-1,0 1,-1 1,1-1,1 0,-1 1,1 0,-1 0,2 0,-1 0,0 0,-1 5,-24 106,26-89,1-1,1 1,1 0,2 0,0-1,2 1,1-1,1 0,2-1,5 12,11 20,3 0,2-2,34 45,-11-29,-35-50</inkml:trace>
  <inkml:trace contextRef="#ctx0" brushRef="#br0" timeOffset="16709.327">7542 1952,'0'4,"0"12,-2 11,-4 13,-2 8,0 6,1 2,2-2,2-7,3-9,2-12</inkml:trace>
  <inkml:trace contextRef="#ctx0" brushRef="#br0" timeOffset="17203.006">8036 1711,'-13'9,"0"0,1 1,0 1,1 0,0 0,0 1,1 0,1 1,0 0,1 0,1 1,0 0,0 1,1 0,1-1,1 2,0-1,1 0,1 1,0 0,1-1,0 2,1-12,0 1,0-1,1 1,-1-1,1 0,0 1,1-1,-1 0,1 0,0 0,0 0,1 0,-1 0,1 0,0-1,0 0,1 1,-1-1,1 0,0-1,0 1,0-1,1 0,-1 0,1 0,0 0,0-1,0 0,0 0,0 0,0-1,0 1,1-1,-1-1,1 1,0-1,3 0,-1-2,0 1,0-1,0 0,0-1,0 0,0 0,0-1,-1 0,0 0,0-1,0 0,0 0,-1 0,0-1,0 0,5-7,2-3,0-1,-1-1,-1 0,-1 0,0-1,4-14,-3 0,-1-1,-2 0,-1 0,-2 0,-1-1,-2 0,-2 1,0-1,-4-16,2 38,0 0,0 0,-1 0,-1 1,0-1,-1 1,0 0,-6-9,10 18,-1 0,0 0,0 0,0 0,0 0,-1 1,1-1,0 1,-1 0,0 0,0 0,0 0,1 0,-2 1,1-1,0 1,0 0,0 0,-1 0,1 0,0 0,-1 1,1-1,-1 1,1 0,-1 0,1 1,0-1,-1 1,1-1,-1 1,1 0,0 0,0 1,-1 0,-4 3,0 1,1 1,0-1,1 1,-1 0,1 1,1 0,-1 0,1 0,1 0,-1 1,2 0,-1 0,1 0,0 0,1 0,0 1,1-1,0 1,0-1,1 1,1 7,-1 14,2-1,2 1,0-1,2 0,2-1,0 1,2-1,1-1,2 0,0 0,2-2,1 0,1 0,1-2,1 0,1-1,2-1,10 9,-18-19,0 0,1 0,0-2,1 0,0 0,1-2,-1 0,2-1,-1 0,13 2,19-11,-35-4</inkml:trace>
  <inkml:trace contextRef="#ctx0" brushRef="#br0" timeOffset="17481.785">8531 2126,'4'17,"0"0,1-1,1 1,1-1,0 0,1-1,7 12,-14-26,0 1,1-1,-1 0,0 1,0-1,1 0,-1 0,0 0,1 0,-1 0,1 0,-1 0,1 0,0 0,-1-1,1 1,0-1,0 1,-1-1,1 0,0 0,0 0,0 0,-1 0,1 0,0 0,0-1,-1 1,1 0,0-1,0 0,-1 1,1-1,-1 0,1 0,0 0,-1 0,0 0,1 0,-1 0,0 0,1-1,-1 0,46-66,-43 59,0 0,0 0,-1 0,0-1,-1 1,0-1,0 1,-1-1,-1 1,1-1,-1 0,-1 0,0 1,0-1,-1 0,0 1,-1 0,0-1,-4-7,5 15,1 0,-1-1,0 1,0 0,1 0,-1 1,-1-1,1 0,0 1,0-1,-1 1,1 0,0 0,-1 0,0 0,1 0,-1 0,1 1,-1-1,0 1,1 0,-1 0,0 0,0 0,1 0,-1 0,0 1,1 0,-1-1,1 1,-1 0,1 0,-1 0,-1 1,-3 2,1 0,-1 1,1-1,-1 1,1 1,1-1,-1 1,1 0,0 0,0 0,-1 3,1 1,0 0,0 0,0 0,2 0,-1 1,1-1,1 1,0 0,0 0,1 0,1 0,0 0,0 0,1 0,0 0,1 0,0 0,2 2,11 28</inkml:trace>
  <inkml:trace contextRef="#ctx0" brushRef="#br0" timeOffset="17810.906">9146 1391,'13'-5,"12"4,6 8,7 14,4 18,3 18,2 15,-1 15,-6 12,-10 9,-11 5,-22 1,-28-3,-33-7,-38-7,-38-9,4-19</inkml:trace>
  <inkml:trace contextRef="#ctx0" brushRef="#br0" timeOffset="18223.823">6699 1417,'-16'0,"-14"5,-11 8,-10 13,-6 20,-1 24,3 26,12 24,18 22,26 12,34 1,36-6,28-13,-2-30</inkml:trace>
  <inkml:trace contextRef="#ctx0" brushRef="#br0" timeOffset="42840.04">5671 3503,'16'-17,"100"-231,-116 247,1-1,-1 0,0 1,1-1,0 1,-1-1,1 0,0 1,0 0,0-1,0 1,0-1,0 1,0 0,1 0,-1 0,0 0,1 0,-1 0,1 0,-1 0,1 0,-1 1,1-1,0 1,-1-1,1 1,0 0,-1-1,1 1,0 0,-1 0,1 0,0 0,-1 1,1-1,0 0,-1 1,1-1,0 1,-1-1,1 1,0 1,12 10,0 1,-1 1,-1 0,0 1,-1 0,8 16,15 52,-34-81,1 0,0 0,-1 1,0-1,1 0,-1 1,0-1,0 0,0 1,-1-1,1 0,-1 0,1 1,-1-1,0 0,1 0,-1 0,0 1,-1-1,1 0,0-1,0 1,-1 0,1 0,-1 0,0-1,1 1,-1-1,0 0,0 1,0-1,0 0,0 0,0 0,-1 0,1 0,-47-10,39 3</inkml:trace>
  <inkml:trace contextRef="#ctx0" brushRef="#br0" timeOffset="43582.055">6285 3235,'-5'1,"-1"1,1-1,0 1,0 0,0 0,0 0,1 1,-1 0,1 0,-1 0,1 0,0 1,0 0,0 0,1 0,-1 0,1 0,0 1,0-1,1 1,-1 0,1 0,0 0,1 0,-1 0,1 1,0-1,0 0,0 1,1-1,0 0,0 1,0-1,1 0,0 1,0-1,0 0,1 1,0-1,0 0,0 0,0-1,1 1,0 0,0-1,0 1,0-1,1 0,-1 0,1-1,3 3,0-2,-1 1,1-2,0 1,1-1,-1 0,1-1,-1 1,1-2,0 1,-1-1,1 0,0-1,0 1,0-2,0 1,0-1,0 0,-1-1,1 0,0 0,-1 0,0-1,1-1,-1 1,0-1,-1 0,1 0,-1-1,0 0,0 0,0-1,0 0,-1 1,0-2,-1 1,1-1,1-4,1-4,0-1,-2-1,0 1,0-1,-2 0,0 0,-1-1,-1 1,0 0,-2-1,0 1,0 0,-3-8,-10-26,14 51,-1 0,1-1,0 1,0 0,-1-1,1 1,0 0,0-1,0 1,0 0,0-1,-1 1,1 0,0-1,0 1,0-1,0 1,0 0,0-1,0 1,0 0,0-1,0 1,1-1,-1 1,0 0,0-1,0 1,0 0,0-1,1 1,-1 0,0-1,0 1,1 0,-1 0,0-1,0 1,1 0,-1 0,0-1,1 1,-1 0,0 0,1 0,-1 0,0 0,1-1,-1 1,1 0,-1 0,0 0,1 0,-1 0,0 0,1 0,26 7,-13-3,46 6,0-3,0-3,17-2,-26 0,-41-2,-7-1,0 1,1-1,-1 1,0 0,1 0,-1 0,0 0,1 1,-1 0,0-1,1 1,-1 0,0 0,0 1,0-1,0 1,0 0,0-1,0 1,-1 0,1 1,-1-1,1 0,-1 1,0 0,0-1,1 2,-3 4,1 0,-1 1,0-1,0 1,-1-1,-1 0,1 0,-1 0,-1 0,0 2,-8 41,10-47,1 1,0-1,0 0,0 1,1-1,-1 1,1-1,0 0,0 1,0-1,1 0,0 0,0 0,0 0,0 0,0 0,1-1,0 1,0-1,0 0,0 1,0-2,1 1,-1 0,1-1,0 1,-1-1,1 0,0 0,0 0,1-1,-1 0,0 0,1 0,-1 0,0 0,1-1,2 0,2 0,0 0,0-1,0 0,0 0,0-1,0-1,0 1,0-1,0-1,-1 0,0 0,0 0,0-1,0 0,-1-1,0 0,0 0,0 0,-1-1,0 0,0 0,-1-1,0 0,0 0,-1 0,0 0,0-1,-1 1,0-1,1-6,-7 25,1-1,0 1,1 0,0-1,1 1,0 0,0 0,1 0,0-1,1 1,0 0,0-1,1 0,3 8,-2-11,0 0,0 0,0 0,1-1,-1 0,1 1,0-2,1 1,-1-1,1 1,0-2,0 1,2 0,17 7</inkml:trace>
  <inkml:trace contextRef="#ctx0" brushRef="#br0" timeOffset="43846.289">7274 2874,'5'12,"1"3</inkml:trace>
  <inkml:trace contextRef="#ctx0" brushRef="#br0" timeOffset="44408.32">7742 3008,'-20'-2,"0"1,-1 1,1 0,0 2,-1 0,1 2,0 0,1 1,-1 1,1 1,-16 8,32-14,-1-1,1 1,0 0,0 1,0-1,0 0,0 1,1 0,-1-1,0 1,1 0,-1 1,1-1,0 0,0 1,0-1,0 1,0 0,0-1,1 1,-1 0,1 0,0 0,0 0,0 0,0 0,1 1,-1-1,1 0,0 0,0 1,0-1,0 0,0 0,1 0,0 1,-1-1,1 0,1 2,8 4,0 0,1 0,0-1,0-1,1 1,0-2,0 0,1 0,-1-1,1-1,1 0,8 5,14 4,-22-9,0 1,0 1,0 0,-1 1,1 0,11 9,-24-15,0 0,0 0,0 0,0 0,0 0,0 1,-1-1,1 0,0 0,0 1,-1-1,1 0,-1 1,1-1,-1 1,0-1,0 0,1 1,-1-1,0 1,0-1,0 1,-1-1,1 1,0-1,0 0,-1 1,1-1,-1 1,1-1,-1 0,0 1,0-1,1 0,-1 0,0 0,0 0,0 1,0-1,0-1,0 1,-1 0,1 0,-55 37,38-29,1-1,-1-1,-1 0,1-2,-1 0,0-1,-14 1,32-5,-1 1,1-1,0 1,0-1,0 0,0 1,0-1,-1 0,1 0,0 0,0 0,0 0,-1 0,1 0,0 0,0-1,0 1,-1 0,1-1,0 1,0-1,0 1,0-1,0 1,0-1,0 0,0 0,0 1,0-1,1 0,-1 0,0 0,0 0,1 0,-1 0,1 0,-1 0,1 0,-1 0,1-1,-1 1,1 0,0 0,0 0,0-1,0 1,0 0,0-1,4-4,2-1,-1 1,0 0,1 0,0 0,1 1,-1 0,1 0,0 1,0 0,1 0,-1 0,1 1,-1 0,6 0,158-36,-136 34,-1-1,0-2,0-2,6-3,-29 10,0-2,0 1,-1-1,0-1,0 0,0 0,-1-1,1 0,-2-1,1 0,-1 0,0-1,-1 0,0 0,3-8,-9 16,0-1,0 1,0-1,-1 0,1 1,-1-1,1 0,-1 1,0-1,1 0,-1 1,0-1,0 0,0 0,-1 1,1-1,0 0,-1 1,1-1,-1 0,1 1,-1-1,0 0,0 1,1-1,-1 1,0 0,-1-1,1 1,0 0,0 0,0-1,-1 1,1 0,-1 0,1 0,-1 1,1-1,-1 0,1 0,-2 0,-74-4,73 5,0 0,0 1,0 0,1 0,-1 0,0 1,0-1,1 1,-1 0,1 0,-1 0,1 1,0-1,0 1,0-1,0 1,0 0,1 0,-1 1,1-1,0 0,0 1,0-1,0 1,1 0,-1 0,1-1,0 1,0 0,1 0,-1 0,1 0,0 0,0 0,0 0,0 0,1 0,0 3,5 4,0 1,0-1,1-1,1 1,0-1,0 0,1-1,0 0,1-1,0 0,0 0,1-1,0 0,0-1,1 0,10 3,11 6,1-1,0-2,1-1,1-2,5 0,19 0</inkml:trace>
  <inkml:trace contextRef="#ctx0" brushRef="#br0" timeOffset="51086.559">9186 3329,'19'-10,"-2"-1,1-1,-1-1,-1 0,0-1,-1-1,-1 0,0-1,-1 0,-1-1,0-1,-2 0,0-1,4-9,2-11,-2 0,-2 0,-1-2,-2 1,-2-1,2-35,-9 6,0 70,0 0,0-1,0 1,-1-1,1 1,0 0,0-1,-1 1,1 0,0-1,0 1,-1 0,1-1,-1 1,1 0,0 0,-1-1,1 1,0 0,-1 0,1 0,-1 0,1 0,-1-1,1 1,0 0,-1 0,1 0,-1 0,1 0,-1 0,1 0,-1 0,1 1,0-1,-1 0,1 0,-1 0,1 0,0 1,-1-1,1 0,-1 0,1 1,0-1,-1 0,1 0,0 1,0-1,-1 0,1 1,0-1,0 1,-1-1,1 0,0 1,0-1,0 1,0-1,0 1,-1-1,1 0,0 1,0-1,0 1,0-1,0 1,1-1,-16 26,2 1,2 1,0 0,2 0,1 1,-1 8,4-17,1 0,1 0,1 1,1-1,1 19,0-32,1 0,-1 0,2 0,-1 0,1 0,0 0,0-1,1 1,0-1,0 1,1-1,0 0,0-1,0 1,1-1,-1 1,1-1,6 4,-1-3,1 0,0 0,0-1,1 0,0-1,0-1,0 1,0-2,0 0,1 0,-1-1,8-1,37 1</inkml:trace>
  <inkml:trace contextRef="#ctx0" brushRef="#br0" timeOffset="51451.1">9935 3128,'1'-2,"1"-1,-1 0,0 1,0-1,0 0,-1 0,1 0,-1 1,1-1,-1 0,0 0,0 0,0 0,0 0,-1 0,1 1,-1-1,0 0,0 0,0 0,0 1,0-1,-1 1,1-1,-1 1,1-1,-1 1,0 0,0 0,0 0,0 0,-1 0,1 0,0 1,-1-1,1 1,-1-1,0 1,1 0,-1 0,0 0,0 1,0-1,1 1,-4-1,0 0,1-1,-1 1,0 0,0 0,0 1,1 0,-1 0,0 0,0 1,0 0,1 0,-1 0,0 1,1 0,-1 0,1 0,0 1,-1-1,1 1,0 1,1-1,-1 1,1 0,-1 0,1 0,1 0,-1 1,0-1,1 1,0 0,0 0,1 1,-1-1,1 0,0 1,0 3,2-6,0 0,0 0,1 0,-1 1,1-1,0 0,0 0,0 0,0 0,1-1,-1 1,1 0,-1 0,1-1,0 1,0-1,1 0,-1 1,0-1,1 0,-1 0,1-1,0 1,-1 0,1-1,0 0,1 1,85 17,-85-19,0 0,0-1,0 1,0-1,0 1,0-1,0 0,-1-1,1 1,0-1,-1 0,1 1,-1-1,0-1,1 1,-1-1,0 1,0-1,-1 0,1 0,-1 0,1 0,-1 0,0-1,0 1,0-1,-1 1,1-1,-1 0,0 0,0 1,0-1,-1 0,1 0,-1 0,0 0,0 0,0 0,-1 0,1 0,-1 0,3 29,1-19,0 0,1-1,-1 1,1-1,0 0,0 0,0 0,1-1,0 1,0-1,0 0,0 0,1-1,-1 0,1 0,0 0,0-1,3 1,116 23,-65-24,-5-2</inkml:trace>
  <inkml:trace contextRef="#ctx0" brushRef="#br0" timeOffset="34845.117">69 3089,'-5'22,"-1"20,0 15,2 13,0 7,0 2,0-3,1-10,-2-12,1-12,0-14</inkml:trace>
  <inkml:trace contextRef="#ctx0" brushRef="#br0" timeOffset="35062.528">1 3128,'5'16,"8"12,11 11,13 5,11 4,10 1,3-1,0-4,-5-3,-10-6,-13-5,-12-7</inkml:trace>
  <inkml:trace contextRef="#ctx0" brushRef="#br0" timeOffset="35304.882">523 3008,'0'5,"0"8,2 11,1 12,3 13,-1 10,0 10,-2 6,-1 4,0-2,-2-5,0-11,0-14</inkml:trace>
  <inkml:trace contextRef="#ctx0" brushRef="#br0" timeOffset="35776.148">763 3596,'-8'-32,"2"0,1-1,1 1,2-1,1-16,1 48,-1-1,1 0,0 1,0-1,0 0,0 0,0 1,0-1,0 0,1 1,-1-1,1 1,-1-1,1 0,0 1,-1-1,1 1,0 0,0-1,0 1,0 0,0-1,1 1,-1 0,0 0,0 0,1 0,-1 0,1 0,-1 0,1 1,-1-1,1 0,-1 1,1 0,0-1,-1 1,2 0,15 0,0 2,-1 0,1 1,0 1,-1 0,11 5,-6-2,-17-6,102 42,-103-41,-1 0,0 0,0 0,-1 1,1-1,0 1,-1 0,1 0,-1-1,0 2,0-1,0 0,-1 0,1 0,-1 1,1-1,-1 1,0-1,0 1,-1 0,1-1,-1 1,0 0,0-1,0 1,0 0,-1-1,0 1,0 2,-49 98,4-17,46-86,-1 1,1-1,-1 0,1 0,0 0,-1 0,1 1,0-1,0 0,0 0,0 1,0-1,0 0,0 0,1 0,-1 1,0-1,1 0,-1 0,1 0,-1 0,1 0,-1 0,1 0,0 0,0 0,-1 0,1 0,0 0,0 0,0 0,0-1,0 1,0 0,0-1,0 1,0-1,1 1,-1-1,0 0,1 1,57 5,-47-6,58-2,0-2,0-3,-1-4,53-15,-66 12</inkml:trace>
  <inkml:trace contextRef="#ctx0" brushRef="#br0" timeOffset="52785.086">310 4653,'1'2,"1"0,-1 1,1-1,0-1,0 1,0 0,0 0,0-1,0 1,0-1,1 1,-1-1,0 0,1 0,-1 0,1 0,-1-1,1 1,0-1,-1 1,1-1,0 0,-1 0,1 0,0-1,-1 1,1 0,-1-1,1 0,1 0,13-8,0 0,-1-1,0 0,0-1,-2-1,1-1,-1 0,-1-1,-1 0,0-1,9-15,-17 27,-1-1,1 0,-1-1,0 1,-1-1,1 1,-1-1,1 0,-1 1,-1-1,1-1,-1 1,0 0,0 0,0 0,-1 0,0-1,0-4,-1 9,1 0,-1 0,1 0,-1 0,1 0,-1 0,0 1,1-1,-1 0,0 0,0 0,0 0,1 1,-1-1,0 1,0-1,0 0,0 1,0-1,-1 1,1 0,0-1,0 1,0 0,0 0,0 0,0 0,0 0,-1 0,1 0,0 0,0 0,0 0,0 1,0-1,0 0,0 1,0-1,-1 1,-40 24,36-20,1-1,0 2,0-1,1 1,0-1,0 1,0 1,1-1,-1 0,1 1,1-1,0 1,0 0,0 0,1 0,-1 0,2 0,-1 0,1 1,0-1,1 0,-1 0,2 0,-1 0,1 0,0 0,0 0,1-1,0 1,0-1,0 1,1-1,0 0,0 0,1-1,4 5,-3-1,2-1,-1 0,1-1,0 0,1 0,-1 0,2-1,-1-1,0 1,1-1,0-1,0 0,1-1,-1 1,1-2,-1 0,1 0,0-1,0 0,0-1,0 0,-1-1,1 0,0-1,0 0,-1 0,1-1,-1-1,0 0,4-2,10-12,-1-1,-1-1,-1-1,-1-1,0-1,-2-1,-1 0,-1-1,-1-1,-1-1,-1-1,6-12,-1-1,-3-1,-1-1,-2 0,-2 0,0-16,-8 2,-2 57,-1-1,1 1,0-1,0 1,-1-1,1 1,0-1,-1 1,1-1,-1 1,1-1,0 1,-1 0,1-1,-1 1,1 0,-1-1,0 1,1 0,-1 0,1-1,-1 1,1 0,-1 0,0 0,1 0,-1 0,1 0,-1 0,0 0,1 0,-1 0,1 0,-1 0,1 0,-1 1,0-1,1 0,-1 0,1 1,-1-1,1 0,-1 1,1-1,-1 1,1-1,0 0,-1 1,1-1,-1 1,1-1,0 1,0-1,-1 1,1-1,0 1,0 0,-1-1,1 1,0-1,0 1,0 0,0-1,0 1,0-1,0 1,0 0,0-1,0 1,-11 27,0 0,2 0,1 1,1 1,1-1,2 1,-1 29,4-35,1 0,0 0,2-1,1 1,1 0,0-1,2 0,1 0,1 0,1 0,-4-11,0-1,1 0,1-1,0 1,0-1,1 0,0-1,0 0,1 0,1-1,-1 0,1-1,1 0,-1 0,1-1,0-1,1 0,-1 0,1-1,0-1,-5-1,-1 0,0-1,1-1,-1 1,1-1,-1 0,1 0,0-1,-1 1,0-2,4 0,20-9</inkml:trace>
  <inkml:trace contextRef="#ctx0" brushRef="#br0" timeOffset="53046.258">951 4319,'27'4,"28"2,24 0,22-2,11-1,4-1,-19 0</inkml:trace>
  <inkml:trace contextRef="#ctx0" brushRef="#br0" timeOffset="53549.446">1834 4452,'-13'0,"-27"-1,-1 2,1 2,0 1,-30 8,60-9,0-1,1 1,0 0,-1 1,1 0,1 1,-1-1,1 2,-1-1,1 1,1 1,-1-1,1 1,1 1,-1-1,1 1,0 0,1 0,0 1,0 0,-3 8,7-13,-1 0,1 0,-1 0,1 1,1-1,-1 0,0 1,1-1,0 1,0-1,0 1,1-1,0 0,0 1,0-1,0 0,0 0,1 1,0-1,0 0,0-1,0 1,1 0,-1 0,1-1,0 0,0 1,0-1,1-1,-1 1,1 0,-1-1,1 1,0-1,0 0,0-1,0 1,0-1,1 1,1-1,3 1,0-1,0 0,0 0,0-1,0 0,0 0,0-1,0 0,0-1,0 0,0-1,-1 0,1 0,-1 0,0-1,0-1,0 1,0-1,-1-1,0 1,0-1,7-6,0-1,-1-1,-1 0,0 0,-1-1,-1 0,0-1,-1-1,5-14,12-53,-11 154,-14-67,-1 1,1-1,0 1,0-1,0 0,0 1,0-1,1 0,0 0,-1 0,1 0,0 0,1 0,-1 0,0-1,1 1,0-1,-1 1,1-1,0 0,0 0,0-1,0 1,1 0,-1-1,0 0,1 0,-1 0,1 0,-1-1,1 1,-1-1,1 0,-1 0,1 0,1-1,12-4,-1-2,0 0,-1-1,0-1,0 0,-1-1,0 0,-1-1,0-1,0 0,-2-1,5-5,-11 12,99-105,-104 111,25-21,-25 21,1 0,-1 0,1-1,-1 1,0 0,1 0,-1 0,1-1,-1 1,1 0,-1 0,1 0,-1 0,1 0,-1 0,1 0,-1 0,1 0,-1 0,1 0,-1 0,1 1,-1-1,1 0,-1 0,1 0,-1 1,1-1,-1 0,0 1,1-1,-1 0,1 1,-1-1,0 0,1 1,-1-1,0 1,0-1,1 1,-1-1,0 0,0 1,0-1,0 1,1-1,-1 1,0-1,0 1,0-1,0 1,0-1,0 1,0-1,0 1,-1-1,1 1,-11 141,8-82,3 1,2 0,3 0,3-1,2 0,6 9,7 23,22 123,-44-208,0 0,-1 0,1-1,-1 1,-1 0,0 0,1 0,-2-1,1 1,-1 0,0-1,-1 0,1 1,-1-1,0 0,-1 0,0 0,-13 11</inkml:trace>
  <inkml:trace contextRef="#ctx0" brushRef="#br0" timeOffset="36562.159">2649 3302,'-8'4,"0"1,0 0,1 0,0 1,0 0,0 0,1 1,0 0,0 0,0 0,1 1,0 0,1 0,0 0,0 0,1 1,0 0,0-1,1 1,0 0,1 0,0 1,0-1,1 2,0-7,1 0,0 0,0 0,0 0,0 0,1-1,0 1,-1 0,1-1,1 1,-1-1,0 0,1 0,0 0,0 0,0 0,0 0,0-1,0 0,1 1,-1-1,1 0,-1-1,1 1,0-1,0 1,3-1,3 2,0-1,0-1,0 0,0 0,0-1,0 0,1-1,-1 0,0 0,6-3,0 0,0-1,-1-1,0-1,0 0,0 0,-1-2,0 1,-1-2,0 0,0-1,-1 0,-1-1,0 0,0 0,-2-2,1 1,-1-1,-1 0,-1-1,2-5,-3-6,-12 40,4-8,1 1,-1-1,1 0,0 1,1-1,0 0,0 1,0-1,1 1,0-1,0 0,0 1,1-1,0 0,0 0,1 0,-1 0,1-1,1 1,-1-1,1 1,0-1,0 0,1-1,-1 1,1-1,0 0,0 0,0 0,1-1,-1 0,1 0,0 0,0-1,0 0,0 0,4 1,13-2</inkml:trace>
  <inkml:trace contextRef="#ctx0" brushRef="#br0" timeOffset="36814.49">2997 2954,'6'9,"3"4</inkml:trace>
  <inkml:trace contextRef="#ctx0" brushRef="#br0" timeOffset="37094.738">3357 3196,'49'-38,"-2"-2,-2-2,24-31,-54 56,0-2,-2 1,0-2,-1 0,-1 0,-1-1,-1 0,-1-1,0 0,-2-1,0-2,-5-46,-1 69,0 1,0-1,0 1,-1-1,1 1,0 0,-1-1,1 1,-1 0,0-1,1 1,-1 0,0 0,0 0,0-1,0 1,0 0,0 0,0 0,0 1,0-1,0 0,0 0,-1 1,1-1,0 0,-1 1,1-1,0 1,-1 0,1-1,-1 1,1 0,0 0,-1 0,1 0,-1 0,1 0,-1 0,1 1,0-1,-1 0,1 1,0-1,-1 1,0 0,-7 5,0 0,0 1,1 0,0 0,0 1,1 0,0 0,1 1,-1 0,1 0,1 0,0 1,0 0,1 0,1 0,-1 0,0 6,-13 52,4 1,2 0,3 1,3-1,4 1,2 0,4 0,2 0,4 0,9 78,-6-61,-4 1,-3 36,-24-7,1-76</inkml:trace>
  <inkml:trace contextRef="#ctx0" brushRef="#br0" timeOffset="37367.018">3317 3449,'5'-6,"14"-8,19-3,18-3,16-1,6 1,-2 4,-11 5,-15 4</inkml:trace>
  <inkml:trace contextRef="#ctx0" brushRef="#br0" timeOffset="37999.52">3852 3490,'8'-12,"1"-1,-1 0,-1 0,-1-1,0 1,0-1,-1-1,-1 1,-1-1,0 0,-1 0,0 0,-1 0,-1 0,0 0,-1 0,-1 0,0 0,-1 1,-1-1,-3-8,5 19,2 4,-1-1,1 1,0 0,-1 0,1-1,0 1,-1 0,1-1,0 1,-1 0,1-1,0 1,0 0,-1-1,1 1,0-1,0 1,0 0,-1-1,1 1,0-1,0 1,0-1,0 1,0-1,0 1,0-1,0 1,0 0,0-1,0 1,0-1,1 1,-1-1,0 1,0-1,0 1,1 0,-1-1,0 1,0 0,1-1,-1 1,0-1,1 1,-1 0,0 0,1-1,-1 1,1 0,-1 0,1-1,152 57,-6-21,-144-34,-1 0,1 0,-1 0,0 0,0 0,1 1,-1-1,0 1,0 0,0-1,0 1,-1 0,1 0,0 0,-1 0,0 0,1 1,-1-1,0 0,0 1,0-1,0 1,-1-1,1 1,-1-1,1 1,-1-1,0 1,0-1,0 1,0 0,-1-1,1 1,-1-1,1 1,-1-1,0 1,0-1,0 1,-13 41,9-32,1 0,0 1,1 0,0-1,1 1,1 1,0-1,1 0,0 4,1-15,-1 0,1 1,0-1,0 0,0 0,0 0,0-1,0 1,0 0,1 0,-1 0,1-1,-1 1,1-1,0 1,-1-1,1 0,0 0,0 0,0 0,0 0,0 0,0 0,1-1,-1 1,0-1,0 1,0-1,0 0,1 0,-1 0,1 0,72-10,-54 2,0-2,-1 0,0-1,-1-1,0-1,0 0,-2-2,0 0,0-1,-2 0,11-14,9-44,-34 72,0 0,-1 0,0-1,1 1,-1 0,0-1,0 1,0 0,-1 0,1-1,0 1,-1 0,0 0,1-1,-1 1,0 0,0 0,0 0,0 0,-1 0,1 0,-1 1,1-1,-1 0,1 1,-1-1,0 1,0-1,0 1,0 0,0 0,0 0,-1-1,-2 1,0 0,0 0,0 0,0 0,-1 1,1 0,0 0,0 0,-1 1,1-1,0 1,0 1,0-1,0 1,0 0,0 0,1 0,-1 1,1-1,-1 1,1 0,0 1,0-1,0 1,1-1,-1 1,1 0,0 1,0-1,0 0,0 1,1 0,0-1,0 1,0 0,1 0,0 0,0 0,0 1,0-1,1 0,0 0,0 0,0 1,1-1,-1 0,1 0,1 0,-1 0,1 0,1 3,5 2,1 1,0-2,1 1,0-1,0-1,1 0,0 0,0-1,1 0,0-1,1 0,-1-1,1-1,0 0,0-1,0 0,0-1,1 0,-1-1,14-1,47-11,-50-1</inkml:trace>
  <inkml:trace contextRef="#ctx0" brushRef="#br0" timeOffset="53822.718">2221 3971,'4'0,"7"2,3 3,0 4,-3-1</inkml:trace>
  <inkml:trace contextRef="#ctx0" brushRef="#br0" timeOffset="56489.805">403 5842,'-12'-3,"1"0,-1 0,0 1,1 1,-1-1,0 2,0 0,0 0,0 1,0 1,1 0,-1 1,0 0,1 0,0 1,0 1,0 0,1 0,-1 1,1 1,0-1,1 2,0-1,0 1,1 1,0 0,-4 5,10-12,0 0,0 0,0 0,0 0,0 1,1-1,-1 1,1-1,0 1,-1-1,1 1,1 0,-1 0,0-1,1 1,-1 0,1 0,0 0,0 0,0 0,0 0,0 0,1-1,-1 1,1 0,0 0,0 0,0-1,0 1,1-1,-1 1,1-1,-1 1,1-1,0 0,0 0,0 1,0-1,0-1,0 1,1 0,-1-1,3 2,5 0,1-2,0 1,0-1,0-1,0 0,0 0,0-1,-1 0,1-1,0-1,-1 1,1-2,-1 1,0-2,0 1,0-1,-1-1,0 0,0 0,3-3,-4 3,-1-1,1 0,-1-1,0 1,-1-1,0-1,-1 1,1-1,-1 0,-1 0,0-1,0-1,-2 89,-3-72,1-1,0 1,0-1,1 1,0-1,0 1,0-1,1 1,-1-1,1 0,1 0,-1 0,1 0,0 0,0 0,0-1,0 1,1-1,0 0,0 0,0 0,0-1,1 1,-1-1,1 0,0-1,0 1,2 0,-5-3,0 0,1-1,-1 1,0 0,1-1,-1 0,0 1,0-1,0 0,0 0,0 0,0 0,0-1,0 1,0 0,0-1,-1 0,1 1,-1-1,1 0,-1 0,0 1,1-1,-1 0,0-1,0 1,0 0,0-2,17-65,-15 35,-1-1,-1 0,-2 0,-2 0,-1 1,-4-10,8 43,-1 0,1 0,-1-1,1 1,0 0,-1 0,1 0,0-1,0 1,0 0,0 0,0-1,0 1,0 0,0 0,0-1,1 1,-1 0,1 0,-1 0,1 0,-1-1,1 1,-1 0,1 0,0 0,0 0,-1 0,1 0,0 1,0-1,0 0,0 0,0 1,0-1,0 0,1 1,-1-1,0 1,0 0,0-1,1 1,-1 0,0 0,0-1,1 1,-1 0,0 0,0 0,0 1,1-1,-1 0,0 0,0 1,1-1,-1 1,0-1,1 1,30 7,0 1,0 1,-1 2,29 15,-54-24,1 0,-1 1,1 0,-1 0,0 1,0 0,-1 0,1 0,-1 1,0-1,-1 1,0 0,0 1,0-1,0 1,-1 0,0-1,-1 1,1 1,-1-1,-1 0,1 1,-1-1,-1 0,1 6,-4 120,3-130,0 0,0 0,0 0,1 0,-1-1,1 1,-1 0,1 0,0-1,0 1,0 0,1-1,-1 1,0-1,1 0,0 1,-1-1,1 0,0 0,0 0,1 0,-1 0,0-1,1 1,-1-1,0 1,1-1,0 0,-1 0,1 0,0 0,-1-1,1 1,0-1,1 1,7-1,0 1,1-1,-1-1,1 0,-1-1,0 0,0 0,0-2,0 1,0-1,-1-1,1 0,-1 0,8-6,4-4,0-1,-1 0,-1-2,-1 0,15-19,-24 26,0 0,0-1,-1-1,-1 1,0-2,0 1,-2-1,0 0,0 0,2-11,-8 23,1 1,-1-1,1 0,-1 0,0 0,0 1,0-1,0 0,0 0,0 0,0 0,-1 1,1-1,0 0,-1 0,0 1,1-1,-1 0,0 1,0-1,0 1,0-1,0 1,-1-1,1 1,0 0,0-1,-1 1,1 0,-1 0,1 0,-1 0,0 0,1 1,-1-1,0 0,0 1,1-1,-1 1,0 0,0 0,0-1,0 1,1 0,-1 0,0 1,0-1,-4 1,0 1,0 0,1 0,-1 0,0 1,1 0,0 0,-1 0,1 1,0-1,1 1,-1 0,1 1,0-1,0 1,0 0,1 0,-1 0,1 0,0 1,1 0,-1-1,1 1,0 0,1 0,0 0,0 0,0 0,0 0,1 0,0 0,0 0,1 1,0-1,0 0,0 0,1 0,1 5,5-2,1 0,0 0,0 0,0-1,1 0,1-1,-1-1,1 1,0-1,0-1,1 0,0-1,0 0,0-1,0 0,0-1,1 0,-1-1,4-1,175 12,-100-13</inkml:trace>
  <inkml:trace contextRef="#ctx0" brushRef="#br0" timeOffset="57090.202">2435 5802,'1'10,"0"0,1-1,0 1,1 0,0-1,0 0,1 0,0 0,1 0,0 0,0-1,1 0,0 0,0-1,1 1,0-1,0-1,1 1,0-1,0-1,0 0,1 0,0 0,0-1,0 0,0-1,1 0,-1 0,1-1,0-1,0 1,-1-2,1 1,0-1,0-1,9-1,-12 1,1 0,-1 0,0-1,1 0,-1 0,0 0,0-1,-1-1,1 1,-1-1,1 0,-1 0,0-1,-1 0,1 0,-1 0,0-1,0 1,0-1,-1 0,0-1,-1 1,1-1,-1 0,0 1,-1-2,1 1,-2 0,1 0,-1-1,0 1,0 0,-1-1,0 1,0-1,-1 1,0-1,0 1,-1 0,-1-4,0 5,1 1,-1 0,-1 0,1 0,-1 0,0 0,0 0,0 1,0 0,-1 0,0 0,0 1,0-1,0 1,-1 0,1 1,-1-1,1 1,-1 0,0 1,0-1,0 1,0 0,0 1,0-1,0 1,0 0,-1 1,1 0,0 0,0 0,1 0,-1 1,0 0,0 1,1-1,-1 1,1 0,0 0,0 0,0 1,0 0,1 0,-1 0,1 1,-2 2,1 0,0 1,0 0,1 1,0-1,0 1,1 0,0 0,0 0,1 0,0 1,1-1,0 1,1-1,0 1,1 5,4 32</inkml:trace>
  <inkml:trace contextRef="#ctx0" brushRef="#br0" timeOffset="57508.804">3465 5682,'2'20,"3"17,3 7,3 5,1 0,1-6,1-8,-3-13,-2-9</inkml:trace>
  <inkml:trace contextRef="#ctx0" brushRef="#br0" timeOffset="57697.815">3478 5388,'-5'2,"3"6,10 5,9 4,2-2</inkml:trace>
  <inkml:trace contextRef="#ctx0" brushRef="#br0" timeOffset="57967.17">3825 5829,'14'-3,"-1"-1,0 0,0-1,0 0,0-1,-1-1,0 0,-1 0,1-2,-2 1,1-1,-1-1,0 0,-1 0,0-1,-1 0,0 0,-1-1,2-4,-8 15,1 0,-1 0,-1 0,1 0,0 0,0 0,0-1,0 1,-1 0,1 0,-1-1,1 1,-1 0,1-1,-1 1,0 0,0-1,1 1,-1 0,0-1,0 1,0-1,-1 1,1 0,0-1,-1 1,1-1,0 1,-1 0,1 0,-1-1,0 1,0 0,1 0,-1 0,0 0,0 0,0 0,0 0,0 0,0 0,0 0,0 0,-1 1,1-1,0 0,0 1,-1-1,1 1,0-1,-1 1,1 0,-1 0,0-1,-6 4,-1 0,1 0,0 1,0 0,1 0,-1 1,1 0,0 0,0 1,1 0,0 0,0 0,0 1,1 0,0 0,0 1,0-1,1 1,0 0,-1 5,2-7,0-1,0 1,1 0,0 0,0 0,0 0,1 0,0 0,0 1,1-1,0 0,0 0,0 1,1-1,-1 0,2 0,-1 1,1-1,0 0,0 0,0-1,1 1,0 0,0-1,0 0,1 0,0 0,0 0,0 0,1-1,-1 0,1 0,0 0,4 2,5 0,-1 0,1-2,0 1,1-2,-1 0,1-1,-1 0,1-1,0-1,-1 0,13-2,36-4</inkml:trace>
  <inkml:trace contextRef="#ctx0" brushRef="#br0" timeOffset="58471.875">4534 5521,'-10'1,"0"-1,1 2,-1-1,1 1,0 1,-1 0,1 0,0 1,1 0,-1 0,1 1,0 0,0 0,0 1,1 0,-1 1,2 0,-6 5,11-10,-1 0,1 1,-1-1,1 0,0 0,0 1,0-1,0 0,0 1,1-1,-1 1,1-1,0 1,-1-1,1 1,0-1,0 1,1 0,-1-1,1 1,-1-1,1 1,0-1,0 0,0 1,0-1,0 0,0 0,1 1,-1-1,1 0,-1 0,1-1,0 1,0 0,0 0,1 0,102 62,-90-58,0 1,-1 1,0 0,0 1,-1 1,0 0,-1 1,2 2,-13-12,0 0,0 0,0 1,0-1,0 0,0 1,0-1,0 1,-1-1,1 1,-1-1,1 1,-1 0,1-1,-1 1,0 0,0-1,0 1,0 0,0-1,0 1,-1 0,1-1,0 1,-1-1,1 1,-1 0,0-1,0 1,1-1,-1 0,0 1,0-1,0 0,0 1,-1-1,1 0,0 0,0 0,-1 0,1 0,-1 0,1 0,-1-1,-1 1,-72 27,73-27,1 0,-1 0,0-1,1 1,-1 0,0-1,1 0,-1 1,0-1,0 0,1 0,-1 0,0 0,0 0,1 0,-1 0,0-1,0 1,1 0,-1-1,0 0,1 1,-1-1,1 0,-1 0,1 0,-1 0,1 0,0 0,-1 0,1-1,0 1,0 0,0-1,0 1,0-1,0 1,0-1,1 0,-1 1,0-1,1 0,0 1,-1-1,1 0,0 0,0 1,0-1,0 0,0 0,0 1,0-1,1 0,-1 1,1-2,8-13,1 1,1 1,0-1,1 2,0 0,1 0,1 1,0 1,0 0,3 0,-12 7,14-12,0 1,2 1,-1 1,1 1,1 1,0 0,1 2,22-6,-44 14,1 1,-1 0,1-1,-1 1,1 0,0 0,-1 0,1 0,0 0,-1 0,1 0,-1 1,1-1,-1 0,1 1,-1 0,1-1,-1 1,1 0,-1-1,1 1,-1 0,0 0,0 0,1 1,-1-1,0 0,0 0,0 0,0 1,-1-1,1 1,0-1,0 1,-1-1,1 1,-1-1,1 1,-1-1,0 1,0 0,0-1,0 1,0-1,0 1,0 0,0 0,1 47,-1-36,0 0,0 1,2-1,-1 0,2 0,0 0,0 0,3 3,-6-12,2 0,-1 0,0 0,1 0,0 0,0 0,0 0,1-1,-1 1,1-1,-1 0,1 0,0 0,1 0,-1 0,0-1,1 1,-1-1,1 0,0 0,0 0,0-1,0 1,0-1,0 0,0 0,0-1,1 1,-1-1,1 0,12-6</inkml:trace>
  <inkml:trace contextRef="#ctx0" brushRef="#br0" timeOffset="58699.268">4948 5267,'-2'14,"6"11,6 6,7 7,1-3</inkml:trace>
  <inkml:trace contextRef="#ctx0" brushRef="#br0" timeOffset="59250.896">5203 5789,'9'-47,"-2"0,-2-1,-2 0,-2 1,-4-37,3 64,0 19,1 1,-1-1,0 1,1-1,-1 1,1 0,-1-1,1 1,-1 0,1-1,-1 1,1 0,0 0,-1 0,1-1,-1 1,1 0,0 0,-1 0,1 0,-1 0,1 0,0 0,-1 0,1 0,-1 1,1-1,-1 0,1 0,0 0,-1 1,1-1,-1 0,1 1,-1-1,1 0,-1 1,1-1,-1 1,0-1,1 0,-1 1,0-1,1 1,-1 0,0-1,1 1,4 3,21 9,0 0,2-2,-1-1,1-1,0-2,1 0,21 1,-40-7,-7-2,1 1,-1 0,1 0,-1 0,1 0,-1 0,1 1,-1-1,1 1,-1 0,0 0,1 0,-1 1,0-1,0 1,0 0,0-1,0 2,0-1,0 0,-1 0,1 1,-1-1,0 1,1 0,-1 0,-1 0,1 0,0 0,-1 0,1 1,-1-1,0 0,0 1,-1-1,1 1,-23 77,18-72,0 1,1 0,0 0,0 0,1 1,1-1,0 0,0 1,1-1,0 2,1-9,-1 0,1 0,0 0,-1 0,1 0,1 0,-1 0,0-1,1 1,-1 0,1-1,0 1,0-1,0 0,0 1,0-1,1 0,-1 0,1 0,-1-1,1 1,0-1,-1 1,1-1,0 0,0 0,0 0,0-1,3 1,2 0,0 0,0 0,0-2,0 1,1-1,-1 0,0 0,0-1,0 0,6-3,9-4,-1-2,0 0,0-1,-1-1,-1-1,-1-1,0-1,0 0,-2-2,0 0,-1 0,-1-2,-10 14,-1-1,1 0,-1 0,-1 0,1 0,-1 0,0-1,-1 0,0 1,0-1,-1 0,0 0,0-1,-2 6,0 0,-1 0,1 1,0-1,-1 0,0 1,0-1,0 1,0 0,0 0,0 0,0 0,-1 0,1 0,-1 1,1-1,-1 1,0-1,1 1,-1 0,0 0,0 0,0 1,0-1,0 1,0 0,0-1,0 1,0 1,0-1,0 0,0 1,0-1,0 1,0 0,0 0,0 0,1 0,-4 1,0-1,0 0,0 1,0 0,1 1,-1-1,1 1,-1 0,1 0,0 1,0-1,1 1,-1 0,1 1,0-1,0 1,0 0,0 0,1 0,0 0,0 0,1 1,-1 0,1-1,0 1,1 0,-1 0,1 0,0 0,1 0,0 0,0 0,0 0,0 0,1 1,0-1,0 0,2 2,5 3,1 0,1-1,0 0,0 0,1-1,1-1,-1 0,1 0,0-1,1 0,0-1,0-1,0 0,1-1,-1 0,1-1,0-1,0 0,7 0,96 8,-70-9</inkml:trace>
  <inkml:trace contextRef="#ctx0" brushRef="#br0" timeOffset="66308.724">1111 6738,'-5'-2,"1"0,-1 0,0 0,0 1,0 0,0 0,0 0,0 0,0 1,0 0,0 0,0 1,0-1,0 1,0 0,0 0,0 1,0 0,0-1,1 2,-1-1,1 0,-1 1,1 0,0 0,0 0,0 1,0-1,1 0,0 0,0 0,1 0,-1 0,0 1,1-1,0 1,0-1,0 1,0 0,1 0,-1 0,1 0,0 0,0 0,1 0,-1 0,1 0,0 1,0-1,0 0,0 0,1 0,0 0,0 0,0 0,0 0,1 0,-1 0,1 0,0 0,0-1,1 1,-1-1,1 0,-1 1,1-1,0-1,0 1,1 0,-1-1,1 1,-1-1,1 0,0 0,3 1,-1-2,0-1,1 1,-1-1,1-1,-1 1,1-1,-1 0,0-1,0 1,1-1,-1-1,0 1,-1-1,1 0,0 0,-1 0,1-1,-1 0,0 0,-1-1,1 1,-1-1,0 0,0 0,0 0,0-1,-1 1,0-1,-1 0,1 0,-1 0,0 0,0 0,-1-1,0 1,0 0,0-1,-1 1,0-1,0 1,-1-1,0 1,-1-6,-7 0,4 34,3-6,0-1,2 1,0-1,0 1,2-1,0 1,0-1,2 0,0 0,0 0,2 0,0 0,-5-13,1 1,-1 0,1-1,0 1,0-1,-1 1,2-1,-1 0,0 0,0 0,1 0,-1 0,1-1,0 1,-1-1,1 0,0 1,0-1,0 0,0-1,0 1,0-1,0 1,0-1,0 0,0 0,0 0,0 0,0-1,0 1,0-1,0 0,0 0,0 0,0 0,-1 0,1-1,0 0,7-4,-2-1,1-1,-1 1,0-2,0 1,-1-1,-1 0,1 0,-1-1,-1 0,0 0,0 0,-1-1,0 0,-1 1,0-1,-1-1,0 1,-1 0,0 0,-1-1,-1-4,1 12,0 1,0-1,0 1,-1-1,0 1,0-1,0 1,0-1,0 1,-1-1,1 1,-1 0,0 0,0 0,0 0,0 0,-1 1,1-1,-1 1,0-1,1 1,-1 0,0 0,-1 0,1 0,0 1,0-1,-1 1,1 0,-1 0,1 0,-1 0,-1 1,5 0,0 0,0 0,1 0,-1 0,0 1,0-1,1 0,-1 0,0 1,0-1,0 0,1 0,-1 1,0-1,0 0,0 1,0-1,0 0,0 0,1 1,-1-1,0 0,0 1,0-1,0 0,0 1,0-1,0 0,0 1,-1-1,1 0,0 1,0-1,0 0,0 1,0-1,0 0,-1 0,1 1,0-1,0 0,0 0,-1 1,1-1,0 0,0 0,-1 0,1 1,0-1,0 0,-1 0,1 0,0 0,-1 0,1 0,0 1,-1-1,1 0,0 0,-1 0,1 0,0 0,-1 0,1 0,0 0,27 11,146 5,-39-8,-128-7,-1-1,1 1,-1 0,1 0,-1 0,1 1,-1 0,0 0,1 0,-1 1,0 0,-1 0,1 0,0 0,-1 1,0-1,0 1,0 1,0-1,-1 0,1 1,-1 0,0 0,-1 0,1 0,-1 0,0 0,0 1,-1-1,1 4,0 138,-1-145,0 1,0-1,0 1,1-1,-1 1,0-1,1 0,0 1,-1-1,1 0,0 0,0 0,0-1,1 1,-1 0,0-1,1 0,-1 1,1-1,-1 0,1 0,-1 0,1 0,0-1,-1 1,1-1,0 0,0 0,79-6,-67 1,0 0,-1-1,1 0,-1-1,-1-1,1 0,-1-1,-1-1,0 0,0 0,-1-1,0-1,-1 0,0 0,-1-1,-1 0,0 0,6-15,-12 26,-1 0,0-1,0 1,0 0,0 0,0-1,0 1,-1-1,1 1,-1-1,1 1,-1-1,0 1,0-1,0 1,-1-1,1 0,-1 1,1 0,-1-1,0 1,0-1,0 1,0 0,0-1,0 1,-1 0,1 0,-1 0,0 0,1 0,-1 1,0-1,0 0,0 1,0-1,0 1,-1 0,1 0,0 0,-1 0,1 0,-1 0,-1 1,0 0,-1 0,1 1,0 0,0-1,0 1,0 0,-1 1,2-1,-1 1,0 0,0 0,0 0,1 0,-1 1,1 0,0-1,0 1,0 0,0 1,0-1,1 0,-1 1,1-1,0 1,0 0,0 0,1 0,-1 0,1 0,0 0,0 0,1 1,-1-1,1 0,0 0,0 1,0-1,0 0,1 0,0 0,0 1,0-1,2 3,0-1,0 1,1-1,0 0,1 0,-1-1,1 1,0-1,0 0,1 0,-1 0,1-1,0 0,1 0,-1-1,1 0,-1 0,1 0,0-1,1 1,135 24,-66-20</inkml:trace>
  <inkml:trace contextRef="#ctx0" brushRef="#br0" timeOffset="69727.989">7796 6231,'-9'-5,"-4"3,2 9,2 8,2 1</inkml:trace>
  <inkml:trace contextRef="#ctx0" brushRef="#br0" timeOffset="70380.301">8825 6497,'-11'1,"0"0,0 1,0 0,0 0,1 1,-1 1,0 0,1 0,0 1,0 0,1 1,-1 0,1 0,1 1,-1 0,1 1,0 0,1 0,0 1,0 0,6-5,0-1,1 1,0 0,-1 0,1-1,1 1,-1 0,0 0,1-1,0 1,0-1,0 1,0 0,1-1,-1 0,1 1,0-1,0 0,0 0,1 0,-1 0,1 0,-1-1,1 1,0-1,0 1,0-1,0 0,0 0,1-1,-1 1,1-1,-1 1,1-1,-1 0,1-1,0 1,-1-1,3 1,27 8,1-1,1-2,-1-2,1-1,0-1,-1-2,1-2,0 0,33-9,-54 8,0 0,0-1,0-1,-1 0,1-1,-1-1,-1 0,5-4,-13 9,0-1,0 0,0 0,-1 0,1 0,-1-1,0 0,0 1,0-1,-1 0,1 0,-1-1,0 1,0 0,0-1,-1 0,0 1,0-1,0 0,0 1,-1-1,1 0,-1 0,-1 1,1-1,-1-3,-24-33,25 40,-1 0,0 1,1-1,-1 0,0 1,0-1,1 1,-1-1,0 1,0 0,0-1,0 1,0 0,0-1,0 1,0 0,0 0,0 0,1 0,-1 0,0 0,0 0,0 0,0 0,0 1,0-1,0 0,0 1,0-1,0 0,1 1,-1-1,0 1,0 0,0-1,1 1,-1-1,0 1,1 0,-1 0,1-1,-1 1,0 0,1 0,0 0,-1 0,1 0,-3 7,1 1,1-1,-1 0,2 1,-1-1,1 0,0 1,1-1,0 1,0-1,1 0,0 0,0 1,1-2,0 1,0 0,1 0,0-1,0 0,1 0,0 0,0 0,1-1,0 0,0 0,0-1,7 5,48 28,-36-28</inkml:trace>
  <inkml:trace contextRef="#ctx0" brushRef="#br0" timeOffset="70702.443">9347 6123,'-14'-2,"-6"1,-1 4,7 5,11 4,7-1</inkml:trace>
  <inkml:trace contextRef="#ctx0" brushRef="#br0" timeOffset="70990.67">9600 6458,'24'-16,"-1"-1,-1 0,-1-2,-1-1,0 0,-2-1,0-2,-1 1,-2-2,0 0,-1-1,-2 0,0-3,-4 2,-1 0,0 0,-3-1,0 1,-1-1,-2 0,-1-1,-1 1,-4-26,4 47,0 0,0 0,0 0,-1 1,0-1,0 0,0 1,-1-1,0 1,0 0,0 0,-1 0,-2-3,5 8,-1-1,1 0,0 0,-1 1,1-1,0 1,-1-1,1 1,-1 0,1 0,-1-1,1 1,-1 0,1 0,-1 0,1 0,-1 1,1-1,0 0,-1 1,1-1,-1 1,1-1,0 1,-1 0,1-1,0 1,0 0,-1 0,1 0,0 0,0 0,0 0,0 0,0 0,1 1,-1-1,0 0,0 1,1 0,-13 21,1 0,2 1,0 1,2 0,1 0,0 0,2 1,1 0,1 0,2 1,0 2,-6 123,13 131,0-163,-5 0,-6 0,-12 65,-41 86,49-236</inkml:trace>
  <inkml:trace contextRef="#ctx0" brushRef="#br0" timeOffset="71769.587">9534 6765,'273'-16,"-270"16,-1 0,1 0,0 0,-1 0,1-1,0 1,-1-1,1 0,-1 1,1-1,-1 0,1 0,-1-1,0 1,1-1,-1 1,0-1,0 1,0-1,0 0,0 0,-1 0,1 0,0-1,-1 1,0 0,1-1,-1 1,0 0,0-1,-1 0,1 1,0-1,-1 1,1-3,-9-160,8 163,0 1,-1-1,1 1,0 0,0-1,0 1,0 0,0-1,1 1,-1-1,0 1,1 0,-1-1,1 1,-1 0,1 0,-1-1,1 1,0 0,0 0,-1 0,1 0,0 0,0 0,0 0,0 0,1 0,-1 0,0 1,0-1,0 0,1 1,-1-1,0 1,0 0,1-1,-1 1,1 0,-1 0,0-1,1 1,0 0,15 2,0 1,-1 1,1 0,-1 1,0 0,0 2,-1 0,11 6,45 35,-70-46,1 0,0 0,0 0,-1 0,1 0,-1 1,0-1,1 1,-1-1,0 1,-1-1,1 1,0 0,-1-1,1 1,-1 0,0-1,0 1,0 0,0 0,-1-1,1 1,-1 0,1-1,-1 1,0-1,0 1,0-1,-1 1,-12 23,11-23,1 0,-1 0,1 0,-1 0,1 0,0 1,0-1,1 1,-1 0,1-1,-1 1,1 0,0 0,1-1,-1 1,1 0,0 0,-1 0,2 0,-1 0,0 0,1 0,0 0,0-1,0 1,0 0,1 0,-1-1,1 1,0-1,0 0,0 1,3 2,1-2,0 0,1 0,-1-1,1 1,0-1,0-1,0 1,0-1,0-1,0 1,1-1,-1 0,1-1,-1 0,1 0,-1-1,0 1,1-2,-1 1,0-1,0 0,0 0,0-1,0 0,0-1,-1 1,1-1,-1 0,0-1,2-1,-5 3,-3 2,1 0,-1 0,1 0,-1 1,1-1,0 0,-1 0,1 1,0-1,0 0,-1 1,1-1,0 1,0-1,0 1,0 0,0-1,0 1,-1 0,1-1,0 1,0 0,0 0,0 0,0 0,0 0,0 0,0 0,0 0,0 0,0 1,0-1,0 0,0 1,0-1,0 0,-1 1,1-1,0 1,0 0,0-1,7 7,0-1,1 0,0-1,0 0,0 0,1-1,-1 0,9 1,-14-4,-1 0,1 0,0-1,-1 1,1-1,0 0,0 0,-1-1,1 1,0-1,-1 0,1 0,-1 0,1 0,-1-1,1 1,-1-1,0 0,0 0,0 0,0 0,0-1,0 1,-1-1,3-3,2-3,-1 0,-1 0,0-1,0 0,0 0,-2-1,1 1,-1-1,-1 0,0 0,0-3,-1 13,-1-1,1 1,-1-1,0 0,0 1,0-1,1 0,-2 0,1 1,0-1,0 0,0 1,-1-1,1 0,-1 1,1-1,-1 1,0-1,0 1,0-1,0 1,0 0,0-1,0 1,0 0,0 0,0-1,-1 1,1 0,0 0,-1 1,1-1,-1 0,1 0,-1 1,0-1,1 1,-1-1,0 1,1 0,-1 0,0-1,1 1,-1 0,0 1,-11 1,-1 1,1 0,0 1,0 0,0 2,1-1,0 1,0 1,0 0,1 1,0 0,0 1,1 0,-3 4,10-11,0 0,1-1,-1 1,1 1,0-1,0 0,-1 0,1 1,1-1,-1 1,0 0,1 0,-1-1,1 1,0 0,0 0,0 0,0 0,1 1,-1-1,1 0,-1 0,1 0,0 0,1 1,-1-1,0 0,1 0,0 0,0 0,0 0,0 0,0 0,1 0,-1 0,1-1,-1 1,1-1,0 1,1 0,71 31,-32-25</inkml:trace>
  <inkml:trace contextRef="#ctx0" brushRef="#br0" timeOffset="71998.973">10697 6231,'-16'-3,"-12"0,-6 0,1 5,3 7,7 6,12 8,15 4,13 5,4-4</inkml:trace>
  <inkml:trace contextRef="#ctx0" brushRef="#br0" timeOffset="72188.469">10723 6819,'0'15,"5"11,10 3,12-4,10-6,9-7,-5-4</inkml:trace>
  <inkml:trace contextRef="#ctx0" brushRef="#br0" timeOffset="73348.372">817 7901,'25'-14,"-1"-1,0 0,-2-2,0-1,0-1,-2 0,0-2,-2 0,6-9,5-3,-2-1,-2-1,-1-2,-2 0,-1-1,-2-2,3-10,-9-17,-13 66,0-1,0 1,0-1,0 1,0-1,0 1,0-1,-1 1,1-1,0 1,-1-1,1 1,-1 0,0-1,1 1,-1 0,0 0,0-1,0 1,0 0,0 0,0 0,0 0,0 0,0 0,-1 0,1 1,0-1,-1 0,1 1,0-1,-1 1,1-1,-1 1,1-1,-1 1,1 0,-1 0,1 0,-1 0,0 0,-8 3,1-1,0 1,0 1,0 0,0 0,1 1,0 0,0 0,0 1,0 0,1 0,0 1,1 0,-1 1,-6 5,0 1,1 0,0 1,2 0,0 1,0 0,1 1,2 0,-1 0,2 1,-2 7,6-15,-1 0,2 0,-1 0,1 0,1 0,0 0,0 0,1 0,0 0,1 0,0 0,1 0,0-1,0 1,1-1,0 0,1 0,0 0,1 0,-1-1,7 6,1-1,0 0,2-1,-1-1,1 0,1-1,0-1,0 0,1-1,0-1,1-1,-1 0,1-1,0-1,1-1,-1-1,8 0,-15-3,0-1,0-1,-1 0,1-1,-1 0,1 0,-1-1,-1-1,1 1,-1-2,0 1,0-1,-1 0,0-1,0 0,-1-1,0 1,0-1,-1-1,0 1,-1-1,1-1,3-2,-8 13,0-1,0 0,0 1,0-1,0 1,0-1,0 0,0 0,0 0,-1 0,1 1,0-1,-1 0,1 0,0 0,-1 0,1 0,-1-1,0 1,1 0,-1 0,0 0,0 0,0 0,1-1,-1 1,0 0,-1 0,1 0,0 0,0 0,0-1,-1 1,1 0,0 0,-1 0,1 0,-1 0,0 0,1 0,-1 0,0 0,1 0,-1 0,0 1,0-1,0 0,0 0,0 1,0-1,0 1,0-1,0 1,0-1,0 1,-1-1,-7 1,0 0,0 1,0-1,0 2,0-1,0 1,0 1,1 0,-1 0,1 0,0 1,0 0,0 1,1 0,-1 0,1 1,0 0,-4 5,9-10,1 0,-1 0,1 1,-1-1,1 0,0 1,-1-1,1 1,0-1,0 1,0 0,0-1,1 1,-1 0,0 0,1-1,-1 1,1 0,0 0,-1 0,1 0,0 0,0 0,0 0,1-1,-1 1,0 0,1 0,-1 0,1 0,0-1,-1 1,1 0,0 0,0-1,0 1,0-1,0 1,1-1,-1 1,0-1,1 0,4 2,0 0,0-1,0 1,0-2,1 1,-1-1,1 0,-1 0,1 0,-1-1,1 0,-1-1,1 1,-1-1,1-1,-1 1,1-1,-1 0,0 0,0-1,0 0,0 0,-1 0,1-1,-1 0,0 0,0 0,0-1,-1 1,1-1,-1 0,0-1,0 1,-1-1,0 1,1-3,-4 8,-1 0,1 1,-1-1,1 1,-1-1,0 0,1 1,-1-1,1 0,-1 0,0 1,1-1,-1 0,1 0,-1 0,0 0,1 0,-1 0,0 0,1 0,-1 0,0 0,1 0,-1 0,0 0,1-1,-1 1,1 0,-1 0,0-1,1 1,-1 0,1-1,-1 1,1-1,-1 1,1-1,0 1,-1-1,1 1,-1-1,1 1,0-1,-1 1,1-1,0 0,0 1,0-1,-1 0,1 1,0-1,0 1,0-1,0 0,0 0,-1 3,0 0,0 0,0 1,1-1,-1 0,0 0,1 1,0-1,-1 0,1 1,0-1,0 1,0-1,1 0,-1 1,1-1,-1 0,1 1,0-1,0 0,0 0,0 0,0 0,0 0,0 0,1 0,-1 0,1 0,0-1,0 2,69 33,-35-29,0-2,0-1,0-2,1-2,-1-1,2-2,58-3</inkml:trace>
  <inkml:trace contextRef="#ctx0" brushRef="#br0" timeOffset="66811.897">3156 6765,'-34'103,"34"-99,0-1,0 1,0-1,0 0,0 1,1-1,-1 1,1-1,0 0,0 1,0-1,0 0,1 0,-1 0,1 0,0 0,0 0,0 0,0-1,1 1,-1-1,1 1,-1-1,1 0,0 0,0 0,0-1,0 1,2 0,2 1,1-1,-1 0,0-1,0 0,1 0,-1 0,1-1,-1 0,1-1,-1 1,0-2,1 1,-1-1,0 0,0 0,0-1,0 0,0 0,-1-1,1 1,-1-2,3-2,-4 4,-1 0,0 0,1-1,-2 1,1-1,0 0,-1-1,0 1,1 0,-2-1,1 0,-1 0,1 0,-1 0,-1 0,1 0,-1 0,0-1,0 1,0 0,-1-1,0 1,0-1,0 1,-1 0,1-1,-1 1,-1 0,1 0,-1-1,0 1,-1-1,1 1,-1 0,-1 0,1 0,-1 0,0 0,0 1,0-1,0 1,-1 0,0 1,0-1,0 1,0 0,0 0,-1 0,1 1,-1 0,0 0,0 1,0-1,0 1,0 0,0 1,0-1,0 1,0 1,0-1,0 1,0 0,0 0,0 1,1 0,-1 0,0 0,1 0,0 1,-1 0,1 0,0 1,0 0,1-1,-1 2,1-1,-4 5,4-3,1 1,-1-1,2 1,-1 0,1 0,0 0,0 0,0 0,1 0,1 1,-1 4,2 31</inkml:trace>
  <inkml:trace contextRef="#ctx0" brushRef="#br0" timeOffset="67619.735">4186 6965,'19'-89,"-15"63,1 0,1 0,1 1,1 0,2 0,0 1,6-7,-15 29,0-1,0 1,0 0,0 0,1 0,-1 0,1 0,-1 1,1-1,0 0,0 1,-1-1,1 1,0-1,0 1,1 0,-1 0,0 0,0 0,1 1,-1-1,0 0,1 1,-1 0,0-1,1 1,-1 0,1 0,-1 1,0-1,1 0,-1 1,0-1,1 1,-1 0,0 0,0 0,2 1,11 8,-1 0,0 2,-1 0,0 0,-1 1,5 7,4 3,59 69,-79-91,0 0,0 0,0 0,0 0,0 0,-1 0,1 0,0 0,-1 0,1 1,-1-1,1 0,-1 1,0-1,1 0,-1 0,0 1,0-1,0 0,0 1,0-1,0 0,-1 1,1-1,0 0,-1 1,1-1,0 0,-1 0,0 1,1-1,-1 0,0 0,0 0,1 0,-1 0,0 0,0 0,0 0,0 0,0 0,0-1,-1 1,1 0,0-1,0 1,0-1,-1 1,1-1,0 0,-1 1,1-1,0 0,-1 0,1 0,0 0,-1 0,0 0,-1 0,-1 0,1 1,-1-1,0 0,1-1,-1 1,0-1,1 0,-1 0,1 0,0 0,-1 0,1-1,0 1,0-1,-1 0,1 0,1 0,-1-1,0 1,1-1,-1 1,1-1,0 0,-1 0,1 0,1 0,-1 0,0 0,1-1,0 1,0-1,0 1,0-1,0 1,1-1,-1 1,1-1,0 0,0 1,1-1,-1 1,1-5,6 0,0 0,0 1,1 0,0 0,0 0,0 1,1 0,0 1,0 0,0 0,1 1,0 0,0 1,0 0,0 0,0 1,7 0,-16 1,71-6,-70 7,0 1,0-1,0 0,0 1,0-1,-1 1,1 0,0-1,0 1,0 0,0 0,-1 0,1 1,-1-1,1 0,0 1,-1-1,0 1,1-1,-1 1,0-1,0 1,0 0,0 0,0 0,-1-1,1 1,0 0,-1 0,1 0,-1 0,0 0,0 1,2 38,-3-36,0 1,1-1,-1 0,1 0,1 0,-1 0,1 0,0 0,0 0,0 0,0 0,1 0,0 0,0 0,1-1,-1 1,1-1,0 0,0 0,0 0,1 0,-1 0,1-1,0 1,2 0,14 5,-1-5</inkml:trace>
  <inkml:trace contextRef="#ctx0" brushRef="#br0" timeOffset="68058.239">4628 6444,'182'50,"-133"-39,-2 1,1 3,12 7,-54-20,0 0,0 1,0-1,0 1,-1 1,0-1,0 1,0 0,0 0,0 0,-1 1,1-1,-1 1,-1 0,1 1,-1-1,1 1,-2-1,1 1,-1 0,1 0,-2 0,2 6,-1 1,-2-8,0 1,0-1,0 0,0 0,1 0,0 0,0 0,0-1,1 1,-1 0,1 0,0-1,1 1,-1-1,1 0,0 1,0-1,0 0,0-1,1 1,0-1,-1 1,1-1,1 0,-1-1,0 1,1-1,-1 0,1 0,0 0,4 1,-1-4,1 0,0 0,0 0,-1-1,1-1,-1 0,1 0,-1 0,0-1,0 0,-1-1,1 1,-1-2,0 1,0-1,-1 0,0 0,0-1,0 0,-1 0,0 0,0-1,-1 1,0-1,0 0,-1 0,0-2,0 4,-3 5,0 1,0-1,0 0,0 0,0 0,0 0,0 1,0-1,1 0,-1 0,0 1,0-1,1 0,-1 0,0 1,1-1,-1 0,1 0,-1 1,1-1,-1 1,1-1,0 1,-1-1,1 1,0-1,-1 1,1-1,0 1,0 0,-1-1,1 1,0 0,0 0,0-1,-1 1,1 0,0 0,0 0,0 0,0 0,-1 0,1 0,0 1,0-1,0 0,-1 0,1 1,0-1,0 0,-1 1,1-1,0 1,-1-1,1 1,0 0,77 79,-51-65</inkml:trace>
  <inkml:trace contextRef="#ctx0" brushRef="#br0" timeOffset="69558.449">6004 6591,'-11'-7,"-1"1,0 0,0 1,-1 0,0 1,1 1,-1-1,0 2,-1 0,1 1,0 0,-1 1,1 0,0 1,0 1,-1 0,1 0,0 2,1 0,-1 0,1 1,0 0,-12 8,-22 23,46-34,1-1,-1 1,0 0,1-1,-1 1,1-1,-1 0,1 1,0-1,-1 1,1-1,0 0,0 1,0-1,0 0,0 0,0 0,1 0,-1 0,0 0,0 0,1 0,-1-1,1 1,-1 0,1-1,-1 1,1-1,-1 1,1-1,-1 0,1 0,-1 0,1 0,0 0,-1 0,1 0,-1 0,1-1,-1 1,0 0,26 2,1-2,-1-1,0 0,1-2,-1-2,0 0,-1-2,1 0,-1-2,18-10,-43 19,-1-1,1 0,0 0,-1 1,1-1,0 0,-1 1,1-1,0 1,0-1,-1 1,1-1,0 1,0 0,0-1,0 1,0 0,-1 0,1 0,0 0,0-1,0 1,0 0,0 0,0 1,0-1,0 0,0 0,-1 0,1 1,0-1,0 0,0 1,0-1,-1 1,1-1,0 1,0-1,-1 1,1 0,0-1,-1 1,1 0,-1-1,1 1,-1 0,1 0,-1-1,1 1,-1 0,0 0,1 0,-1 0,0 0,0 0,0 0,0-1,0 1,0 0,0 0,0 0,0 0,0 0,0 0,-1 1,2 36,1 0,3 0,0-1,11 36,6 0,-10-34,-1 1,-3-1,4 36,-24-6,11-67,0 0,1-1,-1 1,0-1,0 1,-1-1,1 0,0 1,0-1,0 0,-1 0,1 0,-1 0,1 0,-1 0,1 0,-1-1,0 1,1 0,-1-1,0 1,0-1,1 0,-1 0,0 1,0-1,1 0,-1 0,0-1,0 1,1 0,-1-1,0 1,1-1,-1 1,0-1,1 0,-1 0,-4-4,0 0,0 0,1-1,0 0,0 0,0 0,1-1,0 1,0-1,1 0,0 0,0 0,1-1,0 1,0-1,0 1,1-1,0 0,1 1,0-1,0-1,1-19,0 0,2 0,2 0,0 0,2 1,0 0,2 1,2-1,0 2,1 0,2 0,0 1,2 0,0 2,2 0,0 1,2 0,0 2,19-14,29-15,-66 48,-1 0,1 0,-1 0,1 0,-1 1,1-1,-1 0,1 1,-1 0,0-1,1 1,-1 0,0-1,1 1,-1 0,0 0,0 0,0 0,0 0,0 1,0-1,0 0,0 0,0 1,-1-1,1 0,0 1,-1-1,1 1,-1-1,0 0,1 1,-1-1,0 1,0-1,0 1,0 0,0-1,0 1,0-1,-1 1,1-1,-1 0,1 1,-1-1,1 1,-1-1,0 0,0 2,1-1,-2 3,1 1,-1-1,1 0,1 0,-1 0,1 1,0-1,0 0,1 0,-1 1,1-1,0 0,1 0,-1 0,1 0,0 0,0 0,1 0,-1-1,1 1,0-1,0 0,1 0,-1 0,1 0,0-1,0 1,0-1,1 0,1 1,1-1,0 0,1-1,-1 0,1-1,-1 1,1-1,0-1,0 1,-1-1,1-1,0 0,0 0,-1 0,1-1,-1 0,1 0,-1-1,0 0,0 0,0-1,0 0,-1 0,3-2,0-1,0 0,-1 0,1-1,-2 0,1-1,-1 0,0 0,-1-1,0 1,-1-1,1 0,-2-1,0 1,0-1,1-7,-2 30,1-1,0 1,1-1,0 0,1 0,0-1,0 0,6 6,-9-12,1 1,0-1,0-1,0 1,0 0,1-1,-1 0,1 0,0 0,0-1,0 0,0 0,0 0,0 0,1-1,-1 0,1 0,-1 0,1-1,-1 0,1 0,-1 0,1-1,-1 0,1 0,-1 0,0 0,1-1,-1 0,0 0,0-1,0 1,-1-1,4-2,-3 0,0-1,1 0,-2 0,1 0,-1 0,0-1,0 1,-1-1,1 0,-2 0,1-1,-1 1,0 0,-1-1,1 0,-1 1,-1-1,0 0,0 1,0-1,-1 1,0-1,-1 0,0 1,0 0,-2-5,3 9,0 0,0 0,0 0,-1 1,0-1,1 0,-1 1,0-1,0 1,0-1,-1 1,1 0,-1 0,1 0,-1 1,0-1,1 0,-1 1,0 0,0 0,0 0,0 0,-1 0,4 1,-1 0,0 0,1 0,-1 1,0-1,1 0,-1 0,1 1,-1-1,0 0,1 1,-1-1,1 1,-1-1,1 1,-1-1,1 1,0-1,-1 1,1-1,0 1,-1-1,1 1,0 0,-1-1,1 1,0 0,0-1,0 1,0 0,0-1,0 1,0 0,0-1,0 1,0 0,0-1,0 1,0 0,1-1,-1 1,0 0,0-1,1 1,-1-1,0 1,1-1,-1 1,1-1,-1 1,1-1,-1 1,1-1,-1 1,1-1,-1 0,1 1,-1-1,1 0,0 1,-1-1,1 0,0 0,-1 0,1 0,0 1,11 3,-1 1,1-2,0 1,0-2,1 1,-1-2,0 0,1 0,-1-1,10-1,1 1,-3 0,-11-1,0 0,-1 1,1 0,0 1,-1 0,1 0,-1 1,1 0,-1 1,0 0,1 0,-2 0,8 5,-12-5,0 1,-1 0,1 0,-1-1,0 1,0 1,0-1,-1 0,1 0,-1 1,0-1,-1 1,1-1,-1 1,1 3,4 24,-3-25,1 0,0 0,1 0,0 0,0 0,0-1,1 0,-1 1,2-2,-1 1,1-1,-1 0,2 0,-1 0,0-1,1 0,0 0,0-1,0 1,0-2,0 1,1-1,-1 0,1-1,0 1,0-2,-1 1,1-1,0 0,0-1,-1 1,1-2,0 1,-1-1,1 0,5-3,112-67,-124 71,0 1,0 0,-1-1,1 1,0 0,0-1,-1 1,1 0,0 0,0-1,0 1,0 0,-1 0,1 0,0 0,0 0,0 1,-1-1,1 0,0 0,0 0,0 1,-1-1,1 0,0 1,0-1,-1 1,1-1,0 1,-1-1,1 1,-1-1,1 1,0 0,-1-1,1 1,-1 0,0-1,1 1,-1 0,0 0,1-1,-1 1,0 0,0 0,0 0,1-1,-1 1,0 0,0 0,0 0,-1 0,15 26,-8-25,0 1,0-1,0 0,0 0,0 0,1-1,-1 0,1 0,-1-1,0 0,1 0,-1 0,1-1,-1 0,0 0,1-1,5-2,-9 3,1 0,-1-1,1 1,-1-1,0 0,0 0,0-1,0 1,0 0,0-1,-1 0,1 0,-1 0,1 0,-1 0,0 0,-1 0,1-1,0 1,-1-1,0 1,0-1,0 1,0-1,-1 0,1 0,-1 1,0-1,0 0,0 0,0 1,-1-1,0 0,0 0,0 1,0-1,0 1,-1-1,1 1,-1 0,0-1,0 1,-1 0,1 0,-4-2,0 1,0-1,-1 1,1 0,-1 1,0 0,0 0,0 0,0 1,-1 0,1 0,0 1,-1 0,0 1,1-1,-1 1,1 1,-1-1,1 1,-1 1,1-1,-1 1,1 1,0-1,0 1,0 0,0 1,-2 2,-51 46,59-50,0 0,-1 0,1-1,0 1,0 0,1 0,-1 0,0 1,1-1,-1 0,1 0,-1 0,1 0,0 1,0-1,0 0,0 0,1 0,-1 0,0 1,1-1,0 0,-1 0,1 0,0 0,0 0,0 0,0 0,1-1,-1 1,0 0,1 0,-1-1,2 1,60 28,-28-22</inkml:trace>
  <inkml:trace contextRef="#ctx0" brushRef="#br0" timeOffset="69915.813">7755 6578,'12'16,"10"5,6-1,7-4,5-4,0-7,-7-5</inkml:trace>
  <inkml:trace contextRef="#ctx0" brushRef="#br0" timeOffset="73689.485">3143 7487,'-2'22,"-1"22,0 19,1 17,0 11,1 8,1 3,-3 0,-2-6,-3-7,-3-16,-1-14,-1-18,0-20,1-14</inkml:trace>
  <inkml:trace contextRef="#ctx0" brushRef="#br0" timeOffset="73961.757">2997 8222,'-13'-94,"4"-1,5-1,3 1,8-37,-7 128,19-99,-18 100,0 0,0 0,0 0,0 0,0 0,1 0,-1 1,1-1,0 1,0-1,0 1,0 0,0 0,1 0,-1 0,1 0,-1 0,1 1,0-1,-1 1,1-1,0 1,0 0,0 1,0-1,0 0,0 1,0-1,0 1,1 0,-1 0,10 3,-1 1,1 0,-1 1,0 1,0-1,-1 2,0 0,0 0,-1 1,1 0,-2 0,1 2,-1-1,-1 1,3 3,-8-11,0 1,-1 0,1 0,0 0,-1 0,1 0,-1 0,0 1,0-1,0 1,-1 0,1-1,-1 1,0 0,0 0,0 0,-1 0,1 0,-1 0,0 0,0 0,-1 0,1 0,-1 0,1-1,-1 1,-1 0,1 0,0 0,-1-1,-2 4,-3-1,-1 0,0 0,-1-1,0 0,1-1,-1 0,-1 0,1-1,0 0,-1 0,0-1,1-1,-1 0,0 0,0-1,0 0,0 0,0-1,1-1,-1 0,-22-5</inkml:trace>
  <inkml:trace contextRef="#ctx0" brushRef="#br0" timeOffset="75135.568">3598 7620,'-4'-4,"0"-1,0 1,-1 0,1 0,-1 1,0 0,0 0,0 0,-1 0,1 1,-1-1,1 2,-1-1,0 0,0 1,0 0,1 1,-1-1,0 1,0 0,0 1,0-1,0 1,0 0,0 1,1-1,-1 1,1 0,-1 1,1-1,0 1,-1 0,2 1,-1-1,0 1,1 0,-1 0,1 0,0 1,1-1,-1 1,1 0,0 0,0 0,0 1,1-1,-1 3,2-6,1 0,0 1,-1-1,1 0,0 1,0-1,1 0,-1 1,0-1,1 0,0 1,-1-1,1 0,0 0,0 1,0-1,0 0,1 0,-1 0,0 0,1-1,0 1,-1 0,1-1,0 1,0-1,0 1,0-1,0 0,0 0,0 0,0 0,0 0,1 0,0-1,85 16,57-29,-139 11,0-1,0 0,-1 0,1-1,-1 0,1 0,-1 0,-1-1,1 1,0-1,-1 0,0-1,0 1,-1-1,0 0,0 0,0 0,0 0,-1 0,0 0,0-1,-1 1,0-1,0 1,0-1,-1 0,0 1,-1-1,1-1,-1 6,1 0,0 0,0 0,1 1,-1-1,0 0,0 0,1 0,-1 0,1 0,0 1,0-1,0 0,-1 0,1 1,1-1,-1 1,0-1,0 1,1-1,-1 1,0 0,1 0,-1 0,1 0,0 0,-1 0,1 0,0 0,0 0,0 1,-1-1,1 1,0 0,0-1,0 1,0 0,0 0,0 0,0 0,0 0,-1 1,1-1,0 1,1 0,147 31,-147-31,0 2,-1-1,1 0,0 1,-1-1,1 1,-1 0,0-1,0 1,0 0,0 0,-1 1,1-1,-1 0,1 1,-1-1,-1 1,1-1,0 1,-1-1,1 1,-1-1,0 1,-1-1,1 1,0 0,-1-1,0 1,-1 2,1 13,11 78,-9-93,0 0,0-1,0 1,1-1,0 0,-1 1,1-1,0 0,1 0,-1 0,0 0,1 0,0-1,-1 1,1-1,0 1,0-1,1 0,-1-1,0 1,1 0,-1-1,1 0,3 1,-3-2,0-1,0 0,0 0,0 0,0-1,0 1,0-1,0 0,0 0,-1 0,1-1,-1 0,1 1,-1-1,0 0,0 0,0-1,-1 1,1 0,-1-1,2-3,-2 5,19-24,0-1,-2 0,-1-2,-1 0,-2-1,0 0,-3-1,0-1,-2 0,2-15,35-251,-51 542,1-182,-1-34,3 0,0 0,1 0,2 0,1 0,7 27,-9-49,1 0,0 0,0 0,1 0,0-1,0 1,0-1,0 1,1-1,0 0,0 0,1-1,-1 1,1-1,0 0,0 0,0-1,1 0,-1 0,1 0,0 0,0-1,0 0,0 0,0 0,0-1,0 0,1 0,-1-1,0 0,1 0,-1 0,0-1,2 0,4-1,-1-1,1-1,-1 1,0-2,0 1,0-2,-1 1,0-1,0-1,0 0,-1 0,0-1,0 0,-1-1,0 0,-1 0,0-1,0 1,-1-2,0 1,-1-1,0 1,1-7,-5 15,0 1,-1 0,1-1,-1 1,1-1,-1 1,0-1,1 0,-1 1,0-1,0 1,0-1,0 1,0-1,-1 1,1-1,0 0,-1 1,1-1,-1 1,0 0,1-1,-1 1,0-1,0 1,0 0,0 0,0 0,0-1,0 1,0 0,0 0,-1 0,1 1,0-1,-1 0,1 0,-1 1,1-1,-1 1,1-1,-1 1,1 0,-1-1,1 1,-1 0,1 0,-1 0,0 0,0 0,-2 2,0-1,0 0,0 1,0 0,0 0,0 0,1 0,-1 1,1-1,0 1,0 0,0 0,0 0,0 1,0-1,1 0,0 1,-1 0,1 0,1 0,-1-1,1 2,-1-1,1 0,0 0,1 0,-1 0,1 1,0-1,0 0,0 1,0-1,1 0,-1 0,1 0,0 1,1-1,-1 0,1 0,0-1,0 1,0 0,0 0,1-1,-1 0,1 1,3 2,4 0,0-1,0 0,1 0,0-1,0 0,0-1,0 0,1-1,-1 0,1-1,-1 0,1-1,0 0,6-1,59-19,-52 5</inkml:trace>
  <inkml:trace contextRef="#ctx0" brushRef="#br0" timeOffset="75340.541">4199 7259,'21'-2,"22"-1,22 0,21 1,14 3,3 3,-16 1</inkml:trace>
  <inkml:trace contextRef="#ctx0" brushRef="#br0" timeOffset="75798.317">4975 7688,'44'-75,"49"-137,-92 212,-1-1,0 1,0 0,0-1,1 1,-1 0,0-1,0 1,1-1,-1 1,0 0,1 0,-1-1,0 1,1 0,-1-1,0 1,1 0,-1 0,1 0,-1 0,1-1,-1 1,0 0,1 0,-1 0,1 0,-1 0,1 0,-1 0,1 0,-1 0,0 0,1 0,-1 0,1 1,-1-1,1 0,-1 0,0 0,1 1,-1-1,0 0,1 0,-1 1,0-1,1 0,-1 1,0-1,1 0,-1 1,0-1,0 0,1 1,-1-1,0 1,11 7,46 4,-52-12,0 0,-1 1,1-1,0 1,-1 0,1 0,0 0,-1 1,0-1,1 1,-1 0,0 0,0 1,0-1,0 1,0 0,-1 0,1 0,-1 1,0-1,0 1,0 0,26 100,-21-59,-7-36,0 0,0-1,1 0,0 1,1-1,0 0,0 0,1 0,0-1,0 1,1-1,0 0,0 0,0 0,1-1,0 0,0 0,1-1,0 1,0-1,0-1,1 1,-1-1,1-1,0 1,0-1,12-3,0 0,0-1,0-1,-1-1,1-1,0 0,-1-2,0 0,-1-1,1-1,10-6,-9 5,37-20,-40 18</inkml:trace>
  <inkml:trace contextRef="#ctx0" brushRef="#br0" timeOffset="76612.653">3478 7620,'4'-11,"2"-7,-2 1,-3 5,0 11,-4 13,-3 11,0 2</inkml:trace>
  <inkml:trace contextRef="#ctx0" brushRef="#br1" timeOffset="88486.616">2529 6216,'-34'11,"34"-10,0 0,1-1,-1 1,0 0,0-1,0 1,1 0,-1-1,0 1,1 0,-1-1,1 1,-1-1,1 1,-1-1,1 1,-1-1,1 1,-1-1,1 1,-1-1,1 0,0 1,-1-1,1 0,0 1,-1-1,1 0,0 0,0 0,-1 0,1 0,0 0,-1 0,1 0,0 0,0 0,-1 0,1 0,0-1,-1 1,1 0,0-1,309 6,639-19,133 0,-999 13,0 4,-1 4,23 7,39-9,-90-6,-9 1,39 0,1-3,46-10,-73 5,-88 14,-111 1,-129-13,214 4,-1361 12,788-1,484-9,25 20,3-5,73-8,-1-1,0-2,-30-2,-104-3,72-12,-79 21,161-5,16-1,21-4,312-23,130 12,-230 12,-219 4,-17 0,-274 5,-59-11,-26-18,305 12,162 12,715 1,-791-4,-33 2,-403 9,310-11,-226-2,282-4,58 4,235-2,136 5,-364 1,-20 3,-23 3,-35 5,0-2,-58 0,64-15,56 4,1 0,0 0,-1 0,1-1,0 1,0 0,-1-1,1 1,0 0,-1-1,1 1,0 0,0-1,0 1,0-1,-1 1,1 0,0-1,0 1,0-1,0 1,0-1,0 1,0 0,0-1,0 1,0-1,0 1,0 0,0-1,0 1,1-1,-1 1,0 0,0-1,0 1,1-1,-1 1,0 0,0-1,1 1,-1 0,0-1,1 1,-1 0,0 0,1 0,-1-1,0 1,1 0,-1 0,1 0,12-11</inkml:trace>
  <inkml:trace contextRef="#ctx0" brushRef="#br2" timeOffset="101017.87">323 8864,'-8'-2,"-1"0,1 1,0 0,-1 1,1 0,0 0,-1 0,1 1,-1 1,1-1,0 1,0 1,0-1,0 1,1 1,-1-1,1 2,0-1,0 1,0 0,0 0,1 0,0 1,0 0,1 1,-1-1,1 1,1 0,-1 0,1 1,1-1,-1 1,1 0,1 0,-1 0,1 0,1-5,-1 0,1 1,0-1,0 1,0-1,0 1,1-1,0 1,-1-1,1 1,0-1,1 1,-1-1,1 1,-1 0,1-1,0 0,0 1,1-1,-1 0,1 1,0-1,-1 0,1 0,1 0,-1-1,0 1,1 0,-1-1,1 0,0 1,0-1,0 0,0-1,0 1,2 1,6-2,0 0,0-1,0 0,1 0,-1-1,0-1,-1 0,1 0,0-1,-1 0,1-1,-1 0,0-1,0 0,-1-1,1 0,-1 0,0-1,3-4,-4 5,-1 0,0 0,-1-1,1 1,-1-2,-1 1,1-1,-1 1,-1-1,1-1,-1 1,-1-1,1 0,-2 1,1-1,-1-1,0-4,-1 14,-1 0,0-1,1 1,-1 0,0-1,0 1,1 0,-1-1,0 1,0 0,1-1,-1 1,0-1,0 1,0-1,0 1,1 0,-1-1,0 1,0-1,0 1,0-1,0 1,0-1,0 1,0 0,-1-1,1 1,0-1,0 1,0-1,0 1,-1 0,1-1,0 1,0-1,-1 1,1 0,0-1,-1 1,1 0,0-1,-1 1,1 0,0 0,-1-1,1 1,-1 0,1 0,0 0,-1 0,1 0,-1-1,1 1,-1 0,1 0,0 0,-1 0,1 0,-1 0,1 0,-1 0,1 1,-1-1,1 0,0 0,-1 0,1 0,-1 1,1-1,-4 11,0 0,1 0,1 0,0 1,1-1,0 1,0-1,1 1,1-1,0 1,0-1,1 1,3 6,-4-13,0 0,0 0,1 0,-1 0,1 0,0 0,1 0,-1-1,1 1,0-1,0 0,1 1,-1-2,1 1,0 0,0-1,0 1,0-1,1 0,-1-1,1 1,-1-1,1 0,0 0,0 0,0-1,1 0,-1 0,0 0,0-1,0 1,1-1,-1 0,0-1,1 1,-1-1,0 0,0-1,0 1,3-2,2-6,-1 0,0 0,-1-1,0 0,0 0,-1-1,0 0,-1-1,-1 1,0-1,0 0,-1 0,-1-1,0 1,0-1,-1 1,-1-1,0 0,-1 0,-1 0,-1-9,2 10,0-1,-1 1,-1-1,0 1,-1-1,0 1,-1 0,0 1,-1-1,0 0,-4 4,17 16,9 2,0-1,1-1,0-1,0 0,1-1,18 3,-24-6,47 11,76 27,-132-39,0 0,0 1,0 0,-1 0,1 0,-1 0,0 0,0 1,0 0,0-1,0 1,-1 0,0 0,0 1,0-1,0 0,-1 1,1-1,-1 1,0-1,-1 1,1-1,-1 1,0 0,0-1,0 1,-1 0,1-1,-1 1,0-1,-2 3,-1 14,2-18,1 1,-1-1,1 0,0 0,0 1,0-1,1 1,-1-1,1 0,0 1,0-1,0 1,0-1,1 1,-1-1,1 1,0-1,0 0,0 1,0-1,1 0,-1 0,1 0,0 0,0 0,0 0,0-1,1 1,-1-1,1 1,-1-1,2 1,8 1,1 0,-1-1,1 0,0-1,0 0,0-1,1 0,-1-2,0 1,0-1,0-1,0-1,0 0,0 0,-1-1,10-5,-7 4,-1-1,-1-1,1 0,-1 0,0-2,-1 1,0-2,0 0,-1 0,-1-1,0 0,0-1,-1 0,0 0,-1-1,-1 0,0-1,0 0,-2 0,1-1,-5 12,0 0,0 0,-1 0,1 0,-1 0,1-1,-1 1,0 0,0 0,-1 0,1 0,-1 0,1 0,-1 0,0 0,0 0,0 0,-1 0,1 0,-1 0,1 1,-1-1,0 1,0-1,0 1,0 0,-1 0,1 0,-1 0,1 0,-1 0,0 1,1-1,-1 1,0 0,0 0,0 0,0 0,0 0,0 1,-3-1,1 1,0 0,-1 0,1 1,0 0,-1 0,1 0,0 1,0-1,0 1,0 0,0 1,1-1,-1 1,1 0,-1 0,1 0,0 1,0-1,1 1,-1 0,1 0,-1 1,1-1,1 1,-1-1,1 1,0 0,0 0,0 0,0 0,1 0,0 1,0-1,0 0,1 0,0 1,0-1,0 0,1 1,0-1,0 0,0 1,0-1,1 0,0 0,0 0,2 3,10 4,1 0,0-2,0 0,1 0,0-1,1-1,0-1,0 0,1-2,-1 0,1 0,1-2,-1 0,10-1,-21 0,82 12</inkml:trace>
  <inkml:trace contextRef="#ctx0" brushRef="#br2" timeOffset="101497.639">2823 8877,'-9'15,"1"0,1 0,0 1,1 0,0 0,-1 11,6-23,0-1,1 1,-1 0,1 0,0-1,0 1,0 0,1-1,-1 1,1 0,0-1,0 1,0 0,0-1,1 1,0-1,-1 0,1 0,0 1,0-1,1-1,-1 1,1 0,-1 0,1-1,0 0,0 1,0-1,0 0,1 0,-1-1,4 2,8 2,1 0,0-1,1-1,-1-1,1 0,-1-1,1 0,-1-2,1 0,-1-1,1 0,-1-2,0 0,3-1,-15 4,1 0,-1 0,0-1,1 1,-1-1,0 0,0 0,0-1,0 1,-1-1,1 0,-1 1,1-2,-1 1,0 0,0-1,-1 1,1-1,-1 0,1 0,-1 0,0 0,-1 0,1-1,-1 1,0 0,0-1,0 1,-1-1,1 1,-1-1,0 0,0 1,-1-1,0 1,1-1,-1 1,-1 0,1-1,-1 1,-1-3,-2 0,0 0,0 1,-1 0,0 0,0 1,-1-1,1 1,-1 1,0-1,0 1,-1 0,1 1,-1 0,0 0,0 1,0 0,0 0,-5 0,-2 0,0 0,0 1,0 1,0 0,0 1,0 1,0 0,0 1,-12 5,21-7,0 1,0 0,0 1,0-1,0 1,1 0,-1 1,1-1,0 1,0 0,0 1,1-1,-1 1,1 0,0 0,1 0,-1 0,1 1,-2 4,-2 19</inkml:trace>
  <inkml:trace contextRef="#ctx0" brushRef="#br2" timeOffset="101782.4">3798 8703,'0'14,"0"13,0 11,-2 7,-1 2,0-1,3-2,4-8,3-7,3-8,0-9</inkml:trace>
  <inkml:trace contextRef="#ctx0" brushRef="#br2" timeOffset="102444.631">3611 8570,'57'1,"-1"2,1 3,-1 2,-1 3,17 7,-59-16,-1 1,1 0,-1 1,0 1,0 0,0 1,0 0,-1 0,0 1,-1 1,1 0,-1 0,-1 1,0 1,0-1,-1 1,0 1,0 0,-2 0,1 0,-1 1,-1-1,0 1,2 10,-2 40,8 29,-11-88,0 0,0 0,0 0,0 0,1 0,-1 0,1-1,0 1,0-1,0 1,0-1,0 0,0-1,1 1,-1 0,0-1,1 0,0 0,-1 0,1 0,0 0,-1-1,1 0,1 1,90-15,-85 10,0 1,-1-2,1 1,-1-1,0-1,-1 0,1 0,-1-1,0 1,-1-2,0 1,0-1,0 0,-1-1,0 0,-1 1,0-2,0 1,-1-1,0 1,-1-1,2-10,-9-8,4 29,0-1,0 0,0 1,0-1,0 0,0 1,0-1,0 0,-1 1,1-1,0 0,0 0,0 1,0-1,-1 0,1 1,0-1,0 0,-1 0,1 0,0 1,-1-1,1 0,0 0,0 0,-1 0,1 1,0-1,-1 0,1 0,0 0,-1 0,1 0,0 0,-1 0,1 0,0 0,-1 0,1 0,0 0,-1 0,1 0,0 0,-1-1,1 1,0 0,-1 0,1 0,0 0,-1-1,1 1,0 0,0 0,-1-1,1 1,0 0,0 0,0-1,-1 1,1 0,0-1,0 1,0 0,0-1,0 1,0 0,0-1,0 1,-1 0,1-1,-1 6,1 0,-1 0,1-1,-1 1,1 0,1 0,-1 0,1-1,0 1,0 0,0 0,1-1,-1 1,1-1,0 1,1-1,-1 0,1 0,-1 0,1 0,1 0,-1-1,0 1,1-1,0 0,-1 0,3 1,0 2,1-1,-1 1,1-1,0 0,0-1,0 1,1-2,0 1,0-1,0 0,0-1,0 1,0-2,1 1,-1-1,0 0,1-1,-1 0,1-1,-1 1,1-2,-1 1,0-1,0 0,0-1,0 0,0 0,0-1,-1 0,1 0,-1-1,0 1,5-7,0-8,-1 0,-1-1,0 0,-2 0,-1-1,0 0,-1-1,-2 0,0 1,-1-1,-1-1,-2 1,0-5,5-67,-4 0,-4 0,-7-27,-10 43,20 78,0 0,0-1,0 1,0-1,0 1,-1-1,1 1,0-1,0 1,-1 0,1-1,0 1,0-1,-1 1,1 0,-1-1,1 1,0 0,-1 0,1-1,-1 1,1 0,0 0,-1 0,1-1,-1 1,1 0,-1 0,1 0,-1 0,1 0,-1 0,1 0,-1 0,1 0,-1 0,1 0,-1 0,1 1,-1-1,1 0,0 0,-1 0,1 1,-1-1,1 0,0 0,-1 1,1-1,-1 0,1 1,0-1,0 0,-1 1,1-1,0 1,0-1,-1 1,1-1,0 0,0 1,0-1,0 1,-1-1,1 1,0-1,0 1,0-1,0 1,-4 14,0 0,1 0,1 0,0 0,1 0,0 0,2 8,-1-2,-1 35,3 0,2 0,3-1,2 1,3-1,2-1,2 0,24 50,14-9,-30-64</inkml:trace>
  <inkml:trace contextRef="#ctx0" brushRef="#br2" timeOffset="102630.649">4721 8463,'-16'-5,"2"-1,14 0,23 4,29 2,23 3,17 3,6 4,-12-1</inkml:trace>
  <inkml:trace contextRef="#ctx0" brushRef="#br2" timeOffset="103925.018">5203 8984,'8'-14,"1"-1,-2 0,0 0,-1-1,0 0,-2 0,0 0,0-1,-2 1,0-1,-1 0,0 0,-1 1,-2-1,1 0,-2 1,0-1,-5-13,7 26,1 4,-1-1,1 0,0 1,-1-1,1 1,0-1,0 0,-1 1,1-1,0 0,0 1,0-1,0 0,0 1,0-1,0 0,0 1,0-1,0 0,0 1,0-1,0 0,0 1,1-1,-1 1,0-1,1 0,-1 1,0-1,1 1,-1-1,0 1,1-1,-1 1,1-1,-1 1,1-1,0 1,-1 0,1-1,-1 1,1 0,0-1,-1 1,1 0,-1 0,1 0,0 0,-1-1,1 1,0 0,0 0,-1 0,196 24,-82 11,-110-32,1-1,-1 1,0 0,1 0,-1 0,-1 1,1-1,0 1,-1 0,0 0,0 1,0-1,0 0,-1 1,0 0,0-1,0 1,0 0,-1 0,0 0,1 4,0 35,-3-39,1 1,-1-1,1 1,1-1,-1 1,1-1,0 1,0-1,0 0,1 1,0-1,0 0,0 0,1 0,-1 0,1-1,0 1,1-1,-1 0,1 1,3 1,4 0,0-1,0-1,0 0,1 0,0-1,0-1,-1 0,1-1,1 0,-1 0,0-2,0 1,7-2,23-2,-1-1,0-2,0-2,-1-1,0-2,0-2,-2-2,0-1,26-17,-57 30,0 0,0 0,0 0,-1-1,0 0,0-1,0 1,0-1,-1 0,0 0,0-1,-1 0,1 1,-2-2,3-3,-6 9,1 0,-1 0,0 0,0 0,0 0,0 0,-1 0,1 0,0 1,-1-1,1 0,-1 0,0 0,1 1,-1-1,0 0,0 1,0-1,0 0,-1 1,1 0,0-1,-1 1,1 0,-1-1,1 1,-1 0,0 0,1 0,-1 1,0-1,1 0,-2 0,-63-16,53 15,-1 0,0 1,0 0,0 2,0-1,0 2,0 0,1 0,-1 1,1 1,-1 0,1 1,0 1,1 0,-11 6,19-9,1 0,0 1,0-1,0 0,1 1,-1 0,1-1,0 1,0 0,0 0,0 0,1 1,0-1,0 0,0 0,0 1,0-1,1 1,0-1,0 1,0-1,1 0,-1 1,1-1,0 0,1 1,-1-1,1 0,-1 0,1 0,0 0,1 0,-1-1,1 1,-1-1,1 1,0-1,1 0,-1 0,0 0,1-1,0 1,-1-1,1 0,0 0,0 0,8 4,0 0,1-2,-1 1,1-2,0 1,0-2,0 0,1 0,-1-1,0-1,1 0,-1-1,0 0,0-1,0-1,0 0,0-1,0 0,-1-1,1 0,-1-1,-1 0,1-1,-1 0,0-1,-1-1,0 1,0-2,-1 1,0-1,-1-1,0 1,5-10,-34 111,21-87,0 0,0 0,0 0,0 0,1 0,-1 0,1-1,0 1,0 0,1 0,-1-1,1 1,0-1,0 1,0-1,0 0,1 1,-1-1,1 0,0-1,-1 1,1 0,1-1,-1 0,0 0,4 2,-2-2,0 0,1-1,0 0,-1 1,1-2,0 1,-1-1,1 0,0 0,-1-1,1 1,0-1,-1-1,1 1,-1-1,1 0,-1 0,0 0,0-1,0 0,0 0,0 0,4-3,0-1,0 0,-1-1,0 0,0 0,-1 0,0-1,-1 0,0-1,5-8,-4 3,-1 0,0 0,-1 0,-1-1,0 0,-2 0,1 0,-2 0,0 0,-1 0,0-1,-2 1,0 0,-1-5,2 19,1 2,1 0,-1 0,1 1,-1-1,0 0,1 0,-1 0,1 0,-1 1,0-1,1 0,-1 0,1 0,-1 0,1 0,-1 0,1 0,-1 0,0 0,1-1,-1 1,1 0,-1 0,0 0,1 0,-1-1,1 1,-1 0,0 0,1-1,-1 1,0 0,1 0,-1-1,0 1,0 0,1-1,-1 1,0-1,0 1,1 0,-1-1,0 1,0-1,0 1,0-1,0 1,0 0,0-1,0 1,0-1,0 1,0-1,0 1,0 0,0-1,0 1,0-1,0 1,-1-1,1 1,0 0,0-1,-1 1,1 0,0-1,0 1,-1 0,1-1,0 1,185 51,-177-50,-1 0,0 0,0 1,1 0,-1 0,-1 1,1-1,0 2,-1-1,1 1,-1 0,0 0,0 0,-1 1,1 0,-1 0,0 1,-1 0,1-1,-1 1,0 1,0-1,-1 1,0-1,0 1,-1 0,1 1,-25 134,22-139,0 0,0-1,1 1,-1 0,1-1,0 1,0-1,0 1,0-1,0 1,1-1,-1 0,1 1,-1-1,1 0,0 0,0 0,0 0,0-1,0 1,0 0,0-1,1 0,-1 1,0-1,1 0,-1 0,1-1,1 2,80 8,-70-11,1 0,-1 0,0-2,0 0,1 0,-2-1,1-1,-1 0,1-1,-1-1,-1 0,0 0,0-1,0-1,-1 0,0-1,-1 0,0 0,0-1,-1-1,-1 1,0-1,0-1,4-12,-10 21,0 1,-1-1,0 0,0 0,0 0,0 0,0 0,-1 0,0 0,0 0,0 0,0 0,-1 0,0 0,1 0,-1 0,-1 1,1-1,0 0,-1 0,0 1,0-1,0 1,0-1,-1 1,0 0,1 0,-1 0,0 1,0-1,0 0,-1 1,1 0,0 0,-1 0,0 0,-3 0,1 0,0 0,-1 0,1 1,-1 0,0 0,1 1,-1-1,0 2,0-1,1 1,-1 0,1 0,-1 1,1 0,-1 0,1 0,0 1,0 0,0 0,0 1,1-1,-1 1,1 1,0-1,0 1,1 0,-1 0,1 0,0 0,0 1,1 0,0-1,0 1,0 1,0-1,1 0,0 1,1-1,0 1,0-1,0 1,0 0,1 0,0-1,1 1,0 0,0-1,0 1,1 2,6 3,-1 0,2-1,0 0,0-1,1 1,0-2,0 1,1-2,1 1,0-2,0 1,0-1,1-1,-1-1,2 0,-1 0,0-1,4 0,177 39,-100-31</inkml:trace>
  <inkml:trace contextRef="#ctx0" brushRef="#br2" timeOffset="104527.453">8932 8783,'2'0,"12"0,20 0,22 0,23 0,12 0,6 0,-8 0,-16 0,-21 0</inkml:trace>
  <inkml:trace contextRef="#ctx0" brushRef="#br2" timeOffset="104722.93">9079 8931,'18'4,"18"5,16-1,12 0,10-2,3-3,1-3,-15-2</inkml:trace>
  <inkml:trace contextRef="#ctx0" brushRef="#br2" timeOffset="104982.84">9614 8596,'20'12,"21"7,15 6,8 6,6 1,-3 2,-10 5,-13 3,-16 3,-22 5,-23 3,-23 2,-17 3,-16 1,-11-1,-5-4,13-10</inkml:trace>
  <inkml:trace contextRef="#ctx0" brushRef="#br2" timeOffset="105891.925">550 10053,'-7'0,"1"0,-1 1,0 0,0 0,1 0,-1 1,0-1,1 2,0-1,-1 1,1 0,0 0,0 1,1-1,-1 1,1 1,0-1,0 1,0 0,1 0,0 0,-1 1,2-1,-1 1,1 0,0 0,0 0,1 1,-1-1,2 1,-2 3,3-5,0 0,0 0,0 0,0 0,1 0,0 0,0 0,1-1,-1 1,1 0,0-1,0 1,0-1,1 0,0 1,0-1,0-1,0 1,0 0,1-1,0 1,0-1,0 0,0-1,0 1,0-1,4 2,2 1,0-1,1 0,-1-1,1 0,0 0,0-1,0-1,0 0,1 0,-1-1,11-1,-11-1,0 0,-1-1,1 0,-1 0,0-1,0-1,0 0,-1 0,1-1,-1 0,0 0,-1-1,8-7,-12 9,0 1,0 0,0-1,0 0,-1 1,0-1,0-1,0 1,-1 0,0-1,0 0,0 1,0-1,-1 0,0 0,-1 0,1 1,-1-1,0 0,0 0,-1 0,0 0,0 0,0 0,-1 1,0-3,-1 2,0 0,-1 0,0 1,0-1,0 1,0-1,-1 1,0 1,0-1,0 1,-1 0,1 0,-1 0,0 1,0 0,0 0,-1 0,1 1,0 0,-1 0,0 1,0 0,1 0,-1 0,0 1,0 0,0 1,1-1,-1 1,0 0,0 1,1 0,-1 0,1 0,0 1,0 0,-1 0,2 1,-1-1,0 1,1 0,0 1,0 0,-4 4,3-2,0 0,0 1,1 0,0 0,1 0,0 1,0 0,0-1,-1 9,-5 28</inkml:trace>
  <inkml:trace contextRef="#ctx0" brushRef="#br2" timeOffset="106553.795">1900 10388,'0'-5,"-5"-19,2-1,1 0,1 0,1 0,1 1,1-1,1 0,1 1,3-5,-6 24,0 1,1 0,-1 0,1-1,0 1,0 1,1-1,-1 0,1 0,0 1,0 0,0-1,1 1,-1 0,1 1,-1-1,1 1,0-1,0 1,0 0,0 0,0 1,1-1,-1 1,0 0,1 0,-1 1,1-1,-1 1,1 0,2 1,9 4,-1 1,0 1,0 0,-1 1,0 1,0 0,-1 1,0 1,-1 0,0 0,2 4,-13-14,6 5,-1-1,1 2,-1-1,0 1,0 0,-1 0,0 0,0 1,0 0,-1 0,-1 0,1 0,-1 1,0 0,-3-7,-1 0,1-1,0 1,-1-1,1 1,-1-1,1 1,-1 0,0-1,1 0,-1 1,0-1,0 0,0 1,0-1,0 0,-1 0,1 0,0 0,-1 0,1 0,0 0,-1 0,1 0,-1-1,1 1,-1-1,1 1,-1-1,0 0,1 1,-1-1,-1 0,-54-1,54 0,0-1,0 1,0 0,0-1,0 0,1 0,-1 1,0-1,1-1,0 1,-1 0,1-1,0 1,0-1,0 0,1 1,-1-1,1 0,-1 0,1 0,0 0,0 0,0-1,1 1,-1 0,1 0,0-1,0 1,0 0,0 0,0-1,1 1,-1 0,1 0,0 0,0 0,0-1,1 2,-1-1,1 0,-1 0,1 0,0 1,0-1,1 0,8-9,0 1,1 0,0 1,1 1,0 0,1 0,0 1,0 1,0 1,1 0,0 0,0 2,0 0,1 1,0 0,-1 1,9 0,-21 2,0-1,0 1,1 0,-1-1,0 1,0 1,0-1,1 0,-1 1,0 0,0-1,0 1,0 1,0-1,0 0,0 1,-1-1,1 1,0 0,-1 0,1 0,-1 0,0 0,0 1,0-1,0 1,0-1,0 1,0 0,-1 0,0 0,1 0,-1 0,0 0,-1 0,1 0,0 0,-1 2,2 29,-2-28,-1-1,1 1,1 0,-1 0,1-1,0 1,0-1,1 1,-1-1,1 1,0-1,1 0,-1 0,1 0,2 2,7 1,1-5</inkml:trace>
  <inkml:trace contextRef="#ctx0" brushRef="#br2" timeOffset="106986.642">2435 9813,'43'0,"0"2,0 2,-1 2,1 1,-1 3,-1 1,40 17,-70-24,0 0,-1 0,0 1,0 1,0 0,-1 0,1 1,-1 0,-1 1,0 0,0 0,0 1,-1-1,0 2,-1-1,0 1,-1 0,0 0,0 1,-1-1,0 1,-1 0,1 7,-4 147,-1-162,1 0,0 0,0 0,1 0,-1 0,1 0,-1-1,1 1,0 0,0 0,0 0,0-1,0 1,1 0,0-1,-1 1,1-1,0 0,0 0,0 1,0-1,0-1,1 1,-1 0,1 0,-1-1,1 1,0-1,-1 0,1 0,0 0,0 0,0-1,0 1,-1-1,3 1,12-1,-1 0,1-1,0 0,-1-1,0-1,1-1,-1 0,0-1,-1-1,1-1,-1 0,0 0,-1-2,0 0,0 0,10-11,-14 11,-1 1,0-1,0-1,-1 0,0 0,-1-1,6-10,6 74,-8-44,1-1,-1 0,2-1,-1-1,1 1,-1-2,2 0,-1-1,0 0,1-1,0 0,6 0,42 6,-5-2</inkml:trace>
  <inkml:trace contextRef="#ctx0" brushRef="#br2" timeOffset="108456.295">4079 10174,'1'-5,"1"1,-1 0,-1-1,1 1,0-1,-1 1,0-1,0 1,-1-1,1 1,-1-1,0 1,0-1,0 1,-1 0,1 0,-1 0,0 0,0 0,-1 0,1 0,-1 0,0 1,0 0,0-1,0 1,-1 0,1 0,-1 1,0-1,0 1,0 0,-1-1,-6 0,0 0,1 0,-1 1,0 1,0 0,0 0,0 1,0 0,0 1,0 1,0-1,0 2,1-1,-1 2,1-1,-1 2,1-1,0 1,1 1,-10 6,18-12,0 1,-1-1,1 1,-1 0,1-1,0 1,0 0,-1 0,1 0,0 0,0 0,0 0,0 1,0-1,0 0,1 0,-1 1,0-1,1 1,-1-1,1 0,-1 1,1-1,-1 1,1-1,0 1,0-1,0 1,0-1,0 1,0 0,0-1,1 1,-1-1,1 0,-1 1,1-1,-1 1,2 0,3 2,1-1,0-1,1 1,-1-1,0 0,1 0,-1-1,1 0,0 0,-1-1,1 0,0 0,0 0,0 0,25-1,-1-2,0-1,0-1,-1-2,0 0,5-4,-31 10,-3 0,1 0,0 0,-1 0,1 1,0-1,-1 0,1 1,0 0,-1-1,1 1,0 0,0 0,0 0,-1 0,1 0,0 0,0 1,-1-1,1 1,0-1,-1 1,1 0,0-1,-1 1,1 0,-1 0,1 0,-1 0,1 0,-1 1,0-1,0 0,0 1,19 77,-15-48,25 119,-13-75,-3 1,2 66,-15-133,-1 0,-1 0,1 0,-2 0,1-1,-1 1,0 0,-1-1,-1 2,3-7,0-1,0 0,0 1,0-1,-1 0,1 0,-1 0,0 0,1 0,-1 0,0 0,0 0,0-1,-1 1,1-1,0 0,0 0,-1 1,1-1,-1-1,1 1,-1 0,1-1,-1 1,1-1,-1 0,0 0,1 0,-1 0,1 0,-1 0,-1-1,-1 0,1-1,-1 0,1 1,0-1,0-1,0 1,0-1,0 1,1-1,-1 0,1-1,-1 1,1 0,0-1,1 0,-1 0,1 0,-1 0,1 0,0 0,1 0,-1-1,0 0,-2-8,1 0,0 0,0 0,2-1,-1 1,2-1,0-6,6-18,2 0,1 0,2 1,2 1,1 0,2 1,1 0,2 2,21-31,108-173,-136 213,-13 24,1 0,0 0,0 1,0-1,0 0,0 0,-1 0,1 1,0-1,0 0,0 0,0 0,-1 0,1 0,0 0,0 1,-1-1,1 0,0 0,0 0,-1 0,1 0,0 0,0 0,0 0,-1 0,1 0,0 0,0 0,-1 0,1 0,0 0,0 0,-1 0,1-1,0 1,0 0,0 0,-1 0,1 0,-4 5,0 0,1 0,0 0,0 1,0 0,1 0,-1-1,2 1,-1 1,0-1,1 0,0 0,1 0,-1 1,1-1,1 0,-1 1,1-1,0 0,0 0,1 0,0 0,0 0,0 0,1 0,0 0,1 1,7 3,1 0,0-1,0 0,1 0,0-2,1 0,0 0,0-1,0-1,1 0,0-1,0-1,0 0,4-1,-18-1,1-1,-1 1,1-1,-1 1,0-1,1 0,-1 0,1 0,-1 0,1 0,-1 0,1 0,-1 0,1-1,-1 1,0-1,1 1,-1-1,1 1,-1-1,0 0,0 0,1 1,-1-1,0 0,0 0,0 0,0 0,0-1,0 1,0 0,-1 0,1-1,0 1,-1 0,1-1,0 1,-1 0,0-1,1 1,-1-1,0 1,0-1,16-103,-11 124,-3-2,0 0,1 0,1 1,0-2,2 1,0-1,2 3,-6-13,1 0,0 0,0-1,1 1,-1-1,1 0,0 0,1-1,-1 1,1-1,0 0,0 0,0-1,1 1,-1-1,1 0,0 0,0-1,0 0,0 0,2 0,-5-2,1 1,0-1,-1 0,1 0,-1-1,1 1,0-1,-1 0,1 0,-1 0,0 0,1 0,-1-1,0 0,0 1,0-1,0 0,0-1,0 1,0 0,-1-1,1 0,-1 1,0-1,0 0,0 0,1-3,33-93,-33 88,-1 0,0 0,-1 0,0 0,0 0,-1 0,-1 0,0 0,0 0,-1 0,-1 0,0 1,0-1,-1 1,0 0,-1-2,4 12,1 0,0 0,-1-1,1 1,0 0,0 0,0-1,-1 1,1 0,0-1,0 1,0 0,0-1,-1 1,1 0,0-1,0 1,0 0,0-1,0 1,0 0,0-1,0 1,0 0,0-1,0 1,0 0,0-1,1 1,-1 0,0-1,0 1,0 0,0-1,1 1,-1 0,0 0,0-1,0 1,1 0,-1 0,0-1,1 1,-1 0,0 0,0 0,1-1,-1 1,0 0,1 0,-1 0,0 0,1 0,-1 0,0 0,1 0,-1 0,1 0,-1 0,0 0,29 0,-21 1,33-1,-23-1,0 1,-1 1,1 1,-1 0,1 2,15 4,-29-6,0 1,0-1,0 1,-1 0,0 0,1 0,-1 1,0-1,-1 1,1 0,0 0,-1 0,0 0,0 0,0 0,-1 0,0 1,1-1,-1 1,-1-1,1 1,-1-1,0 1,0-1,0 1,0 0,-1-1,0 1,0-1,0 0,-1 2,1 1,0 0,1 0,0 0,0 1,0-1,1 0,0 0,0 0,0 0,1 0,1 0,-1 0,3 3,-2-6,0-1,0 1,0-1,1 0,0 0,-1 0,1-1,0 1,0-1,1 0,-1 0,0 0,1-1,-1 1,1-1,-1 0,1-1,0 1,-1-1,1 0,0 0,-1 0,1-1,0 1,1-2,11-1,-1-1,0 0,0-1,-1-1,0-1,9-5,-6 2,-1-1,-1 0,0-1,0-1,-2-1,10-10,-24 24,1 0,-1 0,0 0,1-1,-1 1,1 0,-1 0,1 0,-1 0,0 0,1 0,-1 0,1 0,-1 0,1 0,-1 0,0 0,1 0,-1 1,1-1,-1 0,0 0,1 0,-1 0,0 1,1-1,-1 0,0 0,1 1,-1-1,0 0,1 1,-1-1,0 0,0 1,1-1,-1 1,0-1,0 0,0 1,0-1,0 1,1-1,-1 0,0 1,0-1,0 1,0-1,0 1,0-1,0 0,-1 1,1-1,0 1,0-1,0 0,0 1,0-1,-1 1,1-1,6 17,0-12,0 0,0 0,0 0,1-1,0 0,0-1,0 1,0-1,1-1,-1 0,1 0,0 0,-1-1,1 0,7 0,-9 1,-1-1,1 0,0-1,0 1,-1-1,1 0,0-1,0 1,-1-1,1 0,0-1,-1 1,1-1,-1 0,0-1,1 1,-1-1,0 0,-1 0,1-1,0 1,-1-1,0 0,0 0,0-1,0 1,-1-1,0 0,0 0,0 0,1-3,-3 5,1 0,-1 0,0 1,0-1,0 0,0 0,-1 0,1 0,-1-1,0 1,1 0,-2 0,1 0,0 0,-1 0,1 0,-1 0,0 0,0 0,0 0,0 0,0 1,-1-1,1 0,-1 1,0-1,0 1,0 0,0-1,0 1,-1 0,1 0,-1 0,1 1,-1-1,1 1,-1-1,0 1,0 0,0 0,-4 1,0 1,0 0,0 1,0-1,0 1,1 1,-1-1,1 1,-1 1,1-1,0 1,0 0,1 0,-1 0,1 1,0 0,0 0,1 1,-1-1,1 1,0 0,1 0,-1 0,0 4,3-8,0 0,0 0,0 0,1 0,-1 0,0 0,1 0,0 0,0 1,-1-1,1 0,0 0,1 0,-1 0,0 0,1 1,-1-1,1 0,0 0,-1 0,1 0,0 0,0 0,0-1,1 1,-1 0,0 0,1-1,-1 1,1-1,-1 1,1-1,0 0,0 0,-1 1,1-1,0 0,0-1,0 1,0 0,1 0,90 10,-54-15</inkml:trace>
  <inkml:trace contextRef="#ctx0" brushRef="#br2" timeOffset="108685.807">5830 9626,'-13'-5,"-10"-1,-5 0,0 2,3 3,5 6,6 8,8 5,9 5,5-3</inkml:trace>
  <inkml:trace contextRef="#ctx0" brushRef="#br2" timeOffset="108950.091">5817 10040,'16'14,"10"4,5-1,1-5,-4-5</inkml:trace>
  <inkml:trace contextRef="#ctx0" brushRef="#br2" timeOffset="109223.88">7074 9960,'-75'-36,"73"36,-1-1,0 1,0-1,0 1,1 0,-1 0,0 0,0 0,0 0,0 1,1-1,-1 1,0 0,0 0,1 0,-1 0,1 0,-1 1,1-1,-1 1,1-1,0 1,0 0,0 0,0 0,0 0,-1 1,1 2,0-1,-1 0,2 0,-1 1,0 0,1-1,0 1,0 0,0-1,1 1,-1 0,1 0,0 0,1-1,-1 1,1 0,0 0,0-1,0 1,1 0,0-1,0 0,0 1,0-1,1 0,-1 0,1 0,0 0,0-1,1 1,-1-1,1 0,0 0,0 0,0 0,0-1,0 1,0-1,1 0,-1-1,2 1,9 5,1-1,0-1,0 0,1-2,-1 0,1 0,0-2,0 0,0 0,0-2,0 0,-1-1,1-1,0-1,-1 0,0-1,0 0,0-2,-1 0,0 0,0-2,-1 0,0 0,3-4,13-31,-31 35,-8 23,7-9,0 0,1 0,-1 0,1 0,0 0,0 0,1 1,-1-1,1 0,0 1,1-1,-1 0,1 0,0 0,0 1,1-1,0 0,0 0,0-1,0 1,1 0,-1-1,1 1,1-1,-1 0,0 0,1 0,0-1,0 1,0-1,2 1,16 8</inkml:trace>
  <inkml:trace contextRef="#ctx0" brushRef="#br2" timeOffset="109449.279">7435 9599,'0'0</inkml:trace>
  <inkml:trace contextRef="#ctx0" brushRef="#br2" timeOffset="109764.209">7675 9880,'25'-13,"-1"-1,-1-1,-1 0,0-2,-1-1,0 0,-2-2,0 0,-2-1,0-1,-1 0,-1-1,-1-1,-2 0,0-1,-1-1,-2 0,-1 0,0 0,0-13,-8 36,4-14,-1-1,-1 1,0-1,-2 1,0-1,-2-17,2 34,0 0,0 0,0 0,0 0,0 0,0 0,0 0,0 0,0-1,-1 1,1 0,0 0,-1 0,1 0,-1 1,1-1,-1 0,1 0,-1 0,0 0,0 0,1 1,-1-1,0 0,0 1,0-1,0 0,1 1,-1-1,0 1,0 0,0-1,0 1,-1 0,1-1,0 1,0 0,0 0,0 0,0 0,0 0,0 0,0 0,0 0,0 1,0-1,0 0,0 1,0-1,0 1,0-1,0 1,0-1,0 1,0 0,0-1,1 1,-1 0,0 0,-9 10,1 1,1 0,0 0,1 0,1 1,-1 0,2 1,0-1,1 1,-2 9,-18 77,4 1,5 0,4 1,4 1,5 0,6 23,23 369,-32-413,-1-60</inkml:trace>
  <inkml:trace contextRef="#ctx0" brushRef="#br2" timeOffset="110565.583">7769 10268,'131'-48,"-95"36,-1 0,0-2,-1-2,25-15,-53 27,0 0,-1 0,1-1,-1 0,0 0,0 0,0 0,-1-1,0 0,0 0,0 0,-1 0,0-1,0 1,-1-1,0 1,0-1,0 0,-1 0,0 0,0 0,-1 0,0-1,0 1,-1 0,0 0,0 0,0 0,-1 0,0 1,-1-1,1 0,-2 0,-18-45,23 51,1 0,0 0,0-1,-1 1,1 0,0 1,0-1,0 0,0 0,0 1,0-1,0 1,0 0,1 0,-1 0,0 0,0 0,0 0,0 0,0 1,0-1,4 0,15 0,0 0,0 1,-1 1,1 1,-1 1,1 1,-1 0,17 8,-34-10,0-1,0 1,0 0,-1 0,1 0,-1 0,0 1,0-1,0 1,-1-1,1 1,-1-1,0 1,0 0,0 0,0-1,0 1,-1 0,0 0,0 0,0 0,0 0,-1 0,0 0,1-1,-1 1,-1 0,1 0,0-1,-1 1,0 0,-6 37,8-37,0 0,0 0,1 0,-1 0,1 0,0 0,0 0,0 0,1-1,-1 1,1 0,0-1,0 1,0-1,1 0,-1 1,1-1,-1 0,1-1,0 1,0 0,1-1,-1 0,0 0,1 0,0 0,-1 0,1-1,0 1,0-1,0 0,-1 0,1-1,0 1,0-1,1 0,-1 0,3 0,11-2,0 0,1-1,-1-1,-1-1,1 0,-1-1,1-1,8-6,64-21,-86 33,0 0,-1 0,1 1,0 0,0-1,-1 1,1 1,0-1,0 0,-1 1,1 0,0 0,-1 0,1 0,-1 1,1-1,-1 1,0 0,1 0,-1 0,0 1,-1-1,1 1,1 0,9 6,1 0,0-1,1 0,-1-2,2 0,-1 0,0-1,1-1,0-1,0 0,0-1,1-1,-1 0,0-1,0-1,2-1,-16 2,1 0,-1 0,0 0,1 0,-1-1,0 1,0-1,1 0,-1 0,0 0,0 0,0 0,0 0,0 0,0-1,0 1,-1-1,1 1,0-1,-1 0,1 0,-1 1,1-1,-1 0,0 0,0-1,0 1,0 0,-1 0,1 0,0-1,-1 1,1 0,-1-1,0 1,0 0,0-1,0 1,0 0,-1-1,1 1,-1 0,1 0,-1-1,0 1,0 0,-1-2,-2-2,0 1,0-1,-1 1,1 0,-1 0,-1 0,1 1,-1 0,1 0,-1 0,0 0,-1 1,1 0,0 1,-1-1,0 1,1 1,-1-1,0 1,0 0,0 1,-1-1,3 1,1-1,-1 1,0 0,0 1,0-1,1 1,-1-1,0 2,0-1,1 0,-1 1,1 0,0 0,-1 0,1 0,0 1,0 0,0 0,1 0,-1 0,1 1,-1-1,1 1,0 0,1 0,-1 0,1 0,0 0,0 1,0-1,0 1,1-1,0 2,0 0,0-1,1 1,0-1,1 1,-1 0,1-1,0 1,0-1,1 0,-1 1,1-1,0 0,1 0,-1 0,1 0,0 0,1-1,-1 1,1-1,-1 0,1 0,1 0,-1-1,0 1,3 0,2 3,0-1,0 0,1-1,0-1,0 1,0-1,0-1,1 0,-1 0,1-1,0-1,-1 1,4-2,20-2</inkml:trace>
  <inkml:trace contextRef="#ctx0" brushRef="#br2" timeOffset="110847.831">9186 9532,'-16'-9,"-12"-3,-8 0,-2 3,2 5,8 7,9 9,9 8,14 8,15 6,4-3</inkml:trace>
  <inkml:trace contextRef="#ctx0" brushRef="#br2" timeOffset="111121.626">9253 10147,'2'19,"3"9,8 6,10-1,16-4,14-7,12-8,8-5,4-4,-5-6,-10-5,-16-1</inkml:trace>
  <inkml:trace contextRef="#ctx0" brushRef="#br2" timeOffset="114581.334">724 10776,'-2'260,"4"-1,1-229,-3-29,0-1,0 0,0 1,0-1,0 0,0 1,0-1,0 0,1 1,-1-1,0 0,0 1,0-1,0 0,0 1,1-1,-1 0,0 0,0 1,1-1,-1 0,0 0,0 1,1-1,-1 0,0 0,1 0,-1 0,0 1,1-1,-1 0,0 0,1 0,-1 0,0 0,1 0,-1 0,0 0,1 0,-1 0,0 0,1 0,-1 0,0 0,1 0,-1 0,0-1,1 1,-1 0,0 0,0 0,1 0,-1-1,0 1,1 0,-1 0,0-1,0 1,0 0,1 0,-1-1,0 1,0 0,0-1,0 1,1 0,15-25,-14 22,20-36,-17 28,-1 1,2 0,-1 0,1 1,1-1,-1 1,2 1,-1-1,1 1,1 1,-1 0,1 0,0 0,9-4,-16 10,0 1,0-1,0 0,0 1,0-1,0 1,1-1,-1 1,0 0,0 0,0 0,0 0,0 1,1-1,-1 1,0-1,0 1,0 0,0-1,0 1,0 0,0 0,-1 0,1 1,0-1,-1 0,1 1,0-1,-1 1,0 0,1-1,-1 1,0 0,0 0,0 0,0 0,0 0,0 1,1 3,1 1,-1 0,-1 0,1 0,-1 1,-1-1,1 0,-1 0,-1 1,1-1,-1 2,0-3,-1 1,1-1,-1 1,0-1,0 0,-1 0,0 0,0 0,0 0,-1-1,1 1,-2-1,1 0,0 0,-1-1,0 1,0-1,0 0,-1-1,1 1,-1-1,0 0,0 0,0-1,0 1,-1-1,-4 0,10-2,-1 0,1 0,-1 0,1 0,-1 0,1-1,-1 1,1 0,0-1,-1 0,1 1,-1-1,1 0,0 1,0-1,-1 0,1 0,0 0,0 0,0 0,0 0,0-1,0 1,1 0,-1 0,0-1,0 1,1 0,-1-1,1 1,0-1,-1 1,1-1,0 1,0-1,-1 1,1-1,12-55,-3 44,1 1,0-1,1 2,0 0,0 0,1 1,1 0,0 1,0 0,0 1,1 1,1 0,-1 1,1 1,0 0,0 1,0 0,1 2,0-1,2 2,-15 0,0 1,0 0,0-1,0 1,0 0,0 1,0-1,0 0,0 1,0 0,0 0,0 0,0 0,-1 0,1 1,0-1,-1 1,1-1,-1 1,1 0,-1 0,0 0,0 0,0 1,0-1,0 1,0-1,-1 1,1 0,-1-1,0 1,0 0,0 0,0 0,0 1,3 65,-5-61,1 1,0-1,0 1,1-1,0 0,1 1,0-1,0 0,0 0,2 2,16 12,-9-17</inkml:trace>
  <inkml:trace contextRef="#ctx0" brushRef="#br2" timeOffset="114997.739">1057 10856,'42'5,"-1"1,0 3,-1 1,0 2,-1 2,0 2,-1 1,-1 2,0 1,15 13,-39-21,-1 0,0 1,-1 0,0 0,-1 2,0-1,-1 1,-1 0,0 1,-1 0,-1 0,-1 1,0 0,-1 0,1 10,-4-19,20 59,-20-65,0-1,0 1,1 0,-1 0,0-1,1 1,-1-1,0 1,1-1,0 0,-1 0,1 1,0-1,0 0,0-1,-1 1,1 0,0 0,0-1,0 1,0-1,0 0,0 0,1 1,-1-1,0-1,0 1,0 0,0 0,0-1,1 0,7-2,0-2,0 0,-1 0,1 0,-1-1,-1-1,1 1,-1-2,0 1,-1-1,0 0,0 0,0-1,-1 0,-1 0,1-1,2-9,-1 2,-16 35,9-13,-1 0,1 0,0 0,0 0,1 0,-1 0,1-1,0 1,0 0,1 0,-1-1,1 1,0-1,0 1,1-1,-1 0,1 0,0 0,0 0,1-1,-1 1,1-1,-1 0,1 0,0 0,9 6,0 0,1-1,0-1,0 0,0-1,1-1,6 1,49 12,-2-6</inkml:trace>
  <inkml:trace contextRef="#ctx0" brushRef="#br2" timeOffset="115951.191">2636 11337,'-3'-7,"1"-1,-2 1,1 1,-1-1,0 0,0 1,-1 0,0 0,0 0,0 1,-1-1,1 1,-1 1,-1-1,1 1,-1 0,-2-1,5 3,0 0,0 1,0-1,0 1,0 0,0 0,0 0,-1 0,1 1,0 0,-1 0,1 0,0 0,0 1,-1-1,1 1,0 0,0 1,0-1,0 1,0-1,0 1,0 1,0-1,1 0,-1 1,1 0,0 0,0 0,-3 3,4-5,1 0,-1 1,0-1,1 1,-1-1,1 1,-1 0,1-1,0 1,-1 0,1 0,0 0,0 0,1 0,-1 0,0 0,1 0,-1 0,1 1,0-1,0 0,-1 0,2 0,-1 1,0-1,0 0,1 0,-1 0,1 0,-1 0,1 0,0 1,0-2,0 1,0 0,0 0,1 0,-1 0,0-1,1 1,-1-1,3 2,5-1,1-1,-1 0,1-1,-1 0,1 0,-1-1,1 0,-1-1,1 0,-1-1,0 1,0-2,0 1,-1-2,1 1,-1-1,0 0,6-5,-11 8,56-23,-43 56,-15-25,-1-3,0 1,1 0,-1-1,1 1,0 0,0-1,1 1,-1-1,1 0,-1 1,1-1,0 0,0 0,1 0,-1 0,1-1,-1 1,1-1,0 1,0-1,0 0,0 0,0 0,1 0,-1-1,0 1,1-1,-1 0,1 0,0 0,-1-1,1 1,0-1,-1 0,1 0,0 0,-1-1,1 1,3-1,-2-1,0-1,0 1,1-1,-1 0,-1-1,1 1,0-1,-1 0,0 0,0 0,0 0,0-1,-1 1,0-1,0 0,0 0,-1-1,1 1,-1 0,0-3,25-115,-21 9,-6 112,1 0,-1 1,0-1,0 0,1 1,-1-1,1 1,0-1,-1 1,1-1,0 1,0 0,0-1,0 1,0 0,0-1,0 1,0 0,1 0,-1 0,0 0,1 0,-1 1,1-1,-1 0,1 1,-1-1,1 1,-1-1,1 1,0 0,-1-1,1 1,-1 0,1 0,0 0,-1 0,1 1,0-1,-1 0,1 1,-1-1,1 1,-1-1,1 1,-1 0,2 0,216 42,-208-41,-6-2,0 0,0 0,0 0,0 1,0 0,0 0,0 0,0 0,-1 1,1 0,0 0,-1 0,0 1,1-1,-1 1,0 0,0 0,-1 1,1-1,-1 1,0 0,1 0,-2 0,1 0,0 0,1 5,3 56,-8-60,0 1,1 0,0 0,0 0,1 0,0 0,0 0,0 0,0 0,1-1,0 1,0 0,1-1,0 0,0 0,0 1,0-2,1 1,0 0,0-1,0 0,1 0,-1 0,5 3,4-2,2 1,-1-2,0 0,1-1,0 0,0-1,0-1,0 0,0-1,0-1,0 0,0-1,0 0,5-3,124-53,-143 57,0 1,1-1,-1 0,1 1,-1-1,1 1,-1-1,1 1,-1 0,1-1,-1 1,1 0,-1 0,1 0,0 1,-1-1,1 0,-1 0,1 1,-1-1,1 1,-1-1,1 1,-1 0,0 0,1 0,-1-1,0 1,1 0,-1 1,0-1,0 0,0 0,0 0,0 1,0-1,-1 0,7 4,0-1,0 0,0 0,1-1,-1 0,1 0,-1-1,1 0,0 0,0-1,0 0,0-1,0 1,0-2,0 1,0-1,0 0,0-1,0 1,0-2,-1 1,1-1,-1 0,0-1,1 0,-2 0,1 0,0-1,0 0,-3 2,0 1,0-1,0 0,0 0,-1-1,1 1,-1-1,0 0,0 0,0 0,0 0,-1 0,1 0,-1-1,0 1,-1-1,1 0,-1 0,0 1,0-1,0 0,-1 0,0 0,0 0,0 0,0 0,-1 0,0 1,0-1,0 0,-1 0,1 1,-1-1,0 1,-1-1,1 1,-1 0,1 0,-1 0,-1 0,1 0,0 1,-1 0,0-1,0 1,-1 0,-3 0,1 1,-1 0,0 1,0-1,0 2,0-1,0 1,-1 0,1 1,0 0,0 0,1 1,-1 0,0 0,0 1,1 0,-1 0,1 1,0-1,0 2,1-1,-1 1,1 0,0 1,0-1,1 1,-1 0,1 1,1-1,-1 1,1 1,2-6,1 0,-1 1,1-1,0 0,0 1,0 0,0-1,1 1,-1 0,1-1,-1 1,1 0,0-1,0 1,0 0,1 0,-1-1,1 1,-1 0,1-1,0 1,0-1,0 1,0-1,0 1,1-1,-1 0,1 0,0 1,-1-1,1 0,0 0,0-1,0 1,1 0,-1-1,0 1,1-1,0 1,4 1,1 0,0-1,0 1,0-2,0 1,0-1,0 0,0-1,1 1,-1-2,0 1,0-1,1-1,30-4</inkml:trace>
  <inkml:trace contextRef="#ctx0" brushRef="#br2" timeOffset="116215.485">4025 10749,'-15'-9,"-13"-6,-11 1,-4 2,-3 7,2 10,6 8,8 9,9 5,12 3,15 0,6-4</inkml:trace>
  <inkml:trace contextRef="#ctx0" brushRef="#br2" timeOffset="116403.989">4025 11150,'7'18,"2"11,5 2,3 1,9-5,11-8,15-6,17-6,15-6,-7-3</inkml:trace>
  <inkml:trace contextRef="#ctx0" brushRef="#br2" timeOffset="117037.811">5469 10922,'-1'49,"1"-1,3 0,2 0,1-1,3 1,10 28,11 69,-21-92,-2 0,-2 0,-3 1,-2 0,-12 0,11-54,0 0,0 0,1 0,-1 0,0 0,1 0,-1 0,0 0,1-1,-1 1,0 0,1-1,-1 1,0 0,1-1,-1 1,1-1,-1 1,1-1,-1 1,1-1,-1 1,1-1,0 0,-1 1,1-1,0 1,-1-1,1 0,0 1,0-1,0 0,0 0,0 1,-1-1,1 0,0 1,0-1,1 0,-1 1,0-2,-22-186,19 142,-6-107,8-95,1 234,0 7,0-1,0 1,1 0,0-1,0 1,0 0,1-1,0 1,1 0,0 0,0 1,0-1,3-3,-3 9,0-1,0 1,0 0,0-1,0 2,0-1,0 0,0 1,0-1,1 1,-1 0,0 0,0 0,0 0,1 1,-1-1,0 1,0 0,0 0,0 0,0 0,0 1,0-1,0 1,-1 0,1-1,-1 1,1 1,-1-1,1 0,-1 0,1 3,30 21,-1 1,-1 2,-1 1,17 23,-45-52,0 1,-1-1,1 1,0-1,0 1,-1 0,1-1,-1 1,0 0,0 0,1 0,-1 0,0 0,0 0,-1 1,1-1,0 0,-1 0,0 1,1-1,-1 0,0 1,0-1,0 0,0 0,-1 1,1-1,-1 0,1 0,-1 1,0-1,0 0,0 0,0 0,0 0,0 0,-1 0,1 0,0 0,-1-1,0 1,1-1,-1 1,0-1,0 1,0-1,-12 4,0-1,0-1,-1 0,1-1,-1 0,0-1,1-1,-1 0,0-1,1-1,-1 0,-5-3,18 6,1-1,0 0,0 0,-1 0,1 0,0 0,0 0,-1-1,1 1,0 0,0-1,0 1,0 0,-1-1,1 0,0 1,0-1,0 0,0 1,0-1,0 0,1 0,-1 0,0 0,0 0,1 0,-1 0,0 0,1 0,-1 0,1 0,-1 0,1 0,0-1,-1 1,1 0,0 0,0-1,0 1,0 0,0 0,0-1,0 1,0 0,6-4,0 1,0 0,1 0,-1 1,1 0,0 0,0 0,0 1,0 0,0 1,0-1,5 1,1-2,276-55,-286 58,0 0,0 0,0 0,0-1,0 1,0-1,0 0,0 0,0 0,-1 0,1 0,0-1,-1 1,1-1,-1 0,0 0,1 0,-1 0,0 0,0 0,0-1,-1 1,1-1,0 1,-1-1,0 1,1-1,-1 0,0 0,-1 0,1 0,0 0,-1 1,1-1,-1 0,0 0,0 0,0 0,-1 0,1 0,-1 0,0 0,0-1,-1 0,0-1,-1 1,0 0,0 0,0 0,-1 0,1 1,-1-1,0 1,0 0,0 0,0 0,0 1,-1-1,1 1,-1 0,0 0,0 1,1-1,-1 1,0 0,0 1,0-1,0 1,0 0,0 0,0 0,0 1,0 0,-3 1,6-1,-1 1,0 0,1 0,0 0,-1 0,1 0,0 1,0-1,0 1,1-1,-1 1,1 0,-1 0,1-1,0 1,0 0,0 0,0 0,1 0,-1 0,1 1,0-1,0 0,0 0,0 0,1 2,0 3,0 0,0-1,1 1,0-1,0 1,1-1,0 0,0 0,1 0,1 2,6 4,1-2,0 0,1 0,0-1,0 0,1-1,0-1,0 0,1-1,0-1,1 0,0-1,-1-1,15 3,35 7</inkml:trace>
  <inkml:trace contextRef="#ctx0" brushRef="#br2" timeOffset="117391.865">7100 10549,'7'18,"2"15,0 13,-2 11,-4 6,-5 7,-7 2,-4 3,0-2,3-7,2-8,6-9,9-11,8-11,7-11,-2-8</inkml:trace>
  <inkml:trace contextRef="#ctx0" brushRef="#br2" timeOffset="117664.205">6712 10856,'14'-2,"20"-1,25 2,23 2,18 2,10 6,0 3,-19 0</inkml:trace>
  <inkml:trace contextRef="#ctx0" brushRef="#br2" timeOffset="117931.05">7528 11124,'7'0,"0"1,-1 0,1 0,0 1,-1 0,1 0,-1 0,0 1,1 0,-1 0,0 1,-1-1,1 1,-1 1,0-1,0 1,0 0,0 0,-1 0,0 1,0-1,-1 1,1 0,-1 0,1 4,-1-5,0-1,-1 1,0 0,1 0,-2 0,1 1,-1-1,1 0,-2 1,1-1,0 0,-1 1,0-1,0 1,-1-1,0 1,0-1,0 0,0 1,-1-1,0 0,-1 2,3-6,-1-1,1 1,0-1,-1 1,1-1,0 1,-1-1,1 1,-1-1,1 0,-1 1,1-1,-1 0,1 0,-1 1,1-1,-1 0,1 0,-1 1,0-1,1 0,-1 0,1 0,-1 0,1 0,-1 0,0 0,1 0,-1 0,1 0,-1-1,0 1,1 0,-1 0,1 0,-1-1,1 1,-1 0,1-1,-1 1,1 0,-1-1,1 1,0-1,-1 1,1-1,0 1,-1-1,1 1,0-1,-1 1,1-1,0 0,-11-32,10 18,1-1,1 0,1 0,0 0,1 0,1 1,0-1,1 1,1 0,0 1,6-9,-10 17,1 1,-1-1,1 1,0 0,1 0,-1 0,1 1,0-1,0 1,0 0,1 0,0 0,-1 1,1-1,1 1,-1 0,0 1,1-1,-1 1,1 0,0 1,-1-1,1 1,0 0,0 1,0 0,0-1,0 2,0-1,0 1,0 0,0 0,-1 0,31 11,-2 0</inkml:trace>
  <inkml:trace contextRef="#ctx0" brushRef="#br2" timeOffset="118680.063">8250 11124,'-7'-2,"-6"-3,0 1,1 1,-1 0,-1 1,1 0,0 1,0 1,-1 0,1 0,0 2,-1 0,1 0,0 1,1 0,-1 2,-11 4,21-7,0 0,0 0,1 0,-1 0,1 1,-1-1,1 1,0-1,0 1,0 0,0 0,1 0,-1 0,1 0,0 0,0 0,0 1,0-1,0 0,1 1,-1-1,1 0,0 1,0-1,0 1,1-1,-1 0,1 1,0-1,0 0,0 0,0 1,1-1,-1 0,1 0,0 0,-1-1,1 1,1 0,-1-1,1 1,6 4,1 0,-1-1,1 0,0-1,1 0,0-1,-1 0,1-1,0 0,1 0,-1-1,0-1,1 0,-1 0,1-2,-1 1,1-1,-1-1,0 0,0 0,0-1,9-4,-13 4,0 0,-1 0,1-1,-1 0,0 0,0 0,0-1,-1 0,0 0,0 0,0-1,0 1,-1-1,0-1,0 1,-1 0,0-1,0 0,0 0,-1 0,0 0,0 0,-1 0,0 0,0-1,-1 1,1 0,-2-6,-11-21,12 33,0 1,0-1,-1 1,1-1,0 1,-1-1,1 1,-1-1,1 1,0-1,-1 1,1 0,-1-1,1 1,-1 0,1-1,-1 1,1 0,-1 0,0-1,1 1,-1 0,1 0,-1 0,0 0,1 0,-1 0,1 0,-1 0,0 0,1 0,-1 0,1 0,-1 0,0 0,1 1,-1-1,1 0,-1 0,1 1,-1-1,1 0,-1 1,1-1,-1 1,1-1,-1 1,1-1,0 1,-1-1,1 1,0-1,-1 1,-1 3,0 0,0 1,0-1,0 1,0-1,1 1,0 0,0 0,0-1,1 1,0 0,-1 0,2 0,-1 0,1 0,-1-1,1 1,1 0,-1 0,1-1,-1 1,1-1,1 0,-1 1,0-1,1 0,0 0,0 0,0-1,1 1,-1-1,1 0,0 0,2 2,1 0,-1-1,1 0,0 0,0-1,0 0,0 0,0 0,1-1,-1-1,1 1,0-1,0 0,-1-1,1 0,0 0,0 0,-1-1,1 0,0-1,-1 0,1 0,-1-1,0 0,1 0,-1 0,-1-1,1 0,-1 0,1-1,-1 0,0 0,0-1,0-3,1 0,-2 0,1-1,-1 0,0 0,-1 0,-1 0,1-1,-1-1,-2 3,-3 16,-6 16,7-19,-1-1,1 1,0 0,0 0,0 0,0 0,1 0,0 0,-1 0,2 0,-1 0,0 0,1 0,-1-1,1 1,0 0,1 0,-1 0,1-1,-1 1,1-1,0 1,0-1,1 0,-1 1,1-1,0 0,-1-1,1 1,0 0,1-1,2 2,5-1,-1-2,1 1,0-1,0 0,-1-1,1-1,0 0,0 0,-1-1,1 0,-1-1,1 0,-1 0,0-2,0 1,0-1,-1 0,0-1,0 0,0-1,-1 0,7-7,-10 10,0 0,-1-1,1 1,-1-1,-1 0,1 0,-1-1,1 1,-1-1,-1 0,1 1,-1-1,0 0,-1 0,1-1,-1 1,0 0,-1-3,0 8,0 0,-1 1,1-1,-1 1,1-1,-1 1,1-1,-1 1,0-1,1 1,-1-1,0 1,1 0,-1-1,0 1,1 0,-1 0,0 0,1-1,-1 1,0 0,0 0,1 0,-1 0,0 0,0 0,1 0,-1 1,0-1,1 0,-1 0,0 1,0-1,1 0,-1 1,1-1,-1 0,0 1,1-1,-1 1,1-1,-1 1,1-1,-1 1,1-1,-1 1,1 0,0-1,-1 1,1 0,0-1,0 1,-1 0,1 0,0-1,0 1,0 0,0-1,0 1,0 0,0 0,0-1,0 1,0 0,-1 7,0 0,0 0,1 0,0-1,0 1,1 0,0 0,0 0,1-1,0 1,1-1,-1 1,1-1,1 0,-1 0,1 0,0 0,1-1,0 0,0 0,0 0,1 0,0-1,0 0,0 0,0-1,1 0,0 0,0 0,0-1,7 3,14 2</inkml:trace>
  <inkml:trace contextRef="#ctx0" brushRef="#br2" timeOffset="119226.879">9212 11002,'3'-2,"-1"0,1 1,-1-1,1 0,-1 1,1 0,0-1,0 1,-1 0,1 1,0-1,0 0,0 1,0 0,0-1,0 1,0 0,0 1,0-1,0 0,0 1,0 0,0 0,0 0,0 0,0 0,-1 0,1 1,-1-1,1 1,68 61,-62-50,0 0,-1 1,-1 1,0-1,-1 1,-1 0,0 1,-1-1,-1 1,0 0,-1 0,-1 4,-10 196,0-126,12 8,-3-93,1-1,0 0,0 0,0 0,1 0,-1 0,1 0,0 0,0 0,0 0,0-1,1 1,0-1,0 0,0 0,0 0,0 0,0 0,1-1,-1 1,2-1,-4-1,0 0,0-1,0 0,0 1,0-1,0 1,1-1,-1 0,0 0,0 0,0 0,0 0,0 0,0 0,0 0,1 0,-1 0,0-1,0 1,0 0,0-1,0 1,0-1,0 1,0-1,0 1,0-1,0 0,-1 1,1-1,0 0,0 0,-1 0,1 0,0 0,-1 0,1 0,-1 0,1 0,-1 0,1 0,-1 0,8-51,-11 29,-1 1,-1-1,-2 1,0 0,-1 0,-1 0,-1 1,0 1,-2 0,-5-6,-73-131,89 155,1 0,-1 1,1-1,0 0,-1 0,1 0,0 1,0-1,0 0,0 0,0 0,1 1,-1-1,0 0,1 0,0 1,-1-1,1 0,0 1,0-1,0 0,0 1,0-1,0 1,0 0,0-1,1 1,-1 0,0 0,1 0,-1 0,2-1,58-24,-52 23,32-11,0 1,0 3,37-4,-77 13,1 1,-1-1,1 1,0 0,-1 0,1-1,0 1,-1 1,1-1,-1 0,1 0,0 0,-1 1,1-1,-1 1,1-1,-1 1,1 0,-1 0,0-1,1 1,-1 0,0 0,1 0,-1 0,0 1,0-1,0 0,0 0,0 1,0-1,-1 1,1-1,0 1,-1-1,1 1,5 18,-5-13,1 0,-1 0,1 0,0-1,0 1,1-1,0 1,0-1,1 0,0 0,0-1,0 1,0-1,1 0,0 0,0 0,1 0,-1-1,1 0,0 0,2 0,3-3</inkml:trace>
  <inkml:trace contextRef="#ctx0" brushRef="#br2" timeOffset="119502.655">9654 10843</inkml:trace>
  <inkml:trace contextRef="#ctx0" brushRef="#br2" timeOffset="119783.491">9921 10575,'8'88,"-4"27,-6-76,2 0,2 0,1 0,2 0,2 0,2-1,1 0,2-1,10 22,-21-55,0 0,1-1,-1 1,0-1,1 1,0-1,0 0,0 0,0 0,1 0,-1 0,1 0,0-1,-1 1,1-1,0 1,1-1,-1 0,0-1,1 1,-1 0,1-1,-1 0,1 0,0 0,-1 0,1 0,0-1,0 0,-1 0,1 0,0 0,0 0,-1-1,1 0,0 0,0 0,-1 0,1 0,2-2,4-6,0 0,-1-1,0 0,-1-1,0 0,0 0,-1 0,-1-1,0 0,-1 0,0-1,0 0,-2 0,1 0,0-8,-6 30,2 0,-1 0,2 0,-1-1,1 1,0 0,1 0,0-1,0 1,3 4,29 29,-13-28</inkml:trace>
  <inkml:trace contextRef="#ctx0" brushRef="#br2" timeOffset="120045.431">10416 10936,'0'0</inkml:trace>
  <inkml:trace contextRef="#ctx0" brushRef="#br2" timeOffset="120323.687">9881 10642,'16'0,"17"0,15 0,15 0,9 0,7 0,-11 0</inkml:trace>
  <inkml:trace contextRef="#ctx0" brushRef="#br2" timeOffset="120590.975">10496 11056,'12'3,"1"0,-1-1,1 0,-1-1,1 0,0-1,0-1,-1 0,1 0,12-4,-21 4,1 0,0-1,0 1,-1-1,1 0,-1-1,0 1,0-1,0 0,0 0,0 0,0 0,-1-1,0 1,1-1,-1 0,-1 0,1 0,0 0,-1-1,0 1,0-1,-1 1,1-1,-1 0,0 1,0-1,0 0,-1-2,1 4,-1 1,0-1,0 1,0 0,0-1,0 1,-1-1,1 1,-1 0,0-1,1 1,-1 0,0-1,-1 1,1 0,0 0,0 0,-1 0,1 0,-1 0,0 1,0-1,1 0,-1 1,0 0,0-1,0 1,-1 0,1 0,0 0,0 0,-1 0,1 1,0-1,-1 1,1-1,-2 1,-1-1,-1 1,1 0,-1 0,0 1,1-1,-1 1,1 0,0 1,-1-1,1 1,0 0,0 1,0-1,0 1,0 0,0 1,-1 1,0 1,0 1,0-1,1 1,0 0,1 0,0 1,0-1,0 1,1 0,0 0,1 0,-1 0,2 1,-1-1,1 0,0 1,1-1,0 1,0-1,1 1,0-1,1 1,0-1,0 0,1 0,0 0,0 0,1 0,-1-1,2 1,-1-1,2 1,7 5,-1-1,1-1,1 0,0 0,1-2,0 1,0-2,1 0,0-1,1-1,-1 0,1-2,0 1,0-2,3 0,47 8</inkml:trace>
  <inkml:trace contextRef="#ctx0" brushRef="#br3" timeOffset="146128.751">1 12072,'0'-12,"-1"-1,1 1,1-1,0 0,1 1,1-1,0 1,0 0,1 0,0 0,3-2,-5 5,1 1,0 0,0-1,1 1,0 0,0 1,1-1,0 1,1 0,-1 0,1 1,1-1,-1 1,1 1,0-1,6-2,-8 8,0 0,0 1,0 0,0 0,0 0,0 1,0-1,0 1,0 0,-1 1,1-1,-1 1,1 0,-1 0,0 0,0 1,-1 0,1-1,-1 1,1 0,-1 1,-1-1,1 0,-1 1,1 0,2 2,3 4,0-1,0 2,-1-1,-1 1,0 0,-1 0,0 1,0-1,-2 1,0 0,1 5,-14 12,10-30,-1 0,1 1,-1-1,0 0,1 0,-1 0,0 0,1 0,-1 0,1 0,-1 0,0 0,1 0,-1 0,0 0,1 0,-1 0,1 0,-1-1,0 1,1 0,-1-1,1 1,-1 0,1-1,-1 1,1 0,-1-1,1 1,0-1,-1 1,1-1,-1 1,1-1,0 0,0 1,-1-1,1 1,0-1,0 1,0-1,0 0,-1 1,1-1,0 0,0 1,0-1,-2-12,0 0,1 0,0 1,1-1,0 0,1 0,1 0,0 0,1 1,0-1,1 1,0-1,1 1,0 1,1-1,2-3,9-24,-5 9,-1-1,-2-1,-1 1,-1-1,-2-1,-2 1,0-1,-2 0,-4-30,-9 17,12 46,-1 0,1 0,-1 0,1 0,-1 0,1 0,0 0,-1 0,1 1,-1-1,1 0,-1 0,1 0,0 1,-1-1,1 0,-1 0,1 1,0-1,-1 0,1 1,0-1,-1 0,1 1,0-1,0 0,-1 1,1-1,0 1,0-1,0 1,0-1,0 0,-1 1,1-1,0 1,0-1,0 1,0-1,0 1,0-1,0 1,1-1,-1 1,0-1,0 0,0 1,0 0,-3 30,2 1,0 0,2 0,2 0,1 0,1 0,2-1,1 0,1 0,2-1,1-1,1 1,1-2,2 0,1-1,1-1,1 0,19 18,42 23,-62-59</inkml:trace>
  <inkml:trace contextRef="#ctx0" brushRef="#br3" timeOffset="146380.08">82 11605,'18'6,"25"3,29 2,25 1,18-1,6 2,-17-1</inkml:trace>
  <inkml:trace contextRef="#ctx0" brushRef="#br3" timeOffset="146639.387">831 11965,'18'12,"1"-2,0 0,0-1,1-1,0-1,1 0,-1-2,1 0,0-2,0 0,19-1,-39-1,0-1,0 1,1-1,-1 0,0 1,1-1,-1 0,0 0,1 0,-1 0,0 0,1 0,-1-1,0 1,0 0,1-1,-1 1,0 0,0-1,1 0,-1 1,0-1,0 0,0 0,0 1,0-1,0 0,0 0,0 0,0 0,-1 0,1 0,0-1,-1 1,1 0,0 0,-1-1,0 1,1 0,-1 0,0-1,1 1,-1 0,0-1,0 1,0 0,0-1,-1 1,1 0,0-1,0 1,-1 0,1 0,-1-1,1 1,-1 0,0 0,-5-7,0 0,-1 1,0 0,-1 1,1 0,-1 0,0 0,-1 1,0 0,1 1,-1 0,-1 0,1 1,-1 0,1 0,-1 1,0 1,0 0,1 0,-1 1,0 0,0 0,0 1,-2 1,-44 25,55-26,-1 0,1 0,0 0,0 0,0 0,-1 0,1 0,0 0,0 1,1-1,-1 0,0 1,0-1,1 0,-1 1,0-1,1 1,0-1,-1 1,1-1,0 1,0 0,0-1,0 1,0-1,0 1,0-1,0 1,1 0,-1-1,1 1,-1-1,1 0,-1 1,1-1,0 1,0 0,50 25,-18-20</inkml:trace>
  <inkml:trace contextRef="#ctx0" brushRef="#br3" timeOffset="146822.93">1085 11591,'-16'-2,"-10"-1,-2 0,0 3,6 6,9 6,10 6,16 5,5-3</inkml:trace>
  <inkml:trace contextRef="#ctx0" brushRef="#br3" timeOffset="147412.095">1231 12019,'81'41,"-78"-41,0 1,-1 0,1-1,0 1,0-1,0 0,0 0,0 0,-1 0,1 0,0-1,0 0,0 1,-1-1,1 0,0 0,-1 0,1-1,-1 1,1-1,-1 1,0-1,1 0,-1 0,0 0,0 0,0 0,-1 0,2-2,1-6,0 0,-1-1,-1 1,0-1,0 1,-1-1,0 0,-1 1,0-1,-1 0,0 1,-1-1,0 1,0-1,-1 1,-1-2,-8-24,40 44,13 8,2-1,-1-3,2-1,-1-3,1-1,18-1,-60-6,-1 0,1 0,-1-1,1 1,-1 0,1 0,-1 0,1 1,-1-1,1 0,-1 1,1-1,-1 0,0 1,1 0,-1-1,1 1,-1 0,0 0,0 0,0 0,1 0,-1 0,0 0,0 0,0 0,0 0,-1 1,1-1,0 0,0 1,-1-1,1 0,-1 1,1-1,-1 1,0-1,0 1,1-1,-1 1,0-1,0 1,0-1,-1 1,1-1,0 1,-1-1,1 1,0-1,-1 2,-7 20,6-20,0 0,1 1,-1-1,1 1,0 0,0-1,0 1,0 0,1-1,-1 1,1 0,0 0,0 0,1-1,-1 1,1 0,0 0,0-1,0 1,0-1,1 1,-1-1,1 1,0-1,1 2,6 1,-1 0,2-1,-1 0,0 0,1-1,0 0,0-1,0 0,1-1,-1 0,1-1,-1 0,1 0,-1-1,1 0,0-1,-1 0,0-1,7-2,3-1,0-1,-1 0,1-2,-2 0,1-1,-1-1,-1-1,0 0,0-1,-1-1,-1 0,0-2,-1 1,0-2,10-15,-31 40,2 0,-1 0,1 0,0 1,1 0,1 0,-1 0,1 0,1 1,1-7,0 1,0-1,1 1,0-1,0 0,0 1,0-1,1 1,-1-1,1 0,0 1,1-1,-1 0,1 0,0 0,0 0,0 0,0 0,1-1,-1 1,1-1,0 0,1 2,5 1,-1-1,1 1,-1-2,2 1,-1-1,0-1,1 1,0-2,-1 1,10 0,21 4</inkml:trace>
  <inkml:trace contextRef="#ctx0" brushRef="#br3" timeOffset="147709.335">2274 11698,'-13'-5,"-1"1,10 4,16 6,6 2</inkml:trace>
  <inkml:trace contextRef="#ctx0" brushRef="#br3" timeOffset="148439.381">3143 11899,'-8'-2,"-1"0,0 1,0 0,1 0,-1 1,0 1,0-1,0 1,1 1,-1-1,0 2,1-1,0 1,-1 0,1 1,0 0,1 0,-1 1,1 0,0 0,-1 2,6-6,0 1,1-1,-1 1,1 0,-1 0,1-1,0 1,0 0,0 0,0 0,0 0,0 1,0-1,1 0,-1 0,1 0,-1 1,1-1,0 0,0 0,0 1,0-1,1 0,-1 0,1 1,-1-1,1 0,0 0,-1 0,1 0,0 0,0 0,1 0,-1 0,0 0,1-1,-1 1,3 1,1 2,0 0,1-1,0 1,0-2,1 1,-1-1,1 1,-1-2,1 1,0-1,6 1,-6-1,1-1,0 0,-1 0,1-1,0 0,0-1,-1 1,1-1,0-1,-1 0,1 0,-1 0,0-1,1 0,-1 0,-1-1,1 0,0 0,-1-1,0 1,0-1,0-1,-1 1,0-1,0 0,0 0,-1-1,0 1,0-1,0 0,-1 0,0-2,3-8,-1-2,0 1,-2 0,0-1,-2 0,0 0,0 1,-2-1,0 0,-2 0,0 1,-1-1,-1 0,-9-9,14 28,0 0,-1 0,1-1,0 1,-1 0,1 0,0 0,-1-1,1 1,0 0,-1 0,1 0,-1 0,1 0,0 0,-1 0,1 0,-1 0,1 0,0 0,-1 0,1 0,-1 1,1-1,0 0,-1 0,1 0,0 0,-1 1,1-1,0 0,-1 0,1 1,0-1,-1 0,1 0,0 1,0-1,0 0,-1 1,1-1,0 1,0-1,0 0,0 1,-1-1,1 0,0 1,0-1,0 1,0-1,0 0,0 1,0-1,0 1,0-1,1 0,-1 1,0-1,0 1,0-1,0 0,0 1,1-1,-1 0,0 1,0-1,0 19,1 0,0 0,2 0,0 0,1-1,1 0,2 6,-5-17,6 24,-6-17,1-1,0 0,1 1,1-1,0 0,0-1,1 0,1 1,0-2,1 1,0-1,1-1,2 3,-7-11,-1 0,1 0,0 0,0 0,0 0,0-1,1 0,-1 0,0 0,0-1,1 1,-1-1,0 0,1 0,-1-1,0 1,1-1,-1 0,0 0,0 0,0-1,0 1,0-1,0 0,0 0,0 0,-1-1,1 0,-1 1,0-1,0 0,0-1,0 1,0 0,-1-1,1 1,-1-1,0 0,0 0,0 0,-1 0,0 0,1 0,-1-2,4-16,-2 9,-2 30,-1-11,0 0,0-1,1 1,0-1,0 1,0-1,1 0,-1 1,1-1,1 0,-1 0,1 0,0-1,0 1,0 0,1-1,-1 0,1 0,0 0,0 0,1-1,-1 0,1 0,0 0,0 0,0-1,0 1,0-1,0-1,1 1,0-1,18 6</inkml:trace>
  <inkml:trace contextRef="#ctx0" brushRef="#br3" timeOffset="148699.582">3558 11671,'6'7,"10"5,2-1</inkml:trace>
  <inkml:trace contextRef="#ctx0" brushRef="#br3" timeOffset="149353.879">3959 11845,'-9'-3,"1"0,-1 1,0 0,0 0,0 1,0 0,0 0,0 1,0 0,0 1,0 0,0 1,0-1,0 2,0-1,1 1,-3 2,9-4,1-1,0 1,-1 0,1 0,0 0,0 1,0-1,0 0,0 0,0 0,0 1,0-1,0 1,1-1,-1 1,0-1,1 1,0-1,-1 1,1-1,0 1,-1-1,1 1,0 0,0-1,1 1,-1 0,0-1,0 1,1-1,-1 1,1-1,-1 1,1-1,0 1,0-1,0 2,42 45,8-7,36 38,-86-78,0 0,0 0,0 0,0 0,0 0,-1 0,1 1,0-1,-1 0,1 0,0 0,-1 1,0-1,1 0,-1 1,0-1,0 0,0 1,1-1,-2 0,1 1,0-1,0 0,0 1,0-1,-1 0,1 1,-1-1,1 0,-1 0,1 1,-1-1,0 0,0 0,0 0,1 0,-1 0,0 0,0 0,0 0,0 0,-1-1,1 1,0 0,0-1,0 1,-1-1,1 1,0-1,-1 1,0 0,1 0,-1-1,1 1,-1 0,1-1,-1 1,1-1,-1 1,0-1,1 0,-1 0,1 0,-1 0,0 0,1 0,-1 0,0 0,1-1,-1 1,1-1,-1 1,1-1,-1 1,1-1,-1 0,1 0,-1 0,1 0,0 0,0 0,-1 0,1 0,0 0,0-1,0 1,0 0,1-1,-1 1,0-1,1 1,-1-1,0 1,1-1,0 0,-1 1,1-1,0 1,0-1,0 0,4-8,1-1,0 1,1 1,0-1,1 1,0 0,0 0,1 1,0 0,7-5,6-9,3-1,-1-1,-1-1,-1-2,-2 0,0-1,-2 0,-2-2,0 0,-2 0,-1-2,-1 1,-2-1,-2-1,-1 0,1-13,-7 31,-7 22,-5 150,12-122,-1 29,-1-7,2-1,3 0,8 43,-11-95,1 0,-1 0,1 0,0-1,0 1,1 0,-1 0,1 0,0-1,0 1,0-1,0 1,1-1,-1 0,1 0,0 0,0 0,0-1,0 1,0-1,1 0,-1 0,1 0,-1 0,1 0,0-1,0 0,0 0,0 0,0 0,1 0,3-1,0 0,0 0,0-1,0 0,-1-1,1 1,0-1,-1-1,1 0,-1 0,0 0,0-1,0 0,-1 0,1 0,-1-1,0 0,0-1,-1 1,1-1,-1 0,-1 0,1-1,-1 0,0 1,0-1,-1-1,0 1,0-3,-1-12,-2 22,0 0,0 1,0-1,-1 0,1 0,0 1,0-1,0 0,0 0,0 0,0 1,0-1,-1 0,1 0,0 0,0 1,0-1,0 0,-1 0,1 0,0 0,0 0,0 0,-1 1,1-1,0 0,0 0,-1 0,1 0,0 0,0 0,0 0,-1 0,1 0,0 0,0 0,-1 0,1 0,0 0,0 0,-1 0,1 0,0-1,0 1,0 0,-1 0,1 0,0 0,0 0,0 0,-1-1,1 1,0 0,0 0,-2 3,1 1,-1 0,1 0,0 0,0 0,1 0,-1 0,1 0,0 0,0 0,0 0,0 0,1 0,0 0,0-1,0 1,0 0,0 0,1 0,0-1,0 1,0-1,0 1,0-1,1 0,-1 0,1 0,0 0,0-1,0 1,0-1,1 1,-1-1,0 0,1 0,0-1,-1 1,1-1,1 1,25 7,-2-4</inkml:trace>
  <inkml:trace contextRef="#ctx0" brushRef="#br3" timeOffset="149622.164">4641 11845,'-16'-9,"-12"-5,-8-3,-5-1,-4 1,-5 1,8 3</inkml:trace>
  <inkml:trace contextRef="#ctx0" brushRef="#br3" timeOffset="149893.443">4079 11644,'548'3,"-538"-3,6 0,0 0,0 1,0 0,0 1,-1 1,1 1,-1 0,1 1,-1 0,-1 2,1-1,10 8,-22-10,1 1,-1-1,1 1,-1-1,-1 1,1 0,-1 1,1-1,-1 0,-1 0,1 1,-1-1,0 1,0 0,-1-1,0 1,0-1,0 1,-1 0,1-1,-1 1,-1-1,1 1,-1-1,-1 3,-3 77,7-81,0-1,0 0,0 0,0 0,1 0,-1-1,1 1,0 0,0-1,0 1,0-1,0 1,1-1,-1 0,1 0,-1 0,1 0,0-1,0 1,0-1,0 1,0-1,0 0,0 0,0-1,0 1,0-1,1 1,1-1,5 1,0-1,-1 0,1-1,0 0,-1 0,1-1,-1 0,0-1,7-2,-2-2,0 0,0-1,-1-1,0 0,-1-1,1 0,-2-1,0 0,0-1,2-4,5-1,-8 35,-10-12,1 0,0-1,1 1,-1 0,1-1,0 1,1-1,-1 1,1-1,0 0,1 0,-1-1,1 1,0-1,0 1,0-1,1 0,0 0,24 18</inkml:trace>
  <inkml:trace contextRef="#ctx0" brushRef="#br3" timeOffset="150524.277">5697 11899,'-13'-5,"-1"1,1 0,-1 2,0-1,1 2,-1 0,0 0,0 1,0 1,0 0,0 1,-4 2,15-3,1 0,0 0,-1 1,1-1,0 0,0 1,0 0,0 0,0-1,0 1,0 1,1-1,-1 0,1 0,-1 0,1 1,0-1,0 1,0-1,0 1,0-1,1 1,-1 0,1-1,0 1,0 0,0-1,0 1,0 0,0-1,1 1,-1-1,1 1,0 0,0-1,0 1,0-1,0 0,0 1,1-1,-1 0,1 0,0 0,0 0,-1 0,1 0,0 0,1-1,-1 1,1 0,9 6,0 0,0 0,1-2,-1 0,2 0,-1-1,0-1,1 0,0 0,0-2,0 0,0 0,0-2,0 1,1-2,-1 0,0-1,0 0,1-1,-3-1,-1 0,1 0,-1-1,0 0,0-1,-1-1,0 1,0-2,-1 1,1-1,-2-1,1 0,-1 0,-1-1,1 1,-2-2,1 1,-2-1,1-1,9-20,-1-1,-2 0,-2 0,-1-1,-1 0,-2-3,-5 33,4-23,-1-1,-1 1,-1-1,-2 1,0-5,0 31,0 0,0 0,1 0,-1 0,0-1,0 1,0 0,-1 0,1 0,0 0,0-1,0 1,-1 0,1 0,-1 0,1 0,-1 0,1 0,-1 0,0 0,1 0,-1 0,0 0,0 0,0 1,0-1,1 0,-1 1,0-1,0 0,-1 1,1-1,0 1,0-1,0 1,0 0,0 0,0-1,0 1,-1 0,1 0,0 0,0 0,0 0,-1 0,1 1,0-1,0 0,0 1,0-1,0 0,0 1,0-1,0 1,0 0,0-1,0 1,0 0,0 0,0 0,0-1,1 1,-1 0,0 1,-13 11,1 2,0-1,2 2,-1 0,2 0,0 1,1 0,1 0,0 1,1 1,0 2,3-9,-1-1,1 1,1 0,0 0,1 0,0 0,1 1,0-1,1 1,1-1,0 0,0 1,1-1,1 0,0 0,0 0,1 0,1-1,0 0,1 0,0 0,0 0,1-1,1 0,0-1,0 1,1-1,0-1,0 0,7 4,-10-8,0 0,0-1,1 1,0-1,0-1,0 1,0-1,0-1,0 1,0-1,0 0,1-1,-1 0,0 0,1 0,-1-1,0 0,0-1,0 0,0 0,0 0,0-1,0 0,0 0,-1 0,0-1,0 0,0-1,0 1,-1-1,1 0,-1 0,0-1,-1 0,0 0,3-4,-4 6,0 0,-1 0,1-1,-1 0,0 1,0-1,-1 0,0 0,1 0,-2 0,1 0,0 0,-1 0,0 0,0 0,-1 0,1 0,-1 0,0 0,-2-3,2 7,0 0,0 1,0-1,0 0,-1 1,1-1,0 1,0 0,-1-1,1 1,0 0,-1 0,1 0,0 0,-1 0,1 0,0 0,-1 0,1 0,0 1,-1-1,1 1,0-1,0 1,-1-1,1 1,0 0,0-1,0 1,0 0,0 0,0 0,0 0,0 0,0 0,0 0,1 0,-1 0,0 0,1 1,-1-1,1 0,-1 0,1 1,0-1,-1 0,1 1,0-1,0 0,0 1,0-1,-1 4,0 1,0-1,1 0,-1 0,1 0,1 1,-1-1,1 0,0 0,0 0,0 0,0 0,1 0,0 0,0 0,1-1,-1 1,1-1,0 0,0 1,0-1,1-1,-1 1,1 0,1 0,2 2,0 0,1 0,-1-1,1 1,0-2,1 1,-1-1,1-1,0 1,0-2,0 1,0-1,8 1,8-4,-5-3</inkml:trace>
  <inkml:trace contextRef="#ctx0" brushRef="#br3" timeOffset="150796.062">5978 11738,'-21'-9,"-13"-5,-3-3,4-1,15 3,20 4,25 4,26 3,25 2,19 2,14 0,-12 1</inkml:trace>
  <inkml:trace contextRef="#ctx0" brushRef="#br3" timeOffset="151076.851">7060 11296,'-7'14,"-8"20,-10 23,-9 22,-5 20,-4 16,0 12,4 4,4-2,7-9,7-25</inkml:trace>
  <inkml:trace contextRef="#ctx0" brushRef="#br3" timeOffset="151815.878">7287 11671,'-1'22,"-2"0,0 0,-1 0,-2 0,-3 7,-13 70,21-98,1 0,-1 1,1-1,0 1,-1-1,1 1,0-1,0 1,0-1,0 1,0-1,1 1,-1-1,0 1,1-1,-1 0,1 1,-1-1,1 0,0 1,0-1,-1 0,1 0,0 1,0-1,0 0,0 0,1 0,-1 0,0 0,0-1,0 1,1 0,-1 0,0-1,1 1,-1-1,1 1,-1-1,1 0,-1 0,1 1,-1-1,1 0,-1 0,1 0,-1-1,1 1,121-33,-96 24,-24 8,0 1,1-1,-1 0,0 0,0 0,0 0,0 0,0-1,0 1,-1-1,1 0,0 0,-1 0,1 0,-1 0,0-1,0 1,0-1,0 1,0-1,-1 0,1 0,-1 0,1 0,-1 0,0 0,0 0,-1 0,1 0,0-2,-2 4,1 1,0 0,0-1,0 1,-1-1,1 1,0 0,-1-1,1 1,0 0,-1 0,1-1,0 1,-1 0,1 0,-1-1,1 1,0 0,-1 0,1 0,-1 0,1 0,-1 0,1 0,0 0,-1 0,1 0,-1 0,1 0,-1 0,1 0,-1 0,1 0,0 0,-1 0,1 1,-1-1,1 0,0 0,-1 1,1-1,0 0,-1 0,1 1,0-1,-1 0,1 1,0-1,0 0,-1 1,1-1,0 1,0-1,0 0,0 1,-1-1,1 1,0-1,0 1,0-1,0 1,0-1,0 0,0 1,0-1,0 1,0-1,0 1,1-1,-10 23,1 1,1-1,2 1,0 1,1-1,2 1,0-1,2 1,1 3,-1-7,-1 28</inkml:trace>
  <inkml:trace contextRef="#ctx0" brushRef="#br3" timeOffset="152206.349">8090 11765,'0'14,"-2"13,-4 14,-2 8,0 8,-1 3,1-1,-1-3,2-7,0-11,0-11</inkml:trace>
  <inkml:trace contextRef="#ctx0" brushRef="#br3" timeOffset="152474.636">7996 11751,'18'-2,"15"4,7 3,3 6,-3 6,-7 4,-8 0,-15 3,-17-2,-16-2,-13-4,-10-6,-3-3,1-4,10-4,10-4,11-2</inkml:trace>
  <inkml:trace contextRef="#ctx0" brushRef="#br3" timeOffset="152788.795">8343 11818,'-2'2,"0"0,0 0,0 0,1 1,-1-1,0 1,1-1,0 1,-1 0,1-1,0 1,0 0,1 0,-1 0,1 0,-1 0,1 0,0 0,0-1,0 1,0 0,1 0,-1 0,1 0,0 0,0 0,0-1,0 1,0 0,1-1,-1 1,1-1,-1 1,1-1,0 0,0 1,0-1,1 0,-1 0,0-1,1 1,-1 0,3 0,0 1,0 0,1-1,-1 0,0 0,1 0,-1-1,1 0,0 0,-1 0,1-1,0 0,-1 0,1 0,0-1,3 0,-6 0,-1 1,1-1,-1 0,1 1,-1-1,1-1,-1 1,0 0,1 0,-1-1,0 0,0 1,0-1,0 0,0 0,-1 0,1 0,0 0,-1 0,0-1,1 1,-1 0,0-1,0 1,0-1,-1 1,1-1,-1 0,1 1,-1-1,0 0,0 1,0-1,0-1,-1 2,1-1,-1 1,1-1,-1 0,0 1,0 0,0-1,0 1,-1-1,1 1,-1 0,1 0,-1 0,0 0,0 0,0 0,0 1,0-1,0 0,0 1,-1 0,1-1,0 1,-1 0,1 0,-1 1,0-1,1 0,-1 1,1 0,-3-1,-2 0,0 0,-1 1,1 0,0 0,0 0,-1 1,1 0,0 1,0 0,0 0,-1 1,6-3,1 0,-1 1,1-1,-1 1,1 0,-1 0,1 0,-1-1,1 1,0 0,0 1,-1-1,1 0,0 0,0 0,0 1,0-1,0 1,1-1,-1 0,0 1,1-1,-1 1,1 0,-1-1,1 1,0-1,-1 1,1 0,0-1,0 1,0 0,1-1,-1 2,8 12</inkml:trace>
  <inkml:trace contextRef="#ctx0" brushRef="#br3" timeOffset="153269.965">8879 11818,'-20'-9,"-1"1,1 1,-2 1,1 1,-1 1,1 1,-1 0,20 3,1-1,0 1,-1-1,1 1,-1 0,1 0,0-1,-1 1,1 0,-1 0,1 0,-1 1,1-1,-1 0,1 1,0-1,-1 0,1 1,0 0,-1-1,1 1,0 0,0 0,-1-1,1 1,0 0,0 0,0 0,0 1,0-1,1 0,-1 0,0 0,0 1,1-1,-1 0,1 1,-1-1,1 1,-1 0,4 4,0 0,0 0,1 0,0-1,0 1,0-1,1 0,-1 0,1-1,1 1,-1-1,5 3,3 3,28 23,-22-19,-1 1,0 1,-1 0,-1 1,0 1,9 15,-23-32,-1 0,0 0,0 1,0-1,0 0,0 1,0-1,-1 1,1-1,0 1,-1 0,1-1,-1 1,1-1,-1 1,0 0,0-1,0 1,0 0,0 0,0-1,0 1,-1 0,1-1,0 1,-1-1,0 1,1 0,-1-1,0 1,0-1,0 0,0 1,0-1,0 0,0 1,0-1,0 0,-1 0,1 0,0 0,-1 0,1 0,-1 0,1-1,-1 1,-58 3,59-4,0 0,0 0,0 0,-1-1,1 1,0 0,0 0,0-1,-1 1,1-1,0 1,0-1,0 0,0 1,0-1,0 0,0 0,0 1,1-1,-1 0,0 0,0 0,1 0,-1 0,0 0,1 0,-1 0,1-1,0 1,-1 0,1 0,0 0,0-1,-1 1,1 0,0 0,0 0,0-1,1 1,-1 0,0 0,0 0,1-1,-1 1,1 0,-1-1,5-4,0 0,0-1,0 2,1-1,0 1,0 0,0 0,0 1,1-1,0 1,0 1,0-1,0 1,1 1,3-2,7-2,0 0,1 1,0 0,0 2,0 0,10 1,-27 1,-1 1,1 0,-1-1,1 1,0 0,-1 0,1 0,-1 1,1-1,0 0,-1 1,1-1,-1 1,1-1,-1 1,1-1,-1 1,0 0,1 0,-1 0,0 0,1 0,-1 0,0 0,0 0,0 1,0-1,0 0,0 1,-1-1,1 1,0-1,-1 1,1-1,-1 1,1-1,-1 1,0-1,0 1,0 0,0-1,0 1,0-1,0 2,-1 4,1 0,0 0,0-1,0 1,1 0,0-1,1 1,-1 0,1-1,0 0,1 1,0-1,0 0,0 0,1-1,-1 1,1-1,1 1,-1-1,1 0,0-1,10 6</inkml:trace>
  <inkml:trace contextRef="#ctx0" brushRef="#br3" timeOffset="153549.722">9212 11725,'0'-5,"5"-1,1 0</inkml:trace>
  <inkml:trace contextRef="#ctx0" brushRef="#br3" timeOffset="154032.992">9414 11605,'21'350,"-39"-176,17-168,1-6,0-1,0 1,0 0,0-1,0 1,1-1,-1 1,0 0,0-1,0 1,0 0,1-1,-1 1,0 0,0-1,1 1,-1 0,0-1,0 1,1 0,-1 0,0-1,1 1,-1 0,0 0,1-1,-1 1,1 0,-1 0,0 0,1 0,-1 0,1 0,-1 0,0 0,1 0,-1 0,1 0,-1 0,1 0,-1 0,0 0,1 0,-1 0,0 1,1-1,-1 0,1 0,-1 0,0 1,1-1,-1 0,0 0,0 1,1-1,-1 0,0 1,0-1,1 0,-1 1,0-1,0 0,0 1,1-1,-1 1,0-1,0 0,0 1,0 0,3-4,6-4,2-3,0 1,0 0,1 0,0 2,1-1,0 1,0 1,0 0,1 1,0 1,0 0,0 1,14-2,-26 5,1 1,-1-1,1 0,-1 1,0 0,1-1,-1 1,0 0,1 0,-1 1,0-1,0 0,0 1,0-1,0 1,0-1,0 1,-1 0,1 0,-1 0,1 0,-1 0,0 0,1 0,-1 1,0-1,-1 0,1 1,0-1,-1 1,1 0,0 80,-7-68,0-20,7-1,0 1,0-1,0 1,1-1,0 1,0 0,0-1,1 1,0 0,0 0,0 1,0-1,1 1,0-1,2-1,7-9,0 1,2 0,-1 1,2 0,-1 1,2 1,4-2,-20 12,0 1,0-1,-1 1,1-1,0 1,0-1,0 1,0 0,0 0,-1-1,1 1,0 0,0 0,0 0,0 0,0 0,0 0,0 0,0 1,-1-1,1 0,0 0,0 1,0-1,0 0,-1 1,1-1,0 1,0-1,-1 1,1-1,0 1,-1 0,1-1,0 1,-1 0,1 0,-1-1,1 1,-1 0,0 0,1 0,-1-1,0 2,8 46,-6-29,-2-12,0 0,1-1,0 1,1 0,0-1,0 1,0-1,1 1,-1-1,2 0,-1 0,1-1,-1 1,2-1,-1 1,0-1,1 0,0-1,0 1,1-1,-1 0,1-1,0 1,6 2,2-6</inkml:trace>
  <inkml:trace contextRef="#ctx0" brushRef="#br3" timeOffset="154293.295">9989 11712,'0'4,"4"4,9 6,8-1,2-1</inkml:trace>
  <inkml:trace contextRef="#ctx0" brushRef="#br3" timeOffset="154814.466">10229 11805,'7'-6,"19"-10,-1-1,-1-2,-1 0,-1-2,-1 0,0-2,-2 0,16-24,-34 46,0-1,1 1,-1-1,0 0,0 1,0-1,0 0,0 0,0 0,-1 1,1-1,0 0,-1 0,0 0,1 0,-1 0,0 0,0 0,0 0,0 0,-1 0,1 0,0 0,-1 0,1 0,-1 0,0 0,0 0,0 0,0 1,0-1,0 0,0 1,0-1,-1 1,1-1,-1 1,1-1,-1 1,0 0,1 0,-1 0,0 0,0 0,-1 0,-5-1,0 0,-1 1,1 0,-1 0,1 1,-1 0,1 0,0 1,-1 0,1 1,0 0,-1 0,1 0,0 1,1 1,-1-1,1 1,-1 1,1-1,0 1,1 0,-1 1,1 0,0 0,0 0,1 1,0-1,0 1,1 0,-1 1,-1 5,0 3,1 0,0 0,2 0,0 1,0 0,2-1,0 1,1 0,0 0,2 0,0-1,0 1,4 9,5 15,2 0,1 0,2-1,17 27,-31-62,-1-1,1 0,-1 0,1 0,-1-1,1 1,0-1,0 1,1-1,-1 0,1 1,0-1,-1-1,1 1,1 0,-1-1,0 1,1-1,-1 0,1 0,-1-1,1 1,0-1,0 1,0-1,2 0,106-43,-83 28,-22 12,0-1,0 1,-1-1,1 0,-1-1,1 1,-1-1,0-1,-1 1,1-1,-1 0,0 0,0-1,0 1,-1-1,0 0,0 0,-1-1,1 1,-1-1,-1 0,1 0,-1 0,0 0,0-4,-4 8,0 0,0 0,-1 0,1 1,-1-1,0 1,1-1,-1 1,0 0,0 0,0 0,-1 0,1 1,0-1,-1 1,1 0,-1 0,1 0,-1 1,0-1,1 1,-1 0,0 0,1 0,-1 0,-1 1,0-1,-62 5,65-5,0 1,0 0,1-1,-1 1,0 0,0 0,1 0,-1 0,1 0,-1 0,1 0,-1 0,1 1,0-1,-1 1,1-1,0 1,0-1,0 1,0 0,0 0,1-1,-1 1,1 0,-1 0,1 0,-1 0,1-1,0 1,0 0,0 0,0 0,0 0,3 7,1 0,0 0,0-1,1 1,0-1,0 0,1 0,0-1,0 0,1 0,0 0,0-1,0 0,1-1,0 1,7 2,1 3,1-2,-1 0,2-1,-1 0,1-2,0 0,0-1,1-1,-1 0,2-2,14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51:54.1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1 214,'7'0,"9"0,6 0,9 0,5 0,7 0,4 0,6 0,3 0,1 0,-9 0</inkml:trace>
  <inkml:trace contextRef="#ctx0" brushRef="#br0" timeOffset="488.212">670 0,'-4'32,"0"-1,-2 0,-1 0,-2-1,-1 0,-1 0,-5 6,-23 71,38-106,-1 1,1-1,0 1,0-1,0 1,1 0,-1 0,0-1,1 1,-1 0,1 0,-1 0,1 0,0-1,0 1,0 0,0 0,0 0,0 0,1 0,-1 0,0 0,1-1,0 1,-1 0,1 0,0-1,0 1,0 0,0-1,0 1,0-1,1 0,-1 1,0-1,1 0,-1 1,1-1,-1 0,1 0,0 0,-1-1,2 1,11-2,-1 0,1-2,-1 1,0-2,1 0,-1-1,-1 0,1 0,-1-2,0 1,-2 1,-9 4,7-1,-1-1,1 1,-1-2,0 1,0-1,-1 0,1 0,-1-1,0 0,0 0,0 0,-1-1,0 0,0 0,0 0,-1-1,0 1,0-1,-1 0,0 0,0-1,0 0,-7 50,0-5,1 0,3 1,0-1,5 22,3-14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2T06:55:42.1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5:33:15.9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5:46.98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8222 1142,'3'-23,"0"0,-2 0,0-1,-2 1,0 0,-2 0,0 0,-2 0,0 1,-2-1,0 1,-1 1,-2 0,0 0,-2-2,-18-20,-2 1,-1 2,-2 1,-13-9,-50-56,69 70,1-2,-1 2,-2 1,-1 2,-1 1,-1 1,-2 2,-1 2,-29-15,-8 12,0 4,-1 2,-1 5,-1 2,0 4,-1 3,-27 3,-260-11,0 16,-221 34,314-6,2 11,-166 51,262-43,1 7,3 7,3 8,-77 48,-160 118,-253 200,637-421,-20 13,-552 401,474-333,5 6,4 4,-78 99,68-49,6 5,7 4,-74 159,21 10,-65 211,109-234,13 4,14 4,13 4,15 2,-13 282,60-359,11 0,14 34,0-140,6-1,6 0,6-2,27 64,26 13,10-5,9-3,8-5,32 29,-74-118,-50-82,69 124,6-5,6-3,7-5,6-5,37 28,14-20,6-8,164 102,-165-128,5-8,159 68,-219-122,2-4,2-5,2-6,1-5,37 2,117-3,1-12,216-17,-381 0,942-2,-876 4,0-7,-1-8,0-7,-2-8,-1-8,3-8,84-54,-5-11,-4-11,116-83,-292 163,110-60,504-294,-573 320,-3-5,-5-4,-3-5,-4-4,27-39,146-192,-8-20,-214 276,81-100,-8-6,-8-5,-8-5,23-66,-72 105,-7-3,-6-2,21-128,-4-81,-12-31,-1-181,-25-2,-40-401,3 734,-11 0,-10 2,-10 1,-50-144,43 221,-8 2,-7 3,-6 2,-7 4,-6 4,-26-26,68 110,-4 2,-1 2,-3 2,-3 2,-2 2,-1 3,-3 3,-27-14,-60-20,-3 8,-4 6,-2 6,-2 8,-43-4,-189-57,319 96,68 17,1-1,0 1,0-1,0 1,0-1,0 1,0 0,0-1,0 1,0 0,0 0,0 0,0 0,0 0,1 0,-1 0,0 0,1 0,-1 0,1 0,-1 0,1 1,0-1,-1 0,1 0,0 0,0 1,0-1,0 0,0 1,0-1,0 0,0 0,0 0,1 1,-1-1,0 0,1 0,-1 0,1 0,0 1,-1-1,1 0,0 0,-1 0,2 0,1 13,-24-13,-10 13,14-5</inkml:trace>
  <inkml:trace contextRef="#ctx0" brushRef="#br0" timeOffset="1162.081">10320 1583,'-1'-1,"0"0,0-1,0 1,0-1,0 1,0-1,1 1,-1-1,0 1,1-1,-1 0,1 1,0-1,-1 0,1 0,0 1,0-1,0 0,0 1,1-1,-1 0,0 0,1 1,-1-1,1 0,-1 1,1-1,0 1,0-1,0 1,0-1,0 1,0 0,0-1,0 1,0 0,1 0,-1 0,2-1,21-24,0 1,2 1,1 1,1 1,1 2,11-5,-20 11,238-144,6 11,7 12,279-97,-189 108,5 16,5 17,200-18,-228 51,2 15,1 14,1 16,1 15,130 26,-273-3,-1 9,-2 9,69 29,-205-51,-2 2,-1 3,0 3,-3 3,0 2,-2 3,-2 2,25 24,84 87,32 46,-157-153,-2 1,-1 1,-3 3,10 19,-44-67,0 0,0 0,0-1,0 1,0 0,0-1,0 1,0 0,0-1,0 1,0 0,0-1,0 1,0 0,0 0,0-1,0 1,1 0,-1 0,0-1,0 1,0 0,0 0,1-1,-1 1,0 0,0 0,1 0,-1-1,0 1,0 0,1 0,-1 0,0 0,1 0,-1 0,0-1,0 1,1 0,-1 0,0 0,1 0,-1 0,0 0,1 0,-1 0,0 0,0 1,1-1,-1 0,0 0,1 0,-1 0,-1-41,0 34,1-17</inkml:trace>
  <inkml:trace contextRef="#ctx0" brushRef="#br0" timeOffset="1684.315">16656 513,'21'27,"2"0,0-2,1 0,2-2,0-1,1-1,19 11,-11-8,1-2,0-1,2-2,0-2,1-1,0-2,2-1,-1-3,1-1,41 3,-78-11,0 0,0-1,0 0,0 1,0-2,0 1,-1 0,1-1,0 1,0-1,0 0,0-1,0 1,-1-1,1 1,-1-1,1 0,-1-1,0 1,1 0,-1-1,-1 0,1 0,0 0,-1 0,1 0,-1 0,0 0,0-1,0 0,0 1,-1-1,0 0,1 1,-1-4,3-23,-1-1,-1 0,-2 0,-1 0,-1 0,-2-3,-4-28,-3 0,-3 0,-2 2,-3 0,-23-48,4 38,38 69,0 1,0-1,0 1,-1-1,1 1,0 0,0-1,-1 1,1-1,0 1,0-1,-1 1,1 0,0-1,-1 1,1 0,-1-1,1 1,-1 0,1-1,0 1,-1 0,1 0,-1 0,1 0,-1-1,1 1,-1 0,1 0,-1 0,1 0,-1 0,1 0,-1 0,1 0,-1 0,1 1,-1-1,1 0,-1 0,1 0,-1 0,1 1,-1-1,1 0,-1 0,1 1,0-1,-1 1,1-1,0 0,-1 1,1-1,0 0,-1 1,1-1,0 1,0-1,0 1,-1-1,1 1,0-1,0 1,0-1,0 1,0-1,0 1,0-1,-8 94,13-4,5-1,3 0,5 0,3-2,4 0,4-1,-14-35,25 112,-39-162,0 1,-1-1,1 1,-1-1,1 1,-1-1,0 1,1-1,-1 1,0 0,0-1,0 1,0-1,-1 1,1 0,0-1,-1 1,1-1,-1 1,1-1,-1 1,0-1,0 0,1 1,-1-1,0 0,0 1,0-1,-1 0,1 0,0 0,0 0,-1 0,1 0,0-1,-1 1,1 0,-1-1,1 1,-8-4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5:54.25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0 415,'57'0,"781"-21,151 0,-970 25,-50 1,8-2</inkml:trace>
  <inkml:trace contextRef="#ctx0" brushRef="#br0" timeOffset="282.759">1364 0,'26'16,"0"-1,1-1,0-1,1-2,22 6,-30-10,84 28,-32-12,-1 3,56 30,-121-54,0 0,0 0,0 1,0 0,-1 1,1-1,-1 1,0 0,0 0,0 1,0-1,-1 1,0 0,0 0,0 1,0-1,-1 1,0 0,0 0,-1 0,0 0,0 0,0 1,-1-1,1 1,-4-1,0 1,0-1,-1 1,0-1,0 0,0 0,-1 0,0-1,0 1,0-1,0 0,-1 0,0 0,0-1,-6 4,-31 24,-2-1,-1-3,-33 15,-55 36,125-74,5-4,1 0,0 0,-1 0,1 1,0-1,0 1,0 0,0-1,0 1,1 0,-1 0,0 0,1 0,0 1,-1-1,1 0,0 1,-1 1,7 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5:51.1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54 879,'-12'78,"4"1,3 0,3 0,4 0,6 27,-7-91,1-2,0 1,0 0,2 0,-1-1,2 1,0-1,0 0,2-1,-1 1,1-1,1-1,0 1,1-1,0 0,1-1,0 0,0-1,1 0,1-1,8 5,-8-8,0 0,0-1,1-1,-1 0,1-1,0 0,0-1,0 0,0-1,0 0,0-1,0-1,0 0,0-1,-1 0,1-1,-1 0,0-1,0-1,-1 0,1 0,0-2,30-21</inkml:trace>
  <inkml:trace contextRef="#ctx0" brushRef="#br0" timeOffset="259.677">1 1160,'20'2,"21"4,19-1,18 0,11-1,6-3,-1-5,-8-3,-16-4,-19-3,-20 0</inkml:trace>
  <inkml:trace contextRef="#ctx0" brushRef="#br0" timeOffset="427.678">108 705,'29'-4,"31"-2,32 0,25 3,21 5,-14 2</inkml:trace>
  <inkml:trace contextRef="#ctx0" brushRef="#br0" timeOffset="1103.267">1258 1414,'-6'-6,"0"0,0 1,0 0,-1 0,1 1,-1 0,-1 0,1 0,0 1,-1 0,1 0,-1 1,0 0,0 1,0 0,0 0,0 0,0 1,0 0,0 1,0 0,0 0,0 1,0 0,0 0,0 1,1-1,0 2,-1-1,1 1,0 0,-3 4,1-1,1 1,0 0,0 1,1-1,1 1,-1 1,1-1,1 1,0 0,0 1,1-1,0 1,1 0,-1 3,3-7,-1 0,1 0,0 0,1 0,-1 0,1 0,1 0,-1 0,1 0,1 0,-1 0,1 0,0 0,1-1,0 1,0-1,0 0,1 1,0-2,0 1,0 0,1-1,1 1,3 2,0-1,1-1,0 1,1-2,-1 0,1 0,0 0,0-2,0 1,1-2,-1 1,1-1,0-1,0 0,-1-1,3 0,15-1,0-2,0 0,-1-2,1-1,-1-2,2-1,-7 2,-1-2,0-1,0 0,-1-2,-1 0,0-1,0-1,15-16,-25 21,-1 0,0-1,-1 1,0-2,-1 1,0-1,0-1,-1 1,-1-1,0 0,-1 0,0-1,0 1,-2-1,1 0,-2 0,0-1,-7-31,6 44,0 1,0-1,0 0,0 1,0-1,0 1,0-1,0 0,0 1,-1-1,1 0,0 1,0-1,-1 1,1-1,-1 1,1-1,0 1,-1-1,1 1,-1-1,1 1,-1-1,1 1,-1 0,1-1,-1 1,0 0,1 0,-1-1,0 1,1 0,-1 0,1 0,-1 0,0 0,1 0,-1 0,0 0,1 0,-1 0,0 0,1 0,-1 0,0 0,1 1,-1-1,1 0,-1 1,0-1,1 0,-1 1,1-1,-1 0,1 1,-1-1,1 1,0-1,-1 1,1-1,-4 7,0 0,1 0,-1 0,2 0,-1 1,1-1,0 1,1-1,0 1,0 0,0 0,1-1,0 1,1 0,0 0,0-1,0 1,1 0,0-1,1 0,0 2,1 2,1-1,0 1,1-1,0 0,0 0,1 0,1-1,-1 0,1-1,1 0,0 0,0 0,0-1,1-1,0 0,0 0,1-1,-1 0,1-1,-6-2,-1-1,1-1,0 1,-1-1,1 1,-1-1,1-1,0 1,-1-1,1 0,-1 0,1 0,-1 0,1-1,-1 0,0 1,0-2,0 1,0 0,0-1,2-2,68-71,-54 51,0-1,-2-1,-1-1,-2 0,0-1,2-10,-17 39,1-1,0 1,-1-1,1 1,-1-1,1 0,-1 1,1-1,-1 0,0 1,1-1,-1 0,0 0,0 0,1 1,-1-1,0 0,0 0,0 0,0 1,0-1,0 0,0 0,0 0,0 1,-1-1,1 0,0 0,0 0,-1 1,1-1,0 0,-1 1,1-1,-1 0,1 1,-1-1,1 0,-1 1,0-1,1 1,-1-1,0 1,1-1,-1 1,0 0,1-1,-1 1,-1 0,-5 4,0 1,0 0,0 1,1 0,0 0,0 0,0 1,1 0,0 0,1 0,-1 1,1-1,0 1,1 0,0 0,1 1,-1-1,0 6,2-9,0 0,0 1,1-1,-1 0,1 1,0-1,1 1,-1-1,1 0,0 1,1-1,-1 0,1 0,0 0,0 0,1 0,-1 0,1-1,0 1,0-1,1 0,-1 0,1 0,0 0,0-1,0 1,1-1,-1 0,4 2,8 3,1-1,-1-1,1 0,0-1,0-1,0-1,1 0,0-1,3-1,39 2</inkml:trace>
  <inkml:trace contextRef="#ctx0" brushRef="#br0" timeOffset="1942.532">2634 1494,'-9'-7,"1"1,-2 0,1 0,0 1,-1 0,0 1,-1 0,1 1,0 0,-1 0,0 1,1 1,-1 0,0 0,0 1,0 0,0 1,0 0,1 1,-6 2,12-3,0 1,1 0,0-1,-1 1,1 1,0-1,0 0,0 1,0 0,0 0,1 0,-1 0,1 0,0 0,0 1,0-1,0 0,1 1,-1 0,1-1,0 1,0 0,0 0,1 0,-1 0,1 0,0 0,0-1,0 1,1 0,-1 0,1 0,0 0,0 0,1-1,-1 1,1-1,-1 1,1-1,0 1,1-1,-1 0,0 0,1 0,0 0,-1 0,1-1,1 1,-1-1,0 0,2 1,2 0,1 0,0 0,0-1,0 0,1-1,-1 1,0-2,1 1,-1-1,0 0,1-1,-1 0,0 0,0-1,1 0,-1-1,-1 1,1-2,0 1,-1-1,1 0,-1 0,0-1,-1 0,1 0,-1-1,0 0,0 0,-1 0,0-1,0 0,2-3,24-82,-31 139,0-26,0 0,1 0,1-1,0 1,5 10,-7-27,1 1,0-1,1 0,-1 0,1-1,-1 1,1 0,0 0,1-1,-1 1,1-1,-1 0,1 0,0 0,0 0,0 0,1-1,-1 1,1-1,-1 0,1 0,0 0,0 0,0-1,0 0,0 0,0 0,0 0,0 0,4-1,-2 0,1-1,-1 0,1 0,-1 0,0-1,1 0,-1 0,0-1,0 0,-1 0,1 0,0 0,-1-1,0 0,0 0,0-1,-1 0,1 1,1-4,6-8,0 0,-2 0,0-1,-1 0,0-1,-1 0,23-71,-4 0,-4-2,6-55,-20 101,124-736,-119 584,-14 196,0-4,0 0,0-1,0 1,0 0,-1 0,0 0,0 0,0 0,0 0,-1 0,0 0,0 1,-1-1,1 0,-1 1,-1-2,2 5,0 1,0 0,0-1,0 1,0 0,0 0,0 0,0 0,0 1,0-1,1 0,-1 1,0-1,0 1,0 0,0 0,1 0,-1 0,0 0,1 0,-1 0,1 0,-1 0,1 1,-1-1,1 1,0-1,0 1,0 0,0-1,0 1,0 0,-17 25,1 1,1 0,2 1,1 1,1 0,2 1,1 0,1 1,2 0,-1 10,-6 44,3 2,4-1,4 1,3 0,5 0,3-1,4 0,23 78,24 6,-54-159,0 0,1 0,0 0,1-1,0 0,1 0,0-1,1 0,0-1,0 0,1-1,1 1,-7-6,0-1,0 1,0-1,0 0,1 0,-1 0,1-1,-1 0,1 0,-1 0,1-1,-1 0,1 0,0 0,-1-1,1 1,-1-2,1 1,-1 0,0-1,1 0,-1 0,0-1,0 0,3-2,3-2,-1-1,0 0,-1-1,0 0,0-1,-1 0,-1 0,1 0,-2-1,6-11,5-15,-2-1,-2-1,-1 0,4-29,-27 208,10-123,-1-7,1 1,0 0,0-1,1 1,0 0,1 0,0-1,1 1,0 0,1-1,0 0,0 1,1-1,1 0,-1-1,2 1,-1-1,1 0,-1-6,0 0,0-1,0 1,0-1,0 0,0 0,1-1,-1 1,0-1,1-1,-1 1,1-1,-1 0,1 0,0 0,-1-1,0 0,1 0,-1 0,1-1,-1 0,0 0,0 0,0 0,1-2,33-14</inkml:trace>
  <inkml:trace contextRef="#ctx0" brushRef="#br0" timeOffset="2210.356">3891 999,'-14'-9,"-11"-5,-3-1,0 3,3 3,5 1,7 0,5 0</inkml:trace>
  <inkml:trace contextRef="#ctx0" brushRef="#br0" timeOffset="2475.687">2835 598,'16'-4,"25"0,30 1,26 4,22 3,15 6,1 4,-22-2</inkml:trace>
  <inkml:trace contextRef="#ctx0" brushRef="#br0" timeOffset="2476.687">3971 1253,'2'18,"4"18,0 11,-1 5,1 0,0-1,-2-8,0-9,0-16,0-12</inkml:trace>
  <inkml:trace contextRef="#ctx0" brushRef="#br0" timeOffset="2660.834">3998 572,'-18'-9,"-13"-6,-4 1,5 4,16 8,22 12,26 9,6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5:50.11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843 1,'-65'188,"33"-62,7 1,4 1,-2 116,10 391,13-634,28 661,-25-619</inkml:trace>
  <inkml:trace contextRef="#ctx0" brushRef="#br0" timeOffset="376.717">1 936,'19'13,"0"0,-1 1,-1 1,0 1,-1 0,-1 1,-1 1,0 0,10 18,-13-20,28 38,119 149,-141-184,2-2,-1 0,2-1,0-1,1-1,1-1,0-1,0-1,7 2,-9-6,0 0,1-2,0 0,0-1,0-1,0-1,0-1,1-1,-1-1,17-3,-25 2,0 0,0-1,0-1,0 0,-1-1,0 0,0-1,0-1,0 1,-1-2,-1 0,1 0,-1-1,0 0,-1-1,0 0,4-7,-3 2,-1-1,-1 0,0-1,-1 1,-1-1,-1-1,0 1,-2-1,0 0,0 0,-2 0,0 0,-2-9,-2-36,-4 0,-2 0,-5-9,14 70,-40-201,43 135,7 51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5:55.68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495 757,'-43'-11,"-1"2,0 1,-1 3,1 2,-1 1,-36 4,70 0,0-1,0 1,0 1,0 0,1 0,-1 1,1 0,0 1,-4 2,12-5,-1 0,0 0,1 0,-1 0,1 0,0 0,-1 0,1 1,0-1,0 1,1 0,-1 0,1-1,-1 1,1 0,0 0,0 0,0 1,0-1,1 0,-1 0,1 0,0 1,0-1,0 0,0 0,1 0,-1 1,1-1,0 0,0 0,0 0,1 3,9 10,0 0,0-1,2 0,0 0,0-2,1 0,1 0,0-1,1-1,0-1,1 0,0-1,9 3,-24-10,97 50,-47-26,-1 3,-2 1,-1 3,9 9,-1 21,-54-61,-1 1,1-1,-1 1,1 0,-1-1,0 1,0 0,-1 0,1 0,0 0,-1 0,0 0,0 0,0 0,0 0,0 0,0-1,-1 1,0 0,1 0,-1 0,0 0,0 0,-1-1,1 1,-1 0,-6 4,0 0,-1-1,0 0,0 0,0-1,-1 0,0 0,0-1,0-1,0 0,-1 0,1-1,-1 0,0-1,0 0,1 0,-10-2,19 1,-29 3,0-2,0-2,1 0,-1-2,0-1,1-1,-16-6,43 11,-1 0,1 0,-1-1,1 1,-1-1,1 0,0 1,-1-1,1 0,0 0,-1-1,1 1,0 0,0-1,0 1,0-1,0 0,1 0,-1 0,0 0,1 0,0 0,-1 0,1 0,0 0,0-1,0 1,0 0,0-1,1 1,-1-1,1 0,10-12</inkml:trace>
  <inkml:trace contextRef="#ctx0" brushRef="#br0" timeOffset="881.876">937 1157,'-88'-38,"85"38,0-1,-1 1,1 0,0 0,0 0,0 0,0 0,0 1,0-1,0 1,0 0,0 0,0 0,0 0,1 0,-1 1,0-1,1 1,-1 0,1 0,-1 0,1 0,0 0,0 0,0 1,0-1,0 1,1-1,-1 2,-3 8,0 0,2 0,-1 1,2-1,0 1,0 0,1 0,1 0,0-1,0 1,1 0,1 0,1 0,-1-1,2 0,1 5,-2-11,0 1,0 0,1-1,0 0,0 0,1 0,-1 0,1 0,0-1,1 0,-1 0,1-1,0 0,1 0,-1 0,0 0,1-1,0 0,0-1,0 1,0-2,0 1,0-1,1 0,-1 0,1 0,-1-1,0-1,1 1,-1-1,0 0,0-1,1 0,2-1,7-2,0-2,0 0,-1 0,0-2,0 0,-1 0,0-2,-1 0,0 0,0-2,-1 1,0-3,16-19,-1-1,-2-1,-2-2,7-15,31-64,-4-3,-7-3,-4-2,-6-3,-21 65,-4-2,-3 0,-2 0,-1-24,-18-26,7 111,0 0,0 0,0 0,0 0,-1 1,0-1,0 1,0-1,0 1,0-1,-1 1,1 0,-1 0,0 0,0 1,0-1,0 1,0-1,-1 1,1 0,-1 1,0-1,1 0,-1 1,0 0,-1-1,-4 3,1 0,0 0,0 0,1 1,-1 0,0 1,1 0,-1 0,1 0,0 1,0 0,0 1,0-1,1 1,0 1,0-1,0 1,1 0,0 0,0 1,0-1,1 1,0 0,0 0,0 2,-10 25,1 0,1 0,2 1,1 0,2 1,2 0,1 0,2 0,1 0,2 1,4 23,12 105,7-2,24 76,-22-114,-2-31,-24-93,0-1,0 1,0 0,0-1,0 1,0-1,0 1,0-1,0 1,1 0,-1-1,0 1,0-1,1 1,-1-1,0 1,1-1,-1 1,0-1,1 1,-1-1,1 0,-1 1,0-1,1 0,-1 1,1-1,-1 0,1 0,0 1,-1-1,1 0,-1 0,1 0,-1 0,1 0,0 0,-1 0,1 0,-1 0,1 0,0 0,-1 0,1 0,-1 0,1 0,-1-1,1 1,-1 0,1 0,-1-1,1 1,-1 0,1-1,-1 1,1 0,-1-1,0 1,1-1,-1 1,1-1,-1 1,0-1,0 1,41-82,-34 68,19-48,3 2,2 2,28-37,-36 70,-23 25,0 0,1-1,-1 1,0 0,1 0,-1-1,1 1,-1 0,1 0,-1 0,1-1,-1 1,0 0,1 0,-1 0,1 0,-1 0,1 0,-1 0,1 0,-1 0,1 0,-1 1,1-1,-1 0,1 0,-1 0,0 0,1 1,-1-1,1 0,-1 1,0-1,1 0,-1 0,0 1,1-1,-1 1,0-1,1 0,-1 1,0-1,0 1,0-1,1 1,-1-1,0 0,0 1,0-1,0 1,0-1,0 1,0-1,0 1,0-1,0 1,0-1,0 1,0-1,0 1,-1-1,1 0,0 1,-10 135,8-112,1 0,1 1,2-1,0 0,2 0,3 13,-5-30,0 0,0 0,0 0,1 0,0 0,0-1,1 0,0 1,0-1,0-1,1 1,0-1,0 1,0-1,1-1,-1 1,1-1,0 0,1 0,-1-1,1 0,-1 0,1-1,0 1,-1-2,1 0,-1 0,0 0,1-1,-1 0,1 0,-1-1,0 1,1-2,-1 1,0-1,0 1,0-2,0 1,0-1,0 0,-1 0,1 0,-1-1,0 0,0 0,0 0,0-1,4-5,1-1,-2 1,1-1,-2-1,1 0,-2 0,1 0,-2-1,0 0,1-4,1-6,-1-1,0 0,-2 0,-1 0,-1-1,-2 1,0-1,-3-21,3 45,1-1,-1 0,0 1,0-1,0 0,0 1,0-1,0 0,0 1,0-1,-1 0,1 1,-1-1,1 0,-1 1,0-1,0 1,1-1,-1 1,0 0,0-1,-1 1,1 0,0 0,0-1,0 1,-1 0,1 0,-1 0,1 1,-1-1,1 0,-1 1,1-1,-1 0,0 1,1 0,-1-1,0 1,1 0,-1 0,0 0,1 0,-2 0,-3 6,1 0,-1 0,1 1,1-1,-1 1,1 0,0 0,1 0,0 1,0-1,0 1,1 0,0 0,1 0,0 1,-4 12,1 0,1 0,2 1,0-1,1 1,1-1,1 1,3 12,-4-25,1 0,0 0,0-1,1 0,0 1,1-1,0 0,0 0,1-1,0 1,0-1,1 0,-1 0,2-1,-1 0,1 0,0 0,0-1,0 0,1-1,0 1,0-1,34 7,-3-9</inkml:trace>
  <inkml:trace contextRef="#ctx0" brushRef="#br0" timeOffset="1812.934">2353 1051,'-8'13,"0"0,1 1,0 0,1 0,0 1,1-1,1 1,0 0,0 12,3-21,0 1,1 0,0 0,0-1,1 1,0 0,0-1,1 1,-1 0,1-1,1 0,-1 1,1-1,0 0,1 0,-1-1,1 1,0-1,1 0,-1 0,1 0,0 0,1 0,0-1,-1 0,1 0,0 0,0-1,1 0,-1 0,1 0,0-1,-1 0,1 0,0-1,0 0,0 0,0-1,0 0,0 0,0 0,0-1,0 0,0 0,0-1,0 0,-1 0,1-1,-1 0,1 0,-1 0,0-1,0 0,-1 0,1 0,-1-1,0 0,0 0,0 0,-1-1,1 0,4-10,0 0,-1-1,-1 0,-1-1,0 0,-1 1,-1-2,0 1,-2 0,1-19,-5 33,-2 23,0 4,1 0,1 0,1 0,1 0,1 0,1 0,5 21,-5-38,0-1,0 1,0-1,1 0,0 0,0 0,0 0,1 0,-1 0,1-1,1 0,-1 0,0 0,1 0,0-1,0 0,0 0,0 0,0 0,1-1,-1 0,1 0,-1-1,1 1,0-1,0 0,-1-1,1 1,0-1,0-1,0 1,0-1,0 0,-1 0,1 0,0-1,-1 0,3-1,9-7,0-1,-1 0,0-1,-1-1,0 0,-1-1,0 0,-2-1,0-1,0 0,-1-1,-1 0,6-16,4-14,-31 54,4 4,0 0,1 0,0 0,0 0,1 1,1 0,0 0,0 1,1-1,1 1,0-1,1 1,0 0,1 0,1 0,0 2,0-12,1 1,-1 0,1-1,-1 1,1-1,1 0,-1 1,0-1,1 0,-1 0,1-1,0 1,0-1,0 1,0-1,1 0,-1 0,0 0,1-1,0 1,-1-1,1 0,0 0,0 0,3 0,99 0,-85-5,0 0,0-1,0-2,-1 0,0-1,0 0,-1-2,0 0,-1-2,0 0,-1-1,14-13,-25 20,-9 11,-4 6,5-8,0 0,0 1,1-1,-1 1,1-1,0 1,0 0,0-1,0 1,0 0,1 0,0-1,0 1,0 0,0 0,0 0,1 0,0-1,0 1,0 0,0-1,0 1,1-1,0 1,-1-1,1 0,1 1,-1-1,0 0,1 0,-1-1,3 3,7 2,0-1,0 0,1-1,0 0,0 0,0-2,1 0,-1 0,1-1,0-1,-1 0,1-1,0 0,0-1,9-3,-17 4,0-1,0 0,-1-1,1 0,0 0,-1 0,1 0,-1-1,0 0,0 0,0 0,0-1,0 0,-1 0,1 0,-1 0,0-1,-1 1,1-1,-1 0,0 0,0 0,0-1,-1 1,0-1,0 0,0 1,-1-1,0 0,0 0,0 0,-1 0,0-4,0 0,0 0,0 0,-1 1,0-1,0 0,-1 1,-1-1,0 1,0-1,-1 1,0 0,0 1,-1-1,0 1,-1 0,0 0,0 0,0 1,-1 0,0 0,-1 1,1 0,-1 0,-1 1,1 0,-1 0,0 1,0 0,0 1,0 0,-1 0,1 1,-1 0,-1 2,0 0,1 0,-1 1,0 1,1 0,-1 0,1 1,-1 1,1-1,0 2,1-1,-1 1,1 1,0 0,0 0,1 1,-1 0,2 0,-1 1,1 0,0 0,0 1,1 0,1 0,-1 0,1 1,1 0,0 0,0 0,1 0,1 1,-2 10,4-14,1 1,0-1,0 1,1-1,0 0,0 1,1-1,0 0,0-1,1 1,0 0,0-1,0 0,1 0,0 0,0-1,1 1,-1-1,1-1,0 1,0-1,1 0,0 0,-1-1,1 0,0 0,0 0,1-1,-1 0,0-1,1 0,-1 0,1 0,0-1,42 5</inkml:trace>
  <inkml:trace contextRef="#ctx0" brushRef="#br0" timeOffset="2062.435">3931 609,'-18'-13,"-11"-5,-5 0,-1 7,3 8,5 11,7 9,6 10,7-1</inkml:trace>
  <inkml:trace contextRef="#ctx0" brushRef="#br0" timeOffset="2063.435">3824 1225,'16'11,"16"6,17 3,20-3,19-6,15-14,-10-6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11:48.6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3115 2381,'-9'8,"-1"1,1 1,1 0,0 0,0 0,1 1,0 0,1 1,0-1,1 1,0 0,1 1,1-1,-2 10,4-19,0 0,1 0,0 1,0-1,0 0,0 1,0-1,0 0,1 0,0 1,0-1,-1 0,2 0,-1 0,0 0,1 0,-1 0,1 0,0-1,0 1,0 0,0-1,1 0,-1 1,1-1,-1 0,1 0,0 0,0-1,0 1,0-1,0 0,0 1,0-1,0 0,0-1,1 1,-1-1,0 1,0-1,1 0,-1 0,2-1,6-1,-1 0,0 0,0-1,-1-1,1 0,0 0,-1-1,0 0,0 0,-1-1,1 0,-1-1,-1 0,1 0,-1-1,0 0,-1 0,0 0,0-1,-1 0,0 0,-1-1,0 1,3-10,-5 12,-1 1,1-1,-1 0,-1 0,1 0,-1 0,0 0,-1 0,0 0,0 0,0 0,-1 1,0-1,0 0,-1 1,0 0,0-1,0 1,-1 0,0 1,0-1,0 1,-1-1,0 1,0 1,0-1,-1 1,0 0,1 0,-1 0,-1 1,1 0,0 0,-1 1,1-1,-1 2,0-1,0 1,-1-1,5 2,0 0,0 0,1 0,-1 1,0-1,1 1,-1-1,0 1,1 0,-1 0,1 0,-1 0,1 1,0-1,-1 1,1-1,0 1,0 0,0 0,0-1,0 2,1-1,-1 0,0 0,1 0,0 1,0-1,-1 1,1-1,1 1,-1-1,0 1,0 2,0 1,1 0,-1 1,1-1,0 0,0 0,1 1,0-1,0 0,0 0,1 0,0 0,0 0,0 0,2 2,29 39,6-6</inkml:trace>
  <inkml:trace contextRef="#ctx0" brushRef="#br0" timeOffset="259.632">3770 2621,'0'-20,"0"-14,0-10,2-5,1 0,0 3,-1 8,-2 14,-4 21,-4 22,-2 21,-2 15,1 13,0 7,0 6,1-12</inkml:trace>
  <inkml:trace contextRef="#ctx0" brushRef="#br0" timeOffset="526.425">2982 3276,'69'-339,"-53"265,-11 74,-2 17,1 89,-5-67,2 0,2 0,1 0,2 0,2 0,2-1,1 0,5 9,9 2</inkml:trace>
  <inkml:trace contextRef="#ctx0" brushRef="#br0" timeOffset="858.774">3637 3156,'-7'4,"1"0,0 0,0 1,1 0,-1 0,1 1,0-1,0 1,1 0,0 0,0 1,-2 5,4-9,1 0,-1 0,1 1,0-1,0 0,1 1,-1-1,1 1,-1-1,1 0,0 1,1-1,-1 1,0-1,1 1,0-1,0 0,0 1,0-1,0 0,1 0,0 0,-1 0,1 0,0 0,0 0,1-1,-1 1,7 3,-1 0,1-1,0 0,0-1,1 0,-1 0,1-1,0 0,0-1,0 0,0 0,0-1,1-1,-1 0,0 0,0-1,0 0,1 0,-1-2,0 1,2-2,-5 3,0-1,-1 0,1-1,-1 1,1-1,-1-1,0 1,0-1,0 0,-1 0,0-1,1 1,-2-1,1 0,0-1,-1 1,0-1,0 0,-1 0,0 0,0 0,0-1,-1 1,0-1,0 0,0 1,-1-1,0 0,-1 0,1 0,-1 0,-1 0,1 0,-1 0,0 0,-1 1,0-1,0 0,0 1,-1-1,0 1,-3-5,1 4,-2-1,1 1,-1 0,0 1,0 0,-1 0,0 1,0 0,0 0,-1 0,0 1,0 1,0 0,0 0,0 0,0 1,-1 1,1-1,-2 2,-6-1,0 0,0 2,1 0,-1 1,0 1,1 0,0 1,0 1,0 1,-10 4,1 4,0 0,1 1,0 1,1 2,-7 7,-33 33</inkml:trace>
  <inkml:trace contextRef="#ctx0" brushRef="#br0" timeOffset="1159.688">2982 4092,'24'-195,"-10"111,13-142,-28 196,-3 24,-1 20,-1 23,2 1,1-1,2 1,3 26,-1-47,1 1,0-1,2 0,0 0,0-1,2 1,0-1,1 0,2 3,15 21</inkml:trace>
  <inkml:trace contextRef="#ctx0" brushRef="#br0" timeOffset="1443.841">3703 3771,'8'-67,"26"-148,-26 195,-1 22,1 71,-6 99,-7 0,-19 99,15-196</inkml:trace>
  <inkml:trace contextRef="#ctx0" brushRef="#br0" timeOffset="-1448.588">2968 1672,'-2'1,"0"-1,0 1,1-1,-1 1,0-1,1 1,-1 0,1 0,-1 0,1 0,-1 0,1 0,0 0,-1 1,1-1,0 0,0 1,0-1,0 1,0-1,0 1,0 0,-5 8,0 1,0-1,1 1,0 0,1 0,1 1,-1 0,2-1,0 1,0 4,1-10,0-1,1 1,0 0,0-1,1 1,-1 0,1-1,0 1,1-1,-1 1,1-1,0 0,1 0,-1 0,1 0,0 0,0 0,1-1,-1 1,1-1,0 0,4 3,2-2,-1 0,1-1,0 0,0-1,0 0,0-1,0 0,1 0,-1-1,1 0,-1-1,1-1,0 1,-1-2,0 1,1-1,-1-1,0 0,0-1,0 0,-1 0,1-1,-1 0,0 0,0-1,-1-1,0 1,0-1,0-1,-1 1,0-1,0-1,-1 1,-1-1,1 0,-1 0,-1-1,4-8,-6 10,0-1,0 0,-1 0,0 1,0-1,-1 0,0 0,-1 0,0 0,0 0,-1 1,0-1,0 0,-1 1,0 0,-1-1,0 1,0 1,-1-1,0 1,0-1,-1 1,0 1,0-1,0 1,-1 0,0 1,0-1,-1 1,1 1,-1 0,0 0,0 0,0 1,-1 0,1 0,-7 0,9 3,0 0,0 1,0-1,0 1,0 0,0 1,0-1,1 1,-1 1,1-1,-1 1,1 0,0 0,0 0,0 1,1-1,-1 1,1 0,0 1,0-1,0 1,1 0,-1 0,-1 5,-1-1,2 1,-1 0,1 0,1 0,0 0,0 1,1-1,1 1,-1 0,2-1,0 1,0 0,1 6,14 44,6-7</inkml:trace>
  <inkml:trace contextRef="#ctx0" brushRef="#br0" timeOffset="-721.543">3609 1578,'-8'17,"1"-1,1 1,0 1,1-1,0 1,2 0,0 0,1 0,1 0,1 17,0-30,1 0,-1 0,1 0,0 0,0 0,1 0,0 0,-1-1,2 1,-1-1,0 1,1-1,0 0,0 0,0 0,0 0,1-1,0 1,0-1,-1 0,2 0,-1 0,0-1,1 1,-1-1,1 0,-1-1,1 1,0-1,0 0,0 0,0 0,0 0,0-1,0 0,0 0,0-1,4 0,-1-1,-1 0,1 0,0 0,-1-1,0-1,0 1,0-1,0 0,0-1,-1 1,1-1,-1-1,-1 1,1-1,-1 0,0 0,0-1,-1 1,0-1,0 0,0-1,-1 1,0 0,-1-1,0 0,0 1,0-1,-1 0,0 0,-1 0,0 0,0 0,0 0,-1 0,-1 0,1 0,-3-7,2 8,0 0,-1-1,0 1,0 0,0 1,-1-1,0 1,0-1,0 1,-1 0,0 1,0-1,-1 1,0 0,0 0,0 1,0 0,0 0,-1 0,0 1,0 0,0 0,0 1,0 0,-1 0,1 1,-1 0,1 0,-1 0,1 1,-1 0,1 1,-1 0,1 0,-1 0,1 1,-6 2,2 4,0-1,0 2,1-1,0 1,1 1,0 0,0 0,1 1,1-1,0 2,-4 7,-19 34</inkml:trace>
  <inkml:trace contextRef="#ctx0" brushRef="#br0" timeOffset="3209.117">3609 522,'3'16,"4"12,7 8,5 5,6 5,3 3,2 2,-2 0,-2-2,-4-10</inkml:trace>
  <inkml:trace contextRef="#ctx0" brushRef="#br0" timeOffset="3494.449">3864 550,'-14'4,"-11"9,-10 11,-9 10,-3 12,-1 8,3 7,6 2,8-3,10-7,11-8,7-12</inkml:trace>
  <inkml:trace contextRef="#ctx0" brushRef="#br0" timeOffset="3776.709">4025 1031,'11'7,"0"-1,1 0,0-1,0 0,1 0,-1-2,1 1,0-2,0 0,0 0,0-1,0-1,0 0,0-1,0 0,0-1,0 0,0-1,0-1,-1 0,9-4,-17 7,0-1,0 1,0-1,-1 0,1 0,0 0,-1-1,1 1,-1-1,0 0,0 0,0 0,-1 0,1-1,0 1,-1-1,0 1,0-1,0 0,-1 0,1 0,-1 0,0 0,0 0,0 0,-1 0,1-1,-1 1,0 0,0 0,0-1,-1 1,0-1,-4-2,0-1,0 1,-1 0,0 1,0 0,-1 0,1 0,-1 1,-1 0,1 0,-1 0,0 1,0 1,0-1,0 1,-1 1,1-1,-1 1,0 1,1 0,-1 0,0 1,-1 0,-17 1,1 1,0 1,0 1,0 2,1 0,-1 2,2 1,-1 1,1 1,1 0,0 2,-16 13,-43 24</inkml:trace>
  <inkml:trace contextRef="#ctx0" brushRef="#br0" timeOffset="2476.587">2620 576,'0'16,"5"12,8 8,8 7,9 5,5 2,3 1,1-4,-5-2,-6-8,-7-9</inkml:trace>
  <inkml:trace contextRef="#ctx0" brushRef="#br0" timeOffset="2673.062">2915 683,'-16'5,"-10"7,-7 14,-5 14,-3 11,-1 9,4 5,5 1,7-5,8-11</inkml:trace>
  <inkml:trace contextRef="#ctx0" brushRef="#br0" timeOffset="2923.002">3089 1018,'4'-14,"2"-9,2-5,0-2,-2-1,-2 2,-1 9,-2 15,0 15,1 14,1 11,-1 8,3 3,1-1,6-4,-1-9</inkml:trace>
  <inkml:trace contextRef="#ctx0" brushRef="#br0" timeOffset="5790.424">816 1578,'-6'3,"1"-1,-1 1,1-1,-1 2,1-1,0 1,0-1,0 1,1 1,-1-1,1 1,0-1,0 1,1 0,-1 1,1-1,1 1,-1-1,1 1,-1 0,2 0,-1 0,1 0,0 1,-2 5,1 1,1 0,0 0,1 0,0 0,1 0,1 0,0 0,0-1,1 1,2 2,-1-5,0-1,1 1,0-1,0 0,1 0,0-1,1 0,0 0,0 0,1-1,0 0,0-1,1 0,-1 0,1 0,1-1,-1-1,1 0,0 0,0 0,0-2,0 1,0-1,1-1,-1 1,1-2,-1 0,1 0,-1-1,1 0,-1 0,0-2,0 1,1-1,-2-1,9-3,-12 3,0 0,0-1,0 0,-1 0,1 0,-1 0,0-1,-1 0,0 0,0-1,0 1,0-1,-1 0,0 1,-1-1,0-1,0 1,0 0,-1-1,0 1,0 0,-1-1,0 1,0-1,-1 1,0-4,-1-3,-1 0,0 1,0-1,-2 1,1 0,-2 0,0 1,0-1,-1 1,-1 1,0-1,0 1,-10-9,14 15,-1 0,0 0,0 0,-1 1,1 0,-1 0,0 0,0 1,0-1,-1 2,1-1,-1 1,1-1,-1 2,0-1,0 1,0 0,0 1,0-1,0 1,0 1,0-1,0 1,0 1,1-1,-1 1,0 0,1 1,-1-1,1 1,0 1,0-1,-5 5,6-4,1 1,-1 0,1 0,1 0,-1 1,1-1,0 1,0 0,0 0,1 0,0 0,0 1,1-1,0 0,0 1,0-1,1 1,-1-1,2 1,-1-1,1 1,0-1,0 1,1-1,0 0,0 0,0 0,1 0,3 5,30 35,6-9</inkml:trace>
  <inkml:trace contextRef="#ctx0" brushRef="#br0" timeOffset="6109.962">1458 1726,'-4'3,"0"-1,0 1,0 1,0-1,1 0,-1 1,1 0,0 0,0 0,0 0,1 0,-1 1,1-1,0 1,0 0,1-1,0 1,-1 0,2 0,-1 0,0 0,1 0,0 0,0 0,1 0,-1 0,1 0,0 0,0-1,1 1,0 0,-1 0,2 1,4 1,0 0,0 0,1 0,-1-1,1 0,1-1,-1 0,1 0,0-1,0 0,0-1,0 0,1 0,0-1,-1 0,1 0,0-1,0-1,0 0,0 0,4-1,-7 0,-1 0,1 0,-1-1,1 0,-1 0,0 0,0-1,0 0,0 0,0 0,-1-1,1 0,-1 0,0 0,0-1,-1 0,1 0,-1 0,0 0,-1-1,1 1,-1-1,0 0,0 0,-1 0,0-1,0 1,0 0,-1-1,0 0,0 1,-1-1,0 1,0-1,0 0,-1-3,0-1,-1-1,0 0,-1 1,0-1,0 1,-1 0,-1 0,1 1,-2-1,0 1,0 0,-1 0,0 1,0 0,-1 0,-1 1,1 0,-1 0,-1 1,1 0,-1 1,0 0,-1 0,0 1,-6-2,11 6,-1 0,0 1,0 0,0 0,0 0,0 1,0 0,0 0,1 1,-1-1,0 2,1-1,-1 1,1 0,0 0,0 1,0-1,1 1,-1 1,1-1,0 1,0 0,-14 13,2 2,0 0,1 1,1 0,-1 5,-29 51,7-3</inkml:trace>
  <inkml:trace contextRef="#ctx0" brushRef="#br0" timeOffset="7193.572">802 2514,'-6'6,"1"0,-1 0,1 1,1-1,-1 1,1 0,0 0,1 1,-1-1,1 1,1 0,0 0,0 0,0 0,1 0,0 0,1 0,0 0,0 1,1-1,0 0,0 0,1 0,0 0,0 0,1-1,0 1,0 0,1-1,0 0,1 0,2 0,0-1,0 0,1 0,0-1,0 0,0-1,0 0,1 0,0-1,0 0,0 0,0-1,0 0,1-1,-1 0,0 0,1-1,-1 0,1-1,-1 0,0 0,7-2,-8 1,0 0,0 0,-1 0,1-1,0 0,-1-1,1 1,-1-1,0-1,-1 1,1-1,-1-1,0 1,0-1,0 0,-1 0,0-1,0 0,-1 0,0 0,0 0,0 0,-1-1,0 0,-1 1,0-2,-1 2,0-1,-1 0,-1 1,1-1,-1 0,0 1,-1-1,0 1,0 0,-1-1,0 1,0 0,0 0,-1 1,0-1,0 1,-1 0,0 0,0 0,0 1,-1-1,0 1,0 1,0-1,0 1,-1 0,0 1,0-1,-1 1,1-1,0 1,0-1,0 2,0-1,0 1,-1 0,1 1,-1-1,1 2,-1-1,1 1,-1 0,0 0,1 1,-1 0,1 1,-1 0,1 0,0 0,-1 1,1 0,1 0,-1 1,0 0,1 0,0 0,0 1,0 0,-1 2,3-2,-1 1,1 0,1 0,-1 0,1 0,0 0,1 1,-1 0,1-1,1 1,-1 0,1 0,0 0,1 0,-1 0,1 0,1 0,0 0,-1 0,2 0,-1 0,1-1,0 1,1 0,0-1,0 0,0 1,1-1,-1 0,2-1,-1 1,0-1,5 4,27 23</inkml:trace>
  <inkml:trace contextRef="#ctx0" brushRef="#br0" timeOffset="7542.946">1444 2608,'-7'9,"1"1,1 0,-1 0,1 0,1 1,0-1,1 1,0 0,0 0,1 2,1-8,1 0,0 0,-1 0,2 0,-1 0,0 0,1 0,0 0,0 0,1 0,0 0,-1 0,1-1,1 1,-1-1,1 1,0-1,0 0,0 0,0 0,1-1,-1 1,2 0,3 1,0 0,1-1,-1 0,1 0,-1-1,1 0,0-1,0 0,1 0,-1-1,0 0,1-1,-1 0,0 0,1-1,-1 0,0-1,0 0,0 0,0-1,0 0,-1-1,1 0,-1 0,0-1,0 0,0 0,-1-1,0 0,0 0,0-1,-1 0,0 0,0 0,-1-1,0 0,0 0,-1 0,0-1,1-3,-2 5,0-1,-1 1,0 0,0-1,-1 0,1 1,-2-1,1 0,-1 0,-1 1,1-1,-1 0,-1 1,1-1,-1 0,-1 1,1 0,-1-1,0 1,-1 1,0-1,0 0,0 1,-1 0,0 0,0 0,-1 0,1 1,-1 0,0 0,-1 1,1 0,-1 0,0 0,0 1,-3 0,-1 1,1 0,-1 0,1 2,-1-1,1 1,-1 1,1 0,-1 0,1 1,0 0,-1 1,1 0,1 1,-1 0,-4 2,-13 8,0 1,1 1,1 1,1 1,0 2,-40 35</inkml:trace>
  <inkml:trace contextRef="#ctx0" brushRef="#br0" timeOffset="8442.847">883 3196,'-6'2,"0"-1,0 1,1 0,-1 0,0 1,1 0,0 0,0 0,0 0,0 1,0 0,1 0,-1 0,1 1,0-1,0 1,1 0,0 0,-1 0,2 1,-1-1,1 1,0-1,0 1,0 0,1 0,0 0,-1 3,1 0,0 0,0 0,1 0,0 0,0 0,1 0,1 0,-1 0,1-1,1 1,-1-1,2 1,-1-1,1 0,0 0,1 0,0-1,0 1,1 0,0-3,0 0,1 0,-1 0,1-1,0 0,1 0,-1-1,0 0,1 0,0-1,0 0,0 0,0-1,0 0,0 0,0-1,0 0,0-1,0 0,0 0,0 0,0-1,0 0,-1-1,1 1,-1-2,1 1,-1-1,0 0,0-1,-1 1,0-1,1 0,-1-1,-1 0,1 0,-1 0,0-1,-1 1,0-1,0 0,0 0,-1-1,1 0,0 0,-1 1,0-1,0 0,-1 0,0 0,0 0,-1 0,0-1,-1 1,0 0,0 0,0-1,-1 1,0 0,-1 0,0 0,0 0,-1 0,0 0,0 0,-1 1,0 0,0-1,-1 2,0-1,0 0,0 1,-1 0,0 0,0 1,-1 0,0 0,-3-2,3 3,1 1,-1 0,0 0,1 1,-1 0,0 0,0 1,-1 0,1 0,0 1,0 0,0 0,-1 0,1 1,0 0,0 1,0-1,0 1,0 1,1-1,-1 1,1 0,-1 1,1 0,0 0,0 0,1 0,-1 1,1 0,0 0,0 1,1 0,0-1,0 1,0 1,0-1,1 0,0 1,1 0,-1-1,1 1,1 0,-1 0,1 1,1-1,-1 6,2-7,0 1,0 0,1-1,0 1,0-1,1 1,0-1,0 0,0 0,1 0,0-1,0 1,0-1,6 5,29 26</inkml:trace>
  <inkml:trace contextRef="#ctx0" brushRef="#br0" timeOffset="8727.02">1604 3330,'-6'3,"-1"1,0 1,1-1,0 1,0 0,0 1,1-1,0 1,0 0,-3 5,7-10,0 1,0 0,0 0,0-1,0 1,0 0,0 0,1 0,-1 0,1 0,-1 0,1 1,0-1,0 0,0 0,0 0,0 0,0 0,1 0,-1 0,1 0,-1 0,1 0,0 0,0 0,0 0,0 0,0 0,0-1,1 1,-1 0,0-1,1 1,-1-1,1 0,0 1,-1-1,1 0,0 0,1 0,8 4,1-1,0 0,0-1,0 0,0-1,0-1,0 0,1 0,-1-1,0-1,0 0,1-1,-1 0,0-1,0 0,-1-1,1 0,-1-1,4-2,-9 5,0 0,-1-1,1 0,-1 0,1-1,-1 1,0-1,0 0,-1-1,1 1,-1-1,0 0,0 0,-1 0,0 0,0 0,0-1,0 0,-1 0,0 0,0 0,0 0,-1 0,0 0,0 0,-1 0,1-1,-1 1,-1 0,1 0,-1-1,0 1,-2-3,-2-1,-1 0,0 1,0 0,-1 0,0 1,-1 0,0 0,0 1,-1 0,0 1,0-1,0 2,-1-1,0 1,0 1,0 0,-1 0,1 1,-1 0,0 1,0 0,0 1,0 0,0 1,0 0,0 1,0 0,0 1,-3 1,-2 2,1 1,0 0,0 1,1 1,-1 1,2 0,-1 0,1 1,1 1,0 0,1 1,-8 10,-29 36</inkml:trace>
  <inkml:trace contextRef="#ctx0" brushRef="#br0" timeOffset="9109.489">883 3878,'-4'15,"0"-1,1 1,0 0,1 0,1 0,0 0,1 0,1 0,0 0,2 0,0 3,-2-12,0 0,1-1,-1 1,2 0,-1 0,0-1,1 0,0 1,0-1,1 0,-1 0,1-1,0 1,1-1,-1 0,1 0,0 0,0-1,0 1,0-1,0 0,1-1,-1 0,1 1,0-2,0 1,0-1,3 1,2-3,-1 0,0 0,1-1,-1-1,0 1,0-2,-1 1,1-1,-1-1,1 0,-2 0,1-1,0 0,-1-1,0 1,-1-2,1 1,-2-1,1 0,-1 0,0-1,0 0,-1 0,-1 0,1-1,1-7,-3 10,-1 0,1-1,-2 0,1 1,-1-1,0 0,-1 0,0 0,0 0,0 1,-1-1,-1 0,1 0,-1 1,0-1,-1 1,0-1,0 1,-1 0,1 0,-2 1,1-1,-1 1,0 0,0 0,0 0,-1 1,0 0,0 0,-1 0,1 1,-1 0,0 0,0 1,0-1,1 2,1-1,-1 1,0 0,1 0,-1 1,0-1,0 1,0 1,0-1,-1 1,1 0,0 0,0 1,0 0,0 0,0 0,0 1,0 0,1 0,-1 0,1 1,-1 0,1 0,0 0,0 1,0-1,0 1,1 1,0-1,0 0,0 1,0 0,1 0,-1 1,3-2,1-1,-1 1,1 0,0 0,0 0,0 0,0 0,1-1,0 1,-1 0,2 0,-1-1,0 1,1 0,-1-1,1 0,0 1,0-1,0 0,1 0,-1 0,1 0,0 0,0-1,0 1,0-1,0 0,0 0,0 0,3 1,36 22</inkml:trace>
  <inkml:trace contextRef="#ctx0" brushRef="#br0" timeOffset="9425.322">1698 3864,'-4'7,"1"1,-1-1,1 1,0 0,1-1,0 1,0 0,0 0,1 1,1-1,-1 0,1 0,1 1,-1-1,1 0,1 0,0 0,0 0,0 0,1 0,0-1,1 1,0-1,0 0,0 0,1 0,0-1,0 1,1-1,0-1,0 1,0-1,1 0,-1 0,1-1,0 0,8 4,-10-7,-1 0,1 0,0 0,0 0,0-1,0 0,0 0,1 0,-1-1,0 0,-1 0,1 0,0 0,0-1,0 1,-1-1,1-1,-1 1,1-1,-1 1,0-1,0-1,0 1,-1 0,1-1,5-5,-1 0,-1-1,0 0,0 0,-1 0,0-1,-1 0,0 0,-1 0,0-1,1-1,-1 1,-1-1,0 0,-1 0,0 0,-1-1,-1 1,0 0,0 0,-2-1,1 1,-2 0,0 0,0 1,-1-1,-1 1,0-1,-1 1,0 1,-4-6,6 12,-1 1,0-1,1 1,-2 0,1 1,0-1,-1 1,0 0,1 0,-1 1,0 0,-1 0,1 0,0 1,0 0,-1 0,1 0,-1 1,1 0,0 0,-1 1,1 0,-1 0,1 0,0 1,-5 1,-17 7,0 0,0 2,1 1,1 1,0 2,-57 34</inkml:trace>
  <inkml:trace contextRef="#ctx0" brushRef="#br0" timeOffset="9909.291">482 4506,'-2'1,"1"1,-1-1,1 1,-1 0,1-1,0 1,0 0,0 0,0 0,0-1,0 1,0 0,1 0,-1 1,1-1,-1 0,1 0,0 0,0 0,0 0,0 0,0 1,0-1,1 0,-1 0,1 0,-1 0,1 0,0 0,0 0,0 0,0 0,0-1,0 1,2 1,3 1,0 0,1-1,-1 0,1 0,-1-1,1 0,0 0,0 0,0-1,0 0,1-1,91 10,0-5,55-6,-65 1,3263-4,-2834 2,490-66,-866 41,-143 27,1 0,-1-1,1 1,-1 0,1-1,-1 1,1 0,0-1,-1 1,1 0,-1-1,1 1,0-1,0 1,-1-1,1 1,0-1,0 1,-1-1,1 0,0 1,0-1,0 1,0-1,0 1,0-1,0 0,0 1,0-1,0 1,0-1,0 1,0-1,1 0,-1 1,0-1,0 1,1-1,-1 1,0-1,0 1,1 0,-1-1,1 1,-1-1,0 1,1 0,-1-1,1 1,-1 0,1-1,-1 1,1 0,-1 0,1-1,0 1,-1 0,1 0,-1 0,1 0,-1 0,1 0,-107-26,36 15</inkml:trace>
  <inkml:trace contextRef="#ctx0" brushRef="#br0" timeOffset="11020.025">1 1271,'0'-1,"1"0,0 0,0 1,0-1,0 0,-1 0,1 1,0-1,0 0,0 1,0-1,0 1,1-1,-1 1,0 0,0-1,0 1,0 0,0 0,1 0,-1 0,0 0,0 0,0 0,0 0,1 0,-1 1,0-1,0 0,0 1,0-1,0 1,1 0,3-1,608 46,1507-57,-953-17,53 28,-1007-8,-166-1,-76 23,7-8</inkml:trace>
  <inkml:trace contextRef="#ctx0" brushRef="#br0" timeOffset="11794.49">495 469,'-20'8,"1"2,0 0,1 1,0 0,1 2,0 0,1 1,1 0,0 2,1 0,0 0,2 1,0 1,1 0,0 0,2 1,0 1,1 0,1 0,-2 11,8-28,0 0,0 0,0 1,0-1,1 0,-1 1,1-1,0 0,0 1,0-1,1 1,-1-1,1 0,0 1,0-1,0 0,0 0,0 0,1 0,-1 0,1 0,0 0,0 0,0 0,0-1,1 1,-1-1,1 0,-1 0,1 0,0 0,0 0,0 0,0-1,0 1,0-1,0 0,0 0,1 0,-1 0,0-1,2 1,9-3,0 0,-1 0,1-2,-1 1,1-2,-1 0,-1 0,1-1,-1-1,0 0,0-1,-1 0,0-1,-1 0,0 0,7-8,8-9,0 0,-2-2,0 0,-2-2,-2 0,-1-2,-1 0,-1 0,-2-2,-1 0,-2 0,3-21,-11 39,0 0,-1 0,-1 0,-1 0,0 0,-3-12,3 23,0 1,-1 0,0 0,0-1,0 1,-1 0,1 0,-1 0,0 0,0 1,0-1,-1 0,1 1,-1-1,0 1,0 0,0 0,0 0,-1 1,1-1,-1 1,0 0,1 0,-1 0,0 0,0 0,-2 1,-1 0,-1 1,1 1,-1 0,0 0,1 0,-1 1,1 0,0 0,0 1,0 0,0 0,0 0,0 1,1 0,0 1,0 0,0 0,0 0,1 0,0 1,0 0,0 0,1 0,0 1,0-1,1 1,0 0,0 0,-1 4,-1 6,0 0,2 0,0 1,0-1,2 1,0-1,1 1,1 0,1-1,0 1,2-1,0 0,0 0,2 0,0 0,1-1,0 0,1-1,4 4,9 23,-1 0,-3 1,-1 1,-2 0,-2 1,5 44,-8 69,-4-143</inkml:trace>
  <inkml:trace contextRef="#ctx0" brushRef="#br0" timeOffset="12044.434">909 776,'-11'18,"-6"13,-1 8,4 5,3 3,7 0,7 0,9-4,7-7,-1-10</inkml:trace>
  <inkml:trace contextRef="#ctx0" brushRef="#br0" timeOffset="12750.315">1377 496,'-15'13,"0"0,1 1,1 1,0 0,1 1,0 0,1 1,1 0,1 1,1 0,0 0,1 1,1 0,1 0,1 1,0-1,0 20,3-34,0 0,1 0,0 0,0 0,0 1,0-1,1 0,0 0,0 0,0 0,1-1,-1 1,1 0,0 0,1-1,-1 1,1-1,0 0,0 0,0 0,1 0,-1-1,1 1,0-1,0 0,0 0,0 0,1-1,-1 1,1-1,0 0,3 1,-1-2,1 0,-1-1,0 0,1 0,-1-1,1 0,-1 0,0-1,0 0,0 0,0 0,0-1,0 0,-1-1,1 1,-1-1,4-4,5-3,0-1,-1 0,-1-1,0 0,-1-2,6-7,-5 3,-1 0,0-1,-2 0,0-1,-2 0,0 0,-1-1,-1 0,-1 0,-2-1,0 1,-1-1,-1 0,-1 0,-1 0,-1 1,-1-1,-1 1,-1 0,-7-20,8 32,0 1,-1-1,0 1,-1 0,0 1,0-1,-1 1,0 0,-5-4,9 10,1 0,-1 0,1 0,-1 0,0 0,0 0,0 1,0-1,0 1,0 0,0 0,-1 0,1 1,0-1,0 1,-1-1,1 1,0 0,-1 0,1 1,0-1,-1 1,1 0,0-1,0 2,0-1,-1 0,1 0,1 1,-1 0,-3 1,-2 6,-1 1,1-1,1 1,0 1,0-1,1 1,1 0,-1 1,2-1,0 1,0 0,1 0,0 0,1 1,1-1,0 7,-4 12,3 1,0-1,2 1,1-1,2 0,1 1,1-1,2 0,1-1,1 0,2 0,2 1,-10-22,1-1,0 0,0 1,1-2,0 1,0-1,1 1,0-2,0 1,1-1,0 0,0 0,0 0,1-1,-1 0,1-1,1 0,-1 0,0-1,1 0,0 0,0-1,0 0,0-1,0 0,0 0,0-1,0 0,0-1,0 0,0 0,0-1,2 0,-3-1,-1-1,1 1,-1-1,0-1,-1 1,1-1,-1 0,0-1,0 1,0-1,-1-1,0 1,0-1,-1 1,0-1,0-1,3-6,-3 78,-4-61,0 1,1 0,-1 0,1-1,0 1,0 0,0-1,0 1,1 0,-1-1,1 0,0 1,0-1,0 0,1 0,-1 0,1 0,0-1,-1 1,1-1,0 0,0 1,1-1,-1 0,0-1,1 1,-1-1,1 0,0 1,-1-1,1-1,0 1,0-1,-1 1,3-1,5-1,0-1,0 0,0-1,0 0,-1-1,0 0,1 0,-1-1,0 0,-1-1,0 0,0-1,0 0,-1 0,1-1,-2 0,1 0,-1-1,-1 0,0 0,0-1,0 0,-1 0,0-1,-1 0,-1 1,1-1,-2 0,1 0,-2 0,1 0,-2 0,1 0,-2 0,0-11,0 18,1-1,-1 0,0 0,0 1,-1-1,1 1,-1-1,0 1,0 0,-1-1,1 1,-1 0,0 1,0-1,0 0,0 1,-1 0,0 0,1 0,-1 0,0 0,0 1,-1 0,1-1,0 2,-2-2,2 2,0 1,1-1,-1 0,0 1,0 0,1 0,-1 0,0 0,1 1,-1-1,0 1,1 0,-1 0,1 1,-1-1,1 1,0-1,-1 1,1 0,0 0,0 0,0 1,1-1,-1 1,0 0,1 0,0-1,0 2,0-1,0 0,0 0,-1 3,0 0,1-1,0 1,0-1,0 1,0 0,1 0,0 0,0 0,1 0,0 0,0 0,0 0,0 0,1 0,0 0,1 0,-1-1,1 1,2 5,15 17</inkml:trace>
  <inkml:trace contextRef="#ctx0" brushRef="#br0" timeOffset="13542.892">2326 1,'-4'10,"0"1,1 0,0 0,1 0,1 0,-1 0,2 1,-1-1,2 1,-2 10,2 110,5-1,11 39,1 18,5 622,-15-276,57 352,1 9,-62-105,-4-784,-1-5,1-1,0 1,-1 0,1-1,0 1,-1-1,1 1,0-1,-1 1,1 0,0-1,0 1,0 0,0-1,0 1,0 0,0-1,0 1,0 0,0-1,0 1,0 0,0-1,0 1,0-1,1 1,-1 0,0-1,1 1,-1-1,0 1,1 0,-1-1,1 1,-1-1,1 0,-1 1,1-1,-1 1,1-1,-1 0,1 1,-1-1,1 0,0 1,-1-1,1 0,0 0,-1 0,1 0,0 0,-1 0,1 0,0 0,-1 0,1 0,0 0,-1 0,1 0,0 0,32-24,-29 19,-7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12:59.31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1247 1862,'125'136,"-75"-94,-35-32,-1 1,0 1,-1 0,0 1,-1 0,-1 1,0 1,7 13,-18-29,0 1,0 0,-1 0,1 0,0 0,-1 0,1 0,0 0,-1 0,1 0,0 1,-1-1,1 0,0 0,0 0,-1 0,1 0,0 0,-1 1,1-1,0 0,0 0,-1 0,1 1,0-1,0 0,0 0,0 1,-1-1,1 0,0 0,0 1,0-1,0 0,0 1,0-1,-1 0,1 1,0-1,0 0,0 0,0 1,0-1,0 0,0 1,1-1,-1 0,0 1,0-1,0 0,0 1,0-1,0 0,0 0,1 1,-1-1,0 0,0 0,0 1,1-1,-1 0,0 0,0 0,1 1,-1-1,0 0,0 0,1 0,-22-11,10 3</inkml:trace>
  <inkml:trace contextRef="#ctx0" brushRef="#br0" timeOffset="335.498">1434 1902,'0'-4,"-2"-2,-4 4,-2 6,-2 6,-5 8,-1 8,-1 7,1 4,1 2,0 3,0-1,2-1,1-4,2-6,2-5,3-4,1-7</inkml:trace>
  <inkml:trace contextRef="#ctx0" brushRef="#br0" timeOffset="770.233">1754 1888,'-2'0,"1"0,4-2,5-1,6-2,8-3,6-1,4 0,0-1,0 2,-4 1,-1 3,-4 2,-6 3,-5 2</inkml:trace>
  <inkml:trace contextRef="#ctx0" brushRef="#br0" timeOffset="1053.388">1782 2049,'2'4,"5"3,9-1,8-2,7-3,7-4,9-4,5-3,3-2,-4 1,-10 2</inkml:trace>
  <inkml:trace contextRef="#ctx0" brushRef="#br0" timeOffset="56931.464">17 2477,'0'0,"-1"0,0 0,0 0,1 0,-1 0,0 0,0-1,1 1,-1 0,0-1,1 1,-1 0,0-1,1 1,-1-1,1 1,-1-1,1 1,-1-1,1 1,-1-1,1 0,-1 1,1-1,0 0,-1 1,1-1,0 0,0 1,-1-1,1 0,0 0,0 1,0-1,0 0,0 0,0 1,0-1,0 0,0 0,1 1,-1-1,0 0,0 1,1-1,-1 0,0 0,1 1,-1-1,17-37,-17 37,184-296,-167 271,0 1,2 1,0 0,2 2,0 0,14-9,116-61,-57 30,-57 35,1 3,1 1,1 2,15-5,127-50,163-48,-131 40,-9 21,-45 18,-76 15,1 4,1 4,1 4,59-5,-89 18,43-6,1 4,-1 4,1 5,66 11,-57 2,-1 5,0 4,-2 6,86 36,-138-43,-2 2,0 3,-2 1,-1 4,39 32,-30-15,-2 4,-3 2,-2 2,-2 2,-4 2,-2 3,-3 1,12 30,104 179,-80-144,-56-90,2-2,2 0,1-1,2-2,14 13,-40-47,12 10,-10-25,-6-2</inkml:trace>
  <inkml:trace contextRef="#ctx0" brushRef="#br0" timeOffset="57596.654">2664 939,'-29'-33,"33"51,8-2,1-1,1-1,0 0,1-1,0-1,1 0,1-1,0-1,11 5,81 42,2-4,3-5,99 46,-110-34,-102-59,1 0,-1-1,0 1,0 0,0 0,0 0,0 0,0 0,-1 0,1 0,0 0,0 0,-1 0,1 0,0 0,-1 1,1-1,-1 0,0 0,1 1,-1-1,0 0,0 1,0-1,0 0,0 1,0-1,0 0,-1 1,1-1,0 0,-1 0,1 1,-40 25,-21-9,0-3,-1-2,0-3,-38 1,16-2,-56 13,97-12</inkml:trace>
  <inkml:trace contextRef="#ctx0" brushRef="#br0" timeOffset="65664.661">1688 164,'-9'11,"2"0,0 1,0 0,1 0,0 1,1 0,0 0,1 0,1 0,0 0,1 1,0 0,1 1,-3 7,0 1,2-1,0 1,2 0,0 0,2 0,0-1,1 1,2 0,0-1,2 0,0-1,1 1,1-1,1-1,1 0,1 0,1-1,0-1,2 0,0-1,9 8,-15-16,1 0,0-1,1-1,0 0,0 0,0-1,1 0,0-1,0 0,1-1,-1 0,1-1,0-1,0 0,0-1,0 0,0-1,0 0,0-1,0-1,0 0,0 0,-1-1,1-1,-1 0,0-1,0-1,0 0,3-2,-5 0,0-1,-1 0,0-1,-1 1,0-2,0 1,-1-1,0-1,-1 1,0-1,-1 0,0 0,-1-1,-1 1,0-1,0 0,-1-10,1-4,-2 1,-1-1,-1 0,-1 1,-2-1,-1 1,0 0,-4-7,-1 1,0 1,-2 0,-1 1,-2 1,0 0,-2 1,-2 1,0 0,-1 1,-2 2,-22-21,36 38,0 1,0 0,0 0,-1 0,1 1,-1 1,-1 0,1 0,-1 0,1 1,-1 1,0-1,0 2,0-1,0 2,0-1,-1 1,1 1,0 0,0 0,0 1,0 0,0 1,1 0,-1 0,1 1,-9 5,3 4,1 0,1 0,0 1,1 1,1 0,0 1,1 0,0 1,2 0,0 0,1 1,0 0,2 0,0 1,1-1,1 1,0 11,-4 43,4 1,3-1,3 1,9 48,3 11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13:02.4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2344 1751,'0'-2,"2"3,3 7,6 8,2 9,4 6,2 5,-1 4,2-2,-1 1,-1-2,-1-6,-2-4,-1-6,-2-6</inkml:trace>
  <inkml:trace contextRef="#ctx0" brushRef="#br0" timeOffset="274.029">2571 1790,'-2'0,"-4"3,-4 7,-6 6,-4 8,-4 6,-2 8,1 1,3 1,5-1,5-4,5-4,3-6,6-7,5-7,3-5</inkml:trace>
  <inkml:trace contextRef="#ctx0" brushRef="#br0" timeOffset="557.372">2718 1858,'2'0,"3"0,6 0,5 0,9 0,9-2,6-2,3 1,1 1,-5 0,-9 1</inkml:trace>
  <inkml:trace contextRef="#ctx0" brushRef="#br0" timeOffset="826.507">2718 2018,'20'4,"16"5,11 0,9-2,2-1,-2-5,-11-1</inkml:trace>
  <inkml:trace contextRef="#ctx0" brushRef="#br1" timeOffset="121726.439">4643 734,'-14'19,"-4"-3,0-1,-1 0,-1-2,0 0,0-1,-2-1,1-1,-2-1,-10 2,-1-1,0-1,0-2,-1-2,1-1,-1-1,-4-2,-22 3,-373 24,319-32,0-6,0-5,25 4,32 5,0-2,1-3,-27-10,21 5,-1 2,0 4,-25-1,-107-18,97 7,-54 9,79-1,67 13,5 0,1 1,-1-1,0 1,1-1,-1 1,0 0,1 0,-1-1,0 1,0 0,1 1,-1-1,0 0,1 0,-1 1,0-1,1 1,-1 0,1-1,-1 1,1 0,-1 0,1 0,-1 0,1 0,0 0,0 0,-1 0,1 1,0-1,0 0,0 2,-5 9</inkml:trace>
  <inkml:trace contextRef="#ctx0" brushRef="#br1" timeOffset="122664.673">2945 841,'33'-12,"268"-42,-169 33,-1-4,32-16,-136 24,-78 34,24-2,1 1</inkml:trace>
  <inkml:trace contextRef="#ctx0" brushRef="#br1" timeOffset="123301.818">2958 895,'13'2,"0"1,0 1,0 0,0 1,-1 0,0 1,0 0,10 7,10 5,43 20,41 23,3-6,24 3,-134-54,51 7,-57-40,-5 22,2-5,0 1,1-1,0 1,1 0,0 0,0 0,2 0,2-7,5-20,2-15,-2-1,-2 0,-3-1,-2-32,-10 46,5 41,1 0,0-1,-1 1,1 0,-1 0,1 0,0 0,-1 0,1 0,0 0,-1 0,1 0,-1 0,1 0,0 1,-1-1,1 0,0 0,-1 0,1 0,0 0,-1 1,1-1,0 0,-1 0,1 1,0-1,0 0,-1 0,1 1,0-1,0 0,0 1,-1-1,1 0,0 1,0-1,0 0,0 1,0-1,0 1,0-1,0 0,0 1,0-1,0 0,0 1,0-1,0 1,0-1,0 1,-4 83,6-55</inkml:trace>
  <inkml:trace contextRef="#ctx0" brushRef="#br0" timeOffset="35246.56">1087 2365,'6'2,"1"0,0 0,-1 0,1 1,-1 0,0 0,0 0,0 1,0 0,-1 0,1 1,-1 0,0 0,-1 0,1 0,-1 1,0-1,0 1,-1 0,3 6,5 11,-2 1,0 0,-2 1,0 0,-2 2,27 155,2 125,-12 9,-16 133,-6-382,-4-1,-2 1,-3-1,-17 62,-4-55,29-73,0-1,1 1,-1-1,0 1,1 0,-1-1,0 0,1 1,-1-1,1 1,-1-1,1 0,-1 1,1-1,-1 0,1 0,-1 1,1-1,0 0,0 0,-1 1,1-1,0 0,0 0,0 0,0 0,0 1,0-1,0 0,0 0,0 0,1 0,-1 1,0-1,0 0,1 0,-1 1,-3-81,0 63</inkml:trace>
  <inkml:trace contextRef="#ctx0" brushRef="#br0" timeOffset="36023.618">1154 2994,'1'0,"-1"1,0-1,0 0,0 1,0-1,1 0,-1 1,0-1,0 0,0 1,0-1,0 0,0 1,0-1,0 0,0 1,0-1,0 1,0-1,0 0,0 1,0-1,0 0,-1 1,1-1,0 0,0 1,0-1,-1 0,1 1,0-1,0 0,-1 0,1 1,0-1,0 0,-1 0,1 1,0-1,-1 0,1 0,0 0,-1 0,1 0,0 1,-1-1,1 0,-1 0,1 0,0 0,-1 0,1 0,0 0,-1 0,1 0,0 0,-1-1,1 1,-1 0,1 0,0 0,-1 0,1 0,0-1,-1 1,16 30,119 185,-30-1,-105-214,1 1,0-1,0 0,0 1,0-1,0 1,-1-1,1 0,0 1,0-1,0 1,0-1,0 0,0 1,0-1,0 1,0-1,1 0,-1 1,0-1,0 1,0-1,0 0,1 1,-1-1,0 0,0 1,0-1,1 0,-1 1,0-1,1 0,-1 0,0 1,1-1,-1 0,0 0,1 0,-1 1,0-1,1 0,-1 0,1 0,-1 0,0 0,1 0,-1 0,1 0,-1 0,0 0,1 0,-1 0,1 0,-1 0,0 0,1 0,-1 0,1-1,-1 1,0 0,1 0,-1 0,0-1,1 1,-1 0,-2-12,-1 1,-1 0,0 0,0 0,-1 0,0 1,-1 0,-4-7,6 12,-81-129,-48-52,132 186,1 0,-1-1,0 1,1-1,-1 1,1 0,-1-1,1 1,-1-1,1 0,-1 1,1-1,0 1,-1-1,1 0,0 1,-1-1,1 0,0 1,0-1,-1 0,1 1,0-1,0 0,0 1,0-1,0 0,0 0,0 1,0-1,1 0,-1 1,0-1,0 0,1 1,-1-1,0 0,1 1,-1-1,0 1,1-1,-1 0,1 1,-1-1,1 1,-1 0,1-1,-1 1,1-1,0 1,-1 0,1-1,0 1,-1 0,1 0,0-1,115-28,198-26,-301 53,-8 1,-1 0,1 0,-1 0,1 1,0 0,-1 0,1 0,0 0,-1 1,1-1,-1 1,1 1,-1-1,1 1,-1-1,4 3,-8-3,1 0,0 1,-1-1,1 0,-1 1,1-1,-1 0,0 1,0-1,0 0,1 1,-1-1,0 1,-1-1,1 0,0 1,0-1,-1 1,1-1,0 0,-1 1,1-1,-1 0,0 0,0 0,1 1,-1-1,0 0,-1 1,-131 169,125-163,1 1,1-1,-1 2,1-1,1 1,0 0,0 0,1 0,1 1,-1-1,2 1,-1 0,2 0,-1 0,1 0,1 0,0 0,1 0,0 0,0 0,1 0,2 5,14 18</inkml:trace>
  <inkml:trace contextRef="#ctx0" brushRef="#br0" timeOffset="56148.937">1060 2099,'-26'-41,"39"55,-1 0,-1 0,0 1,-1 1,-1 0,7 16,-12-26,29 66,-2 0,-4 2,-4 1,14 71,9 132,-35-203,-3 0,-4 1,-3-1,-3 1,-9 48,-3-12,5 0,4 35,-17 86,5-89,-21 130,32-260,1-18,-2-27,7 30,-6-32,0-3</inkml:trace>
  <inkml:trace contextRef="#ctx0" brushRef="#br0" timeOffset="59628.924">1127 2927,'-5'-2,"8"13,1 0,1 0,0-1,0 0,1 0,1 0,6 7,-2-1,40 58,-7-13,-3 2,28 58,-69-121,-1 0,1 0,0 0,0 0,-1 0,1 0,0 0,-1 0,1 0,0 0,0 1,-1-1,1 0,0 0,-1 0,1 0,0 0,0 0,-1 1,1-1,0 0,0 0,0 0,-1 1,1-1,0 0,0 0,0 1,0-1,-1 0,1 0,0 1,0-1,0 0,0 0,0 1,0-1,0 0,0 1,0-1,0 0,0 0,0 1,0-1,0 0,0 1,0-1,0 0,0 0,0 1,0-1,1 0,-1 1,0-1,0 0,0 0,0 0,1 1,-1-1,0 0,-22-14,-27-28,3-3,1-1,3-2,-18-28,-18-20,79 96,0 0,-1 0,1 0,0 0,-1 0,1 0,0 0,-1 0,1 0,0-1,-1 1,1 0,0-1,-1 1,1 0,-1-1,1 1,-1 0,1-1,-1 1,1-1,-1 1,1-1,-1 0,1 1,-1-1,0 1,1-1,-1 0,0 1,0-1,0 1,1-1,-1 0,0 1,0-1,0 0,0 0,0 1,0-1,0 0,0 1,-1-1,1 0,0 1,0-1,0 1,-1-1,1 0,0 1,-1-1,1 1,0-1,-1 0,1 1,-1-1,1 1,-1 0,1-1,-1 1,0-1,1 1,-1 0,1-1,-1 1,0 0,1 0,-2-1,189 0,216-20,-395 21,-5-1,1 1,-1-1,1 1,-1 0,1 0,-1 1,1-1,-1 1,0-1,1 1,-1 0,0 1,1-1,-1 0,0 1,0 0,0 0,0 0,-2 0,-1 1,0-1,0 0,-1 1,1-1,0 0,-1 0,1 1,-1-1,0 0,0 0,0 0,0 0,0 0,0 0,-1 0,1 0,-1 0,1-1,-1 1,1 0,-1-1,-2 2,2-1,-182 147,168-136,0 2,1-1,0 2,1 0,1 1,0 0,2 1,0 1,1 0,0 2,70-225,-55 193,-5 19,-4 19,-24 102,23-165,6-55,-1-145,-17-102,6 223,-5 0,-5 2,-26-80,47 190,0 1,0 0,0 0,-1 0,1 0,-1 0,1 0,-1 0,0 0,1 0,-1 0,0 0,0 1,0-1,-1 0,1 1,0-1,-1 0,1 1,-1 0,1-1,-1 1,0 0,1 0,-1 0,0 0,0 0,0 0,0 0,0 1,0-1,0 1,0-1,0 1,0 0,0 0,0 0,0 0,-1 0,1 0,0 1,0 2,0 0,0 1,1-1,-1 0,1 1,0-1,0 1,0 0,1-1,-1 1,1 0,0-1,0 1,0 0,0-1,0 1,1 0,0-1,0 1,0 0,0-1,1 1,-1-1,2 2,-2-1,88 234,-70-138,-5 1,-4 0,-4 6,3 25,-5-92,7 73,-4 2,-6-1,-4 1,-11 50,2-98,3-18,2 0,3 1,1 12,4-28,-2 1,0 0,-3-1,-1 0,-4 16,-25 72,13-18,32-138,54-378,-61 395,20-104,-5-1,0-54,-18-137,1 302,0 0,0 0,1 0,0 0,1 0,0 1,1 0,0 0,6-9,-11 19,0 1,0-1,0 0,1 0,-1 0,0 1,0-1,0 0,1 0,-1 0,0 1,0-1,1 0,-1 0,0 0,0 0,1 0,-1 0,0 0,0 1,1-1,-1 0,0 0,1 0,-1 0,0 0,0 0,1 0,-1 0,0-1,1 1,-1 0,0 0,0 0,1 0,-1 0,0 0,0 0,1-1,-1 1,0 0,0 0,1 0,-1-1,0 1,0 0,0 0,0-1,1 1,-1 0,0 0,0-1,0 1,0 0,0 0,0-1,0 1,0 0,0-1,0 1,0 0,2 27,-2-24,-1 119,-5 0,-9 32,13-103,15-66,44-167,-14 35,-35 131,-5 24,-11 9,0-1,0 0,-2-1,0 0,0 0,-2-1,-3 4,-18 22,108-107,-75 67,0-1,0 1,0-1,0 1,0-1,1 1,-1 0,0-1,0 1,0-1,0 1,0-1,0 1,0 0,-1-1,1 1,0-1,0 1,0-1,0 1,-1 0,1-1,0 1,0 0,0-1,-1 1,1-1,0 1,-1 0,1 0,0-1,-1 1,1 0,0 0,-1-1,1 1,-1 0,1 0,0 0,-1 0,1-1,-1 1,1 0,-1 0,1 0,-1 0,1 0,0 0,-1 0,1 0,-1 1,1-1,-1 0,1 0,0 0,-1 0,-28 4,-44 16,58-14,-1-1,1 0,-1-1,-1-1,1-1,0 0,-1-1,-13-2,23 0,0-1,0 0,1 0,-1-1,0 1,1-2,-1 1,1-1,0 0,0 0,1-1,-1 1,1-1,0-1,0 1,1-1,-1 1,1-2,-62-121,52 98,-6-17,46 71,293 325,-246-245,-70-99,-3-6</inkml:trace>
  <inkml:trace contextRef="#ctx0" brushRef="#br0" timeOffset="63916.168">485 3475,'-1'-1,"0"1,1-1,-1 0,0 1,0-1,0 0,1 0,-1 0,0 0,1 0,-1 0,1 0,-1 0,1 0,-1 0,1 0,0 0,0 0,-1 0,1 0,0 0,0 0,0 0,0 0,0-1,0 1,1 0,-1 0,0 0,0 0,1 0,-1 0,1 0,-1 0,1 0,-1 0,1 0,0 0,83-183,-50 118,89-173,-122 238,-1 0,0 1,-1-1,1 1,0-1,0 1,0-1,0 1,0-1,0 1,0-1,0 1,1 0,-1-1,0 1,0-1,0 1,0-1,1 1,-1-1,0 1,0 0,1-1,-1 1,0-1,1 1,-1 0,0-1,1 1,-1 0,1 0,-1-1,0 1,1 0,-1 0,1-1,-1 1,1 0,-1 0,1 0,-1 0,1 0,-1 0,1 0,-1 0,1 0,-1 0,1 0,-1 0,1 0,-1 0,1 1,-1-1,1 0,-1 0,0 0,1 1,-1-1,1 0,-1 1,0-1,1 0,-1 1,0-1,1 0,-1 1,0-1,0 1,1-1,-1 1,22 176,-15-97,-2 2,-4-1,-4 0,-6 25,-6 20,13-123,1-1,-1 0,0 0,0 0,0 0,-1 0,1-1,0 1,-1 0,1-1,-1 0,1 0,-1 0,0 0,0 0,1 0,-1 0,0-1,0 0,0 1,0-1,1 0,-1-1,0 1,0 0,0-1,0 0,1 1,-1-1,-2-1,-19 0,-20 6,58-3,255-61,-269 60,1-1,-1 1,1-1,-1 1,1 0,0-1,-1 1,1 0,-1 0,1 0,-1-1,1 1,0 0,-1 0,1 0,0 0,-1 0,1 0,-1 0,1 0,0 0,-1 1,1-1,-1 0,1 0,0 0,-1 1,1-1,-1 0,1 1,-1-1,1 0,-1 1,1-1,-1 1,1-1,-1 0,0 1,1 0,-1-1,0 1,1-1,-1 1,0-1,0 1,0-1,1 1,-1 0,0-1,0 1,0 0,0-1,0 1,0-1,0 1,0 0,0-1,0 1,-1-1,1 1,-18 18,-8 3</inkml:trace>
  <inkml:trace contextRef="#ctx0" brushRef="#br0" timeOffset="-9722.358">1275 453,'-32'-27,"12"10,1 1,-2 1,0 0,-1 1,-9-2,-17-3,-1 2,-1 2,0 2,-1 3,0 2,0 2,-18 2,66 4,-18-3,0 1,0 1,-1 1,1 1,0 0,0 2,0 1,0 0,0 2,1 0,-11 6,-1 6,2 2,0 1,2 1,0 1,1 2,2 1,1 1,0 1,2 1,2 1,3-6,2 0,2 2,0-1,1 2,2 0,0 0,2 1,1 0,2 0,0 0,1 12,2-4,1 0,1 0,3 0,1 0,1 0,2-1,1 0,3 2,-4-17,1 1,1-1,1 0,1-1,0 0,2 0,0-2,1 1,0-2,2 0,0-1,0 0,14 8,-3-6,1-1,0-1,1-2,0-1,1-1,1-1,0-2,0-1,23 1,23 0,0-3,0-3,36-6,-90 3,0 0,0-2,-1 0,1-1,0-2,-1 0,0-1,-1-1,1-1,-2-2,1 1,-1-2,-1-1,0-1,-1 0,-1-1,0-1,-1 0,-1-2,5-6,-6 1,0-1,-1 0,-2-1,0-1,-2 0,0 0,-2-1,-2 1,0-2,-1-1,3-49,-3-2,-7-68,2 128,0 0,-2 0,0 0,-1 1,-1-1,-1 1,-1 0,-1 0,0 1,-1 0,-1 0,-1 1,0 1,-1 0,-1 0,-3-1,1 1,-1 0,-1 2,-1 0,0 0,-1 2,0 1,-1 0,0 1,0 1,-1 1,-1 1,1 1,-1 0,0 2,0 1,-19-1,-2 3,0 2,0 2,0 2,1 1,0 3,0 1,1 2,0 2,1 1,1 3,1 1,0 1,1 3,2 0,-31 27,-38 37,9-3</inkml:trace>
  <inkml:trace contextRef="#ctx0" brushRef="#br0" timeOffset="8632.935">766 253,'-67'-5,"-45"4,86 9,1 0,-1 1,2 2,-1 0,2 2,-1 1,2 0,0 2,1 1,0 0,2 1,0 2,-10 12,-11 13,14-18,2 1,0 2,2 0,-1 6,12-13,1 1,1 0,2 0,0 1,-2 18,-6 23,8-48,2 0,0 1,1 0,1 0,1 0,0 0,2 1,0-1,1 0,1 0,1 0,2 7,53 125,-47-125,1 0,2-1,1-1,0 0,2-1,1-1,0-1,2 0,10 8,-19-19,-1 0,2 0,-1-1,1-1,1 0,-1 0,1-1,0-1,1 0,0-1,0-1,13 3,119 15,173-24,-149-35,-151 30,0-1,0-1,-1 0,0-1,0-1,-1-1,-1-1,0 0,0-1,-2 0,9-12,0 4,-14 14,29-28,-2-2,-1-1,28-41,-51 57,0-1,-2 0,-1 0,0-1,-2-1,-1 1,1-15,13-50,-14 64,-2 1,-1-2,-2 1,0 0,-1 0,-2-1,-1 1,-1 0,-1 0,-1 1,-9-24,8 30,0 1,-1 0,-1 1,-1-1,0 2,-1 0,-1 0,0 1,-2 0,1 1,-2 1,0 0,0 1,-1 0,-1 2,1 0,-2 0,0 2,0 0,-4 0,-363-90,359 93,-1 2,1 1,0 1,0 1,-1 1,1 1,0 2,0 0,0 2,1 1,0 1,0 1,-9 6,8-6,22-8,-40 11,1 3,0 1,1 2,1 2,1 2,1 2,0 1,-9 11,25-9,20-19</inkml:trace>
  <inkml:trace contextRef="#ctx0" brushRef="#br0" timeOffset="31792.023">1127 174,'-4'-6,"0"0,-1 0,0 1,0 0,0 0,0 0,-1 1,0 0,0 0,0 0,0 1,-1-1,1 2,-1-1,-5-1,-19-2,-1 2,0 1,0 1,0 2,-20 2,-14 0,44-2,0 1,0 2,0 0,0 1,1 1,0 1,0 1,-15 8,-132 60,151-64,0 2,1 0,1 0,0 1,1 1,1 1,0 0,1 1,-9 16,5-10,1-3,2 0,0 1,1 0,1 1,1 0,2 1,0 0,-1 5,-27 234,31-238,0 1,2 0,0 0,2 0,1 0,1 0,1 0,1 0,1 0,1-1,8 23,107 166,-110-196,0 0,1-1,1 0,0-1,1-1,1 0,0 0,1-2,0 0,1 0,0-2,1 0,0 0,1-2,13 5,99 9,-57-14,-46-4,1-1,0-1,0-1,0-2,0-1,-1-1,1-1,6-4,3 1,-23 5,-1-1,0 0,-1 0,1-2,0 1,-1-2,0 1,0-2,4-2,132-118,-131 114,-1-1,-1 0,0-1,-1-1,-1 0,0-1,-1 0,-1-1,3-5,8-24,-2-1,-2 0,-3-1,-1-1,-2 0,-3-4,-8 28,-2 0,-1 0,-1 0,-1 1,-1-1,-1 1,-2 0,0 1,-2-1,0 2,-2-1,-1 2,0 0,-2 0,0 1,-15-14,22 25,-1 0,0 1,0 0,-1 1,0 0,0 0,-1 1,0 1,0 0,-9-4,-23-5</inkml:trace>
  <inkml:trace contextRef="#ctx0" brushRef="#br2" timeOffset="87210.672">552 1256,'-8'12,"1"1,1-1,0 2,1-1,0 1,1-1,0 1,1 0,0 9,1-7,2 0,0 0,1 0,1 1,0-1,1-1,1 1,0 0,1-1,1 0,0 0,1 0,1-1,0 0,1-1,1 0,0 0,0-1,1 0,1-1,0 0,0-1,1 0,1-1,-1-1,2 0,-1 0,1-2,0 0,0 0,10 1,-4-4,1 0,0-2,0 0,0-2,0 0,0-1,0-1,0-2,-1 0,0-1,0-1,0-1,-1 0,0-2,-1-1,0 0,-1-1,0-1,0-1,-2 0,11-12,-19 19,0 0,-1 0,0 0,-1-1,1 0,-1 0,-1-1,0 0,0 0,0 0,-2 0,1-1,-1 0,0 0,-1 1,0-1,-1-1,0 1,0 0,-1 0,0 0,-1 0,0-1,-1 1,0 0,-1 1,0-1,-4-9,-6 1,-2 1,0 0,-1 1,0 1,-1 0,-1 1,0 1,-1 1,-1 1,1 0,-2 1,0 2,0 0,0 1,-1 1,-11-1,8-1,0 2,0 0,-1 2,0 1,0 1,0 1,-1 1,1 2,0 0,0 2,1 1,-1 1,-7 3,27-6,-1 0,0 1,1 0,0 0,0 0,0 1,1 0,-1 0,1 0,0 1,1 0,-1 0,1 0,0 0,1 1,-1-1,1 1,1 0,-1 0,1 0,0 4,-5 25</inkml:trace>
  <inkml:trace contextRef="#ctx0" brushRef="#br2" timeOffset="176507.272">1047 1136,'-128'-39,"89"36,1 1,-1 2,1 1,-13 4,40-3,0 0,1 1,-1 1,1 0,0 0,0 1,0 0,0 1,1 0,0 0,0 1,1 1,0-1,0 1,1 0,0 1,0 0,1 0,0 1,1-1,0 1,0 0,1 1,0-1,1 1,1-1,-1 1,2 0,-1 0,1 0,1 0,0 0,1 1,0-1,1 0,0-1,3 12,-1-6,1 0,0 0,1 0,0-1,2 1,0-1,0-1,2 0,-1 0,2-1,0 0,0-1,1 0,1-1,0 0,0-1,1-1,1 0,-1-1,1 0,1-1,-1-1,1 0,0-1,1-1,12 1,-6-5,-1 0,0-2,0-1,0-1,0-1,0-1,-1 0,0-2,0-1,-1 0,0-1,-1-2,0 0,0 0,9-11,-18 16,-1-1,1 0,-1 0,-1-1,0 0,0-1,-1 0,0 0,-1 0,0-1,0 0,-1-1,-1 1,0-1,0 1,-1-1,-1 0,0-1,-1 1,0 0,-1 0,0-1,-1 1,0 0,-1 0,0 0,-1 0,-1 0,-4-10,-1 4,-1 0,-1 1,0 0,-2 1,0 0,0 1,-2 1,0 0,0 1,-15-9,21 15,0 1,-1 0,0 1,0 0,0 1,-1 0,1 1,-1 0,0 0,0 1,0 0,0 1,-1 1,1 0,0 0,0 1,0 0,0 1,0 1,-5 1,-7 6,1 1,0 1,1 0,0 2,1 1,0 0,-12 14,-60 56</inkml:trace>
  <inkml:trace contextRef="#ctx0" brushRef="#br0" timeOffset="-213685.119">1327 453,'-87'-29,"-39"-39,63 32,49 26,0 1,0 1,-1 1,0 0,-1 1,1 0,-1 2,-14-3,-5 4,1 1,0 3,-1 0,1 2,0 2,0 1,1 2,0 1,-7 4,2 2,2 2,0 1,1 2,1 1,1 2,-10 10,15-9,0 1,2 1,1 2,1 0,1 2,2 0,1 1,1 2,2 0,1 0,1 2,-7 31,17-45,1-1,0 1,2 0,1 0,1 0,0 0,2 1,0-1,1-1,2 6,65 201,-67-220,3 12,0 0,2-1,0 0,2 0,0-1,0 0,2-1,0 0,0-1,2 0,0-1,1-1,0 0,3 1,27 10,1-2,0-2,1-2,2-2,44 9,-19-5,-28-4,0-3,2-2,-1-2,1-1,1-3,-1-2,1-3,-1-1,13-4,-24 0,0-2,0-2,-1-1,0-2,-1-2,-1-1,0-1,-1-2,0-1,-2-2,-1-1,0-1,-2-2,0-1,0-4,-16 12,0 0,-2-2,0 1,-1-1,-2 0,0-1,-1 0,0 0,-2-1,-1 1,-1-1,0 1,-2-1,0 0,-2 0,-1-5,-2-7,-1 7</inkml:trace>
  <inkml:trace contextRef="#ctx0" brushRef="#br0" timeOffset="-211591.612">859 1363</inkml:trace>
  <inkml:trace contextRef="#ctx0" brushRef="#br0" timeOffset="-211316.757">859 1363,'0'5,"3"1,0 0</inkml:trace>
  <inkml:trace contextRef="#ctx0" brushRef="#br0" timeOffset="-211037.161">859 1403,'0'0</inkml:trace>
  <inkml:trace contextRef="#ctx0" brushRef="#br1" timeOffset="101518.892">6434 414,'-2'-6,"0"0,-1 0,0 0,0 1,0-1,-1 1,1 0,-1 0,-1 0,1 0,-1 1,0 0,0 0,0 0,0 0,-2 0,-18-10,0 1,-1 1,0 1,-1 1,0 1,-1 2,1 1,-1 1,-1 1,1 1,-1 2,1 1,-1 1,-20 4,23 1,0 1,1 1,0 1,0 2,1 0,1 1,0 2,1 0,0 1,1 1,1 2,0 0,2 0,0 2,1 0,1 2,-11 18,11-15,2 2,1-1,1 2,1 0,2 0,1 0,1 1,1 1,2-1,0 1,3 0,0-1,2 1,1 0,1 0,2-1,1 0,1 0,1 0,2-1,1 0,1-1,7 11,-7-16,1-1,0 0,2-1,0 0,1-2,1 0,1 0,0-2,2 0,0-1,0-1,1-1,1-1,0-1,0-1,1-1,1 0,-1-2,10 1,-8-4,1-1,0-1,-1-1,1-1,0-2,-1 0,1-2,-1-1,0-1,0-1,0-1,-1-1,-1-1,1-1,-2-1,0-1,0-1,-1-1,-1-1,0-1,-2 0,0-2,0 0,9-15,2-12,-1 0,-3-2,-2-1,-2-1,12-46,-24 76,-2-1,-1 0,-1 0,0-1,-2 1,0-1,-2 0,0 0,-1 1,-1-1,-2 0,0 0,-1 1,-1 0,-1 0,-1 0,-8-17,4 16,-1 1,0 0,-2 1,0 0,-1 1,-2 1,1 0,-2 1,0 1,-1 1,-1 1,0 0,-1 2,0 0,-1 1,-1 2,1 0,-1 1,-1 1,1 1,-1 2,0 0,-1 1,1 2,0 0,-1 2,-3 1,9 1,1 1,0 1,0 0,0 2,1 0,0 1,0 0,1 2,0 0,0 0,1 2,1 0,0 0,1 2,0-1,1 2,0 0,1 0,1 1,0 1,-16 40</inkml:trace>
  <inkml:trace contextRef="#ctx0" brushRef="#br1" timeOffset="102884.701">6301 133,'-15'-14,"0"0,-1 1,-1 1,0 1,-1 0,0 1,0 1,-1 1,0 0,0 1,-1 2,-14-3,7 6,-1 1,0 2,0 0,0 2,0 1,1 2,0 0,0 2,0 1,1 0,0 3,1 0,1 1,0 1,0 2,2 0,0 2,1 0,0 1,2 1,-12 16,3-1,1 1,1 1,2 2,2 0,2 2,1 0,2 1,2 1,2 1,-1 1,2 0,2 1,2 0,2 0,2 1,2 0,3 0,1-1,5 25,2-41,2-1,0 0,2-1,1 0,2-1,0 0,2-2,1 0,1-1,1-1,0-1,2 0,1-2,1-1,2 1,-6-5,0-1,0 0,1-2,1 0,0-2,1-1,0 0,0-2,1-1,0 0,13-1,9 1,0-3,1-1,-1-3,0-2,0-1,0-3,-1-2,0-2,24-10,-37 5,-2-2,0-1,-1-1,-1-1,-2-2,0-1,-1-1,-1-2,-1 0,-2-1,-1-2,-1 0,10-22,-8 17,-1-2,-3 0,0-2,-3 0,-1 0,-2-1,4-26,-12 43,0 0,-2-1,0 1,-2-1,-1 1,0-1,-2 1,-1-1,0 1,-2 0,-1 1,0 0,-2 0,-3-5,-4-1,-2 1,-1 1,0 1,-2 1,-1 0,-1 2,-1 0,0 2,-2 1,0 1,-1 1,-1 1,-1 1,0 2,-1 1,0 1,-1 2,0 1,0 1,-1 2,1 1,-7 1,-30 2,0 4,0 2,1 3,-9 5,-104 21</inkml:trace>
  <inkml:trace contextRef="#ctx0" brushRef="#br1" timeOffset="110677.245">6501 1951,'0'21,"-1"-1,1 0,1 0,1 0,0 0,2 0,4 14,154 320,-145-282,-3 1,-3 1,-4 0,-3 0,-3 0,-3 1,-4-1,-5 19,-1 77,-8-1,-6-1,-8-1,-7-2,-8-2,-13 17,-77 116,126-285,9-32,3 2</inkml:trace>
  <inkml:trace contextRef="#ctx0" brushRef="#br1" timeOffset="111538.568">6421 3127,'0'1,"0"-1,0 0,0 0,0 0,0 0,0 1,0-1,0 0,-1 0,1 0,0 0,0 0,0 1,0-1,0 0,0 0,-1 0,1 0,0 0,0 0,0 0,0 0,-1 1,1-1,0 0,0 0,0 0,-1 0,1 0,0 0,0 0,0 0,0 0,-1 0,1 0,0 0,0 0,0-1,-1 1,1 0,0 0,0 0,0 0,0 0,0 0,-1 0,1 0,0 0,0-1,0 1,0 0,0 0,0 0,-1 0,1 0,0-1,-1 17,0-1,1 1,1-1,0 0,1 1,1-1,0 0,1 0,1 0,0-1,1 0,7 14,0 3,65 206,-60-184,-17-52,0 0,0 0,-1-1,1 1,0 0,0-1,0 1,0 0,0-1,0 0,0 1,0-1,0 1,0-1,0 0,0 0,0 0,0 0,0 1,0-1,0-1,1 1,-1 0,0 0,0 0,0-1,0 1,0 0,0-1,0 1,0-1,0 1,0-1,0 1,-1-1,1 0,0 1,0-1,-1 0,1 0,0 0,-1 0,1 0,0 0,-1 1,1-1,-1 0,0-1,1 1,-1 0,91-103,46-73,-95 120,-20 28,108-161,-130 190,1-1,0 1,0-1,-1 0,1 1,0-1,-1 0,1 0,-1 0,1 1,-1-1,1 0,-1 0,0 0,1 0,-1 0,0 0,0 0,0 0,0 0,0 0,0 0,0 0,0 0,0 0,0 0,0 1,-1-1,1 0,0 0,-1 0,1 0,0 0,-1 0,1 0,-1 1,0-1,1 0,-1 0,-2 4,0-1,0 1,0 0,0 0,1 0,-1 0,1 0,0 0,0 1,0-1,0 1,1-1,0 1,-1 3,-8 14,-1-1,-1-2</inkml:trace>
  <inkml:trace contextRef="#ctx0" brushRef="#br1" timeOffset="-168838.327">6595 387,'-8'-24,"4"9,-1 0,0 1,-1-1,-1 1,0 1,-1-1,-1 2,-6-10,-1 6,0 1,-1 0,-1 1,0 0,0 2,-2 0,1 1,-2 1,1 1,-15-3,-14-4,0 3,-1 2,-1 2,-7 2,20 2,0 3,-1 1,1 2,0 1,0 2,0 2,-16 5,33-6,0 2,0 0,1 1,0 1,1 1,0 1,0 0,1 1,0 2,2-1,-1 2,2 0,-11 13,0 7,2 1,1 1,1 1,3 0,1 2,2 0,1 1,3 1,1 0,2 0,2 1,2 0,1 0,3 15,3 242,-1-276,2-1,0 1,1-1,1-1,1 1,1-1,1 0,1 0,1-1,1 0,1-1,1 0,0-1,1 0,9 7,7 6,2-1,1-1,1-2,1-1,2-2,27 14,-25-24,-1-1,2-2,-1-1,2-2,-1-2,1-2,0-2,0-1,1-2,-1-2,28-6,-36 6,0-2,0-2,-1-1,0-1,0-2,-1-1,0-1,-1-2,-1-1,0-1,-1-2,0-1,-2 0,0-3,-2 0,0-1,-2-1,0-1,-2-1,0-3,-3 4,-2-1,-2 0,0-1,-1-1,-2 0,-1-1,-1 0,-2 0,-1 0,-1-2,33-349,-35 363,3-7,-2 1,0-1,-1 0,-1 0,-2 0,0 0,-2 0,0 0,-2 0,0 1,-2 0,-1 0,-2-5,-4 2,0 1,-1 1,-2 0,0 1,-2 1,0 1,-2 1,0 0,-9-5,-89-27,72 36,29 15,12 4</inkml:trace>
  <inkml:trace contextRef="#ctx0" brushRef="#br2" timeOffset="-135783.064">6354 5067,'-212'-89,"178"81,0 0,0 3,0 0,-1 3,0 0,0 3,1 0,-1 3,1 0,0 3,0 1,0 1,1 2,1 1,0 1,0 2,2 1,-23 17,32-17,1 1,1 1,0 1,1 1,2 0,0 1,1 1,1 0,-8 18,-4 14,3 1,2 0,-11 47,18-55,3 2,1 0,3 0,2 1,2 0,2 0,3 12,0-44,1-1,0 1,1-1,1 1,1-1,0-1,1 1,1-1,1-1,0 1,1-1,1-1,0 0,1 0,0-1,1-1,0 0,1-1,14 9,14 2,1-2,0-2,2-2,-1-2,2-2,0-2,0-2,1-1,0-3,0-2,0-2,12-3,-22 4,-1-2,1-1,0-2,-1-2,0-1,0-1,0-3,-2 0,1-3,-1 0,-1-3,-1 0,0-2,-2-2,0 0,18-19,-20 11,-1-1,-1-1,-2-1,-1-1,-2-1,-1 0,-2-2,-2-1,0 0,-3-1,6-26,-13 36,0 1,-2-2,0 1,-2 0,-2-1,0 1,-2 0,-1-1,-1 1,-2 0,0 1,-2-1,-1 1,-2 1,0 0,-12-20,2 16,-1 0,-1 2,-1 0,-2 2,0 1,-2 1,-1 1,-1 1,0 2,-2 1,0 2,-1 1,-1 1,0 2,-1 2,0 1,-1 1,0 2,0 2,0 1,-1 2,0 1,-6 3,9 2,1 3,0 0,0 2,1 2,0 1,1 1,0 2,1 1,1 1,0 1,2 2,0 1,1 1,1 1,1 1,2 2,0 0,2 1,1 1,1 1,1 0,1 1,-4 17,10-23,1 0,1 0,2 1,0 0,2 1,0-1,2 1,1 0,1-1,1 1,1 0,1-1,2 0,0 1,2-2,1 1,0-1,2 0,1-1,2 2,7 7,3-1,0-1,2-1,0-2,3 0,0-1,1-2,1-1,2-2,0-1,2 0,13 4,0-2,2-1,1-3,0-2,1-2,1-3,35 4,-57-11,-1 0,1-2,0-2,0 0,0-2,0-1,0-2,-1 0,1-3,-2 0,1-1,-1-2,-1-1,0-1,0-2,-2 0,0-2,20-17,-25 15,-1-1,-1-1,-1 0,-1-1,-1-1,0-1,-2 0,-1-1,-1 0,-1 0,-2-1,0-1,-1 0,-2 0,-1 0,-1 0,-1 0,-2-1,-1 1,-1-1,-1 1,-1 0,-1 0,-2 0,-1 1,-8-20,1 12,-1 1,-2 0,-1 1,-2 1,-1 1,-1 1,-2 1,0 1,-2 1,-1 1,-1 2,-1 1,-1 1,-1 2,-1 1,0 1,-1 2,-1 1,0 2,-1 2,0 1,0 2,-10 0,19 5,0 2,0 1,-1 2,1 0,1 2,-1 1,1 1,0 1,0 1,1 2,0 0,1 2,0 0,1 2,1 0,0 2,-11 12,-5 6,2 1,2 2,2 1,1 2,2 1,2 1,2 2,-20 46,30-56,2 0,1 1,1 1,2-1,2 2,-2 31,7-50,2 0,0 0,1 0,1 0,0 0,2 0,0 0,2 0,0-1,0 0,2-1,0 1,1-1,5 5,-1-4,1-1,1 0,0-1,1-1,1 0,1-1,0-1,0-1,1 0,1-2,0 0,12 3,9 2,0-1,1-3,1-1,0-2,42 2,-54-6,1-2,0-1,0-1,0-1,0-3,0 0,0-2,-1-1,0-1,-1-2,0-1,0-2,-1-1,-1-1,0-1,-1-1,-1-2,-1-1,-1 0,14-17,-19 13,-2-1,0 0,-2-1,-1-1,-1-1,-1 0,-2 0,-1-1,-1 0,-1-1,-2 0,-1 0,-1 0,-1-18,-2 9,-2 1,-1 0,-2 0,-2 0,-1 1,-2 0,-2 0,-1 1,-2 0,-1 2,-8-11,10 21,-1 0,-1 2,-1 0,0 1,-2 0,-1 2,0 0,-2 1,0 1,-1 2,0 0,-1 1,-1 1,0 2,-1 0,0 2,0 0,-1 2,0 1,-1 2,-12-1,10 4,1 2,-1 1,0 1,1 1,0 2,0 1,0 1,1 2,0 0,1 2,0 1,1 1,1 2,-17 12,1 3,2 2,0 2,3 1,1 2,1 2,3 0,1 3,2 0,-60 109</inkml:trace>
  <inkml:trace contextRef="#ctx0" brushRef="#br2" timeOffset="-123678.017">5859 7072,'-28'57,"-13"3,-2-2,-3-2,-3-2,-26 22,-164 145,97-110,-79 44,160-118,-2-2,-2-3,0-4,-32 9,-247 95,264-104,-1-4,-76 11,137-31,-303 42,265-40,-36 0,0-5,-12-4,92 3,-37-1,1-2,-1-2,1-2,1-2,-1-3,2-1,0-3,0-2,-37-20,36 14,-2 3,0 2,-1 3,-16-2,13 3,1-2,0-2,-45-23,16-7,3-4,-73-62,85 58,2-4,-8-14,-70-66,-50-20,181 151,0 1,-1 1,0 0,-1 1,0 1,-8-2,14 4,9 5,0-1,1 0,-1 1,0-1,0 1,0-1,0 0,0 1,0-1,0 0,0 1,0-1,0 1,-1-1,1 0,0 1,0-1,0 0,0 1,0-1,-1 0,1 1,0-1,0 0,-1 1,1-1,0 0,0 0,-1 1,1-1,0 0,-1 0,1 0,0 0,-1 1,1-1,0 0,-1 0,1 0,0 0,-1 0,1 0,-1 0,1 0,0 0,-1 0,1 0,0 0,-1 0,1 0,-1 0,1 0,0 0,-1-1,1 1,0 0,-1 0,1 0,28 68,-4 3,-2 0,3 31,-22-92,-2-17,-3-21,-9-29,-2 0,-3 1,-4-6,-22-77,41 134,0 5,1 0,0 0,-1-1,1 1,0 0,0 0,-1 0,1-1,0 1,0 0,-1 0,1-1,0 1,0 0,0-1,0 1,-1 0,1-1,0 1,0 0,0-1,0 1,0 0,0-1,0 1,0 0,0-1,0 1,0 0,0-1,0 1,0 0,0-1,0 1,0 0,1-1,-1 1,0 0,0-1,0 1,0 0,1 0,-1-1,0 1,0 0,1 0,-1-1,0 1,0 0,1 0,-1 0,0 0,1-1,-1 1,0 0,1 0,-1 0,0 0,1 0,-1 0,0 0,1 0,-1 0,0 0,1 0,-1 0,0 0,1 0,-1 0,45 17,0-2,1-2,0-2,1-2,0-2,27-1,33 8,-61-1,-46-13,1 1,-1 0,1 0,-1-1,0 1,0 0,0 0,1 0,-1 0,0 0,0-1,0 1,0 0,0 0,-1 0,1 0,0-1,0 1,0 0,-1 0,1 0,0-1,-1 1,1 0,-1 0,1-1,-1 1,1 0,-1-1,0 1,1-1,-1 1,0-1,1 1,-1 0,0-1,-198 199,28 6,155-189,3-8</inkml:trace>
  <inkml:trace contextRef="#ctx0" brushRef="#br2" timeOffset="-107067.134">4831 5067,'-4'-1,"0"1,0-1,1 1,-1-1,0 0,1 0,-1-1,1 1,-1-1,1 0,0 0,0 0,-1 0,2 0,-1-1,0 1,0-1,1 0,-2-1,-41-61,3-1,3-2,2-2,4-1,3-1,3-2,-3-24,-8-9,-3-20,5-1,-17-130,38 175,1 17,3 0,3-1,3 0,3 0,3-21,17-37,5 0,29-84,-27 108,-3 12,4 1,3 2,8-7,-22 57,2 1,2 0,0 1,3 2,0 0,3 1,0 2,9-7,0 6,1 3,2 1,0 1,1 3,2 0,35-12,52-39,-124 70,-1 1,1 0,0-1,0 1,0 0,0 0,0 0,1 1,-1-1,1 1,-1 0,1 0,-1 0,1 0,-1 1,1-1,0 1,-1 0,4 0,-5 3</inkml:trace>
  <inkml:trace contextRef="#ctx0" brushRef="#br2" timeOffset="-106071.189">4335 2620,'-2'-1,"0"0,0 1,-1-1,1 1,0-1,-1 1,1 0,0 0,-1 0,1 0,-1 0,1 0,0 1,-1-1,1 1,0 0,0-1,-1 1,1 0,0 0,0 1,0-1,0 0,0 1,0-1,1 1,-1 0,0-1,1 1,-1 0,1 0,0 0,0 0,0 0,-1 3,1-4,-154 216,117-161,-2-2,-3-2,-2-2,-37 32,71-76,23-22,391-380,-207 177,-196 218,0 0,0 0,1 0,-1 0,1 0,-1 0,1 0,-1 1,1-1,0 0,-1 0,1 0,0 1,-1-1,1 0,0 1,0-1,0 0,0 1,0-1,0 1,0 0,0-1,0 1,0 0,0 0,0-1,0 1,0 0,0 0,0 0,0 0,0 0,0 0,0 1,0-1,0 0,0 1,0-1,0 0,0 1,0-1,0 1,0-1,-1 1,1 0,0-1,0 1,-1 0,1 0,0-1,-1 1,1 0,0 0,-1 0,43 139,-28-107,1-1,1-1,2-1,1 0,1-2,2 0,1-1,26 22,-18-12,-32-37,0 1,0 0,0-1,0 1,0-1,0 1,-1 0,1-1,0 1,0-1,-1 1,1-1,0 1,-1 0,1-1,-1 1,1-1,0 0,-1 1,1-1,-1 1,1-1,-1 0,0 1,1-1,-1 0,1 0,-1 1,0-1,1 0,-1 0,1 0,-1 0,0 0,1 0,-1 0,0 0,1 0,-1 0,0 0,0 0,0 0,-27 2,-3-2</inkml:trace>
  <inkml:trace contextRef="#ctx0" brushRef="#br2" timeOffset="-97307.54">6354 5067,'-9'-9,"0"1,-1 0,0 1,0 0,-1 1,1 0,-2 1,1 0,-1 0,1 2,-1-1,0 1,0 1,-1 0,1 1,0 0,-1 1,0 0,-29 7,0 1,1 2,0 2,-15 8,31-12,-13 9,1 2,0 1,1 2,1 2,2 0,0 3,2 1,-7 9,-17 11,30-25,-4 0,2 2,1 1,1 0,-18 26,34-34,1 0,1 0,0 1,1-1,1 1,1 1,1-1,1 0,0 1,1 0,1-1,1 1,2 1,-6 98,-5-48,1-24,2 0,3 1,1-1,5 28,1-56,0 1,2-1,0 0,1-1,1 0,1 0,0-1,1 0,1-1,1 0,0-1,8 7,5 8,5 9,-5-4,2-1,1-2,1 0,2-2,1-1,1-2,1-1,27 13,-33-28,0-1,0-2,1-1,0-1,1-2,-1-1,1-1,-1-1,1-2,16-3,7-3,0-2,0-2,-1-2,38-16,-3 2,-79 24,13-1,0-2,0 0,-1-1,-1-1,1-1,-1-1,0-1,-1-1,-1 0,0-1,0-1,-2-1,5-5,0-9,-1-1,-1-1,-1 0,-2-2,-1 0,-2-1,-2 0,0 0,-3-2,5-33,-11 19,-2 1,-2 0,-2-1,-2 1,-3 1,-1-1,-3 2,-2-1,-2 2,-2 0,-18-30,26 46,-2 1,-1 0,-2 1,0 0,-2 2,-1 0,-1 1,-1 1,-2 0,0 2,-13-9,-55-17,0 14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12:26.0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1044 14942,'43'-8,"679"-17,866 58,2591 125,-3971-152,1846 31,-183-38,-1262-12,388 4,32 27,-815 0,-205-10,-34-5,-11-1</inkml:trace>
  <inkml:trace contextRef="#ctx0" brushRef="#br0" timeOffset="-195543.163">1726 156,'-18'-3,"0"1,0 0,0 2,0 0,-1 1,-11 3,25-3,0 0,0 0,0 1,0 0,0 0,0 0,1 0,-1 1,1-1,0 1,0 1,0-1,0 0,0 1,1 0,-1 0,1 0,0 0,0 1,1-1,0 1,-1-1,1 1,1 0,-2 3,1 0,1 0,-1 0,1 1,1-1,0 0,0 1,0-1,1 1,0-1,1 0,0 0,0 0,1 0,0 0,0 0,1-1,0 1,0-1,1 0,0 0,5 5,13 13,1 0,2-1,0-2,23 15,-18-13,-8-7,-11-9,0 0,-1 1,0 0,-1 0,0 1,0 1,-1 0,-1 0,0 0,0 1,1 4,-9-14,1 0,-1 0,1 1,-1-1,0 0,0 0,0 1,0-1,0 0,0 0,-1 0,1 1,-1-1,1 0,-1 0,0 0,0 0,0 0,0 0,0 0,-1 0,1 0,0-1,-1 1,0 0,1-1,-1 1,0-1,0 0,0 1,-1-1,-66 29,-14-16,80-13,0-1,-1 0,1 0,0 0,-1 0,1-1,0 1,-1-1,1 0,0 0,0 0,0-1,0 1,0-1,0 1,0-1,0 0,1 0,-1 0,1 0,-1-1,1 1,-2-3,3-1,0-1,0 0,1 1,0-1,0 1,1-1,0 1,0-1,0 1,1-1,0 1,0 0,0 0,1 0,0 0,0 0,1 1,-1-1,1 1,1 0,-1 0,1 0,2-1,89-107,-64 80,-1-2,-2-2,-2 0,-2-2,10-20,-24 37,0 0,-2-1,-1 0,0-1,-2 1,-1-2,-1 1,0 0,-2-1,-1 0,-11-7,10 32,0 0,0-1,-1 1,1 0,0-1,-1 1,1 0,0-1,-1 1,1 0,0 0,-1 0,1-1,-1 1,1 0,-1 0,1 0,0 0,-1 0,1 0,-1-1,1 1,-1 0,1 0,0 0,-1 1,1-1,-1 0,1 0,-1 0,1 0,0 0,-1 0,1 1,-1-1,1 0,0 0,-1 1,1-1,0 0,-1 0,1 1,0-1,-1 1,1-1,0 0,0 1,0-1,-1 0,1 1,0-1,0 1,0-1,0 1,0-1,-1 0,1 1,0-1,0 1,0-1,0 1,1-1,-1 0,0 1,0-1,0 1,0-1,-5 18,1 1,1-1,1 1,0 0,2 0,0 12,0-3,5 104,5 0,7-1,11 32,-26-150,4 20,0-9</inkml:trace>
  <inkml:trace contextRef="#ctx0" brushRef="#br0" timeOffset="-194485.325">1726 477,'210'-11,"168"14,-245 9,-133-12,0 1,0-1,-1 1,1-1,0 1,0 0,0-1,0 1,0-1,-1 1,1-1,0 1,0-1,-1 1,1-1,-1 1,1-1,0 0,-1 1,1-1,-1 0,1 1,0-1,-1 0,1 1,-1-1,1 0,-1 0,0 1,1-1,-1 0,1 0,-1 0,1 0,-1 0,1 0,-1 0,0 0,1 0,-1 0,1 0,-1 0,1 0,-1-1,1 1,-1 0,1 0,-1-1,1 1,-1 0,-2 0,-18 5,0 0,0 2,1 0,0 1,0 1,0 2,14-8,0 0,0 1,0 0,0 0,1 1,0 0,0 0,0 0,0 0,1 1,0-1,0 1,1 0,0 1,0-1,0 0,0 1,1 0,1 0,-2 3,3-7,0-1,-1 0,1 1,1-1,-1 1,0-1,0 0,1 1,-1-1,1 0,0 1,0-1,0 0,0 0,0 0,0 0,1 0,-1 0,0 0,1 0,0 0,-1-1,1 1,0-1,0 1,0-1,0 0,0 0,0 0,1 0,-1 0,0 0,0 0,1-1,-1 1,2-1,3 1,-1 0,1 0,0-1,0 0,0 0,0 0,0-1,0-1,-1 1,1-1,0 0,1-1,0-1,-1 0,0-1,0 0,0 0,0-1,-1 0,0 0,0 0,-1-1,1 0,-1 0,-1 0,0-1,0 0,0 1,-1-1,0-1,0 1,1-8,-5 26,0 1,1-1,1 1,0-1,0 1,1-1,0 0,1 1,0-1,1-1,0 1,0 0,1-1,1 0,-1 0,1-1,1 1,-1-1,2 0,-1-1,1 0,0 0,0-1,4 2,-10-7,-1 0,0 0,1 0,-1-1,1 1,-1-1,1 1,-1-1,1 1,-1-1,1 0,-1 0,1 0,-1 0,1 0,-1 0,1 0,-1 0,1-1,-1 1,1-1,-1 1,1-1,-1 0,1 1,-1-1,0 0,0 0,1 0,-1 0,0 0,0 0,0 0,0 0,0 0,0-1,0 1,0 0,-1-1,1 1,-1-1,1 1,-1-1,1 1,-1-1,1-1,7-77,-8 74,-2-143,3 146,1 0,-1 0,1 0,0 1,0-1,0 0,1 1,-1-1,0 1,1 0,0 0,-1 0,1 0,0 0,0 1,0-1,0 1,0 0,1 0,-1 0,0 0,1 0,-1 1,0-1,1 1,-1 0,0 0,1 1,-1-1,1 1,-1-1,0 1,2 1,9-2,-8-1,-1 0,0 0,0 1,0 0,1 0,-1 1,0-1,0 1,0 0,1 0,-1 1,-1 0,1 0,0 0,0 0,-1 1,1-1,-1 1,0 0,0 1,0-1,0 1,0 0,-1 0,0 0,1 0,-2 1,1-1,0 1,-1-1,0 1,0 0,1 5,1 150,-3-156,0-1,0 0,0 0,1 0,-1 0,1 0,0 0,0-1,0 1,0-1,0 1,0-1,1 1,-1-1,1 0,0 0,0-1,0 1,0 0,0-1,0 0,0 0,0 0,0 0,0 0,1-1,-1 1,0-1,3 0,6 1,-1-1,1 0,0-1,-1 0,1-1,-1-1,0 0,1 0,2-1,-1 0,0-1,0 0,0-1,0-1,-1 0,0 0,-1-1,0-1,0 0,0 0,-2-1,1-1,-1 0,0 0,-1 0,-1-1,0 0,0-1,-1 0,-1 0,3-11,-7 22,0 0,0 0,-1 0,1-1,-1 1,0 0,0 0,0-1,0 1,0 0,0 0,0-1,-1 1,1 0,-1 0,0 0,0 0,0-1,0 1,0 0,0 0,0 1,0-1,-1 0,1 0,-1 1,0-1,1 1,-1-1,0 1,0 0,0-1,0 1,0 0,0 0,0 1,0-1,0 0,0 1,-1-1,1 1,0 0,0 0,-1-1,1 2,0-1,0 0,-2 0,0 2,1-1,-1 1,0-1,1 1,0 0,-1 0,1 1,0-1,0 1,0-1,0 1,1 0,-1 0,1 0,0 0,-1 1,1-1,1 1,-1-1,1 1,-1 0,1 0,0-1,0 1,1 0,-1 0,1 0,0 0,0 0,0 0,0 0,1 0,0-1,-1 1,2 0,-1 0,0 0,2 2,2 3,0-1,1 0,0 0,0 0,1-1,0 0,0 0,1-1,0 0,0 0,0-1,1 0,-1 0,8 2,133 41,-84-35</inkml:trace>
  <inkml:trace contextRef="#ctx0" brushRef="#br0" timeOffset="-193148.138">1792 1306,'0'14,"-2"15,-3 17,-3 17,-3 13,-1 9,-1 7,-1-1,2-5,4-17</inkml:trace>
  <inkml:trace contextRef="#ctx0" brushRef="#br0" timeOffset="-192830.881">1632 1439,'-31'-153,"32"151,0-1,0 0,1 1,-1-1,1 1,-1 0,1-1,0 1,0 0,0 0,0 0,1 0,-1 1,0-1,1 0,-1 1,1 0,-1 0,1-1,0 2,0-1,-1 0,1 0,0 1,0 0,0-1,0 1,0 0,0 1,-1-1,1 0,0 1,0-1,2 2,-2-2,20 0,1 1,-1 1,0 1,0 1,0 1,0 1,-1 1,0 1,9 5,-29-12,1 0,-1 0,1 0,-1 0,0 0,0 1,1-1,-1 1,0-1,0 1,0 0,0 0,-1 0,1 0,-1 0,1 0,-1 0,1 1,-1-1,0 0,0 1,0-1,-1 1,1-1,-1 1,1 0,-1-1,0 1,0 0,0-1,0 2,-4 2,1 1,-1-1,-1-1,1 1,-1-1,0 0,0 0,-1 0,0-1,1 1,-1-1,-1-1,1 1,-4 0,2 1,-170 87,151-77</inkml:trace>
  <inkml:trace contextRef="#ctx0" brushRef="#br0" timeOffset="-192265.111">2020 1640,'14'-335,"-15"333,1 1,0-1,-1 0,1 0,0 1,0-1,0 0,0 0,1 1,-1-1,0 0,1 1,-1-1,1 0,0 1,-1-1,1 1,0-1,0 1,0-1,0 1,0-1,0 1,0 0,1 0,-1 0,0 0,1 0,-1 0,1 0,-1 0,1 0,0 1,-1-1,1 0,0 1,-1 0,1-1,0 1,-1 0,1 0,0 0,0 0,-1 0,2 0,36 6,1 2,-1 1,-1 2,6 4,-39-14,0 0,0 1,0-1,-1 1,1 0,-1 0,1 1,-1-1,0 1,0 0,0 0,0 0,0 1,-1-1,0 1,1 0,-1 0,-1 0,1 0,-1 1,1-1,-1 1,0-1,-1 1,1 0,-1 0,0 0,0 2,-27 151,25-154,2-1,-1 0,0 0,0 1,1-1,0 0,0 0,0 0,0 0,0 0,0 0,1 0,-1 0,1 0,0-1,0 1,0-1,0 1,1-1,-1 0,1 0,-1 0,1 0,0 0,-1 0,1-1,0 0,0 1,0-1,1 0,-1 0,0-1,0 1,0-1,1 1,-1-1,0 0,0 0,1-1,-1 1,1-1,7 1,0-1,0-1,0 1,0-2,0 0,0 0,-1-1,1 0,-1 0,0-1,-1-1,1 0,-1 0,6-6,-9 8,-1-1,1 0,-1-1,0 1,0-1,-1 0,0-1,0 1,0 0,-1-1,0 0,0 0,0 0,-1 0,0-1,-1 1,0 0,0-1,0 1,-1-1,0 1,-1-3,1 9,1-1,-1 1,0-1,0 1,0 0,0-1,-1 1,1 0,0-1,0 1,-1 0,1-1,-1 1,1 0,-1 0,0 0,1-1,-1 1,0 0,0 0,0 0,0 0,0 0,0 0,0 0,0 1,0-1,0 0,-1 1,1-1,0 1,0-1,-1 1,1-1,0 1,-1 0,1 0,0-1,-1 1,1 0,0 0,-1 0,1 1,0-1,-1 0,1 1,0-1,-1 0,1 1,0-1,0 1,-1 0,1-1,0 1,0 0,0 0,0 0,0 0,0 0,-3 7,0-1,1 1,0 0,0 0,1 0,0 0,0 0,1 0,0 1,1-1,0 0,0 1,1-1,-1 0,2 0,-1 1,2-1,-1 0,1 0,0-1,1 3,-1-2,1-1,0 1,0-1,0 1,1-1,0-1,1 1,0-1,0 0,0 0,0 0,1-1,0 0,0 0,1-1,-1 0,1 0,0-1,0 0,0 0,0-1,1 0,-1-1,0 1,1-2,0 1,-1-1,1-1,20-6</inkml:trace>
  <inkml:trace contextRef="#ctx0" brushRef="#br0" timeOffset="-191781.079">2902 1387,'1'-7,"0"1,0 0,0-1,1 1,0 0,1 0,-1 0,1 1,0-1,1 1,-1-1,1 1,0 0,0 1,1-1,-1 1,1-1,0 1,0 1,1-1,-1 1,1 0,4-2,-5 4,0 0,0 0,0 1,0-1,1 1,-1 1,0-1,0 1,0-1,0 1,-1 1,1-1,0 1,0 0,-1 0,1 0,-1 1,1-1,-1 1,0 0,0 1,-1-1,1 1,-1-1,1 1,-1 0,0 0,-1 0,1 1,-1-1,1 1,-1 0,-1-1,2 5,2 20,0 0,-3-1,0 1,-2 0,-1 0,-1 0,-1 0,-2 0,-5 14,2 7,2-18,-9 112,14-136,2 1,-1-1,1 1,1-1,-1 1,1-1,1 0,-1 0,2 0,-1 0,1 0,0-1,1 1,-1-1,2 1,-3-5,-1 0,1 0,-1 0,1-1,0 1,0-1,0 1,1-1,-1 0,0 0,1-1,-1 1,1-1,0 0,-1 0,1 0,0 0,0 0,0-1,0 0,0 0,-1 0,1 0,0 0,0-1,0 0,0 0,-1 0,1 0,0-1,-1 1,1-1,-1 0,0 0,1 0,-1 0,0-1,0 1,-1-1,1 0,0 0,-1 0,0 0,0 0,0-1,0 1,0-1,0 1,-1-1,1-2,0-3,-1 0,0 1,0-1,-1 0,0 0,-1 0,0 0,0 0,-1 0,0 0,-1 1,1-1,-2 1,1 0,-1-1,-1 2,1-1,-6-6,-1-2,-1 1,-1 1,0 0,0 0,-2 2,0 0,0 0,-8-4,-3 3,0 1,-1 0,0 2,-1 2,-9-2,36 9,-21-6,22 1,75-10,518-82,-526 89</inkml:trace>
  <inkml:trace contextRef="#ctx0" brushRef="#br0" timeOffset="-189040.585">2567 2630,'-32'52,"1"2,3 2,3 0,1 2,4 1,-5 25,23-76,-3 6,1-1,1 1,0 0,1 0,1 1,0-1,0 0,2 0,1 11,-2-23,1 1,-1-1,1 1,0-1,0 1,0-1,0 0,0 1,0-1,1 0,-1 0,1 0,0 0,-1 0,1 0,0-1,0 1,0-1,0 1,1-1,-1 0,0 1,0-1,1 0,-1-1,1 1,-1 0,1-1,-1 1,1-1,-1 0,1 0,-1 0,1 0,1-1,4 0,0 0,0-1,0 0,0-1,0 1,0-2,-1 1,0-1,1 0,2-3,12-12,0-1,-2 0,0-2,-1-1,-2 0,0-1,-1-1,-2 0,0-1,-2-1,-1 0,-1 0,-2-1,2-10,-3 18,-1 0,0 0,-2-1,0 0,-2 0,0-1,-1 1,-2 0,0 0,-1-1,-1 1,-1 0,0 1,-2-1,-1 1,0 0,-6-10,11 26,0 0,0 0,0 0,-1 0,0 0,0 0,0 1,0-1,0 1,-1 0,1 0,-1 0,0 1,0-1,0 1,0 0,0 0,-1 0,1 1,-1-1,1 1,-1 0,1 0,-1 1,0 0,1-1,-1 1,0 1,1-1,-1 1,1 0,-1 0,1 0,-1 1,1-1,-1 1,1 0,-4 2,-1 8,1-1,0 1,0 0,1 1,1 0,0 0,0 0,2 0,0 1,0 0,1 0,1 0,0 1,1-1,1 0,1 15,-3 17,2 1,2-1,2 0,2 1,2-2,7 23,-8-43,1-1,1 0,1-1,1 0,1 0,1-1,1 0,1-2,1 1,0-2,2 0,12 9,-25-23,1 0,-1 0,1-1,1 0,-1 0,1 0,-1-1,1 0,0 0,0-1,0 0,0 0,1-1,-1 0,0 0,2 0,9-4</inkml:trace>
  <inkml:trace contextRef="#ctx0" brushRef="#br0" timeOffset="-188728.162">2902 3244,'-2'6,"1"-1,0 1,0 0,0-1,0 1,1 0,0 0,1-1,-1 1,1 0,0 0,0-1,1 1,0-1,0 1,0-1,0 0,1 1,0-1,0-1,1 1,-1 0,1-1,0 0,0 0,0 0,1 0,3 2,-1-2,0-1,1 0,0 0,0-1,-1 0,1 0,0 0,1-1,-1-1,0 1,0-1,0-1,0 1,0-2,1 1,-2-1,1 0,0 0,0-1,-1 0,1-1,-1 0,0 0,0 0,0-1,-1 0,0 0,0-1,0 1,0-1,-1-1,0 1,4-6,0-1,-1 1,0-2,-1 1,0-1,-1 0,-1 0,0 0,-1-1,-1 0,0 0,-1 0,0 0,-2 0,0 0,0-1,-1 1,-2-3,3 13,-1 1,1 0,-1 0,0 0,0-1,-1 1,0 1,1-1,-1 0,0 0,-1 1,1-1,-1 1,1-1,-1 1,0 0,0 0,-1 0,1 1,-1-1,1 1,-1 0,0 0,0 0,1 0,-1 1,-1 0,1 0,0 0,0 0,0 0,0 1,-1 0,1 0,-4 0,-4 4,-1 1,2 1,-1 0,1 0,0 1,0 0,1 1,0 0,0 1,1 0,0 1,0-1,1 2,1-1,0 1,0 0,0 2,-27 45</inkml:trace>
  <inkml:trace contextRef="#ctx0" brushRef="#br0" timeOffset="-190713.444">1539 2536,'-24'3,"0"2,0 1,0 1,1 1,0 1,1 1,0 1,1 0,0 2,1 1,0 0,-2 4,8-6,1 0,1 0,0 2,0-1,1 1,1 1,0 0,1 1,1 0,1 0,0 0,1 1,0 0,2 1,0-1,-1 13,4-24,0-1,0 1,0-1,1 1,0-1,0 1,1-1,-1 1,1-1,0 1,1-1,-1 0,1 1,0-1,1 0,-1 0,1-1,0 1,0 0,0-1,1 0,-1 0,1 0,0 0,0 0,1-1,-1 0,1 0,0 0,0 0,-1-1,2 0,-1 0,0 0,0-1,1 1,2-1,1-1,0-1,0 0,0-1,0 0,0 0,0-1,-1 0,1 0,-1-1,0 0,0-1,0 0,0 0,3-4,93-91,-84 77,-1 0,-1-2,0 0,-2-1,-2 0,0-1,-1-1,-2 0,-1-1,-2 0,0-1,-2 0,0-7,-5 31,0-1,0 0,0 0,-1 0,0 1,0-1,-1 0,0 0,0 0,-1 1,0-1,0 1,0-1,-1 1,0 0,0 0,0 0,-1 0,0 1,0-1,-1 1,0 0,1 0,-2 1,1-1,0 1,-1 0,0 1,0-1,0 1,0 0,-2 0,3 2,0 0,0 0,-1 0,1 1,0 0,-1 0,1 0,-1 1,1 0,0 0,0 0,-1 1,1-1,0 1,0 0,1 1,-1-1,0 1,1 0,-1 0,1 1,0-1,0 1,0 0,1 0,-1 0,1 0,0 1,0-1,1 2,-5 5,1 0,1 1,0 0,1 0,1 0,-1 1,2-1,0 1,0-1,1 1,1 0,0 5,7 29,1-1,2 0,3 0,1-1,5 7,15 48,-4-7,-4 2,-5 1,10 96,-29-168</inkml:trace>
  <inkml:trace contextRef="#ctx0" brushRef="#br0" timeOffset="-190213.962">1766 3486,'14'-44,"4"-7,-2 0,-3-2,-2 1,-1-12,-11 257,18 17,-13-173</inkml:trace>
  <inkml:trace contextRef="#ctx0" brushRef="#br0" timeOffset="-164977.724">1057 3980,'-9'-7,"-8"-5,-3 1,0 1,-1 3,-3 2,0 2,0 2,6 1</inkml:trace>
  <inkml:trace contextRef="#ctx0" brushRef="#br0" timeOffset="-164258.789">763 3926,'0'-1,"1"0,-1 0,1 1,-1-1,1 0,0 0,-1 0,1 1,0-1,0 0,0 1,0-1,-1 1,1-1,0 1,0-1,0 1,0 0,0-1,0 1,0 0,0 0,0 0,0 0,0 0,0 0,0 0,0 0,1 0,-1 0,0 0,0 1,0-1,0 0,496-1,232-13,360-19,-673 10,184-2,-302 50,-164-21,-118-15,-16 2</inkml:trace>
  <inkml:trace contextRef="#ctx0" brushRef="#br0" timeOffset="-161323.387">3945 209,'-16'25,"4"114,12-114,27 452,1 112,-29-130,-11-269,5-121,3 0,3 1,3 0,7 33,3-28,-2-23,-3 1,-1 0,-3 26,-29 382,19-77,1-278,-3 33,7 1,5 0,3-7,-11 117,3-182,3 0,2 0,12 55,46 452,-50-248,-10-199,11 83,59 311,-55-400,17 204,-31-170,-3-60,4 0,5 0,7 24,-4-58,-3 1,-2-1,-4 1,-3 51,-7 10,8 115,14 685,-6-657,-12 0,-14 43,5-145,8 1,9 46,2-93,-5 0,-14 109,-75 399,31-129,41-349,3 150,15 666,3-832,7-1,7 11,3 28,-9-54,-5 1,-6 35,-12-93,1-39</inkml:trace>
  <inkml:trace contextRef="#ctx0" brushRef="#br0" timeOffset="-158033.931">4546 3793,'145'22,"-17"2,-43-6,0-5,48 1,359 5,-29 5,380-25,-169-26,-525 27,125-1,33-15,-249 11,180-16,39 10,237 26,-68-2,89 0,-90 1,-75-6,104-2,-291-7,1411 1,-861-28,-399 30,53 20,321 56,-510-54,1-8,22-10,-108-6,-113 1,1-1,-1 0,1 0,0 0,-1 1,1-1,-1 0,1 0,0 0,-1 0,1 0,-1 0,1 0,0 0,-1 0,1 0,0 0,-1 0,1-1,-1 1,1 0,-1 0,1-1,-1 1,1 0,-1-1,1 1,-1-1,1 1,-1 0,1-1,-1 1,0-1,1 1,-1-1,0 1,1-1,-1 0,0 1,0-1,1 1,-1-1,0 1,0-1,0 0,0 1,0-1,0 0,0 1,0-1,0 1,0-1,-6-11</inkml:trace>
  <inkml:trace contextRef="#ctx0" brushRef="#br0" timeOffset="-155734.814">4613 624,'0'-9,"0"1,0 10,0 15,0 18,0 20,0 16,0 14,0 8,0 3,0-5,2-5,4-9,0-10,-1-18</inkml:trace>
  <inkml:trace contextRef="#ctx0" brushRef="#br0" timeOffset="-154993.746">4733 1065,'17'13,"-1"0,0 0,-1 2,0 0,-1 0,-1 2,0 0,-2 0,0 1,0 0,-2 1,0 0,-2 0,0 1,-1 0,-1 1,1 7,15 37,-20-64,1-1,0 0,-1 0,1 0,0 0,-1 0,1 0,0 0,-1-1,1 1,-1 0,1-1,0 0,-1 1,1-1,-1 0,1 0,-1 1,0-1,1 0,-1-1,0 1,0 0,0 0,1 0,-1-1,-1 1,1-1,0 1,0-1,0 1,-1-1,1 1,-1-1,1 1,-1-2,2 1,12-26,-1 0,-2-1,0-1,-2 0,-2 0,3-18,6-22,-6 119,-6-28,1 0,0-1,2 1,0-1,1-1,1 0,1 0,1-1,0 0,2 0,10 10,-21-25,1-1,0 1,0-1,0 1,0-1,0 0,0-1,1 1,-1 0,1-1,-1 0,1 0,0 0,-1 0,1 0,0-1,0 0,-1 0,1 0,0 0,0 0,-1-1,1 0,0 0,-1 0,1 0,-1 0,1-1,-1 1,1-1,2-2,5-3,-1-1,0-1,0 0,0 0,-1 0,-1-1,1-1,3-7,13-25,-2 0,-3-2,-1 0,-2-1,-2-1,-2-1,-2 0,-3 0,-1-1,-3-5,2 6,-2 1,-3-1,-1 0,-3 1,-1-1,-11-40,14 81,0 0,-1-1,0 1,0 0,-1 1,1-1,-2 0,1 1,-1 0,0-1,0 2,0-1,-1 0,0 1,0 0,-1 0,0 0,0 0,4 5,0-1,-1 0,1 1,0-1,0 1,-1-1,1 1,0 0,-1 0,1 0,0 1,0-1,-1 0,1 1,0 0,0-1,0 1,0 0,0 0,0 0,0 0,0 1,0-1,0 0,0 1,1-1,-1 1,1 0,-1 0,1-1,0 1,-1 0,1 2,-34 72,27-25,2 0,1 0,4 0,1 1,3-1,2 1,2-1,2-1,8 20,-10-34,8 47,3-1,4-1,3-1,18 35,-39-105,1 0,0 0,0-1,1 1,0-1,0 0,1-1,0 1,1-1,0-1,0 0,1 0,-1 0,1-1,4 1,9 0</inkml:trace>
  <inkml:trace contextRef="#ctx0" brushRef="#br0" timeOffset="-154731.449">5201 838,'-14'-2,"1"1,11 6,22 4,28 2,28 3,22 0,11 3,-1 5,-17-1</inkml:trace>
  <inkml:trace contextRef="#ctx0" brushRef="#br0" timeOffset="-154315.576">5776 1587,'16'-19,"0"-1,-2 0,0-1,-1-1,-1 0,-1-1,-1 0,-1 0,-1-1,-2 0,0-1,-1 1,-2-1,0 0,-2-4,0 24,-1 0,0 0,0 0,0 0,-1 0,1 0,-1 0,-1 0,1 0,-1 0,1 1,-2-1,1 0,0 1,-1 0,0-1,0 1,0 0,0 0,-2-1,4 5,0-1,1 1,-1 0,0 0,1-1,-1 1,0 0,0 0,1 0,-1 0,0 0,0 0,1 0,-1 0,0 0,1 0,-1 0,0 1,1-1,-1 0,0 0,1 1,-1-1,0 0,1 1,-1-1,0 1,1-1,-1 1,1-1,-1 1,1-1,0 1,-1-1,1 1,-1 0,1-1,0 1,0 0,-1-1,1 1,0 0,0-1,0 1,0 0,-1 0,1-1,0 1,1 0,-1-1,0 1,0 0,0 0,0-1,0 1,1 0,-1-1,0 1,1 0,-1-1,0 1,1-1,-1 1,1 0,-1-1,1 1,-1-1,1 1,0-1,4 5,1-1,0 1,0-2,0 1,0-1,0 1,1-2,-1 1,1-1,0 0,0 0,0-1,3 1,-3-1,91 15,-71-13,0 1,-1 1,1 1,-1 2,11 4,-35-11,1 0,-1 0,0 0,0 0,0 0,0 0,0 0,0 1,0-1,0 1,0-1,-1 1,1 0,-1 0,1 0,-1 0,0 0,0 0,0 0,0 0,0 0,0 1,0-1,-1 0,1 0,-1 1,0-1,1 1,-1-1,0 0,-1 1,1-1,0 0,-1 1,1-1,-1 1,-55 96,18-43,35-52,0 0,0 1,0-1,1 0,0 1,-1 0,1 0,1-1,-1 1,1 0,0 0,0 1,1-1,-1 0,1 0,0 0,0 0,1 1,0-1,0 0,0 0,0 0,1 0,0-1,0 1,0 0,0-1,1 1,0-1,2 3,5 0,1-1,-1-1,1 1,0-2,1 1,-1-2,1 1,0-2,0 1,0-2,0 0,0 0,4-1,13 2,1-1,-1-1,0-1,1-2,-1-1,0-2,9-3,-23 1,-14 1</inkml:trace>
  <inkml:trace contextRef="#ctx0" brushRef="#br0" timeOffset="-151762.462">4747 2643,'-2'-5,"-1"2,4 2,7 7,7 9,10 10,7 14,7 10,7 9,4 4,0-1,-1 0,-4-7,-8-7,-8-8,-11-13,-9-10</inkml:trace>
  <inkml:trace contextRef="#ctx0" brushRef="#br0" timeOffset="-151497.873">5081 2602,'-14'16,"-11"15,-8 15,-8 13,-5 13,-3 11,-1 3,1 2,3-5,11-17</inkml:trace>
  <inkml:trace contextRef="#ctx0" brushRef="#br0" timeOffset="-149229.159">5509 3111,'-4'4,"1"0,0 1,0 0,0 0,1 0,-1 0,1 0,0 0,0 1,1-1,0 1,0-1,0 1,1-1,-1 1,1 0,1-1,-1 1,1-1,0 1,0-1,1 1,-1-1,1 0,1 1,-1-1,1 0,-1-1,1 1,1 0,-1-1,1 1,0-1,2 1,0 1,1-1,-1 0,1-1,1 0,-1 0,1-1,-1 1,1-2,0 1,0-1,0 0,0-1,1 0,-1 0,0-1,1 0,-1 0,0-1,0 0,1 0,-1-1,0 0,0-1,-1 0,1 0,0-1,-1 1,0-2,0 1,0-1,0 0,-1 0,0-1,0 0,0 0,-1 0,0-1,0 0,-1 0,4-7,-5 3,1 1,-2-1,1 0,-2 1,1-1,-2 0,1 0,-1 0,-1 0,0 0,-1 0,0 0,0 0,-1 1,-1-1,0 1,0 0,-1 0,0 0,-1 1,0 0,0 0,-1 0,0 1,-1 0,0 0,0 1,-1 0,-4-3,9 8,0 1,0-1,0 1,0 0,0 0,0 0,0 0,0 1,0-1,0 1,-1 1,1-1,0 0,0 1,0 0,0 0,0 0,0 0,0 1,0 0,0 0,1 0,-1 0,1 0,-1 1,1-1,0 1,0 0,0 0,0 0,1 0,-1 1,1-1,0 1,0 0,0-1,0 3,-32 96,26-51</inkml:trace>
  <inkml:trace contextRef="#ctx0" brushRef="#br0" timeOffset="-145431.608">6885 196,'-12'63,"10"-50,-18 94,4 1,0 107,43 61,-13 103,12 85,-27-33,-25-204,18 215,-8-90,0-209,6 1,6 81,-22 105,12 165,15 27,10-330,13 30,6 71,24 147,-10-114,-20 162,46 19,-60-369,-6 1,-6 10,0-9,-6 489,2 252,1-726,-1-45,6 0,8 57,23 191,-18 239,-5-185,-1 96,-9-313,2 337,-27-136,41-47,-6-254,-2 6,-11-98,-1-5</inkml:trace>
  <inkml:trace contextRef="#ctx0" brushRef="#br0" timeOffset="-134900.081">7353 851,'-15'51,"6"-26,0-1,2 1,1 0,0 1,2-1,1 1,2 0,0 0,1 0,2 0,0-1,2 1,4 14,-3-30,0-1,1 0,-1 0,2-1,-1 1,1-1,0 0,1-1,0 0,0 0,1-1,-1 0,2 0,-1-1,0 0,1-1,0 0,0-1,0 0,0 0,1-1,-1 0,1-1,-1 0,1-1,0 0,-1-1,1 0,-1 0,1-1,-1-1,0 1,0-2,0 0,0 0,6-4,14-9</inkml:trace>
  <inkml:trace contextRef="#ctx0" brushRef="#br0" timeOffset="-134631.398">7314 1078,'-5'-2,"1"-1,6 0,9 1,12-2,11-4,11-4,8-2,0 0,-5-1,-10-2,-10 2</inkml:trace>
  <inkml:trace contextRef="#ctx0" brushRef="#br0" timeOffset="-134363.769">7287 704,'2'-6,"10"-4,14 2,17 1,17 2,9 2,0 3,-5 5,-14 1</inkml:trace>
  <inkml:trace contextRef="#ctx0" brushRef="#br0" timeOffset="-134080.559">7621 1012,'5'16,"7"12,8 8,8 5,7 4,6 2,4-1,-2-3,-4-5,-6-4,-8-6,-9-5,-9-6,-6-7</inkml:trace>
  <inkml:trace contextRef="#ctx0" brushRef="#br0" timeOffset="-133780.028">7982 1065,'-18'2,"-16"8,-10 11,-10 12,-4 8,-1 7,1 4,8 3,11-2,13-5,10-10</inkml:trace>
  <inkml:trace contextRef="#ctx0" brushRef="#br0" timeOffset="-133231.039">8263 1132,'-5'-2,"-1"0,1 0,-1 1,1 0,-1 0,1 0,-1 1,0 0,1 0,-1 0,0 1,1-1,-1 1,1 1,-1-1,1 1,0 0,0 0,-1 1,2-1,-1 1,0 0,0 1,1-1,0 1,0 0,-2 1,0 3,0 1,1 0,0 0,0 0,1 0,0 1,0 0,1 0,1 0,-1 0,1 8,1-13,0 0,1 0,0 0,0 0,0 0,1 0,-1-1,1 1,0 0,1 0,-1-1,1 1,0 0,0-1,0 0,1 1,0-1,-1 0,2-1,-1 1,0 0,1-1,-1 0,1 1,3 0,1 0,0 0,0 0,1-1,0 0,-1-1,1 0,0-1,0 0,0 0,0 0,0-1,0-1,1 0,-1 0,-1 0,1-1,6-3,0 1,0-2,0 1,-1-2,0 0,0-1,-1 0,0-1,0 0,10-10,-15 11,-1 0,1 0,-1 0,-1-1,0 0,0 0,-1-1,0 1,0-1,-1 0,0-1,-1 1,0-1,-1 1,0-1,-1 0,0-4,-4 74,4-50,1 0,0 1,0-1,0 0,1 0,1 0,0-1,0 1,0-1,1 0,0 0,1-1,0 1,0-1,0 0,1-1,8 6,-1-4</inkml:trace>
  <inkml:trace contextRef="#ctx0" brushRef="#br0" timeOffset="-132989.326">8624 677,'-14'5,"-4"5,3 7,13 2,14 0,5-3</inkml:trace>
  <inkml:trace contextRef="#ctx0" brushRef="#br0" timeOffset="-132801.853">8984 490,'-9'21,"-5"20,-1 16,3 16,3 8,4 6,-1 3,2-2,-2-1,2-4,-3-7,-1-10,-1-12,-1-14</inkml:trace>
  <inkml:trace contextRef="#ctx0" brushRef="#br0" timeOffset="-131842.626">8731 1078,'493'39,"-435"-30,-61-2,-96 38,81-39,1 1,1 1,0 0,0 2,0 0,1 0,1 1,0 1,1 1,0 0,-3 4,15-16,0 1,-1-1,1 1,0-1,0 1,0 0,0-1,0 1,1 0,-1 0,0 0,1 0,-1 0,1 0,0 0,0 0,0 0,0 0,0 0,0 0,0 0,1-1,-1 1,1 0,-1 0,1 0,0 0,0 0,-1-1,1 1,1 0,-1-1,0 1,0-1,1 1,-1-1,0 1,1-1,0 0,-1 0,1 0,0 0,-1 0,1 0,2 0,9 2,1-1,-1 0,1-1,0 0,-1-1,1-1,0 0,-1-1,1-1,-1 0,0-1,0 0,0-1,0 0,-1-1,0 0,0-1,-8 5,1-1,-1 1,0-1,0 0,-1 0,1 0,0 0,-1-1,0 1,0-1,0 0,0 0,-1 0,3-4,-5 7,0 1,0-1,-1 1,1-1,0 1,0-1,0 1,0-1,-1 1,1-1,0 1,0-1,-1 1,1 0,0-1,-1 1,1-1,-1 1,1 0,0-1,-1 1,1 0,-1 0,1-1,-1 1,1 0,-1 0,1 0,-1-1,1 1,-1 0,1 0,-1 0,1 0,-1 0,0 0,1 0,-1 0,1 0,-1 1,1-1,-1 0,1 0,-1 0,1 1,-1-1,1 0,0 0,-1 1,1-1,-1 0,1 1,0-1,-1 1,1-1,0 0,-1 1,1-1,0 1,0-1,-1 1,-2 1,-1 0,0 1,1 0,0 0,0 0,0 0,0 0,0 0,0 1,1-1,0 1,0 0,0 0,0 0,0 0,1 0,0 0,-1 0,2 0,-1 1,0-1,1 0,0 0,0 1,0-1,1 0,-1 1,1-1,0 0,0 0,1 0,-1 1,1-1,0-1,0 1,0 0,0 0,1-1,0 0,0 1,-1-1,2 0,-1 0,0 0,1-1,-1 1,2 0,1-1,0 0,1 0,-1 0,0-1,0 0,1 0,-1-1,1 0,-1 0,1 0,-1-1,1 0,-1 0,0-1,0 1,1-1,-1-1,0 1,-1-1,1 0,0 0,1-2,3-3,0 0,0-1,-1 0,0 0,0-1,-1 0,-1-1,1 1,-2-1,6-11,13-41,-3-2,-3 0,-2-1,-4 0,5-64,-3 24,-6-1,-3-84,-6 190,0-9,0 0,-1 0,0 1,0-1,-1 1,0-1,-1 1,-3-8,5 15,0 1,0 0,0 0,0 0,0 0,0 0,-1 0,1 1,0-1,-1 0,1 1,0-1,-1 1,1-1,-1 1,1 0,-1-1,1 1,-1 0,1 0,-1 0,1 0,-1 0,1 1,-1-1,1 0,-1 1,1-1,-1 1,1-1,0 1,-1 0,1 0,0-1,0 1,-1 0,1 0,0 0,0 0,0 1,0-1,0 0,0 0,1 1,-1-1,0 0,1 1,-1-1,1 0,-1 1,1 0,-16 27,1 0,2 0,1 1,1 1,2 0,1 0,1 1,2 0,1 0,1 10,0 15,3-1,2 1,2-1,3 1,2-2,3 1,2-1,2-1,10 19,-21-59,1 1,0-1,1 0,0 0,1-1,0 0,1 0,1-1,0 0,0-1,7 5,-14-14,0 0,0-1,-1 1,1 0,1-1,-1 0,0 0,0 0,0 0,1 0,-1-1,0 0,1 1,-1-1,0 0,1-1,-1 1,0 0,0-1,1 0,-1 0,0 0,0 0,0 0,0-1,0 1,0-1,0 0,-1 0,1 0,1-2,6-5,0 0,-1-1,-1 0,0-1,0 0,-1 0,3-5,-2 1,0 0,-1 0,-1 0,0-1,-1 0,2-10,-8 26,1 0,0 0,0 0,-1 0,1 0,0 0,-1 0,1 0,0 0,-1 0,1 0,0-1,-1 1,1 0,0 0,0 0,-1 0,1-1,0 1,0 0,-1 0,1 0,0-1,0 1,0 0,-1 0,1-1,0 1,0 0,0-1,0 1,0 0,0 0,0-1,-1 1,1 0,0-1,0 1,0 0,0-1,0 1,0 0,0-1,1 1,-1 0,0 0,0-1,0 1,0 0,0-1,0 1,-16 25,11-18,1 1,0 0,0 0,1 0,0 0,0 0,1 1,0-1,1 1,0 0,0-1,0 1,1 0,1-1,0 1,0 0,0-1,1 1,0-1,1 1,0-1,0 0,1 0,0 0,0-1,1 1,0-1,1 0,-1-1,1 1,0-1,6 5,24 8,-1-6</inkml:trace>
  <inkml:trace contextRef="#ctx0" brushRef="#br0" timeOffset="-131671.144">10201 1159,'-16'-4,"-9"-3,-4 2,2 0,2-1,2-1,2-2,5 0</inkml:trace>
  <inkml:trace contextRef="#ctx0" brushRef="#br0" timeOffset="-131451.875">9559 878,'16'-2,"19"-1,22 0,19 3,15 4,5 3,-1 3,-18 0</inkml:trace>
  <inkml:trace contextRef="#ctx0" brushRef="#br0" timeOffset="-131227.307">10308 1199,'-4'18,"-5"13,-2 10,1 5,1 4,3 0,2-3,4-6,7-8,4-9,3-10,-1-9</inkml:trace>
  <inkml:trace contextRef="#ctx0" brushRef="#br0" timeOffset="-130965.705">10349 865,'-16'-9,"-8"1,-4 5,3 2</inkml:trace>
  <inkml:trace contextRef="#ctx0" brushRef="#br0" timeOffset="-129460.429">7595 2549,'-2'13,"8"-16,9-22,-4-5,-2-1,0 0,-2 0,-2-1,-1 1,-1-1,-2 0,-1-12,0 41,0 0,1-1,-1 1,0-1,0 1,-1-1,1 1,-1 0,0-1,1 1,-2-1,1 1,0 0,-1 0,1 0,-1 0,0 0,-1-2,1 5,0 1,0-1,0 0,0 1,0 0,0-1,0 1,0 0,1 0,-1 0,0 0,1 0,-1 1,0-1,1 0,0 1,-1-1,1 1,0-1,0 1,0 0,0 0,0-1,0 1,0 0,0 0,1 0,-1 0,1 0,0 0,-1 0,1 1,-1 0,0 0,0-1,0 1,1 0,-1 0,1 0,0 0,0 0,0 0,0 0,0 0,0 0,1 0,0 0,-1 0,1 0,0-1,0 1,1 0,-1-1,1 1,-1 0,1-1,0 0,0 1,0-1,0 0,0 0,0 0,1 0,0 0,10 3,0 0,0 0,0-2,1 1,-1-2,1 0,0 0,0-2,0 1,0-2,-1 0,1 0,0-2,0 1,7-4,95-33,-98 33,-20 25,-17 18,2 2,1 0,2 1,2 1,2 0,1 0,1 11,-3 230,11-226,-8 23,7-76,0 0,0-1,0 1,0-1,0 0,0 1,-1-1,1 0,-1 0,1 1,-1-1,0-1,0 1,0 0,0 0,0-1,0 1,-1-1,1 1,0-1,-1 0,1 0,-1 0,1-1,-1 1,0 0,1-1,-1 0,-3 0,0 0,0-1,0 1,1-1,-1-1,0 1,1-1,-1 0,1 0,0-1,0 1,0-1,0 0,0-1,1 1,-1-1,1 0,-2-2,-64-85,63 80,1 0,0-1,1 0,0 0,1 0,0 0,1-1,0 0,1 1,1-1,0-6,2 16,0 1,0-1,0 1,1 0,-1-1,1 1,-1 0,1 0,0 0,0 0,0 0,0 0,0 1,0-1,1 1,-1-1,0 1,1 0,-1 0,1 0,0 0,-1 0,1 1,-1-1,1 1,0 0,0 0,-1 0,1 0,0 0,0 0,-1 1,1-1,3 0,132-2,-93 2</inkml:trace>
  <inkml:trace contextRef="#ctx0" brushRef="#br0" timeOffset="-129164.837">8076 2870,'9'-18,"5"-11,3-7,0 1,0 3,-2 5,-5 10,-4 12,-2 13,-3 15,-1 13,0 11,-1 7,0 4,1-3,2-4,0-10,1-11</inkml:trace>
  <inkml:trace contextRef="#ctx0" brushRef="#br0" timeOffset="-128458.842">8664 2389,'0'14,"-5"15,-3 17,-3 14,-2 8,2 7,2 1,5-2,6-8,6-13,5-12,0-14</inkml:trace>
  <inkml:trace contextRef="#ctx0" brushRef="#br0" timeOffset="-128114.069">9065 2402,'-287'215,"103"-64,183-151,0 0,1 1,-1-1,0 0,0 1,0-1,1 0,-1 1,0-1,0 1,1-1,-1 1,0 0,1-1,-1 1,1 0,-1-1,1 1,-1 0,1-1,-1 1,1 0,0 0,-1 0,1 0,0-1,0 1,0 0,-1 0,1 0,0 0,0 0,0 0,1-1,-1 1,0 0,0 0,0 0,1 0,-1 0,0-1,1 1,-1 0,0 0,1-1,-1 1,1 0,0-1,-1 1,1 0,0-1,-1 1,1-1,0 1,-1-1,1 1,0-1,0 1,0-1,-1 0,2 1,164-1,-155-1,0 0,0 0,0 1,0 0,0 1,0 0,0 1,0 1,0-1,-1 2,1-1,-1 2,0-1,0 1,0 1,-1 0,1 0,-2 1,1 0,-1 0,4 5,6 16,-5-2</inkml:trace>
  <inkml:trace contextRef="#ctx0" brushRef="#br0" timeOffset="-127847.365">9145 3057,'0'-18,"-2"-15,2 0,2 0,1 0,1 0,2 0,1 1,9-26,-5 37,-11 21,0 0,0-1,0 1,0 0,0-1,0 1,0 0,0-1,0 1,0 0,1-1,-1 1,0 0,0 0,0-1,0 1,1 0,-1 0,0-1,0 1,0 0,1 0,-1 0,0-1,0 1,1 0,-1 0,0 0,1 0,-1 0,0 0,0 0,1-1,-1 1,0 0,1 0,-1 0,0 0,1 0,-1 0,0 0,1 1,-1-1,0 0,0 0,1 0,-1 0,0 0,1 0,-1 0,0 1,0-1,1 0,-1 0,0 0,0 1,1-1,-1 0,0 0,0 1,0-1,0 0,1 1,-1-1,0 0,6 91,-7-69,0-1,-2 70,3 0,8 43,-1-78</inkml:trace>
  <inkml:trace contextRef="#ctx0" brushRef="#br0" timeOffset="-127364.056">9787 2202,'-3'18,"0"15,1 11,-1 8,4 3,1 4,0-8</inkml:trace>
  <inkml:trace contextRef="#ctx0" brushRef="#br0" timeOffset="-127080.356">9572 3378,'0'16,"0"12,0 8,0 5,0 2,0-2,0-3,0-3,0-8</inkml:trace>
  <inkml:trace contextRef="#ctx0" brushRef="#br0" timeOffset="-126814.049">9600 4421,'-5'16,"-1"10,0 4,1 3,2 0,1-6</inkml:trace>
  <inkml:trace contextRef="#ctx0" brushRef="#br0" timeOffset="-126813.049">9493 5156,'-5'14,"-1"11,1 6,0 2,4 2,6 0,5-1,1-7</inkml:trace>
  <inkml:trace contextRef="#ctx0" brushRef="#br0" timeOffset="-126530.159">9520 6132,'-3'16,"0"12,0 8,1 7,0 3,3 1,2-2,2 0,0-2,0-8</inkml:trace>
  <inkml:trace contextRef="#ctx0" brushRef="#br0" timeOffset="-126330.438">9546 7041,'-4'20,"-2"14,0 11,-1 3,1 1,1 2,1-2,2-4,1-4,0-7</inkml:trace>
  <inkml:trace contextRef="#ctx0" brushRef="#br0" timeOffset="-126158.07">9506 8164,'-9'21,"-6"13,1 7,2 5,3 0,3 0,3-2,1-7</inkml:trace>
  <inkml:trace contextRef="#ctx0" brushRef="#br0" timeOffset="-126157.07">9319 9033,'-2'14,"-4"11,1 10,-1 7,3 4,2 4,5 3,5-1,5-3,-1-9</inkml:trace>
  <inkml:trace contextRef="#ctx0" brushRef="#br0" timeOffset="-125970.618">9479 10103,'0'20,"0"16,0 9,0 6,0 1,3 0,2 1,3-2,0 2,-1-8</inkml:trace>
  <inkml:trace contextRef="#ctx0" brushRef="#br0" timeOffset="-125798.766">9546 11225,'-2'16,"-3"15,-1 8,1 7,1 2,1 0,4-1,1-4,3-3,0-8</inkml:trace>
  <inkml:trace contextRef="#ctx0" brushRef="#br0" timeOffset="-125626.907">9559 12135,'-6'18,"-6"13,-2 10,-1 5,2 2,3-3,4-5,2-2,2-6,1-7</inkml:trace>
  <inkml:trace contextRef="#ctx0" brushRef="#br0" timeOffset="-125331.176">9493 12803,'-3'18,"0"11,3 5,0-4</inkml:trace>
  <inkml:trace contextRef="#ctx0" brushRef="#br0" timeOffset="-125330.176">9666 13378,'0'13,"3"5,2 0,3-7,0-4</inkml:trace>
  <inkml:trace contextRef="#ctx0" brushRef="#br0" timeOffset="-123689.833">10334 2776,'-4'-30,"8"-18,3-12,-3 1,-2-1,-3 0,-2 1,-5-12,7 66,1 0,-1 0,0 0,0 0,0 0,-1 0,1 1,-1-1,0 0,-1 1,1 0,-1-1,-2-2,5 7,-1 0,1 0,-1 0,1 0,0-1,-1 1,1 0,-1 0,1 0,-1 0,1 0,0 0,-1 1,1-1,-1 0,1 0,-1 0,1 0,0 0,-1 1,1-1,0 0,-1 0,1 1,0-1,-1 0,1 0,0 1,-1-1,1 0,0 1,0-1,-1 0,1 1,0-1,0 1,0-1,0 0,-1 1,1-1,0 1,0-1,0 1,0-1,0 0,0 1,0-1,0 1,0-1,0 1,1-1,-1 0,0 1,0-1,0 1,0-1,1 0,-1 1,0-1,1 1,2 5,0 0,1-1,0 1,0-1,1 0,-1 0,1 0,0-1,0 1,1-1,0 0,-1-1,1 1,0-1,1-1,-1 1,0-1,1 0,-1 0,1-1,0 0,1 0,205 33,-211-32,0 0,0-1,0 1,0 0,0 0,0 0,0 0,-1 0,1 0,-1 1,0-1,1 1,-1-1,0 1,0-1,-1 1,1-1,-1 1,1 0,-1-1,0 1,0 0,0-1,0 1,0 0,-1-1,1 1,-1 0,1-1,-1 1,0-1,-1 2,0 18,-5 115,-1 9,8 70,0-28,0-179,1 3,-1 0,0 1,0-1,-1 0,-1 1,0-1,-1 0,0 0,-1 0,0-1,-1 1,0-1,-1 0,-4 5,8-14,-1 1,0-1,0 0,0 1,0-2,0 1,0 0,-1 0,1-1,0 0,-1 0,1 0,-1 0,0 0,1-1,-1 0,1 1,-1-1,0-1,1 1,-1 0,0-1,1 0,-1 0,1 0,-1 0,1 0,0-1,-4-1,-3-3,1 0,-1 0,1-1,0 0,0 0,1-1,0 0,1-1,-1 0,-2-4,0 1,1-2,0 1,1-2,1 1,1-1,-1 0,2 0,0 0,1-1,1 0,0 0,1 0,1-4,1 16,1 0,0 0,0 0,0 0,1 0,-1 0,1 1,0-1,0 0,0 1,0 0,1-1,-1 1,1 0,0 0,0 1,0-1,0 0,0 1,1 0,-1 0,1 0,3-1,94-31,-84 29,189-32,-168 34</inkml:trace>
  <inkml:trace contextRef="#ctx0" brushRef="#br0" timeOffset="-123313.612">10976 2911,'-5'2,"0"0,0 1,0 0,1 0,-1 0,1 0,0 1,0 0,0 0,0 0,1 0,-1 1,1-1,0 1,1 0,-1 0,1 0,0 0,0 0,0 1,1-1,0 1,0-1,0 1,1-1,0 1,0-1,0 1,1-1,0 1,0-1,0 1,0-1,3 4,-1-2,0 0,0 0,1 0,0 0,1-1,0 1,0-1,0-1,0 1,1-1,0 0,0 0,0 0,1-1,0 0,0 0,0-1,0 0,0 0,1-1,-1 0,1 0,-1-1,1 0,0 0,0 0,0-1,-1-1,1 1,4-2,-9 1,0 0,0 0,-1-1,1 1,0-1,0 1,-1-1,0 0,1 0,-1-1,0 1,0 0,0-1,0 1,0-1,-1 1,1-1,-1 0,1 0,-1 0,0 0,0 0,-1 0,1 0,0 0,-1-3,-8-82,7 82,-1 0,0 0,0 0,-1 0,1 0,-1 0,-1 1,1 0,-1-1,0 1,0 1,0-1,-1 0,0 1,1 0,-2 0,1 1,0-1,-1 1,0 0,1 0,-1 1,0 0,0 0,-1 0,1 1,0 0,0 0,-1 1,1-1,-1 1,1 1,0-1,-1 1,1 0,0 1,0 0,0 0,-6 2,7-1,0-1,0 1,1 1,-1-1,1 1,0-1,-1 1,2 0,-1 1,0-1,1 1,0 0,0-1,0 1,1 1,0-1,0 0,0 0,0 1,1-1,0 1,0 0,1-1,-1 1,1 4,6 20</inkml:trace>
  <inkml:trace contextRef="#ctx0" brushRef="#br0" timeOffset="-123013.972">11458 2402,'-9'21,"-3"17,0 15,3 11,2 6,3 5,2 1,1-3,1-7,1-11,-1-12,1-13</inkml:trace>
  <inkml:trace contextRef="#ctx0" brushRef="#br0" timeOffset="-122698.022">11699 2456,'-48'45,"2"3,-26 38,-3 1,-2 4,75-87,1 0,0 0,0 0,0-1,0 1,1 0,-1 0,1 1,0-1,0 0,1 0,-1 0,1 0,0 0,0-1,0 1,0 0,1 0,-1 0,1-1,0 1,0-1,1 0,-1 1,1-1,0 0,-1 0,4 2,5 9,-1 1,1 0,0 0,1-1,1 0,1-1,0-1,0 0,1-1,0-1,1 0,0-1,1-1,0 0,0-1,12 2,1-2</inkml:trace>
  <inkml:trace contextRef="#ctx0" brushRef="#br0" timeOffset="-122397.465">11806 3044,'-2'3,"1"0,0 1,1-1,-1 1,0-1,1 1,0-1,0 1,0-1,0 1,0-1,1 1,0-1,-1 0,1 1,1-1,-1 0,0 1,1-1,0 0,-1 0,1 0,0-1,1 1,-1 0,0-1,1 1,0-1,-1 0,1 0,0 0,0 0,0 0,0-1,0 1,1-1,-1 0,1 0,1 1,1 0,0 0,0-1,0 0,0 0,0-1,1 0,-1 0,0 0,0-1,0 0,0 0,0 0,0-1,0 0,0 0,-1 0,1-1,-1 0,1 0,3-3,-4 0,0-1,0 0,-1 0,0 0,0 0,-1-1,1 1,-2-1,1 0,-1 0,0 0,-1 0,0 0,0-1,-1 1,0 0,-1 0,1-1,-1 1,-1 0,0 0,0 0,-1 0,1 1,-2-2,1 3,-1 0,1 1,-1 0,0 0,0 0,-1 0,1 1,-1-1,0 1,-1 0,1 1,0-1,-1 1,0 0,0 0,0 1,0 0,0 0,-1 0,1 1,0 0,-1 0,1 1,-1 0,1 0,-1 0,1 1,-1 0,0 0,-1 0,0 0,0 1,-1 0,1 1,0 0,1 0,-1 0,0 1,1 0,0 1,0-1,0 1,1 1,-1-1,1 1,0 0,1 1,0-1,0 1,0 0,1 0,-1 3,-2 20,8-5</inkml:trace>
  <inkml:trace contextRef="#ctx0" brushRef="#br0" timeOffset="-119927.656">12126 209,'0'442,"7"-347,4 0,3-1,9 15,13 84,-14-54,-6 1,-6 1,-6-1,-9 44,-7-14,7 1,9 33,0-109,-3 0,-7 36,-5 52,7 1,9 3,1-102,-4-1,-4 1,-3-1,-16 78,7-90,2 0,4 1,3 0,4 56,39 594,-31 207,-3-793,16 222,48 226,-46-387,3 24,-7 98,-18-101,-4-27,9 0,8-1,8 0,24 80,-2-93,-7 2,-8 1,-7 17,-12 550,-3-546,-3-46,7 0,19 91,24-5,-26-132,-5 1,6 92,-18 274,-1 110,-3-438,22 121,-27-259,-1-6,1-1,-1 1,1 0,0-1,0 1,0-1,1 1,-1-1,1 1,0-1,1 0,-1 0,2 2,9-6,-8-5</inkml:trace>
  <inkml:trace contextRef="#ctx0" brushRef="#br0" timeOffset="-110714.659">12915 812,'-12'-5,"-1"2,0 0,0 0,0 1,0 0,0 2,0-1,0 2,0-1,0 2,0 0,0 0,0 1,0 1,1 0,-1 1,1 0,1 1,-1 1,1-1,0 2,0-1,1 2,-9 8,15-12,1 1,-1 0,1 0,0 0,0 1,1-1,0 1,0-1,0 1,1 0,0 0,1 0,-1 0,1-1,1 1,-1 0,1 0,0 0,1 0,-1-1,1 1,1-1,-1 1,1-1,0 0,1 0,0 0,0 0,0-1,0 1,1-1,0 0,0-1,4 4,92 80,-79-72,-1 1,0 2,-2 0,0 1,-1 0,15 24,-31-42,-1 0,1 0,-1 0,0 0,1 0,-1 0,0 0,-1 1,1-1,0 0,-1 1,1-1,-1 1,0-1,0 1,0-1,0 0,0 1,0-1,-1 1,1-1,-1 0,0 1,1-1,-1 0,0 1,-1-1,1 0,0 0,0 0,-1 0,1 0,-1-1,0 1,0 0,0-1,1 1,-2 0,-11 5,1-1,-1 0,-1-1,1 0,-1-2,1 1,-1-2,0 0,0-1,0 0,0-1,0-1,-9-1,-27-17,50 19,0-1,0 0,0 0,0 1,0-1,0 0,0 0,0 0,0 0,0 0,1 0,-1-1,0 1,1 0,-1 0,1 0,0-1,-1 1,1 0,0 0,-1-1,1 1,0 0,0-1,0 1,0 0,1-1,-1 1,0 0,0 0,1-1,-1 1,1 0,-1 0,1 0,0-1,-1 1,1 0,0 0,0 0,18-19,4 1</inkml:trace>
  <inkml:trace contextRef="#ctx0" brushRef="#br0" timeOffset="-110431.022">13102 865,'0'-9,"0"1,0 10,-4 12,-5 14,-2 13,1 14,1 8,1 5,1 0,2-3,2-2,4-9,1-5,3-10,1-9,-2-14,0-9</inkml:trace>
  <inkml:trace contextRef="#ctx0" brushRef="#br0" timeOffset="-109426.63">12862 1132,'122'5,"105"19,-31-2,-166-19,-23 3,-24-1,12-4,-9 2,1 0,-1 0,1 1,0 1,1 1,-1-1,1 2,0 0,0 0,1 1,0 0,1 1,0 1,0-1,1 1,0 1,0 0,1 0,1 1,-6 11,12-20,0 1,0-1,1 1,-1-1,1 1,-1-1,1 1,0 0,1-1,-1 1,1-1,-1 1,1-1,0 1,0-1,1 0,-1 1,1-1,-1 0,1 0,0 0,0 0,0-1,1 1,-1 0,1-1,0 1,-1-1,1 0,0 0,0 0,0-1,0 1,1-1,-1 1,0-1,1 0,-1 0,1-1,-1 1,1-1,-1 1,3-1,0 0,1-1,-1 1,0-1,1-1,-1 1,0-1,0 0,0 0,0-1,0 1,-1-1,1-1,-1 1,0-1,0 0,0 0,0-1,-1 1,1-1,-1 0,0 0,-1 0,1-1,-1 1,0-1,-1 0,1 0,-1 0,0 0,-1-1,0 24,1 0,0 1,1-1,1 0,1 0,0-1,2 2,34 45,-39-62,-1 1,1-1,-1 1,1-1,-1 1,1-1,0 0,0 0,0 0,-1 0,1 0,0 0,0-1,0 1,0-1,1 1,-1-1,0 0,0 0,0 0,0 0,0 0,0 0,0 0,1-1,-1 1,0-1,0 0,0 0,0 1,-1-1,1 0,1-1,5-7,1 0,-1-1,-1 0,0 0,0-1,-1 1,-1-1,0-1,0 1,-1-1,0 0,0-7,32-161,-35 178,-1 1,0-1,0 0,0 0,1 1,-1-1,1 0,0 1,-1-1,1 0,0 1,0-1,0 1,0-1,0 1,0 0,0-1,1 1,-1 0,0 0,1 0,-1 0,1 0,-1 0,1 0,0 1,-1-1,1 0,0 1,-1-1,1 1,0 0,0 0,-1 0,1 0,0 0,0 0,0 0,1 0,8 1,0 1,0 0,1 0,-1 1,0 1,-1-1,1 2,-1 0,0 0,0 0,0 2,-1-1,0 1,0 0,1 2,-7-2,0-1,-1 1,0 0,0 0,0-1,-1 1,0 0,0 0,-1 1,0-1,0 0,-1 0,0 0,0 0,-1 0,1-1,-1 1,-1 0,1-1,-1 1,-4 5,-7 32,11-39,1 0,0 0,1 1,-1-1,1 0,0 1,1-1,-1 1,1-1,0 1,1-1,-1 1,1-1,0 1,0-1,1 1,-1-1,1 0,1 0,-1 0,1 0,-1 0,1-1,1 1,-1-1,1 0,-1 0,4 3,3-3,-1 0,1 0,0-1,0 0,1-1,-1 0,1 0,-1-2,1 1,-1-1,1 0,-1-1,0-1,1 1,-1-2,0 1,0-1,0-1,0 0,0 0,-1-1,2-2,-1 0,-1-1,-1 1,1-2,-2 1,1-1,-1 0,0-1,-1 0,0 0,-1 0,0-1,0 0,-1 0,-1 0,1 0,-2-1,0 1,0-1,-1 1,-1-1,0 0,0-2,0 13,1-1,-1 1,1 0,-1-1,0 1,0-1,1 1,-1-1,0 1,0 0,0-1,-1 1,1-1,0 1,0 0,-1-1,1 1,-1-1,1 1,-1 0,0 0,1-1,-1 1,0 0,0 0,0 0,0 0,0 0,0 0,0 0,0 0,0 0,-1 1,1-1,0 0,0 1,-1-1,1 1,-1-1,1 1,0 0,-1-1,1 1,-1 0,1 0,-1 0,1 0,-1 0,-2 4,0 1,0-1,1 0,0 1,-1 0,1 0,1 0,-1 0,1 0,0 1,0-1,0 1,1-1,0 1,0 0,1-1,-1 1,1 0,0 0,1-1,0 4,1 5,1 0,0 0,2 0,-1-1,2 1,-1-1,2-1,0 1,0-1,1 0,1-1,0 0,1 0,-1-1,8 5,24 23</inkml:trace>
  <inkml:trace contextRef="#ctx0" brushRef="#br0" timeOffset="-107386.562">12821 2028,'93'254,"-89"-245,-1 1,0-1,1 0,0 1,1-2,0 1,0-1,1 1,0-2,0 1,1-1,0 0,0 0,1 0,2 0,-8-6,-1-1,0 1,0-1,0 0,0 1,1-1,-1 0,0 0,0 0,0 0,1 0,-1 0,0 0,0-1,0 1,1 0,-1-1,0 1,0-1,0 1,0-1,0 1,0-1,0 0,0 0,0 1,0-1,0 0,0 0,-1 0,1 0,0 0,-1 0,1 0,-1 0,1 0,-1-1,1 1,-1-1,14-48,-7-131,-8 93,0 86,1 0,-1-1,1 1,0 0,-1-1,1 1,0-1,0 1,1 0,-1-1,0 1,1 0,0-1,-1 1,1 0,0 0,0-1,0 1,1 0,-1 0,0 0,1 0,-1 1,1-1,0 0,-1 0,1 1,0 0,0-1,0 1,0 0,1 0,-1 0,0 0,0 0,0 0,1 1,-1-1,1 1,-1-1,0 1,1 0,1 0,16 7,-2 2</inkml:trace>
  <inkml:trace contextRef="#ctx0" brushRef="#br0" timeOffset="-107113.391">13356 2175,'-2'16,"-1"12,0 6,1 1,0 2,3-3,2-3,2-6,2-8,1-7</inkml:trace>
  <inkml:trace contextRef="#ctx0" brushRef="#br0" timeOffset="-106848.468">13316 1947,'3'10,"9"6,12 4,11 1,-1-4</inkml:trace>
  <inkml:trace contextRef="#ctx0" brushRef="#br0" timeOffset="-106580.079">13717 2215,'-3'16,"0"10,1 4,-1 3,2 0,2-4,6-4,4-5,2-4,0-6</inkml:trace>
  <inkml:trace contextRef="#ctx0" brushRef="#br0" timeOffset="-106579.079">13690 1947,'-9'-4,"-3"3,3 10,9 11,13 11,9 10,2-3</inkml:trace>
  <inkml:trace contextRef="#ctx0" brushRef="#br0" timeOffset="-106317.916">13971 2415,'28'-88,"-4"-2,-4-1,-5-1,5-90,-20 117,0 65,0 1,0-1,0 0,0 1,0-1,0 1,-1-1,1 0,0 1,0-1,0 0,0 1,-1-1,1 0,0 0,0 1,0-1,-1 0,1 0,0 1,-1-1,1 0,0 0,-1 1,1-1,0 0,-1 0,1 0,0 0,-1 0,1 0,0 0,-1 0,1 1,0-1,-1 0,1 0,0-1,-1 1,1 0,-1 0,1 0,0 0,-1 0,1 0,0 0,-1-1,1 1,0 0,-1 0,1 0,0-1,0 1,-1 0,1 0,0-1,0 1,-1 0,1-1,0 1,0 0,0-1,0 1,-1 0,1-1,0 1,0-1,-12 22,1 0,1 1,1 0,1 1,1 0,0 0,1 7,0-12,1-1,1 1,0 0,2 0,0 0,1 0,0 0,2 1,0-1,1 0,1 0,0 0,2 0,0-1,1 0,1 0,0 0,1-1,1 0,0 0,2-1,-1 0,6 4,-8-11,0 0,1 0,0-1,0 0,1 0,-1-1,1-1,1 0,-1 0,1-1,0 0,0 0,0-2,0 1,0-1,8-1,1-4</inkml:trace>
  <inkml:trace contextRef="#ctx0" brushRef="#br0" timeOffset="-106130.076">14025 2095,'7'-2,"13"-2,20 1,18 1,18 0,10 3,1 2,-7 0,-15 2,-19-1</inkml:trace>
  <inkml:trace contextRef="#ctx0" brushRef="#br0" timeOffset="-105067.668">13008 3111,'-14'4,"-1"1,1 1,0 0,0 1,0 1,1 0,1 1,-1 0,1 0,1 2,0 0,0 0,1 0,-6 10,1-2,1 0,0 0,1 2,1-1,2 2,0-1,1 1,0 1,2 0,-2 13,8-34,0 1,0-1,1 1,-1 0,0 0,1-1,0 1,-1 0,1 0,0 0,1-1,-1 1,0 0,1 0,0-1,-1 1,1 0,0-1,0 1,1 0,-1-1,0 0,1 1,0-1,-1 0,1 0,0 0,0 0,0 0,1 0,-1 0,0-1,1 1,-1-1,0 0,1 0,0 0,-1 0,1 0,0 0,0-1,-1 1,1-1,0 0,2 0,10-3,-1-2,1 0,-1 0,0-1,-1-1,0 0,0-1,0-1,-1 1,0-2,-1 0,0 0,5-8,2-1,-2 0,0-1,-1-1,-1-1,-1 0,-1 0,-1-1,-1-1,-1 0,-1 0,-2-1,0 0,-1 0,-2 0,0 0,-2-1,-1-20,0 42,0 0,0-1,0 1,0 0,-1-1,0 1,0 0,0 0,0-1,-1 1,0 0,1 0,-1 1,-1-1,1 0,-1 1,1-1,-1 1,0 0,0 0,0 0,-1 0,1 0,-1 1,1 0,-1-1,0 1,0 1,0-1,0 1,0-1,-1 1,1 0,-1 1,-1 1,1-1,0 1,-1 0,1 0,0 0,0 1,0 0,0 0,0 0,0 1,1 0,-1 0,1 0,0 0,0 0,0 1,0 0,0 0,1 0,0 0,0 1,-3 4,-1 4,0 0,0 1,1 0,1 0,0 1,1-1,-2 16,3-7,1 1,2 0,0-1,1 1,1-1,1 1,2-1,0 0,1 0,9 19,13 27,4 0,31 47,-34-67,-17-33</inkml:trace>
  <inkml:trace contextRef="#ctx0" brushRef="#br0" timeOffset="-104749.028">13236 3659,'18'-48,"68"-155,-71 192,-11 40,-5 71,8 101,-3-181,1-5</inkml:trace>
  <inkml:trace contextRef="#ctx0" brushRef="#br0" timeOffset="-104364.723">13316 2896,'12'3,"12"0,12 0,8-1,4 0,2-1,-2 0,-5-3,-5-1,-9-3,-10-2,-8 1</inkml:trace>
  <inkml:trace contextRef="#ctx0" brushRef="#br0" timeOffset="-104097.49">13517 2670,'-3'16,"0"16,3 12,0 8,2 4,-1 1,0 1,-2-3,-4-4,-1-4,1-6,2-9</inkml:trace>
  <inkml:trace contextRef="#ctx0" brushRef="#br0" timeOffset="-103140.409">14105 3177,'-10'3,"1"-1,-1 1,1 1,0 0,0 0,0 1,1 0,0 0,0 1,0 0,1 1,-1 0,2 0,-1 0,1 1,0 0,0 0,1 0,0 1,-2 7,-4 3,2 0,0 1,1 0,1 0,1 0,1 1,0 0,2 0,0 0,1 13,2-31,-1 0,1 0,0 0,0 0,0 0,1 0,-1 0,1 0,-1-1,1 1,0 0,0 0,0 0,0-1,1 1,-1-1,1 1,-1-1,1 1,0-1,0 0,0 0,0 0,1 0,-1 0,0-1,1 1,0-1,-1 1,1-1,0 0,-1 0,1 0,0 0,0-1,0 1,0-1,0 0,1 0,7-2,0 0,0-2,0 1,0-1,-1-1,0 0,1 0,-2-1,1 0,-1-1,0 0,0-1,-1 0,0 0,0 0,-1-1,0 0,-1-1,5-7,2-6,0 0,-2-1,0 0,-1 0,-2-1,-1-1,0 1,-2-1,-1 0,-1 0,-2-1,0 1,-2-14,-1 27,0 1,0-1,-1 1,0 0,-1 0,-1 0,0 0,-6-10,9 18,-1 0,1 0,-1 0,1 1,-1-1,0 1,-1 0,1 0,-1 0,1 0,-1 0,0 1,0-1,0 1,0 0,0 1,0-1,-1 1,1-1,-1 1,1 1,-1-1,1 1,-1-1,0 1,0 1,1-1,0 1,-1 0,1 0,0 1,0-1,0 1,0 0,1 0,-1 0,0 1,1-1,0 1,-1 0,1 0,0 0,0 0,1 1,-1-1,1 1,0-1,0 1,0 0,0 0,-1 3,-1 5,0 1,1-1,0 1,1-1,0 1,1 0,1 11,6 21,1 1,3-2,2 1,1-2,3 0,1 0,2-2,2 0,2-1,8 8,-1 7,-29-53,0-1,0 1,0-1,0 1,1-1,-1 0,0 1,0-1,1 0,-1 0,1 0,-1 0,1 0,-1 0,1 0,0-1,-1 1,1-1,0 1,0-1,-1 1,1-1,0 0,0 0,0 0,-1 0,1 0,0 0,0-1,-1 1,1-1,0 1,0-1,-1 0,1 1,0-1,0 0,59-42,-56 39,68-60,-69 83,-4-14,0 0,0 1,1-1,-1 0,1 1,0-1,1 0,-1 1,1-1,0 0,0 0,1-1,-1 1,1 0,0-1,1 0,-1 1,1-1,0-1,0 1,0 0,0-1,0 0,1 0,4 3,0-1,-1 0,2-1,-1 0,0-1,1 0,0 0,0-1,0 0,0 0,0-1,7-1,-13 0,0 0,0-1,0 1,0-1,0 0,-1 0,1 0,0-1,-1 1,1-1,-1 0,1 0,-1 0,0 0,0-1,0 1,0-1,0 0,-1 0,1 0,-1 0,0 0,0-1,0 1,0-1,1-3,0-3,1 0,-2 0,1 0,-2 0,1-1,-1 1,-1 0,0-1,-1-7,1 15,0-1,0 0,-1 1,1-1,-1 0,0 1,0-1,-1 1,1-1,-1 1,1 0,-1-1,0 1,0 0,-1 0,1 1,0-1,-1 0,0 1,0-1,0 1,0 0,0 0,0 0,0 0,-1 1,1-1,-1 1,1 0,-1 0,1 0,-1 1,0-1,0 1,1 0,-4 0,-4 1,0 0,0 1,0 0,1 1,-1 0,1 1,0 0,0 1,0 0,0 0,1 1,0 0,0 1,0 0,1 0,-4 6,-5 8</inkml:trace>
  <inkml:trace contextRef="#ctx0" brushRef="#br0" timeOffset="-102881.766">14358 2896,'23'3,"19"2,11 3,6 3,0-1,-4-2,-6-3,-10-1,-8-3,-11 0</inkml:trace>
  <inkml:trace contextRef="#ctx0" brushRef="#br0" timeOffset="-102613.302">14653 2750,'-13'20,"-6"19,2 16,5 9,8 7,6 1,5-4,1-14</inkml:trace>
  <inkml:trace contextRef="#ctx0" brushRef="#br0" timeOffset="-100362.294">15161 437,'18'155,"-3"26,-7 50,-7-167,2-1,3 1,3-1,12 42,18 41,-12-56,-5 1,-3 1,-5 1,-2 16,6 297,85 260,-85-462,-8 80,2-43,14 14,-14-133,2 94,-12 102,-2-97,7-95,6-1,10 29,12 111,-16-19,-3-25,21 73,53 253,-36-35,-30-273,-8 98,-9 681,-2-175,-32-194,1 149,-2-226,-12 151,54-567,-8-120,-2 1,-1-1,-2 1,-2 11,-9 70,10-119,0 1,0 0,0-1,0 1,0 0,0-1,0 1,0 0,1-1,-1 1,0 0,0-1,0 1,0 0,0-1,0 1,1 0,-1 0,0-1,0 1,1 0,-1 0,0-1,0 1,1 0,-1 0,0 0,0-1,1 1,-1 0,0 0,1 0,-1 0,0 0,1 0,-1 0,0 0,1 0,-1 0,0 0,1 0,-1 0,0 0,1 0,-1 0,0 0,1 0,-1 0,0 0,1 0,-1 1,0-1,0 0,1 0,-1 0,0 1,1-1,-1 0,0 0,0 1,0-1,1 0,-1 0,7-16</inkml:trace>
  <inkml:trace contextRef="#ctx0" brushRef="#br0" timeOffset="-99014.458">16324 3953,'471'26,"-119"-2,-155-20,81-12,-258 7,-9 2</inkml:trace>
  <inkml:trace contextRef="#ctx0" brushRef="#br0" timeOffset="-98261.732">16124 1466,'0'-11,"0"-2,0 9,0 15,0 21,-3 20,0 15,-2 12,-1 6,2 2,0-1,2-8,1-9,0-12,1-16</inkml:trace>
  <inkml:trace contextRef="#ctx0" brushRef="#br0" timeOffset="-97881.122">16217 2014,'22'2,"0"-1,0-1,0-1,-1-1,1-1,0 0,-1-2,1-1,-1 0,-1-2,1 0,-2-1,1-2,15-10,-32 19,1 0,-1-1,0 0,0 0,0 0,0 0,0-1,-1 1,1-1,-1 0,0 1,0-1,0 0,-1 0,0 0,1 0,-1-1,-1 1,1 0,-1 0,1-1,-1 1,0 0,-1 0,1-1,-1 1,0 0,0 0,-1-2,-1 4,-1 0,0 0,0 1,0-1,0 1,0 0,-1 1,1-1,0 1,0-1,-1 1,1 0,0 1,0-1,-1 1,1 0,0 0,0 0,0 1,0-1,0 1,0 0,1 0,-1 0,1 1,-1-1,1 1,-8 4,1 0,0 1,1 0,-1 0,2 1,-1 0,1 1,1 0,-1 0,2 1,0-1,0 2,1-1,-1 3,3-8,1 0,0 1,0-1,1 1,0-1,0 1,1-1,-1 1,1-1,1 1,-1 0,1-1,1 1,-1-1,1 1,0-1,0 0,1 0,-1 0,2 0,-1 0,1-1,-1 1,1-1,1 0,-1 0,3 1,2 1,0 0,0 0,1-1,0-1,1 1,-1-2,1 1,2-1,36 11</inkml:trace>
  <inkml:trace contextRef="#ctx0" brushRef="#br0" timeOffset="-97364.239">16912 1854,'-21'-5,"0"0,-1 1,0 0,1 2,-1 1,0 1,0 1,-6 1,25-2,0 0,0 0,1 1,-1-1,0 1,1-1,-1 1,0 0,1 0,-1 1,1-1,-1 0,1 1,0-1,0 1,-1 0,1 0,1 0,-1 0,0 0,0 0,1 0,-1 1,1-1,0 1,-1-1,1 1,0-1,1 1,-1 0,0-1,1 1,-1 0,1 0,0-1,0 1,0 0,1 0,-1-1,0 1,1 0,0-1,0 2,6 11,2 0,-1-1,2-1,-1 1,2-1,0-1,0 0,1-1,1 0,5 3,10 12,46 53,-73-79,0 1,0 0,-1 0,1 0,0 0,-1 0,1 0,-1 0,1 0,-1 0,0 0,1 0,-1 0,0 0,0 1,0-1,0 0,0 0,0 0,0 0,0 0,0 1,0-1,-1 0,1 0,0 0,-1 0,1 0,-1 0,1 0,-1 0,0 0,1 0,-1 0,0-1,0 1,0 0,1 0,-1-1,0 1,0 0,0-1,0 1,0-1,0 1,0-1,0 0,-1 1,1-1,0 0,0 0,0 0,0 0,0 0,-1 0,-2 2,0-1,0 0,0-1,-1 1,1-1,-1 0,1 0,0 0,-1-1,1 1,0-1,0 0,-1 0,1-1,0 1,0-1,3 1,1-1,-1 1,1-1,-1 1,1-1,0 1,0-1,0 1,0-1,0 1,0-1,0 1,0-1,0 1,1-1,-1 1,0-1,1 1,0-1,-1 1,1 0,0-1,0 1,-1 0,1-1,0 1,0 0,0 0,1 0,-1 0,0 0,0 0,1 0,-1 0,-1 1,186-168,-129 116,-41 50,-16 24,0-21,-2 9,-2 16,0 1,1 0,2 0,1 0,1 0,1 0,2 0,0 0,2 0,13 9,-10-28</inkml:trace>
  <inkml:trace contextRef="#ctx0" brushRef="#br0" timeOffset="-97106.652">17126 1574,'-9'-12,"-3"4,3 9,9 14,12 14,9 10,0 0</inkml:trace>
  <inkml:trace contextRef="#ctx0" brushRef="#br0" timeOffset="-96564.364">17287 2162,'10'-20,"-2"-1,0 0,-1 0,0-1,-2 1,-1-1,-1-1,-1 1,0 0,-2-1,-2-11,4-19,-2 54,0-1,1 1,-1 0,1-1,-1 1,0-1,1 1,-1-1,1 1,-1-1,1 1,-1-1,1 1,0-1,-1 0,1 1,-1-1,1 0,0 1,-1-1,1 0,0 0,0 0,-1 0,1 0,0 0,-1 0,1 0,0 0,-1 0,1 0,0 0,0 0,-1-1,1 1,0 0,-1 0,1-1,-1 1,1 0,0-1,-1 1,1-1,-1 1,1-1,-1 1,1-1,-1 1,0-1,1 0,-1 1,1-1,-1 1,0-1,0 0,1 1,-1-1,0 0,0 1,0-1,0 0,0 0,0 1,0-1,0 0,0 1,0-1,0 0,0 1,-1-1,6 3,140 76,-142-77,0 1,-1-1,1 1,-1-1,1 1,-1 0,1 0,-1 0,0 0,0 0,0 1,0-1,-1 1,1-1,-1 1,1 0,-1-1,0 1,0 0,0 0,0 0,0 0,-1 0,0 0,1 0,-1 0,0 0,-1 0,1 0,0 0,-1 0,1 0,-1 0,-1 1,-25 54,21-48,0-1,1 1,0 0,1 0,0 0,1 1,0 0,1-1,0 1,0 0,1 0,1 0,0 8,2-15,0 1,0 0,1-1,-1 1,1-1,0 0,0 0,0 0,1 0,-1-1,1 1,0-1,0 0,0 0,1 0,-1-1,1 1,-1-1,1 0,0-1,0 1,0-1,0 0,0 0,0 0,0-1,0 0,0 0,0 0,0 0,0-1,0 0,0 0,0 0,0-1,0 0,-1 0,1 0,0 0,-1-1,0 0,1 0,7-6,-1-1,0-1,-1 1,0-2,0 1,-1-1,-1-1,0 0,-1 0,0 0,-1-1,0 0,-1 0,-1-1,2-10,-1-21,-6 45,0 1,1-1,-1 1,0-1,0 1,0-1,0 1,1-1,-1 1,0 0,0 0,0-1,0 1,0 0,0 0,0 0,0 0,0 0,0 0,0 0,0 0,0 0,0 1,0-1,1 0,-1 1,0-1,0 1,0-1,0 1,1-1,-1 1,0-1,0 1,1 0,-1-1,0 1,1 0,-1 0,1-1,-1 1,1 0,-1 0,1 0,0 0,-1 0,1 0,-5 7,0 0,1 0,0 1,0 0,1 0,0 0,1 0,0 0,0 1,1-1,0 0,1 1,0-1,0 1,1-1,0 1,1-1,0 0,1 1,-1-1,2 0,-1-1,1 1,1-1,0 0,3 6,62 60,-36-50</inkml:trace>
  <inkml:trace contextRef="#ctx0" brushRef="#br0" timeOffset="-90664.663">16391 2656,'0'16,"4"12,7 10,10 9,10 2,10-3,4-4,4-7,-2-7,-2-9,-5-7,-6-10,-9-6</inkml:trace>
  <inkml:trace contextRef="#ctx0" brushRef="#br0" timeOffset="-90347.602">16939 2563,'-3'1,"-1"0,1 1,-1-1,1 1,0 0,0 0,0 0,0 0,0 0,0 1,0 0,1-1,-1 1,1 0,0 0,0 0,-2 3,-11 22,1 0,1 1,1 0,2 1,1 0,2 1,0 0,2 0,2 1,-19 81,-32 67,35-124,2 0,3 1,-3 28,15-11,8-50</inkml:trace>
  <inkml:trace contextRef="#ctx0" brushRef="#br0" timeOffset="-89947.119">16939 3378,'-2'9,"0"-1,1 0,0 1,0-1,1 1,0 0,1-1,0 1,0-1,1 0,0 1,0-1,1 0,0 0,0 0,1 0,0-1,0 0,1 0,0 0,0 0,1 0,0-1,0 0,0-1,1 1,0-1,0 0,0-1,1 0,-1 0,7 2,-7-4,0-1,0 0,0 0,1 0,-1-1,0 0,0-1,0 1,0-1,0-1,0 1,0-1,0-1,-1 1,1-1,-1 0,1-1,-1 1,0-1,-1 0,1-1,-1 1,1-1,-2-1,1 1,0 0,-1-1,0 0,0 0,-1 0,0-1,0 1,0-1,1-4,1 0,-1-1,0 1,0-1,-1 0,-1 0,0 0,0-1,-1 1,-1 0,0 0,-1-1,0 1,-1 0,0 0,-1 0,0 0,-2-2,4 12,0 0,0-1,-1 1,1 0,-1-1,0 1,0 0,0 0,0 0,0 1,0-1,0 0,-1 1,1 0,0-1,-1 1,1 0,-1 0,0 0,1 1,-1-1,0 1,1-1,-1 1,0 0,0 0,1 0,-1 0,0 1,0-1,-5 2,0 1,-1-1,1 2,0-1,1 1,-1 0,1 0,-1 1,-2 3,-129 118,68-52</inkml:trace>
  <inkml:trace contextRef="#ctx0" brushRef="#br0" timeOffset="-74448.117">1418 4849,'-3'0,"-1"0,1 1,-1 0,1 0,0 0,-1 0,1 0,0 0,0 1,-1 0,1 0,1 0,-1 0,0 0,0 0,1 1,-1-1,1 1,0 0,0 0,0 0,0 0,0 0,1 0,-1 0,1 1,0-1,0 2,-18 100,18-97,1 0,-1 1,1-1,0 0,1 0,0 0,0 0,1 0,0 0,0-1,1 1,0 0,0-1,1 0,0 0,0 0,1 0,0-1,0 0,0 0,1 0,0 0,0-1,1 0,-1 0,1-1,4 2,-1-2,0 0,0-1,0 0,1-1,0 0,-1-1,1 0,0-1,0 0,-1 0,1-2,0 1,-1-1,1 0,-1-1,0-1,0 1,0-2,0 1,0-1,-1-1,0 0,5-4,-6 0,-1 1,0-1,-1 0,0-1,-1 0,0 0,-1 0,0 0,0-1,-1 1,-1-1,0 0,-1 0,0 0,0 0,-2 0,1 0,-2 0,1 0,-2 0,0 1,0-1,-1 1,0-1,-1 1,0 1,-1-1,0 1,-1 0,0 0,0 1,-1-1,0 2,-1-1,0 1,0 1,-1 0,0 0,0 1,-1 0,1 1,-1 0,-1 0,-4 0,7 2,-1 0,1 1,-1 1,1-1,-1 2,1-1,-1 1,0 1,1 0,-1 0,1 1,0 0,-1 0,1 1,0 0,0 1,0 0,1 1,0 0,-1 0,2 0,-1 1,1 0,0 1,0 0,0 0,1 0,0 1,1 0,0 0,0 0,-2 6,4-6,1 0,-1 1,2-1,-1 1,1-1,0 1,1 0,0-1,1 1,0-1,0 1,0 0,1-1,1 0,-1 1,1-1,1 0,-1-1,1 1,1-1,0 1,0-1,0 0,0-1,1 1,1-1,3 2,28 22</inkml:trace>
  <inkml:trace contextRef="#ctx0" brushRef="#br0" timeOffset="-73883.241">2447 4849,'-3'9,"1"-1,-1 1,2 1,-1-1,1 0,0 0,1 0,0 1,1-1,0 0,0 0,1 0,0 0,1 0,0 0,0 0,1-1,0 1,1-1,-1 0,1-1,1 1,0-1,3 4,1-3,1 0,-1 0,1-2,1 1,-1-1,1-1,0 0,0 0,1-2,0 1,-1-2,1 1,0-2,0 0,0 0,0-1,0-1,0 0,0-1,0 0,-1-1,1-1,-1 1,0-2,0 0,0-1,0 0,-1 0,0-1,0-1,-1 0,0 0,-1-1,0 0,0-1,3-5,-6 9,-1-1,0 0,-1 0,0 0,0 0,0-1,-1 1,0-1,-1 0,0 0,0 0,0-1,-1 1,0 0,-1 0,0-1,0 1,-1 0,0-1,-1 1,1 0,-1 0,-1 0,0 0,0 1,0-1,-1 1,0 0,-1-1,0 2,0-1,-3-3,-5 0,-1 0,0 2,0-1,-1 2,0 0,0 1,-1 0,0 1,0 1,0 0,0 1,0 1,-1 1,1 0,-1 1,1 1,-1 0,1 2,-1 0,1 0,-11 5,19-6,0 0,0 0,0 1,0 0,0 1,0-1,1 2,0-1,0 1,0 0,0 0,1 1,0 0,0 0,1 1,-1-1,1 1,1 0,-1 1,1-1,1 1,-1 0,1-1,1 2,-1-1,2 0,-1 0,1 1,0-1,0 1,1-1,1 1,0 4,33 62,-14-47</inkml:trace>
  <inkml:trace contextRef="#ctx0" brushRef="#br0" timeOffset="-70556.292">696 6948,'31'-12,"-27"12,352-2,313-8,427-21,-1022 31,792-15,-222-12,605-46,-661 68,261-12,-759 11,946-46,-78 20,-51 19,425 13,27-54,-347 55,-185 40,105-36,-231 39,-149 16,-303-48,-115 0,40-1,-158-19,-20 0</inkml:trace>
  <inkml:trace contextRef="#ctx0" brushRef="#br0" timeOffset="-59048.118">1525 5892,'-5'-3,"0"1,0 0,0 1,0-1,-1 1,1 0,0 0,-1 0,1 1,0 0,-1 0,1 1,0-1,-1 1,1 0,0 0,0 1,0 0,0 0,0 0,0 0,0 1,1 0,-1 0,1 0,-3 2,-4 9,1 0,0 1,1 0,1 0,0 1,1 0,1 1,0-1,1 1,1 0,1 1,-1 7,1-7,0 0,1 1,1-1,1 1,1-1,2 18,-2-29,1 0,-1 0,1-1,1 1,-1-1,1 1,0-1,0 0,1 0,0 0,0 0,0-1,1 0,0 0,0 0,0 0,0-1,1 0,5 3,-1-2,0 0,1-1,0-1,-1 1,1-2,0 0,0 0,0-1,1 0,-1-1,0 0,0 0,0-2,0 1,0-1,0-1,0 0,0-1,-1 0,0 0,0-1,0-1,0 1,-1-2,0 1,0-1,-1-1,0 1,0-1,0-1,-1 0,-1 0,1 0,-2 0,5-10,-5 2,-1 1,-1 0,-1-1,0 0,-1 1,-1-1,0 0,-2 0,0 1,0-1,-2 1,0 0,-1 0,0 0,-1 0,-1 1,-1 0,0 0,-1 1,0 0,-1 1,-1 0,0 0,-4-2,6 6,1 1,-1 0,-1 1,1 0,-1 0,-1 1,1 0,-1 1,0 0,0 1,-3-1,9 4,0 0,1 0,-1 0,0 0,0 1,0 0,0 0,0 0,0 1,1 0,-1 0,0 0,0 0,1 1,-1-1,1 1,-1 0,1 1,0-1,0 1,0 0,0 0,0 0,0 1,1-1,0 1,0 0,-1 1,-1 3,1 1,0 0,0 0,1 1,1-1,-1 1,1-1,1 1,0 0,0 0,1 0,0-1,1 1,0 0,1 0,0-1,0 1,1-1,0 1,0-1,1 0,1 0,0-1,0 1,0-1,1 0,1 0,41 53</inkml:trace>
  <inkml:trace contextRef="#ctx0" brushRef="#br0" timeOffset="-58664.776">2528 5999,'-11'26,"1"1,1 0,2 0,0 1,2 0,1 0,2 0,0 1,2-1,2 15,0-36,0 0,0 0,0 0,1-1,0 1,1-1,-1 1,1-1,1 0,-1-1,1 1,0-1,0 0,0 0,1 0,0-1,0 1,0-2,0 1,1-1,0 0,-1 0,1 0,0-1,0 0,0-1,1 0,-1 0,0 0,0-1,1 0,-1 0,2-1,4 1,0-1,0 0,0-1,0 0,0-1,-1 0,1-1,-1-1,0 0,0 0,0-1,-1-1,0 0,0 0,-1-1,0-1,0 0,-1 0,0-1,-1 0,0 0,0-1,-1 0,0 0,-1-1,-1 0,0 0,0 0,-1-1,-1 1,0-1,-1 0,0 0,-1-4,-2 6,-1-1,0 0,-1 1,-1-1,0 1,0 0,-1 0,0 1,-1-1,0 1,0 0,-2 1,1 0,-1 0,0 0,-1 1,0 0,0 1,0 0,-1 0,0 1,-1 0,0 1,1 1,-2-1,1 2,-2-1,1 0,0 0,0 1,0 0,0 1,-1 1,1 0,-1 0,1 1,-1 1,1 0,0 1,-1 0,1 1,0 0,0 1,0 0,1 1,0 1,0-1,0 2,0-1,1 2,0-1,1 2,-6 5,11-10,1-1,0 1,0 0,1 1,-1-1,1 0,0 1,0-1,0 1,1 0,-1-1,1 1,1 0,-1 0,0 0,1 0,0 0,1 0,-1 0,1 0,-1-1,2 1,-1 0,0 0,1-1,0 1,0-1,0 1,1-1,-1 0,1 0,0 0,0 0,2 1,38 37</inkml:trace>
  <inkml:trace contextRef="#ctx0" brushRef="#br0" timeOffset="-57663.666">4934 4555,'-12'14,"1"1,1 0,0 0,0 2,2-1,0 1,1 0,1 0,0 1,-1 12,5-21,0-1,1 0,0 1,1-1,0 1,0-1,0 1,1-1,1 0,-1 1,2-1,-1 0,1 0,0 0,0 0,1-1,0 1,1-1,-1 0,1 0,1-1,-1 1,7 4,-5-6,1 0,-1-1,1 0,0 0,0-1,1 0,-1 0,0-1,1 0,0 0,-1-1,1 0,0-1,0 0,-1 0,1-1,0 0,-1-1,1 0,-1 0,1-1,-1 0,0 0,0-1,0 0,-1 0,1-1,-1 0,0 0,0-1,-1 0,0 0,0-1,0 1,-1-1,0-1,0 1,-1-1,0 1,0-1,0-4,2-2,-1-1,-1 0,0 0,-1 0,-1-1,-1 1,0-1,0 1,-2-1,0 1,-1-1,0 1,-1 0,-2-4,3 10,-1 1,0-1,0 1,-1 0,0 0,0 0,-1 1,0-1,0 1,-1 0,0 1,0-1,-1 1,1 1,-1-1,-1 1,1 0,-1 0,0 1,0 0,0 1,0 0,-1 0,1 1,-3-1,3 2,0 0,1 1,-1 0,0 0,0 0,1 1,-1 0,0 1,1 0,-1 0,1 1,0-1,0 2,0-1,0 1,0 0,1 0,0 1,0 0,0 0,0 0,1 1,0 0,0 0,1 0,-5 7,-3 8,0 0,2 0,0 1,1 1,2 0,0 0,1 0,1 3,-8 55</inkml:trace>
  <inkml:trace contextRef="#ctx0" brushRef="#br0" timeOffset="-55633.539">4801 5999,'-5'2,"12"-15,16-18,24-34,-2-2,-3-2,22-52,-41 78,-22 44,0 0,-1 0,1 0,0 0,0 0,-1 0,1 0,-1 0,1 0,-1 0,0 0,1 1,-1-1,0 0,0 0,0 0,0 1,0-1,0 0,0 0,0 1,0-1,0 0,-1 0,1 0,-1 1,0 0,1-2,-7 123,6 1,6 21,-5-145,3 23,-1-1,-1 1,-1-1,0 1,-2 0,-1-1,0 0,-2 0,-1 0,0 0,-2-1,0 0,-3 2,9-20,0 0,-1 0,1 0,-1-1,1 1,-1-1,0 0,0 1,0-1,0 0,-1-1,1 1,0-1,-1 1,1-1,-1 0,0-1,1 1,-1 0,0-1,1 0,-1 0,0 0,1 0,-1-1,0 1,1-1,-1 0,1 0,-1 0,1-1,-1 1,1-1,0 0,-3-2,6 4,0-1,0 0,1 0,-1 1,0-1,0 0,0 1,1-1,-1 0,0 0,1 1,-1-1,1 1,-1-1,1 0,-1 1,1-1,-1 1,1-1,0 1,-1-1,1 1,-1 0,1-1,0 1,0 0,-1 0,1-1,0 1,0 0,-1 0,1 0,0 0,0 0,-1 0,1 0,0 0,0 0,-1 0,1 0,0 1,0-1,-1 0,1 0,1 0,344-24,-196 21,-130 8,-30-2</inkml:trace>
  <inkml:trace contextRef="#ctx0" brushRef="#br0" timeOffset="-15673.315">1485 7536,'-9'9,"-1"1,2 0,0 0,0 1,0 0,2 0,-1 1,1 0,1 0,0 0,1 1,1 0,-1-1,2 1,0 1,1-1,0 0,1 0,0 0,1 1,2 8,-1-15,1-1,0 1,0-1,1 0,-1 0,1 0,1 0,-1-1,1 0,0 1,0-2,1 1,-1-1,1 0,0 0,0 0,0-1,1 0,-1 0,1-1,0 0,0 0,-1 0,7 0,-2 0,0-1,0 0,0-1,0 0,0 0,0-2,0 1,0-1,-1-1,1 0,-1 0,1-1,-1 0,0-1,7-4,-4-2,-1 0,0 0,-1-1,0 0,-1-1,-1 0,0-1,0 0,-2 0,1-1,-2 0,0 0,-1-1,0 1,-2-1,1 0,-2 0,0-1,-1 1,-1 0,-1-1,0 1,-1 0,-1-6,2 14,-1 0,1 0,-2 0,1 1,-1-1,0 1,0 0,-1 0,0 0,0 0,-1 0,0 1,0 0,0 0,-1 0,0 1,0 0,-1 0,1 0,-1 1,0 0,0 0,0 1,-1 0,1 0,-1 1,0 0,1 0,-1 1,0 0,0 0,-3 1,2 0,1 1,-1 0,0 1,1 0,-1 1,1-1,-1 1,1 1,0 0,1 0,-1 0,1 1,-1 0,1 1,1 0,-1 0,1 0,0 1,1-1,-1 1,-3 8,1-1,0 0,1 1,0 1,2-1,0 1,0 0,1 0,2 0,-1 0,2 1,0 4,2 49</inkml:trace>
  <inkml:trace contextRef="#ctx0" brushRef="#br0" timeOffset="-14993.083">2421 7776,'94'-169,"33"-72,-101 181,-19 55,-8 24,0-15,-1 349,-18-110,8-149,9-58</inkml:trace>
  <inkml:trace contextRef="#ctx0" brushRef="#br0" timeOffset="-14007.295">1458 8779,'-16'5,"1"1,0 1,0 0,0 1,1 0,0 1,1 1,0 1,1-1,0 2,0 0,-4 6,9-10,1 1,0-1,0 1,1 0,0 0,1 1,0-1,0 1,1 0,0 0,1 0,0 0,1 1,0-1,0 0,1 1,0-1,1 1,1-1,0 2,0-5,0 1,1 0,0-1,1 0,0 0,0 0,0 0,1 0,0-1,0 0,1 0,0 0,0-1,0 0,1 0,-1 0,1-1,0 0,0-1,1 1,2 0,8 2,-1-1,0 0,1-1,0-1,0-1,0-1,0 0,0-1,3-1,-9 1,0-1,1 0,-1 0,0-1,0-1,0 0,0-1,0 0,-1-1,1 0,-1 0,0-1,-1-1,0 0,0-1,0 1,-1-2,0 1,-1-2,0 1,0-1,-1 0,0 0,-1-1,0 0,-1 0,0-1,-1 1,0-1,-1 0,1-2,-3 0,-1 0,0 0,-1 0,0 0,-1 0,-1 0,0 1,-1-1,0 1,-1 0,-1 0,0 0,-1 1,0 0,-1 0,0 1,0 0,-2 0,1 1,-1 1,-1-1,0 1,0 1,0 0,-1 1,-1 0,1 1,-1 0,0 1,0 0,-4 0,10 4,1 0,-1 0,1 0,-1 1,0 0,1 0,-1 0,1 1,-1 0,1 1,-1-1,1 1,0 0,-1 1,1 0,0 0,1 0,-1 0,1 1,-1 0,1 0,0 1,0-1,1 1,0 0,0 1,0-1,0 1,1-1,0 1,-1 3,0 0,1 0,1 1,0-1,0 1,1 0,0-1,0 1,1 0,1 0,0-1,0 1,1 0,0-1,0 1,1-1,0 0,1 0,0 0,1 0,0-1,0 0,0 0,1 0,1 0,0 0,38 39</inkml:trace>
  <inkml:trace contextRef="#ctx0" brushRef="#br0" timeOffset="-13710.266">2421 8913,'33'-96,"4"1,49-87,-61 144,-19 44,-10 61,-60 389,48-314,10-87</inkml:trace>
  <inkml:trace contextRef="#ctx0" brushRef="#br0" timeOffset="-12171.085">857 9701,'1458'-13,"-484"-8,283-13,-1117 34,1142-14,-332 3,-497 10,639-64,-993 57,1151-38,-193 71,28 16,602 46,-612-23,-297-39,-559-23,-1 9,137 27,-53 4,-288-37,-30-2,-19-3,-5-2</inkml:trace>
  <inkml:trace contextRef="#ctx0" brushRef="#br0" timeOffset="-11333.035">4867 7469,'-7'4,"0"0,0 1,0 0,0 0,1 1,0-1,0 1,0 1,1-1,0 1,0 0,0 0,1 0,0 1,1-1,0 1,0 0,1 0,-1 0,2 1,-1-1,1 0,1 1,-1-1,1 1,1-1,0 0,0 1,0-1,1 0,1 0,-1 0,1 0,0 0,3 4,1-2,0-1,1 0,0 0,0-1,1 0,0-1,1 1,-1-2,1 1,1-1,-1-1,1 0,0-1,0 0,0 0,1-1,-1 0,1-1,0-1,0 0,-1-1,1 0,0 0,0-1,0-1,-1 0,1-1,-1 0,1 0,-1-1,0-1,-1 0,1 0,-1-1,0-1,0 0,-1 0,0-1,0 0,-1 0,0-1,0 0,-1 0,0-1,-1 0,0-1,-1-2,-1 0,0 0,-1 0,-1 0,0-1,0 1,-2-1,0 1,0-1,-1 1,-1-1,0 1,-1 0,0 0,-3-5,4 10,-1-1,-1 1,1 0,-2 0,1 0,-1 1,0-1,0 1,-1 0,0 1,0-1,-1 1,0 0,0 1,0 0,-1 0,1 0,-1 1,0 1,-1-1,1 1,-1 0,-4 0,3 1,0 1,0 1,0 0,0 0,-1 1,1 0,1 1,-1 0,0 0,0 1,1 0,-1 1,1 0,0 1,0 0,1 0,-1 1,1 0,-2 2,-3 4,0 0,1 0,0 1,1 1,1 0,0 0,1 1,0 1,2-1,-6 14,-9 43,8-5</inkml:trace>
  <inkml:trace contextRef="#ctx0" brushRef="#br0" timeOffset="-10748.446">4894 8779,'162'-262,"-134"216,-20 47,-10 67,-34 521,35-521</inkml:trace>
  <inkml:trace contextRef="#ctx0" brushRef="#br0" timeOffset="-6868.41">1432 10637,'3'-51,"2"0,3 0,1 0,11-25,-6 15,39-171,-47 206,-4 41,-39 366,37-368,-1 0,1 0,1 0,1 0,-1-1,2 1,0 0,0-1,2 0,-1 0,1 0,6 8,14 12</inkml:trace>
  <inkml:trace contextRef="#ctx0" brushRef="#br0" timeOffset="-6564.908">2046 10356,'-3'6,"0"1,1-1,-1 1,1-1,1 1,-1 0,1 0,0-1,1 1,0 0,0 0,0 0,1 0,0 0,0 0,1-1,0 1,0-1,0 1,1-1,0 0,0 1,1-2,0 1,0 0,0-1,1 0,-1 0,1 0,1 0,2 2,5 0,-1 0,1-1,0 0,0-1,1 0,0-1,0-1,0 0,0-1,0 0,0-1,0-1,1 0,-1-1,0-1,0 0,0-1,0 0,0-1,0-1,-1 0,0-1,0 0,-1-1,0 0,0-1,0-1,8-8,-15 13,0-1,-1-1,0 1,0-1,-1 1,1-1,-1 0,0-1,-1 1,1 0,-1-1,-1 1,1-1,-1 0,0 1,-1-1,1 0,-2 0,1 1,-1-1,1 0,-2 0,1 1,-1-1,0 1,0 0,-1-1,0 1,0 0,-1 0,1 1,-1-1,0 1,-2-3,0 0,0 1,0 0,-1 0,0 0,-1 1,1 0,-1 1,0 0,-1 0,1 0,-1 1,0 1,0-1,0 1,0 1,-1 0,1 0,-1 1,1 0,-1 1,0 0,1 0,-1 1,1 0,-1 1,1 0,-1 1,1-1,0 2,0-1,1 2,-1-1,1 1,0 0,0 1,0-1,-5 7,2 0,2 0,0 1,0 0,1 1,1 0,0 0,-3 12,-13 38</inkml:trace>
  <inkml:trace contextRef="#ctx0" brushRef="#br0" timeOffset="-6214.389">1552 11386,'48'-101,"-30"67,-1-1,-2-1,-1 0,1-15,-13 37,-12 41,-7 26,3 1,2 1,2 0,3 0,0 56,8-90,0-1,2 1,0-1,2 0,0 0,2 2,14 31</inkml:trace>
  <inkml:trace contextRef="#ctx0" brushRef="#br0" timeOffset="-5858.827">2260 11346,'-4'5,"0"1,0 0,1 0,0 1,0-1,0 1,1-1,0 1,0 0,0 0,1 0,0 0,1 0,0 0,0 0,0 0,1 0,0 0,0 0,1 0,0 0,0-1,0 1,1-1,0 1,1-1,-1 0,1 0,0 0,0-1,1 1,0-1,1 1,6 2,1 0,0-1,0 0,1-1,0-1,0 0,0-1,1 0,0-2,-1 1,1-2,0 0,0 0,0-2,0 1,-1-2,1 0,0-1,-1-1,1 0,-1-1,1-1,-7 2,1 0,-1-1,0 0,-1 0,0-1,1 0,-2 0,1-1,-1 0,0 0,0-1,-1 0,0 1,0-2,-1 1,0 0,-1-1,0 0,0 0,-1 0,0 0,0 0,-1 0,0-1,-1 1,0 0,-1-1,0 1,0 0,-1-1,0 1,0 0,-1 0,1 2,-1-1,0 0,0 1,-1 0,0-1,0 1,-1 1,1-1,-1 1,-1 0,1 0,-1 0,0 1,-1 0,1 0,-1 0,0 1,0 0,0 0,-1 1,0 0,1 1,-1-1,0 1,0 1,0 0,0 0,0 0,0 1,0 0,-1 1,1 0,0 0,0 0,0 1,1 1,-1-1,0 1,-2 2,-4 3,0 1,1 1,-1 0,2 1,0 0,0 1,1 0,0 1,1 0,1 1,0 0,1 1,-26 46</inkml:trace>
  <inkml:trace contextRef="#ctx0" brushRef="#br0" timeOffset="-4627.393">709 12242,'210'-24,"305"-24,797-2,-122-36,605-1,-254 45,1103 31,-1173 43,-166 69,-251-22,8 8,-287-3,-112 4,-487-68,-208-29,-6-2</inkml:trace>
  <inkml:trace contextRef="#ctx0" brushRef="#br0" timeOffset="-3705.313">4960 10103,'-8'5,"0"0,0 1,0 0,1 0,0 1,0 0,0 0,1 0,0 1,1 0,-1 0,2 1,-1 0,1 0,0 0,1 0,0 0,1 1,0-1,0 1,1 0,0-1,1 1,0 0,0 0,1-1,1 1,0 0,0-1,0 1,1-1,1 0,0 0,0 0,3 3,-1-3,2 0,-1 0,1-1,1 0,0 0,0-1,0 0,1 0,0-1,0-1,0 0,1 0,0-1,0 0,0-1,0 0,1-1,-1 0,1-1,-1 0,1-1,8-1,-11 1,1-1,0 0,-1 0,1-1,-1 0,0-1,0 0,0-1,0 1,0-2,-1 1,0-1,1-1,-2 1,1-1,-1-1,0 1,0-1,-1 0,0-1,0 0,-1 0,0 0,0 0,-1-1,0 0,1-4,-2-1,-1 0,0-1,-2 1,1-1,-2 1,0-1,0 1,-2-1,1 1,-2 0,0 0,-1 0,0 1,-1-1,0 1,-1 0,-1 1,0 0,-1 0,0 1,-1 0,0 1,0-1,-1 2,-1 0,1 0,-1 1,-1 1,0 0,0 0,0 2,-1-1,1 2,-2-1,2 4,1 0,-1 0,1 2,-1-1,0 1,1 1,-1 0,1 1,0 1,0-1,0 2,0 0,1 0,0 1,0 1,0-1,1 2,0-1,0 2,1-1,0 1,1 1,0-1,0 2,1-1,0 1,1 0,0 0,1 0,-2 7,-28 74,12-4</inkml:trace>
  <inkml:trace contextRef="#ctx0" brushRef="#br0" timeOffset="-2883.652">4907 11253,'134'-190,"-52"56,-70 125,-9 32,-23 248,9 122,11-311</inkml:trace>
  <inkml:trace contextRef="#ctx0" brushRef="#br0" timeOffset="-1687.044">1713 12977,'68'-214,"-5"2,-54 189,-9 23,1 0,-1 0,1 0,-1 0,1 1,-1-1,1 0,-1 0,1 0,-1 0,0 1,1-1,-1 0,1 1,-1-1,0 0,1 1,-1-1,0 0,1 1,-1-1,0 1,0-1,1 0,-1 1,0-1,0 1,0-1,0 1,1-1,-1 1,0-1,0 1,0-1,0 1,0-1,0 1,0-1,0 1,-1-1,1 1,0-1,0 1,0-1,0 1,-1-1,1 0,0 1,-1-1,1 1,0-1,-3 138,0-92,2-1,2 1,2-1,2 1,6 22,10 2,3-13</inkml:trace>
  <inkml:trace contextRef="#ctx0" brushRef="#br0" timeOffset="-1464.414">2380 12790,'5'-19,"2"-15,1 1,2 0,1 0,8-14,-19 46,0 1,0-1,0 0,0 1,0-1,0 0,0 0,0 1,0-1,1 0,-1 1,0-1,0 0,1 1,-1-1,0 1,1-1,-1 0,0 1,1-1,-1 1,1-1,-1 1,1-1,-1 1,1 0,0-1,-1 1,1 0,-1-1,1 1,0 0,-1 0,1-1,0 1,-1 0,1 0,0 0,0 0,-1 0,1 0,0 0,-1 0,1 0,0 1,-1-1,1 0,0 0,-1 0,1 1,0-1,-1 0,1 1,-1-1,1 1,-1-1,1 1,-1-1,1 1,-1-1,1 1,-1-1,0 1,1-1,-1 1,4 12,-1-1,0 1,-1 0,0 0,-1-1,-1 1,0 0,-1 7,1-8,-8 109,-4-1,-6 0,-15 42,15-82</inkml:trace>
  <inkml:trace contextRef="#ctx0" brushRef="#br0" timeOffset="-1131.016">1698 14167,'27'-339,"-13"160,-8 227,7 82,4 0,15 36,-18-107</inkml:trace>
  <inkml:trace contextRef="#ctx0" brushRef="#br0" timeOffset="-847.639">2367 14019,'49'-242,"-45"224,7 51,0 101,-5 0,-7 1,-6 11,2-81</inkml:trace>
  <inkml:trace contextRef="#ctx0" brushRef="#br0" timeOffset="837.363">5134 12509,'-7'4,"0"0,0 1,0 0,1 0,0 1,0-1,0 2,1-1,0 0,0 1,0 0,1 0,0 1,1-1,0 1,0-1,0 1,1 0,0 0,0 1,1-1,1 0,-1 0,1 1,0-1,1 0,0 0,0 1,1-1,0 0,1 0,-1-1,4 7,0-2,1 0,1 0,0-1,0 0,1 0,1-1,0 0,0 0,1-1,0-1,0 0,1 0,0-1,1-1,-1 0,1-1,0 0,1-1,-1 0,1-1,-1-1,1 0,0-1,0 0,0-1,0-1,0 0,0-1,0 0,-1-1,1-1,-1 0,9-4,-7 2,-1 0,1-1,-1 0,-1-1,1-1,-1 0,-1-1,0 0,0-1,-1 0,0-1,-1 0,0-1,-1 0,-1 0,0-1,0 0,-2 0,0-1,0 0,-2 0,0 0,0-1,-1 0,-1 1,-1-1,0-4,-2 14,1-1,-1 1,0-1,0 1,-1-1,1 1,-2 0,1 0,-1 0,1 0,-2 0,1 1,-1-1,1 1,-2 0,1 0,0 0,-1 1,0 0,0 0,0 0,-1 0,1 1,-1 0,0 0,0 0,0 1,0 0,-4-1,-8 1,0 2,0 0,0 1,0 0,0 2,0 0,1 1,-1 1,1 0,0 2,0 0,1 0,0 2,1 0,0 0,0 2,1 0,0 1,-7 7,7-6,0 2,0-1,2 1,0 1,0 0,2 1,0 0,1 1,0 0,2 0,0 1,1 0,1 0,-2 17,0 25</inkml:trace>
  <inkml:trace contextRef="#ctx0" brushRef="#br0" timeOffset="1219.563">5161 13979,'2'-16,"1"-1,0 1,1 0,0 0,1 1,1-1,1 1,5-9,-5 8,85-162,-77 167,-16 41,-11 45,-4 8,5 2,3 0,4 0,4 11,9-4,3-14</inkml:trace>
  <inkml:trace contextRef="#ctx0" brushRef="#br0" timeOffset="2002.846">7046 13699,'2'18,"1"11,0 7,-1 6,0 8,-3 9,-2 8,1 8,-1 10,2 7,0 5,5 2,6 1,4-4,2-6,-3-19</inkml:trace>
  <inkml:trace contextRef="#ctx0" brushRef="#br0" timeOffset="3671.813">14493 15183,'0'-2,"0"1,1 0,-1 0,0 0,1 0,-1 0,1 0,-1 0,1 0,0 0,-1 0,1 1,0-1,0 0,0 0,-1 0,1 1,0-1,0 1,0-1,0 1,0-1,0 1,0-1,1 1,-1 0,0-1,0 1,0 0,0 0,0 0,0 0,0 0,1 0,-1 0,0 1,0-1,0 0,0 1,1-1,240 27,-164-16,486 65,84-21,-604-53,-37-4,-21-2</inkml:trace>
  <inkml:trace contextRef="#ctx0" brushRef="#br0" timeOffset="19154.414">1110 4287,'-149'-13,"138"16,1 0,-1 1,1 0,0 1,0 0,0 1,1 0,0 0,0 1,1 0,-1 1,-6 7,9-9,-22 20,1 2,1 1,1 1,1 0,-16 31,30-44,1 1,0 0,1 0,2 1,-1 0,2 0,1 1,0 0,1-1,1 1,1 0,1 7,5 16,2-1,2 1,1-1,13 29,-11-35,-1 0,-2 1,-2 0,-1 0,-2 0,0 17,-4-48,1 0,-1 0,-1-1,1 1,-1 0,0 0,0 0,-1 0,0-1,0 1,0-1,0 1,-1-1,0 0,0 0,0 0,-1-1,0 1,0-1,0 1,0-1,-1-1,0 1,1-1,-1 1,0-2,-1 1,1 0,-1-1,1 0,-1 0,1-1,-1 1,-65 1,93 10,-10-8,0 0,-1 1,1 1,-1-1,0 2,-1 0,0 0,0 1,0 0,-1 0,-1 1,0 0,0 1,-1 0,0 0,-1 1,0 0,-1 0,0 0,-1 0,-1 2,6 40,-3 1,-2 1,-2-1,-3 0,-3 1,-10 52,-60 285,64-351,2-1,2 1,2 0,1 39,3-77,-1 1,2-1,-1 1,0 0,1-1,0 1,0-1,0 1,1-1,0 0,-1 1,2-1,-1 0,0 0,1 0,-1-1,1 1,0-1,1 1,-1-1,0 0,1 0,0 0,0-1,0 1,0-1,0 0,0 0,0-1,1 1,-1-1,1 0,-1 0,1 0,0-1,2 1,48-9,0-8</inkml:trace>
  <inkml:trace contextRef="#ctx0" brushRef="#br1" timeOffset="47320.328">1445 4247,'-94'-14,"55"6,0 2,-1 2,0 1,1 3,-33 3,20 5,1 2,0 3,0 2,1 2,1 2,1 3,1 1,1 3,1 2,1 1,2 2,-32 31,37-22,1 3,2 0,2 2,1 2,3 0,3 2,1 1,2 1,3 1,2 1,2 0,2 7,-2-2,3 0,3 1,2 0,3 0,3 0,2 1,3-1,8 43,-3-62,2 0,2-1,1-1,2 0,2-1,1-1,2-1,1 0,2-2,1-1,2 0,0-2,3-2,0 0,6 1,45 36,4-4,2-4,2-3,65 26,-76-49,2-4,78 15,30 10,-122-31,0-3,1-3,1-3,48 2,493 4,-565-18,1-2,-1-2,1-2,-1-1,10-6,119-30,-87 24,-1-3,-2-4,0-4,3-6,-61 25,-1-1,0-2,0 0,-1-2,-1 0,-1-1,0-2,-1 0,-2-1,0 0,0-2,-2 0,-1-1,-1-1,-1 0,-1-1,-1 0,-1-1,5-20,-5-13,-1 0,-4-1,-2 0,-2 0,-4 1,-5-29,-10-40,-6 1,-20-55,7 46,-7 3,-5 1,-66-121,-107-153,209 387,0 0,-2 2,0 0,-1 0,-1 2,-1 0,0 1,0 0,-1 2,-1 0,0 1,-1 2,0 0,-20-6,-37-7,-1 3,0 3,-50-1,28 2,-22-5,0 6,-2 5,1 5,0 6,-1 5,1 5,1 6,-81 24,119-15,1 4,2 3,-35 23,106-52,7-4,-1 1,1 0,-1 0,1 1,0-1,0 1,0 0,0 0,0 1,1-1,-1 1,1 0,0 0,2 2</inkml:trace>
  <inkml:trace contextRef="#ctx0" brushRef="#br1" timeOffset="57679.264">13102 4381,'-1'-1,"0"0,-1 1,1-1,-1 0,1 1,-1-1,1 1,-1 0,1-1,-1 1,1 0,-1 0,1 0,-1 0,0 0,1 0,-1 1,1-1,-1 0,1 1,-1-1,1 1,-1 0,1-1,0 1,-1 0,1 0,0 0,0 0,0 0,-1 0,1 0,0 0,0 1,1-1,-1 0,0 1,0-1,1 0,-1 1,1-1,-1 1,1-1,-1 1,1-1,0 1,0 0,0-1,0 1,0-1,0 1,0-1,1 2,-3 6,1 1,0 0,1 0,0 0,0 0,1-1,0 1,1 0,0-1,1 1,0-1,0 1,1-1,1 0,-1-1,1 1,5 6,-4-7,1 0,0-1,0 0,1 0,-1 0,2-1,-1 0,1-1,-1 0,1 0,1-1,-1 0,1-1,-1 0,1 0,0-1,0 0,0-1,5 0,-11-1,0 1,1 0,0 0,0-1,0 0,0 0,0 0,0-1,0 1,0-1,-1 0,1 0,0-1,-1 0,1 0,-1 0,1 0,-1-1,0 1,0-1,0 0,0 0,0-1,-1 1,0-1,0 0,0 0,0 0,1-2,35-182,-34 159,0 11,-2 0,0 0,-1-1,-1 1,-1-1,0 1,-3-14,1 26,-1 0,-1 0,1 0,-1 0,0 1,0 0,-1 0,0 0,1 0,-2 1,1-1,0 1,-1 1,0-1,0 1,0 0,0 0,0 1,-1 0,1 0,-1 0,0 1,1 0,-1 0,0 1,0 0,1 0,-1 0,0 1,-2 1,4-2,-1 0,1 1,0 0,-1 0,1 0,0 1,0-1,0 1,0 1,0-1,0 1,1 0,-1 0,1 0,-3 2,-6 5,0 1,0 0,1 0,0 1,1 1,0 0,1 1,1 0,0 0,1 1,1 0,0 0,1 1,-2 7,-31 95,26-92</inkml:trace>
  <inkml:trace contextRef="#ctx0" brushRef="#br1" timeOffset="59000.62">14132 4474,'16'-14,"12"-27,-3-2,-1-1,-2-1,-2-1,-2-1,2-13,-20 114,-21 55,-11 104,32 2,0-212,-1-1,1 1,0-1,-1 1,1-1,-1 1,0-1,0 0,0 1,0-1,0 0,0 0,-1 1,1-1,-1 0,1-1,-1 1,0 0,0 0,0-1,0 1,0-1,0 1,0-1,-1 0,1 0,0 0,-1 0,1 0,0-1,-1 1,1-1,-1 1,0-1,1 0,-1 0,1 0,-1-1,-78 0,432 1,-325-5,-32 2</inkml:trace>
  <inkml:trace contextRef="#ctx0" brushRef="#br1" timeOffset="77922.287">13102 5811,'2'-12,"0"-1,1 1,1 0,0 1,0-1,1 1,0-1,1 2,1-1,-1 1,2-1,-1 2,2-2,3-4,210-324,-222 338,17-19,-17 20,0 1,0-1,0 0,-1 0,1 1,0-1,0 0,0 1,0-1,0 0,0 1,0-1,0 0,0 0,0 1,0-1,0 0,0 1,0-1,1 0,-1 0,0 1,0-1,0 0,0 0,0 1,1-1,-1 0,0 0,0 1,1-1,-1 0,0 0,0 0,0 1,1-1,-1 0,0 0,1 0,-1 0,0 0,0 0,1 0,-1 0,0 0,1 0,-1 0,0 0,0 0,1 0,-1 0,0 0,1 0,-1 0,0 0,1 0,-1 0,0 0,0 0,1-1,-1 1,0 0,0 0,1 0,-1-1,0 1,0 0,-19 129,-79 453,97-539,3-31</inkml:trace>
  <inkml:trace contextRef="#ctx0" brushRef="#br1" timeOffset="78486.072">14012 5838,'14'-31,"1"0,2 1,1 0,1 2,2 0,26-41,-17 23,-2-1,-2-1,-3-1,13-38,-50 155,2 0,3 1,4 1,2-1,4 24,-1-21,-28 145,26-204,-11 67,0-66,5-12</inkml:trace>
  <inkml:trace contextRef="#ctx0" brushRef="#br1" timeOffset="78752.745">14064 6119,'14'0,"13"0,12 0,10 0,8 0,4 0,-2 0,-6 0,-11 0,-11 2,-19 3,-10 1</inkml:trace>
  <inkml:trace contextRef="#ctx0" brushRef="#br1" timeOffset="79396.063">13156 6186,'16'-3,"16"0,15 1,10-3,7 0,2 1,-6 1,-9 1,-20-1,-28-1,-15 1</inkml:trace>
  <inkml:trace contextRef="#ctx0" brushRef="#br0" timeOffset="125279.665">16525 4782,'27'-35,"-1"-1,-2-1,-2-1,-1-1,-2 0,-2-2,-1 0,-3-1,6-30,-19 121,2 1,2-1,11 46,-13-81,6 44,29 256,-35-256</inkml:trace>
  <inkml:trace contextRef="#ctx0" brushRef="#br0" timeOffset="125992.583">16484 6092,'267'-285,"-246"260,-21 25,0 1,0-1,0 0,0 1,0-1,1 0,-1 1,0-1,0 0,0 1,0-1,0 0,1 1,-1-1,0 0,0 0,0 1,1-1,-1 0,0 0,0 1,1-1,-1 0,0 0,1 0,-1 1,0-1,1 0,-1 0,0 0,1 0,-1 0,0 0,1 0,-1 0,0 0,1 0,-1 0,0 0,1 0,-1 0,1 0,-1 0,0 0,1 0,-1-1,-24 129,-10 89,32-160,4 0,1 0,10 44,-1-29</inkml:trace>
  <inkml:trace contextRef="#ctx0" brushRef="#br2" timeOffset="142392.207">3142 7349,'-6'-13,"-1"0,-1 0,0 1,0 0,-1 1,-1 0,0 0,0 1,-1 1,-1-1,1 2,-2 0,1 0,-1 1,0 0,0 1,-1 1,-14-4,12 2,-60-29,-2 4,-1 3,-2 4,0 3,-49-5,47 18,0 3,-1 4,1 3,-1 4,1 3,0 5,1 2,1 5,1 3,0 3,-40 22,43-16,2 4,1 3,2 3,2 3,2 3,2 3,-20 24,68-57,0 1,1 1,1 0,1 2,1-1,1 2,1 0,1 0,1 1,-6 22,2 3,2 1,3 0,2 1,2 0,2 0,2 0,3 0,4 25,6-25,2 0,2-2,2 1,2-2,2-1,3 0,1-2,2-1,23 26,-40-53,12 21,2-1,1-2,2 0,1-2,1 0,2-3,1 0,2-2,0-2,2-1,16 6,6-9,1-3,0-2,2-3,-1-3,2-2,-1-3,1-3,47-4,102 3,1-9,125-23,-296 24,0-2,-1-2,-1-1,0-2,0-2,-1-2,-1-1,-1-2,30-21,-19 4,-2-1,-2-2,-1-2,-2-2,-3-2,-1-1,-2-2,7-17,-22 30,-2 0,-1-1,-1-1,-2-1,-2 0,-2-1,-2 0,-1 0,-2 0,-1-1,-3 0,-1 0,-2 0,-2 0,-5-16,-4-9,-4 0,-2 1,-4 0,-2 2,-3 1,-2 1,-3 2,-3 1,-26-32,43 65,-1 0,0 1,-2 0,-1 2,0 1,-2 1,0 1,-1 1,-1 1,-1 2,0 1,-1 1,-1 1,0 1,-1 2,-20-1,1 2,-2 2,1 3,-1 2,-9 2,-104 8</inkml:trace>
  <inkml:trace contextRef="#ctx0" brushRef="#br2" timeOffset="152725.523">12701 7336,'4'1,"0"1,0-1,0 0,0 0,1-1,-1 1,0-1,0 0,1 0,-1 0,0 0,0-1,1 0,-1 0,0 0,0 0,0-1,0 0,0 0,-1 0,1 0,0 0,-1-1,0 1,1-1,-1 0,0 0,-1 0,2-2,9-4,33-24,-2-2,-1-2,-2-2,-1-1,-2-2,-2-3,-31 39,29-60,-34 66,0 0,0 0,0 1,0-1,0 0,0 0,0 0,0 1,-1-1,1 0,0 0,0 0,0 0,0 1,-1-1,1 0,0 0,0 0,0 0,-1 0,1 0,0 0,0 1,0-1,-1 0,1 0,0 0,0 0,-1 0,1 0,0 0,0 0,0 0,-1 0,1 0,0 0,0 0,-1 0,1-1,0 1,0 0,0 0,-1 0,1 0,0 0,0 0,0-1,-1 1,1 0,0 0,0 0,0 0,0-1,0 1,0 0,-1 0,1 0,0-1,0 1,0 0,0 0,0-1,0 1,0 0,0 0,-7 11,0 1,0 0,1 0,1 1,0-1,1 1,0 0,1 1,0 2,-1 3,-104 438,108-457,-4 14,2 0,0 1,0-1,1 1,1 0,0-1,2 2,2 4</inkml:trace>
  <inkml:trace contextRef="#ctx0" brushRef="#br2" timeOffset="153333.838">14078 7175,'-6'-1,"0"0,-1 0,1 1,-1 0,1 0,-1 1,1-1,0 1,-1 1,1-1,0 1,0 0,0 1,0 0,0-1,0 2,1-1,0 1,-1 0,1 0,1 0,-1 1,1-1,-1 1,1 0,1 1,-1-1,1 1,0-1,0 1,-1 5,1-2,0 1,2-1,-1 1,1-1,0 1,1-1,0 1,1 0,0-1,0 1,1-1,0 1,1-1,0 0,0 0,1 0,0 0,1-1,0 1,0-1,3 2,0 1,1 0,0-1,1 0,0 0,1-1,0 0,0-1,1 0,-1-1,2-1,-1 1,1-2,0 0,8 2,-8-4,0-1,0 0,1 0,-1-1,0-1,1 0,-1-1,0-1,0 0,0 0,0-2,0 1,0-2,-1 0,0 0,0-1,0 0,-1-1,0-1,0 0,-1 0,0-1,0 0,-1-1,0 0,-1 0,0-1,0 0,-2 0,1-1,-1 0,-1 0,0-1,1-4,-3 4,0 1,-1 0,0 0,-1-1,0 1,-1-1,0 0,-1 1,-1-1,0 1,0 0,-1 0,-1 0,0 0,-1 0,0 1,0 0,-2 0,1 0,-1 1,-1-1,0 2,0-1,-1 1,0 1,0 0,-1 0,0 1,-1 0,0 0,0 1,0 1,0 0,-1 0,0 2,0-1,0 1,-10-1,5 5,0 1,0 0,0 1,1 0,-1 1,1 1,0 1,0 1,1 0,0 1,0 0,0 1,1 1,1 0,0 1,0 0,1 1,0 1,-3 5,-44 47</inkml:trace>
  <inkml:trace contextRef="#ctx0" brushRef="#br2" timeOffset="166655.183">13196 8405,'-6'-1,"-1"0,0 1,0 0,1 0,-1 1,0 0,1 0,-1 1,0-1,1 1,0 1,-1-1,1 1,0 0,0 1,1-1,-1 1,1 0,0 1,0-1,0 1,0 0,1 0,0 0,0 1,1 0,-1 0,0 2,-1 2,0 1,0 0,1 1,1-1,0 1,1 0,0 0,1 0,0 0,0 0,2 0,-1 0,2 0,-1 0,3 7,3 0,1-1,0 0,1 0,0-1,2-1,0 1,1-2,1 1,0-2,1 0,0 0,1-2,1 0,0 0,0-1,1-1,1-1,0-1,0 0,0-1,1-1,0-1,0-1,2 0,-13-2,0-1,1 0,-1-1,1 0,-1 0,1-1,-1 0,0 0,1-1,-1 0,0-1,0 0,0 0,-1 0,1-1,-1 0,0-1,0 0,0 0,0 0,-1-1,0 0,0 0,-1 0,0-1,0 0,0 0,0-2,2-11,0-1,-2 1,0-1,-2 0,0-1,-2 1,0 0,-1-1,-1 1,-1-1,-1 1,-1 0,-1 0,0 1,-2-1,-1 1,0 0,-1 1,-9-13,12 17,-2 0,0 0,0 1,-1 0,-1 0,-1 1,0 1,0 0,-1 0,-1 1,0 0,0 1,-1 1,0 0,-13-5,23 13,-1-1,0 1,0 0,1 0,-1 1,0-1,0 1,0 0,0 0,0 1,1 0,-1-1,0 2,0-1,1 0,-1 1,1 0,-1 0,1 0,0 1,0 0,0-1,0 2,0-1,1 0,-1 1,1-1,-1 2,-5 6,1 1,1 0,0 0,0 1,1 0,1 0,0 1,1-1,-1 4,-9 58,5-5</inkml:trace>
  <inkml:trace contextRef="#ctx0" brushRef="#br2" timeOffset="167070.566">14238 8538,'-7'5,"0"-1,0 1,0 0,0 1,1-1,0 1,0 1,1-1,-1 1,2 0,-1 0,1 0,0 1,0 0,1 0,0 0,0 0,1 0,0 0,1 1,0-1,0 1,1-1,0 1,0-1,1 1,0-1,0 0,1 1,0-1,2 2,5 9,2-1,0 0,1-1,1 0,0-1,1-1,1 0,0-1,1 0,1-1,0-1,1-1,0 0,0-2,1 0,1-1,-1 0,20 3,-30-7,1 0,0-1,0 0,0-1,0 0,0-1,0 0,1 0,-1-1,0-1,1 1,-1-2,0 1,0-2,0 1,0-1,0-1,-1 0,1 0,-1-1,0 0,0 0,-1-1,1 0,2-4,1-8,-1 0,-1-1,-1-1,-1 1,0-2,-2 1,0-1,-1 0,-1 0,-1 0,-1 0,-1-1,-1 1,0-1,-4-13,4 14,-1 1,-1-1,-2 1,1-1,-2 1,-1 0,-1 1,0-1,-1 1,-2 1,1-1,-2 2,-1-1,-12-14,17 26,0 0,0 1,-1 0,1 0,-1 1,0 0,-1 0,1 1,0 0,-1 0,0 1,0 0,0 1,1-1,-1 2,0 0,-1 0,1 0,1 1,-1 0,0 1,0 0,-7 3,-16 6,0 1,0 1,1 2,1 1,-14 11,-52 34</inkml:trace>
  <inkml:trace contextRef="#ctx0" brushRef="#br2" timeOffset="174279.343">16658 7456,'-4'2,"-1"-1,0 1,1 1,0-1,-1 1,1-1,0 1,1 0,-1 1,0-1,1 1,0-1,-1 1,2 0,-1 0,0 1,1-1,0 0,0 1,0 0,0-1,1 1,-1 2,-1 3,0 0,0 0,1 1,1-1,-1 1,2 0,-1-1,1 1,1 0,0-1,1 1,0-1,0 1,1-1,1 0,-1 0,2 0,-1-1,1 1,1-1,0 0,0-1,1 1,0-1,0 0,1-1,0 0,0 0,1-1,-1 0,1 0,1-1,-3-1,0 0,-1-1,1 1,0-2,0 1,1-1,-1 0,1-1,-1 1,1-2,-1 1,1-1,-1 0,1 0,-1-1,1 0,-1-1,1 1,-1-2,0 1,0-1,0 0,0 0,0-1,-1 1,1-2,-1 1,4-4,2-8,0 0,-1 0,-1-1,-1 0,0 0,-1-1,-1-1,-1 1,0-1,-1 0,-2-1,0 1,0-1,-2 1,-1-1,0 1,-2-1,0 1,-1-3,1 7,-1-1,0 0,-1 1,-1 0,0 0,-1 0,-1 1,0 0,-6-9,9 17,1 1,-1 0,0 0,-1 0,1 1,-1-1,0 1,0 0,0 1,0-1,-1 1,1 0,-1 0,0 1,0-1,0 2,0-1,-1 0,1 1,0 0,-1 1,1-1,0 1,-1 1,0-1,0 1,0 1,1 0,-1 0,1 0,-1 0,1 1,0 0,0 1,0-1,1 1,-1 0,1 1,0-1,0 1,0 0,1 0,-1 1,2-1,-1 1,0 0,1 0,-2 4,-3 9,1-1,1 1,0 1,2-1,0 1,1 0,1 3,-2 37,2-6</inkml:trace>
  <inkml:trace contextRef="#ctx0" brushRef="#br2" timeOffset="175114.448">16605 8592,'-5'5,"0"0,1 1,0 0,0 0,0 0,1 0,-1 0,2 1,-1-1,1 1,0 0,0 0,1 0,0 0,0 0,1 4,-2 3,1 1,0-1,2 1,-1-1,2 0,0 1,1-1,0 0,1 0,0 0,2-1,-1 1,2-1,-1-1,2 1,0-1,0 0,1-1,1 0,0 0,0-1,1-1,0 1,1-2,0 0,0 0,1-1,0 0,0-1,0-1,5 1,-10-3,0 0,0-1,0 0,0 0,0-1,1 0,-1-1,0 1,1-2,-1 1,0-1,0 0,1-1,-1 0,0 0,0-1,-1 0,1 0,-1-1,1 0,-1 0,0-1,0 0,-1 0,0 0,0-1,0 0,0 0,-1-1,0 0,0 0,2-17,-1 0,0 0,-2 0,-1-1,-1 0,-1 0,-1 1,-2-15,2 32,1-12,-2 0,1 1,-2-1,-1 0,0 0,-1 1,-1 0,-1 0,0 0,-2 1,0-1,0 2,-12-16,18 29,0 1,-1 0,1 0,0 0,-1 0,0 1,1-1,-1 0,0 1,0 0,0 0,0 0,0 0,0 0,0 1,0-1,0 1,-1 0,1 0,0 0,0 0,0 1,0-1,0 1,0 0,0 0,0 0,0 0,0 0,0 1,0-1,1 1,-1 0,0 0,1 0,0 0,-1 0,1 0,-1 2,-18 17,1 0,1 2,0 0,2 1,-3 8,-37 48,19-33</inkml:trace>
  <inkml:trace contextRef="#ctx0" brushRef="#br0" timeOffset="210465.082">17086 4527,'-20'-32,"17"25,-1 1,0-1,0 1,0-1,0 1,-1 1,0-1,-1 1,1 0,-1 0,0 0,0 1,-1 0,1 0,-6-2,-4 0,1 1,-1 0,0 1,0 1,-1 1,1 0,-1 1,1 1,-1 0,1 2,-1-1,-2 3,10 1,-1 0,1 1,-1 1,2 0,-1 0,1 1,0 0,1 0,-1 0,2 1,-1 1,1-1,1 1,0 0,0 0,1 0,0 1,1-1,0 1,0 4,-4 10,1 1,1-1,1 1,2 0,0 0,2 0,1 0,2 12,-2-27,1 0,1 0,-1-1,2 1,-1-1,1 0,1 0,0 0,0 0,1-1,0 0,1 0,0-1,0 1,1-1,0-1,1 0,-1 0,1-1,0 0,1 0,0-1,-1 0,2-1,-1 0,0-1,1 0,4 1,-5-2,1 0,-1-1,1 0,-1 0,1-1,-1 0,1-1,-1 0,1-1,-1 0,0-1,0 0,0-1,0 0,0 0,-1-1,0 0,0 0,0-1,-1-1,0 1,0-1,0-1,6-13,-1-1,-1-1,-1 0,-2 0,0-1,-1 0,-1-1,-1 0,1-21,-2 30,-2 1,0-1,-1 1,-1-1,0 0,-1 0,-1 0,-1 1,0-1,-1 0,0 1,-1 0,-1-1,0 2,-2-1,1 1,-2 0,0 0,-3-3,4 8,-1 1,0 0,0 0,-1 1,0 0,-1 0,1 1,-1 0,0 1,-1 0,1 1,-1 0,0 0,0 2,0-1,0 1,-1 1,1 0,-1 0,1 1,0 1,-1 0,1 0,0 1,-1 1,1 0,0 0,1 1,-1 0,1 1,0 0,0 1,0 0,1 1,0 0,-1 1,-2 7,0 1,0 1,2 0,0 1,1 0,1 1,0-1,2 1,0 1,1-1,1 1,1 0,0 0,2 0,0 0,2 1,1 9,-2-16,2 0,-1-1,2 1,0 0,1-1,0 0,0 0,2 0,0 0,0-1,1 0,0 0,1-1,1 0,0 0,0-1,1 0,0-1,1 0,0 0,0-1,1-1,0 0,0 0,12 3,-10-5,1 0,0-1,0 0,0-1,1-1,-1 0,1-2,-1 1,3-2,-11 1,0-1,0 0,0-1,0 1,0-1,0 0,0-1,-1 0,1 0,-1 0,0-1,0 0,0 0,-1 0,1-1,-1 0,0 0,-1 0,1-1,3-5,0-8,0 0,-1 0,-1 0,-1-1,-1 0,-1 0,0 0,-1-1,-2 1,0 0,-1-1,-1 1,-1 0,0 0,-2 0,0 1,-2-1,-4-9,4 12,0 0,-1 0,-1 0,0 1,-2 1,0 0,-1-1,8 11,0 0,0 1,0-1,-1 1,0 0,0 0,0 0,0 1,-1 0,1 0,-1 0,0 1,1 0,-1 0,-1 0,1 1,0 0,0 0,0 0,-1 1,1 0,-4 1,1 1,1 2,0-1,0 1,1 0,-1 1,1 0,0 0,0 0,0 1,1 0,0 0,0 1,1 0,0 0,0 0,0 1,1-1,0 1,0 1,-29 53</inkml:trace>
  <inkml:trace contextRef="#ctx0" brushRef="#br0" timeOffset="211424.328">16845 5798,'1'-5,"2"-67,-3 70,0 1,0-1,0 0,-1 1,1-1,0 1,-1-1,1 0,-1 1,0-1,1 1,-1-1,0 1,0 0,0-1,0 1,0 0,0 0,-1 0,1-1,0 1,0 0,-1 1,1-1,-1 0,1 0,-1 1,1-1,-1 0,1 1,-1 0,0-1,1 1,-1 0,0 0,1 0,-1 0,0 0,1 0,-1 0,-6 4,0 0,0 0,0 0,0 1,1 0,-1 1,2-1,-1 1,0 1,1-1,0 1,1 0,0 1,0-1,0 1,1 0,0 0,1 1,-2 4,-4 8,1 1,1-1,2 1,0 0,1 1,1-1,1 1,1-1,1 1,1 0,1-1,4 23,-3-32,0 1,1-1,0 1,1-1,1 0,0-1,1 0,0 0,0 0,2-1,-1 0,1 0,1-1,0 0,0-1,1 0,0-1,1 0,0 0,0-1,8 2,-10-4,-1-1,1 0,1 0,-1-2,0 1,1-1,-1 0,1-1,0-1,-1 1,1-2,0 1,0-2,-1 1,1-1,-1-1,0 0,0 0,0-1,0-1,0 0,-1 0,0 0,0-1,0-1,-1 1,0-2,1 0,4-12,0 0,-2-1,0-1,-1 0,-1 0,-1-1,-2 0,0 0,-1-1,-1 0,-1 0,-2 0,0 0,-1 0,1-4,-1 0,-1 0,-2 0,0 0,-8-24,9 43,0 0,-1 0,0 1,-1-1,0 1,0 0,-1 0,0 0,0 1,-1 0,0 0,0 0,-1 1,0-1,0 2,0-1,-1 1,0 0,-6-3,3 4,1 0,-1 1,0 0,1 0,-1 1,0 1,-1 0,1 0,0 1,0 1,0 0,0 0,0 1,0 1,0 0,1 0,-1 1,1 0,0 1,-8 4,4 0,1-1,0 2,1 0,0 0,0 1,1 0,1 1,0 1,1-1,0 1,0 1,2 0,0 0,-2 7,1-1,2 1,0 0,1 0,1 0,1 0,1 1,1 0,1-1,0 1,2-1,2 7,-2-15,1 0,0 0,1-1,0 1,1-1,0 0,1-1,1 1,0-1,0 0,1-1,0 0,1 0,0 0,1-1,0-1,0 0,1 0,1 0,-4-3,0 1,0-1,1 0,0-1,0 0,0-1,0 0,0 0,1-1,0 0,-1 0,1-1,0-1,-1 1,1-2,0 1,0-1,-1-1,1 0,-1 0,1-1,-1 0,0-1,0 0,0 0,-1-1,1 0,3-3,0-9,0-1,-1 0,-1 0,-1-1,-1-1,0 1,-2-1,0 0,-1-1,-1 0,-1 1,-1-1,0 0,-2-7,3 0,-1-1,-1 1,-2 0,0-1,-2 1,-3-6,6 30,-1 1,1 0,-1 0,0-1,0 1,-1 0,1 0,-1 0,1 0,-1 0,0 0,0 0,0 1,-1-1,1 1,0 0,-1-1,0 1,1 0,-1 1,0-1,0 0,0 1,-1-1,1 1,0 0,0 0,-1 1,1-1,0 1,-1-1,1 1,0 0,-1 0,1 0,-2 1,-15 4,-1 0,1 1,0 2,0 0,1 1,0 0,1 2,-5 4,-6 2,-48 28</inkml:trace>
  <inkml:trace contextRef="#ctx0" brushRef="#br1" timeOffset="-178967.957">1298 4314,'-7'-9,"0"0,0 1,-1 0,0 0,-1 0,0 1,0 1,-1-1,1 2,-1-1,0 1,-1 1,0 0,1 0,-1 1,-10-2,-202 2,194 5,0 2,0 1,1 1,0 1,0 2,0 1,1 1,0 1,1 1,1 1,0 2,1 1,-12 11,-2-1,2 3,1 0,2 3,1 0,1 2,3 2,0 0,3 2,1 1,1 1,3 1,-17 68,4 2,6 1,4 1,-6 112,22-186,2 0,2 1,1 0,3 0,1-1,2 1,1 0,6 15,5-10,1-1,2 0,3-2,1 0,2-2,2-1,1-1,23 23,-6-15,2-3,2-1,1-3,3-2,31 16,-30-25,1-2,1-3,1-3,48 12,81 30,149 92,-282-140,0-3,1-1,1-3,0-2,0-3,0-2,0-3,10-3,59 2,-74 3,250-13,123-64,-382 68,0-1,0-3,-1-1,-1-2,-1-1,0-2,4-5,316-170,-328 175,-2-1,0-2,-1 0,-1-2,-2 0,0-2,-2-1,-1-1,-1 0,-1-2,-2 0,-1-1,-1-1,-2 0,-1-1,-1 0,0-9,2-46,-3 0,-4-1,-4 0,-6-41,-4-2,-6 0,-5 0,-32-107,38 193,-2 0,-1 1,-3 1,-1 1,-2 0,-3 2,0 1,-11-9,7 8,-3 2,-1 1,-2 2,-1 1,-2 2,-2 1,0 2,-2 2,-1 2,-1 2,-2 2,-26-9,-43-6,-1 6,-2 4,-80-6,-115-3,-1 14,-80 14,338 5,-1 4,1 1,0 3,0 3,0 2,1 2,1 3,0 2,1 3,0 2,-6 12,2 3,1 2,2 2,2 3,2 2,2 2,2 2,-17 26,35-42,2 2,1 1,2 1,1 1,2 1,2 0,-3 14,-4 26,3 1,3 0,4 2,4 0,4 0,3 1,4 38,2-82,2 0,1-1,3 0,0 0,3-1,1 0,2-1,1 0,2-1,22 32,-7-18,3-2,2-1,2-2,2-2,2-2,21 16,4-3,3-4,1-2,3-4,73 32,-21-15,-84-70,-16-2,101 24,402-13,-482 1,-1-2,1-3,-1-1,16-6,-11 0,-1 2,1 2,1 2,30 3,466 29,-499-27,0-1,-1-3,1-2,-1-3,0-1,37-14,-60 13,0 0,0-2,-2-1,1-2,-2 0,0-1,-1-1,-1-1,-1-1,0-1,-2-1,0 0,-2-1,0-1,-2-1,-1 0,0-1,-2 0,-1 0,-1-2,0-5,12-54,-3 0,-4 0,-4-1,-4-1,-4-32,-3-23,-7 0,-5 1,-7 1,-7 0,-10-19,29 130,-1 1,-1 1,-1 0,-1 0,-2 1,-1 0,-2 2,0 0,-1 0,-2 2,-17-16,6 12,-1 3,-1 0,-2 2,0 2,-2 1,0 2,-24-7,-64-20,-90-19,186 56,24 7,-178-52,-3 9,-2 8,-52 1,129 24,-1 6,0 4,1 4,-1 6,-49 13,57 0,2 6,1 3,1 5,-15 13,68-28,1 2,1 2,1 2,2 1,0 3,3 2,0 1,2 2,2 1,1 2,3 1,1 2,1 1,3 1,-11 26,14-8,3 1,2 0,4 1,2 1,3 0,3 1,2 0,4 0,2 0,9 42,2 35,1-16</inkml:trace>
  <inkml:trace contextRef="#ctx0" brushRef="#br1" timeOffset="-173443.302">17019 4621,'2'3,"4"2,2 3,0 0</inkml:trace>
  <inkml:trace contextRef="#ctx0" brushRef="#br0" timeOffset="-96885.97">1124 10009,'-27'-1,"19"0,0 0,-1 0,1 0,0 1,0 1,0-1,0 1,-1 1,1-1,0 1,1 1,-1 0,0 0,1 0,0 1,-1 0,1 0,1 1,-1 0,1 0,0 1,-2 1,0 10,0 0,1 1,0 0,2 0,0 1,1 0,1 0,1-1,0 2,1 13,0 46,3 0,4 1,3-1,3-1,5 3,-12-59,-2-16,-1 0,0 0,0 1,0-1,-1 0,0 1,0-1,0 1,-1-1,0 1,-1-1,1 1,-1-1,0 1,-1-1,0 0,0 1,0-1,0 0,-1 0,0-1,-1 1,1 0,-1-1,0 0,-4 4,-5-3,0-1,-1 0,1-1,-1-1,0 0,0 0,0-2,-1 0,1 0,0-1,-14-3,-15 3,94 16,-35-10,0 0,0 1,-1 0,0 2,-1 0,0 0,0 1,5 6,-14-11,0 0,-1 0,1 1,-1 0,0-1,0 1,-1 1,1-1,-1 0,-1 1,1 0,-1 0,-1-1,1 1,-1 0,0 0,-1 1,1-1,-1 0,-1 0,0 5,-6 19,-2 0,0-1,-2 1,-2-2,-1 0,-6 9,-6 15,8-16,2 1,1 1,2 0,1 1,2 4,7-33,1 0,1 0,0 1,0-1,1 0,1 1,0-1,0 0,1 0,0 0,1 0,1 0,-1-1,2 1,-1-1,2 0,-1 0,1 0,1-1,6 8,-8-12,-1 0,1-1,0 0,0 0,0 0,0 0,1-1,0 0,0 0,0 0,0-1,0 0,0 0,0 0,1-1,-1 0,1 0,0-1,-6-1,-5-1</inkml:trace>
  <inkml:trace contextRef="#ctx0" brushRef="#br0" timeOffset="-80047.198">13450 10317,'1'-6,"1"1,-1-1,1 1,0 0,1 0,-1 0,1 0,0 0,0 0,1 1,-1 0,1-1,3-1,4-7,49-60,13-16,50-79,-99 131,-24 49,-62 203,2 38,21-86,36-156,3-8,0 0,0 0,0 0,-1 0,1 0,-1-1,0 1,0 0,0 0,0-1,-1 1,1 0,-1-1,1 1,-1-1,0 0,0 0,0 0,0 0,-1 0,1 0,0 0,-1 0,1-1,-1 0,0 1,0-1,-112-17,149 13,-31 3,161-1,61 13,-207-11</inkml:trace>
  <inkml:trace contextRef="#ctx0" brushRef="#br0" timeOffset="-78744.405">14426 10249,'-1'0,"1"-1,-1 1,1-1,-1 1,1-1,0 0,-1 1,1-1,-1 0,1 1,0-1,0 0,-1 1,1-1,0 0,0 1,0-1,0 0,0 0,0 1,0-1,0 0,0 0,0 1,0-1,0 0,1 1,-1-1,0 0,0 1,1-1,-1 0,1 1,-1-1,1 0,61-105,-32 63,101-165,-131 208,0 1,0-1,0 0,0 0,0 1,0-1,0 0,0 0,1 1,-1-1,0 0,0 0,0 0,1 0,-1 1,0-1,0 0,0 0,1 0,-1 0,0 1,0-1,1 0,-1 0,0 0,0 0,1 0,-1 0,0 0,0 0,1 0,-1 0,0 0,0 0,1 0,-1 0,0 0,0 0,1 0,-1 0,0 0,0-1,1 1,-1 0,0 0,0 0,0 0,1-1,-1 1,0 0,0 0,0 0,1-1,-1 1,-3 27,3-27,-108 536,91-402,17-133,0 0,0 0,1 1,-1-1,-1 0,1 0,0 1,0-1,0 0,-1 0,1 0,0 1,-1-1,1 0,-1 0,0 0,1 0,-1 0,0 0,0 0,1 0,-1 0,0 0,0-1,0 1,0 0,0-1,0 1,0 0,0-1,-1 1,1-1,0 0,0 1,0-1,-1 0,1 0,0 0,0 0,-1 0,1 0,0 0,0 0,0 0,-1 0,1-1,0 1,0 0,0-1,0 1,-1-1,1 0,0 1,0-1,-119-55,120 56,0 0,1 0,-1 0,0 0,0 0,0 0,0-1,0 1,1 0,-1 0,0 0,0-1,0 1,0 0,0 0,0 0,0 0,0-1,0 1,0 0,0 0,1-1,-1 1,0 0,0 0,-1 0,1-1,0 1,0 0,0 0,0 0,0-1,0 1,0 0,0 0,0 0,0-1,0 1,-1 0,1 0,0 0,26 2,-25-2,40 6,252 25,-211-33,-68-1</inkml:trace>
  <inkml:trace contextRef="#ctx0" brushRef="#br0" timeOffset="-65164.975">13543 11279,'-6'-2,"1"0,0-1,0 1,0 0,0 0,-1 1,1-1,0 1,-1 0,1 1,-1 0,1-1,-1 2,0-1,1 1,-1-1,1 2,0-1,-1 0,1 1,0 0,0 0,0 1,0 0,0 0,1 0,-1 0,1 0,-4 5,2 3,0 1,1 0,0 0,1 1,0 0,1-1,1 1,0 0,0 0,1 1,1-1,1 0,-1 0,2 0,0 0,3 8,-1-6,1 0,1 0,0-1,1 0,1 0,0-1,1 1,0-2,1 0,1 0,0 0,0-1,1-1,1 0,-1-1,2 0,-5-3,1 0,0 0,0-1,0 0,1-1,0 0,-1 0,1-2,1 1,-1-1,0-1,1 0,-1-1,0 0,1 0,-1-1,0-1,1 0,-1 0,0-1,0-1,3-2,-5 2,0-1,-1 0,0-1,0 0,0-1,-1 1,0-1,-1-1,1 1,-1-1,0 0,-1-1,0 1,-1-1,0 0,0 0,0 0,-1-2,3-9,-2-1,0 1,-1-1,-1 0,-1 0,0 0,-2 0,-1-2,0 3,-1 1,0 0,-2-1,0 1,-2 1,0-1,-5-8,9 19,-2 0,1 1,-1-1,0 1,-1 0,1 0,-2 0,1 1,-1 0,1 0,-2 1,1 0,-1 0,1 1,-1 0,0 0,-5-1,7 3,0 1,0-1,-1 1,1 1,0-1,-1 1,1 0,0 1,-1-1,1 1,0 1,0-1,0 1,-1 0,2 0,-1 1,0 0,0 0,1 0,0 0,0 1,0 0,0 0,0 1,1-1,0 1,0 0,-3 4,0 2,0 0,0 0,1 1,0 0,1 0,0 1,1-1,1 1,0 0,1 0,0 0,1 0,0 7,10 54,8-8</inkml:trace>
  <inkml:trace contextRef="#ctx0" brushRef="#br0" timeOffset="-64515.497">14319 11506,'75'-101,"-47"67,157-191,-147 190,-37 35,0 0,-1 1,1-1,-1 0,1 1,-1-1,1 1,-1-1,1 1,-1-1,0 1,1 0,-1-1,0 1,1-1,-1 1,0 0,0-1,1 1,-1 0,0-1,0 1,0 0,0-1,0 1,0 0,0 0,0-1,0 1,-1 0,1-1,0 1,0 0,0-1,-1 1,1-1,0 1,-1 1,-25 338,28-326,-1 0,-1 0,0 0,-1 0,0 0,-1 0,-1-1,0 1,-1-1,-1 1,0-1,0-1,-1 1,-1-1,0 0,-1 0,0-1,-1 0,-9 9,15-16,-1-1,0 0,0 1,0-2,0 1,0 0,0-1,-1 0,1 0,-1 0,0-1,1 1,-1-1,0 0,0 0,-1-1,5 0,0-1,0 1,0-1,1 1,-1-1,0 0,1 0,-1 1,1-1,-1 0,1 0,-1 1,1-1,-1 0,1 0,0 0,-1 0,1 0,0 0,0 0,0 0,0 1,0-1,0 0,0 0,0 0,0 0,0 0,0 0,1 0,-1 0,0 0,1 0,-1 1,1-1,-1 0,1 0,-1 0,1 1,-1-1,1 0,0 1,-1-1,1 0,0 1,0-1,-1 1,1-1,0 1,0 0,0-1,1 1,87-9,-66 10,206 12,-217-11</inkml:trace>
  <inkml:trace contextRef="#ctx0" brushRef="#br0" timeOffset="-57890.023">16658 10356,'-9'28,"1"0,2 0,0 1,2 0,1 0,2 0,1 11,0-36,0-1,0 1,1-1,-1 0,1 1,0-1,0 1,0-1,0 0,1 0,0 1,-1-1,1 0,0-1,0 1,1 0,-1-1,0 1,1-1,0 1,0-1,-1 0,1 0,0-1,1 1,-1-1,0 1,0-1,1 0,-1 0,0 0,1-1,0 1,9-2,0-1,0 0,0-1,0-1,0 0,-1 0,0-1,0-1,0 0,-1-1,0 0,0 0,0-1,-1-1,7-8,1 3,-2-2,0 0,-1-1,0 0,-1-2,-1 1,-1-2,-1 1,-1-2,0 1,-2-1,0-1,3-17,-9 33,-1 1,0-1,-1 0,1 1,-1-1,0 0,0 0,-1 0,1 1,-2-1,1 0,0 1,-1-1,0 1,0 0,-1-1,1 1,-1 0,0 0,-1 1,1-1,-1 1,0-1,0 1,0 0,-1 1,1-1,-1 1,0 0,0 0,0 0,-1 1,-6-2,0 0,0 2,-1-1,0 1,1 1,-1 0,0 1,0 0,1 1,-1 1,0 0,1 0,-1 2,1-1,0 1,0 1,1 0,-1 1,1 0,0 1,1 0,-1 1,1 0,1 1,0-1,0 2,1-1,0 1,0 1,1-1,1 1,-5 9,-18 43,7-3</inkml:trace>
  <inkml:trace contextRef="#ctx0" brushRef="#br0" timeOffset="-57591.992">16564 11238,'0'17,"1"-1,0 0,1 1,1-1,0 0,1 0,1-1,0 1,1-1,1 0,1-1,0 1,0-1,2-1,-1 0,2 0,0-1,0 0,1-1,1 0,0-1,0-1,1 0,0-1,0 0,1-1,0 0,0-2,-5 0,-1-1,1-1,-1 0,1 0,0-1,0 0,0 0,0-1,1-1,-1 0,0 0,0-1,0 0,0-1,0 0,0-1,0 0,0 0,-1-1,0 0,0-1,0 0,0 0,-1-1,0 0,7-7,-8 0,0 0,-1-1,0 0,-1 0,-1-1,0 1,-1-1,0 0,-2 0,0 0,0 0,-1 0,-1 0,-1 0,0 0,-1 0,0 0,-1 1,-1 0,0-1,-6-7,5 7,-1 0,0 1,-1 1,-1-1,0 1,-1 1,0-1,-1 2,-10-9,16 15,0 1,0 0,0 1,-1-1,0 1,0 0,0 1,0-1,0 1,0 0,-1 1,1-1,0 1,-1 1,1-1,-1 1,0 0,1 0,-1 1,1 0,-1 0,1 1,0 0,-6 2,-3 4,0 0,1 1,0 1,0 0,1 0,1 2,-1 0,-5 8,-38 44</inkml:trace>
  <inkml:trace contextRef="#ctx0" brushRef="#br0" timeOffset="-50330.515">13437 12562,'-8'10,"1"0,1 0,0 1,0 0,1 0,0 0,1 1,1 0,-1-1,2 1,0 1,0-1,1 0,1 0,0 0,0 1,1-1,1 0,0 0,1 0,0 0,1-1,0 1,1-1,0 0,4 6,3-2,0-1,0 0,1-1,1-1,0 0,1 0,0-2,1 0,0-1,1 0,0-2,0 1,0-2,1-1,0 0,0-1,0-1,1-1,-1 0,1-1,-1-1,14-2,-25 1,1-1,0 1,-1-1,0 0,1-1,-1 0,0 0,0-1,0 1,-1-1,0-1,1 0,-1 1,-1-2,1 1,-1-1,0 0,0 0,-1 0,1 0,-1-1,-1 0,1 0,-1 0,-1 0,1-1,0-6,-1-7,-2 1,0-1,-1 0,-1 1,-2 0,1 0,-2 0,-1 0,-1 0,0 1,-1 0,-1 1,-1 0,-1 0,0 1,-1 1,-6-6,4 2,-1 2,-2 0,1 1,-2 0,0 1,-1 1,-1 1,-9-4,20 12,0 1,0 1,-1-1,0 2,0-1,0 1,0 1,0 0,-1 0,1 1,-1 0,1 1,-1 0,1 1,-1 0,1 1,-1 0,1 0,0 1,-3 2,5-1,-1 0,1 1,0 0,1 1,-1 0,1 0,0 0,1 1,0 0,0 0,0 1,1 0,0 0,0 0,1 0,0 1,1 0,0 0,0 0,1 0,0 0,0 0,1 1,0-1,1 1,0-1,1 0,0 1,0-1,1 0,0 1,1-1,0 1,29 59,8-7</inkml:trace>
  <inkml:trace contextRef="#ctx0" brushRef="#br0" timeOffset="-49975.751">14586 12803,'-5'0,"1"1,0 0,0 0,-1 0,1 0,0 1,0-1,0 1,1 0,-1 1,0-1,1 0,-1 1,1 0,0 0,0 0,0 0,0 1,1-1,-1 1,1-1,0 1,0 0,0 0,1 0,-1 0,1 0,0 0,0 1,0-1,1 0,-1 1,1-1,0 0,1 1,-1-1,1 0,0 1,1 5,2 0,-1 0,1 0,1-1,0 1,0-1,1 0,0-1,0 1,1-1,0-1,1 1,0-1,0 0,0-1,8 5,1-1,0 0,1 0,1-2,-1 0,1-2,0 0,1-1,9 2,-18-5,1 0,0 0,0-1,-1-1,1 0,0 0,0-1,0 0,-1-1,1-1,-1 0,1 0,-1-1,0-1,-1 0,1 0,-1-1,0-1,0 1,-1-1,0-1,0 0,0 0,-1-1,-1 0,0 0,2-4,-2-1,0 0,-1 0,-1-1,0 0,-1 0,-1 0,0-1,-1 1,-1-1,0 1,-1-1,-1 1,-1-1,0 1,0-1,-2 1,0 0,-5-11,6 15,-1 1,-1 0,0 0,0 1,-1-1,0 1,0 0,-1 1,0 0,-1 0,0 0,0 1,-1 0,0 1,0 0,0 0,-1 1,1 0,-1 1,-1 0,1 0,-1 1,1 1,-1 0,0 0,0 1,0 0,-8 2,-1 0,1 1,0 1,0 1,0 1,0 0,1 1,-1 2,2-1,-15 10,-12 9,1 1,2 2,-23 22,-40 40,14-4</inkml:trace>
  <inkml:trace contextRef="#ctx0" brushRef="#br0" timeOffset="-46574.87">13583 14367,'21'-66,"3"1,2 1,14-21,4-9,35-84,-68 161,-11 17,1 0,0 0,-1 0,1 0,-1 0,1 0,-1 1,1-1,-1 0,1 0,-1 1,1-1,-1 0,1 1,-1-1,1 0,-1 1,1-1,-1 1,0-1,1 1,-1-1,0 1,0-1,1 1,-1-1,0 1,0-1,0 1,1 0,-1-1,0 1,0-1,0 1,0 0,0-1,0 1,0-1,-1 1,1-1,0 1,0 0,0-1,0 1,-1-1,1 1,1 249,-3-131,0 32,14 128,-11-266,18 67,-10-68</inkml:trace>
  <inkml:trace contextRef="#ctx0" brushRef="#br0" timeOffset="-46142.245">14626 14247,'-8'10,"0"0,0 1,2 0,-1 0,1 0,1 1,0 0,0 0,1 1,1-1,0 1,1 0,0 1,1-7,1 0,0 1,0-1,0 1,1-1,0 0,1 0,0 1,0-1,0 0,1 0,0-1,0 1,1 0,-1-1,1 0,1 0,0 0,-1-1,2 1,-1-1,0 0,3 1,5 2,1-1,0-1,0 0,0 0,1-1,-1-1,1-1,0 0,1-1,-1 0,0-1,1-1,-1-1,0 0,0-1,1 0,-1-1,0-1,-1 0,1-1,-1-1,0-1,0 1,2-4,-3 1,-1-1,0 0,-1-1,0 0,0-1,-2 0,1 0,-1-1,-1-1,0 1,-1-1,-1-1,0 1,-1-1,3-13,-3 5,0 1,-1-1,-2 0,0 0,-2 0,0 0,-1 0,-2 0,0 0,-4-11,5 24,-1 1,0 0,0 0,-1 0,0 0,0 0,-1 1,0-1,-1 1,0 1,0-1,0 1,-1 0,0 0,-1 1,0 0,1 0,-2 1,1 0,-1 1,1-1,-1 2,-1-1,1 1,0 1,-2-1,-11 3,0 0,0 2,0 0,0 2,1 0,-1 1,1 1,0 1,1 1,-1 1,2 1,-1 1,2 0,-1 1,1 1,1 1,-14 15,-100 100,79-69</inkml:trace>
  <inkml:trace contextRef="#ctx0" brushRef="#br0" timeOffset="-44950.143">13704 13926,'0'0,"0"-1,1 1,-1-1,1 1,0-1,-1 1,1 0,-1-1,1 1,0 0,-1-1,1 1,0 0,-1 0,1 0,0-1,0 1,-1 0,1 0,0 0,-1 0,1 0,0 0,0 0,-1 1,1-1,0 0,-1 0,1 1,0-1,-1 0,1 1,0-1,-1 0,1 1,-1-1,1 1,-1-1,1 1,-1-1,1 1,-1-1,1 1,-1 0,0-1,1 1,-1 0,-7 37,-14 0,-2-1,-1-1,-2-1,-1-1,-12 9,13-13,-118 139,134-153,23-23,161-197,36-36,-163 196,-47 44,0-1,1 1,-1-1,0 1,1-1,-1 1,0 0,1-1,-1 1,0 0,1-1,-1 1,1 0,-1-1,1 1,-1 0,1 0,-1 0,1 0,-1-1,1 1,-1 0,1 0,-1 0,1 0,-1 0,1 0,-1 0,1 0,-1 0,1 1,-1-1,1 0,-1 0,1 0,-1 1,1-1,-1 0,1 0,-1 1,1-1,-1 0,0 1,1-1,-1 0,0 1,1-1,-1 1,0-1,0 1,1-1,-1 1,0-1,0 1,0-1,1 1,-1-1,0 1,0-1,0 1,0-1,-3 37,3-34,-17 154,8 1,9 125,1-173,-1-105,0-4,1 1,-1-1,1 1,-1 0,0-1,0 1,0-1,0 1,0 0,0-1,0 1,0 0,-1-1,1 1,-1-1,1 1,-1-1,1 1,-1-1,0 1,0-1,0 0,0 1,0-1,0 0,0 0,0 1,0-1,-1 0,1 0,0-1,-1 1,1 0,-1 0,1-1,-1 1,1-1,-1 1,1-1,-1 1,0-1,1 0,-205-7,383 10,114 18,-353-17,-182-4,219 2,25-2,0 0,0 0,1 0,-1 0,0 0,0 0,0 0,0 1,1-1,-1 0,0 0,0 0,0 0,0 1,0-1,0 0,1 0,-1 0,0 1,0-1,0 0,0 0,0 0,0 1,0-1,0 0,0 0,0 1,0-1,0 0,0 0,0 0,0 1,0-1,0 0,-1 0,1 0,0 1,0-1,0 0,0 0,0 0,26 7,24 1,1-2,-1-2,1-2,0-2,10-3,-17-3</inkml:trace>
  <inkml:trace contextRef="#ctx0" brushRef="#br0" timeOffset="-44361.027">14826 14099,'-10'-5,"-1"0,0 1,0 0,0 0,0 2,0-1,-1 1,0 1,1 0,-1 0,1 1,-1 1,0 0,1 1,-1 0,1 1,0 0,-1 0,2 1,-1 1,0 0,1 0,-7 6,6 0,0 2,1-1,0 1,1 0,0 1,1 0,1 1,0 0,1 0,1 0,0 0,1 1,1 0,1 0,0 0,0 0,2 14,0-20,0 0,1 0,0 0,1 0,0 0,1 0,0 0,0 0,1-1,0 0,1 0,0 0,0 0,1-1,0 0,0 0,1 0,0-1,1 0,0 0,0-1,0 0,0-1,1 1,0-2,0 1,1-1,-1-1,3 1,-1-1,0 0,-1-1,1-1,0 0,0 0,0-1,0-1,0 0,0 0,-1-1,1 0,0-1,-1 0,0-1,1 0,-1-1,-1 0,1 0,-1-1,0 0,0-1,-1 0,0 0,0-1,-1 0,0 0,0-1,4-6,-3 1,0 0,-1-1,-1 0,0 0,-1 0,-1-1,0 0,-1 1,0-1,-2-1,0 1,-1 0,0 0,-1 0,-1 0,-1 0,0 0,-1 0,-1 1,0-1,-1 1,0 1,-2-1,0 1,-1 0,5 8,0 2,0-1,-1 1,0-1,0 1,0 0,0 1,-1 0,1-1,-1 2,0-1,0 1,0-1,0 2,0-1,0 1,-1 0,1 0,-1 1,1 0,-3 0,-29 5</inkml:trace>
  <inkml:trace contextRef="#ctx0" brushRef="#br0" timeOffset="-43716.978">15789 13071,'-34'184,"8"2,-1 155,18 375,10-628,0 140,-1-202</inkml:trace>
  <inkml:trace contextRef="#ctx0" brushRef="#br0" timeOffset="-41339.712">16751 13351,'112'-334,"-65"196,-41 126,-5 23,-78 345,22-60,40-217</inkml:trace>
  <inkml:trace contextRef="#ctx0" brushRef="#br0" timeOffset="-40992.03">16564 14327,'151'-254,"-117"208,-26 48,-13 61,-11 59,4 0,5 98,8-148</inkml:trace>
  <inkml:trace contextRef="#ctx0" brushRef="#br0" timeOffset="-40285.231">15923 15343,'540'14,"180"-3,-690-12,-5 2,1-2,-1-1,0-1,0-1,0-1,15-6,-20 2</inkml:trace>
  <inkml:trace contextRef="#ctx0" brushRef="#br0" timeOffset="-39428.936">16484 12348,'16'7,"17"4,18 3,21 2,19-1,17 0,10-2,4-4,-4-3,-10-3,-15-2,-17-1,-21-2,-17-2,-19 3,-18 3,-18 7,-6 1</inkml:trace>
  <inkml:trace contextRef="#ctx0" brushRef="#br0" timeOffset="-38625.109">12821 13472,'-2'16,"-1"11,0 12,-1 11,-3 17,-5 16,-4 22,-7 25,-6 24,-7 25,-7 18,-5 14,6-28</inkml:trace>
  <inkml:trace contextRef="#ctx0" brushRef="#br0" timeOffset="-33404.959">9653 13873,'-11'-5,"-2"-1,2 5,4 5,4 5,2 8,2-1</inkml:trace>
  <inkml:trace contextRef="#ctx0" brushRef="#br0" timeOffset="-33124.859">9572 14300,'0'16,"-2"8,-1 4,0-3</inkml:trace>
  <inkml:trace contextRef="#ctx0" brushRef="#br0" timeOffset="-32841.462">9533 14795,'2'22,"1"15,-2 8,-2-4</inkml:trace>
  <inkml:trace contextRef="#ctx0" brushRef="#br0" timeOffset="-24159.208">7915 4715,'-106'-49,"104"48,0 0,0 0,1 0,-1 0,0 0,1 0,-1-1,1 1,-1-1,1 1,-1-1,1 1,0-1,0 0,0 1,0-1,0 0,0 0,1 0,-1 0,1 0,-1 0,1 0,0 0,-1 0,1 0,0 0,0 0,1 0,-1 0,0 0,1 0,-1 0,1 0,0 0,-1 0,1 0,1-1,54-58,-31 45,1 1,0 2,1 1,0 1,1 1,0 1,1 2,16-2,-42 8,109-12,-108 13,1 0,0 0,-1 1,1 0,-1 0,1 0,-1 0,1 1,-1-1,0 1,1 0,-1 1,0-1,-1 1,1-1,0 1,-1 1,1-1,-1 0,0 1,0-1,1 3,1 8,0 0,0 0,-2 0,1 0,-2 1,0-1,-1 1,0 0,-2-1,1 1,-3 11,1-11,0 1,-1-1,0 0,-1 0,-1 0,0-1,-1 1,-1-1,0-1,-1 1,0-1,-1-1,-1 1,0-2,0 1,-2-1,-3 2,-220 174,232-185,0 0,0 0,0 0,0 0,1 1,-1-1,1 1,0 0,-1-1,1 1,1 0,-1 0,0 1,1-1,-1 0,1 0,0 1,0-1,1 1,-1-1,1 1,-1-1,1 1,0 0,0-1,1 1,-1-1,1 1,0-1,0 1,0-1,0 0,0 1,1-1,0 0,-1 0,1 0,1 0,8 6,1 0,0-1,1 0,-1-1,2 0,-1-1,15 4,7 5,6 4</inkml:trace>
  <inkml:trace contextRef="#ctx0" brushRef="#br0" timeOffset="-23890.915">7956 6079,'13'-7,"7"-7,3-5,-3-5,-5-2,-5-1,-4-1,-7 5,-9 6,-7 8,-5 10,-1 12,3 8,10 7,16 2,22-5,6-7</inkml:trace>
  <inkml:trace contextRef="#ctx0" brushRef="#br0" timeOffset="-23139.076">10349 4755,'-2'-6,"0"0,0 0,1 0,0 0,0 0,1 0,0 0,0-1,0 1,1 0,0 0,0 0,0 0,1 0,0 0,0 1,1-1,-1 0,1 1,0 0,1 0,-1 0,1 0,0 0,0 1,1-1,-1 1,2 0,7-4,0 1,0 1,1 0,0 0,0 2,0 0,1 0,0 1,-1 1,1 1,0 0,0 1,0 0,0 1,-1 1,9 2,-12-2,1 1,0 0,-1 1,1 1,-1-1,0 2,0 0,-1 0,0 1,7 5,-13-8,0-1,0 1,0 0,-1 0,0 0,1 1,-1-1,-1 1,1-1,-1 1,0 0,0 0,0 0,-1 0,1 1,-1-1,-1 0,1 1,-1-1,0 0,0 1,0-1,-1 0,0 1,0 0,-5 9,-1-1,0 0,-1 0,0-1,-1 1,0-2,-2 0,1 0,-1 0,-1-2,0 1,-4 2,-15 15,13-12,1 1,1 1,0 1,2 0,-3 5,13-18,1 0,-1 1,1 0,0-1,1 1,0 0,0 0,0 0,1 1,0-1,0 0,1 1,0-1,1 0,-1 1,1-1,1 0,-1 0,1 2,3 2,1 1,-1-1,2 0,-1 0,2-1,-1 0,1 0,1-1,2 2,19 19</inkml:trace>
  <inkml:trace contextRef="#ctx0" brushRef="#br0" timeOffset="-22875.251">10696 5705,'-25'83,"24"-81,1 1,0-1,0 0,0 0,0 0,0 1,1-1,-1 0,1 0,-1 0,1 0,0 0,0 0,-1 0,2 0,-1 0,0 0,0 0,0 0,1-1,-1 1,1-1,0 1,-1-1,1 1,0-1,0 0,0 0,0 0,0 0,0 0,0 0,0-1,0 1,0-1,0 1,1-1,5 1,0-1,0 0,-1 0,1-1,0 0,0 0,0-1,-1 0,1-1,-1 1,1-1,-1-1,0 1,0-1,-1 0,1-1,4-4,-7 7,0-1,-1 0,1-1,-1 1,0-1,1 1,-2-1,1 0,0 0,-1 0,0-1,0 1,0 0,0-1,-1 1,0-1,0 0,0 1,0-1,-1 0,1 0,-1 0,-1 1,1-1,-1 0,0 0,0 1,0-1,-1-2,-1 2,1 0,-1 1,0-1,0 1,0 0,-1 0,1 0,-1 0,0 1,0-1,-1 1,1 0,-1 0,1 1,-1 0,0-1,0 1,0 1,0-1,0 1,0 0,-1 0,1 0,0 1,-1 0,1 0,0 0,0 1,-1 0,1 0,0 0,0 0,0 1,0 0,0 0,0 0,0 1,1 0,-1-1,1 2,0-1,-1 1,2 2,0 0,0 0,0 0,1 0,0 1,0 0,1-1,0 1,0 0,0-1,1 1,0 3,2 37</inkml:trace>
  <inkml:trace contextRef="#ctx0" brushRef="#br0" timeOffset="-22119.734">8009 7589,'-36'-109,"37"106,-1 0,1-1,0 1,0 0,1 0,-1 0,0 0,1 0,0 0,0 0,0 1,0-1,0 1,1-1,-1 1,1 0,-1 0,1 0,0 0,0 0,0 1,0-1,0 1,0 0,0 0,0 0,0 0,1 1,-1-1,0 1,1 0,-1 0,0 0,1 0,-1 0,0 1,4-2,42-6,0 3,1 2,-1 2,1 2,11 3,-51-4,1 1,-1 0,0 1,0 0,0 1,0 0,0 0,6 5,-14-8,1 1,-1-1,0 1,1 0,-1 0,0 0,0 0,0 1,0-1,0 0,-1 1,1-1,-1 1,0 0,1 0,-1-1,0 1,-1 0,1 0,0 0,-1 0,0 0,0 0,0 0,0 0,0 0,0 0,-1 0,1-1,-1 1,0 0,-1 1,-6 13,-1-1,-1 0,-1 0,0-1,-1-1,0 0,-1 0,-1-2,0 1,-1-1,-4 5,-10 9,-88 93,112-112,1-1,-1 1,1 0,0 1,1-1,0 1,0 0,0-1,1 1,0 0,1 0,0 1,0-1,1 0,0 0,0 1,1-1,1 5,2 1,0-1,2 1,-1-1,2 0,0-1,0 1,1-1,7 7,10 13</inkml:trace>
  <inkml:trace contextRef="#ctx0" brushRef="#br0" timeOffset="-21857.433">8196 8538,'-5'7,"0"1,0-1,0 1,1 0,1 0,-1 0,1 1,1-1,-1 1,2 0,-1 0,1 0,1-7,1 0,0 1,0-1,-1 0,1 0,0 0,1 0,-1 0,0 0,1 0,-1-1,1 1,-1 0,1-1,0 1,-1-1,1 0,0 0,0 1,0-1,0 0,0-1,1 1,-1 0,0 0,0-1,0 0,1 1,-1-1,0 0,0 0,1 0,-1 0,0-1,1 1,-1-1,0 1,0-1,0 0,0 0,0 1,0-2,0 1,0 0,0 0,0-1,0 1,-1-1,1 1,0-1,-1 0,1 0,0 0,0-1,-1 1,1 0,-1-1,1 0,-1 1,0-1,0 0,0 1,0-1,-1 0,1 0,-1 0,0 0,0 0,0 0,0 0,0 1,0-1,-1 0,1 0,-1 0,0 0,0 1,0-1,-1 0,1 1,0-1,-1 1,0-1,1 1,-1 0,0 0,0 0,-1 0,1 0,0 0,0 0,-1 1,0-1,1 1,-1 0,1 0,-1 0,0 0,0 0,0 0,0 1,1 0,-1-1,0 1,0 0,-3 1,7-1,1 0,-1 0,0 0,0 0,0 1,0-1,0 1,0-1,0 1,0-1,0 1,0-1,0 1,0 0,0 0,0-1,0 1,-1 0,1 0,0 0,-1 0,1 0,0 0,-1 0,1 0,-1 0,0 0,1 0,-1 0,0 1,0-1,0 0,1 0,-1 0,0 0,-1 1,1-1,0 0,0 0,0 0,-1 0,1 0,-1 0,1 0,-1 0,1 0,-1 0,1 0,-1 0,0 0,0 0,1 0,-1 0,0 0,0-1,0 1,0 0,0-1,0 1,0-1,0 1,0-1,0 0,0 1,0-1,-1 0,1 0,0 1,-1-1,49 15,7-3</inkml:trace>
  <inkml:trace contextRef="#ctx0" brushRef="#br0" timeOffset="-21182.429">10522 7630,'-3'-2,"-1"0,0-1,1 1,-1-1,1 1,0-1,0 0,0 0,0-1,1 1,-1 0,1-1,0 0,0 0,0 1,0-1,1 0,-1 0,1-1,0 1,0 0,1 0,0 0,-1-1,1 1,0 0,1 0,-1-1,1 1,0 0,0 0,0 0,1 0,-1 0,1 0,0 0,0 0,1 1,-1-1,1 1,-1-1,1 1,1-1,11-3,0 0,0 0,0 2,1 0,-1 1,1 0,0 1,1 1,-1 0,0 2,0 0,1 0,0 2,-1-2,0 1,0 1,0 1,0 0,-1 1,1 0,5 4,-16-6,0 0,0 0,0 1,0-1,-1 1,0 0,1 1,-1-1,0 1,0-1,-1 1,1 0,-1 1,0-1,0 1,0-1,-1 1,0 0,0 0,0 0,0 0,-1 0,1 5,-1-2,-1-1,-1 1,1-1,-1 0,-1 1,1-1,-1 0,0 0,-1 0,0 0,0 0,0-1,-1 0,0 1,0-1,-1 0,-84 91,82-90,-14 13,-7 6,1 1,1 1,1 2,-4 8,23-30,1 1,0 0,0 0,1 0,0 1,0-1,1 1,0 0,1 0,0 0,1 0,0 0,1 1,0-1,0 0,1 0,0 1,2 1,1 3,1 0,1-1,0 0,1 0,1 0,0-1,5 6,10 12</inkml:trace>
  <inkml:trace contextRef="#ctx0" brushRef="#br0" timeOffset="-20916.867">10736 8579,'-59'138,"59"-137,-1 0,0 0,1 0,-1 0,1 0,-1 0,1 0,0 0,-1 0,1 0,0 1,0-1,0 0,0 0,0 0,0 1,0-1,0 0,0 0,0 0,1 0,-1 1,1-1,-1 0,1 0,-1 0,1 0,-1 0,1 0,0 0,0 0,-1 0,1-1,0 1,0 0,0 0,0-1,0 1,0 0,0-1,0 1,0-1,0 0,0 1,1-1,-1 0,0 0,0 1,0-1,0 0,1 0,-1 0,0 0,0-1,0 1,0 0,1 0,0-1,5-3,0-1,1 1,-2-2,1 1,-1-1,0 1,0-2,0 1,-1-1,0 0,0 0,-1 0,0 0,0-1,-1 0,0 0,0 0,-1 0,0 0,0-1,0-7,-1 15,-1 0,0 0,1-1,-1 1,1 0,-1 0,0-1,0 1,0 0,0 0,0-1,0 1,0 0,0 0,-1-1,1 1,0 0,-1 0,1 0,-1-1,1 1,-1 0,0 0,1 0,-1 0,0 0,0 0,0 0,1 0,-1 0,0 1,0-1,-1 0,1 1,0-1,0 0,0 1,0 0,0-1,-1 1,1-1,0 1,0 0,-1 0,1 0,0 0,0 0,-1 0,1 0,0 0,0 1,-1-1,1 0,0 1,0-1,-1 1,-14 14,2 5</inkml:trace>
  <inkml:trace contextRef="#ctx0" brushRef="#br0" timeOffset="-19986.624">8102 10356,'-5'-6,"1"-1,-1-1,1 1,1 0,0-1,0 0,0 0,1 1,0-2,0 1,1 0,0 0,1 0,-1-1,2 1,-1 0,1-1,1 1,-1 0,1 0,1 0,-1 0,1 1,1-1,-1 1,1-1,1 1,-1 0,1 1,1-1,-1 1,1 0,0 0,0 1,1 0,-1 0,5-2,-2 1,0 1,1-1,-1 2,1-1,0 2,0-1,0 1,0 1,1 0,-1 0,1 1,0 0,5 1,-10 0,-1 0,1 1,0 0,-1 0,0 0,1 1,-1 0,0 0,0 0,0 0,0 1,0 0,0 0,-1 0,1 1,-1-1,0 1,0 0,-1 1,1-1,-1 0,0 1,0 0,0 0,-1 0,1 1,0 4,0-1,0 1,-1-1,-1 1,0 0,0 0,-1-1,0 1,-1 0,0 0,0 0,-1-1,-1 1,1-1,-1 1,-1-1,0 0,-3 6,-11 16,-1 0,-1-1,-1-1,-12 11,-17 19,24-31,1 2,2 0,1 2,2 0,-4 9,22-37,-1 0,1 1,0-1,0 0,1 1,-1-1,1 0,0 1,0 0,1-1,-1 1,1 0,0-1,0 1,1 0,-1-1,1 1,0-1,0 1,1-1,-1 1,1-1,0 0,0 0,1 0,1 3,39 34,-38-38,0 1,0 0,0 0,0 0,-1 0,0 0,0 1,0 0,-1 0,1 0,-1 0,0 1,-1-1,1 1,-1 0,0 0,-1-1,1 1,-1 0,0 6,-3 0,0-1,-1 1,-1-1,0 0,-1 0,0 0,0 0,-1-1,-1 0,1 0,-2-1,-6 7,3-1,-69 89,79-103,0-1,0 1,1 0,-1 0,1 0,-1 0,1 0,-1 0,1 0,-1 0,1 0,0 0,0 0,-1 0,1 0,0 0,0 0,0 0,0 0,0 0,0 0,1 1,-1-1,0 0,1 0,-1 0,0 0,1 0,-1 0,1-1,-1 1,1 0,0 0,-1 0,1 0,0-1,0 1,0 0,-1 0,1-1,0 1,0-1,0 1,0-1,0 1,0-1,0 0,0 1,0-1,0 0,0 0,0 0,0 0,1 0,-1 0,0 0,0 0,0 0,0-1,0 1,1-1,27 0,1-4</inkml:trace>
  <inkml:trace contextRef="#ctx0" brushRef="#br0" timeOffset="-19296.773">10682 10210,'-120'64,"119"-63,0-1,1 1,-1-1,1 1,-1 0,0-1,1 0,-1 1,0-1,0 1,1-1,-1 0,0 1,0-1,1 0,-1 0,0 0,0 0,0 0,0 0,1 0,-1 0,0 0,0 0,0 0,1 0,-1 0,0-1,0 1,0 0,1-1,-1 1,0-1,1 1,-1-1,0 1,1-1,-1 1,0-1,1 1,-1-1,1 0,-1 1,1-1,0 0,-1 0,1 1,0-1,-1 0,1 0,0 0,0 1,0-1,0 0,-1 0,1 0,0 1,1-1,-1 0,0 0,0 0,0 0,0 1,1-2,-1-3,0 0,0 1,1-1,0 0,0 0,0 0,0 1,1-1,-1 0,1 1,1 0,-1-1,1 1,-1 0,1 0,0 0,1 1,-1-1,1 1,-1 0,1 0,0 0,0 0,0 0,1 1,-1 0,0 0,1 0,0 1,-1-1,2 1,11 1,-1 2,1 0,-1 0,0 2,0 0,0 1,-1 0,1 1,-1 1,-1 1,13 8,-22-13,-1 0,1 0,-1 1,0-1,0 1,0 0,0 1,-1-1,0 1,0-1,0 1,0 0,-1 0,0 0,0 1,0-1,0 0,-1 1,0-1,0 1,-1-1,0 1,0-1,0 1,0 0,-1-1,0 1,0-1,0 0,-2 4,-7 14,-1 0,0-2,-2 1,0-1,-2-1,0-1,-10 10,-8 12,17-21,1 0,1 1,0 1,2 0,1 0,0 1,2 1,1 0,1 0,-2 13,3 6</inkml:trace>
  <inkml:trace contextRef="#ctx0" brushRef="#br0" timeOffset="-19025.318">10643 11306,'0'2,"2"1,3 0,3-1,3-2,-1-2</inkml:trace>
  <inkml:trace contextRef="#ctx0" brushRef="#br0" timeOffset="-18412.785">8329 12643,'-20'8,"-1"-1,-1 0,1-2,-1-1,0 0,-12-1,32-3,0-1,0 1,1 0,-1-1,0 0,1 1,-1-1,0 0,1 0,-1 0,1 0,-1 0,1 0,0 0,0-1,-1 1,1 0,0-1,0 1,0-1,0 1,0-1,1 1,-1-1,0 0,1 1,-1-1,1 0,0 0,0 1,-1-1,1 0,0 0,0 0,1 1,-1-1,0 0,1 0,-1 1,1-1,-1 0,1 1,0-1,0 0,-1 1,1-1,0 1,1 0,-1-1,0 1,0 0,0-1,1 1,0 0,6-9,0 0,1 2,0-1,0 1,1 0,0 1,0 0,0 0,1 1,0 1,1 0,-1 0,1 1,0 1,0 0,0 0,0 1,1 1,-1 0,1 1,5 0,-12 1,0 0,0 0,0 0,0 1,0 0,0 0,-1 0,1 1,-1 0,1 0,-1 1,0-1,0 1,-1 0,1 0,-1 1,0-1,0 1,0 0,-1 0,1 0,-1 1,0-1,-1 1,0-1,2 7,-1-1,0 0,0 0,-1 0,0 1,-1-1,-1 1,0-1,0 1,-1-1,-1 1,0-1,0 0,-1 0,-2 3,-11 21,-2 0,-1 0,-2-2,-1-1,-2 0,-2-1,-3 6,1 1,2 1,-19 39,26-34,7-8</inkml:trace>
  <inkml:trace contextRef="#ctx0" brushRef="#br0" timeOffset="-18142.637">8250 13672,'-16'14,"-6"6,4 1,10-7,14-7,14-10,10-8,0-3</inkml:trace>
  <inkml:trace contextRef="#ctx0" brushRef="#br0" timeOffset="-17529.762">10562 12790,'-3'0,"-67"-8,69 7,-1 1,0-1,1 0,-1 0,1 1,-1-1,1 0,0 0,-1-1,1 1,0 0,0 0,-1-1,1 1,0 0,1-1,-1 1,0-1,0 0,0 1,1-1,-1 0,1 1,0-1,-1 0,1 1,0-1,0 0,0 0,0 1,0-1,0 0,1 0,-1 1,0-1,1 0,0 1,-1-1,6-13,1 1,0 0,1 1,0-1,1 2,1-1,0 1,0 0,1 1,1 1,0 0,0 0,8-4,-17 11,0 0,0 1,0-1,0 1,0-1,1 1,-1 0,1 0,0 1,-1-1,1 1,0 0,0 0,0 0,0 0,0 1,0-1,0 1,0 0,0 0,0 1,0-1,0 1,0 0,0 0,0 0,-1 0,1 1,0 0,-1 0,2 0,2 8,-1 0,1 1,-2-1,0 1,0 0,-1 0,0 1,-1-1,0 1,-1-1,-1 1,0 0,0 0,-1 0,0 0,-1 0,-1 3,-2 5,-1-1,0 1,-2-1,0 0,-1-1,-1 0,-1 0,0-1,-1 0,-2 1,3-6,1 0,0 1,1 0,1 1,0 0,0 0,2 1,-1-1,2 1,0 0,1 1,1-1,0 0,1 1,0 0,2 10,7 7,2-4</inkml:trace>
  <inkml:trace contextRef="#ctx0" brushRef="#br0" timeOffset="-17266.746">10656 13685,'2'2,"6"2,1-1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2:40.8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371 444,'-11'-1,"0"0,0 1,0 1,1 0,-1 0,0 1,1 0,-1 1,1 1,-1-1,1 1,1 1,-1 0,1 1,-1-1,2 2,-1-1,1 1,0 1,0-1,1 1,-1 1,-8 12,0 0,1 0,2 2,0 0,1 0,2 1,0 0,-4 18,8-25,0 2,1-1,1 1,0-1,2 1,0 0,1 0,1 0,1 0,0 0,2 0,0 0,1 0,5 13,-6-27,0 0,0 0,1 0,-1-1,1 1,0-1,0 0,1 0,-1 0,1-1,0 1,0-1,0 0,0-1,1 1,-1-1,1 0,-1 0,1-1,0 0,-1 0,1 0,0-1,0 0,0 0,0 0,0-1,0 1,-1-2,1 1,0 0,-1-1,1 0,-1-1,3-1,19-10,-2-1,0-1,-1-1,0-1,-2-2,0 0,-1-1,-1-1,-1-1,-1-1,-1 0,-2-1,0-1,4-12,1-5,-2-1,-2 0,-1-2,-3 1,-2-2,-2 1,-2-1,-2-1,-2 1,-2-1,-14-93,12 132,0 1,-1 0,1-1,-2 1,1 1,-1-1,0 0,-1 1,0 0,0 0,0 0,-1 1,0 0,0 0,-1 0,3 3,-1 0,0 0,1 1,-1 0,0 0,0 0,0 1,0-1,0 1,0 1,0-1,-1 1,1-1,0 1,0 1,-1-1,1 1,0 0,0 0,0 1,0-1,0 1,0 0,1 0,-1 1,-6 3,2-1,-1 2,1 0,0 0,0 0,1 1,0 1,0-1,1 1,0 0,1 2,-6 13,1 1,1 0,1 0,2 1,0 0,2 1,1 0,1-1,1 1,2 0,0 0,2 0,1 0,1 0,1-1,2 0,8 24,8 12,3-1,2-2,5 5,66 148,-82-151,-14-42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2:41.1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1,'20'13,"19"8,15-1,16-3,13-5,13-5,13-7,11-6,-15-2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2:47.5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0,'16'5,"17"1,16 0,15-2,16-3,12-4,9-4,-14-1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2:48.8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1 523,'102'161,"-56"-82,-42-72,8 15,1-1,1-1,1 0,1-2,0 1,6 3,-22-22,1 1,-1 0,1 0,-1-1,1 1,0 0,-1-1,1 1,-1-1,1 1,0-1,0 1,-1-1,1 1,0-1,0 0,0 1,-1-1,1 0,0 0,0 1,0-1,0 0,-1 0,1 0,0 0,0 0,0 0,0-1,0 1,0 0,-1 0,1-1,0 1,0 0,0-1,-1 1,1-1,0 1,-1-1,1 1,0-1,-1 1,1-1,-1 0,1 1,0-1,-1 0,0 0,1 1,-1-1,1 0,-1 0,0 0,0 1,0-1,5-16,-2-1,-1 1,0-1,-1 1,0-1,-3-9,2-2,2-174,-2 198,1-1,0 1,0-1,0 1,1 0,-1-1,1 1,1 0,-1 0,1 0,-1 0,2 1,-1-1,0 1,1 0,1-2,13-7</inkml:trace>
  <inkml:trace contextRef="#ctx0" brushRef="#br0" timeOffset="284.707">642 510,'0'16,"0"12,-2 8,-1 5,-2 4,0 2,0-1,2-3,3-7,6-10,5-9,2-7,0-6</inkml:trace>
  <inkml:trace contextRef="#ctx0" brushRef="#br0" timeOffset="533.192">469 283,'2'14,"12"6,16 0,15-1,1-4</inkml:trace>
  <inkml:trace contextRef="#ctx0" brushRef="#br0" timeOffset="702.006">1030 603,'-2'16,"-1"12,0 6,1 2,3-1,3-2,6-6,3-8,2-7,-2-6</inkml:trace>
  <inkml:trace contextRef="#ctx0" brushRef="#br0" timeOffset="898.186">923 229,'-9'-6,"2"1,6 5,10 4,4 1</inkml:trace>
  <inkml:trace contextRef="#ctx0" brushRef="#br0" timeOffset="1153.004">1485 82,'0'-67,"0"53,0 47,-7 192,1-102,6 0,7 42,-5-142,1 1,1-1,1 0,1-1,1 1,1-1,11 21,-6-21</inkml:trace>
  <inkml:trace contextRef="#ctx0" brushRef="#br0" timeOffset="1418.976">1217 497,'57'-6,"0"1,0 4,0 1,0 4,0 2,40 9,-85-14,1 1,-1 1,0 0,0 0,0 1,0 0,0 1,-1 1,0 0,0 0,-1 1,0 0,0 1,0 0,-1 1,0 0,-1 0,0 1,-1 0,0 0,0 1,-1 0,0 0,-1 0,4 12,-3 22,-6-39,0 0,0 1,1-1,0 0,0 0,0 0,0 0,1 0,0 0,1 0,-1 0,1-1,0 1,0-1,1 0,0 0,0 0,0 0,0-1,1 0,-1 0,1 0,0 0,3 1,0-3,0 0,0 0,0-1,0 0,0-1,0 0,0 0,0 0,0-1,0 0,0-1,0 0,0 0,0-1,0 0,-1 0,0 0,0-1,0-1,0 1,0-1,-1 0,0 0,0-1,0 0,-1 0,0 0,0-1,0 0,-1 0,0 0,0 0,-1-1,0 1,-1-1,1 0,-1 0,-1 0,1-6,-1 5,-1 0,0 0,-1 0,0 0,-1 0,1 0,-2 0,1 1,-1-1,-1 1,1 0,-2 0,1 0,-1 0,0 1,0-1,-1 1,0 1,0-1,-1 1,0 0,0 1,0-1,-1 1,0 1,0 0,0 0,0 0,0 1,-1 0,0 1,0 0,-6-1,5 1,0 0,0 1,-1 0,1 0,-1 1,1 1,0-1,-1 2,1 0,0 0,0 0,0 2,0-1,0 1,1 1,-1-1,1 2,1-1,-6 5,12-8,-1 0,1 1,0-1,0 1,0 0,0-1,1 1,-1 0,1 0,-1 0,1 0,0 1,0-1,1 0,-1 0,1 1,-1-1,1 0,0 0,0 1,1-1,6 30</inkml:trace>
  <inkml:trace contextRef="#ctx0" brushRef="#br0" timeOffset="2314.397">2848 631,'-25'-22,"0"1,-2 2,0 1,-2 1,0 1,0 2,-21-7,46 20,0-1,0 1,0 0,-1 0,1 0,-1 1,1-1,0 1,-1 0,1 1,0-1,-1 1,1 0,0 0,-1 0,1 0,0 1,0-1,0 1,0 1,0-1,1 0,-1 1,1 0,-1-1,1 1,0 1,0-1,0 0,1 1,-1-1,1 1,0 0,0 0,0 0,1 0,-1 0,1 1,0-1,0 0,0 0,0 5,1-4,0 0,0 0,1 0,0-1,-1 1,1 0,1 0,-1 0,1-1,0 1,0 0,0-1,1 0,-1 0,1 1,0-2,0 1,1 0,-1-1,1 1,0-1,0 0,0 0,0 0,4 1,5 3,0-1,0 0,0-1,1-1,-1 0,1-1,0 0,10 0,-10-1,1-2,0 1,0-2,0 0,0 0,0-2,-1 1,1-2,-1 0,0-1,0-1,0 0,-1 0,0-1,1-2,-11 7,0 0,0 0,0-1,-1 1,1-1,-1 0,0 0,0 1,0-1,0-1,0 1,-1 0,1 0,-1-1,1 0,-4 14,1 1,0 0,1 0,0 0,1 0,0-1,1 1,0 0,1-1,0 1,1-1,0 0,0 0,1 0,0-1,1 1,0-1,0-1,1 1,0-1,1 0,0-1,0 0,1 0,3 2,-9-7,-1-1,1 0,0 1,0-1,0 0,0 0,0 0,0-1,1 1,-1-1,0 0,0 0,0 0,1 0,-1 0,0-1,0 0,0 1,0-1,0 0,0 0,0-1,0 1,0-1,-1 1,1-1,0 0,-1 0,1 0,-1 0,0-1,0 1,0-1,0 1,0-1,-1 1,1-1,-1 0,1 0,-1 0,0 0,5-18,0-1,-1 1,-2-1,0 0,-1 0,-1-17,11-87,-11 122,0-1,0 1,1 0,-1 0,1 0,0 0,0 0,1 0,-1 1,1-1,-1 1,1-1,0 1,0 0,1 0,-1 1,1-1,-1 1,1-1,0 1,0 0,0 1,0-1,0 1,0-1,1 1,-1 1,0-1,1 0,-1 1,1 0,-1 0,0 0,1 1,-1 0,0 0,4 1,3-1,0 1,1 0,-2 1,1 0,0 1,-1 0,1 1,-1 0,0 1,-1 0,1 0,-1 1,-1 0,1 1,-1 0,0 0,-1 1,0 0,-1 0,1 0,-2 1,1 0,-2 0,1 1,-1-1,1 8,-2 48,7 31,-9-93,0 0,1-1,0 1,0 0,0 0,0-1,1 1,0-1,-1 0,1 0,0 0,0 0,1 0,-1-1,1 0,-1 1,1-1,0 0,-1-1,1 1,0-1,1 1,8 0,0 0,1 0,-1-2,1 1,-1-2,1 0,-1 0,0-1,1-1,-1 0,0-1,-1-1,1 0,-1 0,0-1,0-1,0 0,-1 0,0-1,-1-1,0 0,0 0,-1-1,0 0,-1-1,0 0,0 0,-1 0,-1-1,0 0,2-9,-2 8,0 0,-2 0,0 0,0-1,-1 1,-1-1,0 0,-1 0,-1 0,0 0,0 0,-3-8,3 19,-1 0,0 1,1-1,-1 1,0-1,0 1,-1 0,1-1,0 1,-1 0,0 0,1 0,-1 0,0 0,0 0,0 1,0-1,0 0,0 1,-1 0,1-1,0 1,-1 0,1 0,-1 1,1-1,-1 0,0 1,1 0,-1-1,0 1,1 0,-1 0,1 1,-1-1,0 0,1 1,-1 0,1-1,-1 1,1 0,-1 0,-1 2,-3 0,0 1,0 0,1 0,-1 1,1 0,0 0,1 0,-1 1,1 0,0 0,0 0,1 1,0-1,0 1,0 0,1 0,0 1,1-1,-1 1,1-1,1 1,0 0,0 0,0-1,1 1,0 0,0 0,1 0,0 0,1-1,0 1,0 0,0-1,1 0,0 1,1-1,-1 0,1-1,1 1,-1-1,1 1,0-1,1-1,0 1,13 5,0-1,1-1,0 0,1-2,0 0,0-1,0-2,1 0,0-1,-1-1,1-1,0-1,0-1,21-4,41-5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2:48.1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 1295,'-1'-9,"0"0,0 0,1 0,1 0,0 0,0 0,0 0,1 0,0 0,1 1,2-6,-2 4,21-65,3 1,3 2,19-31,-43 91,-4 7,1-1,-1 1,1-1,0 1,1 0,-1 0,1 1,0-1,0 1,0-1,1 1,-1 1,1-1,0 1,4-3,-6 6,1 1,-1-1,0 1,0 0,0-1,0 1,0 1,0-1,0 0,0 1,0 0,0-1,-1 1,1 0,0 0,-1 1,0-1,0 0,0 1,0 0,0-1,0 1,-1 0,1 0,-1 0,1 1,-2-3,22 35,-1 1,-3 1,-1 0,-1 2,5 26,-19-62,0 0,0-1,-1 1,0 1,1-1,-1 0,-1 0,1 0,-1 1,1-1,-1 0,0 1,-1-1,1 0,-1 0,0 1,0-1,0 0,-1 0,1 0,-1 0,0 0,0 0,0-1,-1 1,1-1,-1 1,0-1,0 0,0 0,0 0,-2 0,1-1,-1 0,1-1,-1 1,0-1,1 0,-1-1,0 1,0-1,0 0,1 0,-1 0,0-1,0 0,0 1,1-2,-1 1,1-1,-1 1,1-1,-1 0,1-1,0 1,0-1,0 0,0 0,1 0,-1-1,1 1,0-1,0 1,0-1,0 0,1-1,0 1,-1 0,2-1,-1 1,0-1,1 1,0-1,0 0,0 1,0-4,4-9,-1 0,2 0,0 0,1 0,1 1,0 0,1 0,1 1,1-1,0 2,0-1,2 1,0 1,1-1,-11 14,44-60,-16 26,-1-2,-2-1,-2-1,-1-1,-2-1,-1-1,-3-1,-1 0,5-23,-17 44,0 0,-2 0,0 0,-1 0,-1-1,-1 1,-1 0,-1 0,0 0,-2 0,0 1,-2 0,0 0,-1 0,-11-18,18 36,0-1,0 0,-1 1,1-1,-1 1,1 0,-1 0,0-1,0 1,0 0,0 0,0 1,0-1,-1 0,1 1,-1-1,1 1,-1 0,0 0,1 0,-1 0,0 0,1 1,-1-1,0 1,0 0,0-1,0 1,0 1,1-1,-1 0,0 1,0-1,0 1,1 0,-1 0,0 0,1 0,-1 1,1-1,-1 1,1-1,0 1,0 0,-2 1,-3 9,0-1,1 1,0 1,1-1,0 1,1 0,1 0,0 1,0-1,2 0,-1 1,2 2,0-15,-4 51,2 1,2-1,3 0,2 0,3 0,1 0,9 21,18 47,5-2,32 62,-1-33,-44-120,-19-29</inkml:trace>
  <inkml:trace contextRef="#ctx0" brushRef="#br0" timeOffset="265.92">126 587,'-18'0,"-11"0,-2 0,3 2,10 1,16 2,25 1,29-2,32-1,32-3,28-1,24-4,-17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2:46.6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693 241,'-11'1,"0"1,-1 0,1 1,0 0,1 1,-1 0,1 1,0 0,0 0,0 1,-8 7,-1-1,-25 14,3 3,0 1,2 2,1 2,2 1,1 2,2 1,1 2,3 1,1 1,2 2,2 0,2 2,2 0,-2 11,15-35,1 1,1-1,1 1,1 1,0 19,3-36,0 1,0-1,1 0,0 0,0 0,1 0,-1 0,2 0,-1 0,1 0,0-1,0 1,1-1,0 0,0 0,0-1,1 1,0-1,0 0,4 3,-1-3,0 0,0 0,1-1,0-1,0 1,0-1,0-1,0 0,0 0,1-1,-1 0,0 0,1-1,-1-1,1 1,-1-2,0 1,1-1,-1 0,7-4,7-2,1-1,-1-1,-1-1,0-1,0-1,-1-1,6-6,5-9,-1 0,-2-2,-1-1,-1-2,-2 0,-2-2,-1 0,-1-2,-3 0,-1-1,-1-1,-3 0,-1-1,-2-1,-2 0,-2 0,-1-3,-6-101,0 139,-1-1,1 0,-1 1,-1-1,1 1,-1 0,-1-1,1 1,-1 1,0-1,-1 1,1-1,-1 1,-1 1,1-1,-1 1,-1-1,-1 2,0 1,0 1,0 0,0 0,-1 0,1 1,0 0,-1 1,1 0,-1 0,1 1,-1 0,1 0,0 1,0 0,0 1,0-1,0 2,0-1,1 1,-1 0,1 1,0-1,0 2,1-1,0 1,-3 2,-2 1,-1 0,2 1,-1 0,1 1,1 0,0 0,0 1,1 0,1 1,0-1,1 2,0-1,1 1,1-1,0 1,1 1,0-1,1 0,1 1,0-1,1 1,0-1,1 1,1-1,1 1,0-1,0 0,4 7,9 9,2-1,2 0,0-1,2-1,1-1,1-1,1-2,1 0,1-1,49 47,-44-37,0 1,-2 2,-2 0,15 27,-33-46,0 1,-1 0,-1 0,-1 1,0 0,-1 1,-1-1,-1 1,-1 0,0 0,-1 0,-1 5,-1-22,0 1,0 0,0-1,0 1,0-1,0 1,-1 0,1-1,-1 1,0-1,0 1,0-1,0 0,0 1,0-1,-1 0,1 0,-1 1,-9-7,2-11</inkml:trace>
  <inkml:trace contextRef="#ctx0" brushRef="#br0" timeOffset="306.854">906 294,'19'0,"16"3,19 0,16 0,10-1,7 0,0-3,-7-2,-12 0,-16-1,-18-1</inkml:trace>
  <inkml:trace contextRef="#ctx0" brushRef="#br0" timeOffset="589.461">1361 0,'-13'9,"-10"12,-3 14,1 15,2 17,6 13,4 8,8 6,9 3,11-5,2-16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2:42.6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150 695,'-9'20,"-2"21,-1 21,3 19,7 13,6 9,5 6,0-1,0-4,-3-7,-2-10,-1-21</inkml:trace>
  <inkml:trace contextRef="#ctx0" brushRef="#br0" timeOffset="318.075">4 909,'0'-8,"-1"5,0-1,0 0,1 0,0 0,-1 1,1-1,1 0,-1 0,0 0,1 1,0-1,0 0,0 0,0 1,1-1,0 1,-1 0,1-1,0 1,1 0,-1 0,0 0,1 0,0 0,0 1,-1-1,1 1,1 0,-1 0,0 0,1 0,-1 1,2-1,21-3,1 1,-1 2,1 1,0 0,0 2,0 2,1 0,-9-2,1 1,-1 1,1 0,-1 2,0 0,0 1,-1 1,0 1,0 0,10 7,-27-14,1 0,0 1,-1-1,0 0,1 0,-1 1,0-1,0 0,1 1,-1-1,0 1,-1 0,1-1,0 1,0 0,-1-1,1 1,-1 0,1 0,-1 0,0 0,0-1,0 1,0 0,0 0,0 0,0 0,-1-1,1 1,-1 0,1 0,-1 0,0-1,1 1,-1 0,0-1,0 1,0-1,-1 1,1-1,0 0,0 1,-1-1,1 0,-1 0,0 1,-16 10,0 0,-1-2,0 0,0-1,-1-1,-1 0,1-2,-1 0,0-2,0 0,-15 0,20-2</inkml:trace>
  <inkml:trace contextRef="#ctx0" brushRef="#br0" timeOffset="881.418">618 1055,'1'-106,"-7"-177,-3 228,9 54,0 1,1-1,-1 1,0-1,1 1,-1-1,1 1,-1 0,1-1,-1 1,1-1,-1 1,1 0,0 0,-1-1,1 1,-1 0,1 0,0 0,-1 0,1-1,-1 1,1 0,0 0,-1 0,1 0,0 1,-1-1,1 0,-1 0,1 0,0 0,-1 1,1-1,-1 0,1 1,0-1,-1 0,1 1,-1-1,0 0,1 1,-1-1,1 1,-1-1,1 1,-1-1,0 1,0 0,1-1,-1 1,0 0,6 2,30 14,1-2,1-2,1-1,-1-2,6 0,74 20,-114-29,0-1,0 1,-1 0,1-1,0 2,-1-1,1 0,-1 1,0 0,1 0,-1 0,0 0,0 0,0 1,0-1,-1 1,1 0,-1 0,0 0,1 0,-1 0,-1 0,1 0,0 1,-1-1,0 1,1 0,-1-1,-1 1,-37 153,37-155,-1 1,1-1,0 1,0-1,0 1,0-1,0 1,0-1,1 1,-1-1,1 1,0-1,0 0,0 1,0-1,0 0,0 0,1 1,-1-1,1 0,-1 0,1-1,0 1,0 0,0-1,0 1,0-1,0 1,0-1,1 0,-1 0,0 0,1 0,0 0,4 1,0-1,-1 0,1 0,0-1,0 0,0 0,0 0,0-1,0 0,0-1,0 1,0-2,8-1,-1-2,0 0,-1-1,0 0,0-1,0 0,-1-1,0-1,-1 0,0-1,0 1,-2-2,1 0,-1 0,-1-1,0 0,-1 0,0 0,-1-1,-1 0,0-1,-1 1,0-1,-1 0,-1-2,-5-29,3 45,0 0,0 1,0-1,0 0,0 0,0 0,0 0,-1 1,1-1,0 0,-1 0,1 0,0 1,-1-1,1 0,-1 1,1-1,-1 0,1 1,-1-1,0 1,1-1,-1 1,0-1,0 1,1-1,-1 1,0 0,0-1,1 1,-1 0,0 0,0 0,0-1,0 1,1 0,-1 0,0 0,0 0,0 1,0-1,1 0,-1 0,0 0,0 1,0-1,1 0,-1 1,0-1,-5 7,0-1,1 1,-1 0,2 0,-1 0,1 0,0 1,1 0,-1 0,2 0,-1 0,1 0,0 1,1-1,0 1,0-1,1 2,-1-1,0 0,1 1,-1-1,2 0,0 0,0 0,0 1,1-1,0-1,1 1,0 0,1 0,0-1,0 0,0 0,1 0,0 0,1-1,0 0,0 0,1 0,-1-1,1 0,1 0,-1-1,1 0,31 13,-4-8</inkml:trace>
  <inkml:trace contextRef="#ctx0" brushRef="#br0" timeOffset="2122.377">1701 655,'8'4,"-1"0,0 1,-1-1,1 1,-1 0,0 1,0 0,0 0,-1 0,0 1,-1-1,1 1,-1 0,0 0,-1 1,0-1,1 3,9 29,-1 1,-2 0,-1 0,-3 1,-1 0,-2 0,-2 0,-1 0,-5 22,1 14,0-48,2 0,1 0,2 0,1 0,1 0,1 0,6 21,-7-43,-1-1,1 1,1-1,-1 0,1 0,0 0,0 0,1 0,0-1,0 0,2 2,-5-6,0 1,0-1,0 1,0-1,0 0,0 0,0 0,0 0,1 0,-1 0,0-1,1 1,-1-1,0 1,1-1,-1 0,1 0,-1 0,0-1,1 1,-1 0,1-1,-1 0,0 1,0-1,1 0,-1 0,0 0,0-1,0 1,0 0,0-1,0 1,1-3,4-6,-1 0,0 0,0-1,-1 0,-1 0,0 0,0-1,-1 1,-1-1,0 0,0 0,-1 1,-1-1,0 0,0 0,-2 0,1 0,0-8,-1 1,-1-1,0 1,-2 0,0 0,-1 1,0-1,-2 1,0 1,-2-1,1 1,-2 1,0 0,-1 1,-1 0,0 0,-1 2,-1 0,0 0,0 1,-17-9,-41-15,65 26,32 8,-20 2,52 2,-1-3,1-2,0-2,-1-3,0-2,-1-3,5-4,-48 13,0 0,-1-1,1-1,-1 0,0 0,0-1,-1-1,1 0,-7 6,-1 0,0 0,0-1,0 1,0 0,0-1,0 0,0 1,-1-1,0 0,1 0,-1 0,0 0,0 0,-1 0,1 0,-1 0,1 0,-1 0,0 0,0 0,0 0,-1 0,1-1,-1 1,0 0,0 0,0 0,0 0,0 1,0-1,-1-1,-1 1,0 0,1 0,-1 0,-1 0,1 0,0 1,0 0,-1-1,0 1,1 0,-1 1,0-1,0 1,0 0,0 0,0 0,0 0,0 0,0 1,0 0,0 0,0 0,-1 1,1-1,0 1,0 0,0 0,0 0,0 1,1-1,-1 1,0 0,1 0,-1 0,1 1,0-1,-1 1,1 0,0 0,1 0,-1 0,0 2,-3 1,1 0,0 1,0 0,1-1,0 2,1-1,-1 0,1 1,1 0,-1-1,1 1,1 0,-1 0,1 1,1-1,0 0,0 0,0 0,1 0,0 0,1 0,0 0,0 0,0 0,1 0,1-1,-1 0,1 1,0-1,1-1,-1 1,2-1,-1 1,0-2,1 1,5 4,0-4,0-1,0 0,1 0,-1-1,1 0,0-1,0-1,0 1,0-2,0 0,1-1,-1 0,0 0,0-1,0-1,1 0,-1-1,-1 0,1-1,0 0,-1-1,0 0,0-1,-1 0,1-1,-1 0,-1-1,1 0,-1 0,-1-1,1 0,-2 0,1-1,-1 0,-1-1,0 1,0-1,-1 0,0-1,4-64,-19 102,7-14,2 1,-1 0,2 0,0 0,0 0,2-1,-1 1,1 0,4 10,-5-18,1 0,0 0,0 0,1-1,-1 1,1-1,0 1,0-1,1 0,-1 0,1 0,0-1,0 1,0-1,0 0,0 0,1 0,0-1,-1 1,1-1,0 0,0-1,0 1,0-1,3 0,-1 0,0 0,0-1,0 0,0-1,0 1,0-1,0-1,0 1,0-1,0 0,-1-1,1 0,-1 0,1 0,-1-1,0 0,0 0,-1 0,1-1,-1 0,0 0,-1 0,1 0,-1-1,3-5,8-12,-1-1,-1 0,-1-1,-2 0,0-1,-2 0,-4 15,-2 1,-3 18,-3 10,1 0,1 1,0-1,1 1,1 0,1 3,0-17,-1 1,1-1,0 0,0 0,0 0,1 1,0-1,0-1,0 1,1 0,0 0,-1-1,2 1,-1-1,0 0,1 0,0-1,0 1,0-1,0 1,1-1,-1 0,5 2,-2-3,0 1,0-1,0-1,0 1,0-1,0 0,0-1,0 1,1-1,-1-1,0 0,0 0,0 0,0-1,0 0,0 0,0 0,0-1,-1 0,0-1,1 0,-1 0,6-4,-1 0,0-1,-1 0,0-1,-1 0,1 0,-2-1,0-1,0 1,-1-1,1-3,5-22,0-1,-3 0,-1-1,-2 0,-2 0,-1-1,-2 0,-2 1,-3-19,2-5,-2 1,-4-1,-2 1,-3 1,-6-13,15 62,-1-1,0 1,-1 0,-1 1,0-1,0 1,-4-5,9 15,1-1,-1 1,0 0,1 0,-1 0,0 0,0 0,0 0,1 0,-1 1,0-1,0 0,0 0,0 1,-1-1,1 0,0 1,0-1,0 1,0 0,-1-1,1 1,0 0,0 0,-1 0,1 0,0 0,0 0,-1 0,1 0,0 0,0 0,-1 1,1-1,0 1,0-1,0 1,0-1,-1 1,1 0,0-1,0 1,0 0,0 0,1 0,-1 0,0 0,0 0,0 0,1 0,-1 0,0 0,-25 67,18-9,2 1,3 0,2-1,3 1,3 0,11 54,5 7,6 0,4-2,8 2,-28-89</inkml:trace>
  <inkml:trace contextRef="#ctx0" brushRef="#br0" timeOffset="2567.221">2918 561,'22'11,"0"0,0-2,1-1,0-1,1-1,-1 0,7-1,-2 0,66 13,-33-7,0 2,-1 3,27 12,-79-26,0 1,-1 0,1 0,0 1,-1 0,0 0,0 0,0 1,-1 0,1 1,-1 0,0 0,-1 0,1 0,-1 1,-1 0,1 0,-1 0,0 1,-1-1,0 1,0 0,1 5,-4 0,1 0,-2 0,0 0,0 0,-1 0,-1-1,-1 6,-9 59,13-75,0 1,0-1,0 1,0-1,0 1,1-1,-1 1,1-1,0 1,0-1,0 1,0-1,0 0,0 1,0-1,1 0,-1 0,1 0,0 0,-1 0,1-1,0 1,0 0,0-1,0 0,1 1,-1-1,0 0,1 0,-1 0,0 0,1 0,-1-1,1 1,0-1,2 1,0-1,0 0,1 0,-1 0,0-1,0 1,0-1,0 0,0-1,0 1,0-1,0 0,0-1,-1 1,1-1,-1 0,1 0,0-1,0-1,-1 0,1-1,-1 1,0-1,-1 0,1 0,-1 0,0 0,-1-1,1 1,-1-1,0 0,-1 1,0-1,0 0,0 0,-1 0,0 0,-1 0,1 0,-1 0,0 1,-1-1,0 0,0 1,0-1,-1 1,0-1,0 1,-1 0,0 0,0 1,0-1,0 1,-1 0,0 0,0 1,-1-1,1 1,-1 0,0 0,0 1,0 0,0 0,-1 0,1 1,-1 0,1 0,-7 0,6 1,1 0,-1 1,0 0,0 1,1-1,-1 1,0 0,1 1,-1 0,1 0,-1 0,1 1,0 0,0 0,0 1,1-1,-1 1,1 0,0 1,0-1,0 1,1 0,-1 0,1 1,0-1,1 1,-1 0,1 0,1 0,-1 0,1 1,0-1,0 1,1-1,-1 4,2-6,1 1,-1-1,1 0,0 0,0 1,0-1,0 0,1 0,0 0,-1 0,1 0,1 0,-1-1,1 1,-1-1,1 0,0 1,0-1,1 0,-1-1,1 1,-1-1,1 1,2 0,28 14</inkml:trace>
  <inkml:trace contextRef="#ctx0" brushRef="#br0" timeOffset="2834.879">3961 521,'-11'-23,"-11"-11,-6-4,-6 6,-3 8,1 13,0 12,3 16,5 14,6 10,8 10,5-4</inkml:trace>
  <inkml:trace contextRef="#ctx0" brushRef="#br0" timeOffset="3117.093">3894 1042,'16'7,"17"5,13-1,14-1,9-3,5-2,-2-4,-10-5,-15-2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2:42.0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1152,'140'-281,"-100"205,-39 76,1-1,-1 1,0-1,1 1,-1 0,0-1,1 1,-1 0,1 0,-1 0,1 0,-1 1,0-1,1 0,-1 0,1 1,-1-1,0 1,1 0,-1-1,0 1,0 0,1-1,-1 1,0 0,0 0,0 0,0 0,0 0,0 0,-1 1,1-1,0 0,0 0,-1 1,1 0,2 1,37 47,-2 2,-2 1,25 50,-56-93,-2-5,0 0,-1-1,1 1,-1 0,0 1,0-1,-1 0,0 1,0-1,0 0,0 1,-1 0,0-5,0-1,0 1,0-1,0 1,0-1,0 1,0-1,0 1,0-1,-1 1,1-1,0 1,0-1,-1 0,1 1,0-1,0 1,-1-1,1 0,0 1,-1-1,1 1,-1-1,1 0,0 0,-1 1,1-1,-1 0,1 0,-1 1,1-1,-1 0,1 0,-1 0,1 0,-1 0,1 0,-1 0,1 0,-1 0,1 0,-1 0,1 0,-1 0,1 0,-1-1,1 1,-1 0,1 0,-1 0,1-1,-1 1,1 0,0-1,-1 1,1 0,0-1,-1 1,1-1,0 1,-1 0,1-1,0 0,-24-27,18 18,2-1,-1-1,2 1,-1-1,2 0,-1 1,2-1,0 0,0 0,1-1,0 1,1 0,1 0,-1 1,3-6,6-24,2 1,2 1,15-32,47-93,-37 86,-3-3,-4-1,-4-1,13-64,-39 137,3-78,-5 87,0 1,0-1,0 0,-1 1,1-1,0 0,-1 1,1-1,0 0,-1 1,1-1,-1 1,1-1,0 1,-1-1,0 1,1-1,-1 1,1-1,-1 1,1 0,-1-1,0 1,1 0,-1 0,0-1,1 1,-1 0,0 0,0 0,1 0,-1 0,0 0,1 0,-1 0,0 0,0 0,1 0,-1 0,0 1,1-1,-1 0,0 1,1-1,-1 0,1 1,-1-1,0 0,1 1,-1-1,1 1,-1-1,1 1,-1 0,1-1,0 1,-1-1,1 1,0 0,-1-1,1 1,0 0,0-1,0 2,-7 10,0 1,1 0,1 0,0 1,1-1,1 1,0 0,0 0,1 9,1-19,-6 60,3-1,2 1,3 0,3-1,3 0,2 0,4 0,2-1,2-1,3 0,7 7,-19-47,1 1,1-1,1 0,0-1,2-1,1 0,1 2,-14-21,-1 1,0-1,0 0,0 1,0-1,1 1,-1-1,0 0,0 1,1-1,-1 0,0 0,0 1,1-1,-1 0,0 1,1-1,-1 0,1 0,-1 0,0 0,1 1,-1-1,1 0,-1 0,0 0,1 0,-1 0,1 0,-1 0,1 0,-1 0,0 0,1 0,-1 0,1 0,-1 0,0-1,1 1,-1 0,1 0,-1 0,0-1,1 1,-1 0,0 0,1-1,-1 1,0 0,0-1,1 1,-1 0,0-1,0 1,4-12</inkml:trace>
  <inkml:trace contextRef="#ctx0" brushRef="#br0" timeOffset="305.175">281 603,'-20'-4,"-14"-4,-6-1,13 2,23 1,32 3,35 0,30 3,28-1,18 1,10 3,-20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3:05.4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789 522,'-3'-367,"-14"276,16 88,0 0,0 0,0 0,0 1,-1-1,1 0,-1 1,0-1,0 1,0 0,0-1,0 1,-1 0,1 0,0 0,-1 1,0-1,1 1,-1-1,0 1,0 0,0 0,0 0,0 0,0 1,0-1,0 1,0-1,1 2,-1-1,1 0,0 0,0 1,0 0,0-1,0 1,0 0,0 0,0 0,0 0,1 0,-1 0,0 1,0-1,1 1,-1-1,1 1,0-1,-1 1,1 0,0 0,0 0,0 0,0 0,0 0,1 0,-1 0,0 0,1 0,0 0,-1 0,1 0,0 0,0 0,0 1,1-1,-1 0,0 0,1 0,-1 0,1 0,0 0,0 0,0 0,0 0,0 0,1 1,6 2,1-1,0 0,0 0,1-1,-1 0,1 0,-1-1,1 0,0-1,0 0,0-1,0 0,0 0,8-2,160-24,-103 11,-74 15,0-1,0 1,0-1,0 1,0 0,0-1,1 1,-1 0,0 0,0 0,0 0,0 0,0 0,1 0,-1 0,0 0,0 1,0-1,0 0,0 1,0-1,0 1,0-1,0 1,0-1,0 1,0 0,0 0,0-1,0 1,0 0,-1 0,1 0,0 0,-1 0,1 0,-1 0,1 0,-1 0,1 0,-1 0,0 0,0 0,1 0,-1 1,0-1,0 0,0 0,0 0,0 0,-1 1,-17 212,20-130,4 0,4 0,5 12,10 81,-25-177,7 144,-7-135,-1-1,0 1,0 0,-1-1,0 1,-1-1,0 0,0 0,-1 0,0 0,0 0,-1-1,0 0,0 0,-2 2,4-6,0 0,-1 0,1-1,-1 1,1-1,-1 0,0 0,0 0,0 0,0 0,-1-1,1 0,0 0,-1 0,1-1,0 1,-1-1,1 0,-1 0,1-1,-1 1,1-1,0 0,-1 0,1 0,0-1,0 1,0-1,-3-2,-6-4,0 0,0 0,1-1,1-1,-1 0,1-1,1 0,-1-2,-8-9,2-1,1 0,1-1,1-1,1 0,1-1,1-1,-1-7,11 33,0-1,1 1,-1-1,1 0,-1 1,1-1,-1 0,1 1,0-1,0 0,0 0,0 1,0-1,0 0,0 0,1 1,-1-1,0 0,1 1,0-1,-1 0,1 1,0-1,0 1,0-1,0 1,0 0,0-1,0 1,1 0,-1 0,0-1,1 1,-1 0,1 1,-1-1,2-1,114-26,-79 23,39-8,-3 0</inkml:trace>
  <inkml:trace contextRef="#ctx0" brushRef="#br0" timeOffset="248.088">1591 214,'-2'14,"-1"15,0 18,1 10,0 11,1 7,-1 1,-2-2,-1-9,0-12,1-14</inkml:trace>
  <inkml:trace contextRef="#ctx0" brushRef="#br0" timeOffset="515.164">1952 295,'-67'39,"1"3,2 3,2 2,-29 32,85-74,3-4,0 1,0-1,1 1,-1 0,0 0,1 0,-1 0,1 1,0-1,0 0,0 1,0 0,0-1,0 1,1 0,-1 0,1 0,0 0,0 0,0 0,0 1,1-1,-1 0,1 0,0 0,0 1,0-1,0 0,1 0,-1 1,1-1,0 2,8 5,0 0,1 0,0-1,0 0,1-1,0 0,0-1,1 0,0-1,7 3,58 24,1-4,1-3,2-3,53 7,18 6,-107-25</inkml:trace>
  <inkml:trace contextRef="#ctx0" brushRef="#br0" timeOffset="1064.447">1 1578,'25'3,"33"2,39 3,43 0,44-1,38-2,30 0,18 0,8-1,-3 1,-12-1,-24 0,-31-2,-40 0,-42-1,-49-1,-49 0,-29 0</inkml:trace>
  <inkml:trace contextRef="#ctx0" brushRef="#br0" timeOffset="1548.333">816 2274,'-9'6,"0"2,1-1,0 1,0 1,1-1,0 1,0 1,1-1,0 1,1 0,0 0,0 1,1 0,2-5,0-1,1 1,0 0,-1 0,2 0,-1 0,1 0,0 0,0 0,1 0,-1 0,1 0,1 0,-1 0,1 0,0-1,0 1,1-1,0 1,0-1,0 0,0 0,1 0,0-1,0 1,6 3,1-1,0-1,0 0,1 0,-1-1,1 0,0-1,0-1,1 0,-1 0,1-1,-1-1,1 0,0-1,0 0,-1-1,1 0,0-1,-1-1,0 0,1 0,-1-1,2-2,-4 3,-1 0,1 0,-1-1,0 0,0-1,0 0,-1 0,0-1,0 0,0-1,-1 0,1 0,-2 0,1-1,-1 0,0 0,-1-1,0 0,0 1,-1-2,0 1,-1 0,0-1,0 0,-1 0,-1 1,1-1,-1 0,-1-1,0 1,0 0,-1 0,-1 0,0 0,0-1,-3 0,0 1,-1-1,0 1,-1 0,0 1,-1-1,1 2,-2-1,1 1,-1 0,-1 1,1 0,-1 0,0 1,-1 0,0 1,1 0,-2 1,1 0,-8-1,9 2,1 1,-1 0,1 1,-1 0,0 0,1 1,-1 0,0 1,1 0,-1 0,0 1,1 0,0 1,-1 0,1 1,0 0,1 0,-1 0,1 1,0 1,0 0,0 0,1 0,0 1,-2 3,5-6,1 0,-1 1,1-1,0 1,1 0,-1 0,1 0,0 0,0 1,1-1,-1 0,1 1,1-1,-1 1,1-1,0 1,0-1,0 1,1 0,0-1,0 0,0 1,1-1,0 0,0 1,0-1,0 0,1-1,2 4,42 40,8-10</inkml:trace>
  <inkml:trace contextRef="#ctx0" brushRef="#br0" timeOffset="1848.236">1632 2394,'-69'44,"67"-43,0 1,0 0,1-1,-1 1,1 0,-1 0,1 0,0 1,-1-1,1 0,0 0,1 1,-1-1,0 0,1 1,-1-1,1 1,0-1,0 1,0-1,0 1,0-1,0 1,1-1,-1 0,1 1,0-1,0 0,-1 1,2-1,-1 1,6 3,0 1,1-1,-1 0,1-1,0 0,1 0,0 0,-1-1,1-1,1 0,-1 0,0 0,1-1,-1-1,1 0,-1 0,1-1,0 0,3-1,4 1,1-1,-1 0,1-2,-1 0,0-1,-1-1,1 0,-1-1,0-1,0-1,5-3,-13 6,0 0,-1 0,1 0,-1-1,-1 0,1-1,-1 1,0-1,-1-1,1 1,-1-1,-1 1,1-2,-2 1,1 0,-1-1,0 1,-1-1,0 0,0 0,-1 0,0-5,-1 6,0-1,-1 1,0 0,-1 0,0 0,0 0,-1 0,0 0,0 0,-1 1,0 0,0-1,0 2,-1-1,0 0,-1 1,1 0,-1 0,-1 1,1-1,-1 1,0 1,0-1,0 1,0 1,-1-1,0 1,-3-2,0 1,0 1,0 0,0 0,0 1,-1 0,1 1,-1 0,1 1,-1 0,1 1,-1 1,1 0,0 0,-1 1,1 0,0 1,1 0,-4 3,9-5,1 0,0 1,-1-1,1 1,0 0,1 1,-1-1,1 1,-1-1,1 1,0 0,0 0,1 0,-1 1,1-1,0 1,0-1,0 1,1 0,0 0,0-1,0 1,0 0,1 0,0 0,0 3,8 28</inkml:trace>
  <inkml:trace contextRef="#ctx0" brushRef="#br0" timeOffset="2475.857">3129 1,'24'555,"-10"-323,12 429,-29 1,-60 372,31-760,-11-2,-12-1,-19 20,54-229,4-20</inkml:trace>
  <inkml:trace contextRef="#ctx0" brushRef="#br0" timeOffset="3122.908">2969 1632,'-7'0,"5"0,13 0,27 2,33 3,40 3,42 3,36-1,30 0,17-1,1-3,-9-2,-23-2,-35-1,-45 0,-43-2</inkml:trace>
  <inkml:trace contextRef="#ctx0" brushRef="#br0" timeOffset="4272.264">4078 1965,'-12'336,"0"-163,9-246,10-30,5 1,14-47,-16 95,-5-4,-5 57,0 1,0 0,0-1,-1 1,1 0,0 0,0-1,-1 1,1 0,0 0,0 0,-1-1,1 1,0 0,-1 0,1 0,0 0,-1 0,1 0,0-1,-1 1,1 0,0 0,-1 0,1 0,-1 0,1 0,0 1,-1-1,1 0,0 0,-1 0,1 0,0 0,-1 0,1 1,0-1,0 0,-1 0,1 0,0 1,0-1,-1 0,1 0,0 1,0-1,-1 0,1 1,0-1,0 0,0 1,0-1,0 0,0 1,-1-1,1 0,0 1,0-1,0 0,0 1,0-1,0 1,-3 4,0 0,0 0,0 0,1 0,0 1,0-1,0 1,0-1,1 1,0 0,0 0,1 0,0 0,0-1,0 1,1 0,-1 0,1 0,1 0,-1-1,1 1,0-1,0 1,1-1,0 0,0 0,0 0,4 5,1-6,0-1,1 0,0 0,0 0,0-1,0-1,0 1,0-1,0-1,0 0,1 0,-1-1,0 0,0-1,0 0,0 0,0-1,-1 0,1 0,-1-1,1 0,-1-1,-1 1,1-2,-1 1,0-1,4-4,-1 0,0 0,-1-1,-1 0,0 0,0-1,-1 0,0-1,-1 0,-1 0,0 0,0 0,-2-1,0 0,0 0,-1 0,-1 0,-16 41,-2 15,2 0,2 1,2 1,2 0,1 0,2 18,5-53,0-1,1 1,1-1,-1 1,1-1,1 1,0-1,0 1,0-1,1 0,0 0,1 0,0-1,0 1,1-1,0 0,0 0,0 0,1-1,0 0,0 0,1-1,0 1,0-1,0-1,0 1,6 1,-3-2,0 0,0-1,0-1,1 1,-1-2,1 1,0-2,-1 1,1-1,0-1,-1 0,1-1,-1 1,1-2,-1 0,0 0,0-1,0 0,-1-1,1 0,-1 0,0-1,-1 0,1-1,-1 0,0 0,-1-1,0 0,0 0,-1 0,0-1,0 0,-1 0,0-1,-1 0,0 0,0 0,-1 0,0 0,-1-1,-1 1,1-10,-1 17,-1 0,0 0,0 0,-1 0,1 0,-1 0,1 0,-1 0,0 0,0 0,0 1,0-1,-1 0,1 1,-1-1,0 1,0-1,1 1,-2 0,1-1,0 1,0 0,-1 1,1-1,-1 0,1 1,-1-1,0 1,0 0,1 0,-1 0,0 0,0 1,0-1,0 1,0-1,0 1,0 0,0 0,0 1,0-1,0 1,-3 0,1 1,-1 0,1 1,0-1,1 1,-1 0,0 0,1 1,0-1,0 1,0 0,0 0,0 0,1 1,0-1,0 1,0 0,1 0,-1 0,1 0,0 0,1 0,-1 1,1-1,0 1,0-1,1 1,0-1,0 1,0-1,0 1,1-1,0 1,0-1,1 1,-1-1,3 5,4 0,0 0,0-1,1 0,0-1,1 0,0 0,0-1,1 0,0-1,0 0,0-1,0 0,1-1,0 0,0-1,0 0,1-1,-1 0,13-1,23 5</inkml:trace>
  <inkml:trace contextRef="#ctx0" brushRef="#br0" timeOffset="4832.035">5081 2100,'-6'9,"0"1,1 0,0 0,0 0,1 1,1 0,0 0,0 0,1 0,1 0,-1 0,2 0,0 1,0-1,1 0,0 0,1 0,0 0,1 0,1 0,-1 0,2-1,0 3,-2-9,-1 0,1 0,0-1,0 1,0-1,0 0,0 1,1-2,-1 1,1 0,0-1,0 1,0-1,0 0,0-1,1 1,-1-1,1 1,-1-1,1-1,-1 1,1-1,-1 1,1-1,-1-1,1 1,0-1,-1 1,1-1,-1-1,0 1,1 0,-1-1,0 0,0 0,0-1,0 1,0-1,2-1,3-6,0-1,-1 0,0 0,0 0,-2-1,1 0,-1 0,-1-1,0 0,-1 0,0 0,-1 0,-1 0,0-1,-1 0,0 1,-1-4,-10-2,-7 40,12-10,0 0,1 0,1 0,0 1,1 0,0-1,0 1,1 0,1 4,0-12,0 1,0-1,0 0,1 1,0-1,0 0,0 1,0-1,1 0,-1 0,1 0,0 0,0 0,1-1,-1 1,1-1,0 1,0-1,0 0,0 0,0 0,1 0,-1-1,1 0,0 1,3 0,-1 0,1-1,-1 0,1 0,0-1,0 0,0 0,0-1,0 0,0 0,0 0,0-1,0 0,0 0,-1-1,1 0,0 0,-1 0,1-1,-1 0,0-1,0 1,0-1,0 0,-1-1,6-4,0 0,-2-1,1-1,-1 1,0-1,-1-1,-1 0,0 0,0 0,-2-1,4-8,-8 17,2-3,0 0,-1 0,1 0,-2 0,1 0,-1 0,0-1,0 1,-1 0,0-1,-1-1,1 8,-1 0,1 0,-1 0,0 0,0 0,0 0,1 0,-1 0,0 0,0 0,0 0,0 1,0-1,0 0,-1 1,1-1,0 1,0-1,0 1,-1 0,1-1,0 1,0 0,-1 0,1 0,0 0,-1 0,1 0,0 0,0 0,-1 1,1-1,0 0,0 1,0-1,-1 1,1-1,0 1,0 0,0 0,0-1,0 1,0 0,0 0,0 0,0 0,1 0,-1 0,0 0,1 0,-1 0,1 0,-1 1,1-1,-1 0,1 0,0 0,-1 2,-2 3,0 1,0-1,0 1,1 0,0 0,0-1,0 2,1-1,0 0,1 0,0 0,0 0,0 0,1 1,0-1,0 0,1 0,0 0,0-1,1 1,-1 0,2-1,-1 0,1 1,0-1,0-1,0 1,1-1,0 1,0-1,5 4,12 8,0-1,0-1,2 0,-1-2,2-1,0-1,0-1,7 1,40 12</inkml:trace>
  <inkml:trace contextRef="#ctx0" brushRef="#br0" timeOffset="5630.706">857 3089,'-11'18,"2"1,0 0,1 0,1 1,1 0,1 0,1 1,0-1,2 1,0 0,1 0,2 0,0-1,2 12,-2-24,-1-1,2 1,-1-1,1 1,0-1,0 0,1 0,0 0,1 0,-1 0,1-1,0 0,1 0,-1 0,1 0,1 0,-1-1,1 0,0 0,0-1,0 0,1 0,-1 0,1-1,0 0,0 0,0 0,1-1,-1-1,0 1,1-1,-1 0,1-1,0 1,-1-2,1 1,2-1,-1-2,0 0,0-1,0 0,-1 0,1-1,-1 0,0 0,-1-1,1 0,-1-1,-1 1,1-2,-1 1,0 0,0-1,-1 0,0 0,-1-1,2-4,3-6,-2-1,0-1,-1 1,-1-1,-1 0,-1 0,0-1,-2-4,0 13,-1 1,-1 0,0-1,-1 1,0 0,-1 0,0 0,-1 0,0 1,-4-7,6 13,-1 1,0-1,0 0,0 1,0 0,-1 0,0 0,1 0,-2 0,1 1,0 0,-1 0,1 0,-1 0,0 1,0 0,0 0,0 0,0 1,-1-1,1 1,0 1,-1-1,-3 1,2 0,0 1,0 0,0 0,0 0,1 1,-1 0,0 1,1 0,0 0,0 0,0 0,0 1,0 0,1 0,-1 1,1 0,1 0,-1 0,0 0,1 1,0-1,1 1,-1 0,1 1,0-1,1 0,-1 1,1 0,1-1,-1 1,1 0,0 0,1 0,-1 5,10 45,9-6</inkml:trace>
  <inkml:trace contextRef="#ctx0" brushRef="#br0" timeOffset="5898.373">1685 3356,'25'-452,"-26"439,-3 21,-3 28,2 1,2 0,2 1,0-1,3 5,1-1,1 0,2-1,1 0,3 0,4 9,10 20</inkml:trace>
  <inkml:trace contextRef="#ctx0" brushRef="#br0" timeOffset="6727.286">4051 3129,'-5'9,"1"0,0 1,1 0,-1 0,2 0,0 1,0-1,1 1,0-1,1 1,0-1,0 1,1-1,1 1,0-1,0 0,1 0,0 0,1 0,0 0,1-1,0 1,0-1,1-1,0 1,0-1,1 0,0 0,1-1,0 0,5 4,-3-4,0-1,0-1,0 0,0 0,1-1,0 0,0-1,0 0,0 0,1-2,-1 1,0-1,1-1,-1 0,1-1,-1 0,1-1,-1 0,0-1,0 0,0 0,0-1,-1-1,0 0,1 0,-2-1,1 0,-1-1,0 0,0-1,6-7,-6 4,0 0,-2-1,1 0,-2-1,0 1,0-1,-1 0,-1-1,0 1,0-1,-2 0,0 0,0 0,-1 0,-1 0,-1 0,0 0,-1-5,1 8,-1 0,0 1,-1-1,0 1,-1-1,0 1,0 0,-1 1,0-1,-1 1,0 0,-1 0,0 1,0 0,0 0,-1 1,0-1,-1 2,0-1,0 1,0 1,-1 0,-9-4,9 6,1 0,-1 1,0 0,1 1,-1 0,0 1,0 0,0 0,1 1,-1 0,0 1,1 0,-1 1,1 0,0 0,0 1,0 0,0 1,-5 3,-6 5,1 0,0 1,1 2,1-1,0 2,1 0,-10 15,-33 55,10-3</inkml:trace>
  <inkml:trace contextRef="#ctx0" brushRef="#br0" timeOffset="7483.413">2902 4171,'26'166,"-8"-18,-6 1,-7 0,-6 0,-7 0,-6-1,-18 64,-25 186,52-345</inkml:trace>
  <inkml:trace contextRef="#ctx0" brushRef="#br0" timeOffset="8170.863">1044 4532,'5'-124,"7"0,13-55,0 7,-27 216,-24 162,11-103,4 2,4 33,11-74,2-15</inkml:trace>
  <inkml:trace contextRef="#ctx0" brushRef="#br0" timeOffset="8514.68">1578 4185,'-3'10,"-1"0,2 1,-1 0,2-1,-1 1,2 0,-1 0,1 0,1 0,0 0,0 0,1-1,1 1,0 0,0-1,1 0,0 0,1 0,0 0,1-1,0 0,0 0,1 0,0-1,1 0,1 1,0-3,1-1,-1 1,1-2,1 0,-1 0,1 0,-1-2,1 1,0-1,0-1,0 0,0 0,0-1,0-1,0 0,0 0,0-1,0-1,-1 1,1-2,-1 0,1 0,-1 0,-1-2,1 1,-1-1,0 0,0-1,0 0,-1-1,0 1,-1-2,0 1,0-1,-1 0,0 0,0-1,-1 0,0 0,2-8,-5 7,0 0,0 1,-1-1,-1 0,0 0,0 0,-1 0,0 0,-1 0,0 1,-1-1,0 0,-1 1,0 0,-1 0,0 0,0 1,-1-1,0 1,-1 1,0-1,0 1,-1 0,0 1,0 0,-1 0,0 1,0 0,0 0,-1 1,0 0,0 1,0 0,-1 1,1 0,-1 0,0 1,0 1,-6-1,6 2,1 0,-1 1,1 0,0 1,-1 0,1 0,0 1,0 0,0 1,1 0,-1 1,1 0,0 0,0 1,1 0,0 0,0 1,0 0,1 1,0 0,0 0,1 0,0 1,1 0,0 0,0 0,1 1,0 0,0 0,1 0,0 3,3 54,12-5</inkml:trace>
  <inkml:trace contextRef="#ctx0" brushRef="#br0" timeOffset="9159.922">3864 4386,'1'-15,"1"0,1 1,0 0,1-1,1 1,0 0,1 1,3-6,4-11,72-197,-77 205,-4 21,-4 16,0-12,-7 79,5 0,3 1,3-1,12 56,40 90,-55-225,-1 0,1-1,-1 1,1 0,-1 0,0 0,0-1,-1 1,1 0,0 0,-1 0,0-1,1 1,-1 0,0 0,-1-1,0 2,-10 9</inkml:trace>
  <inkml:trace contextRef="#ctx0" brushRef="#br0" timeOffset="9422.228">3931 4733,'-9'-9,"3"-3,15 0,17 3,20 5,18 3,12 4,4 3,-2 2,-12 1,-18-1</inkml:trace>
  <inkml:trace contextRef="#ctx0" brushRef="#br0" timeOffset="10231.511">1097 5856,'4'-55,"2"1,3 0,2 0,3 1,7-17,-14 45,55-164,-54 172,-4 18,-8 60,-48 325,46-309</inkml:trace>
  <inkml:trace contextRef="#ctx0" brushRef="#br0" timeOffset="10514.293">1619 5656,'2'-21,"3"-15,1-9,1 1,0 6,-1 7,-3 13,0 17,-2 20,-3 18,-1 18,-2 16,-1 12,2 6,5-2,5-3,1-17</inkml:trace>
  <inkml:trace contextRef="#ctx0" brushRef="#br0" timeOffset="11531.084">3824 5335,'-3'18,"-2"15,-1 14,1 9,1 5,2 1,0-3,1-7,1-10,3-17,0-13</inkml:trace>
  <inkml:trace contextRef="#ctx0" brushRef="#br0" timeOffset="12014.651">3811 5188,'-7'-13,"26"19,222 93,-240-98,7 2,-1 0,1 0,-1 1,0 0,0 1,0-1,-1 1,0 1,0-1,0 1,0 0,2 5,-7-10,0 1,-1-1,1 1,-1 0,0-1,1 1,-1 0,0-1,0 1,0 0,0-1,0 1,0 0,-1 0,1-1,-1 1,1-1,-1 1,1 0,-1-1,0 1,0-1,0 1,0-1,0 0,0 1,0-1,0 0,-1 0,1 0,0 0,-1 0,0 1,-52 30,52-32,-202 79,203-79,0 0,1 0,-1 0,0 0,1 0,-1 1,0-1,1 0,-1 0,0 0,1 1,-1-1,1 0,-1 0,0 1,1-1,-1 1,1-1,-1 0,1 1,0-1,-1 1,1-1,-1 1,1 0,0-1,-1 1,1-1,0 1,0 0,-1-1,1 1,0 0,0-1,0 1,0-1,0 1,0 0,0-1,0 1,0 0,0-1,0 1,0 0,1 0,29 13,34 5,-45-16,0 1,0 1,-1 0,1 1,-1 1,-1 1,0 1,0 0,0 1,-1 1,-1 0,0 2,0-1,-1 2,-1 0,0 0,3 7,-13-17,0 1,-1-1,1 1,-1 0,0 0,0 0,-1 0,1 0,-1 0,0 0,-1 1,1-1,-1 0,0 0,0 1,-1-1,1 0,-1 0,0 1,-1-1,1 0,-1 0,0 0,-1-1,1 1,-1 0,0-1,0 0,0 1,-4 2,-6 3,-1-1,-1-1,0-1,0 0,0-1,-1 0,0-1,0-1,0-1,-1 0,1-1,-1-1,-10 0,12 1,0 0,0-1,0-1,0 0,0-1,0-1,1 0,-1-1,0-1,1 0,0-1,-13-6,26 11,0-1,0 0,-1 1,1-1,0 0,0 0,0 1,1-1,-1 0,0 0,0 0,0 0,1-1,-1 1,0 0,1 0,-1 0,1 0,0-1,-1 1,1 0,0 0,0-1,0 1,0 0,0-1,0 1,0 0,0 0,0-1,0 1,1 0,-1 0,1-1,-1 1,1 0,-1 0,1 0,0 0,-1 0,1 0,0 0,0 0,0 0,0 0,0 0,0 0,0 1,0-1,0 0,0 1,0-1,1 1,-1-1,0 1,1-1,29-16</inkml:trace>
  <inkml:trace contextRef="#ctx0" brushRef="#br0" timeOffset="12430.622">4746 5589,'-4'-8,"-2"-1,1 1,-1 0,0 1,0-1,-1 1,0 1,-1-1,1 1,-1 0,0 1,-1 0,1 0,-1 1,0 0,0 0,0 1,-1 1,1-1,-1 1,1 1,-1 0,0 0,0 1,0 0,1 1,-1 0,0 0,-4 2,10-2,-1 1,0-1,0 1,0-1,1 1,-1 1,1-1,-1 1,1-1,0 1,0 0,0 1,1-1,-1 1,1 0,0 0,0 0,0 0,0 0,1 0,0 1,-1 0,2-1,-1 1,1 0,-1 0,1 0,0 1,0 3,0 0,1 1,0-1,0 0,1 1,1-1,-1 0,1 0,1 0,0 0,0 0,0-1,1 1,5 7,-4-8,-1 0,1-1,0 0,1 0,0 0,0-1,1 1,-1-2,1 1,0-1,1 0,-1 0,1-1,0 0,0 0,1-1,-1 0,1-1,-1 0,1 0,0 0,0-1,0-1,0 0,0 0,-1 0,2-2,-2-2,-1-1,0-1,-1 0,0 0,0 0,0 0,0-1,-1 0,0 0,-1-1,0 1,0-1,0 0,-1 0,0 0,-1-1,0 1,0 0,-1-1,0 0,0-7,2-2,0-1,-1 1,-1 0,-1-1,-1 1,0-1,-2-1,3 20,-1-1,1 0,-1 1,1 0,-1-1,1 1,-1-1,0 1,1 0,-1-1,0 1,1 0,-1-1,0 1,1 0,-1 0,0 0,0 0,1 0,-1 0,0 0,1 0,-1 0,0 0,0 0,1 0,-1 0,0 1,1-1,-1 0,0 1,1-1,-1 0,0 1,1-1,-1 1,1-1,-1 1,1-1,-1 1,1-1,-1 1,1-1,0 1,-1 0,1-1,0 1,-1 0,1-1,0 1,0 0,0 0,0-1,-1 1,1 0,0-1,0 1,0 0,1 0,-1-1,0 2,-5 7,1 0,0 0,0 1,1-1,0 1,1 0,0 0,0 0,1 0,1 0,0 1,0-1,1 0,0 0,0 0,1 0,1 0,0 0,0-1,1 1,0-1,1 0,0 0,0 0,1-1,0 0,0 0,1 0,0-1,5 4,35 12,0-8</inkml:trace>
  <inkml:trace contextRef="#ctx0" brushRef="#br0" timeOffset="12814.916">5362 5401,'-26'-4,"1"0,-1 2,0 1,0 1,1 1,-1 2,0 0,1 1,0 2,0 1,0 0,-5 5,-35 36,63-47,1 1,0-1,0 1,0 0,0-1,0 1,0 0,0 0,0 0,1 0,-1 0,1 0,0 0,-1 0,1 0,0 0,0 0,0 0,0 0,1 0,-1 0,0 0,1 0,0 0,-1-1,1 1,0 0,0 0,0 0,0-1,0 1,0 0,1-1,-1 1,1-1,-1 0,1 1,-1-1,14 10,0 0,1-2,0 1,1-2,0 0,0-2,17 6,-22-8,111 35,67 27,-189-66,1 0,-1 0,1 0,-1 0,0 1,1-1,-1 0,1 1,-1-1,0 1,0-1,1 1,-1-1,0 1,0 0,1 0,-1 0,0 0,0 0,0 0,0 0,0 0,-1 0,1 0,0 0,0 1,-1-1,1 0,-1 1,1-1,-1 0,0 1,1-1,-1 1,0-1,0 0,0 1,0-1,0 1,0-1,0 0,-1 1,1-1,0 1,-1-1,1 0,-1 1,-7 3,0 1,0-1,-1-1,1 0,-1 0,0 0,0-1,-1-1,1 1,-1-2,0 1,-9 2,-269 50,281-51,22-2,-14-1,28 0</inkml:trace>
  <inkml:trace contextRef="#ctx0" brushRef="#br0" timeOffset="13065.276">6083 5575,'-19'-11,"-1"2,0 0,-1 1,0 1,0 1,-1 0,0 2,1 1,-1 0,0 2,-1 1,1 0,0 2,-1 0,15 0,1 0,0 0,-1 1,1 0,0 0,0 1,1 0,-1 0,1 0,0 1,0 0,0 0,1 1,0 0,0-1,0 2,1-1,0 0,0 1,0 0,1 0,0 0,0 0,1 1,0-1,1 1,-1-1,1 1,1 0,-1-1,1 1,1 0,-1 0,1-1,1 1,-1-1,2 1,-1-1,2 4,1-1,1 0,0 0,0 0,1-1,0 0,1 0,0-1,0 0,1 0,0-1,0 0,1-1,-1 0,2-1,-1 1,0-2,1 0,0 0,0-1,1 0,16 4,1-2,0 0,0-2,0-2,1 0,-1-2,13-2,-9-1,1-2,-1-1,0-1,-1-2,0-2,0 0,14-10,18-14</inkml:trace>
  <inkml:trace contextRef="#ctx0" brushRef="#br0" timeOffset="14072.423">4559 495,'0'-5,"1"3,0-1,0 0,-1 0,1 0,-1 0,0 0,1 0,-2 0,1 0,0 0,0 0,-1 0,0 1,0-1,0 0,0 0,0 0,0 1,-1-1,1 0,-1 1,1 0,-1-1,0 1,0 0,0 0,-1 0,1 0,0 0,-1 1,1-1,-1 1,0-1,1 1,-1 0,0 0,0 0,-2 0,-6 4,0 0,0 1,1 0,-1 0,1 1,0 1,0 0,1 0,0 1,0 0,0 0,1 1,0 0,0 1,1 0,-5 8,-2 2,0 1,1 0,1 1,1 1,1 0,1 0,0 1,2 0,1 0,1 1,1 0,1 0,0 14,3-33,-1 1,1-1,0 0,0 0,0 1,1-1,0 0,0 0,0 0,1 0,0 0,0 0,0 0,0 0,1-1,0 1,0-1,0 0,0 0,1 0,-1 0,1-1,0 1,0-1,1 0,-1 0,1-1,-1 1,1-1,0 0,0 0,0 0,0-1,0 0,0 0,0 0,1-1,4 1,4-5,1 1,-1-2,0 0,0-1,0 0,-1-1,0 0,0-1,-1-1,0 0,-1 0,1-1,-2-1,0 0,0 0,-1-1,0 0,3-7,4-8,0 0,-2-1,-1-1,-2 0,0-1,-2 0,-1 0,-2-1,-1 0,0-12,-4 36,0-1,0 1,0-1,-1 0,-1 1,1-1,-1 1,0-1,-1 1,0-1,0 1,0 0,-1 0,0 0,-1 0,1 0,-2 1,1-1,0 1,-1 0,0 1,-1-1,1 1,-1 0,-2-1,1 2,-1 1,0 0,-1 0,1 1,0 0,-1 0,1 1,-1 0,0 1,1-1,-1 2,0-1,1 1,-1 1,1 0,-1 0,1 0,0 1,0 0,-5 3,7-3,0 0,0 1,0-1,0 1,1 0,0 1,0-1,0 1,0 0,1 0,-1 0,1 1,1 0,-1 0,1 0,0 0,0 0,1 0,0 1,0 0,1-1,-1 1,1 0,1-1,-1 1,1 4,5 13,1-1,1 0,0 0,2 0,1-1,1 0,0-1,2-1,0 1,11 10,-12-14,68 98,-42-66,-3 1,-2 2,-3 2,-2 0,0 6,-8 8,-17-55</inkml:trace>
  <inkml:trace contextRef="#ctx0" brushRef="#br0" timeOffset="14347.806">4827 268,'9'-5,"10"-1,8 3,12 3,9 3,11 3,7 2,4 2,-2 2,-5-1,-11-3,-14-2</inkml:trace>
  <inkml:trace contextRef="#ctx0" brushRef="#br0" timeOffset="14615.58">5068 108,'-3'25,"0"22,1 18,2 17,1 15,1 12,-5 4,-2-16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3:30.9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169 172,'-10'3,"0"0,0 1,0 1,1 0,-1 0,1 0,1 1,-1 1,1 0,0 0,0 0,1 1,0 0,1 0,0 1,0 0,1 0,0 1,0-1,1 1,0 0,1 1,2-8,1 0,0 1,0-1,0 0,0 1,0-1,1 0,0 0,0 1,0-1,0 0,0 0,0 0,1 0,-1 0,1 0,0 0,0-1,0 1,0 0,1-1,-1 0,1 0,-1 0,1 0,0 0,0 0,0 0,0-1,0 0,0 0,1 1,5 1,1 0,0-1,-1 0,1-1,0 0,0 0,0-1,-1 0,1-1,6-1,-6 0,-1 0,1 0,0-1,-1 0,0-1,0 0,0-1,0 0,-1 0,1 0,-1-1,-1-1,1 1,-1-1,0-1,-1 1,0-1,0 0,0-1,-1 1,-1-1,1 0,-1 0,-1 0,0-1,0 0,-1 1,0-1,0-6,0 8,-1-1,0 1,-1 0,1-1,-1 1,-1-1,0 1,0-1,-1 1,0 0,0 0,-1 0,0 0,0 0,-1 0,0 1,0 0,-1 0,0 0,0 0,-1 1,0 0,0 0,0 0,-1 1,0 0,0 0,0 1,-6-3,6 4,-1 1,0 0,0 1,0 0,0 0,0 1,0 0,0 0,0 1,1-1,-1 2,0-1,0 1,1 1,-1-1,1 1,-1 1,1-1,0 1,1 0,-1 1,1 0,-1 0,1 0,1 1,-1 0,1 0,0 0,1 0,-1 1,1 0,0 0,1 0,0 1,0-1,1 1,-1 2,2-5,1 0,1 1,-1-1,1 0,-1 0,1 0,1 0,-1 0,1 0,0-1,0 1,0 0,1-1,0 0,-1 1,4 2,24 26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3:31.2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256 227,'-4'1,"1"0,-1 0,0 0,0 1,0-1,1 1,-1 0,1 0,-1 0,1 1,0-1,0 1,0 0,0 0,0 0,1 0,-1 0,1 1,0-1,0 1,0-1,1 1,-1 0,1 0,0 0,0-1,0 1,0 0,1 0,0 1,0-1,0 0,0 0,0 0,1 0,0 0,1 3,4 2,0 0,0-1,1 0,0 0,0-1,1 0,0 0,1-1,-1 0,1 0,0-1,0 0,1-1,0 0,0-1,0 1,0-2,0 0,0 0,1-1,-1 0,5 0,-7 0,-1 0,1-1,0 1,0-2,0 1,0-1,0 0,-1-1,1 0,-1 0,1 0,-1-1,0 0,0-1,0 0,0 0,0 0,-1-1,0 0,0 0,0 0,-1-1,0 0,0 0,0 0,-1-1,0 0,0 1,0-2,1-5,-1 1,-1-1,-1 0,0-1,-1 1,0 0,-1 0,-1-1,0 1,-1 0,0 0,-1 0,0 0,-1 0,-1 1,0-2,1 5,0 0,0 1,-1-1,0 1,0 0,-1 1,0-1,-1 1,1 0,-1 1,-1-1,1 1,-1 1,0 0,0 0,-1 0,1 1,-1 0,0 1,0 0,-3 0,-11 2,0 1,0 2,1 0,-1 1,0 2,1 0,0 1,0 1,1 2,0 0,0 1,1 1,0 0,-3 5,19-14,-85 48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3:42.6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1,'22'1,"1"1,-1 2,0 0,0 1,-1 1,1 1,-1 2,-1-1,1 2,-2 1,11 8,-22-16,-1 2,0-1,0 1,-1 0,1 0,-1 1,0 0,0 0,-1 0,0 1,0 0,-1 0,1 0,-2 0,1 1,-1-1,0 1,0 0,-1 0,0 0,-1 1,0-1,0 0,-1 0,0 1,0-1,-1 0,0 1,0-1,-2 6,-6 6,-1-1,0 0,-1-1,-1 0,-1-1,-10 12,9-13,1 1,1 0,0 1,1 0,1 0,-6 20,14-35,2 0,-1 0,0 1,1-1,-1 1,1-1,0 0,0 1,0-1,1 1,-1-1,1 0,0 1,0-1,0 0,0 0,1 0,-1 0,1 0,0 0,-1 0,2 0,-1-1,0 1,0-1,1 1,-1-1,1 0,0 0,0 0,2 1,102 39,-80-35,1-2,0 0,1-2,-1-1,1-1,-1-2,1-1,-1-1,0-1,0-1,14-6,-38 11,-1-1,1 1,0-1,-1 0,1 0,-1 0,0-1,1 1,-1-1,0 0,0 0,0 0,0 0,0 0,0-1,-1 0,1 1,-1-1,0 0,0 0,0 0,0 0,0 0,-1-1,1 1,-1-1,0 1,0-1,0 1,0-1,-1 1,0-1,1 0,-1 1,-1-1,1 0,0 1,-1-1,0 1,0-2,-17-23</inkml:trace>
  <inkml:trace contextRef="#ctx0" brushRef="#br0" timeOffset="1001.8">1 348,'51'-11,"1"2,0 2,40 0,-55 5,243-10,154 16,-357-3,-76-1,0 0,0 0,1 0,-1 0,0-1,0 1,0 0,-1 0,1-1,0 1,0-1,0 1,0-1,0 1,0-1,0 0,-1 1,1-1,0 0,-1 1,1-1,0 0,-1 0,1 0,-1 0,1 0,-1 0,0 0,1 0,-1 1,0-1,1-1,-1 1,0 0,0 0,0 0,0 0,0 0,0 0,0 0,-1 0,1 0,0 0,-1 0,1 0,-1 0,-23-44,18 39,0 0,0 0,0 1,-1 0,0 0,0 1,0-1,-1 1,1 1,-1 0,0 0,0 0,0 1,0 0,0 1,-1 0,1 0,-6 1,8-1,0 1,0 0,0 0,0 1,0 0,0 0,1 0,-1 1,0 0,0 0,1 0,-1 1,1-1,0 1,0 1,0-1,0 1,1 0,-1 0,1 0,0 1,0-1,0 1,1 0,0 0,0 1,0-1,2 1,-1-1,1 1,0 0,0-1,0 1,1 0,0 0,0-1,0 1,1 0,0 0,0-1,0 1,1-1,0 1,0-1,0 0,1 1,0-1,0 0,0-1,0 1,1-1,1 2,7 8,2 0,-1-1,2 0,0-1,0-1,1 0,3 0,0 1,1-1,0-2,0 0,1-1,1-1,-1 0,1-2,0-1,0-1,0 0,20-2,-37-1,-1-1,1 1,-1-1,0 0,1-1,-1 1,0-1,0 0,0 0,0 0,0 0,-1-1,1 0,-1 1,1-1,-1-1,0 1,0 0,0-1,-1 1,1-1,-1 0,0 0,0 0,0 0,-1 0,0-1,1 1,-1-3,3-15,0 0,-2 0,-1 0,0 0,-2-11,0 17,-2-117,3 131,1 0,0 0,-1 0,1 0,0 0,1 0,-1 0,0 1,0-1,1 0,-1 1,1-1,-1 1,1 0,0-1,0 1,-1 0,1 0,0 0,0 0,0 1,0-1,0 0,0 1,0-1,0 1,1 0,-1 0,0 0,0 0,0 0,0 0,0 0,0 1,1-1,-1 1,0 0,0-1,0 1,-1 0,1 0,0 0,0 1,5-1,41 9,-1 2,0 3,26 11,-68-25,-1 1,0-1,0 1,1 0,-1 0,0 1,-1-1,1 1,0 0,-1 0,1 0,-1 0,0 0,0 1,0 0,-1-1,1 1,-1 0,0 0,0 0,0 1,-1-1,1 0,-1 1,0-1,0 1,-1-1,0 1,1 3,-16 62,12-65,0 1,1-1,0 1,1-1,-1 1,1 0,0-1,0 1,0 0,1 0,0 0,1 0,-1 0,1 0,0-1,0 1,1 0,0-1,0 1,0-1,0 1,1-1,0 0,0 0,1 0,-1 0,5 3,6 1,1-1,1 0,-1-1,1-1,1 0,-1-1,1-1,-1-1,1 0,0-1,0-1,1-1,-1 0,0-1,10-2,-2 0,0 0,0-1,-1-2,1 0,-1-2,-1-1,21-10,-44 19,1 0,0 1,-1-1,1 0,-1 0,1 1,0-1,-1 0,1 1,-1-1,1 0,-1 1,0-1,1 1,-1-1,1 1,-1-1,0 1,1-1,-1 1,0 0,1-1,-1 1,0-1,0 1,0 0,0-1,0 1,0-1,1 1,-1 0,-1-1,1 1,0 0,0-1,0 1,0-1,0 1,0 0,-1-1,1 1,0-1,-1 1,1-1,0 1,-1-1,1 1,-1-1,1 1,0-1,-1 1,1-1,-1 1,-2 12,3-10,1 0,-1 0,0 0,1 0,0 1,0-1,0 0,0 0,0-1,1 1,-1 0,1 0,0 0,-1-1,1 1,1-1,-1 0,0 0,0 1,1-1,-1-1,1 1,0 0,0-1,0 1,-1-1,1 0,0 0,0 0,2 0,98 12,-92-14,-1 0,1 0,-1-1,0-1,0 1,0-2,0 1,0-1,-1-1,1 0,-1 0,2-3,-7 6,0-1,0-1,-1 1,1 0,-1-1,0 0,0 0,0 0,0 0,-1 0,0-1,0 1,0-1,0 0,-1 1,1-1,-1 0,0 0,-1 0,1 0,-1 1,0-1,0 0,-1 0,0 0,1 0,-2 0,0-5,-2 1,0-1,0 1,0 0,-1 0,0 0,-1 1,0-1,-1 2,1-1,-1 1,-1 0,1 0,-1 1,-1 0,1 0,-1 1,-6-3,-4-2,-1 1,0 2,0 0,0 1,-1 0,0 2,0 1,-11-1,13 3,1 1,-1 1,1 0,0 1,-1 1,1 1,0 0,0 2,-9 4,-15 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3:39.5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121 373,'-2'18,"-1"13,0 10,1 8,0 4,1 2,1-1,2-4,1-7,0-9,-3-15,-2-10</inkml:trace>
  <inkml:trace contextRef="#ctx0" brushRef="#br0" timeOffset="275.729">41 547,'-37'-314,"36"308,0 4,1 0,-1 0,1 0,0-1,-1 1,1 0,0 0,0 0,0 0,0-1,1 1,-1 0,1 0,-1 0,1 0,0 0,0 0,0 0,0 0,0 0,0 0,0 0,1 1,-1-1,0 0,1 1,0-1,-1 1,1 0,0 0,0-1,93-18,22 6,0 6,108 6,-156 8,-19 2</inkml:trace>
  <inkml:trace contextRef="#ctx0" brushRef="#br0" timeOffset="645.197">41 587,'21'10,"-1"0,2-2,-1-1,1 0,0-2,0 0,1-2,-1 0,20-1,129 0,-169-2,-1-1,1 1,-1 0,1-1,-1 1,1 0,0 0,-1 0,1 0,-1 0,1 0,0 0,-1 0,1 1,-1-1,1 0,-1 1,1 0,-1-1,1 1,-1 0,0 0,1 0,-1 0,0 0,0 0,1 0,-1 0,0 0,0 1,0-1,-1 0,1 1,0-1,0 1,-1-1,1 1,0 0,-20 54,16-51,0 0,1 0,0 0,0 1,0-1,0 1,1-1,0 1,0 0,1-1,0 1,0 0,0 2,1-3,1 0,-1-1,1 1,0 0,0-1,1 1,-1-1,1 0,0 0,0 0,0 0,1 0,0-1,-1 1,1-1,0 0,1 0,-1 0,0-1,1 0,-1 0,1 0,0 0,1 0,6 2,1-1,-1 0,1-1,0 0,0-1,0 0,0-1,12-2,-15 1,0-1,0 0,-1 0,1-1,-1-1,1 1,-1-2,0 1,-1-1,1 0,-1-1,4-3,-8 6,-1 0,0 0,0-1,0 1,0-1,-1 1,1-1,-1 0,0 0,0 0,0 0,-1 0,0 0,1 0,-1-1,-1 1,1 0,-1-1,1 1,-1-1,-1 1,1-1,0 1,-1 0,0-1,0 1,-1 0,-1-4,-1-1,-1 1,0 0,-1 0,0 0,0 1,-1-1,0 2,0-1,-1 1,0 0,0 1,0-1,0 2,-1-1,0 1,0 0,0 1,0 0,-1 1,1 0,-1 0,0 1,1 0,-1 1,0 0,0 1,1-1,-9 3,14-2,0 0,-1 0,1 0,1 1,-1-1,0 1,0 0,0 0,1 0,-1 0,1 1,0 0,0-1,-2 3,-8 14</inkml:trace>
  <inkml:trace contextRef="#ctx0" brushRef="#br0" timeOffset="1257.288">990 774,'-7'-10,"0"-1,1 0,0 0,1-1,0 0,1 0,0 0,1 0,0 0,1-1,1 0,0 1,0-1,1 0,1 1,0-1,1 1,0-1,1 1,1-1,-3 11,0-1,0 1,0 1,1-1,-1 0,1 0,-1 0,1 1,0-1,0 1,-1-1,1 1,0 0,0 0,1 0,-1 0,0 0,0 0,0 0,1 1,-1-1,0 1,1 0,-1 0,0 0,1 0,-1 0,0 0,1 0,-1 1,0-1,0 1,1 0,-1 0,0 0,0 0,0 0,0 0,0 0,0 1,0-1,-1 1,1-1,0 1,15 10,0-1,-1 0,0 1,0 0,-1 1,-1 1,0 1,-1 0,-1 1,1 1,-10-10,0 0,-1 0,0 1,0-1,-1 0,0 1,0-1,-1 0,0 1,0-1,-1 1,0-1,0 1,-1-1,-1 7,-4 21,7-33,0 1,-1-1,1 1,0-1,0 1,1-1,-1 1,0-1,1 1,0-1,-1 1,1-1,0 0,0 1,0-1,1 0,-1 0,1 0,-1 0,1 0,-1 0,1 0,0-1,0 1,0 0,0-1,0 0,0 1,1-1,-1 0,0 0,1 0,-1 0,0-1,1 1,1-1,10 3,0 0,1-2,-1 0,0 0,0-2,1 0,-1 0,0-1,0-1,0 0,0-1,-1-1,1 0,-1 0,0-2,-1 0,1 0,-1-1,-1 0,0-1,2-2,-6 3,1-1,-1 0,-1 0,0 0,0-1,0 0,-2 0,1-1,-1 1,-1-1,0 0,0 0,0-8,4-148,-34-251,21 347,2 76,-27 231,24-172,-1 1,2 0,3 1,3 0,6 42,-6-98,1 0,1 0,0 1,0-1,1-1,0 1,1 0,0-1,0 1,1-1,0-1,1 1,0-1,0 0,1 0,0 0,0-1,1 0,0-1,0 0,1 0,-1 0,1-1,3 0,-9-4,0 0,0-1,0 1,0-1,0 0,0 0,0 0,0-1,0 1,0-1,0 1,0-1,-1 0,1 0,0 0,0-1,-1 1,1-1,1 0,16-16</inkml:trace>
  <inkml:trace contextRef="#ctx0" brushRef="#br0" timeOffset="1511.697">1218 333,'18'7,"24"4,28 1,27 0,18 3,6 3,-5 3,-15 1,-26-4</inkml:trace>
  <inkml:trace contextRef="#ctx0" brushRef="#br0" timeOffset="2250.548">2007 587,'-21'11,"1"0,1 1,0 0,1 2,0 0,1 2,1-1,-13 17,-12 26,40-56,1-1,-1 1,0-1,0 1,1-1,-1 1,1-1,-1 1,1 0,0-1,-1 1,1 0,0 0,0-1,0 1,1 0,-1-1,0 1,0 0,1-1,-1 1,1-1,0 1,-1-1,1 1,0-1,0 1,0-1,0 1,0-1,0 0,1 0,-1 0,0 0,1 0,-1 0,0 0,1 0,0 0,7 1,0 0,0 0,1-2,-1 1,0-1,0 0,1-1,-1 0,0 0,0-1,0 0,0-1,-1 0,1 0,-1-1,1 0,-1-1,0 1,-1-2,7-4,-6 4,0 0,-1-1,0 0,0 0,0-1,-1 0,0 0,0 0,-1-1,0 0,-1 0,0 0,0-1,-1 1,0-1,-1 0,0 0,-1 1,0-1,0-1,-1 1,0-1,-1 11,1 0,0 1,-1-1,1 0,0 0,-1 0,1 0,0 0,-1 0,1 0,0 0,-1 0,1 0,0 0,-1 0,1 0,0 0,-1 0,1-1,0 1,-1 0,1 0,0 0,-1 0,1-1,0 1,0 0,-1 0,1-1,0 1,0 0,-1 0,1-1,0 1,0 0,0-1,0 1,-1 0,1-1,0 1,0 0,0-1,0 1,0 0,0-1,0 1,0 0,0-1,0 1,0-1,-11 33,9-20,1 0,0-1,0 1,1 0,1 0,0 0,0-1,1 1,3 8,-4-15,0-1,1 1,0-1,0 1,0-1,1 0,-1 0,1 0,0-1,0 1,0-1,0 1,1-1,-1 0,1 0,0 0,0-1,0 0,0 1,1-1,-1-1,0 1,1-1,-1 1,5-1,-6 0,0-1,0 0,1 0,-1 0,0 0,0 0,0-1,0 1,0-1,0 0,0 0,0 0,0 0,0-1,0 1,0-1,-1 1,1-1,-1 0,1 0,-1-1,0 1,0 0,0-1,0 1,0-1,0 0,-1 1,0-1,1 0,-1 0,0 0,0 0,18-106,-20-47,1 156,-1-1,1 0,-1 0,1 0,0 0,-1-1,1 1,0 0,0 0,-1 0,1 0,0 0,0 0,0-1,0 1,1 0,-1 0,0 0,0 0,1 0,-1 0,1 0,-1 0,1 0,-1 0,1 0,-1 0,1 0,0 0,0 0,-1 0,1 1,0-1,0 0,0 0,0 1,0-1,0 1,0-1,0 1,0-1,0 1,0 0,0 0,0-1,1 1,-1 0,0 0,0 0,0 0,0 0,1 0,173 97,-171-94,0 0,0 0,-1 0,1 0,-1 1,0 0,0-1,0 1,0 0,-1 0,0 1,1-1,-2 0,1 1,0 0,-1-1,0 1,0 0,0-1,-1 1,0 0,0 0,0 0,0-1,-1 1,1 0,-1 0,-1-1,1 1,-1 0,-1 3,-16 78,18-83,2 1,-1-1,0 1,1-1,-1 0,1 1,0-1,0 0,1 0,-1 0,0 1,1-2,0 1,0 0,0 0,0 0,0-1,1 1,-1-1,1 0,-1 0,1 0,0 0,1 1,6 2,0-1,0 0,0 0,0-1,1 0,-1-1,1 0,0-1,-1 0,1 0,0-1,0-1,0 0,-1 0,1-1,0-1,2 0,4-2,-1-1,1 0,-2-1,1 0,-1-2,0 1,0-2,-1 0,-1-1,7-6,-13 10,0-1,-1 0,0 0,0 0,0-1,-1 0,0 0,-1 0,0-1,-1 1,0-1,0 0,-1 0,0 0,0-10,-2 18,1-1,-1 1,0-1,0 1,0-1,-1 1,1-1,-1 1,1 0,-1-1,0 1,1 0,-1-1,-1 1,1 0,0 0,0 0,-1 0,1 0,-1 0,0 0,1 0,-1 1,0-1,0 1,0-1,0 1,0 0,-1 0,1 0,0 0,-1 0,1 0,0 1,-1-1,1 1,-1 0,1 0,-1-1,1 1,0 1,-1-1,1 0,-1 1,-3 0,1 1,-1 0,1 1,0-1,0 1,0 0,0 0,0 1,0-1,1 1,0 0,0 0,0 1,0-1,1 1,0 0,0 0,0 0,0 0,1 1,0-1,0 1,0-1,1 1,0 0,0-1,0 1,1 0,-1 0,2 0,-1-1,1 1,-1 0,2 0,-1-1,1 1,-1 0,3 2,6 6,2-1,-1 0,2-1,-1-1,2 0,-1 0,2-1,-1-1,1-1,1 0,-1-1,1 0,6 1,42 18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3:47.6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77 428,'1'0,"-1"-1,0 1,0 0,0-1,0 1,0-1,0 1,-1-1,1 1,0 0,0-1,0 1,0-1,0 1,-1 0,1-1,0 1,0 0,0-1,-1 1,1 0,0-1,-1 1,1 0,0-1,-1 1,1 0,0 0,-1 0,1-1,-1 1,1 0,0 0,-1 0,1 0,-1 0,1 0,0 0,-1 0,1 0,-1 0,1 0,-1 0,1 0,0 0,-1 0,1 0,-1 0,1 0,0 1,-1-1,1 0,-1 0,1 0,0 1,-1-1,1 0,0 1,-1-1,1 0,0 1,0-1,-1 0,1 1,0-1,0 0,0 1,0-1,-6-41,6 38,-11-325,-7 277,17 52,-1-1,1 0,0 1,0-1,0 1,0-1,0 1,-1 0,1 0,0-1,0 1,1 0,-1 0,0 0,0 0,0 0,1 0,-1 0,0 0,1 0,-1 0,1 1,-1-1,1 0,0 0,-1 0,1 1,0-1,0 0,0 0,0 1,0-1,0 0,0 0,1 1,-1 0,0 4,1-1,-1 1,1 0,0 0,0-1,1 1,0-1,0 1,0-1,1 0,-1 0,1 0,1 0,-1 0,1-1,-1 0,1 1,0-1,1 0,-1-1,1 1,0-1,0 0,0 0,0-1,1 1,12 5,0-1,0 0,1-2,0 0,0-1,0-1,5 0,40-1,47 10,-108-10,1 1,-1-1,1 1,-1 0,0-1,0 1,-1 0,1 1,0-1,-1 1,0-1,0 1,0-1,0 1,-1 0,1 0,-1 0,0 0,0 0,-1 0,1 1,-1-1,0 0,0 0,0 0,0 0,-1 3,1 2,25 504,-21-459,-4 129,1-181,-1-1,0 1,0 0,0-1,0 1,0 0,0 0,0-1,-1 1,1 0,-1-1,1 1,-1-1,0 1,1 0,-1-1,0 0,0 1,0-1,0 1,0-1,-1 0,1 0,0 0,-1 0,1 0,0 0,-1 0,1 0,-1 0,0-1,1 1,-1 0,1-1,-1 0,0 1,1-1,-1 0,0 0,0 0,1 0,-1 0,0 0,1 0,-1-1,0 1,1-1,-1 1,0-1,1 0,-1 1,1-1,-1 0,0-1,-12-10,1-1,0 0,1-1,1 0,0-1,1 0,1-1,-6-12,10 19,-15-24,2 0,1-1,2-1,1-1,2 0,-4-25,14 58,2 0,-1 0,0 0,1 1,-1-1,1 0,0 0,0 0,0 0,0 0,0 0,1 0,-1 0,1 0,0 1,0-1,0 0,0 0,1 1,-1-1,1 1,-1-1,1 1,0 0,0-1,0 1,0 0,0 0,1 0,0 0,9-3,-1 1,1 0,0 1,0 0,1 1,-1 0,0 1,5 1,12-3,103-14,-73 8</inkml:trace>
  <inkml:trace contextRef="#ctx0" brushRef="#br0" timeOffset="245.793">866 241,'-3'14,"0"15,1 13,2 10,3 7,2 6,2 0,0-1,-4-3,-4-7,-7-8,-2-12</inkml:trace>
  <inkml:trace contextRef="#ctx0" brushRef="#br0" timeOffset="470.584">1226 362,'-31'7,"0"2,0 1,0 1,1 2,1 1,0 1,1 2,1 0,1 2,0 1,-4 6,-17 36,46-61,0 1,-1 0,1 0,1 0,-1 0,0 0,0 0,1 0,-1 1,1-1,0 0,0 0,0 0,0 0,0 0,0 1,0-1,1 0,-1 0,1 0,-1 0,1 0,0 0,0 0,0 0,0 0,0 0,0 0,1-1,-1 1,1 0,-1-1,1 1,6 2,0 0,0 0,0-1,1 0,-1 0,1-1,0 0,-1-1,1 0,0 0,0-1,1 0,0 0,89 4,0-4,61-11,-98 5</inkml:trace>
  <inkml:trace contextRef="#ctx0" brushRef="#br0" timeOffset="660.683">1574 348,'23'3,"21"0,17 2,8 0,1 2,-12 1,-16 1</inkml:trace>
  <inkml:trace contextRef="#ctx0" brushRef="#br0" timeOffset="847.721">1535 615,'20'5,"21"1,16 0,16-4,10-1,7-2,2-2,-14-2</inkml:trace>
  <inkml:trace contextRef="#ctx0" brushRef="#br0" timeOffset="2113.962">2403 268,'-17'16,"1"1,1 1,0 0,1 1,2 1,0 0,1 1,0 0,2 0,1 1,1 0,0 1,-1 16,7-33,0 1,1 0,0-1,0 1,0-1,1 1,0 0,0-1,1 0,0 1,0-1,0 0,1 0,0 0,0 0,1 0,-1-1,1 0,1 1,-1-1,1-1,-1 1,1-1,1 0,-1 0,0 0,1-1,1 1,1 0,1 0,0-1,0 0,0 0,1-1,-1 0,1 0,-1-1,1-1,-1 1,1-2,0 1,-1-1,1-1,-1 0,0 0,1-1,-1 0,0 0,-1-1,1 0,0-1,-1 0,0 0,-1-1,1 0,-1 0,0-1,0 0,-1 0,0-1,0 1,1-5,1-6,-1-1,-1 1,-1-1,0-1,-2 1,0 0,-1-1,-1 0,-1 1,-1-1,0 0,-1 1,-2-1,0 1,-1 0,-1 0,0 1,-1 0,-2-2,4 11,1 1,-1 0,0 0,-1 0,0 0,0 1,-1 0,0 1,0-1,0 1,-7-4,11 8,-1 0,0 0,0 0,0 0,0 1,0 0,0-1,0 2,-1-1,1 0,0 1,-1 0,1 0,0 0,-1 0,1 1,0-1,0 1,-1 0,1 1,0-1,0 1,0 0,0 0,1 0,-3 2,0 1,0 0,0 1,1 0,0 0,0 1,0 0,1 0,0 0,1 0,-1 0,1 1,1-1,0 1,0 0,0 0,1 0,0 0,0 0,1 0,0 0,1 0,-1 0,2 0,-1 0,1 0,1 3,14 45</inkml:trace>
  <inkml:trace contextRef="#ctx0" brushRef="#br0" timeOffset="2387">2831 549,'101'-367,"-86"297,-30 130,6-4,2 1,3 0,3 0,1 1,4-1,9 50,-1-45,-2-12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3:22.9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884 787,'-11'16,"1"1,1 0,0 0,1 1,1 0,1 1,0 0,2 0,0 0,1 0,1 0,0 1,2-1,0 1,2 8,0-9,-1-1,2 0,0-1,2 1,0 0,0-1,2 0,6 13,-9-23,-1-1,1 0,0 1,0-1,0 0,1-1,0 1,0-1,1 0,-1-1,1 1,0-1,0 0,1 0,-1-1,1 0,0 0,0 0,0-1,0 0,0-1,7 1,-7-2,-1 0,0 0,1-1,-1 0,0 0,0-1,0 0,0 0,0 0,0-1,0 0,-1 0,1-1,-1 1,0-1,0 0,0 0,-1-1,1 1,-1-1,0 0,1-3,5-7,0-1,-1 0,-1 0,0-1,-1 0,-1 0,1-6,1-3,-2-1,-1 0,-1 0,-1 0,-1-1,-1 1,-2-1,-1 1,-1 0,-1-1,-1 1,-2 1,-1-1,-5-9,11 28,-2 0,1 0,-1 0,0 1,-1 0,1 0,-1 0,-1 0,0 1,1 0,-2 0,1 1,-1-1,0 1,0 1,0-1,-1 1,1 1,-1-1,0 1,0 1,0 0,0 0,-1 0,1 1,-1 0,1 0,-1 1,1 1,-1-1,-3 2,2 1,-1 1,0 0,1 1,0 0,0 0,1 1,-1 1,1 0,1 0,-1 0,1 1,0 1,1-1,0 1,1 0,-1 1,2-1,-4 7,1 2,0 0,1 1,1-1,0 1,2 0,0 1,1-1,1 1,1 0,0 4,6 47</inkml:trace>
  <inkml:trace contextRef="#ctx0" brushRef="#br0" timeOffset="2735.966">5309 841,'-9'4,"1"1,-1 0,1 0,0 1,0 0,1 0,0 1,0 0,0 1,1-1,0 1,1 0,0 1,0-1,1 1,0 0,-2 7,0 2,0-1,2 1,0 1,1-1,1 0,1 1,0 0,3 16,-1-21,2-1,0 0,0 0,1 0,0 0,2 0,-1-1,1 0,1 0,0-1,1 1,0-2,1 1,0-1,0-1,1 1,1-2,-1 1,1-1,1-1,-1 0,1-1,0 0,1-1,0 0,0-1,10 2,-11-2,0 0,1-1,0-1,-1 0,1-1,0 0,0-1,0 0,0-1,0-1,-1 0,1-1,0 0,-1-1,0 0,0-1,0 0,-1-1,1 0,-1-1,-1 0,1-1,-1 0,-1-1,1 0,5-9,-3 0,-2-1,-1 0,0-1,-1 0,-2 0,0-1,-1 0,0 0,-2 0,-1 0,-1-1,0 1,-2-1,0 1,-2-4,2 8,0-1,-1 1,-1 0,0 1,-1-1,-1 0,-1 1,0 0,-1 1,-1-1,0 1,-1 1,-1-1,0 2,-1-1,-1 1,0 1,0 0,-1 1,-10-6,15 13,1 1,-1 0,1 1,-1-1,0 2,0-1,0 1,0 0,-1 1,1 0,0 0,0 1,0 0,0 0,0 1,0 0,0 0,1 1,-1 0,1 0,-1 1,1 0,-3 3,-9 5,1 2,1 0,0 1,1 0,1 1,0 1,1 1,0 2,-20 33,3 1,2 2,3 1,-7 26,-2 10</inkml:trace>
  <inkml:trace contextRef="#ctx0" brushRef="#br0" timeOffset="1687.067">2020 1067,'25'8,"1"0,0-2,0-1,1-1,-1-1,1-2,11-1,-14 1,1187 34,-1007-27,523 3,-625-18,-111 5,-4 1</inkml:trace>
  <inkml:trace contextRef="#ctx0" brushRef="#br0" timeOffset="1996.463">3972 854,'81'15,"17"8,2-1,-1 4,80 33,-170-56,0 1,0 0,0 0,-1 1,0 0,1 1,-2 0,1 0,-1 0,2 2,-8-5,0 0,0 0,1 0,-2 0,1 0,0 1,-1-1,1 0,-1 0,0 0,0 1,0-1,-1 0,1 0,-1 0,1 0,-1 1,0-1,0 0,-1 0,1-1,-1 1,1 0,-1 0,0-1,0 1,0-1,0 1,-1-1,1 0,0 0,-1 0,0 0,1-1,-1 1,0-1,-3 2,-32 20,-1-1,-1-1,0-3,-2-1,-1-2,-17 8,-134 65,159-67</inkml:trace>
  <inkml:trace contextRef="#ctx0" brushRef="#br0" timeOffset="5853.302">2715 2457,'0'455,"3"-503,2 0,2 0,6-18,5-31,-14 72,3-10,-2 0,-2 0,-1 0,-2 0,-1-1,-9 9,10 27,0 0,-1-1,1 1,0 0,-1 0,1 0,0-1,-1 1,1 0,-1 0,1 0,-1 0,1 0,0 0,-1 0,1 0,-1 0,1 0,-1 0,1 0,0 0,-1 0,1 0,-1 0,1 1,0-1,-1 0,1 0,-1 1,1-1,0 0,-1 0,1 1,0-1,-1 0,1 1,0-1,0 0,-1 1,1-1,0 0,0 1,0-1,0 1,-1-1,1 0,0 1,0-1,0 1,0-1,0 1,0-1,0 0,0 1,0-1,0 1,0-1,-2 7,0-1,0 0,1 1,0-1,0 1,0-1,1 1,0-1,0 1,1 0,0-1,0 1,0-1,1 0,0 1,0-1,1 0,-1 0,1 0,1-1,-1 1,1-1,0 1,0-1,1 0,-1-1,1 1,0-1,0 0,1 0,-1-1,1 1,0-1,0 0,0-1,0 0,0 0,1 0,-1 0,1-1,-1 0,1-1,-1 0,1 0,-1 0,1 0,2-1,2-4,1 0,-1-1,0 0,0-1,0 0,-1 0,0-1,-1-1,1 1,-2-2,1 1,-1-1,-1 0,0-1,0 0,-1 0,-1 0,1-1,-2 0,0 0,2-8,5-34,-11 54,0-1,0 1,0-1,0 1,0 0,0-1,-1 1,1-1,0 1,0 0,0-1,0 1,-1 0,1-1,0 1,0 0,-1-1,1 1,0 0,-1 0,1-1,0 1,-1 0,1 0,0 0,-1-1,1 1,0 0,-1 0,1 0,-1 0,1 0,0 0,-1 0,1 0,0 0,-1 0,1 0,-1 0,1 0,0 0,-1 0,1 0,-1 0,1 1,0-1,-1 0,1 0,0 0,-1 1,1-1,0 0,-1 0,1 1,0-1,0 0,-1 1,1-1,0 0,0 1,0-1,-1 0,1 1,0-1,0 0,0 1,0-1,-8 10,0 1,1-1,0 1,1 1,0-1,0 1,2 0,-2 4,1-3,-6 13,1-1,2 2,0-1,2 1,0 0,2 0,2 1,0-1,2 1,2 17,-1-38,1 0,-1 0,2 0,-1-1,1 1,0-1,0 1,1-1,0 0,0 0,0-1,1 1,0-1,0 0,0-1,1 1,-1-1,1 0,0 0,0 0,1-1,-1 0,1-1,0 1,-1-1,1 0,0-1,0 0,0 0,0 0,1-1,4 0,2-1,-1 0,1 0,0-1,-1-1,1 0,-1-1,0-1,0 0,0 0,-1-1,0-1,0 0,0-1,5-5,-10 8,-1-1,1 0,-1 0,0-1,0 0,-1 0,0 0,0-1,-1 1,1-1,-2 0,1 0,-1-1,-1 1,1-1,-2 0,1 1,-1-1,0 0,-1 0,0 0,0 0,-1 0,1 7,0 0,0 0,-1-1,1 1,-1 0,1 0,-1 0,0 0,1-1,-1 1,0 0,0 0,-1 1,1-1,0 0,-1 0,1 1,-1-1,1 0,-1 1,0 0,0-1,0 1,0 0,0 0,0 0,0 0,0 0,0 1,0-1,0 1,0-1,-1 1,1 0,0-1,0 1,-1 1,1-1,0 0,0 0,0 1,-1-1,1 1,0 0,0 0,0 0,0 0,0 0,0 0,0 0,0 1,-3 2,0 1,-1-1,2 1,-1 1,0-1,1 1,0-1,1 1,-1 0,1 1,0-1,0 1,1-1,0 1,0 0,1-1,0 1,0 0,0 0,1 0,0 0,1 0,-1 0,1 0,1 0,-1 0,1 0,0-1,1 1,-1-1,1 1,1-1,-1 0,1 0,0-1,3 4,3-1,0 0,0-1,1 0,0 0,0-1,1-1,0 0,0 0,0-1,0-1,0 0,1-1,0 0,-1-1,1 0,0-1,0 0,-1-1,1-1,7-2,-12 1,0 0,-1-1,0 0,0 0,0-1,0 0,-1 0,0-1,0 0,0 0,-1 0,0-1,0 1,0-1,-1-1,0 1,-1 0,1-1,-2 0,1 0,-1 0,0 0,0 0,-1 0,-1 0,1-1,-1 1,0 0,-1 0,0-1,-1-4,1 13,1 1,0-1,-1 0,1 0,0 0,-1 1,1-1,0 0,-1 0,1 0,-1 0,1 1,0-1,-1 0,1 0,-1 0,1 0,0 0,-1 0,1 0,-1 0,1 0,0-1,-1 1,1 0,0 0,-1 0,1 0,-1 0,1-1,0 1,-1 0,1 0,0-1,0 1,-1 0,1 0,0-1,-1 1,1 0,0-1,0 1,0 0,-1-1,1 1,0-1,0 1,0 0,0-1,0 1,0-1,0 1,0 0,0-1,0 1,0-1,0 1,0 0,0-1,0 1,0-1,0 1,1 0,-1-1,0 1,0 0,0-1,1 1,-1 0,-17 27,12-14,0 0,1 1,1-1,0 1,0-1,2 1,-1 4,2-14,0 0,-1 1,2-1,-1 1,1-1,-1 0,1 0,0 1,1-1,-1 0,1 0,0 0,0 0,0 0,0-1,1 1,-1 0,1-1,0 0,0 0,0 0,1 0,-1 0,4 1,-1-1,1 0,0 0,0-1,0 0,0 0,0-1,0 0,0 0,1-1,-1 0,0 0,1-1,-1 0,0 0,0 0,0-1,0 0,0-1,0 0,0 0,-1 0,0-1,1 1,-1-2,-1 1,1-1,0 0,-1 0,0 0,-1-1,1 1,-1-1,0 0,0-1,-1 1,0-1,2-4,1-3,-1-1,-1 1,0-1,-1 0,0-1,-1 1,-1-3,-1 19,-1 0,1-1,-1 1,1-1,-1 1,1-1,-1 1,1-1,-1 1,1-1,-1 1,0-1,1 1,-1-1,0 0,1 0,-1 1,0-1,1 0,-1 0,0 0,1 0,-1 1,0-1,0 0,1-1,-1 1,0 0,0 0,1 0,-1 0,0 0,1-1,-1 1,0 0,1-1,-1 1,0 0,1-1,-1 1,1-1,-1 1,1-1,-1 1,1-1,-1 1,1-1,-1 0,1 1,0-1,-1 0,1 1,0-1,0 0,0 1,-1-1,1 0,0 0,0 1,0-1,0 0,0 0,-6 9,-1-1,1 1,1 1,-1-1,2 1,-1 0,1 0,0 0,1 0,0 1,1 0,0-1,0 1,1 0,0 9,2-16,-1 1,1-1,0 1,0-1,0 0,1 0,-1 1,1-1,0 0,0 0,0-1,0 1,0 0,1-1,-1 1,1-1,0 0,0 0,0 0,0 0,0 0,0-1,0 1,0-1,0 0,1 0,-1 0,1 0,5 1,-1-1,1 0,-1 0,1 0,-1-1,1 0,-1-1,1 0,-1 0,1-1,0 0,2-4,0 0,0 0,-1-1,0 0,-1-1,1 0,-1-1,-1 0,0 0,0-1,-1 0,0 0,0 0,-1-1,-1 0,0-1,-1 1,0-1,0 0,-1 0,-1 0,0 0,-1 0,0-5,0 16,-1 0,1 0,-1 0,0 0,0 0,1 0,-1 0,0 0,0 0,0-1,0 1,-1 0,1 0,0 0,0 0,0 0,-1 0,1 0,-1 0,1 0,-1 0,1 0,-1 0,0 0,1 0,-1 1,0-1,1 0,-1 0,0 1,0-1,0 0,0 1,0-1,0 1,0-1,0 1,0 0,0-1,0 1,0 0,0 0,0 0,0 0,0 0,-1 0,1 0,0 0,0 0,0 0,0 0,0 1,0-1,0 0,0 1,0-1,0 1,0 0,0-1,0 1,0-1,0 2,-4 1,0 1,-1-1,2 1,-1 1,0-1,1 1,0-1,0 1,0 1,1-1,-1 0,1 1,1 0,-1-1,1 1,0 1,1-3,0-1,0 0,0 1,1-1,0 0,0 1,0-1,0 1,0-1,1 1,-1-1,1 0,0 1,0-1,0 0,0 0,1 0,0 0,-1 0,1 0,0 0,0 0,0-1,1 1,-1-1,1 1,-1-1,1 0,0 0,1 0,13 6,1-1,0 0,1-2,-1 0,1-1,0-1,0-1,1 0,-1-2,0 0,13-2,40-4,-7-2</inkml:trace>
  <inkml:trace contextRef="#ctx0" brushRef="#br0" timeOffset="6694.464">6138 2471,'12'-9,"0"0,0 0,-1-1,0 0,-1-1,0 0,-1-1,0 0,-1 0,0-1,-1 0,0-1,-1 1,-1-1,0 0,-1-1,-1 1,0-1,0 0,-2 1,0-10,0 20,-1 0,0 0,0 0,-1 0,1 0,-1 0,0-1,0 1,0 1,-1-1,1 0,-1 0,0 0,0 1,0-1,0 1,-1 0,0-1,1 1,-1 0,0 1,-1-1,1 1,0-1,-1 1,1 0,-1 0,0 0,0 1,1-1,-1 1,0 0,0 0,-1 0,1 1,0-1,0 1,0 0,0 0,0 1,0-1,0 1,0 0,-2 0,4 0,-1-1,1 1,-1-1,1 1,-1 0,1 0,0 0,-1 0,1 0,0 1,0-1,0 1,0-1,0 1,0 0,0 0,1 0,-1 0,1 0,-1 0,1 0,0 0,0 1,0-1,0 0,0 1,0-1,1 1,-1-1,1 1,0-1,0 1,0-1,0 1,0-1,0 1,1-1,-1 1,1-1,-1 1,1-1,0 1,0-1,0 0,1 0,-1 1,1-1,-1 0,2 2,13 4,0 0,0 0,0-2,1 0,0-1,0 0,0-1,1-2,-1 1,1-2,17 0,-25-1,39 3,1-3,-1-2,0-2,0-2,9-5,-58 12,-1 0,1-1,-1 1,1 0,-1-1,1 1,0 0,-1-1,1 1,0 0,-1 0,1-1,0 1,0 0,0 0,0 0,0 0,0-1,0 1,0 0,0 0,0 0,0-1,0 1,0 0,1 0,-1-1,0 1,1 0,-1 0,1-1,-1 1,1 0,-1-1,1 1,-1 0,1-1,-1 1,1-1,0 1,-1-1,1 0,0 1,0-1,-1 1,1-1,0 0,0 0,-1 0,1 1,0-1,0 0,0 0,-1 0,1 0,0 0,0 0,0 0,-1-1,1 1,0 0,0 0,0-1,-1 1,1 0,0-1,-1 1,1-1,0 1,-19 59,2 1,3 1,2 1,0 34,9 5,4 0,9 39,-9-110,1 4,-1-1,-2 0,-1 0,-5 28,4-52,1 0,-1 0,-1-1,0 1,0 0,-1-1,1 0,-2 0,1 0,-1-1,-1 1,1-1,-1 0,0-1,-1 1,0-1,0 0,0-1,0 0,-1 0,4-2,0-1,0 0,0 0,0 0,-1 0,1-1,-1 1,1-1,-1 0,1-1,-1 1,1-1,-1 0,0 0,1 0,-1 0,0-1,1 0,-1 0,1 0,-1-1,1 0,0 1,0-1,-1-1,1 1,1-1,-1 1,0-1,1 0,-1-1,1 1,-2-3,-3-9,0 0,1 0,1-1,0 0,1 0,1-1,0 1,1-1,1 0,1 0,1 0,0 0,1-3,-1-6,2 0,0 0,2 0,0 1,2-1,1 1,1 1,1-1,1 1,2 1,0 0,3-2,-10 18,1 0,0 1,0 0,0 0,1 0,0 1,0 0,0 1,1-1,-1 1,1 1,0-1,0 2,1-1,-1 1,4-1,136-4,-102 9</inkml:trace>
  <inkml:trace contextRef="#ctx0" brushRef="#br0" timeOffset="6997.376">6980 2297,'-5'16,"-1"14,0 16,6 12,8 9,6 2,4-1,0-5,1-10,-5-10,-1-14,-3-11</inkml:trace>
  <inkml:trace contextRef="#ctx0" brushRef="#br0" timeOffset="7197.16">7327 2350,'-43'16,"1"2,1 1,1 2,1 2,0 2,-29 26,7 9,59-59,1 1,-1 0,1 0,0 0,0 0,0 0,0 0,0 0,0 0,0 1,1-1,-1 0,1 1,0-1,-1 0,1 1,0-1,0 0,1 1,-1-1,0 0,1 0,0 1,-1-1,1 0,0 0,0 0,0 0,0 0,1 0,-1 0,0 0,1 0,0 0,11 8,1-2,0 1,1-2,0 1,0-2,0 0,1-1,-1-1,1 0,7 0,-13-2,44 11,0-4,1-1,0-3,0-2,21-3,-37-4,-8-3</inkml:trace>
  <inkml:trace contextRef="#ctx0" brushRef="#br0" timeOffset="7378.544">7702 2485,'9'0,"15"2,16 1,15 2,10 0,1 2,-12-1</inkml:trace>
  <inkml:trace contextRef="#ctx0" brushRef="#br0" timeOffset="7535.059">7689 2698,'16'9,"19"3,19 0,19-3,15-2,8-3,-12-2</inkml:trace>
  <inkml:trace contextRef="#ctx0" brushRef="#br0" timeOffset="30268.72">109 92,'-22'65,"15"84,8-96,-3 176,-25 173,5-258,10-82,4 0,2 0,2 14,6 170,0-238,0-1,0 1,0 0,1-1,1 1,-1-1,1 0,0 0,1 0,-1-1,1 0,3 3,-3-6,0 1,0-1,0 0,1 0,-1 0,1-1,0 0,0 0,0 0,0-1,0 0,0 0,0-1,0 1,0-1,0-1,1 1,4-2,9 2,1080-18,-778 1,-318 17,-2 0,-1 1,1-1,-1 0,1 0,-1 0,1 1,0-1,-1 0,1-1,-1 1,1 0,-1 0,1-1,-1 1,1-1,-1 1,0-1,1 0,-1 0,0 1,1-1,-1 0,0 0,0 0,0 0,0 0,0-1,0 1,0 0,0 0,0-1,-1 1,1 0,0-1,-1 1,1-1,-1 1,0-1,1 1,-1-1,0 1,0-1,-9-16</inkml:trace>
  <inkml:trace contextRef="#ctx0" brushRef="#br0" timeOffset="30763.358">215 145,'0'-2,"1"-1,-1 0,1 1,-1-1,1 0,0 1,0-1,0 1,0-1,0 1,1 0,-1-1,1 1,0 0,-1 0,1 0,0 0,0 1,1-1,-1 0,0 1,0-1,1 1,-1 0,1 0,-1 0,1 0,-1 0,1 1,0-1,-1 1,1-1,0 1,-1 0,1 0,0 0,1 1,2-2,184-32,1 9,88 4,-263 19,37-4,-1 3,1 1,-1 3,0 2,1 2,23 8,-72-13,1-1,-1 2,1-1,-1 1,1-1,-1 1,0 0,0 1,0-1,0 1,0 0,-1-1,1 2,-1-1,0 0,0 1,0 0,0-1,-1 1,1 0,-1 0,0 1,0-1,0 0,-1 1,0 0,1 9,-2-1,0 1,0-1,-2 0,1 1,-2-1,0 0,-1 1,-2 14,-20 140,7 0,5 39,12-176,-28 302,37-281,2-35</inkml:trace>
  <inkml:trace contextRef="#ctx0" brushRef="#br0" timeOffset="32342.368">4760 359,'23'80,"-3"2,-4 0,-4 1,-3 1,-4 0,-4-1,-4 1,-9 61,-5-23,4-45,3 0,3 0,4 0,4 1,4 20,20 70,-25-167,-1 1,1-1,0 0,0 0,0 1,0-1,0 0,0 0,0 1,1-1,-1 0,0 0,1 0,-1 1,0-1,1 0,0 0,-1 0,1 0,0 0,-1 0,1 0,0 0,0 0,0 0,0-1,0 1,0 0,0 0,0-1,0 1,0-1,0 1,1-1,-1 0,0 1,0-1,1 0,-1 0,0 0,0 1,1-1,-1-1,0 1,1 0,104-46,-36 29,0 3,1 3,40-1,-11 2,538-93,-471 86,-164 15,-1 1,1 0,0-1,0 0,-1 0,1 0,-1 0,0 0,1 0,-1 0,0-1,0 1,-1-1,1 0,0 1,-1-1,0 0,1 0,-1 0,0 0,-1 0,1 0,0 0,-1-1,0 1,0 0,0 0,0 0,-1-3,2-1,37-415,-31 355,6-19,-4 0,-3-1,-4 0,-4 1,-4-1,-4 1,-14-60,23 144,1-1,-1 1,0-1,1 1,-1 0,0-1,-1 1,1 0,0 0,0 0,-1 0,0 0,1 0,-1 0,0 0,0 1,0-1,0 1,0-1,0 1,0 0,0 0,-1 0,1 0,0 0,-1 0,1 1,-1-1,1 1,-1-1,1 1,-1 0,1 0,-1 1,-199-22,1-8,-102-33,-206-31,503 92,-3-1,-1 0,1 0,-1 1,1 1,-1-1,1 1,-1 1,1 0,-1 0,1 1,0 1,-1-1,1 1,0 1,1-1,-4 3,-5 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3:59.8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27 344,'0'-2,"4"-1,9 0,11 1,13 0,9 3,6 2,1 2,-5 2,-9 3,-12 0</inkml:trace>
  <inkml:trace contextRef="#ctx0" brushRef="#br0" timeOffset="290.83">0 464,'21'5,"15"3,13 4,10-2,6-1,1-3,-6-3,-13-1</inkml:trace>
  <inkml:trace contextRef="#ctx0" brushRef="#br0" timeOffset="575.62">415 157,'4'7,"7"9,7 8,9 8,7 7,4 6,-1 6,-6 5,-9 1,-15 0,-17-3,-17-3,-14-7,-8-6,-2-4,3-7,12-7,13-7</inkml:trace>
  <inkml:trace contextRef="#ctx0" brushRef="#br0" timeOffset="872.757">936 237,'-11'24,"0"1,2 0,1 1,1 0,1 0,1 1,1-1,2 1,0 19,1-38,0 1,0 0,1 0,0 0,1-1,0 1,0 0,0-1,2 1,-1 0,1-1,0 0,0 0,1 0,0 0,1-1,0 1,0-1,0 0,1 0,0-1,2 1,-5-5,0-1,0 0,0 1,0-2,0 1,1 0,-1-1,0 1,0-1,1 0,-1 0,0 0,0-1,1 1,-1-1,0 1,0-1,0 0,0-1,0 1,0 0,0-1,0 0,0 1,-1-1,3-2,56-65,-44 37,-2 0,-1 0,-1-2,-1 0,-3 0,0 0,-2-1,-2-1,-1 1,-2-1,-2-15,1 43,-1 0,0-1,0 1,0 0,-2 0,1-1,-1 1,0 0,0 0,-1 1,0-1,0 0,-1 1,0 0,-1 0,1 0,-1 0,-1 1,1 0,-1 0,0 0,-1 1,1 0,-1 0,0 1,-6-4,5 7,0-1,1 1,-1 1,0 0,0 0,0 0,0 1,0 0,0 1,1-1,-1 2,0-1,1 1,0 0,0 0,0 1,0 0,0 1,1-1,0 1,0 0,0 1,0 0,1-1,0 2,0-1,1 1,0-1,0 1,0 0,1 1,0-1,0 0,1 1,0 0,1-1,-1 1,1 0,1 0,0 0,0 1,11 51,9-8</inkml:trace>
  <inkml:trace contextRef="#ctx0" brushRef="#br0" timeOffset="1140.517">1391 131,'11'20,"9"17,7 10,4 9,1 6,-1 4,-2-3,-5-4,-3-9,-6-10,-6-12</inkml:trace>
  <inkml:trace contextRef="#ctx0" brushRef="#br0" timeOffset="1324.205">1685 157,'-18'-4,"-11"-2,-7 2,-2 7,3 12,3 12,5 11,4 10,5 11,-1 6,0 2,-4-4,1-13</inkml:trace>
  <inkml:trace contextRef="#ctx0" brushRef="#br0" timeOffset="1518.425">1243 398,'21'-7,"22"0,20 6,19 8,13 6,5 5,-5-2,-18-3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2:22.0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5633 796,'-2'-19,"0"0,1 0,1 0,1 0,1 0,0 0,2 1,0-1,2-3,5-29,-1-4,-2 0,-2 0,-3-1,-3-20,-13 15,12 60,1 0,-1-1,1 1,-1 0,1 0,-1-1,0 1,0 0,1 0,-1 0,0 0,0 0,0 0,0 0,0 0,-1 0,1 0,0 1,0-1,0 1,-1-1,1 1,0-1,-1 1,1-1,0 1,-1 0,1 0,-1 0,1 0,0 0,-1 0,1 0,-1 0,1 1,0-1,-1 0,1 1,0-1,-1 1,1 0,0 0,-1-1,1 1,0 0,0 0,1 0,-1 0,0 0,0 0,0 0,0 0,1 0,-1 0,1 0,-1 0,1 0,-1 1,1-1,0 0,-1 0,1 1,0-1,0 0,0 1,0-1,0 0,0 0,0 1,0-1,1 0,-1 0,1 1,-1-1,1 0,-1 0,1 0,-1 1,1-1,0 0,0 0,0 0,-1 0,1-1,0 1,0 0,0 0,0 0,1-1,-1 1,0-1,0 1,0-1,0 1,1-1,-1 1,0-1,1 0,12 3,0 0,1-2,-1 1,1-2,-1 0,0-1,7-1,10 0,216-32,-242 32,-5 2,1-1,-1 1,1-1,-1 1,0-1,1 1,-1 0,1-1,0 1,-1 0,1-1,-1 1,1 0,-1 0,1-1,0 1,-1 0,1 0,0 0,-1 0,1 0,-1 0,1 0,0 0,-1 0,1 0,0 0,-1 0,1 1,-1-1,1 0,0 0,-1 1,1-1,-1 0,1 1,-1-1,1 1,-1-1,1 0,-1 1,1-1,-1 1,0-1,1 1,-1 0,0-1,1 1,-1-1,0 1,0-1,0 1,1 0,-1-1,0 1,0 0,0-1,0 1,0 0,0-1,0 1,0-1,-1 1,-1 3,-11 24,1 0,2 1,0 0,-3 22,9-6,2 1,2 0,2 0,2-1,2 1,2-1,2-1,2 1,17 40,20 97,-36-133,-2 1,-2 1,-3-1,-2 1,-2 0,-2 0,-2 0,-3 0,-2-1,-2 1,-9 27,15-67,-1 0,1 0,-2 0,0-1,0 0,0 0,-1 0,-1-1,0 1,0-1,-1-1,0 0,0 0,-1 0,0-1,0-1,-7 4,13-9,1 0,-1-1,1 0,0 1,-1-1,1 0,-1 0,1 0,-1-1,1 1,-1-1,1 1,-1-1,1 0,0 0,-1 0,1 0,0 0,0 0,0-1,0 1,0-1,0 1,0-1,0 0,1 0,-1 0,1 0,-1-1,-34-68,11-15,3-1,5 0,-5-69,17 117,0 7,-12-89,6 0,3-37,8 155,-1-1,1 1,0 0,0-1,0 1,0-1,0 1,1 0,-1-1,1 1,0 0,0-1,1 1,-1 0,0 0,1 0,0 0,0 0,0 0,0 1,0-1,1 1,-1-1,1 1,-1 0,3-2,6 2,-1-1,1 1,0 1,-1 0,1 0,0 1,-1 1,12 1,7 0,36 1,0-3,0-2,0-4,52-11,-54 2</inkml:trace>
  <inkml:trace contextRef="#ctx0" brushRef="#br0" timeOffset="868.114">7706 944,'0'0</inkml:trace>
  <inkml:trace contextRef="#ctx0" brushRef="#br0" timeOffset="302.51">6663 275,'0'7,"0"13,0 17,2 17,3 13,1 11,-1 5,-1-1,-1-4,-2-10,0-11,-1-13,5-14,1-12</inkml:trace>
  <inkml:trace contextRef="#ctx0" brushRef="#br0" timeOffset="569.623">7103 408,'-30'21,"1"1,1 2,1 0,1 2,1 1,-7 11,12-16,7-6,-12 10,2 2,1 0,2 1,-4 8,23-35,-1 0,1 0,0 0,0 0,0 0,0 0,0 0,0 0,1 1,-1-1,1 0,-1 0,1 1,0-1,0 0,0 1,0-1,0 0,1 0,-1 1,1-1,-1 0,1 0,0 0,0 0,0 0,0 1,0-2,0 1,1 0,-1 0,1 0,-1-1,1 1,0-1,0 1,-1-1,3 2,16 6,-1 0,2-1,-1-1,1 0,0-2,1-1,38 12,175 41,-201-53</inkml:trace>
  <inkml:trace contextRef="#ctx0" brushRef="#br0" timeOffset="-4395.3">1048 609,'-9'21,"-3"15,1 13,1 10,4 4,1 0,3-1,1-5,1-9,1-11,-3-12,-1-12,1-9</inkml:trace>
  <inkml:trace contextRef="#ctx0" brushRef="#br0" timeOffset="-3741.938">954 689,'-49'-179,"48"177,0 1,0-1,0 0,0 1,1-1,-1 0,1 0,-1 0,1 1,0-1,0 0,0 0,0 0,0 0,0 0,0 1,1-1,-1 0,1 0,-1 0,1 1,0-1,0 0,-1 1,1-1,0 0,1 1,-1-1,0 1,0 0,1-1,-1 1,0 0,1 0,0 0,0-1,7 1,0 1,-1 0,1 0,0 0,0 1,-1 1,1-1,-1 1,1 1,-1 0,7 3,-10-4,4-1,0 1,0 1,0 0,-1 0,1 1,-1 0,0 0,0 1,0 0,-1 0,0 1,0 0,0 0,-1 1,1 0,-2 0,1 0,-1 1,0 0,3 6,-8-10,0 1,0-1,0 0,0 0,-1 0,0 0,1 0,-1 0,-1 0,1 0,-1 0,1-1,-1 1,0 0,0-1,-1 0,1 1,-1-1,0 0,0 0,0 0,0 0,-77 55,73-54,-101 61,108-65,1 1,0-1,-1 0,1 0,-1 1,1-1,-1 0,1 0,0 1,-1-1,1 1,-1-1,0 0,1 1,-1-1,1 1,-1-1,0 1,1 0,-1-1,0 1,1-1,-1 1,0-1,0 1,0 0,0-1,1 1,-1 0,0-1,0 1,0 0,0-1,0 1,-1-1,1 1,0 0,0-1,0 1,-1 0,1-1,0 1,0-1,-1 1,1-1,0 1,-1-1,1 1,-1-1,1 1,-1-1,1 0,-1 1,1-1,-1 1,1-1,-1 0,0 0,1 1,-1-1,1 0,-1 0,0 0,1 0,-1 0,0 0,1 0,-1 0,1 0,-2 0,176 10,-162-10,-1 0,1 1,-1 0,0 1,0 0,1 1,-1 0,-1 1,1 0,-1 1,1 0,-1 0,0 1,-1 0,0 1,0 0,0 1,-1 0,4 4,-10-7,0-1,-1 1,1 0,-1 0,0 0,0 0,-1 0,1 1,-1-1,0 0,-1 0,1 0,-1 0,0 0,0 0,-1 0,1 0,-1 0,0 0,0-1,-1 1,1-1,-3 3,-5 7,1-1,-2 0,0 0,0-1,-1 0,-10 6,18-14,0 0,0 0,-1-1,1 1,-1-1,0 0,0-1,0 1,0-1,0 0,-1 0,1 0,-1-1,1 0,-1 0,1-1,-1 1,0-1,1 0,-1-1,-1 1,4-3,1 0,-1-1,1 1,0 0,0-1,0 1,0-1,1 1,0-1,-1 0,1 0,1 0,-1 0,0 0,1 1,0-1,0 0,0 0,0 0,1 0,0 0,0 0,0 0,0 0,0 1,1-1,-1 0,2 0,5-13,2 0,-1 1,2 0,0 1,1 1,0 0,1 0,1 1,0 1,1 0,0 1,1 0,0 2,1 0,0 0,0 2,16-5,-31 11,0 0,0 0,0 0,0 0,0 0,0 1,0-1,0 1,0 0,1-1,-1 1,0 0,0 0,0 0,0 1,1-1,-1 0,0 1,0 0,0-1,0 1,0 0,0 0,0 0,0 0,0 0,-1 1,1-1,0 1,-1-1,1 1,-1-1,1 1,-1 0,0 0,0 0,0 0,0 0,1 0,29 104,-28-89,1 0,1-1,0 1,1-1,1 0,0-1,8 12,-14-25,0 0,0 0,0-1,1 1,-1 0,0-1,1 1,-1-1,1 0,-1 1,1-1,0 0,0 0,-1 0,1 0,0 0,0-1,0 1,0 0,0-1,0 0,0 1,1-1,9-3</inkml:trace>
  <inkml:trace contextRef="#ctx0" brushRef="#br0" timeOffset="-3507.641">1369 650,'-5'-5,"4"1,8 4,10 1,2 1</inkml:trace>
  <inkml:trace contextRef="#ctx0" brushRef="#br0" timeOffset="-2901.244">1877 743,'-110'-6,"105"7,0-1,0 1,0 0,0 0,1 0,-1 1,0-1,1 1,-1 0,1 1,-1-1,1 1,0 0,0 0,1 0,-1 0,0 1,1-1,0 1,-2 3,4-5,0 0,0 0,0 0,0 0,0 1,1-1,-1 0,1 0,0 1,-1-1,1 0,0 0,0 1,1-1,-1 0,0 1,1-1,-1 0,1 0,0 0,0 0,0 0,0 0,0 0,0 0,0 0,1 0,-1 0,1-1,0 1,-1 0,1-1,0 0,0 1,0-1,77 42,-70-39,36 14,-29-13,-1 1,0 0,0 1,0 1,-1 0,-1 1,1 1,2 3,-13-10,0 1,-1 0,1 0,-1 0,0 0,0 0,0 1,-1-1,0 1,0-1,0 1,0-1,-1 1,1-1,-1 1,-1-1,1 1,0 0,-1-1,0 1,0-1,-1 1,1-1,-1 0,0 0,0 1,0-1,0-1,-1 1,0 0,0 0,0-1,0 0,0 0,-1 0,1 0,-1 0,0 0,0-1,0 0,0 0,0 0,-1 0,-2 0,6-2,-1 1,1-1,-1 0,1 0,0 0,-1 0,1 0,-1 0,1 0,0-1,-1 1,1-1,-1 1,1 0,0-1,0 0,-1 1,1-1,0 0,0 0,0 0,0 0,0 0,0 0,0 0,0 0,0 0,0 0,1 0,-1 0,0-1,1 1,-1 0,1-1,-1 1,1 0,0-1,-1 1,1-1,0 1,0 0,0-1,0 1,0-1,1 1,-1 0,0-1,1 1,-1-1,1 1,-1 0,1 0,0-1,-1 1,1 0,0-1,64-145,-44 106,-2-1,-3-1,0-1,-3 0,-2 0,-2-1,-2-1,-1 0,-3 0,-2 0,-2 0,-2 0,-1 1,-3-1,-6-19,-8 16,21 49,-1 0,1 0,-1 0,1 0,-1 1,1-1,-1 0,1 0,-1 1,1-1,-1 0,1 1,-1-1,1 0,0 1,-1-1,1 1,0-1,-1 0,1 1,0-1,0 1,-1-1,1 1,0-1,0 1,0 0,0-1,-1 1,1-1,0 1,0-1,0 1,0-1,0 1,1-1,-1 1,0-1,0 1,0-1,0 1,1-1,-1 1,0-1,0 1,4 26,1-1,1 0,1 0,1 0,6 10,0 4,16 49,-3 2,-5 1,-1 22,-14-61,-4-25,0-1,2 1,1-1,1 0,1 0,2-1,10 22,-18-45,-1 1,1-1,0 1,0-1,1 0,-1 1,1-1,-1 0,1-1,0 1,0 0,0-1,1 0,-1 0,0 0,1 0,-1 0,1-1,0 1,0-1,0 0,-1 0,1 0,0-1,0 0,0 1,0-1,2-1,11-6</inkml:trace>
  <inkml:trace contextRef="#ctx0" brushRef="#br0" timeOffset="-2642.213">1770 596,'29'0,"29"0,24 0,14 2,7 6,-14 0</inkml:trace>
  <inkml:trace contextRef="#ctx0" brushRef="#br0" timeOffset="-1647.865">2759 970,'-1'-8,"0"-1,-1 1,0 0,0 0,-1 0,0 0,-1 0,0 1,0-1,0 1,-1 0,0 0,0 1,-1-1,0 1,0 0,0 1,-1 0,0 0,0 0,0 1,0 0,-1 0,0 1,0 0,0 0,0 1,0 0,0 0,-1 1,1 0,-1 1,1 0,0 0,-1 0,1 1,-1 1,1-1,0 1,0 1,-6 2,5 0,1 0,1 0,-1 1,1 0,0 0,0 1,1-1,0 2,0-1,0 1,-3 6,7-10,0 0,-1 0,1 0,1 0,-1 0,1 0,-1 0,1 1,1-1,-1 0,1 1,-1-1,1 1,0-1,1 1,-1-1,1 0,0 1,0-1,0 0,1 0,-1 1,1-1,0 0,2 2,2-1,0 0,0 0,1 0,0-1,0 0,0 0,0-1,1 0,-1 0,1-1,0 0,0 0,-1 0,1-1,0-1,1 0,-1 0,0 0,0-1,0 0,0 0,-1-1,6-2,-3 1,0-1,-1 0,0 0,0-1,0 0,-1-1,1 0,-1 0,-1-1,1 0,-1 0,0-1,-1 0,0 0,0-1,-1 1,0-1,0 0,-1-1,-1 1,1-1,-1 1,-1-1,0 0,0 0,-1-1,0 1,-1 0,0 0,-1 0,0-1,-3 44,5-18,0 1,1-1,0 0,1 0,1 0,1-1,0 1,5 10,-7-18,0-1,0 0,0-1,1 1,0 0,0-1,0 0,1 0,0 0,0-1,0 1,0-1,1 0,-1-1,1 1,0-1,0 0,1-1,-1 0,0 0,2 1,-1-4,-1 0,0 0,1-1,-1 0,0 0,0 0,0-1,0 1,0-2,-1 1,1 0,-1-1,0 0,0-1,-1 1,1-1,-1 0,0 0,0 0,0 0,-1-1,0 1,0-1,0 0,-1 0,0 0,1-5,18-48,-4 0,-2-1,-3 0,-2-1,-3 0,-2-1,-5-54,0-75,61 679,-55-294,-6-193,0 0,-1-1,1 1,0-1,-1 0,1 1,0-1,-1 1,1 0,0-1,0 1,0-1,-1 1,1-1,0 1,0 0,0-1,0 1,0-1,0 1,0-1,0 1,1 0,-1-1,0 1,0-1,0 1,1-1,-1 1,0-1,0 1,1-1,-1 1,0-1,1 1,-1-1,1 0,-1 1,1-1,-1 1,0-1,1 0,0 0,-1 1,1-1,-1 0,1 0,-1 0,1 1,-1-1,1 0,0 0,-1 0,1 0,-1 0,1 0,-1 0,1 0,0 0,-1-1,1 1,-1 0,1 0,-1 0,1-1,-1 1,1-1,48-56,-43 49,0-1,0 1,1 0,0 0,1 1,0 0,0 0,0 1,1 0,0 1,8-5,-13 9,0 0,0 0,0 0,0 1,0 0,0-1,0 1,0 1,1-1,-1 1,0 0,0-1,-1 2,1-1,0 0,0 1,-1 0,1 0,0 0,-1 0,0 0,0 1,0-1,0 1,0 0,1 1,60 88,-60-84,-1 1,1-1,-1 0,-1 1,1 0,-1-1,-1 1,0 0,0 5,-1-11,0 0,0 0,-1 0,1 0,-1 0,0 0,0 0,0 0,0 0,0 0,-1-1,1 1,-1-1,0 1,0-1,0 1,0-1,0 0,0 0,0 0,-1 0,1 0,-1-1,0 1,1-1,-1 0,0 1,0-1,-1 0,-74 5,76-7,0 1,1 0,-1-1,0 0,0 1,0-1,0 0,1 0,-1 0,0 0,1 0,-1-1,1 1,0 0,-1-1,1 1,0-1,0 1,0-1,0 0,0 1,0-1,0 0,0 0,1 0,-1 0,1 1,-1-1,1 0,0 0,0 0,0 0,0 0,0 0,0 0,1 0,-1 0,1 0,3-10,0 1,2-1,-1 1,1 0,1 1,0-1,1 1,0 1,0-1,1 1,0 1,1 0,-1 0,2 1,-1 0,1 1,0 0,2-1,-11 6,0-1,0 0,0 0,0 0,1 1,-1-1,0 1,1-1,-1 1,1 0,0-1,-1 1,1 1,0-1,0 0,-1 1,1-1,0 1,0 0,0 0,0 0,0 0,-1 1,1-1,0 1,0-1,0 1,-1 0,1 0,0 0,-1 1,1-1,-1 1,0-1,1 1,-1 0,0 0,0 0,1 2,46 160,-45-154,-3-6,0 1,1 0,-1-1,1 0,0 1,1-1,-1 0,1 0,-1 0,1 0,1-1,-1 1,3 2,4-4,-2-5</inkml:trace>
  <inkml:trace contextRef="#ctx0" brushRef="#br0" timeOffset="-1392.805">3601 489,'0'16,"5"12,8 8,2-2</inkml:trace>
  <inkml:trace contextRef="#ctx0" brushRef="#br0" timeOffset="-1112.481">3935 876,'17'-11,"0"0,-1-1,-1-1,0 0,-1-1,-1-1,0 0,0-1,-2 0,0-1,-1 0,-1-1,0 0,-2-1,0 1,-1-1,1-4,1-17,-2-1,-2 0,-1-1,-2 1,-2 0,-2-1,-2 1,-1 0,-2 1,-7-17,-20-27,34 81,0 1,-1-1,1 1,-1 0,0-1,0 1,0 0,0 0,0 0,-1 0,1 0,-1 1,1-1,-1 1,1-1,-1 1,0 0,0 0,0 0,1 1,-1-1,0 0,0 1,0 0,0 0,0 0,0 0,-1 1,-3 2,-1 1,0 0,1 0,-1 1,1 0,1 0,-1 1,1-1,0 2,0-1,0 1,1 0,0 0,1 0,-1 0,1 1,0 2,-8 14,1 0,2 1,0 0,2 0,0 1,2 0,1 0,1 0,1 1,2-1,0 0,3 11,2 6,1 0,3-1,1 0,2-1,2 0,2-1,6 9,109 191,-128-234,1 0,0 1,0-2,0 1,1 0,0-1,0 0,0 0,1 0,0-1,0 0,0 0,0 0,1-1,-1 0,1 0,0-1,0 1,0-1,0-1,0 0,0 0,1 0,42-7,-1-6</inkml:trace>
  <inkml:trace contextRef="#ctx0" brushRef="#br0" timeOffset="4148.461">1248 2655,'-10'-3,"0"0,0 1,-1 1,1 0,-1 1,1-1,-1 2,1 0,-1 0,1 1,-1 0,1 1,0 0,0 0,1 1,-1 1,1-1,-1 2,2-1,-1 1,0 1,1-1,1 1,-1 1,-5 6,-11 15,0 1,3 0,0 2,2 0,1 2,2 0,2 0,0 2,3-1,1 2,-3 24,13-61,-3 7,2 0,-1-1,1 1,0 0,0 0,1 0,0 0,0-1,0 1,1 0,0 0,1 0,-1-1,1 1,1-1,-1 1,1-1,3 6,-2-11,0 1,-1-1,1 0,0 0,1 0,-1-1,0 1,0-1,0 0,0 0,0 0,0-1,0 0,0 1,0-1,0-1,0 1,0-1,0 1,-1-1,1 0,-1 0,1-1,-1 1,0-1,0 1,0-1,0 0,0-1,33-25,-1-1,-2-3,-1 0,-2-2,-1-2,-2 0,-2-2,-1 0,-2-2,0-3,-12 23,-1-1,0 0,-2 0,0 0,-2-1,0 0,-1 0,-2-1,0 1,-2-1,-1 1,0-1,-2 1,0 0,-3-3,5 21,0 0,-1-1,1 1,-1 1,-1-1,1 0,-1 0,0 1,0 0,0-1,0 1,-1 0,0 0,1 1,-2-1,1 1,0 0,-1 0,1 1,-1-1,0 1,0 0,0 0,0 0,0 1,0 0,0 0,0 0,-1 1,1-1,-4 2,2 0,0 1,0 0,1 0,-1 1,1-1,-1 2,1-1,0 1,0 0,1 0,-1 0,1 1,0 0,0 0,0 0,1 1,0 0,0-1,0 2,1-1,0 0,-3 5,1 1,1-1,0 1,0 0,1 0,1 0,0 1,1-1,0 0,1 1,1 9,5 9,1 0,2-1,1 0,1 0,1-1,2-1,12 19,18 41,-24-43,-2 1,-2 1,-3 1,-1 0,-2 1,1 24,2 68,-9-115</inkml:trace>
  <inkml:trace contextRef="#ctx0" brushRef="#br0" timeOffset="4826.779">1770 3069,'18'0,"20"0,21 0,22 0,16 0,16-2,8-1,5 0,-6 1,-12 0,-15 1,-19 0,-22 1</inkml:trace>
  <inkml:trace contextRef="#ctx0" brushRef="#br0" timeOffset="5152">2519 2748,'17'17,"2"-1,0 0,0-2,2-1,0 0,0-1,1-2,0 0,17 4,-33-11,94 34,-55-21,0 1,-2 3,18 11,-57-30,0 1,-1 0,1 0,0 0,0 0,-1 1,0 0,1-1,-1 1,0 0,0 1,-1-1,1 0,-1 1,1 0,-1-1,0 1,0 0,-1 0,1 0,-1 0,0 1,0-1,-1 0,1 0,-1 1,0-1,0 0,0 0,0 1,-1 2,-5 4,-1 1,0-2,0 1,-1-1,0 0,-1-1,0 0,-1 0,1-1,-2 0,1-1,-1 0,-10 4,19-10,-248 134,215-117</inkml:trace>
  <inkml:trace contextRef="#ctx0" brushRef="#br0" timeOffset="8783.776">701 4099,'488'-14,"-64"27,-111 1,1-14,25-16,654-23,-902 37,917-36,-598 23,129-31,-305 26,-220 20</inkml:trace>
  <inkml:trace contextRef="#ctx0" brushRef="#br0" timeOffset="10021.279">1355 4780,'-9'-2,"6"1,-1-1,0 1,1 0,-1 0,0 1,1-1,-1 1,0-1,0 1,0 1,1-1,-1 0,0 1,0 0,1 0,-1 0,1 0,-1 1,1-1,-1 1,1 0,0 0,0 0,-1 0,2 1,-1-1,0 1,0 0,-1 2,-1 8,1 1,0-1,1 1,0 0,2 0,-1 0,2 0,-1 1,2-1,0 0,3 10,-2-5,2 1,0-1,1 0,1 0,1 0,1-1,5 9,-9-19,1 1,0-1,1 0,-1-1,2 1,-1-1,1 0,0-1,0 0,1 0,0 0,0-1,0 0,0-1,1 1,4 0,-8-4,0 0,0 0,1 0,-1 0,1-1,-1 0,0 0,1-1,-1 1,0-1,1 0,-1-1,0 1,0-1,0 0,0-1,0 1,0-1,-1 0,1 0,-1 0,0 0,0-1,0 0,0 0,-1 0,1 0,6-9,0-1,-1 1,-1-1,0-1,-1 0,0 0,-1 0,1-7,-1 1,0 0,-2 0,0 0,-1 0,-2-1,0 1,-1-1,-1 1,-1-1,-1 1,-1 0,-1 0,-2-5,5 20,0 0,0 0,-1 1,0-1,0 1,0 0,-1 0,1 0,-1 0,0 1,-1-1,1 1,-1 0,0 1,0-1,0 1,0 0,-1 0,1 1,-1-1,0 1,0 0,0 1,0-1,0 1,0 1,0-1,0 1,-4 0,0 1,0 0,-1 1,2 0,-1 1,0 0,0 0,1 1,0 0,0 1,0 0,0 0,1 1,0 0,0 1,0-1,1 2,0-1,0 1,1 0,0 0,1 1,0 0,0 0,0 0,-2 8,7-13,0-1,-1 1,1-1,1 1,-1-1,0 1,1-1,0 1,-1-1,1 1,1-1,-1 0,0 0,1 0,0 0,0 0,0 0,0 0,0 0,0-1,1 1,-1-1,3 2,32 25</inkml:trace>
  <inkml:trace contextRef="#ctx0" brushRef="#br0" timeOffset="11721.282">1396 5970,'-11'19,"1"1,1 0,1 0,1 1,1 0,0 1,2-1,0 1,2 0,0 0,1 0,2 0,0 0,3 12,-3-25,0-1,1 0,0 1,0-1,1 0,0 0,0 0,1-1,0 1,0-1,1 0,0 0,0 0,1-1,0 0,0 0,0 0,1-1,0 0,0 0,0 0,1-1,-1-1,1 1,0-1,0 0,0-1,0 0,1 0,-1-1,0 0,1 0,-1-1,1 0,7-1,-7-2,0 0,0-1,0 0,0-1,-1 0,1 0,-1 0,-1-1,1-1,-1 1,0-1,0 0,-1-1,0 1,0-1,-1-1,0 1,-1-1,1 0,1-7,0 2,-2 0,0 0,-1 0,0 0,-1-1,0 1,-1-1,-1 0,-1 1,0-1,0 1,-2-1,-2-10,0 9,-1 1,-1-1,0 1,-1 1,0-1,-1 1,-1 1,0 0,-1 0,-2-1,7 7,-1 1,0-1,-1 1,1 0,-1 1,0 0,-1 0,1 1,-1 0,0 0,0 1,0 0,0 1,-1 0,1 1,-1-1,1 2,-2-1,5 2,0-1,0 1,1 0,-1 1,0-1,1 1,-1 0,1 1,0-1,0 1,0 0,0 0,0 0,1 1,-1 0,1 0,0 0,0 0,1 1,-1 0,1-1,0 1,0 0,0 1,1-1,0 0,0 1,0-1,1 1,0 0,0-1,0 1,1 0,0 0,0 0,0-1,1 1,0 0,0 0,1 4,23 39,7-6</inkml:trace>
  <inkml:trace contextRef="#ctx0" brushRef="#br0" timeOffset="12700.798">3828 6131,'39'-84,"-5"-1,-3-1,-1-12,-26 85,0-1,-8 24,-11 50,2 1,3 1,2 0,3 0,3 0,3 0,2 0,3 0,9 38,-5-28</inkml:trace>
  <inkml:trace contextRef="#ctx0" brushRef="#br0" timeOffset="13406.367">1476 7614,'3'-46,"2"-1,3 1,1 0,3 1,11-29,-2 1,-14 50,-2 16,-3 18,-23 285,20-263,1-1,1 1,2-1,4 13,-5-34,0 0,1-1,0 1,1-1,0 0,1 0,0 0,1 0,-1-1,2 0,0 0,0-1,0 1,6 3,24 15</inkml:trace>
  <inkml:trace contextRef="#ctx0" brushRef="#br0" timeOffset="14975.232">1542 9005,'5'-93,"5"0,3 1,8-18,-19 96,22-92,-18 125,-10 135,0-87,3-1,3 1,5 13,8 2,1-12</inkml:trace>
  <inkml:trace contextRef="#ctx0" brushRef="#br0" timeOffset="16101.523">4229 8750,'22'-100,"3"1,5 1,5-2,-11 43,-24 57,0 0,0 1,-1-1,1 0,0 0,0 1,0-1,0 0,-1 1,1-1,0 0,0 1,0-1,0 0,0 1,0-1,0 0,0 1,0-1,0 1,0-1,0 0,0 1,0-1,0 0,0 1,1-1,-1 0,0 1,0-1,0 0,0 0,1 1,-1-1,0 0,0 1,1-1,-1 0,0 0,1 0,-1 1,0-1,0 0,1 0,-1 0,0 0,1 0,-1 1,0-1,1 0,-1 0,1 0,-1 0,0 0,1 0,-1 0,0 0,1 0,-1 0,0-1,1 1,-1 0,0 0,1 0,-1 0,0 0,1-1,-1 1,0 0,1 0,-9 219,8-178,1 0,3-1,1 1,2-1,1 0,2-1,2 0,2-1,7 13,-2-14,-4-8</inkml:trace>
  <inkml:trace contextRef="#ctx0" brushRef="#br0" timeOffset="16369.118">4243 9045,'13'2,"15"1,10 0,11-3,6-3,1-7,-5-3,-12 1</inkml:trace>
  <inkml:trace contextRef="#ctx0" brushRef="#br0" timeOffset="15501.207">2800 8777,'24'3,"26"0,18-1,19 1,13-4,5-1,-1 0,-10-2,-13-1,-19-1,-20-1</inkml:trace>
  <inkml:trace contextRef="#ctx0" brushRef="#br0" timeOffset="15783.763">3347 8524,'22'18,"1"0,1-1,1-2,0 0,0-2,2 0,-1-2,24 6,105 52,-150-68,-1 1,1 0,-1 0,1 0,-1 0,0 1,0 0,0 0,-1 0,1 0,-1 1,1-1,-1 1,0 0,-1 0,1 0,-1 0,1 0,-1 1,0-1,-1 1,1-1,-1 1,0 0,0 0,-1-1,1 1,-1 0,0 0,0 0,-1 0,1-1,-1 1,0 0,0 0,-2 1,-8 11,-1 0,-2 0,1-2,-2 1,0-2,-1 0,0-1,-3 1,14-10,-180 122,168-117</inkml:trace>
  <inkml:trace contextRef="#ctx0" brushRef="#br0" timeOffset="13640.733">2104 7520,'16'0,"16"0,17 0,21-2,18-1,15-2,12 0,6 0,-3 2,-9 1,-17 1,-24 0</inkml:trace>
  <inkml:trace contextRef="#ctx0" brushRef="#br0" timeOffset="13933.467">2959 7280,'-66'15,"64"-15,1 1,0 0,0 0,-1-1,1 1,0 0,0 0,0 0,0 0,0 0,0 1,0-1,1 0,-1 0,0 0,1 1,-1-1,0 1,1-1,0 0,-1 1,1-1,0 1,0-1,0 1,0-1,0 0,0 1,0-1,0 1,1-1,-1 1,0-1,1 0,-1 1,1-1,0 0,-1 1,1-1,0 0,0 0,0 0,0 0,1 1,6 7,1-1,0 0,0-1,0 0,1-1,0 0,1 0,0-1,-1-1,1 1,1-2,2 1,-6-1,272 78,-204-40,-74-38,-1-1,0 1,0-1,0 1,0 0,0-1,-1 1,1 0,-1-1,0 1,1 0,-1 0,0-1,-1 1,1 0,0 0,-1-1,0 1,0 0,1-1,-2 1,1-1,0 1,0-1,-1 0,1 1,-1-1,0 0,0 0,0 0,0 0,0 0,0-1,0 1,-2 0,-34 33,-2-2,-1-2,-45 26,14-9,1 2,53-37</inkml:trace>
  <inkml:trace contextRef="#ctx0" brushRef="#br0" timeOffset="14300.805">3856 7601,'1'8,"0"-1,0 1,1-1,1 0,-1 0,1 0,0 0,1 0,-1-1,2 1,-1-1,0 0,1 0,0-1,1 1,-1-1,1 0,0-1,0 1,1-1,-1 0,1-1,0 0,0 0,0 0,0-1,0 0,1 0,-1-1,1 0,-1 0,1-1,-1 0,1 0,0-1,-1 0,1 0,2-1,0-3,0 0,0-1,0 0,-1-1,0 0,0 0,0-1,-1 0,-1 0,1-1,-1 0,-1-1,0 1,0-1,-1 0,0-1,0 1,-1-1,-1 0,0 0,0 0,-1 0,-1-1,0 1,0-1,-1 1,-1 0,0-1,0 1,-1-1,-1 1,0 0,0 0,-1 1,-1-1,0 0,1 2,-1 1,0 0,0 1,-1-1,0 1,0 0,0 1,-1-1,0 1,-1 1,1-1,-1 1,0 0,0 1,-1 0,1 0,-1 1,0 0,0 1,0 0,0 0,0 1,0 0,-1 1,1 0,0 0,-1 1,1 0,0 0,0 1,0 1,0-1,0 2,1-1,-1 1,-9 8,1 0,0 1,1 1,0 1,2 0,-1 1,2 0,0 1,1 1,1 0,1 1,0 0,-2 7,-21 45</inkml:trace>
  <inkml:trace contextRef="#ctx0" brushRef="#br0" timeOffset="12118.064">2225 6144,'15'2,"18"1,16 2,18 0,18 0,15-2,9-1,1-3,-1-1,-11-3,-15 0,-17-2,-19 0</inkml:trace>
  <inkml:trace contextRef="#ctx0" brushRef="#br0" timeOffset="12401.308">2839 5957,'16'11,"1"0,0-1,0-1,1-1,0 0,1-2,0 0,0-1,0 0,6-1,308 57,-326-59,1-1,-1 1,0 1,0-1,0 1,0 0,-1 1,1-1,-1 1,0 1,4 3,-9-6,0 1,0 0,0-1,0 1,0 0,-1 0,0 0,1 0,-1 0,0-1,-1 1,1 0,0 0,-1 0,0 0,1-1,-1 1,0 0,0-1,-1 1,1 0,0-1,-1 1,0-1,0 0,1 0,-1 0,0 0,-1 0,1 0,0 0,-1-1,1 1,-3 1,-162 115,75-59,44-16,43-31</inkml:trace>
  <inkml:trace contextRef="#ctx0" brushRef="#br0" timeOffset="10287.023">2345 4874,'25'0,"22"2,18 1,17 0,11-1,2 0,0-1,-9-1,-8 0,-16 0,-17 0,-15 0</inkml:trace>
  <inkml:trace contextRef="#ctx0" brushRef="#br0" timeOffset="10584.031">2906 4674,'-2'3,"0"0,1 0,-1 1,1-1,0 1,0-1,0 1,0-1,1 1,0 0,-1-1,1 1,1 0,-1-1,0 1,1 0,0-1,0 1,0-1,0 1,1-1,-1 1,1-1,0 0,0 0,0 0,0 0,0 0,1-1,-1 1,2 1,7 5,1 0,-1 0,1-1,1 0,0-1,0 0,4 0,214 84,-228-90,-1 0,1 0,0 0,-1 0,1 0,-1 1,1-1,-1 1,0 0,1-1,-1 1,0 0,0 0,-1 1,1-1,0 0,-1 0,1 1,-1-1,0 1,0 0,0-1,0 1,0 0,0 0,-1-1,1 1,-1 0,0 0,0 0,0 0,0-1,-1 1,1 0,-1 2,-6 5,0 1,0 0,-1-1,0-1,0 1,-2-1,1-1,-1 0,0 0,-8 4,1 1,-194 140,188-132,12-6</inkml:trace>
  <inkml:trace contextRef="#ctx0" brushRef="#br0" timeOffset="10968.934">3641 4900,'11'18,"1"-1,1 0,0-1,1 0,0-1,1-1,1 0,1-1,0-1,0 0,1-2,0 0,1-1,0 0,1-2,17 5,-30-11,0 0,0-1,0 0,0 0,0 0,0-1,0 0,0-1,0 1,-1-1,1 0,0-1,-1 0,0 0,1 0,-1-1,-1 0,1 0,0 0,-1-1,0 0,0 0,0 0,-1-1,0 1,0-1,0 0,-1 0,0-1,4-7,0 0,-1 0,-1 0,-1 0,0-1,-1 0,0 0,-1 0,-1 0,0 0,-1-1,-1 1,-1-2,1 7,-1 0,0 0,0 0,-1 1,-1-1,1 1,-2 0,1 0,-1 0,-1 1,1-1,-1 1,-1 1,0-1,0 1,0 0,-1 0,0 1,0 0,0 1,-1 0,0 0,0 1,0 0,-1 0,1 1,-1 1,0-1,-3 1,-2 2,1 0,-1 1,1 1,0 0,-1 1,1 1,1 0,-1 1,1 0,-1 1,1 0,1 1,0 1,0 0,0 1,1 0,0 0,1 1,0 1,0 0,1 0,1 1,0 0,-6 13,-23 39</inkml:trace>
  <inkml:trace contextRef="#ctx0" brushRef="#br0" timeOffset="5764.122">3762 2681,'-13'5,"1"0,0 1,0 1,1 0,0 1,0 0,1 0,0 1,0 1,1-1,1 1,-1 1,1 0,1 0,0 1,-2 6,-3 8,0 0,2 1,2 0,0 1,2-1,1 1,0 8,2-14,2 0,0 0,1 0,2 1,0-1,5 20,-6-35,1 0,0 1,0-1,1 0,0-1,0 1,1-1,0 1,0-1,0 0,1 0,-1-1,1 1,1-1,-1 0,1-1,0 1,0-1,0 0,1-1,-1 1,5 0,-4-2,1 0,0 0,0-1,0 0,0-1,0 0,0 0,0-1,0 0,0 0,-1-1,1 0,0 0,-1-1,1 0,-1 0,6-4,6-4,-2 0,1-1,-2 0,1-2,-2 0,4-5,2-4,-2-1,-1-1,0-1,-2-1,-1 0,-1-1,-2-1,0 0,-2 0,-2-1,0 0,-2-1,-1 0,-2 0,-1 0,-1-5,-1 19,-1 0,-1 0,0 0,-1 0,-1 1,-1-1,0 1,-1 0,-5-9,7 17,-1 1,1-1,-1 1,0 0,-1 1,0-1,0 1,0 0,-1 1,1-1,-2 1,1 1,0-1,-1 1,0 0,0 1,0 0,0 0,-7 0,6 1,-1 1,1 0,0 0,-1 1,1 1,-1 0,1 0,0 0,0 1,0 1,0 0,0 0,0 0,0 1,1 1,0-1,0 1,0 1,1-1,0 1,0 1,0-1,0 1,1 0,1 1,-1 0,1 0,0 0,1 0,0 1,0-1,1 1,0 0,1 0,0 0,0 1,1-1,0 0,1 1,-1-1,2 1,0-1,0 2,8 15,1-1,0 0,2 0,1-2,1 1,1-2,1 0,1 0,1-2,1 0,0-1,2-1,0-1,-3 1,10 9,7 3,-2 2,-1 1,-2 1,-1 2,-1 1,-3 1,-1 1,11 27,10 72,-38-108</inkml:trace>
  <inkml:trace contextRef="#ctx0" brushRef="#br0" timeOffset="7276.851">4390 2481,'-2'-3,"1"0,8 1,12-1,14 4,12 1,13 0,10 0,5-2,1-4,-5-4,-12 0,-16-1,-14 1</inkml:trace>
  <inkml:trace contextRef="#ctx0" brushRef="#br0" timeOffset="7479.723">4697 2320,'3'9,"0"12,-1 17,-2 16,-1 17,-1 13,0 7,1 0,0-14</inkml:trace>
  <inkml:trace contextRef="#ctx0" brushRef="#br0" timeOffset="17791.779">5620 2414,'-13'680,"33"423,-23-893,-10-1,-18 68,-21 200,20 49,17-172,-5 717,57-383,-29-527,7-1,14 35,-19-137,13 63,-5 1,-5 0,-5 28,-10 94,2-245,1 1,-1 0,0 0,1 0,-1 0,0 0,1 0,-1 0,0 0,0 0,1 0,-1 0,0 0,1 0,-1 0,0 0,1 0,-1 0,0 0,0 0,1 1,-1-1,0 0,0 0,1 0,-1 0,0 1,0-1,1 0,-1 0,0 0,0 1,0-1,0 0,1 0,-1 1,0-1,0 0,0 1,0-1,0 0,0 0,0 1,0-1,0 0,0 1,0-1,0 0,0 1,0-1,0 0,0 0,0 1,0-1,0 0,0 1,0-1,0 0,-1 0,1 1,0-1,0 0,0 0,0 1,-1-1,1 0,0 0,2-15,0-5</inkml:trace>
  <inkml:trace contextRef="#ctx0" brushRef="#br0" timeOffset="30396.575">5914 4005,'830'31,"753"-33,-1556 0,-49 1,-10 1</inkml:trace>
  <inkml:trace contextRef="#ctx0" brushRef="#br0" timeOffset="31403.77">6622 3002,'16'-54,"-8"20,-1 1,-2-1,-2-1,-1 1,-1 0,-4-19,4 49,-1-1,0 0,-1 0,1 0,-1 1,0-1,0 0,0 1,-1-1,1 1,-1-1,-1 1,1 0,0-1,-1 1,0 1,0-1,0 0,0 1,-2-2,3 5,0 1,0-1,0 1,1-1,-1 1,0 0,0-1,1 1,-1 0,0 0,1 0,-1 1,1-1,-1 0,1 1,0-1,0 0,-1 1,1-1,0 1,0 0,0-1,1 1,-1 0,0 0,1 0,-1-1,1 1,0 0,-1 0,1 0,0 0,0 0,0 0,0 0,0 1,0 1,0-1,0 0,0 1,0-1,0 0,1 0,0 1,0-1,0 0,0 0,0 0,0 0,1 0,0 0,-1-1,1 1,0 0,1-1,-1 1,0-1,1 0,-1 0,1 0,-1 0,1 0,0 0,0-1,0 0,0 1,0-1,0 0,0 0,2 0,10 2,-1 0,1 0,0-1,0-1,0-1,0 0,1-1,9-1,-1-1,0-2,1 0,-1-1,-1-2,0 0,0-2,0 0,-1-1,0-2,-3 1,-18 12,0 1,0 0,0-1,-1 1,1 0,0 0,-1-1,1 1,0 0,-1 0,1 0,-1 0,0 0,1 0,-1 0,0 0,1 0,-1 0,0 0,0 0,0 0,0 0,0 0,0 0,0 0,0 0,-1 0,1 0,0 0,0 0,-1 0,1 0,-1 0,1 0,-1 0,1 0,-1-1,0 1,1 0,-2 7,-9 92,5 1,5 0,3 1,11 51,0 51,-13-197,2 9,-1 1,-1-1,-1 1,0-1,-1 1,-1-1,0 0,-5 11,8-25,0-1,-1 1,1 0,-1-1,1 1,-1-1,0 1,0-1,0 1,0-1,0 0,0 1,0-1,0 0,0 0,0 1,-1-1,1 0,-1-1,1 1,-1 0,1 0,-1 0,1-1,-1 1,1-1,-1 1,0-1,1 0,-1 0,0 0,0 0,1 0,-1 0,0 0,1 0,-1-1,0 1,1-1,-1 1,1-1,-1 1,1-1,-1 0,-8-8,1 1,-1-2,2 1,0-1,0-1,0 1,2-1,-1-1,1 1,1-1,0 0,-2-8,-17-43,2 0,-10-49,32 110,-1 0,0 1,1-1,-1 0,1 1,0-1,0 0,-1 0,1 0,0 1,1-1,-1 0,0 0,0 1,1-1,-1 0,1 1,0-1,-1 0,1 1,0-1,0 1,0-1,0 1,0-1,0 1,0 0,1 0,-1-1,0 1,1 0,-1 0,1 0,-1 1,1-1,-1 0,1 0,0 1,-1-1,1 1,1-1,161-34,-15-4,-83 19</inkml:trace>
  <inkml:trace contextRef="#ctx0" brushRef="#br0" timeOffset="31668.846">7465 2721,'-2'23,"-1"19,0 15,0 13,1 4,4 3,2-4,5-9,1-12,5-11,1-14,-2-10</inkml:trace>
  <inkml:trace contextRef="#ctx0" brushRef="#br0" timeOffset="31967.662">7866 2748,'-40'18,"1"2,1 1,1 2,1 2,1 1,1 1,-24 27,43-41,4-4,0 1,0 0,1 0,1 1,-1 0,2 1,0 0,0 0,-3 9,11-19,0 0,0 0,1 0,-1 0,0 0,1 0,-1 0,1 0,0 0,0 0,0 0,0 0,0 0,0-1,0 1,0 0,1-1,-1 1,1-1,-1 1,1-1,0 0,0 0,-1 0,1 0,0 0,0 0,0 0,0 0,0-1,0 1,0-1,0 0,0 1,0-1,2 0,1 1,90 26,0-4,2-4,0-5,1-4,0-4,3-4,-91-2,-19-1,-9 1</inkml:trace>
  <inkml:trace contextRef="#ctx0" brushRef="#br0" timeOffset="102503.124">6382 4606,'0'-1,"-1"1,1-1,0 1,0-1,-1 1,1 0,0-1,-1 1,1-1,0 1,-1 0,1-1,-1 1,1 0,-1-1,1 1,-1 0,1 0,-1-1,1 1,-1 0,1 0,-1 0,1 0,-1 0,1 0,-1 0,0 0,1 0,-1 0,1 0,-1 0,1 0,-1 0,1 1,-1-1,1 0,-1 0,1 1,-1-1,1 0,-1 0,1 1,0-1,-1 1,1-1,-1 0,1 1,0-1,-1 1,1-1,0 1,0-1,0 1,-1-1,1 1,0-1,0 1,0-1,0 1,0 0,-17 34,17-35,-5 10,0 0,1 1,0-1,0 1,2 0,-1 0,1 0,1 0,0 0,0 0,2 1,-1-1,1 0,1 0,0 0,0 0,1 0,0 0,1-1,1 1,-1-1,2 0,-1-1,1 1,1-1,2 2,0-2,0 0,1-1,0-1,1 0,-1 0,1-1,1-1,-1 1,1-2,0 0,0 0,0-1,0 0,1-1,-1-1,1 0,-1-1,1 0,0-1,-1 0,1-1,-1 0,0-1,0-1,0 0,0 0,0-1,-1-1,0 0,0 0,-1-1,1 0,-2-1,1-1,0-1,3-7,-2-1,0-1,-1 0,-1-1,-1 0,0 0,-2 0,0-1,-1 0,-2 0,0-1,-1 1,-1-3,0 5,-1 0,-1-1,-1 1,-1 0,0 0,-2 0,0 0,-1 1,0 0,-3-2,5 11,0 1,0-1,-1 1,0 0,-1 0,0 0,0 1,-1 0,0 1,0-1,0 1,-1 0,0 1,0 0,0 0,-1 1,0 0,1 0,-2 1,1 0,-2 0,2 2,0 0,0 1,0 0,0 1,0-1,0 1,1 1,-1 0,0 0,1 1,-1 0,1 1,0-1,0 1,0 1,1 0,0 0,-1 0,2 1,-1 0,1 0,-2 3,-4 5,0 1,0 0,2 1,0 0,0 0,2 2,0-1,1 1,1 0,0 1,1 2,1 0,1 0,1 0,1 0,0 1,3 20,8 32</inkml:trace>
  <inkml:trace contextRef="#ctx0" brushRef="#br0" timeOffset="102927.829">7371 4446,'9'16,"10"16,11 15,9 10,10 7,5 4,5-2,-1-7,-3-8,-7-10,-9-11,-8-10,-11-12,-8-9</inkml:trace>
  <inkml:trace contextRef="#ctx0" brushRef="#br0" timeOffset="103203.115">7799 4472,'-21'21,"-15"17,-9 13,-5 7,-2 7,4 0,6-1,7-5,7-7,10-9,6-12</inkml:trace>
  <inkml:trace contextRef="#ctx0" brushRef="#br0" timeOffset="103468.687">7238 4794,'22'-3,"29"-2,32-3,32-3,24 1,11 3,-5-1,-17 1,-31 2</inkml:trace>
  <inkml:trace contextRef="#ctx0" brushRef="#br0" timeOffset="104188.939">6462 5889,'6'-25,"1"-1,2 2,0-1,2 1,0 0,15-20,-10 14,78-138,-80 150,-15 18,1 0,0 0,0 1,0-1,0 0,0 1,-1-1,1 0,0 0,0 1,0-1,0 0,0 1,0-1,0 0,0 0,0 1,0-1,0 0,0 1,0-1,0 0,1 0,-1 1,0-1,0 0,0 1,0-1,0 0,1 0,-1 0,0 1,0-1,0 0,1 0,-1 0,0 1,0-1,1 0,-1 0,0 0,0 0,1 0,-1 1,0-1,1 0,-1 0,0 0,0 0,1 0,-1 0,0 0,1 0,-1 0,0 0,0 0,1 0,-1-1,0 1,1 0,-1 0,0 0,0 0,1 0,-1-1,0 1,0 0,1 0,-1 0,0-1,-1 29,1-27,-25 468,22-262,1-180</inkml:trace>
  <inkml:trace contextRef="#ctx0" brushRef="#br0" timeOffset="104458.424">6529 6197,'-2'-4,"1"-2,10 0,16 1,18 2,22 1,22 0,13-2,6-5,-15 1</inkml:trace>
  <inkml:trace contextRef="#ctx0" brushRef="#br0" timeOffset="104702.767">7451 5556,'20'20,"19"19,14 13,9 8,5 4,1-2,-7-4,-9-5,-10-10,-10-12</inkml:trace>
  <inkml:trace contextRef="#ctx0" brushRef="#br0" timeOffset="104917.595">7866 5556,'-13'22,"-10"20,-5 13,-5 9,-1 5,1 2,1-1,2-7,3-9,4-14,6-13</inkml:trace>
  <inkml:trace contextRef="#ctx0" brushRef="#br0" timeOffset="105108.8">7384 5809,'23'10,"30"2,34-1,31-1,20-6,8-3,-12-4,-29-1</inkml:trace>
  <inkml:trace contextRef="#ctx0" brushRef="#br0" timeOffset="105713.199">6088 7173,'13'-7,"15"3,10 10,9 14,7 13,4 11,-2 8,-2 4,-7 2,-9-3,-8-7,-10-11,-8-11</inkml:trace>
  <inkml:trace contextRef="#ctx0" brushRef="#br0" timeOffset="105993.946">6556 7039,'-21'12,"-13"12,-10 11,-4 12,-2 9,2 6,4 1,8 0,7-2,9-7,7-8,7-10,3-10</inkml:trace>
  <inkml:trace contextRef="#ctx0" brushRef="#br0" timeOffset="106153.211">6075 7494,'4'-5,"11"-3,19-3,19 0,19 1,16 1,10 0,8-1,0 0,-16 0</inkml:trace>
  <inkml:trace contextRef="#ctx0" brushRef="#br0" timeOffset="106418.17">7384 7213,'19'-26,"-2"0,-1-1,-2-1,0-1,-2 0,-1-1,-1 0,-2 0,-1-1,-1 0,-1-8,-5 30,-1 17,0 20,-6 91,-5 110,10 49,7-173,-1-12</inkml:trace>
  <inkml:trace contextRef="#ctx0" brushRef="#br0" timeOffset="106885.758">6182 8456,'11'18,"11"16,10 10,10 7,8 5,5 1,2 0,1-1,-3-2,-6-4,-7-9,-11-10</inkml:trace>
  <inkml:trace contextRef="#ctx0" brushRef="#br0" timeOffset="107152.461">6703 8496,'-14'5,"-11"10,-10 12,-6 13,-4 11,0 7,3 5,4-1,3 1,4-3,5-8,6-13</inkml:trace>
  <inkml:trace contextRef="#ctx0" brushRef="#br0" timeOffset="107435.691">6114 8871,'16'-4,"21"-5,23-2,21-2,18 2,12 2,8 2,1 4,-5-1,-23 0</inkml:trace>
  <inkml:trace contextRef="#ctx0" brushRef="#br0" timeOffset="107702.595">7585 8537,'-11'7,"-1"0,1 1,0 1,0 0,1 0,0 1,1 0,0 1,1-1,0 2,1-1,0 1,1 1,0-1,1 1,0 0,1 0,0 0,-1 13,5-20,0-1,0 1,0 0,1 0,0-1,0 1,0 0,1-1,0 1,0-1,0 0,0 1,1-1,0 0,0-1,1 1,-1 0,1-1,0 0,0 0,1 0,-1 0,1-1,-1 0,1 0,0 0,1 0,-1-1,0 0,1 0,0 0,5 1,1 0,1-1,-1 0,0-1,0-1,1 1,-1-2,0 0,0 0,1-1,-1-1,0 0,-1-1,1 0,-1 0,1-2,-1 1,-1-1,1-1,-1 0,0 0,-1-1,0 0,0-1,-1 0,0 0,0-1,-1 0,3-5,2-6,-1 0,0-1,-2 0,-1 0,0-1,-2 0,0 0,-2-1,-1 0,0 1,-2-1,-1 0,-1 0,-1 0,-1 0,3 17,-1 0,-1 1,1-1,-1 0,0 1,-1-1,0 1,0 0,0 0,-1 0,1 0,-1 1,-1-1,1 1,-1 0,0 0,0 1,0-1,-1 1,0 1,1-1,-2 1,1 0,0 0,0 0,-3 0,-6 2,-1 1,0 0,1 1,-1 0,0 1,1 1,0 0,-1 2,1-1,1 2,-1 0,1 1,0 0,1 1,-12 9,-170 121,112-68</inkml:trace>
  <inkml:trace contextRef="#ctx0" brushRef="#br0" timeOffset="113187.363">113 2227,'3'-4,"-3"4,0 1,0-1,0 0,0 0,0 0,0 1,0-1,0 0,0 0,0 1,0-1,1 0,-1 0,0 1,0-1,0 0,0 0,0 0,1 1,-1-1,0 0,0 0,0 0,0 0,1 0,-1 1,0-1,0 0,1 0,-1 0,0 0,0 0,0 0,1 0,-1 0,0 0,0 0,1 0,-1 0,0 0,0 0,1 0,-1 0,0 0,0 0,1 0,-1 0,-7 145,27 198,-24-75,-1-166,4 0,4-1,6 1,4 3,4-13,-4 0,-3 25,-15 195,-1-207,5 0,4 1,11 47,-3-71,-4 0,-3 1,-4 0,-3-1,-4 1,-63 443,47-388,6 1,7 1,5 32,14 359,2 89,51-199,8 22,-47 29,-8-332,0-2,-4 87,-27-13,13-195,0-4,0 0,1 0,0 1,1-1,1 0,0 1,1-1,1 0,-1 1,5 11,0-16,0 0,1-1,0 1,0-1,1-1,0 1,0-1,1-1,0 0,0 0,1 0,-1-1,1-1,1 0,-1 0,0-1,5 1,65 19,2-3,-1-4,53 2,70-1,1-10,129-14,-40 1,-130 5,412-15,73-22,-308 38,285-9,-329-9,558-22,-582 25,73-23,-98 10,673-41,-771 59,607-26,-704 31,373-21,-135 14,348-28,-612 40,-1 0,-1-1,1 0,-1-2,1-1,-1-1,0-1,4-3,-22 5,0 1,0-1,-1-1,1 1,-1-1,0 0,0-1,-1 1,1-1,-1 0,0-1,-1 1,0-1,0 0,0 0,0-2,37-123,-16-16,-6 0,-6-2,-7-83,-4-1094,-4 1125,-28-195,23 348,-18-143,7-2,8-49,21-41,-2-134,-31-143,22 481,-13-319,6 320,4 0,4-1,9-71,-5 115,10-76,-4 0,-6-1,-6-65,0 170,-13-191,11-134,3 332,5-99,-4-1,-4 0,-8-26,1-170,-3 150,-5 4,17 140,0 0,-1 1,1-1,0 1,-1-1,1 1,-1 0,0-1,0 1,0 0,0 0,0 0,0 1,-1-1,1 0,-1 1,1 0,-1-1,1 1,-1 0,0 0,0 1,1-1,-1 0,0 1,0 0,0 0,0 0,0 0,-1 0,-3 1,0-1,1 1,-1 1,0-1,1 1,-1 0,1 1,0-1,0 1,0 1,0-1,-3 3,-11 6,0-1,0-1,-1-1,0-1,-1-1,0-1,0-1,0 0,-1-2,1-1,-1 0,0-2,-21 4,-880 68,12-20,-72 29,457-58,182-13,-529 16,-323-27,647 15,391-13,-155 0,-74 20,105-5,-131-14,199-4,-32 17,71-16,76-13,-98 14,127-12,-57 12,124 1,0 1,0-1,0 1,0 0,0 1,0-1,1 1,-1-1,1 1,-1 0,1 0,0 1,1-1,-1 1,0-1,1 1,-1 1,-17 20,-113 82,76-69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1:18.6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14942,'43'-8,"679"-17,866 58,2591 125,-3971-153,1846 33,-183-40,-1262-10,388 3,32 26,-815 1,-205-10,-34-4,-10-2</inkml:trace>
  <inkml:trace contextRef="#ctx0" brushRef="#br0" timeOffset="1">1030 155,'-18'-3,"0"1,0 1,0 0,0 2,0 0,-13 2,26-2,0 0,0 1,0-1,0 1,0 0,0 0,1 1,-1-1,1 1,0 0,0 0,0 0,0 1,0 0,1-1,-1 1,1 1,0-1,1 0,-1 1,1-1,-1 1,1 0,1-1,-2 4,1 0,1 1,-1-1,1 0,1 1,0-1,0 0,0 1,1-1,0 0,1 1,0-1,0 0,1 0,0 0,0-1,1 1,0-1,0 1,1-1,0-1,5 6,13 14,1-1,2-2,0-1,23 15,-18-13,-8-6,-11-11,0 1,-1 1,0 0,-1 1,0 0,0 0,-1 1,-1 0,0 1,0 0,1 3,-8-13,-1 1,1-1,-1 0,0 0,0 1,1-1,-1 0,-1 0,1 1,0-1,0 0,-1 0,0 0,1 1,-1-1,0 0,0 0,0 0,0 0,0 0,-1-1,1 1,0 0,-1 0,1-1,-1 1,0-1,0 1,0-1,1 0,-3 1,-65 27,-14-14,80-15,0 1,-1-1,1 0,0 0,-1-1,1 1,0-1,-1 0,1 1,0-2,0 1,0 0,0 0,0-1,0 0,0 1,0-1,1 0,-1-1,1 1,-1 0,1-1,-2-1,3-3,0 1,0-1,1 0,0 1,0-1,1 1,0-1,0 1,0-1,1 1,0 0,0-1,0 1,1 0,0 0,0 1,1-1,0 1,-1-1,2 1,-1 1,1-1,2-2,90-105,-66 78,0-1,-2-1,-2-2,-2 0,10-21,-24 37,0-1,-2 1,-1-2,0 1,-2-1,-1 0,-1 0,0-1,-2 1,-1-2,-11-5,10 31,0-1,0 1,-1 0,1-1,0 1,-1 0,1-1,0 1,-1 0,1 0,0-1,-1 1,1 0,-1 0,1 0,0-1,-1 1,1 0,-1 0,1 0,-1 0,1 0,0 0,-1 0,1 0,-1 0,1 0,-1 0,1 0,-1 1,1-1,0 0,-1 0,1 0,-1 0,1 1,0-1,-1 0,1 0,0 1,-1-1,1 0,0 1,0-1,-1 0,1 1,0-1,0 1,-1-1,1 0,0 1,0-1,0 1,0-1,0 0,0 1,0-1,0 1,0-1,0 1,0-1,0 1,0-1,0 0,0 1,0-1,0 1,-5 17,1 0,1 1,1 0,0-1,2 1,0 12,0-3,5 105,5-2,7 1,11 31,-26-150,4 19,0-8</inkml:trace>
  <inkml:trace contextRef="#ctx0" brushRef="#br0" timeOffset="2">1030 477,'210'-12,"168"15,-245 9,-133-11,0-1,0 1,0-1,-1 1,1 0,0-1,0 1,0-1,0 1,-1-1,1 1,0-1,0 1,-1-1,1 1,0-1,-1 1,1-1,-1 0,1 1,0-1,-1 0,1 1,-1-1,1 0,-1 0,1 1,-1-1,1 0,-1 0,0 0,1 1,-1-1,1 0,-1 0,1 0,-1 0,1 0,-1 0,0-1,1 1,-1 0,1 0,-1 0,1 0,-1-1,1 1,-1 0,1 0,-1-1,-2 2,-18 3,0 2,0 0,1 1,0 2,0 0,0 1,14-7,0 1,0 0,0 0,0 0,1 0,0 1,0 0,0 0,1 1,-1-1,1 1,0 0,1 0,0 0,0 1,0-1,1 1,-1-1,2 1,-2 4,3-9,0 1,0-1,0 0,0 1,0-1,0 0,0 1,1-1,-1 1,1-1,0 0,0 0,0 0,0 1,0-1,0 0,1 0,-1 0,1 0,-1-1,1 1,0 0,-1-1,1 1,0-1,0 1,0-1,0 0,0 0,1 0,-1 0,0 0,0-1,1 1,-1-1,2 1,3 0,0 0,-1 0,1-1,0 0,0 0,0-1,0 0,0 0,0 0,-1-1,1 0,1-1,0-1,-1-1,0 1,0-1,0-1,0 1,-1-1,0 0,0-1,0 1,-1-1,0 0,-1-1,0 1,0-1,0 0,-1 0,0 0,0 0,1-9,-5 28,0-1,1 1,1-1,0 1,0-1,1 1,0-1,1 0,0 0,1 0,0 0,0-1,1 1,1-1,-1-1,1 1,1-1,0 0,0 0,0 0,1-1,0-1,0 1,5 1,-12-7,0 0,0 0,1-1,-1 1,1-1,-1 1,1-1,-1 1,1-1,-1 0,1 1,-1-1,1 0,-1 0,1 0,-1 0,1-1,0 1,-1 0,1-1,-1 1,0-1,1 1,-1-1,1 0,-1 1,0-1,1 0,-1 0,0 0,0 0,0 0,0 0,0-1,0 1,0 0,0 0,0-1,-1 1,1-1,0 1,-1-1,1 1,-1-1,0 1,1-2,7-78,-8 75,-2-142,3 145,1 0,0 0,-1 0,1 0,0 0,0 1,1-1,-1 1,1 0,-1-1,1 1,0 0,-1 0,1 1,0-1,0 1,0-1,1 1,-1 0,0 0,0 0,1 1,-1-1,0 1,1 0,-1 0,1 0,-1 0,0 1,1-1,-1 1,0 0,2 0,9-1,-8-1,-1 0,0 1,0 0,1 0,-1 0,0 0,0 1,0 0,1 0,-1 0,0 0,0 1,-1 0,1 0,0 1,0-1,-1 1,0 0,1 0,-1 0,0 1,-1 0,1-1,-1 1,1 0,-1 1,-1-1,1 1,0-1,-1 1,0 0,0 0,1 5,1 150,-3-157,0 0,0 0,0 1,1-1,-1-1,1 1,0 0,0 0,0-1,0 1,0-1,1 1,-1-1,1 0,-1 0,1 0,0 0,0 0,0-1,0 0,0 1,0-1,0 0,0 0,0-1,1 1,-1-1,0 1,3-1,6 1,0-1,-1-1,1 0,-1 0,1-1,-1 0,1-1,-1 0,3-1,-1 0,0-1,0-1,0 0,0 0,-1-1,0-1,-1 0,0 0,0-1,0-1,-1 0,-1 0,0-1,0 0,-1-1,-1 0,0 0,0 0,-1-1,-1 0,3-11,-7 22,0 0,0-1,-1 1,1 0,-1 0,0-1,0 1,0 0,0 0,0-1,0 1,0 0,-1 0,1-1,-1 1,0 0,0 0,1 0,-1 0,-1 0,1 0,0 0,0 0,-1 1,1-1,-1 0,1 1,-1-1,0 1,0-1,0 1,0 0,0 0,0 0,0 0,0 0,0 0,0 1,0-1,-1 1,1-1,0 1,0 0,-1 0,1 0,0 0,0 0,-2 1,0 0,1 1,-1-1,1 1,-1 0,1 0,-1 0,1 0,0 1,0-1,0 1,0 0,1 0,-1 0,1 0,0 0,0 0,0 1,0-1,0 1,1 0,-1-1,1 1,0 0,0 0,1 0,-1 0,1-1,0 1,0 0,0 0,0 0,1 0,0 0,0 0,0 0,0-1,0 1,2 3,2 1,0 1,1-1,0 0,0-1,1 1,0-1,0-1,1 1,0-1,0 0,0-1,1 0,-1 0,9 2,131 41,-83-35</inkml:trace>
  <inkml:trace contextRef="#ctx0" brushRef="#br0" timeOffset="3">1096 1305,'0'14,"-2"16,-3 16,-3 16,-3 14,-1 10,-1 5,-1 0,2-5,4-16</inkml:trace>
  <inkml:trace contextRef="#ctx0" brushRef="#br0" timeOffset="4">936 1439,'-31'-153,"32"150,0 1,0-1,1 0,-1 1,1 0,0-1,-1 1,1 0,0 0,0 0,0 0,1 0,-1 0,0 1,1-1,-1 1,1-1,0 1,-1 0,1 0,0 0,0 1,-1-1,1 0,0 1,0 0,0 0,0 0,0 0,0 0,-1 1,1-1,0 1,2 0,-2-1,20 0,1 1,-1 1,0 1,0 2,0 0,0 1,-1 1,0 1,9 5,-29-13,1 1,-1 0,1 0,-1 0,0 1,1-1,-1 1,0-1,0 1,0 0,0-1,0 1,-1 0,1 0,0 0,-1 1,0-1,1 0,-1 1,0-1,0 0,0 1,-1-1,1 1,0 0,-1-1,0 1,0-1,0 1,0 0,0 1,-4 2,1 0,-1 0,-1 0,1-1,-1 1,0-1,0 0,-1 0,1-1,-1 0,0 0,0 0,-1-1,-3 2,2 0,-170 87,151-77</inkml:trace>
  <inkml:trace contextRef="#ctx0" brushRef="#br0" timeOffset="5">1324 1640,'14'-335,"-15"333,1 0,0 0,-1 1,1-1,0 0,0 1,0-1,0 0,1 0,-1 1,0-1,1 0,-1 1,1-1,0 0,-1 1,1-1,0 1,0-1,0 1,0-1,0 1,0 0,1-1,-1 1,0 0,1 0,-1 0,0 0,1 0,-1 0,1 1,0-1,-1 0,1 1,0 0,-1-1,1 1,0 0,0-1,-1 1,1 0,0 0,0 1,0-1,37 6,1 1,-1 3,-1 1,6 4,-39-14,0 0,0 0,0 1,-1 0,1 0,-1 0,1 0,-1 1,0 0,0-1,0 2,0-1,0 0,-1 1,1 0,-1-1,0 1,-1 1,1-1,0 0,-1 1,0-1,0 1,-1 0,1-1,-1 1,0 0,0 2,-27 152,26-156,0 0,0 1,0-1,0 0,1 0,0 1,0-1,0 0,0 0,0 0,0 0,1 0,0 0,-1-1,1 1,0-1,0 1,1-1,-1 1,0-1,1 0,-1 0,1 0,0 0,0-1,-1 1,1-1,0 0,1 0,-1 0,0 0,0 0,0-1,0 1,1-1,-1 0,0 0,0 0,1 0,-1-1,1 1,7-1,0 0,0 0,0-1,0 0,0-1,0 0,-1-1,1 0,-1-1,0 0,-1 0,1-1,-1-1,6-4,-9 6,-1 0,1 0,-1 0,0-1,0 0,-1 0,1 0,-2 0,1-1,-1 0,1 0,-2 1,1-2,-1 1,0 0,-1 0,0-1,0 1,0-1,-1 1,0-1,-1-2,1 9,1 0,-1-1,0 1,0 0,0-1,0 1,-1 0,1-1,0 1,0 0,-1-1,1 1,-1 0,1-1,-1 1,0 0,1 0,-1 0,0 0,0 0,0 0,0 0,0 0,0 0,0 0,0 0,0 1,0-1,0 0,-1 1,1-1,0 1,-1-1,1 1,0 0,-1-1,1 1,0 0,-1 0,1 0,0 0,-1 0,1 0,0 0,-1 1,1-1,0 0,-1 1,1-1,0 1,0 0,-1-1,1 1,0 0,0 0,0-1,0 1,0 0,0 1,-3 5,0 1,1-1,0 1,0 0,1 0,0 0,0 0,1 1,0-1,1 0,0 1,0-1,1 0,0 1,0-1,1 0,0 0,0 0,1 0,0 0,1 1,-1-1,1 0,0-1,0 1,1-1,-1 0,2 0,-1 0,1-1,0 0,0 0,0-1,1 1,0-1,0-1,1 1,-1-1,1-1,0 1,0-1,0-1,0 0,1 0,-1 0,1-1,-1 0,1-1,-1 0,2 0,18-7</inkml:trace>
  <inkml:trace contextRef="#ctx0" brushRef="#br0" timeOffset="6">2206 1386,'1'-6,"0"-1,0 1,1 0,-1 0,1 0,1 0,-1 0,1 0,0 1,1-1,-1 1,1 0,0 0,0 0,1 0,0 1,-1 0,1 0,1 0,-1 1,0-1,1 1,5-2,-7 4,1 0,0 1,0-1,1 1,-1 0,0 0,0 0,0 1,0 0,0 0,0 0,-1 1,1-1,0 1,-1 0,1 1,-1-1,1 1,-1 0,0 0,0 0,-1 1,1-1,0 1,-1 0,0 0,0 0,0 0,-1 0,1 1,-1-1,0 1,-1 0,2 4,3 19,-2 1,-2 0,0 0,-2 0,0 0,-3 0,0 0,-2-1,-5 16,2 5,3-17,-11 112,16-135,0-1,0 1,1-1,1 1,-1-1,1 1,1-1,0 0,0 0,0 0,1-1,0 1,1-1,-1 0,2 1,-3-4,-1-1,1-1,-1 1,1 0,0-1,0 1,0-1,1 0,-1 0,0 0,1 0,-1-1,1 1,0-1,0 0,-1 0,1 0,0-1,0 1,0-1,0 0,0 0,-1 0,1-1,0 0,0 1,0-1,-1 0,1-1,0 1,-1-1,1 1,-1-1,0 0,1-1,-1 1,0 0,0-1,-1 0,1 1,0-1,-1 0,0-1,1 1,-1 0,-1-1,1 1,0-1,-1 1,1-3,0-3,-1 0,0 0,0 0,-1 0,0 0,-1 0,0 0,0 0,-1 1,0-1,0 0,-1 1,-1-1,1 1,-1 0,0 0,-1 0,-5-6,-1-1,-1 0,-1 0,0 1,0 1,-2 0,1 1,-2 1,-7-5,-3 3,0 0,-1 2,0 1,-1 1,-9-1,36 10,-21-8,22 2,75-10,518-81,-526 88</inkml:trace>
  <inkml:trace contextRef="#ctx0" brushRef="#br0" timeOffset="7">1872 2629,'-33'53,"2"1,3 1,3 2,1 1,4 0,-5 27,23-77,-3 5,1 1,1 0,0 0,1 0,1 0,0 0,1 1,0-1,2 10,-2-21,1-1,-1 1,1-1,0 1,0-1,0 1,0-1,0 0,1 0,-1 0,1 1,-1-1,1-1,0 1,-1 0,1 0,0-1,0 1,0-1,1 1,-1-1,0 0,1 0,-1 0,0 0,1 0,-1-1,1 1,-1-1,1 0,-1 1,1-1,0 0,-1-1,2 1,4-1,0-1,0 1,0-2,0 1,0-1,0 0,-1-1,1 0,-1 0,3-2,12-13,0-1,-2-1,0-1,-1 0,-2-1,0-1,-1-1,-2-1,0 0,-2 0,-1-1,-1-1,-1 0,0-9,-2 17,-1 0,0-1,-2 0,0 0,-2 0,0 0,-1 0,-1-1,-2 1,0 0,-1 0,0 0,-2 0,-1 1,0 0,-2 0,-5-10,11 26,0-1,0 1,0 0,-1 0,0 1,1-1,-2 0,1 1,0 0,-1 0,1 0,-1 0,0 0,0 1,0-1,0 1,0 0,-1 1,1-1,0 1,-1 0,0 0,1 0,-1 0,1 1,-1 0,0 0,1 0,-1 1,0-1,1 1,-1 0,1 1,-1-1,1 1,0 0,-1 0,-3 2,-1 7,1 1,0 0,0 0,1 0,1 1,0 0,1 0,0 1,1 0,0 0,1 0,1 0,0 0,1 0,1 1,1 13,-3 19,2-1,2 1,2-1,2 0,2 0,8 21,-10-42,2-1,1 0,1 0,1-1,1 0,1-1,1-1,1 0,1-1,1 0,0-2,13 11,-25-24,1 0,0-1,0 1,0-1,0 0,1-1,-1 0,1 0,0 0,0-1,0 1,0-2,1 1,-1-1,1 0,0-1,10-2</inkml:trace>
  <inkml:trace contextRef="#ctx0" brushRef="#br0" timeOffset="8">2206 3244,'-2'5,"1"1,0-1,0 1,0 0,1 0,-1-1,1 1,1 0,-1 0,1 0,0-1,0 1,1-1,0 1,0-1,0 1,1-1,-1 0,1 0,0 0,1 0,-1-1,1 1,0-1,0 0,0 0,1-1,3 3,-1-2,1 0,-1-1,1-1,0 1,0-1,0 0,0-1,0 0,0 0,0-1,0 0,0 0,0-1,1 0,-1 0,0-1,-1 0,1-1,0 0,-1 0,1 0,-1-1,0 0,0-1,0 1,-1-1,0-1,1 1,-2-1,1 0,-1 0,0-1,4-5,0 0,-1-1,0 0,-1 0,0-1,-1 0,-1 0,0-1,-1 0,-1 1,0-1,-1 0,0 0,-2-1,1 1,-2 0,0 0,-2-4,3 15,0 0,-1-1,0 1,0 0,0 0,-1 0,1 0,-1 0,0 0,0 1,-1-1,1 1,-1-1,1 1,-1 0,0 0,0 0,-1 0,1 0,0 1,-1 0,0-1,0 1,1 1,-1-1,0 1,0-1,-1 1,1 0,0 0,0 1,0-1,-1 1,1 0,-4 1,-4 3,0 1,0 0,0 1,1 1,0-1,0 2,1 0,0 0,0 1,1 0,0 0,0 1,1 0,1 1,0 0,0 0,0 2,-27 44</inkml:trace>
  <inkml:trace contextRef="#ctx0" brushRef="#br0" timeOffset="9">843 2535,'-24'4,"0"1,0 1,0 1,1 0,1 2,-1 1,1 1,1 1,0 1,1 0,0 2,-2 3,9-7,-1 1,2 1,0 0,0 1,1 0,1 1,0 0,1 0,1 1,1 0,0 1,1 0,0 0,2 0,0 1,-1 12,4-25,0 1,0-1,1 1,-1-1,1 1,0-1,1 1,-1-1,1 1,0-1,1 1,-1-1,1 0,0 0,1 0,-1 0,1 0,0 0,0-1,0 1,1-1,-1 0,1 0,0 0,1-1,-1 1,0-1,1 0,0 0,0-1,0 1,0-1,0 0,0 0,0-1,1 0,2 1,1-3,0 1,0-2,0 1,0-1,0 0,0-1,0 0,-1-1,0 0,1 0,-1 0,-1-1,1-1,3-2,93-93,-84 79,-1-2,0 0,-2-1,-1-1,-2-1,0 0,-1-1,-2 0,-1-1,-1 0,-2 0,-1-1,0-7,-5 30,1 0,-2 1,1-1,-1 0,0 0,0 0,-1 0,0 1,0-1,-1 0,0 1,0-1,0 1,-1-1,0 1,0 0,0 0,-1 1,0-1,0 1,-1-1,1 1,-1 1,0-1,-1 1,1 0,-1 0,0 0,0 1,0 0,0 0,-1 0,1 2,1-1,0 2,-1-1,1 1,0 0,-1 0,1 0,-1 1,1-1,0 1,0 1,-1-1,1 1,0 0,0 0,1 0,-1 1,0 0,1 0,-1 0,1 0,0 1,0-1,1 1,-1 0,1 0,-1 1,1-1,1 1,-1 0,-4 6,2 1,-1-1,2 1,-1 0,2 1,-1-1,2 1,0-1,0 1,1 0,1 0,0 5,7 28,1 1,2-1,3 0,1-1,5 6,15 49,-4-6,-4 0,-5 2,10 97,-29-170</inkml:trace>
  <inkml:trace contextRef="#ctx0" brushRef="#br0" timeOffset="10">1070 3485,'14'-43,"4"-8,-2-1,-3 0,-2-1,-1-10,-11 256,18 17,-13-174</inkml:trace>
  <inkml:trace contextRef="#ctx0" brushRef="#br0" timeOffset="11">361 3979,'-9'-7,"-8"-4,-2-1,-2 2,0 3,-2 2,-2 3,1 1,6 0</inkml:trace>
  <inkml:trace contextRef="#ctx0" brushRef="#br0" timeOffset="12">67 3926,'0'-1,"1"0,-1 0,1 0,-1 0,1 0,0 1,0-1,-1 0,1 1,0-1,0 0,0 1,0-1,-1 1,1-1,0 1,0-1,0 1,0 0,0 0,0-1,0 1,0 0,0 0,0 0,1 0,-1 0,0 0,0 1,0-1,0 0,0 0,0 1,0-1,497-2,230-11,361-20,-673 10,184-2,-302 49,-164-20,-118-14,-16 1</inkml:trace>
  <inkml:trace contextRef="#ctx0" brushRef="#br0" timeOffset="13">3249 209,'-16'25,"4"114,12-114,27 451,1 114,-29-132,-11-268,5-120,3-1,3 1,3-1,7 35,3-30,-2-22,-2 1,-3 0,-2 27,-29 381,19-78,1-276,-3 32,7 0,6 1,1-6,-9 116,1-182,4 0,3 0,10 55,47 452,-49-248,-12-199,12 82,59 313,-55-401,17 203,-31-168,-3-61,4 0,5 0,7 24,-4-58,-3 0,-2 1,-3 0,-5 51,-6 10,8 114,14 686,-6-657,-12 0,-14 44,5-146,8 0,9 47,2-93,-5 0,-14 110,-75 397,32-128,39-348,5 148,13 668,5-834,5 1,8 10,3 27,-9-53,-5 1,-6 35,-12-92,1-40</inkml:trace>
  <inkml:trace contextRef="#ctx0" brushRef="#br0" timeOffset="14">3850 3792,'145'22,"-16"3,-45-8,1-3,48 0,359 4,-29 7,380-26,-169-26,-525 27,125-2,33-14,-249 11,180-15,40 9,235 25,-67 0,89-1,-90 1,-75-7,104 0,-291-8,171 1</inkml:trace>
  <inkml:trace contextRef="#ctx0" brushRef="#br0" timeOffset="15">3917 623,'0'-9,"0"2,0 8,0 16,0 19,0 18,0 17,0 14,0 9,0 1,0-3,2-6,4-9,0-11,-1-16</inkml:trace>
  <inkml:trace contextRef="#ctx0" brushRef="#br0" timeOffset="16">4037 1065,'17'12,"0"1,-2 1,1 0,-2 1,0 1,-1 0,0 1,-1 0,-1 1,-1 1,-1-1,0 2,-2-1,0 1,-1 0,-1 0,1 9,15 36,-20-65,1 0,0 1,-1-1,1 0,0 0,-1 0,1-1,0 1,-1 0,1 0,0-1,-1 1,1-1,-1 0,1 1,-1-1,1 0,-1 0,0 0,1 0,-1 0,0 0,0 0,1-1,-1 1,0 0,0-1,-1 1,1-1,0 1,0-1,-1 1,1-1,-1 1,1-1,-1 0,2-1,12-25,-1 0,-2-1,0 0,-2-1,-2 0,3-18,6-22,-6 119,-6-28,1-1,0 1,2-1,0 0,1 0,2-1,-1 0,2-1,1 0,0-1,11 12,-21-27,1 1,0-1,0 1,0-1,0 0,0 0,0 0,1 0,-1-1,1 1,-1-1,1 0,0 0,-1-1,1 1,0-1,0 1,-1-1,1 0,0 0,0-1,-1 1,1-1,0 0,-1 0,1 0,0-1,-1 1,0-1,1 0,2-1,5-5,-1 0,0 0,0-1,0 0,-1-1,-1 0,1 0,3-9,13-23,-2-2,-2 0,-3-2,-1 0,-2-1,-2 0,-2-1,-3-1,-1 1,-2-7,0 8,-1-1,-3 1,-1-1,-3 0,-1 1,-11-41,14 80,0 1,-1 0,0 0,0 0,0 0,-1 0,0 1,-1-1,0 1,0 0,0 0,0 0,-1 1,0-1,0 1,-1 1,1-1,-2 0,5 4,0 0,-1 1,1-1,0 1,0-1,-1 1,1 0,0 0,0 0,-1 0,1 0,0 1,0-1,-1 1,1-1,0 1,0 0,0 0,0 0,0 0,0 0,0 0,0 0,0 1,0-1,1 1,-1 0,1-1,-1 1,1 0,0 0,-1 0,1 1,-34 73,27-25,2 0,2 1,2-1,2 1,3-1,2 0,2 0,2 0,8 19,-10-34,8 46,3 0,4 0,3-2,19 34,-40-104,0 0,1 0,0 0,1-1,0 0,0 0,1 0,0-1,1 0,0 0,0-1,1 0,-1-1,2 0,2 2,10-2</inkml:trace>
  <inkml:trace contextRef="#ctx0" brushRef="#br0" timeOffset="17">4505 837,'-14'-2,"1"1,11 6,22 4,28 3,28 1,23 2,9 2,0 5,-17-1</inkml:trace>
  <inkml:trace contextRef="#ctx0" brushRef="#br0" timeOffset="18">5080 1586,'16'-19,"0"0,-1-2,-2 0,0 0,-1-2,-1 1,-1-1,-1-1,-1 0,-2 0,0 0,-1-1,-1 0,-2 0,0-3,-2 23,0 0,1 0,-2-1,1 1,0 0,-1 0,0 0,0 0,-1 1,0-1,1 0,-1 0,-1 1,1-1,-1 1,0 0,0 0,0 0,0 0,-2-1,4 4,0 1,1 0,-1-1,0 1,1 0,-1 0,0 0,0-1,1 1,-1 0,0 0,1 0,-1 0,0 0,0 1,1-1,-1 0,0 0,1 0,-1 1,0-1,1 0,-1 0,0 1,1-1,-1 1,1-1,-1 1,1-1,-1 1,1-1,-1 1,1-1,-1 1,1 0,-1-1,1 1,0-1,0 1,-1 0,1 0,0-1,0 1,0 0,0-1,0 1,0 0,0 0,0-1,0 1,0 0,0-1,0 1,0 0,1 0,-1-1,0 1,0 0,1-1,-1 1,1-1,-1 1,0 0,1-1,-1 1,1-1,-1 1,1-1,0 1,4 3,1 1,0-1,0 0,0 0,0-1,0 0,1 0,0-1,-1 1,1-1,0-1,0 1,3-1,-3 1,91 13,-71-12,0 1,-1 1,1 2,-1 0,11 6,-35-12,1-1,-1 1,0 0,0 0,0 0,0 1,0-1,0 0,0 1,0-1,0 1,-1 0,1-1,-1 1,1 0,-1 0,0 0,0 0,1 0,-1 1,-1-1,1 0,0 0,-1 1,1-1,-1 0,0 1,1-1,-1 1,0-1,-1 0,1 1,0-1,-1 0,1 1,-1-1,-55 98,18-44,35-52,0 0,0 0,0 1,1-1,0 1,-1-1,2 1,-1 0,0 0,1 0,0 0,0 0,1 0,-1 0,1 1,0-1,0 0,1 0,0 0,0 0,0 0,0 0,1 0,0 0,0 0,0-1,0 1,1-1,0 1,2 1,5 1,1-1,-1 0,1-1,1 0,-1-1,1 0,-1-1,1 0,0-1,0 0,0-1,0 0,4-1,13 2,1-1,-1-1,1-2,-1-1,0-1,0-1,9-4,-23 1,-14 1</inkml:trace>
  <inkml:trace contextRef="#ctx0" brushRef="#br0" timeOffset="19">4051 2642,'-2'-4,"-1"0,4 4,7 6,7 8,10 12,7 12,7 12,7 8,4 3,0 1,-1-1,-4-7,-8-8,-8-7,-11-12,-9-12</inkml:trace>
  <inkml:trace contextRef="#ctx0" brushRef="#br0" timeOffset="20">4385 2602,'-14'16,"-11"14,-8 16,-7 14,-7 12,-2 10,-1 5,1 1,3-5,11-17</inkml:trace>
  <inkml:trace contextRef="#ctx0" brushRef="#br0" timeOffset="21">4813 3110,'-3'4,"-1"1,1 0,0-1,0 1,1 0,-1 0,1 1,0-1,1 0,-1 1,1-1,0 1,0-1,1 1,0-1,0 1,0 0,0-1,1 1,0-1,0 1,1-1,0 1,-1-1,2 0,-1 0,1 0,0 0,0 0,0-1,0 1,1-1,0 0,2 2,0-1,1 0,-1 0,2 0,-1-1,0 0,1-1,-1 0,1 0,0-1,0 1,0-2,0 1,1-1,-1 0,0-1,1 0,-1-1,0 1,0-1,1-1,-1 0,0 0,0 0,0-1,-1 0,1-1,-1 0,0 0,0-1,0 1,0-1,-1-1,0 1,0-1,0 0,-1-1,0 1,0-1,-1 0,4-8,-4 5,-1-1,-1 1,1-1,-2 0,1 0,-2 0,1 0,-1 0,-1 0,0 0,-1 0,0 1,0-1,-1 0,-1 1,0 0,0-1,-1 2,0-1,-1 0,0 1,0 0,-1 1,0-1,-1 1,0 1,0-1,-1 1,-4-2,9 7,0 0,0 1,0-1,0 1,0 0,0 0,0 1,0-1,0 1,0 0,-1 0,1 0,0 1,0 0,0-1,0 1,0 1,0-1,0 0,0 1,0 0,1 0,-1 0,1 1,-1-1,1 1,0 0,0-1,0 1,0 1,1-1,-1 0,1 1,0-1,0 1,0 0,0 1,-32 98,26-52</inkml:trace>
  <inkml:trace contextRef="#ctx0" brushRef="#br0" timeOffset="22">6190 196,'-13'63,"11"-50,-18 94,4 1,0 107,43 61,-13 103,12 85,-27-34,-25-203,18 215,-8-90,0-208,6-1,6 82,-22 105,12 166,15 26,10-331,13 32,6 69,24 148,-10-114,-20 162,46 20,-60-370,-6 0,-6 11,0-9,-6 490,3 251,-1-727,0-44,6 1,8 56,23 191,-18 239,-5-185,-1 96,-9-313,2 336,-27-134,41-49,-6-252,-2 5,-11-99,-1-4</inkml:trace>
  <inkml:trace contextRef="#ctx0" brushRef="#br0" timeOffset="23">6657 851,'-14'51,"4"-27,1 1,2-1,1 2,1-1,0 1,2-1,2 1,0 0,1 0,2 0,1 0,0 0,6 14,-5-31,1 0,1 1,-1-2,2 1,-1-1,1 0,0 0,1 0,0-1,0-1,1 1,0-1,0-1,0 0,0 0,1 0,0-2,0 1,0-1,0 0,1-1,-1-1,1 1,0-2,-1 1,1-1,-1-1,1 0,-1-1,1 0,-1 0,0-1,1 0,-2-1,1 0,6-4,14-9</inkml:trace>
  <inkml:trace contextRef="#ctx0" brushRef="#br0" timeOffset="24">6618 1078,'-5'-2,"1"-1,6 0,9 1,12-2,11-5,12-3,6-1,1-2,-5 1,-10-3,-10 2</inkml:trace>
  <inkml:trace contextRef="#ctx0" brushRef="#br0" timeOffset="25">6591 704,'2'-7,"10"-2,14 0,17 2,17 2,9 2,0 4,-5 3,-14 3</inkml:trace>
  <inkml:trace contextRef="#ctx0" brushRef="#br0" timeOffset="26">6925 1011,'5'16,"7"12,8 8,8 5,7 4,7 2,2-1,-1-3,-4-5,-6-4,-8-5,-9-6,-9-7,-6-5</inkml:trace>
  <inkml:trace contextRef="#ctx0" brushRef="#br0" timeOffset="27">7286 1065,'-18'2,"-16"8,-10 11,-10 11,-4 10,-1 6,2 4,6 3,12-2,13-5,10-11</inkml:trace>
  <inkml:trace contextRef="#ctx0" brushRef="#br0" timeOffset="28">7567 1132,'-5'-3,"-1"2,1-1,-1 1,1-1,-1 1,1 1,-1-1,0 1,1 0,-1 1,1-1,-1 1,0 0,1 0,-1 1,1 0,0 0,0 0,0 0,0 1,0 0,0 0,0 0,1 1,0-1,0 1,-2 2,0 2,0 0,1 1,0 0,0 1,1-1,0 1,0-1,1 1,1 0,-1 0,1 9,1-14,0 0,1 0,0-1,0 1,0 0,1 0,-1 0,1 0,0 0,1-1,-1 1,1 0,0-1,0 1,0-1,1 0,0 0,0 0,0 0,0 0,0-1,1 1,-1-1,1 0,3 2,1-1,0 0,0-1,1 0,0 0,-1-1,1 0,0 0,0-1,0 0,0-1,1 0,-1 0,0-1,0 0,0-1,-1 0,7-2,0-1,0 0,0-1,-1 0,0-1,0-1,-1 0,0-1,0-1,10-9,-15 12,-1-1,1 0,-1-1,-1 1,0-1,0-1,0 1,-2-1,1 0,-1 0,0 0,-1-1,0 1,-1-1,0 0,-1 1,0-6,-4 75,4-49,1-1,0 0,0 0,1 0,0 0,0 0,1 0,0-1,0 0,1 1,0-2,1 1,0-1,0 0,1 0,-1 0,9 5,-1-4</inkml:trace>
  <inkml:trace contextRef="#ctx0" brushRef="#br0" timeOffset="29">7928 677,'-14'4,"-4"7,3 5,13 3,14 0,5-3</inkml:trace>
  <inkml:trace contextRef="#ctx0" brushRef="#br0" timeOffset="30">8288 490,'-9'20,"-5"21,-1 17,3 14,3 9,4 7,-1 1,2 0,-1-2,0-4,-1-8,-2-9,-2-11,1-16</inkml:trace>
  <inkml:trace contextRef="#ctx0" brushRef="#br0" timeOffset="31">8035 1078,'493'38,"-435"-29,-61-1,-96 36,81-37,2 0,-1 0,1 2,0 0,1 1,0 1,0 0,1 1,1 0,0 1,-3 4,15-15,0-1,-1 1,1-1,0 1,0 0,0-1,0 1,0 0,1 0,-1 0,0-1,1 1,0 0,-1 0,1 0,0 0,0 0,0 0,0 0,0 0,0 0,1 0,-1 0,1 0,-1 0,1 0,0-1,0 1,0 0,0 0,0-1,0 1,0 0,0-1,1 0,-1 1,1-1,-1 0,1 1,-1-1,1 0,0 0,0 0,-1 0,3 0,9 2,1-1,-1 0,1-1,0-1,-1 0,1-1,0 0,-1-1,1 0,-1-1,0-1,0 0,0-1,0 0,-1-1,0-1,0 0,-8 5,1 0,-1-1,0 1,0-1,0 0,-1 0,1-1,-1 1,0-1,0 1,0-1,0 0,-1 0,3-5,-5 9,0-1,0 1,0-1,-1 1,1-1,0 1,0-1,0 1,-1-1,1 1,0-1,0 1,-1-1,1 1,0 0,-1-1,1 1,-1 0,1-1,0 1,-1 0,1-1,-1 1,1 0,-1 0,1-1,-1 1,1 0,-1 0,1 0,-1 0,1 0,-1 0,1 0,-1 0,1 0,-1 0,1 0,-1 0,0 0,1 0,-1 0,1 1,0-1,-1 0,1 0,-1 1,1-1,-1 0,1 1,-1-1,1 0,0 1,-1-1,1 1,0-1,-1 0,1 1,0-1,0 1,-1-1,-2 3,-1-1,0 1,1-1,0 1,0 0,0 0,0 0,0 1,0-1,1 1,0 0,0-1,0 1,0 0,0 0,1 0,0 0,0 1,0-1,0 0,0 0,1 1,0-1,0 0,0 1,1-1,-1 0,1 1,0-1,0 0,1 0,-1 0,1 0,0 0,0 0,0 0,1-1,-1 1,1-1,0 0,0 0,0 0,0 0,0 0,1 0,-1-1,2 1,1 0,0-1,1-1,-1 1,0-1,1 0,-1 0,0 0,1-1,-1 0,1-1,-1 1,1-1,-1 0,0-1,1 0,-1 0,0 0,0-1,-1 1,1-2,0 1,1-2,3-2,0-2,0 1,-1-1,0-1,0 1,-1-1,0-1,-1 0,-1 0,6-11,13-41,-3-1,-3-1,-2-1,-4-1,5-62,-3 22,-6 0,-3-84,-6 190,0-9,0 1,-1-1,0 0,0 1,-1-1,0 1,-1-1,-3-7,6 16,-1 0,-1 0,1 0,0 0,0 0,0 0,0 0,-1 0,1 1,0-1,-1 0,1 1,-1-1,1 1,-1-1,1 1,-1 0,1 0,-1 0,1 0,-1 0,1 0,-1 0,1 0,-1 0,1 1,-1-1,1 1,0-1,-1 1,1 0,-1-1,1 1,0 0,0 0,0 0,-1 0,1 0,0 0,0 0,0 0,0 1,1-1,-1 0,0 0,0 1,1-1,-1 1,1-1,-1 0,1 2,-16 25,1 1,2 1,1 0,1 0,2 1,1 1,1-1,2 1,1 0,1 11,0 13,3 1,2-1,2 1,3-1,2 0,3-1,2 0,2-1,11 19,-23-58,2-1,0 1,1-1,0-1,1 1,0-1,1-1,1 0,0 0,1-1,5 5,-13-14,0 0,0 0,0 0,0-1,0 0,0 1,0-1,0 0,0-1,1 1,-1 0,0-1,1 0,-1 0,0 0,1 0,-1 0,0-1,1 0,-1 1,0-1,0 0,0-1,0 1,0 0,0-1,0 0,0 0,0 0,-1 0,3-2,4-4,1-2,-1 0,-1 0,0 0,0-1,-1 0,3-6,-2 3,0-1,-1 0,-1-1,0 1,-1-1,2-11,-7 27,-1 1,1-1,0 0,-1 0,1 0,0-1,-1 1,1 0,0 0,-1 0,1 0,0 0,0 0,-1 0,1 0,0-1,0 1,-1 0,1 0,0 0,0-1,-1 1,1 0,0 0,0-1,0 1,-1 0,1 0,0-1,0 1,0 0,0-1,0 1,0 0,0 0,0-1,-1 1,1 0,0-1,0 1,0 0,1-1,-1 1,0 0,0-1,0 1,0 0,0 0,0-1,0 1,0 0,-16 25,11-18,1 1,0-1,0 1,1 0,0 0,0 1,1-1,0 1,1-1,0 1,0 0,1 0,0-1,0 1,1 0,0-1,0 1,1-1,0 1,1-1,0 0,0 1,1-2,0 1,1 0,-1-1,1 0,1 0,-1 0,1-1,0 1,6 3,24 9,-1-5</inkml:trace>
  <inkml:trace contextRef="#ctx0" brushRef="#br0" timeOffset="32">9505 1159,'-16'-5,"-9"-1,-4 0,2 1,3 0,0-3,3-1,5 1</inkml:trace>
  <inkml:trace contextRef="#ctx0" brushRef="#br0" timeOffset="33">8863 878,'16'-2,"19"-1,22 0,19 3,15 3,5 4,-1 3,-18 0</inkml:trace>
  <inkml:trace contextRef="#ctx0" brushRef="#br0" timeOffset="34">9612 1198,'-4'18,"-5"14,-2 9,1 5,1 4,3 0,2-4,5-5,5-7,6-10,1-11,0-7</inkml:trace>
  <inkml:trace contextRef="#ctx0" brushRef="#br0" timeOffset="35">9653 865,'-16'-9,"-8"1,-4 5,3 2</inkml:trace>
  <inkml:trace contextRef="#ctx0" brushRef="#br0" timeOffset="36">6899 2548,'-2'14,"8"-17,9-23,-4-4,-2 0,0-1,-2-1,-2 1,-1-1,-1 0,-1 0,-3-11,1 40,1-1,-1 1,0-1,0 1,0-1,-1 1,1 0,-1-1,1 1,-1-1,0 1,-1 0,1 0,0-1,-1 1,0 0,0 0,-1-1,1 4,0 0,0 1,0-1,0 1,0-1,0 1,0 0,0 0,1 0,-1 0,0 0,1 0,-1 0,1 0,-1 1,1-1,-1 1,1-1,0 1,0 0,0-1,0 1,0 0,0 0,0 0,1 0,-1-1,1 1,-1 0,1 0,0 0,-1 2,0-2,0 1,0 0,1 0,-1 0,0 0,1 0,0 0,0 0,0 0,0 0,0 0,0 0,1 0,0-1,-1 1,1 0,0 0,1 0,-1-1,0 1,1 0,-1-1,1 1,0-1,0 0,0 0,0 1,0-1,0-1,1 1,0 0,10 4,0-1,0-1,0 0,1-1,-1 0,1-1,0-1,0 0,0-1,0 0,0-1,-1-1,1 0,0-1,7-3,96-33,-100 33,-19 25,-17 19,2 1,1 0,2 1,2 0,2 2,1-1,1 11,-3 229,11-225,-8 24,7-78,0 1,0 0,1-1,-2 1,1-1,0 0,0 1,-1-1,0 0,1 0,-1 0,0 0,0 0,0 0,0-1,0 1,0-1,-1 1,1-1,0 0,-1 0,1 0,-1 0,1 0,-1 0,0-1,1 0,-1 1,-3-1,0 0,0-1,1 0,-1 0,0 0,1-1,-1 1,1-1,-1-1,1 1,0-1,0 0,0 0,0 0,1-1,-1 0,1 0,-2-2,-64-84,63 79,1-1,0 1,1-1,0 0,1 0,0-1,1 1,1-1,0 0,0 0,1-5,2 15,0 0,0 1,0 0,1-1,-1 1,1 0,-1 0,1-1,0 1,0 0,0 1,0-1,0 0,0 1,1-1,-1 1,0 0,1-1,-1 1,1 0,0 1,-1-1,1 0,0 1,-1-1,1 1,0 0,-1 0,1 0,0 0,0 1,-1-1,2 1,1-1,133-2,-93 2</inkml:trace>
  <inkml:trace contextRef="#ctx0" brushRef="#br0" timeOffset="37">7380 2870,'9'-19,"5"-9,3-8,0 0,1 4,-4 6,-4 8,-4 13,-2 14,-3 14,-1 13,0 11,-1 7,0 3,1-1,2-6,0-8,1-13</inkml:trace>
  <inkml:trace contextRef="#ctx0" brushRef="#br0" timeOffset="38">7968 2389,'0'13,"-5"17,-3 16,-3 14,-2 8,2 7,2 1,5-3,6-7,6-12,5-14,0-13</inkml:trace>
  <inkml:trace contextRef="#ctx0" brushRef="#br0" timeOffset="39">8369 2402,'-287'214,"103"-62,183-152,1 0,-1 0,0 0,0 1,0-1,0 0,1 1,-1-1,0 1,0-1,1 1,-1-1,0 1,1 0,-1-1,1 1,-1 0,1 0,-1-1,1 1,-1 0,1 0,0-1,-1 1,1 0,0 0,0 0,0 0,0 0,-1-1,1 1,0 0,1 0,-1 0,0 0,0 0,0 0,0-1,1 1,-1 0,0 0,1 0,-1-1,1 1,-1 0,1 0,-1-1,1 1,-1 0,1-1,0 1,-1-1,1 1,0-1,-1 1,1-1,0 1,0-1,0 0,0 1,0-1,165 1,-155-3,0 1,0 0,0 1,0 1,0 0,0 0,0 1,0 0,0 1,0 0,-1 1,0 0,0 1,0 0,0 0,-1 1,1 0,-1 1,-1 0,0 1,5 4,4 16,-4-3</inkml:trace>
  <inkml:trace contextRef="#ctx0" brushRef="#br0" timeOffset="40">8449 3057,'0'-18,"-1"-15,1 0,1 0,2 0,1 0,2 0,1 1,9-26,-5 37,-11 20,0 1,0 0,0-1,0 1,0 0,0 0,0-1,0 1,0 0,1-1,-1 1,0 0,0-1,0 1,0 0,0 0,1-1,-1 1,0 0,0 0,1 0,-1-1,0 1,0 0,1 0,-1 0,0 0,0-1,1 1,-1 0,0 0,1 0,-1 0,0 0,1 0,-1 0,0 0,0 0,1 0,-1 0,0 0,1 0,-1 0,0 0,1 0,-1 0,0 1,0-1,1 0,-1 0,0 0,0 0,1 1,-1-1,0 0,0 0,1 0,-1 1,0-1,0 0,0 0,0 1,1-1,-1 0,0 1,6 90,-7-69,0-1,-2 70,3-1,8 45,-1-80</inkml:trace>
  <inkml:trace contextRef="#ctx0" brushRef="#br0" timeOffset="41">9091 2202,'-2'18,"-1"15,0 11,0 7,4 4,1 4,0-8</inkml:trace>
  <inkml:trace contextRef="#ctx0" brushRef="#br0" timeOffset="42">8877 3378,'0'16,"0"12,0 8,0 4,0 3,0-1,0-4,0-4,0-7</inkml:trace>
  <inkml:trace contextRef="#ctx0" brushRef="#br0" timeOffset="43">8904 4421,'-5'16,"-1"9,0 6,1 2,2-1,1-5</inkml:trace>
  <inkml:trace contextRef="#ctx0" brushRef="#br0" timeOffset="44">8797 5156,'-5'13,"-1"12,1 6,0 2,4 3,6-1,6-1,-1-7</inkml:trace>
  <inkml:trace contextRef="#ctx0" brushRef="#br0" timeOffset="45">8824 6132,'-2'16,"-2"12,1 8,1 7,0 3,3 0,2 0,2-2,1-1,-2-8</inkml:trace>
  <inkml:trace contextRef="#ctx0" brushRef="#br0" timeOffset="46">8850 7040,'-4'21,"-2"13,0 10,-1 5,1 0,1 1,1-1,2-4,1-3,0-9</inkml:trace>
  <inkml:trace contextRef="#ctx0" brushRef="#br0" timeOffset="47">8810 8164,'-9'20,"-6"14,1 8,2 3,3 2,3-1,3-2,1-8</inkml:trace>
  <inkml:trace contextRef="#ctx0" brushRef="#br0" timeOffset="48">8623 9033,'-2'14,"-4"10,1 12,0 5,1 6,3 3,5 3,6-2,3-1,0-11</inkml:trace>
  <inkml:trace contextRef="#ctx0" brushRef="#br0" timeOffset="49">8784 10102,'0'21,"0"15,0 9,0 5,0 2,2 1,3 0,3-2,1 2,-3-8</inkml:trace>
  <inkml:trace contextRef="#ctx0" brushRef="#br0" timeOffset="50">8850 11225,'-2'16,"-3"14,-1 9,1 7,1 3,1-1,4-1,1-5,3-2,0-7</inkml:trace>
  <inkml:trace contextRef="#ctx0" brushRef="#br0" timeOffset="51">8863 12134,'-6'19,"-6"11,-2 12,-1 4,2 1,3-2,4-5,2-2,2-5,2-9</inkml:trace>
  <inkml:trace contextRef="#ctx0" brushRef="#br0" timeOffset="52">8797 12802,'-3'19,"0"9,3 6,1-3</inkml:trace>
  <inkml:trace contextRef="#ctx0" brushRef="#br0" timeOffset="53">8971 13377,'0'14,"2"4,3-1,3-5,0-5</inkml:trace>
  <inkml:trace contextRef="#ctx0" brushRef="#br0" timeOffset="54">9638 2776,'-4'-30,"8"-19,3-10,-2-1,-4 0,-2 1,-2-1,-5-10,7 64,1 1,-1 0,0 1,0-1,0 0,0 0,-1 0,0 1,0-1,0 1,-1-1,0 1,-2-3,5 7,-1-1,1 1,-1 0,1 0,0 0,-1 0,1 0,-1 0,1 0,-1 0,1 0,0 0,-1 0,1 0,-1 0,1 0,0 1,-1-1,1 0,-1 0,1 0,0 1,-1-1,1 0,0 0,-1 1,1-1,0 0,-1 1,1-1,0 0,0 1,-1-1,1 0,0 1,0-1,0 1,0-1,0 0,-1 1,1-1,0 1,0-1,0 1,0-1,0 0,0 1,0-1,0 1,1-1,-1 1,0-1,0 0,0 1,0-1,0 1,1-1,-1 0,0 1,1-1,2 6,0 0,1 0,0-1,0 1,1-1,-1 0,1 0,0-1,1 0,-1 0,1 0,-1 0,1-1,0 0,1 0,-1 0,0-1,1 0,0-1,-1 1,1-1,1 0,205 33,-211-32,0-1,0 1,0 0,0-1,0 1,0 0,0 1,-1-1,1 0,-1 0,0 1,1-1,-1 1,0-1,0 1,-1-1,1 1,0-1,-1 1,0 0,0 0,0-1,0 1,0 0,0-1,0 1,-1 0,0-1,1 1,-1-1,0 1,-1 0,0 19,-4 115,-3 9,9 71,0-29,0-180,1 5,-1-1,0 0,0 1,-1-1,-1 0,0 0,-1 0,0 0,-1 0,0 0,-1-1,0 0,-1 0,-4 5,8-13,-1-1,0 1,0-1,0 0,0 0,0 0,0 0,0-1,-1 0,1 1,-1-1,1 0,-1 0,1-1,-1 1,0-1,1 0,-1 0,0 0,1 0,-1-1,0 1,1-1,-1 0,1 0,-1-1,1 1,0 0,-4-3,-3-1,1-1,-1 0,1-1,0 0,0-1,1 0,0 0,1 0,-1-2,-2-2,0-1,1 0,1-1,0 0,0 0,2-1,0 0,0 0,2-1,-1 1,2-1,0 0,2 0,-1-5,3 17,-1 0,1 0,0 0,0 0,1 1,-1-1,1 0,0 0,0 1,0 0,0-1,1 1,-1 0,1 0,0 0,0 0,0 0,0 1,0 0,1-1,-1 1,1 0,3-1,94-31,-84 30,189-33,-168 34</inkml:trace>
  <inkml:trace contextRef="#ctx0" brushRef="#br0" timeOffset="55">10280 2910,'-5'2,"0"1,0-1,0 1,1 0,-1 1,1-1,0 1,0-1,0 1,0 1,1-1,-1 0,1 1,0 0,1-1,-1 1,1 1,0-1,0 0,0 0,1 1,0-1,0 1,0-1,1 1,0-1,0 1,0-1,1 1,0-1,0 1,0-1,1 0,1 5,0-3,0 0,1 0,-1 0,2-1,-1 1,1-1,0 0,0 0,0-1,1 1,0-1,0 0,1-1,-1 0,1 0,0 0,0-1,0 0,0 0,1 0,-1-1,1-1,0 1,-1-1,1 0,0-1,0 0,-1 0,1-1,4 0,-9 0,0 0,0-1,0 1,-1-1,1 1,0-1,-1 0,1 0,-1 0,0 0,0 0,0-1,0 1,0-1,0 1,0-1,-1 0,0 1,1-1,-1 0,0 0,0 0,0 0,-1 0,1 0,-1-3,-8-82,7 82,-1-1,0 1,0 0,-1 0,1 1,-1-1,-1 1,1-1,-1 1,0 0,0 0,0 0,-1 1,1 0,-1 0,0 0,-1 0,1 1,-1 0,1 0,-1 0,0 1,0-1,0 2,0-1,-1 1,1 0,0 0,-1 0,1 1,0 0,-1 0,1 1,-1 0,1 0,0 0,0 1,0 0,-6 3,7-3,0 1,1 0,-1 0,0 1,1-1,0 1,0 0,0 0,0 0,0 1,1-1,0 1,0 0,0 0,1 0,0 0,0 1,0-1,0 0,1 1,0 0,0-1,1 1,-1 0,1 4,6 20</inkml:trace>
  <inkml:trace contextRef="#ctx0" brushRef="#br0" timeOffset="56">10762 2402,'-9'20,"-3"19,0 13,3 12,3 7,1 4,3 1,1-3,1-8,1-9,-1-13,1-13</inkml:trace>
  <inkml:trace contextRef="#ctx0" brushRef="#br0" timeOffset="57">11003 2455,'-48'46,"3"2,-28 37,-1 2,-4 5,76-88,1-1,0 1,0 0,0 0,0 0,1 0,-1 0,1 0,0 0,0 0,1 0,-1 0,1 0,0 0,0 0,0 0,0 0,1-1,0 1,-1 0,1-1,1 1,-1-1,0 0,1 0,0 0,0 0,2 2,6 9,-1 2,1-1,0-1,2 1,-1-2,2 0,0-1,0 0,1-1,0 0,1-2,0 1,1-2,0 0,0-2,13 4,-1-4</inkml:trace>
  <inkml:trace contextRef="#ctx0" brushRef="#br0" timeOffset="58">11110 3043,'-1'4,"-1"-1,1 0,1 1,-1-1,0 1,1-1,0 1,0-1,0 1,0-1,0 1,1-1,0 1,0-1,0 0,0 1,0-1,0 0,1 0,0 0,-1 0,1 0,0 0,1 0,-1-1,0 1,1-1,0 1,-1-1,1 0,0 0,0 0,0-1,0 1,1-1,-1 1,0-1,1 0,1 1,1 0,0-1,0 0,0 0,0 0,1 0,-1-1,0 0,0-1,0 1,0-1,0 0,0 0,0-1,0 0,0 0,-1-1,1 1,-1-1,1 0,3-3,-4-1,0 1,0-1,-1 0,0 0,0-1,0 1,-1-1,-1 0,1 0,-1 1,0-2,-1 1,0 0,0 0,-1 0,0-1,0 1,-1 0,0 0,-1 0,0 0,0 0,0 0,-1 0,-1-1,1 4,0-1,-1 1,0-1,0 1,0 0,-1 1,1-1,-1 1,0 0,0 0,-1 0,1 1,-1 0,0 0,0 0,0 1,0-1,0 2,-1-1,1 1,0 0,-1 0,1 0,-1 1,1 0,-1 1,1-1,-1 1,1 1,-3-1,1 0,0 1,-1 0,1 0,0 1,1 0,-1 1,0-1,1 2,0-1,0 1,0 0,1 0,-1 1,1 0,1 0,-1 0,1 1,0 0,0 0,1 0,-1 2,-2 21,8-4</inkml:trace>
  <inkml:trace contextRef="#ctx0" brushRef="#br0" timeOffset="59">11430 209,'1'442,"5"-347,5-1,4 0,7 15,14 85,-14-55,-6 1,-6 0,-6 1,-9 42,-7-12,7-1,9 34,0-109,-3 1,-7 34,-5 54,7-1,9 5,1-104,-4 1,-3-1,-5 1,-15 76,7-89,2 1,4 0,3 0,4 56,39 593,-31 208,-2-792,14 220,50 228,-48-388,4 24,-7 98,-18-101,-4-28,9 1,8 0,8-2,24 82,-1-94,-9 1,-7 2,-7 18,-12 548,-3-545,-3-46,7 0,19 92,25-6,-28-132,-3 1,4 92,-17 273,-1 111,-3-438,22 122,-27-260,0-7,-1 1,0 0,1-1,0 1,0-1,0 1,1-1,-1 1,1-1,0 0,1 1,-1-1,2 1,9-5,-8-5</inkml:trace>
  <inkml:trace contextRef="#ctx0" brushRef="#br0" timeOffset="60">12219 811,'-12'-4,"-1"0,0 1,1 0,-1 1,-1 1,1 0,0 1,0 0,0 1,0 0,0 1,0 1,0 0,0 1,1 0,0 1,-1 0,2 1,-1 0,1 1,0 0,0 1,1 0,-9 9,15-11,1 0,-1-1,1 2,0-1,0 0,1 1,0-1,0 1,1 0,-1-1,1 1,1 0,-1 0,1 0,1 0,-1 0,1 0,0-1,1 1,-1 0,2 0,-1-1,0 0,1 1,1-1,-1 0,1 0,0-1,0 1,0-1,1 0,0 0,0 0,4 2,92 81,-79-71,-1 0,0 1,-2 1,0 1,-1 1,16 22,-33-41,1 0,-1 0,0 0,1 0,-1 1,0-1,0 0,-1 0,1 1,0-1,-1 0,1 1,-1-1,0 1,0-1,0 1,0-1,0 0,0 1,-1-1,1 1,-1-1,1 0,-1 1,0-1,0 0,0 0,-1 0,1 0,0 0,-1 0,1 0,-1 0,0 0,0-1,1 1,-1-1,-1 2,-11 3,1 1,-1-1,0-1,-1-1,1 0,-1-1,0 0,0-1,0-1,0 0,0-1,0-1,-9-2,-27-15,50 17,0 0,0 1,0-1,0 0,0 0,0 0,0 0,0 0,0 0,0 0,1 0,-1 0,1 0,-1 0,0-1,1 1,0 0,-1 0,1-1,0 1,0 0,-1 0,1-1,0 1,0 0,1-1,-1 1,0 0,0-1,1 1,-1 0,0 0,1 0,-1-1,1 1,0 0,-1 0,1 0,0 0,0 0,18-19,4 0</inkml:trace>
  <inkml:trace contextRef="#ctx0" brushRef="#br0" timeOffset="61">12406 865,'0'-9,"0"1,0 9,-4 14,-5 13,-2 13,1 13,1 9,1 5,1 0,2-2,2-4,4-7,1-7,3-8,1-10,-1-14,-2-10</inkml:trace>
  <inkml:trace contextRef="#ctx0" brushRef="#br0" timeOffset="62">12166 1132,'122'5,"105"19,-30-2,-168-19,-22 2,-24 1,12-5,-9 1,1 1,-1 1,1 0,0 1,1 0,-1 1,1 0,0 1,0 1,1-1,0 2,1 0,0 0,0 1,1 0,0 1,0-1,2 2,-1-1,-5 13,12-21,0 0,0 1,1-1,-1 1,1-1,0 1,-1 0,2-1,-1 1,0-1,1 1,-1-1,1 1,0-1,0 0,1 1,-1-1,1 0,-1 0,1 0,0 0,0 0,1 0,-1 0,0-1,1 1,0-1,-1 0,1 0,0 0,0 0,0 0,1 0,-1-1,0 0,1 0,-1 0,0 0,1 0,-1 0,1-1,0 0,1 0,1 0,1 0,-1-1,0 0,1 0,-1-1,0 1,0-1,0-1,0 1,0-1,-1 0,1 0,-1-1,1 1,-1-1,-1-1,1 1,0-1,-1 1,0-1,0 0,-1-1,1 1,-1-1,0 0,-1 1,1-1,-1 0,0-1,-1 0,0 24,1 1,0-1,1 0,1 0,1 0,0 0,2 1,34 44,-39-60,-1-1,1 1,-1-1,1 1,-1-1,1 0,0 0,0 1,0-1,0-1,-1 1,1 0,0 0,1-1,-1 1,0-1,0 1,0-1,0 0,0 0,0 0,0 0,0-1,1 1,-1 0,0-1,0 0,0 1,0-1,0 0,0 0,-1 0,2 0,6-8,-1-1,0 1,-1-1,0 0,0-1,-1 0,-1 0,0 0,0-1,-1 0,0 1,0-8,33-161,-37 178,0 0,0 0,0 1,1-1,-1 0,0 0,1 1,0-1,-1 1,1-1,0 0,0 1,0-1,0 1,0 0,0-1,1 1,-1 0,0 0,1-1,-1 1,0 0,1 1,0-1,-1 0,1 0,-1 1,1-1,0 0,0 1,-1 0,1-1,0 1,0 0,-1 0,1 0,0 0,0 0,1 1,8 0,0 0,1 1,-1 1,0 0,0 0,-1 1,1 0,-1 1,0 0,0 1,0 0,-1 1,0-1,0 2,1 1,-7-3,0 1,-1 0,0-1,0 1,0 0,-1 0,0 0,0 0,-1 0,0 0,0 0,-1 0,0 0,0 0,0 0,-1 0,0 0,-1-1,1 1,-1-1,-4 6,-7 33,11-40,1 0,1 0,-1 0,1 1,-1-1,2 0,-1 1,0-1,1 1,0-1,1 1,-1-1,1 1,0-1,0 1,1-1,-1 0,1 1,1-1,-1 0,1-1,-1 1,1 0,1-1,-1 1,1-1,0 0,2 2,4-1,0-1,-1-1,1 1,1-2,-1 1,0-1,1-1,-1 0,1 0,-1-1,1-1,-1 0,1 0,-1-1,0 0,0-1,0 0,0 0,0-1,0-1,-1 0,2-1,-1-1,-1-1,-1 0,1 0,-1-1,-1 0,0 0,0 0,-1-1,0 0,0-1,-1 1,-1-1,0 0,0 0,-1-1,-1 1,0-1,0 1,-1-1,-1 1,0-1,0-2,0 12,1 1,-1 0,1-1,-1 1,0-1,1 1,-1-1,0 1,0 0,0-1,0 1,0-1,-1 1,1-1,0 1,-1 0,1-1,-1 1,1 0,-1-1,0 1,1 0,-1 0,0 0,0-1,0 1,0 0,0 0,0 0,0 0,0 1,0-1,-1 0,1 0,0 1,0-1,-1 1,1-1,0 1,-1-1,1 1,-1 0,1 0,-1 0,1 0,0 0,-1 0,0 0,-2 4,0 0,1 0,-1 1,1 0,-1-1,1 1,1 0,-1 1,1-1,0 0,0 1,0-1,1 1,0-1,0 1,1 0,-1 0,1-1,0 1,1 0,0 3,1 5,1 0,1 0,0-1,0 1,2-1,0 0,0 0,1-1,1 1,0-2,0 1,1-1,1-1,0 1,6 4,25 22</inkml:trace>
  <inkml:trace contextRef="#ctx0" brushRef="#br0" timeOffset="63">12125 2028,'93'254,"-89"-245,-1 0,0 1,1-1,0 0,1 0,0 0,0-1,1 0,0 0,0 0,1-1,0 0,0 0,1-1,3 2,-10-8,0 1,0-1,0 1,0-1,0 0,1 0,-1 0,0 1,0-1,1 0,-1-1,0 1,0 0,0 0,1 0,-1-1,0 1,0-1,0 1,0-1,0 1,0-1,0 0,0 1,0-1,0 0,0 0,0 0,0 0,-1 0,1 1,0-2,-1 1,1 0,0 0,-1 0,0 0,1 0,-1-1,14-49,-7-130,-8 94,0 85,1-1,-1 1,1 0,0-1,0 1,-1-1,1 1,1 0,-1-1,0 1,1 0,-1-1,1 1,0 0,-1-1,1 1,0 0,0 0,1 0,-1 0,0 0,1 0,-1 0,1 0,0 1,0-1,-1 0,1 1,0 0,0-1,0 1,1 0,-1 0,0 0,0 0,1 1,-1-1,0 1,1-1,-1 1,0 0,1 0,1 0,16 7,-2 1</inkml:trace>
  <inkml:trace contextRef="#ctx0" brushRef="#br0" timeOffset="64">12660 2174,'-2'16,"-1"12,0 6,1 2,0 1,3-3,2-3,2-7,2-7,1-6</inkml:trace>
  <inkml:trace contextRef="#ctx0" brushRef="#br0" timeOffset="65">12621 1947,'2'9,"10"8,12 3,11 0,0-3</inkml:trace>
  <inkml:trace contextRef="#ctx0" brushRef="#br0" timeOffset="66">13021 2215,'-2'16,"-1"9,0 6,0 2,2-1,2-3,6-4,4-4,2-6,0-5</inkml:trace>
  <inkml:trace contextRef="#ctx0" brushRef="#br0" timeOffset="67">12994 1947,'-9'-4,"-3"2,3 11,9 12,13 10,9 9,2-2</inkml:trace>
  <inkml:trace contextRef="#ctx0" brushRef="#br0" timeOffset="68">13275 2415,'28'-89,"-4"-1,-4-1,-4 0,3-91,-19 117,0 65,0 0,0 1,0-1,0 0,0 1,0-1,-1 0,1 1,0-1,0 0,0 1,0-1,0 0,-1 1,1-1,0 0,0 1,-1-1,1 0,0 0,-1 0,1 1,0-1,0 0,-1 0,1 0,0 1,-1-1,1 0,0 0,-1 0,1 0,-1 0,1 0,0 0,-1 0,1 0,0 0,-1 0,1 0,0 0,-1 0,1 0,-1 0,1-1,0 1,-1 0,1 0,0 0,0-1,-1 1,1 0,0 0,-1-1,1 1,0 0,0 0,0-1,-1 1,1 0,0-1,0 1,0 0,0-1,-1 1,1 0,0-1,-12 22,1 0,1 1,1 0,1 0,1 1,1 0,-1 8,1-14,1 1,1 0,0-1,2 1,0 1,1-1,0 0,2 0,0 0,1 1,1-1,0-1,2 1,0 0,1-1,1 0,0 0,1-1,1 0,0-1,2 1,-1-2,6 6,-8-12,0 0,1 0,0-1,0 0,1-1,-1 0,1 0,1-1,-1 0,1-1,0 0,0-1,0 0,0-1,1 0,6 0,2-6</inkml:trace>
  <inkml:trace contextRef="#ctx0" brushRef="#br0" timeOffset="69">13329 2095,'7'-3,"13"0,20 0,18 0,18 2,10 2,1 2,-7-1,-15 3,-19 0</inkml:trace>
  <inkml:trace contextRef="#ctx0" brushRef="#br0" timeOffset="70">12312 3110,'-14'5,"-1"0,1 0,0 2,0 0,1 0,0 1,0 1,0 0,2 1,-1 0,1 1,1 0,-1 1,-4 9,-1-3,2 1,0 1,1 0,2 1,0 0,1 1,1 0,1 0,0 1,-1 13,8-33,0-1,0 1,1 0,-1-1,0 1,1 0,0 0,-1 0,1-1,0 1,1 0,-1 0,0 0,1-1,0 1,-1 0,1-1,0 1,0 0,1-1,-1 1,0-1,1 0,0 1,-1-1,1 0,0 0,0 0,0 0,1-1,-1 1,0 0,1-1,-1 1,1-1,-1 0,1 0,-1 0,1 0,0-1,0 1,-1-1,1 1,0-1,2 0,10-4,-1 0,1-1,-1-1,0 0,-1 0,0-2,0 0,0 0,-1-1,0 0,-1-1,0-1,5-7,2 0,-2-2,0 0,-1-1,-1 0,-1-1,-1-1,-1 0,-1 0,-1-1,-1 0,-2-1,0 0,-1 0,-2 0,0-1,-2 1,-1-21,0 42,0-1,0 1,0-1,0 1,-1 0,0 0,0-1,0 1,0 0,-1 0,1 0,-1 0,0 0,-1 0,1 1,0-1,-1 1,0-1,0 1,0 0,0 0,-1 1,1-1,-1 0,1 1,-1 0,0 0,0 0,0 1,0-1,0 1,0 0,-1 0,0 1,-1 0,1 1,0-1,-1 1,1 1,0-1,0 1,0 0,0 0,0 0,0 0,1 1,-1 0,1 0,0 1,0-1,0 1,0-1,0 1,1 1,0-1,0 0,-2 5,-3 4,1 1,0-1,1 2,1-1,0 0,1 1,-2 14,3-5,2 0,0-1,1 1,1-1,1 1,2-1,0 1,1-1,1 0,9 18,13 29,4-2,31 48,-34-67,-17-32</inkml:trace>
  <inkml:trace contextRef="#ctx0" brushRef="#br0" timeOffset="71">12540 3659,'18'-48,"68"-155,-71 192,-11 39,-5 73,8 99,-3-179,1-7</inkml:trace>
  <inkml:trace contextRef="#ctx0" brushRef="#br0" timeOffset="72">12621 2896,'11'2,"13"2,12-1,8-1,4 0,2-1,-2-1,-4-2,-7-1,-8-2,-10-3,-8 0</inkml:trace>
  <inkml:trace contextRef="#ctx0" brushRef="#br0" timeOffset="73">12821 2670,'-3'15,"0"18,3 11,1 8,0 4,0 1,0 1,-2-4,-4-3,-1-4,2-5,0-10</inkml:trace>
  <inkml:trace contextRef="#ctx0" brushRef="#br0" timeOffset="74">13409 3177,'-10'2,"1"1,-1 0,1 1,0-1,0 2,1-1,-1 2,1-1,0 1,0 0,1 0,0 1,0 0,0 1,1-1,0 1,1 0,-1 1,2 0,-4 7,-3 3,2 0,0 0,1 1,1 0,1 1,1 0,0-1,2 2,0-1,1 13,2-31,0 0,-1 0,1 0,0-1,0 1,1 0,-1 0,1 0,-1 0,1 0,0 0,0-1,0 1,0 0,1-1,-1 1,1-1,0 1,-1-1,1 0,0 0,0 1,1-2,-1 1,0 0,1 0,-1-1,1 1,-1-1,1 0,0 0,-1 0,1 0,0 0,0 0,0-1,0 1,0-1,1 0,7-2,0-1,0 0,0-1,0 0,-1 0,1-1,-1-1,-1 0,1 0,-1-1,0 0,0 0,-1-1,0 0,0-1,-1 0,0 0,-1 0,5-9,2-4,0-1,-1-1,-2 0,0-1,-2 0,0 0,-2-1,-1 1,-1-2,-1 1,-2 0,0 0,-2-14,-1 27,0 0,0 1,-1 0,0-1,-1 1,-1 0,0 1,-6-11,9 18,0 0,-1 0,0 0,1 0,-1 1,0-1,-1 1,1 0,0 0,-1 0,0 1,0-1,0 1,0 0,0 0,0 0,0 0,-1 1,1 0,-1 0,1 0,-1 0,1 1,-1 0,1 0,-2 0,2 1,0 0,-1 0,1 0,0 0,0 1,0 0,0 0,1 0,-1 0,0 0,1 1,0 0,-1-1,1 1,0 1,1-1,-1 0,0 1,1-1,0 1,0 0,0 0,0 0,-1 3,-1 5,0 0,1 1,0-1,1 1,0 0,1 0,1 11,6 21,1 0,3 0,2-1,1 0,3-1,1-1,2 0,2-2,2 0,8 8,0 8,-31-55,1 1,0-1,0 1,0-1,1 1,-1-1,0 0,0 0,1 1,-1-1,1 0,-1 0,1 0,-1-1,1 1,0 0,-1-1,1 1,0-1,0 1,-1-1,1 0,0 1,0-1,0 0,-1-1,1 1,0 0,0 0,0-1,-1 1,1-1,0 1,-1-1,1 0,0 0,0 0,59-41,-56 37,68-59,-69 83,-4-14,0 1,0-1,1 1,-1-1,1 0,0 1,1-1,-1 0,1 0,0 0,0 0,1 0,0 0,-1-1,2 1,-1-1,0 0,1 0,0 0,0 0,0-1,0 0,0 1,1-1,4 2,0 0,0 0,0-1,0 0,1 0,-1-1,1 0,0-1,0 0,0-1,0 0,7 0,-13-1,0-1,0 1,0-1,0 1,0-1,-1 0,1-1,0 1,-1-1,1 1,-1-1,1 0,-1-1,0 1,0 0,0-1,0 0,0 1,-1-1,1 0,-1-1,0 1,0 0,0-1,0 1,1-4,1-3,-1 0,-1 0,1 0,-1-1,-1 1,0 0,-1-1,0 1,-1-8,1 14,0 1,0-1,-1 0,1 1,-1-1,0 0,0 1,0-1,-1 1,1 0,-1-1,0 1,0 0,0 0,0 0,-1 0,1 0,-1 1,0-1,0 1,0 0,0-1,0 1,0 1,0-1,-1 0,1 1,-1 0,1 0,-1 0,1 0,-1 0,0 1,1-1,-1 1,-3 0,-4 1,0 1,0-1,0 2,1 0,-1 0,1 0,0 2,0-1,0 1,0 1,1-1,0 2,0-1,1 1,-1 1,-3 4,-5 9</inkml:trace>
  <inkml:trace contextRef="#ctx0" brushRef="#br0" timeOffset="75">13662 2896,'23'2,"19"4,11 2,6 3,0-2,-4-1,-6-2,-10-3,-8-1,-11-2</inkml:trace>
  <inkml:trace contextRef="#ctx0" brushRef="#br0" timeOffset="76">13958 2749,'-14'21,"-5"17,2 17,5 10,8 5,6 3,5-5,1-14</inkml:trace>
  <inkml:trace contextRef="#ctx0" brushRef="#br0" timeOffset="77">14465 436,'18'156,"-3"24,-7 52,-7-169,2 1,3-1,3 1,12 41,19 41,-14-56,-3 1,-5 1,-3 0,-4 18,7 295,85 262,-85-463,-8 79,3-42,12 14,-13-133,2 95,-12 101,-2-97,7-95,6-1,10 29,12 111,-16-19,-3-26,21 74,53 254,-36-37,-30-272,-8 98,-9 681,-1-174,-34-196,2 151,-2-227,-12 150,54-565,-8-121,-2 0,-1 1,-2-1,-2 12,-8 70,8-118,1 0,0-1,0 1,0 0,0-1,0 1,1 0,-1-1,0 1,0 0,0-1,0 1,0 0,0-1,0 1,1 0,-1-1,0 1,0 0,0 0,1-1,-1 1,0 0,0 0,1 0,-1-1,0 1,1 0,-1 0,0 0,0 0,1-1,-1 1,0 0,1 0,-1 0,0 0,1 0,-1 0,0 0,1 0,-1 0,0 0,1 0,-1 0,0 0,1 1,-1-1,0 0,1 0,-1 0,0 0,1 0,-1 1,0-1,0 0,1 0,-1 1,0-1,0 0,1 0,-1 1,0-1,7-16</inkml:trace>
  <inkml:trace contextRef="#ctx0" brushRef="#br0" timeOffset="78">15628 3953,'471'26,"-119"-3,-155-18,81-13,-258 7,-8 2</inkml:trace>
  <inkml:trace contextRef="#ctx0" brushRef="#br0" timeOffset="79">15428 1466,'0'-11,"0"-2,0 8,0 17,0 19,-3 21,0 15,-2 12,0 6,0 3,2-3,0-6,2-11,1-11,-1-16</inkml:trace>
  <inkml:trace contextRef="#ctx0" brushRef="#br0" timeOffset="80">15521 2014,'22'2,"0"-1,0-1,0-1,0-1,-1-1,1-1,-1 0,1-2,-1-1,-1 0,1-2,-1 0,-1-1,16-11,-31 19,-1-1,0 0,0 0,1 1,-1-2,-1 1,1 0,-1-1,1 1,-1-1,0 0,0 0,0 0,-1 0,1 0,-1 0,0 0,-1 0,1 0,0-1,-1 1,0 0,0-1,-1 1,1 0,-1 0,0-1,0 1,-1-2,-1 4,-1 0,0 1,0-1,0 1,0 0,0 0,-1 0,1 1,0-1,0 1,-1 0,1 0,0 0,0 1,0 0,-1-1,1 2,0-1,0 0,0 1,0 0,1 0,-1 0,0 0,1 0,-1 1,1 0,-8 3,1 2,0-1,1 1,0 1,0 0,0 0,1 0,1 1,0 1,0-1,1 1,0 0,1 0,-1 4,3-9,1 0,0 0,1 1,-1-1,1 1,0-1,1 1,0-1,0 1,0 0,0-1,1 1,1-1,-1 1,1-1,0 0,0 1,1-1,0 0,0-1,0 1,1 0,-1-1,1 0,1 0,-1 0,3 2,2 0,0 0,1-1,-1 0,1 0,1-1,-1 0,1-1,2 1,36 9</inkml:trace>
  <inkml:trace contextRef="#ctx0" brushRef="#br0" timeOffset="81">16216 1854,'-21'-6,"0"1,-1 1,1 1,-1 1,0 1,0 0,0 2,-6 1,25-2,0 1,0-1,1 0,-1 1,0-1,1 1,-1 0,0 0,1 0,-1 0,1 0,-1 1,1-1,0 1,0 0,0-1,0 1,0 0,0 0,0 0,0 1,1-1,-1 0,1 1,0-1,-1 1,1-1,0 1,1-1,-1 1,0 0,1 0,0-1,-1 1,1 0,0 0,0-1,1 1,-1 0,1 0,-1-1,1 1,0 1,7 11,0-1,0 0,2 0,-1-1,2 0,0 0,0-2,1 1,1-1,5 3,11 11,44 54,-72-78,0 0,0 0,-1 0,1 0,0-1,-1 1,1 0,-1 0,1 1,-1-1,0 0,1 0,-1 0,0 0,0 0,0 0,0 0,0 1,0-1,0 0,0 0,0 0,0 0,-1 0,1 0,0 0,-1 0,1 1,-1-1,1 0,-1-1,0 1,1 0,-1 0,0 0,0 0,1 0,-1-1,0 1,0 0,0-1,0 1,0-1,0 1,0-1,0 1,0-1,0 0,-1 1,1-1,0 0,0 0,0 0,0 0,0 0,-4 1,1 0,0 0,0 0,-1-1,1 1,0-1,-1 0,1-1,0 1,-1-1,1 0,0 0,0 0,-1 0,1-1,0 0,3 1,1 0,-1-1,1 1,0-1,-1 1,1-1,0 1,0-1,0 1,0-1,0 1,0-1,0 1,0-1,1 1,-1-1,1 1,-1-1,1 1,-1-1,1 1,0 0,0-1,0 1,-1 0,1 0,0 0,1 0,-1 0,0 0,0 0,0 0,1 0,-1 0,-1 1,187-168,-131 116,-40 49,-16 25,0-20,-1 7,-4 18,1 0,2 0,0 0,2 0,1 0,1 0,2 0,0 0,2-1,13 10,-10-27</inkml:trace>
  <inkml:trace contextRef="#ctx0" brushRef="#br0" timeOffset="82">16430 1573,'-9'-11,"-3"2,3 11,9 13,13 13,7 12,1-2</inkml:trace>
  <inkml:trace contextRef="#ctx0" brushRef="#br0" timeOffset="83">16591 2161,'10'-20,"-1"0,-2-1,1-1,-2 1,-1-1,-1 0,-1 0,-1 0,0-1,-2 1,-1-13,2-17,-1 52,1 1,-1 0,0-1,1 1,-1-1,0 1,1-1,-1 1,1-1,-1 1,1-1,0 1,-1-1,1 1,-1-1,1 0,0 1,-1-1,1 0,0 0,-1 0,1 1,0-1,-1 0,1 0,0 0,-1 0,1 0,0 0,0 0,-1 0,1-1,0 1,-1 0,1 0,0 0,-1-1,1 1,0 0,-1-1,1 1,-1-1,1 1,-1-1,1 1,-1-1,1 1,-1-1,1 1,-1-1,0 0,1 1,-1-1,0 1,0-1,1 0,-1 0,0 1,0-1,0 0,0 1,0-1,0 0,0 1,0-1,0 0,0 0,0 1,0-1,-1 0,6 4,140 75,-142-77,0 0,-1 1,1-1,-1 1,1-1,-1 1,1 0,-1 0,0 1,0-1,0 0,0 1,-1-1,1 1,0-1,-1 1,0 0,0 0,0 0,0-1,0 1,0 0,-1 0,0 0,1 0,-1 1,0-1,0 0,-1 0,1 0,-1 0,1 0,-1 0,0 0,-27 56,22-50,0 1,1-1,1 1,-1 1,2-1,-1 0,1 1,1 0,0 0,1 0,0 0,0 0,1 7,2-13,0 0,0-1,1 1,-1-1,1 1,0-1,0 0,0 0,1-1,-1 1,1-1,0 1,0-1,0 0,1-1,-1 1,1-1,-1 0,1 0,0 0,0-1,0 1,0-1,0 0,0-1,0 1,0-1,0 0,0 0,0-1,0 0,0 1,0-2,0 1,0 0,0-1,-1 0,1 0,0-1,-1 1,0-1,1 0,7-7,-1 0,0 0,-1-1,0 0,0-1,-1 0,-1 0,0-1,0 0,-2-1,0 0,0 0,-1 0,-1 0,2-12,-1-19,-6 44,0 0,1 1,-1-1,0 1,0-1,0 1,1-1,-1 1,0 0,0-1,0 1,0 0,0 0,0 0,0-1,0 1,0 0,0 0,0 1,0-1,0 0,0 0,1 0,-1 1,0-1,0 0,0 1,0-1,0 1,0-1,1 1,-1-1,0 1,0-1,1 1,-1 0,0 0,1-1,-1 1,1 0,-1 0,1 0,-1-1,1 1,0 0,-1 0,1 0,-5 7,0 1,1-1,0 1,0-1,1 1,0 0,1 1,0-1,0 0,1 1,0-1,1 1,0-1,0 0,1 1,0-1,1 1,0-1,1 0,0 0,0 0,1 0,0-1,0 1,1-1,4 5,61 61,-37-50</inkml:trace>
  <inkml:trace contextRef="#ctx0" brushRef="#br0" timeOffset="84">15695 2655,'0'16,"4"13,7 9,10 8,10 3,10-2,4-5,4-7,-2-8,-2-7,-5-8,-6-11,-9-4</inkml:trace>
  <inkml:trace contextRef="#ctx0" brushRef="#br0" timeOffset="85">16243 2562,'-3'2,"-1"-1,1 0,-1 1,1-1,0 1,0 0,0 0,0 1,0-1,0 0,0 1,1 0,-1 0,1 0,0 0,0 0,-2 3,-11 21,1 2,1-1,2 2,0 0,2 0,2 0,0 1,2 1,2-1,-19 83,-32 65,35-123,2 1,3 0,-3 28,16-11,6-50</inkml:trace>
  <inkml:trace contextRef="#ctx0" brushRef="#br0" timeOffset="86">16243 3378,'-2'8,"1"1,-1-1,1 1,1-1,-1 1,1-1,1 1,0-1,0 1,1-1,0 0,0 0,1 1,0-1,0-1,1 1,0 0,0-1,1 0,0 0,0 0,1-1,0 0,0 0,0 0,1-1,0 0,0 0,0 0,1-1,-1 0,7 2,-7-5,0 1,0-1,0 0,1-1,-1 0,0 0,0 0,0-1,0 0,0 0,0-1,0 0,0 0,-1-1,1 1,-1-2,1 1,-1-1,0 0,-1 0,1 0,-1-1,1 0,-1 0,-1 0,1-1,-1 0,0 1,0-2,-1 1,0 0,0-1,0 1,1-6,1 1,-1 0,0-1,0 0,-1 0,0 0,-1 0,-1 0,0 0,-1 0,0-1,-1 1,0 0,0 0,-2-1,0 2,0-1,-1-2,2 12,1-1,0 1,-1-1,1 1,-1 0,0 0,0 0,0 0,0 0,0 0,0 1,0-1,0 1,-1-1,1 1,-1 0,1 0,-1 0,0 0,1 0,-1 1,0-1,1 1,-1 0,0-1,0 1,1 1,-1-1,0 0,0 1,-5 1,0 0,-1 1,1 0,0 1,1-1,-1 2,1-1,0 1,-4 2,-128 120,68-54</inkml:trace>
  <inkml:trace contextRef="#ctx0" brushRef="#br0" timeOffset="87">723 4848,'-4'1,"0"-1,1 1,0-1,-1 1,1 0,-1 0,1 1,0-1,0 1,0-1,0 1,0 0,0 0,0 1,0-1,1 0,-1 1,1 0,0-1,0 1,0 0,0 0,0 0,1 1,-1-1,1 0,0 1,0 0,-17 102,16-98,2 0,-1 0,1 0,0 0,1 0,0 0,0 0,1 0,0 0,0 0,1 0,0-1,1 0,-1 1,1-1,0 0,1-1,0 1,0-1,0 0,1 0,0-1,0 1,1-1,-1-1,1 1,4 1,-1-2,0-1,0 1,1-2,-1 0,1 0,-1 0,1-2,0 1,0-1,-1-1,1 0,0 0,-1-1,1-1,-1 0,0 0,1-1,-2 0,1-1,0 0,-1 0,0-1,5-5,-6 2,-1-1,0 0,-1 0,0 0,-1-1,0 0,0 0,-1-1,-1 1,0-1,-1 0,0 0,-1 0,0 0,0 0,-2 0,1 0,-2 0,1 1,-2-1,1 0,-2 1,0-1,0 1,-1 0,0 0,-1 1,0-1,-1 1,0 0,0 1,-1 0,0 0,-1 1,0 0,0 0,-1 1,0 1,0-1,-1 1,1 1,-1 0,-1 1,-4-2,7 3,-1 1,1 0,0 0,-1 1,0 0,1 1,-1 0,1 0,-1 1,0 0,1 1,0 0,-1 1,1 0,0 0,0 1,1 0,-1 0,1 1,0 0,0 1,0 0,1 0,0 0,0 1,0 0,1 1,0-1,1 1,0 0,0 1,-2 5,4-6,1 0,0 0,0 1,0-1,1 1,1 0,-1-1,1 1,1-1,0 1,0 0,0-1,1 1,1-1,-1 0,1 0,1 0,-1 0,2 0,-1-1,1 0,0 0,0 0,1 0,-1-1,2 0,3 3,28 20</inkml:trace>
  <inkml:trace contextRef="#ctx0" brushRef="#br0" timeOffset="88">1751 4848,'-3'9,"1"0,-1 0,2 0,-1 0,1 0,1 1,-1-1,2 0,-1 1,1-1,0 0,1 0,0 0,1 0,0 0,0-1,1 1,0-1,1 0,-1 0,2 0,-1-1,1 1,3 2,1-1,1-1,0-1,0 0,0-1,0 0,1 0,0-1,1-1,-1 0,1-1,-1 0,1-1,0 0,0-1,0-1,0 0,0 0,0-2,0 1,0-2,-1 0,1 0,-1-1,1 0,-1-2,-1 1,1-1,-1-1,0 0,0 0,-1-1,0-1,-1 0,1 0,-2 0,4-6,-6 8,-1 1,0-1,-1 0,0 0,0-1,0 1,-1-1,0 0,-1 0,0 0,0 0,0 0,-1 0,0 0,-1-1,0 1,0 0,-1-1,0 1,0 0,-1 0,0 0,-1 0,0 0,0 0,0 1,-1-1,0 1,-1 0,0 0,0 1,-3-5,-5 1,-1 1,0 0,0 1,-1 0,0 1,0 1,-1 0,0 2,1-1,-2 2,1 0,0 1,-1 0,1 2,-1 0,1 0,-1 2,1 0,0 1,-1 1,-10 3,19-5,0 0,0 1,0-1,0 2,0-1,1 1,-1 0,1 1,0-1,0 2,1-1,-1 1,1-1,0 2,1-1,0 1,0 0,0 0,1 0,0 1,0-1,1 1,0 0,0 0,1 0,0 1,0-1,1 0,0 1,1-1,-1 1,2-1,0 6,33 60,-14-46</inkml:trace>
  <inkml:trace contextRef="#ctx0" brushRef="#br0" timeOffset="89">0 6947,'31'-11,"-27"10,352 0,314-10,426-19,-1023 30,793-15,-222-13,605-45,-661 68,262-12,-761 12,947-48,-78 21,-51 20,425 12,27-54,-346 55,-187 40,106-37,-230 41,-151 15,-301-48,-117 0,42-1,-160-19,-19-1</inkml:trace>
  <inkml:trace contextRef="#ctx0" brushRef="#br0" timeOffset="90">829 5891,'-5'-2,"0"0,0 0,0 0,0 1,-1-1,1 1,0 1,-1-1,1 1,0 0,-1 0,1 0,0 1,-1 0,1 0,0 0,0 0,0 1,0 0,0 0,0 1,0-1,1 1,-1 0,1 0,-3 3,-4 8,1 0,0 1,1 0,1 0,0 1,1 0,1 0,0 1,1 0,1 0,1 0,-1 8,1-7,0 1,1-1,1 1,1-1,1 1,2 17,-2-29,1-1,-1 1,1 0,1-1,-1 1,1-1,0 1,0-1,1 0,0-1,0 1,0-1,1 1,0-1,0 0,0-1,0 1,1-1,5 3,-1-2,1-1,-1 0,1 0,-1-1,1 0,0-1,0 0,0-1,1 0,-1-1,0 0,0-1,0 0,0-1,0 0,0-1,0 0,0 0,-1-1,0-1,0 0,0 0,0-1,-1 0,0-1,0 0,-1 0,1-1,-2 0,1 0,-1-1,-1 0,1 0,-2-1,5-9,-5 3,-1 0,-1-1,-1 1,0-1,-1 0,-1 0,0 1,-2-1,1 0,-2 1,-1-1,0 1,-1 0,0 0,-1 1,-1 0,-1 0,0 0,-1 1,0 0,-1 0,-1 2,0-1,-4-2,6 6,1 1,-1 0,-1 0,1 1,-1 1,-1-1,1 2,-1-1,0 2,0-1,-3 1,9 2,1 1,-1 0,0 1,0-1,0 1,0 0,0 0,0 0,1 0,-1 1,0 0,0 0,0 1,1-1,-1 1,1 0,-1 0,1 0,0 1,0 0,0-1,0 2,0-1,1 0,-1 1,1-1,0 1,-1 1,-1 4,1 0,0 0,1 0,-1 0,2 1,-1-1,1 1,1 0,0-1,0 1,1 0,0 0,1 0,0 0,1-1,0 1,0-1,1 1,0-1,1 0,0 0,0 0,1 0,0-1,0 0,1 0,1 1,41 51</inkml:trace>
  <inkml:trace contextRef="#ctx0" brushRef="#br0" timeOffset="91">1832 5998,'-11'26,"1"1,1 0,2 1,0-1,2 1,1 0,2 1,0-1,2 1,2 13,0-35,0 0,0 0,0 0,1 0,0-1,1 1,0-1,0 0,0 0,0 0,1 0,0-1,0 0,1 0,-1 0,1-1,0 0,0 0,1 0,-1-1,1 0,-1 0,1-1,0 0,0 0,0 0,1-1,-1 0,0-1,0 1,1-1,-1-1,2 0,4 1,0 0,0-1,0-1,0 0,0-1,-1-1,1 0,-1 0,0-1,0-1,0 0,-1 0,0-1,0-1,-1 0,0 0,0-1,-1 0,0-1,0 0,-2-1,1 1,-1-1,0-1,-1 1,-1-1,0 0,0-1,-1 1,-1-1,0 0,-1 0,0 0,-1-3,-2 4,-1 1,0-1,-1 0,-1 1,1 0,-2 0,0 0,0 0,-1 1,0 0,0 0,-1 0,-1 1,0 0,0 1,-1 0,1 0,-2 0,1 1,-1 1,0 0,-1 0,1 1,-1 0,0 1,-1 0,-1 0,1 0,0 0,0 1,0 1,0 0,-1 0,1 1,-1 1,1 0,-1 0,1 2,0-1,-1 2,1-1,0 2,0-1,0 2,1 0,0 0,0 1,0 0,0 1,1 0,0 1,1 0,-6 7,11-12,1 1,0 0,0 0,1 0,-1 0,1 1,0-1,0 1,0-1,1 1,0 0,0 0,0 0,0 0,1-1,-1 1,1 0,1 0,-1 0,1 0,0 0,0 0,0 0,0-1,1 1,0-1,0 1,0-1,1 1,0-1,-1 0,1 0,1 0,0 0,39 38</inkml:trace>
  <inkml:trace contextRef="#ctx0" brushRef="#br0" timeOffset="92">4238 4554,'-12'14,"1"1,1 0,0 1,1 0,0 1,1-1,1 1,1 1,1 0,-3 12,6-22,0 0,1 1,0-1,1 1,0-1,0 1,1-1,0 1,0-1,1 0,0 0,0 1,1-1,0-1,0 1,1 0,0-1,1 0,0 0,0 0,0 0,1-1,5 6,-3-7,-1 0,1-1,-1 0,1 0,0-1,1 0,-1 0,1-1,-1 0,1-1,-1 0,1 0,0 0,0-1,-1-1,1 0,0 0,-1 0,1-1,-1-1,1 1,-1-1,0-1,0 1,0-1,-1-1,1 0,-1 0,0 0,0-1,-1 1,0-2,0 1,0-1,-1 0,0 0,0 0,-1-1,0 0,0 0,0-3,2-4,-1 1,-1-1,0 0,-1-1,-1 1,0-1,-2 1,1-1,-2 1,0-1,-1 1,0-1,-1 1,-2-4,3 11,-1-1,0 1,0 0,-1 0,0 0,0 0,-1 0,0 1,0 0,-1 0,0 0,0 1,0 0,-1 0,0 1,0-1,-1 2,0-1,1 1,-1 0,-1 0,1 1,0 1,-1-1,-2 1,3 0,0 2,1-1,-1 1,0 0,0 1,1 0,-1 0,0 1,1-1,-1 2,1-1,0 1,0 0,0 1,0-1,1 1,-1 1,1-1,0 1,0 0,0 1,1 0,0-1,0 1,1 1,-5 6,-3 7,1 1,0 1,1 0,2 0,0 1,1 0,1 1,1 1,-7 57</inkml:trace>
  <inkml:trace contextRef="#ctx0" brushRef="#br0" timeOffset="93">4105 5998,'-5'3,"12"-16,16-19,25-33,-4-2,-2-2,22-51,-41 76,-22 45,0 0,0 0,-1 0,1 0,0 0,-1 0,1 0,-1 0,1 1,-1-1,1 0,-1 0,0 0,0 1,0-1,0 0,1 0,-1 0,-1 1,1-1,0 0,0 0,0 1,-1-1,1 0,-1 0,1 1,0-2,-8 124,7-1,6 22,-5-144,3 21,-1 1,-1-1,0 1,-2 0,-1-1,-1 1,0-1,-2 0,-1 0,0-1,-2 1,0-1,-3 2,9-20,0 0,0-1,-1 1,0 0,1-1,-1 1,0-1,0 0,0 0,0 0,-1 0,1-1,0 1,-1-1,1 0,-1 0,1 0,-1 0,0-1,1 1,-1-1,0 0,0 0,1-1,-1 1,0-1,1 0,-1 1,1-2,-1 1,1 0,-1-1,1 1,0-1,-3-2,6 3,0 0,0 1,1-1,-1 0,0 1,0-1,1 0,-1 0,0 1,1-1,-1 0,0 1,1-1,-1 1,1-1,-1 0,1 1,-1-1,1 1,0-1,-1 1,1 0,0-1,-1 1,1 0,0-1,-1 1,1 0,0 0,0 0,-1-1,1 1,0 0,0 0,-1 0,1 0,0 0,0 1,-1-1,1 0,0 0,0 0,-1 1,1-1,1 0,344-25,-196 22,-130 9,-30-4</inkml:trace>
  <inkml:trace contextRef="#ctx0" brushRef="#br0" timeOffset="94">789 7535,'-9'10,"0"-1,0 1,1 1,0-1,1 1,0 1,0-1,2 1,-1 0,2 1,-1-1,2 1,0 0,0 0,1 0,1 0,0 0,1 1,0-1,1 0,2 10,-1-17,1 1,0-1,0 1,1-1,-1 0,1 0,1-1,-1 1,1-1,0 0,0 0,1-1,-1 1,1-1,0 0,0-1,0 1,1-1,-1-1,1 1,0-1,0 0,0-1,5 1,-1 0,0 0,0-2,0 1,0-1,0-1,0 0,0-1,0 0,-1 0,1-1,-1 0,1-1,-1-1,0 1,7-6,-4 0,-1-1,0 0,-1-1,0-1,-1 1,-1-2,0 1,0-1,-1-1,-1 1,-1-1,0-1,-1 1,0-1,-1 0,-1 0,-1 0,0 0,-1-1,-1 1,0 0,-2-1,1 1,-3-6,3 14,-1 0,1 1,-1-1,-1 0,0 1,0-1,0 1,-1 0,0 0,0 0,-1 1,0 0,0-1,0 2,-1-1,0 0,0 1,0 1,-1-1,0 1,0 0,0 0,0 1,-1 0,1 0,-1 1,1 0,-1 0,0 0,0 1,0 1,-3-1,3 2,-1 0,0 0,0 1,1 0,-1 0,1 1,0 0,-1 0,1 1,1 0,-1 1,1 0,-1 0,1 0,1 1,-1 0,1 1,0-1,1 1,-1 0,-3 7,1 0,0 1,1 0,0 0,2 1,0-1,0 1,2 0,0 1,0-1,2 0,0 5,2 49</inkml:trace>
  <inkml:trace contextRef="#ctx0" brushRef="#br0" timeOffset="95">1725 7776,'95'-170,"31"-70,-100 179,-19 57,-8 23,1-15,-3 349,-17-111,8-147,9-59</inkml:trace>
  <inkml:trace contextRef="#ctx0" brushRef="#br0" timeOffset="96">762 8778,'-16'6,"1"0,0 0,0 1,0 1,1 1,0 0,1 1,0 0,1 1,0 0,0 1,-4 7,9-11,1 0,0 1,0-1,1 1,0 1,1-1,0 1,0-1,1 1,0 0,1 1,0-1,1 0,0 1,0-1,1 0,1 1,-1-1,2 0,0 2,0-4,1 0,-1-1,2 1,-1-1,1 0,0 0,1 0,-1-1,1 1,1-1,-1 0,1-1,0 1,0-1,1 0,-1-1,1 0,0 0,0 0,1-1,3 1,6 2,0 0,0-2,1 0,0-1,0-1,0 0,0-2,0 0,3-1,-9 1,1 0,-1-1,0-1,0 0,1 0,-1-2,-1 1,1-1,0-1,-1 0,0-1,0 0,-1 0,0-2,0 1,0-1,-1 0,0-1,-1 0,0 0,0-1,-1 0,0-1,-1 1,0-1,-1-1,0 1,-1-1,0 1,-1-1,1-3,-3 1,-1 0,0 0,-1 0,0 0,-1 1,-1-1,0 0,-1 1,0-1,-1 1,-1 1,0-1,-1 1,0 0,-1 0,0 1,0 0,-2 0,1 1,-1 0,-1 1,1 0,-2 1,1 0,-1 0,0 2,-1-1,0 2,0-1,0 2,-4-1,11 3,-1 1,0 0,1 0,-1 1,1 0,-1 0,0 1,1 0,-1 0,1 0,-1 1,1 0,0 0,0 0,-1 1,2 0,-1 0,0 1,1 0,-1 0,1 0,0 0,1 1,-1 0,1 0,0 0,0 1,0-1,1 1,0 0,-1 2,0 2,1-1,1 0,0 1,0-1,1 1,0 0,0 0,1-1,1 1,0 0,0 0,1-1,0 1,0-1,1 1,0-1,1 0,0 0,1-1,0 1,0-1,1 0,-1 0,2-1,0 1,38 39</inkml:trace>
  <inkml:trace contextRef="#ctx0" brushRef="#br0" timeOffset="97">1725 8913,'33'-96,"4"1,49-88,-61 145,-19 44,-10 62,-60 388,48-315,10-85</inkml:trace>
  <inkml:trace contextRef="#ctx0" brushRef="#br0" timeOffset="98">161 9701,'1459'-14,"-486"-6,284-14,-1117 34,1142-14,-331 3,-499 9,640-62,-993 55,1151-37,-193 72,28 15,602 45,-612-21,-297-40,-559-24,-1 10,137 28,-53 2,-288-36,-30-1,-19-5,-5 0</inkml:trace>
  <inkml:trace contextRef="#ctx0" brushRef="#br0" timeOffset="99">4171 7469,'-7'4,"0"0,0 0,0 1,0 1,1-1,0 1,0 0,0 0,1 1,0-1,0 1,0 0,1 1,1-1,-1 1,1 0,0 0,1 0,0 0,0 0,0 0,1 1,1-1,-1 1,1-1,1 0,0 1,0-1,0 1,1-1,1 0,-1 0,1 0,0-1,3 5,1-2,0-1,1 0,0 0,1 0,-1-2,1 1,1-1,0 0,0-1,0 0,0 0,1-1,0-1,0 0,1 0,-1-1,1-1,-1 0,1 0,0-1,0-1,-1 0,1-1,0 0,0 0,-1-1,1-1,-1 0,1-1,-1 0,0 0,-1-1,1-1,-1 0,0 0,0-1,-1 0,0-1,0 0,-1 0,0-1,0 0,-1-1,0 1,-1-1,0-2,-1 0,-1-1,0 0,-1 0,-1-1,0 1,0-1,-2 1,0-1,0 1,-1-1,-1 1,0 0,-1-1,0 1,-3-4,4 8,-1 1,-1-1,1 1,-1 0,-1 1,0-1,0 1,0 0,-1 0,0 0,0 1,-1 0,0 0,0 1,0-1,-1 2,1-1,-1 1,0 0,-1 1,1 0,-1 0,-4-1,3 3,0 0,0 0,0 1,0 1,0-1,0 2,0-1,0 1,0 1,0 0,1 0,-1 1,1 0,0 0,0 1,1 1,0-1,-1 1,-1 3,-3 2,0 1,1 1,1 0,0 0,0 1,1 1,1 0,0 0,2 1,-6 12,-9 45,8-7</inkml:trace>
  <inkml:trace contextRef="#ctx0" brushRef="#br0" timeOffset="100">4198 8778,'162'-262,"-133"216,-22 48,-8 66,-36 520,36-519</inkml:trace>
  <inkml:trace contextRef="#ctx0" brushRef="#br0" timeOffset="101">736 10637,'3'-52,"2"1,3 0,1 1,11-26,-6 15,39-171,-47 206,-4 41,-38 366,35-368,0 0,2-1,-1 1,2 0,0 0,0 0,1-1,1 1,0-1,0 0,1 0,6 8,14 12</inkml:trace>
  <inkml:trace contextRef="#ctx0" brushRef="#br0" timeOffset="102">1350 10356,'-3'6,"0"0,1 1,-1-1,1 1,1 0,-1-1,1 1,0 0,1 0,0 0,0 0,0 0,1-1,0 1,0 0,1 0,0-1,0 1,0-1,1 1,0-1,1 0,-1 0,1 0,0-1,0 1,1-1,-1 0,1 0,1-1,2 3,5 1,-1-1,1-1,0 0,0-1,1 0,0-1,0-1,0 0,0-1,0-1,0 0,1 0,-1-2,0 0,0 0,0-1,0-1,0 0,0-1,0-1,-1 0,0-1,0 0,-1-1,1-1,-2 0,1 0,8-9,-15 12,0 0,-1 0,0-1,0 1,0-1,-1 0,0 0,0 0,-1 0,1-1,-1 1,-1-1,1 1,-1-1,0 0,-1 1,1-1,-1 0,-1 0,1 0,-1 1,-1-1,1 0,-1 1,0-1,0 1,-1 0,0 0,0 0,0 0,-1 0,0 1,0-1,-2-2,0 1,0-1,0 1,-1 0,0 1,-1 0,1 0,-1 0,0 1,-1 0,1 1,-1 0,0 0,0 1,0 0,0 1,-1-1,1 2,-1 0,1 0,-1 0,0 1,1 1,-1 0,1 0,-1 1,1 0,-1 0,1 1,0 0,0 1,1 0,-1 1,1-1,0 2,0-1,0 1,-5 6,3 0,0 0,1 1,0 0,1 0,1 1,0 0,-3 12,-13 39</inkml:trace>
  <inkml:trace contextRef="#ctx0" brushRef="#br0" timeOffset="103">856 11386,'48'-101,"-30"66,-1 0,-2 0,-1-2,1-14,-13 37,-12 42,-7 25,3 1,2 0,2 1,3 1,0 55,8-91,1 1,0-1,2 1,0-1,1 0,2 1,14 32</inkml:trace>
  <inkml:trace contextRef="#ctx0" brushRef="#br0" timeOffset="104">1564 11345,'-4'6,"0"0,0 0,1 0,0 0,0 1,0-1,1 1,0 0,0-1,1 1,-1 0,2 0,-1 0,1 0,0 0,0 1,1-1,0 0,0-1,1 1,0 0,0 0,0 0,1-1,0 0,1 1,-1-1,1 0,0-1,1 1,-1-1,1 0,1 1,6 3,1-2,0 0,1 0,-1-1,1 0,0-2,1 1,-1-2,1 0,-1-1,1 0,0-1,0-1,0 0,0-1,0-1,-1 0,1-1,-1 0,1-1,-1-1,1-1,-7 2,1 0,-1-1,0 0,-1-1,1 1,-1-2,-1 1,1-1,-1 0,0 0,0 0,-1-1,0 0,0 0,-1 0,0-1,-1 0,0 1,0-1,-1 0,0 0,0-1,-1 1,0 0,-1-1,0 1,-1 0,0-1,0 1,-1 0,0 0,0 0,-1 0,1 1,-1 0,0 1,0-1,-1 1,0 0,0 0,0 0,-1 1,0-1,-1 1,1 0,-1 1,0-1,-1 1,1 0,-1 1,0 0,0 0,0 0,-1 1,1 0,-1 0,0 1,0 0,0 0,0 1,0 0,0 1,0 0,0 0,-1 0,1 1,0 0,0 1,0 0,1 0,-1 1,0 0,-2 1,-4 5,0 0,1 0,-1 1,2 1,0 1,0-1,1 2,0 0,1 0,1 1,0 0,1 0,-26 48</inkml:trace>
  <inkml:trace contextRef="#ctx0" brushRef="#br0" timeOffset="105">13 12241,'210'-23,"305"-25,797-2,-122-36,605-2,-254 47,1103 30,-1173 43,-166 69,-251-22,8 8,-287-4,-112 6,-487-70,-208-27,-6-4</inkml:trace>
  <inkml:trace contextRef="#ctx0" brushRef="#br0" timeOffset="106">4264 10102,'-8'5,"0"0,0 1,0 0,1 0,0 1,0 0,0 0,1 1,0 0,1 0,-1 0,2 1,-1-1,1 1,0 0,1 0,0 1,1-1,0 1,0-1,1 1,0 0,1 0,0-1,1 1,0 0,0 0,1-1,0 1,0-1,2 0,-1 1,1-1,0-1,3 5,-1-4,2 0,-1 0,2-1,-1 0,1 0,0-1,0 0,1-1,0 0,0 0,0-1,1-1,0 1,0-2,0 0,0 0,1-1,-1 0,1-1,-1 0,1-1,8-1,-10 1,-1 0,1-1,-1-1,1 0,-1 0,0-1,0 0,0 0,0-1,0 0,-1-1,1 0,-1 0,-1-1,1 0,-1 0,0-1,0 0,-1 0,0 0,0-1,-1 0,0 0,0-1,-1 1,0-1,1-4,-2-1,-1-1,0 1,-1-1,-1 1,-1-1,0 1,0-1,-1 1,-1-1,-1 1,0 0,-1 1,0-1,-1 1,0 0,-1 0,-1 1,0-1,-1 2,0-1,0 2,-2-1,1 1,-1 0,0 1,-1 1,0 0,-1 0,0 1,0 1,0 0,-1 1,1 0,-2 1,3 2,-1 1,0 1,1 0,-1 1,0 0,1 1,-1 0,1 1,0 0,0 1,0 0,0 1,1 1,0 0,0 0,0 1,1 0,0 1,0 0,1 1,0 0,1 0,0 1,0 0,1 0,0 1,1 0,0 0,1 1,-2 6,-28 74,12-4</inkml:trace>
  <inkml:trace contextRef="#ctx0" brushRef="#br0" timeOffset="107">4211 11252,'134'-189,"-52"54,-70 127,-9 30,-23 249,9 123,11-313</inkml:trace>
  <inkml:trace contextRef="#ctx0" brushRef="#br0" timeOffset="108">1017 12976,'68'-213,"-5"0,-54 191,-9 22,1 0,-1 0,1 0,-1 0,1 0,-1 0,1 0,-1 1,1-1,-1 0,1 0,-1 1,0-1,1 0,-1 0,0 1,1-1,-1 1,0-1,1 0,-1 1,0-1,1 1,-1-1,0 1,0-1,0 0,0 1,1-1,-1 1,0-1,0 1,0-1,0 1,0-1,0 1,0-1,0 1,0-1,-1 1,1-1,0 1,0-1,0 1,0-1,-1 1,1-1,0 0,0 1,-1-1,1 1,-3 137,0-93,2 1,2-1,2 1,2-1,6 24,10 1,3-13</inkml:trace>
  <inkml:trace contextRef="#ctx0" brushRef="#br0" timeOffset="109">1685 12789,'4'-19,"3"-14,1-1,2 1,1 1,8-15,-19 46,0 0,0 0,0 1,0-1,0 0,0 1,0-1,0 0,0 1,1-1,-1 0,0 1,0-1,1 0,-1 1,0-1,1 1,-1-1,1 0,-1 1,0-1,1 1,-1-1,1 1,0 0,-1-1,1 1,-1 0,1-1,0 1,-1 0,1-1,0 1,-1 0,1 0,0 0,-1 0,1 0,0 0,-1 0,1 0,0 0,-1 0,1 0,0 0,-1 0,1 1,0-1,-1 0,1 0,0 1,-1-1,1 0,-1 1,1-1,-1 1,1-1,-1 1,1-1,-1 1,1-1,-1 1,1-1,-1 1,0 0,4 11,-1 1,0-1,-1 1,0 0,-1 0,-1 0,0 0,-1 6,1-6,-7 107,-6 1,-5-2,-15 43,15-82</inkml:trace>
  <inkml:trace contextRef="#ctx0" brushRef="#br0" timeOffset="110">1002 14167,'27'-339,"-13"160,-8 226,7 84,5-1,13 35,-17-106</inkml:trace>
  <inkml:trace contextRef="#ctx0" brushRef="#br0" timeOffset="111">1671 14019,'49'-242,"-45"224,7 50,0 103,-5-1,-6 1,-7 10,1-79</inkml:trace>
  <inkml:trace contextRef="#ctx0" brushRef="#br0" timeOffset="112">4438 12508,'-7'4,"0"1,0-1,1 1,-1 1,1-1,0 1,0 0,1 0,0 1,0 0,1 0,-1 0,1 0,1 1,0-1,0 1,0 0,1 0,0 0,1 0,-1 0,2 1,-1-1,1 0,0 0,1 1,0-1,0 0,1 0,0 0,1 0,-1 0,4 5,0 0,1-1,1-1,0 1,0-1,1 0,1-1,0 0,0-1,1 0,0 0,0-1,1-1,0 0,1 0,-1-2,1 1,0-1,1-1,-1-1,1 0,0 0,-1-1,1-1,0-1,0 0,0 0,0-2,0 1,0-2,-1 0,1 0,-1-2,9-3,-7 3,-1-2,1 1,-1-2,-1 0,1 0,-1-1,-1-1,1 0,-2-1,0 0,0-1,-1 0,0-1,-1 0,-1 0,0-1,0 0,-2-1,0 1,0-1,-2-1,1 1,-2 0,0-1,-1 0,-1 0,0-3,-1 12,-1 1,0-1,0 1,0-1,0 1,-1 0,0 0,-1-1,1 2,-1-1,-1 0,1 0,-1 1,1 0,-1 0,-1 0,1 0,-1 1,0-1,0 1,0 0,-1 1,1-1,-1 1,0 0,0 1,0-1,0 1,-4 0,-8 0,0 1,0 1,0 1,0 1,0 0,0 2,1 0,-1 0,1 2,0 0,1 1,-1 1,1 0,1 1,0 1,0 0,1 2,0-1,-7 9,7-7,0 1,0 1,2 0,0 1,0 0,2 1,0 0,1 1,0 0,2 0,0 1,1 0,1 0,-2 17,0 24</inkml:trace>
  <inkml:trace contextRef="#ctx0" brushRef="#br0" timeOffset="113">4466 13979,'1'-17,"2"1,0 0,1 0,0 0,1 0,1 1,1 0,5-9,-5 7,85-160,-77 166,-16 41,-11 44,-3 10,3 0,4 1,4 0,4 12,9-6,3-13</inkml:trace>
  <inkml:trace contextRef="#ctx0" brushRef="#br0" timeOffset="114">6350 13699,'2'18,"1"10,0 8,0 7,-2 7,-2 9,-2 7,1 10,0 9,0 6,1 6,5 3,6-1,4-3,2-6,-2-19</inkml:trace>
  <inkml:trace contextRef="#ctx0" brushRef="#br0" timeOffset="115">13797 15182,'0'-1,"0"0,1 0,-1 0,0 0,1 0,-1 0,1 0,-1 0,1 0,0 0,-1 0,1 0,0 0,0 0,0 1,0-1,-1 0,1 1,0-1,0 1,0-1,0 1,0-1,1 1,-1 0,0-1,0 1,0 0,0 0,0 0,0 0,0 0,1 0,-1 0,0 0,0 0,0 0,0 1,0-1,1 1,240 25,-164-14,486 63,84-19,-604-55,-37-2,-21-3</inkml:trace>
  <inkml:trace contextRef="#ctx0" brushRef="#br1" timeOffset="117">749 4247,'-94'-15,"55"8,0 1,-1 1,0 3,1 1,32 1</inkml:trace>
  <inkml:trace contextRef="#ctx0" brushRef="#br1" timeOffset="118">12406 4380,'-1'0,"0"-1,-1 0,1 0,-1 1,1-1,-1 1,1-1,-1 1,1 0,-1 0,1 0,-1-1,1 1,-1 1,0-1,1 0,-1 0,1 1,-1-1,1 0,-1 1,1 0,0-1,-1 1,1 0,0 0,-1 0,1-1,0 1,0 1,0-1,0 0,0 0,0 0,0 1,0-1,0 0,0 1,1-1,-1 0,1 1,-1-1,1 1,-1-1,1 1,0 0,0-1,0 1,0-1,0 1,0-1,0 1,1 0,-3 8,1 0,0-1,1 1,0 0,0 0,1 0,0 0,1-1,0 1,1 0,0-1,1 0,-1 0,2 0,-1 0,1-1,5 7,-3-7,-1 0,1 0,0-1,1 0,0-1,0 0,0 0,1 0,-1-1,1-1,1 1,-1-2,1 1,-1-1,1-1,0 1,0-2,0 1,6-1,-13-1,1 1,1 0,0-1,0 1,0-1,0 0,0-1,0 1,0-1,0 0,-1 0,1 0,0 0,0-1,-1 0,1 0,-1 0,0-1,0 0,0 0,0 0,0 0,0 0,-1-1,0 1,1-1,-1 0,-1 0,2-2,35-182,-34 159,0 11,-2 0,0-1,-1 1,-1-1,0 1,-2-1,-2-13,1 26,-1 0,-1 0,1 1,-1-1,0 0,0 1,-1 0,1 0,-1 1,0-1,-1 1,1 0,-1 0,0 1,0-1,0 1,0 1,0-1,-1 1,1 0,-1 1,1-1,-1 1,0 1,0-1,1 1,-1 0,0 1,0 0,-2 0,4-1,-1 1,1-1,0 1,-1 0,1 1,0-1,0 1,0 0,0 0,0 1,0-1,1 1,-1 0,1 0,-3 3,-6 4,0 0,0 1,1 1,0 0,1 1,0 0,1 0,1 1,0 0,1 1,1 0,0 1,1-1,-2 9,-31 94,26-92</inkml:trace>
  <inkml:trace contextRef="#ctx0" brushRef="#br1" timeOffset="119">13436 4473,'16'-13,"12"-29,-2-1,-3-1,-1-1,-2 0,-2-2,2-14,-20 116,-21 53,-11 106,32 1,0-213,-1 1,1-1,0 1,-1-1,1 1,-1-1,0 1,0-1,0 0,0 1,0-1,0 0,-1 0,1 0,-1 0,1 0,-1 0,0 0,0-1,0 1,0-1,0 1,0-1,0 0,0 1,-1-1,1 0,0-1,-1 1,1 0,-1-1,1 1,-1-1,1 0,-1 0,1 0,-1 0,0 0,-78-1,432 1,-325-6,-32 4</inkml:trace>
  <inkml:trace contextRef="#ctx0" brushRef="#br1" timeOffset="120">12406 5810,'2'-12,"0"0,1 0,1 0,0 0,0 1,1-1,0 1,1 0,1 0,-1 1,2 0,-1 0,2 0,3-6,210-323,-221 339,15-20,-16 20,0 0,0 0,0 1,0-1,-1 0,1 1,0-1,0 0,0 1,0-1,0 0,0 0,0 1,0-1,0 0,0 1,0-1,0 0,1 0,-1 1,0-1,0 0,0 1,0-1,0 0,1 0,-1 1,0-1,0 0,0 0,1 0,-1 1,0-1,0 0,1 0,-1 0,0 0,0 0,1 1,-1-1,0 0,1 0,-1 0,0 0,0 0,1 0,-1 0,0 0,1 0,-1 0,0 0,0 0,1 0,-1 0,0 0,1 0,-1-1,0 1,0 0,1 0,-1 0,0 0,0-1,1 1,-1 0,0 0,0 0,-19 128,-78 454,95-538,4-33</inkml:trace>
  <inkml:trace contextRef="#ctx0" brushRef="#br1" timeOffset="121">13316 5838,'14'-32,"1"1,2 1,1 1,1 0,2 1,27-41,-19 24,-1-2,-2-1,-2-1,11-38,-49 155,2 0,3 1,4 0,2 0,5 24,-3-20,-27 143,26-203,-11 68,0-67,5-12</inkml:trace>
  <inkml:trace contextRef="#ctx0" brushRef="#br1" timeOffset="122">13368 6119,'14'0,"13"0,12 0,10 0,8 0,4 0,-2 0,-6 0,-11 0,-11 2,-19 3,-10 1</inkml:trace>
  <inkml:trace contextRef="#ctx0" brushRef="#br1" timeOffset="123">12460 6185,'16'-2,"16"-1,15 0,10-1,7-1,2 1,-6 1,-9 1,-19-2,-30 1,-14 0</inkml:trace>
  <inkml:trace contextRef="#ctx0" brushRef="#br0" timeOffset="124">15829 4782,'27'-35,"-1"-1,-2-1,-2-1,-1-1,-2-1,-2-1,-1 0,-3-1,6-30,-19 122,2-1,2 0,11 47,-13-82,7 43,27 257,-34-255</inkml:trace>
  <inkml:trace contextRef="#ctx0" brushRef="#br0" timeOffset="125">15789 6091,'266'-285,"-245"260,-21 26,0-1,0 1,0-1,0 0,1 1,-1-1,0 0,0 1,0-1,0 0,0 1,0-1,1 0,-1 0,0 1,0-1,1 0,-1 1,0-1,0 0,1 0,-1 0,0 1,0-1,1 0,-1 0,0 0,1 0,-1 1,0-1,1 0,-1 0,0 0,1 0,-1 0,1 0,-1 0,0 0,1 0,-1 0,0 0,1 0,-1 0,0-1,1 1,-1 0,-24 127,-10 90,32-160,4 1,1-1,10 43,-1-28</inkml:trace>
  <inkml:trace contextRef="#ctx0" brushRef="#br2" timeOffset="127">12005 7335,'4'2,"0"-1,0 0,0 0,1 0,-1 0,0-1,0 1,1-1,-1 0,0 0,0-1,1 0,-1 1,0-1,0-1,0 1,0 0,0-1,0 0,-1 0,1 0,0-1,-1 1,0-1,1 0,-1 0,0 0,0 0,0-1,10-6,33-23,-2-2,-1-1,-1-3,-3-2,-1-1,-1-2,-33 37,30-59,-34 66,0 1,0-1,0 0,0 0,0 1,0-1,0 0,0 0,0 0,-1 0,1 1,0-1,0 0,0 0,0 0,-1 0,1 1,0-1,0 0,0 0,-1 0,1 0,0 0,0 0,-1 0,1 0,0 0,0 0,0 0,-1 0,1 0,0 0,0 0,-1 0,1 0,0 0,0 0,0 0,-1 0,1 0,0 0,0 0,-1 0,1-1,0 1,0 0,0 0,0 0,-1 0,1-1,0 1,0 0,0 0,0 0,0 0,0-1,-1 1,1 0,0 0,0-1,0 1,0 0,0 0,0 0,0-1,-7 13,0-1,0 1,1 1,1-1,0 1,1 0,1 0,-1 0,2 3,-3 3,-103 438,108-456,-3 13,0 0,1 0,0 1,1 0,1-1,1 1,0 1,3 4</inkml:trace>
  <inkml:trace contextRef="#ctx0" brushRef="#br2" timeOffset="128">13383 7175,'-7'-2,"1"1,-1 1,1 0,-1-1,1 2,-1-1,1 1,0 0,-1 0,1 1,0 0,0 0,0 0,0 1,0 0,1 0,-1 1,1-1,0 1,0 0,0 1,0-1,1 1,-1 0,1 0,1 0,-1 1,1-1,0 1,0 0,-1 4,1 0,1-1,0 1,0-1,1 1,0-1,1 1,0 0,1-1,0 1,0 0,1-1,0 0,1 1,0-1,0 0,1 0,1-1,-1 1,1-1,0 0,3 3,0 0,1 0,0-1,1 0,0 0,1-1,0-1,0 1,1-2,0 0,0 0,0-1,1 0,0-1,8 1,-8-3,0 0,1-1,-1-1,0 0,0-1,1 0,-1-1,0 0,0-1,0-1,0 0,0-1,0 0,-1-1,0 0,0-1,0-1,-1 0,0 0,0-1,0 0,-1-1,-1-1,0 1,0-1,-1-1,0 1,0-2,-2 1,1-1,-1 0,-1 0,0 0,1-6,-3 6,0 0,-1-1,0 1,-1 0,0-1,-1 1,0-1,-1 0,-1 1,0 0,0-1,-1 1,-1 0,0 0,-1 1,0-1,0 1,-1 0,-1 0,0 1,-1 0,1 0,-2 1,0 0,0 0,0 1,-1 0,0 1,-1 0,1 1,-2 0,1 0,0 1,-1 1,0 0,0 1,0 0,-10-1,5 5,0 0,0 1,1 1,-1 1,0 0,1 1,0 1,0 0,1 1,0 1,0 1,0 0,1 0,1 2,0 0,0 0,1 1,0 0,-2 6,-46 48</inkml:trace>
  <inkml:trace contextRef="#ctx0" brushRef="#br2" timeOffset="129">12500 8404,'-6'0,"-1"-1,0 1,0 0,1 0,-1 1,0-1,1 2,-1-1,0 1,1 0,0 0,-1 1,1 0,0 0,1 0,-1 1,0 0,1 0,0 0,0 1,0-1,1 1,-1 1,1-1,0 1,1-1,-1 1,0 2,-1 3,0 0,0 0,2 0,-1 1,1 0,1-1,0 1,1 0,0 0,0 0,2 0,-1 0,2 0,-1 0,4 8,1-2,2 1,0-1,1-1,1 0,0 0,1-1,1 0,1-1,0 0,1-1,0-1,1 0,1-1,0-1,0 0,2-1,-1-1,1 0,0-2,0 0,1-1,0 0,0-2,2 0,-13-3,0 0,1 0,-1 0,1-1,-1-1,1 1,-1-1,0-1,1 0,-1 0,0 0,0-1,0 0,-1-1,1 0,-1 0,1 0,-1-1,-1 0,1 0,-1-1,0 0,0 0,-1-1,1 1,-2-1,1 0,0-2,2-12,0 1,-2-1,0 0,-2 0,0 0,-1 0,-2-1,0 1,-1-1,-1 1,-1 0,-1 0,-1 0,0 0,-2 1,0 0,-2 0,0 1,-9-13,12 16,-2 1,0 1,0-1,-1 1,-1 1,-1 0,0 0,0 1,-1 0,-1 1,0 1,0 0,-1 1,0 0,-13-5,23 12,-1 1,0-1,0 1,1 1,-1-1,0 1,0 0,0 0,0 0,0 0,1 1,-1 0,0 0,0 0,1 1,-1 0,1 0,-1 0,1 0,0 1,0-1,0 1,0 0,0 0,1 1,-1-1,1 1,-1 1,-5 6,1 1,1 0,0 0,0 1,1 0,1 0,0 0,1 1,-1 3,-9 58,5-5</inkml:trace>
  <inkml:trace contextRef="#ctx0" brushRef="#br2" timeOffset="130">13542 8538,'-7'4,"0"1,0 0,0 0,0 0,1 1,0 0,0 0,1 1,0 0,0-1,0 2,1-1,0 1,0-1,1 1,0 0,1 0,-1 1,2-1,-1 0,1 1,0-1,1 1,0-1,0 1,1-1,0 1,0-1,1 0,1 1,0 1,6 9,2-1,0-1,1 1,1-2,0 0,1 0,1-1,0-1,1 0,1-2,0 0,1 0,0-2,0 0,1-1,1-1,-1-1,20 5,-30-8,1-1,0 0,0 0,0-1,0 0,0 0,1-1,-1-1,0 0,0 0,1-1,-1 0,0-1,0 0,0-1,0 0,0 0,0-1,-1 0,0-1,0 0,0-1,-1 0,1 0,2-3,1-9,-1-1,-1 0,-1 0,-1-1,0 0,-1 0,-2-1,0 0,-1 0,-1 0,-1-1,-1 1,0-1,-2 1,-2-14,2 14,0 0,-1 1,-1-1,-1 1,-1 0,-1 0,-1 0,0 1,-1 0,-1 0,-1 1,-1 0,-1 1,-12-16,17 27,0 1,0-1,-1 1,1 1,-1-1,0 1,0 0,-1 1,1 0,-1 1,0-1,0 2,1-1,-1 1,0 0,0 1,0 0,0 1,0 0,0 0,0 1,0 0,-7 3,-16 5,0 2,0 2,1 0,1 3,-14 9,-52 36</inkml:trace>
  <inkml:trace contextRef="#ctx0" brushRef="#br2" timeOffset="131">15962 7456,'-4'1,"-1"1,1 0,-1 0,1 1,0-1,-1 1,1 0,1 0,-1 0,0 1,1-1,0 1,0 0,0 0,0 0,0 0,1 1,0-1,0 1,0-1,0 1,1 0,0 1,-3 4,1 1,0-1,1 0,1 1,-1 0,2-1,-1 1,2 0,-1-1,1 1,1-1,0 1,0-1,1 0,1 1,-1-1,2-1,-1 1,1-1,1 1,0-2,0 1,1-1,0 0,0 0,1 0,0-1,0-1,1 1,-1-1,2-1,0 1,-4-2,1 0,-1-1,1 0,0 0,1-1,-1 1,0-2,1 1,-1-1,1 0,-1 0,1-1,-1 0,1-1,0 0,-1 0,1 0,-1-1,0 0,0 0,0-1,0 0,0 0,0-1,-1 0,1 0,-1-1,4-3,2-7,0-1,-1 0,-1-1,0 0,-2-1,0 0,-1 0,0-1,-2 0,0 0,-2 0,0 0,0-1,-2 0,-1 1,0-1,-1 1,-2-1,0-1,1 5,-1 0,0 1,-1 0,-1-1,0 1,-1 1,-1-1,0 1,-6-9,9 18,1 0,-1-1,0 2,-1-1,1 0,-1 1,0 0,0 0,0 0,0 1,-1-1,1 1,-1 1,0-1,0 1,0 0,0 0,0 1,-1 0,1 0,0 0,-1 1,1 0,-1 0,0 1,0 0,0 0,1 1,-1 0,1 0,-1 1,1 0,0 0,0 0,0 1,1 0,-1 0,1 0,0 1,0 0,0 0,1 0,0 0,0 1,0-1,0 1,1 0,-2 5,-3 7,1 1,1 0,0 0,2 1,0-1,1 1,1 4,-2 36,2-6</inkml:trace>
  <inkml:trace contextRef="#ctx0" brushRef="#br2" timeOffset="132">15909 8591,'-5'6,"0"-1,1 0,0 1,0 0,0 0,1 0,0 1,0-1,0 1,1 0,0 0,0 0,1 0,0 0,0 0,1 3,-2 5,1-1,0 1,2-1,-1 1,2-1,0 0,1 1,0-1,1 0,1-1,0 1,0-1,2 0,0 0,0-1,1 1,0-2,1 1,1-1,0-1,0 0,1 0,0-1,1 0,0-1,0 0,1-1,0-1,0 0,0-1,5 2,-10-4,0-1,0 1,0-1,0-1,1 1,-1-2,0 1,0-1,1 0,-1-1,0 1,1-2,-1 1,0-1,0-1,0 1,-1-1,1-1,0 1,-1-1,0-1,0 1,0-1,-1 0,0-1,0 0,0 0,0 0,-1 0,0-1,0-1,2-15,0-1,-2 0,-1-1,-1 0,-1 1,-1-1,-1 0,-2-14,2 33,1-13,-1 0,-1 0,-1 0,-1 1,0-1,-1 1,-1-1,-1 1,0 1,-2-1,0 1,0 0,-12-15,18 30,0 0,0 0,-1 0,1 0,-1 0,0 0,1 0,-1 1,0 0,0-1,0 1,0 0,0 1,0-1,0 0,0 1,0 0,-1-1,1 1,0 1,0-1,0 0,0 1,0-1,0 1,0 0,0 0,0 0,0 1,0-1,0 1,1-1,-1 1,1 0,-1 0,1 0,0 1,-1-1,0 1,-18 18,1 1,1 0,1 2,0 0,-2 7,-37 49,19-33</inkml:trace>
  <inkml:trace contextRef="#ctx0" brushRef="#br0" timeOffset="133">16390 4527,'-20'-32,"17"25,-1 0,1 1,-1-1,-1 1,1 0,-1 0,0 1,-1-1,1 1,-1 0,0 1,0-1,0 1,-1 1,-5-4,-3 2,-1-1,0 2,0 0,0 1,-1 0,1 2,-1 0,1 0,-1 2,1 0,0 1,-3 1,9 2,0 1,1 0,0 1,0-1,0 2,1-1,0 1,1 0,0 1,0 0,0 0,1 1,1-1,0 1,0 0,1 1,0-1,1 1,0 0,0 3,-4 12,1-1,1 1,1 0,2 0,0 0,2 0,1 0,2 12,-1-27,-1 0,2-1,-1 1,2-1,-1 1,1-1,1 0,0 0,0-1,1 1,1-1,-1 0,1-1,0 0,1 0,0 0,1-1,-1-1,1 1,0-1,1-1,0 1,0-2,0 1,0-2,0 1,1-1,4 0,-5 0,1-2,-1 1,1-1,-1-1,1 1,-1-2,1 0,-1 0,1-1,-1 0,0 0,0-1,0-1,0 0,0 0,-1-1,0 0,0-1,0 0,-1 0,0-1,0 0,0 0,6-15,-1 0,-1 0,-1-1,-1-1,-2 1,0-2,-1 1,-1-1,2-22,-4 32,-1-1,0 1,-1-1,-1 0,0 0,-1 1,-1-1,-1 0,0 0,0 1,-2-1,0 1,-1 0,0 0,-2 0,1 1,-2 0,0 0,-3-2,4 7,-1 0,0 1,0 1,-1-1,0 1,0 1,-1 0,0 0,0 1,-1 0,1 0,-1 1,0 1,0 0,0 1,0 0,-1 0,1 1,0 1,-1 0,1 0,-1 1,1 1,0 0,-1 0,1 1,0 1,1-1,-1 2,1 0,0 0,0 1,0 0,1 0,0 1,0 1,-4 8,1 0,0 1,2 0,0 1,1 0,1 0,0 1,2 0,0 0,1 1,1 0,1 0,0 0,2 0,0 0,2 0,1 11,-1-18,0 1,1 0,0 0,1-1,1 1,0-1,1 0,0 0,1-1,0 1,1-1,1-1,0 1,0-1,1 0,0-1,1 0,0-1,1 0,0-1,0 0,1 0,0-1,1-1,10 4,-9-4,1-1,0-1,0 0,0-2,1 1,-1-2,1 0,-1-1,3 0,-11-1,0 0,1 0,-2 0,1-1,0 0,0 0,0 0,-1-1,1 0,-1-1,0 1,0-1,0-1,-1 1,1-1,-1 0,0 0,-1 0,1 0,3-7,0-6,0-1,-1 0,-1-1,-1 0,-1 1,0-2,-2 1,0 0,-2 0,0-1,-1 1,-1 0,-1 0,0 0,-2 0,0 0,-2 1,-4-10,4 11,0 1,-1 0,-1 1,0 0,-2 0,1 1,-3 0,9 10,0 0,0 0,0 1,-1 0,0-1,0 2,0-1,0 1,0-1,-1 2,0-1,0 1,1-1,-1 1,0 1,-1-1,1 1,0 1,0-1,0 1,-1 0,-3 0,1 3,1 0,0 1,0 0,1 0,-1 0,1 1,0 0,0 1,0 0,1 0,0 0,0 1,1-1,0 1,0 1,0-1,1 1,0 0,0 0,-29 54</inkml:trace>
  <inkml:trace contextRef="#ctx0" brushRef="#br0" timeOffset="134">16149 5797,'1'-4,"2"-68,-3 70,0 0,0 1,0-1,0 0,-1 1,1-1,-1 1,1-1,-1 0,0 1,1-1,-1 1,0 0,0-1,0 1,0 0,0-1,0 1,0 0,-1 0,1 0,0 0,-1 0,1 0,-1 0,1 1,-1-1,1 1,-1-1,1 1,-1-1,0 1,1 0,-1-1,0 1,1 0,-1 0,1 1,-1-1,0 0,-6 3,0 1,0 0,0 1,0 0,1 0,0 0,0 1,0 0,0 0,1 1,1 0,-1 0,1 0,0 1,0 0,1 0,0 0,1 0,-2 6,-4 7,1 0,2 1,0 0,1 0,1 0,1 1,1-1,1 1,1 0,1-1,1 1,5 21,-5-30,1-1,1 1,0-1,1 0,1 0,0 0,1-1,0 0,0 0,2-1,-1 0,1 0,1-1,0 0,0-1,1 0,0-1,1 0,0-1,0 0,8 3,-10-5,0-1,0 0,0-1,0 0,0 0,1-1,0-1,-1 0,1 0,0-1,-1 0,1-1,0 0,-1-1,1 0,-1 0,0-1,1-1,-1 0,-1 0,1-1,-1 0,0-1,0 0,0 0,-1-1,0 0,1-1,4-12,0 0,-2-2,0 1,-1-1,-1 0,-1-1,-1 0,-2-1,0 1,-1-1,-1 0,-2 0,0 0,-1-1,1-3,-1 0,-1 0,-2 0,0 1,-7-25,7 43,1 0,-1 0,0 0,-1 1,0 0,0-1,-1 2,0-1,0 0,-1 1,0 0,0 0,-1 1,0 0,0 0,0 1,-1-1,1 2,-8-4,4 3,1 1,-1 1,1 0,-1 1,0 0,0 0,0 1,-1 1,1 0,0 0,0 1,0 1,0 0,0 0,0 1,1 0,-1 1,1 0,0 1,-8 5,4-2,1 1,0 0,1 1,0 1,1-1,0 2,0 0,1 0,1 1,0 0,1 0,0 1,1 1,-2 5,1 1,2-1,0 1,1 0,1 0,1 1,1-1,1 1,1 0,1-1,0 1,3 6,-2-15,1 0,0-1,1 1,0-1,1 0,1 0,-1 0,2-1,0 1,0-2,1 1,0-1,1 0,0-1,1 0,0 0,0-1,1-1,1 1,-4-2,0-1,1 0,-1 0,1-1,0 0,0 0,0-1,1 0,-1-1,1 0,-1-1,1 0,0 0,-1-1,1 0,0-1,0 0,-1 0,1-1,-1-1,1 1,-1-2,0 1,0-1,0 0,-1-1,1 0,3-4,0-8,0 0,-1-1,-1-1,-1 0,-1 0,0-1,-1 0,-2 0,0 0,-1-1,-1 0,0 0,-2 0,-1-6,3-2,-1 1,-1 0,-2-1,0 1,-2 0,-3-7,6 32,-1 0,1-1,-1 1,0 0,0 0,-1-1,1 1,-1 0,1 0,-1 1,0-1,0 0,0 0,0 1,-1-1,1 1,-1 0,0 0,1 0,-1 0,0 0,0 1,0-1,0 1,-1 0,1 0,0 0,0 0,-1 1,1-1,-1 1,1 0,0 0,-1 0,1 0,-2 1,-15 3,-1 2,1 0,0 1,1 1,-1 1,2 1,-1 0,-4 6,-6 0,-48 29</inkml:trace>
  <inkml:trace contextRef="#ctx0" brushRef="#br1" timeOffset="135">602 4314,'-6'-9,"-2"0,1 0,-1 1,0 0,-1 1,0 0,0 0,0 1,-1 0,0 1,0 0,-1 0,1 1,-1 1,0 0,6 1</inkml:trace>
  <inkml:trace contextRef="#ctx0" brushRef="#br1" timeOffset="136">16323 4621,'2'2,"4"3,2 4,0-1</inkml:trace>
  <inkml:trace contextRef="#ctx0" brushRef="#br0" timeOffset="138">12754 10316,'1'-5,"1"-1,-1 1,1 0,0-1,1 1,-1 0,1 0,0 1,0-1,1 1,-1-1,1 1,3-3,4-5,49-62,13-14,50-81,-99 133,-24 47,-62 204,2 39,21-88,36-154,3-9,0 0,0-1,0 1,-1 0,1 0,-1 0,0 0,0 0,0-1,0 1,-1 0,1-1,-1 1,1-1,-1 0,0 1,0-1,0 0,0 0,0 0,-1 0,1-1,-1 1,1 0,-1-1,1 0,-2 1,-111-19,149 14,-31 3,162 0,59 11,-206-9</inkml:trace>
  <inkml:trace contextRef="#ctx0" brushRef="#br0" timeOffset="139">13730 10249,'0'-1,"-1"1,1-1,-1 1,1-1,-1 1,1-1,-1 0,1 1,0-1,-1 0,1 1,0-1,0 0,-1 1,1-1,0 0,0 0,0 1,0-1,0 0,0 0,0 1,0-1,0 0,0 1,1-1,-1 0,0 1,0-1,1 0,-1 1,0-1,1 0,-1 1,1-1,61-105,-32 63,101-165,-131 208,0 0,0 0,0 1,0-1,0 0,0 0,0 1,1-1,-1 0,0 0,0 0,0 1,0-1,1 0,-1 0,0 0,0 1,0-1,1 0,-1 0,0 0,0 0,1 0,-1 0,0 0,0 0,1 1,-1-1,0 0,0 0,1 0,-1 0,0 0,0 0,1 0,-1-1,0 1,0 0,1 0,-1 0,0 0,0 0,1 0,-1 0,0 0,0-1,1 1,-1 0,0 0,0 0,0-1,0 1,1 0,-1 0,-2 26,2-26,-109 537,92-404,17-131,0-1,1 0,-1 0,0 0,0 1,-1-1,1 0,0 0,0 1,-1-1,1 0,0 0,-1 0,1 0,-1 0,0 1,1-1,-1 0,0 0,1-1,-1 1,0 0,0 0,0 0,0 0,0-1,0 1,0 0,0-1,0 1,-1-1,1 1,0-1,0 0,0 1,0-1,-1 0,1 0,0 0,0 0,-1 0,1 0,0 0,0-1,-1 1,1 0,0 0,0-1,0 1,0-1,0 0,0 1,-1-1,1 0,-119-54,120 55,0 0,1 0,-1 0,0-1,0 1,0 0,0 0,1 0,-1 0,0-1,0 1,0 0,0 0,0 0,0-1,0 1,0 0,0 0,1 0,-1-1,0 1,0 0,0 0,0 0,0-1,0 1,0 0,0 0,-1 0,1-1,0 1,0 0,0 0,0 0,0-1,0 1,0 0,0 0,0 0,-1-1,1 1,26 3,-25-3,40 6,252 25,-211-33,-68-1</inkml:trace>
  <inkml:trace contextRef="#ctx0" brushRef="#br0" timeOffset="140">12847 11278,'-6'-1,"1"-2,0 1,0-1,0 1,0 1,0-1,-1 1,1 0,-1 0,1 0,-1 1,1 0,-1 0,1 0,-1 1,1 0,-1 0,1 0,-1 1,1 0,0 0,0 0,0 1,0-1,0 1,1 0,-1 0,1 1,-4 3,2 5,0 0,1 0,0 0,1 0,0 1,1 0,1 0,0 0,0 0,2 0,-1 0,2 1,0-1,0 0,1 0,3 7,-1-4,1-2,1 1,0 0,1-1,1 0,0-1,1 0,1 0,-1-1,2 0,0-1,0 0,1-1,1 0,-1 0,2-2,-5-1,1-1,0 0,0-1,0 0,1-1,0 0,0-1,0 0,0-1,0 0,0 0,1-1,-1-1,0 0,1-1,-1 0,1 0,-1-1,0-1,0 0,0 0,3-3,-5 1,0 0,-1 0,0-1,0 0,0 0,-1-1,0 0,0 0,-1-1,0 0,0 0,-1 0,0-1,-1 1,1-1,-2-1,1 1,-1-2,3-9,-2 0,0-1,-1 0,-1 1,-1-1,0 0,-2 0,-1-2,0 3,-1 0,0 1,-2 0,0 0,-1 0,-1 1,-5-9,8 19,0 0,-1 0,0 1,0-1,-1 1,1 0,-1 1,-1 0,1 0,-1 0,0 0,-1 1,1 1,-1-1,0 1,0 0,-5-1,7 4,0-1,0 1,-1 0,1 0,0 1,-1 0,1 0,0 0,-1 1,1 0,0 0,0 1,0-1,0 1,0 1,0-1,0 1,1 0,-1 0,1 1,0 0,0 0,0 0,0 0,1 1,0 0,0 0,-3 4,0 1,0 2,0-1,1 1,0 0,1 0,1 0,0 1,0 0,1-1,1 2,0-1,1 0,0 7,10 54,8-8</inkml:trace>
  <inkml:trace contextRef="#ctx0" brushRef="#br0" timeOffset="142">15962 10356,'-9'27,"1"1,2 1,0-1,2 1,1 0,2 0,1 12,0-38,0 1,0-1,1 1,-1-1,1 0,0 1,0-1,0 1,1-1,-1 0,1 0,-1 0,1 0,0 0,0 0,1-1,-1 1,1 0,-1-1,1 0,0 0,0 0,-1 0,2 0,-1 0,0-1,0 0,0 1,1-1,-1 0,1-1,-1 1,1-1,9-1,0 0,0-2,0 0,0 0,0-1,-1-1,0 0,0 0,0-1,-1-1,0 0,0-1,0 0,-1 0,7-9,1 2,-2 0,0-1,0-1,-2-1,0 0,-1-1,-1 0,-1-1,-1 0,0-1,-2 0,0 0,3-19,-9 35,-1-1,0 1,0-1,-1 0,0 0,0 1,0-1,-1 0,1 0,-1 1,-1-1,1 0,-1 1,0-1,0 1,-1 0,1 0,-1 0,0 0,-1 0,1 1,-1-1,0 1,0 0,0 0,-1 0,1 1,-1 0,0-1,0 2,0-1,0 1,-8-2,1 0,0 1,-1 1,1 0,-1 1,0 0,0 1,0 0,1 1,-1 0,0 1,1 1,0 0,-1 1,1 0,0 1,1 0,-1 1,1 0,0 1,1 0,-1 1,1 0,1 0,0 1,0 0,1 1,0 0,0 0,1 1,1 0,-5 9,-18 43,7-3</inkml:trace>
  <inkml:trace contextRef="#ctx0" brushRef="#br0" timeOffset="143">15868 11238,'0'16,"1"1,0-1,1 0,1 0,0 0,1 0,1 0,0-1,2 1,-1-2,2 1,0-1,0 0,2 0,0-1,0-1,1 1,0-2,1 0,1 0,0-1,0 0,1-1,0-1,0 0,1-1,0-1,0 0,-5-2,-1 0,1 0,-1-1,1 0,0-1,0 0,0-1,0 0,1 0,-1-1,0-1,0 1,0-2,0 1,0-1,0-1,0 0,0 0,-1-1,0-1,0 1,0-1,0-1,-1 1,1-2,5-5,-6-1,-2-1,0 1,0-1,-1-1,-1 1,0-1,-1 0,0 1,-2-1,0 0,0 0,-1-1,-1 1,-1 0,0 0,-1 1,0-1,-1 0,-1 1,0 0,-5-9,3 8,1 1,-2 0,0 0,-1 1,0 0,-1 0,0 1,-1 0,-10-8,17 16,-2 0,1 0,0 0,-1 1,0 0,1 0,-1 0,-1 1,1 0,0 0,0 0,-1 1,1 0,-1 0,1 1,-1-1,1 2,-1-1,0 1,1 0,0 0,-1 0,1 1,-6 3,-3 2,0 2,1-1,0 2,0 0,1 1,1 0,0 1,-7 8,-37 44</inkml:trace>
  <inkml:trace contextRef="#ctx0" brushRef="#br0" timeOffset="144">12741 12562,'-8'10,"1"0,1 0,0 1,0 0,1 0,0 0,1 0,1 1,0 0,0 0,1 0,0 0,1 0,1 1,0-1,0 0,2 0,-1 1,1-1,1 0,0-1,1 1,0-1,1 1,0-1,5 6,1-2,1-1,0-1,2 1,-1-2,2 0,-1-1,2 0,-1-1,1-1,1-1,0 0,0-1,0-1,1 0,0-1,0-2,0 1,1-2,-1 0,1-2,-1 0,14-2,-25 1,1 0,0-1,-1 0,0 0,1 0,-1-1,0-1,0 1,0-1,-1 0,1 0,-1-1,0 0,-1 0,1 0,-1-1,0 0,0 0,0 0,-1-1,0 0,-1 1,1-1,-1 0,-1-1,1 1,1-8,-3-5,-1-1,0 1,-1-1,-1 1,-1-1,-1 1,-1 0,-1 0,0 1,-2 0,0 0,-1 1,-1-1,0 2,-2 0,0 0,-6-5,4 3,-1 0,-1 1,-1 1,-1 1,0 0,-1 1,-1 1,-9-5,20 14,0 0,0 0,-1 1,0 0,0 1,0 0,0 0,0 1,-1 1,1 0,-1 0,1 1,-1 0,1 1,-1 0,1 0,0 1,-1 1,1 0,-3 1,5 0,0 1,-1 0,2 0,-1 0,1 1,-1 0,2 1,-1 0,1 0,0 0,0 1,1-1,0 1,0 1,1-1,0 1,1-1,0 1,0 0,1 0,0 1,0-1,1 0,0 1,1-1,0 1,1-1,0 0,0 1,1-1,0 0,1 0,0 1,29 60,8-8</inkml:trace>
  <inkml:trace contextRef="#ctx0" brushRef="#br0" timeOffset="145">13890 12802,'-5'1,"1"-1,0 1,0 0,0 0,-1 1,1-1,0 1,1 0,-1 0,0 0,0 1,1-1,-1 1,1 0,0 0,0 0,0 0,0 0,1 1,-1-1,1 1,0 0,0 0,0 0,1 0,-1 0,1 0,0 0,0 0,0 1,1-1,0 0,-1 0,1 1,1-1,-1 0,1 1,0-1,1 6,2 0,-1 0,1 0,1 0,0-1,0 0,1 0,0 0,0-1,1 0,1 0,-1-1,1 1,0-2,0 1,8 3,1 1,1-1,-1-1,2 0,-1-2,1 0,0-1,1-1,9 1,-17-3,-1-1,1-1,0 0,-1 0,1-1,0 0,0-1,0-1,-1 0,1 0,-1-1,1-1,-1 0,0 0,-1-1,1-1,-1 0,0 0,0-1,-1 0,0 0,0-1,0-1,-1 1,-1-1,1-1,0-2,-1-2,0 0,-1-1,-1 0,0 1,-1-2,-1 1,0 0,-1-1,-1 1,0-1,-1 1,-1-1,-1 1,0-1,0 1,-2-1,0 1,-5-11,6 16,-1 0,-1 0,0 0,0 0,-1 1,0 0,0 0,-1 0,0 1,-1 0,0 1,0 0,-1 0,1 0,-2 1,1 1,-1 0,1 0,-1 0,-1 1,1 1,0 0,-1 0,0 1,0 1,0-1,0 2,-8 0,-1 2,1 0,0 1,0 1,0 0,0 2,1 0,-1 1,2 1,-15 9,-12 8,1 3,2 1,-23 21,-40 42,14-6</inkml:trace>
  <inkml:trace contextRef="#ctx0" brushRef="#br0" timeOffset="146">12887 14367,'21'-67,"3"2,2 1,15-21,2-8,36-85,-68 160,-10 18,-1 0,1 0,-1 0,1 1,-1-1,1 0,0 0,-1 0,1 1,-1-1,1 0,-1 0,1 1,-1-1,0 1,1-1,-1 0,1 1,-1-1,0 1,1-1,-1 1,0-1,1 1,-1-1,0 1,0-1,0 1,1 0,-1-1,0 1,0-1,0 1,0-1,0 1,0 0,0-1,0 1,0-1,-1 1,1 0,0-1,0 1,0-1,-1 1,1-1,1 251,-2-132,-2 32,15 128,-11-267,19 68,-12-68</inkml:trace>
  <inkml:trace contextRef="#ctx0" brushRef="#br0" timeOffset="147">13930 14246,'-8'10,"0"1,1-1,0 1,0 0,1 1,1 0,0 0,0 0,1 0,1 1,0 0,1-1,0 2,1-7,1 1,0-1,0 1,0-1,1 0,0 1,1-1,0 0,0 0,0 0,1 0,0 0,0 0,1-1,-1 1,2-1,-1 0,1-1,-1 1,2-1,-1 0,1 0,1 1,6 2,1-1,0 0,0-1,0-1,1 0,-1-1,1 0,1-1,-1-1,0-1,0 0,1-1,-1 0,0-1,1-1,-1 0,0-2,0 1,-1-2,1 0,-1-1,0 0,0-1,2-2,-3 0,-1-1,0 0,-1-1,0 0,0-1,-1 0,-1-1,0 0,-1 0,0-1,-1 0,-1 0,0-1,-1 0,3-13,-2 6,-2-1,0 1,-2-1,0 0,-1 0,-2 0,0 0,-2 0,0 0,-4-11,5 24,-1 1,0-1,0 1,-1 0,0 0,0 1,-1-1,0 1,-1 0,0 0,0 1,0-1,-1 1,0 1,-1-1,1 2,-1-1,-1 1,1 0,-1 0,1 1,-1 0,-1 1,1 0,0 0,-2 1,-11 1,0 2,0 0,0 2,0 0,1 1,-1 2,1 0,0 1,1 1,0 1,0 1,0 0,2 2,-1 0,2 1,-1 1,-13 14,-100 101,79-68</inkml:trace>
  <inkml:trace contextRef="#ctx0" brushRef="#br0" timeOffset="148">13008 13926,'0'-1,"1"1,-1-1,1 1,-1-1,1 1,-1 0,1-1,0 1,-1 0,1-1,-1 1,1 0,0-1,0 1,-1 0,1 0,0 0,-1 0,1 0,0 0,0 0,-1 0,1 0,0 0,-1 0,1 0,0 1,-1-1,1 0,0 0,-1 1,1-1,0 0,-1 1,1-1,-1 1,1-1,-1 1,1-1,-1 1,1-1,-1 1,1 0,-1-1,0 1,1 0,-1 0,-7 37,-14 0,-2-1,-1-1,-2-1,-1-1,-12 8,13-11,-117 137,132-151,24-25,161-195,36-38,-163 198,-47 42,0 1,1-1,-1 1,0-1,1 1,-1 0,0-1,1 1,-1-1,1 1,-1 0,0 0,1-1,-1 1,1 0,-1 0,1-1,-1 1,1 0,-1 0,1 0,-1 0,1 0,-1 0,1 0,-1 0,1 0,0 0,-1 0,1 0,-1 0,1 0,-1 0,1 1,-1-1,0 0,1 0,-1 1,1-1,-1 0,1 1,-1-1,0 0,1 1,-1-1,0 0,1 1,-1-1,0 1,1-1,-1 1,0-1,0 1,0-1,1 1,-1-1,0 1,0-1,0 1,0-1,0 1,-3 36,3-35,-17 155,8 1,9 126,1-174,-1-106,0-2,1-1,-1 1,1 0,-1-1,0 1,0-1,0 1,0 0,0-1,0 1,0 0,0-1,-1 1,1-1,0 1,-1-1,0 1,1-1,-1 1,0-1,0 1,0-1,0 0,0 1,0-1,0 0,0 0,0 0,-1 0,1 0,0 0,-1 0,1 0,-1-1,1 1,-1 0,1-1,-1 0,1 1,-1-1,1 0,-1 1,-204-8,383 10,114 18,-353-18,-182-3,219 2,25-2,0 0,1 0,-1 1,0-1,0 0,0 0,0 0,1 0,-1 0,0 0,0 1,0-1,0 0,0 0,0 0,1 1,-1-1,0 0,0 0,0 0,0 1,0-1,0 0,0 0,0 0,0 1,0-1,0 0,0 0,0 0,0 1,0-1,0 0,0 0,0 0,0 1,-1-1,1 0,0 0,0 0,0 1,0-1,26 6,24 3,1-3,0-2,-1-2,1-2,10-4,-17-1</inkml:trace>
  <inkml:trace contextRef="#ctx0" brushRef="#br0" timeOffset="149">14130 14099,'-10'-5,"-1"0,0 0,0 1,0 1,0 0,0 1,-1 0,1 0,-1 1,0 1,1 0,-1 1,0 0,1 0,-1 1,1 1,0 0,0 1,0 0,0 0,0 1,1 1,-7 4,6 2,0 0,1 1,0 0,1 0,0 1,1 0,1 0,0 1,1 0,1 0,1 1,0 0,0-1,2 1,0 1,1-1,0 13,1-19,0 1,1-1,0 0,1 0,0 0,1 0,0-1,0 1,1 0,0-1,1 0,0 0,0-1,1 1,0-1,1 0,-1-1,1 1,1-1,0-1,0 1,0-2,1 1,-1-1,1 0,0-1,1 0,-1 0,4 0,-3-1,1-1,0 0,-1 0,1-1,0-1,0 0,0 0,0-1,0-1,0 1,-1-2,1 1,-1-2,1 1,-1-2,0 1,-1-1,1-1,-1 1,0-2,0 1,-1-1,0-1,0 1,0-1,-1-1,-1 1,5-8,-3 2,0 0,-1 0,-1-1,0 0,-1-1,0 1,-2-1,0 0,0 0,-2 0,0 0,-1 0,0-1,-1 1,-1 0,-1 0,0 0,-1 1,0-1,-2 1,0 0,0 0,-2 1,0 0,0-1,4 10,-1 0,1 1,-1-1,1 1,-1 0,-1 0,1 0,0 1,-1 0,0 0,0 0,0 1,0 0,0 0,0 1,0-1,-1 1,1 1,0-1,-1 1,-2 0,-29 6</inkml:trace>
  <inkml:trace contextRef="#ctx0" brushRef="#br0" timeOffset="150">15093 13070,'-34'185,"8"1,-1 155,18 375,10-629,0 142,-1-203</inkml:trace>
  <inkml:trace contextRef="#ctx0" brushRef="#br0" timeOffset="151">16055 13351,'112'-334,"-65"196,-41 126,-5 22,-78 347,22-62,40-216</inkml:trace>
  <inkml:trace contextRef="#ctx0" brushRef="#br0" timeOffset="152">15868 14326,'151'-253,"-117"206,-26 50,-12 60,-13 58,5 2,5 97,8-149</inkml:trace>
  <inkml:trace contextRef="#ctx0" brushRef="#br0" timeOffset="153">15227 15343,'540'14,"180"-3,-690-12,-4 1,-1-1,0 0,0-2,0-1,0-1,15-6,-20 1</inkml:trace>
  <inkml:trace contextRef="#ctx0" brushRef="#br0" timeOffset="154">15789 12348,'16'6,"16"6,19 2,21 1,19 1,17-1,10-3,4-3,-4-3,-10-3,-14-1,-19-2,-20-3,-17-1,-19 3,-18 4,-18 5,-6 2</inkml:trace>
  <inkml:trace contextRef="#ctx0" brushRef="#br0" timeOffset="155">12125 13471,'-2'16,"-1"12,0 10,-1 13,-3 15,-5 18,-4 21,-7 24,-6 26,-7 23,-7 19,-5 15,6-30</inkml:trace>
  <inkml:trace contextRef="#ctx0" brushRef="#br0" timeOffset="156">8957 13872,'-11'-4,"-2"-2,2 4,4 6,4 6,3 6,0 0</inkml:trace>
  <inkml:trace contextRef="#ctx0" brushRef="#br0" timeOffset="157">8877 14300,'0'16,"-3"7,0 5,0-3</inkml:trace>
  <inkml:trace contextRef="#ctx0" brushRef="#br0" timeOffset="158">8837 14794,'2'23,"1"14,-2 8,-2-4</inkml:trace>
  <inkml:trace contextRef="#ctx0" brushRef="#br1" timeOffset="135">1424 3896,'-214'-15,"-180"6,338 7,-1 2,1 3,0 2,0 3,0 2,1 2,1 3,0 2,43-13</inkml:trace>
  <inkml:trace contextRef="#ctx0" brushRef="#br1" timeOffset="135">2058 3877,'-106'-31,"-80"-13,-1 7,-54 3,130 23,-1 5,1 5,-1 5,0 5,-49 12,57 2,2 4,1 5,1 4,-15 12,114-48</inkml:trace>
  <inkml:trace contextRef="#ctx0" brushRef="#br1" timeOffset="135">2729 6542</inkml:trace>
  <inkml:trace contextRef="#ctx0" brushRef="#br2" timeOffset="126">543 9152,'17'7,"43"12,1-2,0-3,0-3,2-3,-1-2,-40-5</inkml:trace>
  <inkml:trace contextRef="#ctx0" brushRef="#br2" timeOffset="126">1818 7015,'-46'1,"-119"8</inkml:trace>
  <inkml:trace contextRef="#ctx0" brushRef="#br2" timeOffset="126">1818 7015</inkml:trace>
  <inkml:trace contextRef="#ctx0" brushRef="#br0" timeOffset="141">13850 11732,'-10'11,"7"-8,-1 1,0-1,1 0,-1 0,-1 0,1-1,0 1,-1-1,1 0,-1-1,0 1,1-1,-1 1,0-2,0 1,-1 0,5-2,0 1,0-1,1 1,-1-1,0 0,0 1,1-1,-1 0,1 1,-1-1,1 0,-1 0,1 0,-1 0,1 1,0-1,0 0,-1 0,1 0,0 0,0 0,0 0,0 0,0 0,0 0,0 0,0 0,0 0,1 1,-1-1,0 0,0 0,1 0,-1 0,1 0,-1 1,1-1,-1 0,1 0,-1 1,1-1,0 0,-1 1,1-1,0 0,0 1,0-1,-1 1,1 0,0-1,0 1,1-1,87-7,-66 8,206 14,-217-13</inkml:trace>
  <inkml:trace contextRef="#ctx0" brushRef="#br0" timeOffset="14">14860 3980,'64'7,"134"17,1-9,22-8,-108-7,-113 0,1 0,0 1,-1-1,1 0,-1 0,1 0,0 0,-1 1,1-1,-1 0,1 0,0 0,-1 0,1 0,-1-1,1 1,0 0,-1 0,1 0,-1 0,1-1,-1 1,1 0,0 0,-1-1,1 1,-1-1,1 1,-1 0,0-1,1 1,-1-1,1 1,-1-1,0 1,1-1,-1 1,0-1,0 0,0 1,1-1,-1 1,0-1,0 0,0 1,0-1,0 1,0-1,0 0,0 1,0-1,0 0,-6-10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4:32.2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5633 796,'-2'-19,"0"0,1 0,1 0,1 0,1 0,0 0,2 1,0-1,2-3,5-29,-1-4,-2 0,-2 0,-3-1,-3-20,-13 15,12 60,1 0,-1-1,1 1,-1 0,1 0,-1-1,0 1,0 0,1 0,-1 0,0 0,0 0,0 0,0 0,0 0,-1 0,1 0,0 1,0-1,0 1,-1-1,1 1,0-1,-1 1,1-1,0 1,-1 0,1 0,-1 0,1 0,0 0,-1 0,1 0,-1 0,1 1,0-1,-1 0,1 1,0-1,-1 1,1 0,0 0,-1-1,1 1,0 0,0 0,1 0,-1 0,0 0,0 0,0 0,0 0,1 0,-1 0,1 0,-1 0,1 0,-1 1,1-1,0 0,-1 0,1 1,0-1,0 0,0 1,0-1,0 0,0 0,0 1,0-1,1 0,-1 0,1 1,-1-1,1 0,-1 0,1 0,-1 1,1-1,0 0,0 0,0 0,-1 0,1-1,0 1,0 0,0 0,0 0,1-1,-1 1,0-1,0 1,0-1,0 1,1-1,-1 1,0-1,1 0,12 3,0 0,1-2,-1 1,1-2,-1 0,0-1,7-1,10 0,216-32,-242 32,-5 2,1-1,-1 1,1-1,-1 1,0-1,1 1,-1 0,1-1,0 1,-1 0,1-1,-1 1,1 0,-1 0,1-1,0 1,-1 0,1 0,0 0,-1 0,1 0,-1 0,1 0,0 0,-1 0,1 0,0 0,-1 0,1 1,-1-1,1 0,0 0,-1 1,1-1,-1 0,1 1,-1-1,1 1,-1-1,1 0,-1 1,1-1,-1 1,0-1,1 1,-1 0,0-1,1 1,-1-1,0 1,0-1,0 1,1 0,-1-1,0 1,0 0,0-1,0 1,0 0,0-1,0 1,0-1,-1 1,-1 3,-11 24,1 0,2 1,0 0,-3 22,9-6,2 1,2 0,2 0,2-1,2 1,2-1,2-1,2 1,17 40,20 97,-36-133,-2 1,-2 1,-3-1,-2 1,-2 0,-2 0,-2 0,-3 0,-2-1,-2 1,-9 27,15-67,-1 0,1 0,-2 0,0-1,0 0,0 0,-1 0,-1-1,0 1,0-1,-1-1,0 0,0 0,-1 0,0-1,0-1,-7 4,13-9,1 0,-1-1,1 0,0 1,-1-1,1 0,-1 0,1 0,-1-1,1 1,-1-1,1 1,-1-1,1 0,0 0,-1 0,1 0,0 0,0 0,0-1,0 1,0-1,0 1,0-1,0 0,1 0,-1 0,1 0,-1-1,-34-68,11-15,3-1,5 0,-5-69,17 117,0 7,-12-89,6 0,3-37,8 155,-1-1,1 1,0 0,0-1,0 1,0-1,0 1,1 0,-1-1,1 1,0 0,0-1,1 1,-1 0,0 0,1 0,0 0,0 0,0 0,0 1,0-1,1 1,-1-1,1 1,-1 0,3-2,6 2,-1-1,1 1,0 1,-1 0,1 0,0 1,-1 1,12 1,7 0,36 1,0-3,0-2,0-4,52-11,-54 2</inkml:trace>
  <inkml:trace contextRef="#ctx0" brushRef="#br0" timeOffset="1">7706 944,'0'0</inkml:trace>
  <inkml:trace contextRef="#ctx0" brushRef="#br0" timeOffset="2">6663 275,'0'7,"0"13,0 17,2 17,3 13,1 11,-1 5,-1-1,-1-4,-2-10,0-11,-1-13,5-14,1-12</inkml:trace>
  <inkml:trace contextRef="#ctx0" brushRef="#br0" timeOffset="3">7103 408,'-30'21,"1"1,1 2,1 0,1 2,1 1,-7 11,12-16,7-6,-12 10,2 2,1 0,2 1,-4 8,23-35,-1 0,1 0,0 0,0 0,0 0,0 0,0 0,0 0,1 1,-1-1,1 0,-1 0,1 1,0-1,0 0,0 1,0-1,0 0,1 0,-1 1,1-1,-1 0,1 0,0 0,0 0,0 0,0 1,0-2,0 1,1 0,-1 0,1 0,-1-1,1 1,0-1,0 1,-1-1,3 2,16 6,-1 0,2-1,-1-1,1 0,0-2,1-1,38 12,175 41,-201-53</inkml:trace>
  <inkml:trace contextRef="#ctx0" brushRef="#br0" timeOffset="4">1048 609,'-9'21,"-3"15,1 13,1 10,4 4,1 0,3-1,1-5,1-9,1-11,-3-12,-1-12,1-9</inkml:trace>
  <inkml:trace contextRef="#ctx0" brushRef="#br0" timeOffset="5">954 689,'-49'-179,"48"177,0 1,0-1,0 0,0 1,1-1,-1 0,1 0,-1 0,1 1,0-1,0 0,0 0,0 0,0 0,0 0,0 1,1-1,-1 0,1 0,-1 0,1 1,0-1,0 0,-1 1,1-1,0 0,1 1,-1-1,0 1,0 0,1-1,-1 1,0 0,1 0,0 0,0-1,7 1,0 1,-1 0,1 0,0 0,0 1,-1 1,1-1,-1 1,1 1,-1 0,7 3,-10-4,4-1,0 1,0 1,0 0,-1 0,1 1,-1 0,0 0,0 1,0 0,-1 0,0 1,0 0,0 0,-1 1,1 0,-2 0,1 0,-1 1,0 0,3 6,-8-10,0 1,0-1,0 0,0 0,-1 0,0 0,1 0,-1 0,-1 0,1 0,-1 0,1-1,-1 1,0 0,0-1,-1 0,1 1,-1-1,0 0,0 0,0 0,0 0,-77 55,73-54,-101 61,108-65,1 1,0-1,-1 0,1 0,-1 1,1-1,-1 0,1 0,0 1,-1-1,1 1,-1-1,0 0,1 1,-1-1,1 1,-1-1,0 1,1 0,-1-1,0 1,1-1,-1 1,0-1,0 1,0 0,0-1,1 1,-1 0,0-1,0 1,0 0,0-1,0 1,-1-1,1 1,0 0,0-1,0 1,-1 0,1-1,0 1,0-1,-1 1,1-1,0 1,-1-1,1 1,-1-1,1 1,-1-1,1 0,-1 1,1-1,-1 1,1-1,-1 0,0 0,1 1,-1-1,1 0,-1 0,0 0,1 0,-1 0,0 0,1 0,-1 0,1 0,-2 0,176 10,-162-10,-1 0,1 1,-1 0,0 1,0 0,1 1,-1 0,-1 1,1 0,-1 1,1 0,-1 0,0 1,-1 0,0 1,0 0,0 1,-1 0,4 4,-10-7,0-1,-1 1,1 0,-1 0,0 0,0 0,-1 0,1 1,-1-1,0 0,-1 0,1 0,-1 0,0 0,0 0,-1 0,1 0,-1 0,0 0,0-1,-1 1,1-1,-3 3,-5 7,1-1,-2 0,0 0,0-1,-1 0,-10 6,18-14,0 0,0 0,-1-1,1 1,-1-1,0 0,0-1,0 1,0-1,0 0,-1 0,1 0,-1-1,1 0,-1 0,1-1,-1 1,0-1,1 0,-1-1,-1 1,4-3,1 0,-1-1,1 1,0 0,0-1,0 1,0-1,1 1,0-1,-1 0,1 0,1 0,-1 0,0 0,1 1,0-1,0 0,0 0,0 0,1 0,0 0,0 0,0 0,0 0,0 1,1-1,-1 0,2 0,5-13,2 0,-1 1,2 0,0 1,1 1,0 0,1 0,1 1,0 1,1 0,0 1,1 0,0 2,1 0,0 0,0 2,16-5,-31 11,0 0,0 0,0 0,0 0,0 0,0 1,0-1,0 1,0 0,1-1,-1 1,0 0,0 0,0 0,0 1,1-1,-1 0,0 1,0 0,0-1,0 1,0 0,0 0,0 0,0 0,0 0,-1 1,1-1,0 1,-1-1,1 1,-1-1,1 1,-1 0,0 0,0 0,0 0,0 0,1 0,29 104,-28-89,1 0,1-1,0 1,1-1,1 0,0-1,8 12,-14-25,0 0,0 0,0-1,1 1,-1 0,0-1,1 1,-1-1,1 0,-1 1,1-1,0 0,0 0,-1 0,1 0,0 0,0-1,0 1,0 0,0-1,0 0,0 1,1-1,9-3</inkml:trace>
  <inkml:trace contextRef="#ctx0" brushRef="#br0" timeOffset="6">1369 650,'-5'-5,"4"1,8 4,10 1,2 1</inkml:trace>
  <inkml:trace contextRef="#ctx0" brushRef="#br0" timeOffset="7">1877 743,'-110'-6,"105"7,0-1,0 1,0 0,0 0,1 0,-1 1,0-1,1 1,-1 0,1 1,-1-1,1 1,0 0,0 0,1 0,-1 0,0 1,1-1,0 1,-2 3,4-5,0 0,0 0,0 0,0 0,0 1,1-1,-1 0,1 0,0 1,-1-1,1 0,0 0,0 1,1-1,-1 0,0 1,1-1,-1 0,1 0,0 0,0 0,0 0,0 0,0 0,0 0,0 0,1 0,-1 0,1-1,0 1,-1 0,1-1,0 0,0 1,0-1,77 42,-70-39,36 14,-29-13,-1 1,0 0,0 1,0 1,-1 0,-1 1,1 1,2 3,-13-10,0 1,-1 0,1 0,-1 0,0 0,0 0,0 1,-1-1,0 1,0-1,0 1,0-1,-1 1,1-1,-1 1,-1-1,1 1,0 0,-1-1,0 1,0-1,-1 1,1-1,-1 0,0 0,0 1,0-1,0-1,-1 1,0 0,0 0,0-1,0 0,0 0,-1 0,1 0,-1 0,0 0,0-1,0 0,0 0,0 0,-1 0,-2 0,6-2,-1 1,1-1,-1 0,1 0,0 0,-1 0,1 0,-1 0,1 0,0-1,-1 1,1-1,-1 1,1 0,0-1,0 0,-1 1,1-1,0 0,0 0,0 0,0 0,0 0,0 0,0 0,0 0,0 0,0 0,1 0,-1 0,0-1,1 1,-1 0,1-1,-1 1,1 0,0-1,-1 1,1-1,0 1,0 0,0-1,0 1,0-1,1 1,-1 0,0-1,1 1,-1-1,1 1,-1 0,1 0,0-1,-1 1,1 0,0-1,64-145,-44 106,-2-1,-3-1,0-1,-3 0,-2 0,-2-1,-2-1,-1 0,-3 0,-2 0,-2 0,-2 0,-1 1,-3-1,-6-19,-8 16,21 49,-1 0,1 0,-1 0,1 0,-1 1,1-1,-1 0,1 0,-1 1,1-1,-1 0,1 1,-1-1,1 0,0 1,-1-1,1 1,0-1,-1 0,1 1,0-1,0 1,-1-1,1 1,0-1,0 1,0 0,0-1,-1 1,1-1,0 1,0-1,0 1,0-1,0 1,1-1,-1 1,0-1,0 1,0-1,0 1,1-1,-1 1,0-1,0 1,4 26,1-1,1 0,1 0,1 0,6 10,0 4,16 49,-3 2,-5 1,-1 22,-14-61,-4-25,0-1,2 1,1-1,1 0,1 0,2-1,10 22,-18-45,-1 1,1-1,0 1,0-1,1 0,-1 1,1-1,-1 0,1-1,0 1,0 0,0-1,1 0,-1 0,0 0,1 0,-1 0,1-1,0 1,0-1,0 0,-1 0,1 0,0-1,0 0,0 1,0-1,2-1,11-6</inkml:trace>
  <inkml:trace contextRef="#ctx0" brushRef="#br0" timeOffset="8">1770 596,'29'0,"29"0,24 0,14 2,7 6,-14 0</inkml:trace>
  <inkml:trace contextRef="#ctx0" brushRef="#br0" timeOffset="9">2759 970,'-1'-8,"0"-1,-1 1,0 0,0 0,-1 0,0 0,-1 0,0 1,0-1,0 1,-1 0,0 0,0 1,-1-1,0 1,0 0,0 1,-1 0,0 0,0 0,0 1,0 0,-1 0,0 1,0 0,0 0,0 1,0 0,0 0,-1 1,1 0,-1 1,1 0,0 0,-1 0,1 1,-1 1,1-1,0 1,0 1,-6 2,5 0,1 0,1 0,-1 1,1 0,0 0,0 1,1-1,0 2,0-1,0 1,-3 6,7-10,0 0,-1 0,1 0,1 0,-1 0,1 0,-1 0,1 1,1-1,-1 0,1 1,-1-1,1 1,0-1,1 1,-1-1,1 0,0 1,0-1,0 0,1 0,-1 1,1-1,0 0,2 2,2-1,0 0,0 0,1 0,0-1,0 0,0 0,0-1,1 0,-1 0,1-1,0 0,0 0,-1 0,1-1,0-1,1 0,-1 0,0 0,0-1,0 0,0 0,-1-1,6-2,-3 1,0-1,-1 0,0 0,0-1,0 0,-1-1,1 0,-1 0,-1-1,1 0,-1 0,0-1,-1 0,0 0,0-1,-1 1,0-1,0 0,-1-1,-1 1,1-1,-1 1,-1-1,0 0,0 0,-1-1,0 1,-1 0,0 0,-1 0,0-1,-3 44,5-18,0 1,1-1,0 0,1 0,1 0,1-1,0 1,5 10,-7-18,0-1,0 0,0-1,1 1,0 0,0-1,0 0,1 0,0 0,0-1,0 1,0-1,1 0,-1-1,1 1,0-1,0 0,1-1,-1 0,0 0,2 1,-1-4,-1 0,0 0,1-1,-1 0,0 0,0 0,0-1,0 1,0-2,-1 1,1 0,-1-1,0 0,0-1,-1 1,1-1,-1 0,0 0,0 0,0 0,-1-1,0 1,0-1,0 0,-1 0,0 0,1-5,18-48,-4 0,-2-1,-3 0,-2-1,-3 0,-2-1,-5-54,0-75,61 679,-55-294,-6-193,0 0,-1-1,1 1,0-1,-1 0,1 1,0-1,-1 1,1 0,0-1,0 1,0-1,-1 1,1-1,0 1,0 0,0-1,0 1,0-1,0 1,0-1,0 1,1 0,-1-1,0 1,0-1,0 1,1-1,-1 1,0-1,0 1,1-1,-1 1,0-1,1 1,-1-1,1 0,-1 1,1-1,-1 1,0-1,1 0,0 0,-1 1,1-1,-1 0,1 0,-1 0,1 1,-1-1,1 0,0 0,-1 0,1 0,-1 0,1 0,-1 0,1 0,0 0,-1-1,1 1,-1 0,1 0,-1 0,1-1,-1 1,1-1,48-56,-43 49,0-1,0 1,1 0,0 0,1 1,0 0,0 0,0 1,1 0,0 1,8-5,-13 9,0 0,0 0,0 0,0 1,0 0,0-1,0 1,0 1,1-1,-1 1,0 0,0-1,-1 2,1-1,0 0,0 1,-1 0,1 0,0 0,-1 0,0 0,0 1,0-1,0 1,0 0,1 1,60 88,-60-84,-1 1,1-1,-1 0,-1 1,1 0,-1-1,-1 1,0 0,0 5,-1-11,0 0,0 0,-1 0,1 0,-1 0,0 0,0 0,0 0,0 0,0 0,-1-1,1 1,-1-1,0 1,0-1,0 1,0-1,0 0,0 0,0 0,-1 0,1 0,-1-1,0 1,1-1,-1 0,0 1,0-1,-1 0,-74 5,76-7,0 1,1 0,-1-1,0 0,0 1,0-1,0 0,1 0,-1 0,0 0,1 0,-1-1,1 1,0 0,-1-1,1 1,0-1,0 1,0-1,0 0,0 1,0-1,0 0,0 0,1 0,-1 0,1 1,-1-1,1 0,0 0,0 0,0 0,0 0,0 0,0 0,1 0,-1 0,1 0,3-10,0 1,2-1,-1 1,1 0,1 1,0-1,1 1,0 1,0-1,1 1,0 1,1 0,-1 0,2 1,-1 0,1 1,0 0,2-1,-11 6,0-1,0 0,0 0,0 0,1 1,-1-1,0 1,1-1,-1 1,1 0,0-1,-1 1,1 1,0-1,0 0,-1 1,1-1,0 1,0 0,0 0,0 0,0 0,-1 1,1-1,0 1,0-1,0 1,-1 0,1 0,0 0,-1 1,1-1,-1 1,0-1,1 1,-1 0,0 0,0 0,1 2,46 160,-45-154,-3-6,0 1,1 0,-1-1,1 0,0 1,1-1,-1 0,1 0,-1 0,1 0,1-1,-1 1,3 2,4-4,-2-5</inkml:trace>
  <inkml:trace contextRef="#ctx0" brushRef="#br0" timeOffset="10">3601 489,'0'16,"5"12,8 8,2-2</inkml:trace>
  <inkml:trace contextRef="#ctx0" brushRef="#br0" timeOffset="11">3935 876,'17'-11,"0"0,-1-1,-1-1,0 0,-1-1,-1-1,0 0,0-1,-2 0,0-1,-1 0,-1-1,0 0,-2-1,0 1,-1-1,1-4,1-17,-2-1,-2 0,-1-1,-2 1,-2 0,-2-1,-2 1,-1 0,-2 1,-7-17,-20-27,34 81,0 1,-1-1,1 1,-1 0,0-1,0 1,0 0,0 0,0 0,-1 0,1 0,-1 1,1-1,-1 1,1-1,-1 1,0 0,0 0,0 0,1 1,-1-1,0 0,0 1,0 0,0 0,0 0,0 0,-1 1,-3 2,-1 1,0 0,1 0,-1 1,1 0,1 0,-1 1,1-1,0 2,0-1,0 1,1 0,0 0,1 0,-1 0,1 1,0 2,-8 14,1 0,2 1,0 0,2 0,0 1,2 0,1 0,1 0,1 1,2-1,0 0,3 11,2 6,1 0,3-1,1 0,2-1,2 0,2-1,6 9,109 191,-128-234,1 0,0 1,0-2,0 1,1 0,0-1,0 0,0 0,1 0,0-1,0 0,0 0,0 0,1-1,-1 0,1 0,0-1,0 1,0-1,0-1,0 0,0 0,1 0,42-7,-1-6</inkml:trace>
  <inkml:trace contextRef="#ctx0" brushRef="#br0" timeOffset="12">1248 2655,'-10'-3,"0"0,0 1,-1 1,1 0,-1 1,1-1,-1 2,1 0,-1 0,1 1,-1 0,1 1,0 0,0 0,1 1,-1 1,1-1,-1 2,2-1,-1 1,0 1,1-1,1 1,-1 1,-5 6,-11 15,0 1,3 0,0 2,2 0,1 2,2 0,2 0,0 2,3-1,1 2,-3 24,13-61,-3 7,2 0,-1-1,1 1,0 0,0 0,1 0,0 0,0-1,0 1,1 0,0 0,1 0,-1-1,1 1,1-1,-1 1,1-1,3 6,-2-11,0 1,-1-1,1 0,0 0,1 0,-1-1,0 1,0-1,0 0,0 0,0 0,0-1,0 0,0 1,0-1,0-1,0 1,0-1,0 1,-1-1,1 0,-1 0,1-1,-1 1,0-1,0 1,0-1,0 0,0-1,33-25,-1-1,-2-3,-1 0,-2-2,-1-2,-2 0,-2-2,-1 0,-2-2,0-3,-12 23,-1-1,0 0,-2 0,0 0,-2-1,0 0,-1 0,-2-1,0 1,-2-1,-1 1,0-1,-2 1,0 0,-3-3,5 21,0 0,-1-1,1 1,-1 1,-1-1,1 0,-1 0,0 1,0 0,0-1,0 1,-1 0,0 0,1 1,-2-1,1 1,0 0,-1 0,1 1,-1-1,0 1,0 0,0 0,0 0,0 1,0 0,0 0,0 0,-1 1,1-1,-4 2,2 0,0 1,0 0,1 0,-1 1,1-1,-1 2,1-1,0 1,0 0,1 0,-1 0,1 1,0 0,0 0,0 0,1 1,0 0,0-1,0 2,1-1,0 0,-3 5,1 1,1-1,0 1,0 0,1 0,1 0,0 1,1-1,0 0,1 1,1 9,5 9,1 0,2-1,1 0,1 0,1-1,2-1,12 19,18 41,-24-43,-2 1,-2 1,-3 1,-1 0,-2 1,1 24,2 68,-9-115</inkml:trace>
  <inkml:trace contextRef="#ctx0" brushRef="#br0" timeOffset="13">1770 3069,'18'0,"20"0,21 0,22 0,16 0,16-2,8-1,5 0,-6 1,-12 0,-15 1,-19 0,-22 1</inkml:trace>
  <inkml:trace contextRef="#ctx0" brushRef="#br0" timeOffset="14">2519 2748,'17'17,"2"-1,0 0,0-2,2-1,0 0,0-1,1-2,0 0,17 4,-33-11,94 34,-55-21,0 1,-2 3,18 11,-57-30,0 1,-1 0,1 0,0 0,0 0,-1 1,0 0,1-1,-1 1,0 0,0 1,-1-1,1 0,-1 1,1 0,-1-1,0 1,0 0,-1 0,1 0,-1 0,0 1,0-1,-1 0,1 0,-1 1,0-1,0 0,0 0,0 1,-1 2,-5 4,-1 1,0-2,0 1,-1-1,0 0,-1-1,0 0,-1 0,1-1,-2 0,1-1,-1 0,-10 4,19-10,-248 134,215-117</inkml:trace>
  <inkml:trace contextRef="#ctx0" brushRef="#br0" timeOffset="15">701 4099,'488'-14,"-64"27,-111 1,1-14,25-16,654-23,-902 37,917-36,-598 23,129-31,-305 26,-220 20</inkml:trace>
  <inkml:trace contextRef="#ctx0" brushRef="#br0" timeOffset="16">1355 4780,'-9'-2,"6"1,-1-1,0 1,1 0,-1 0,0 1,1-1,-1 1,0-1,0 1,0 1,1-1,-1 0,0 1,0 0,1 0,-1 0,1 0,-1 1,1-1,-1 1,1 0,0 0,0 0,-1 0,2 1,-1-1,0 1,0 0,-1 2,-1 8,1 1,0-1,1 1,0 0,2 0,-1 0,2 0,-1 1,2-1,0 0,3 10,-2-5,2 1,0-1,1 0,1 0,1 0,1-1,5 9,-9-19,1 1,0-1,1 0,-1-1,2 1,-1-1,1 0,0-1,0 0,1 0,0 0,0-1,0 0,0-1,1 1,4 0,-8-4,0 0,0 0,1 0,-1 0,1-1,-1 0,0 0,1-1,-1 1,0-1,1 0,-1-1,0 1,0-1,0 0,0-1,0 1,0-1,-1 0,1 0,-1 0,0 0,0-1,0 0,0 0,-1 0,1 0,6-9,0-1,-1 1,-1-1,0-1,-1 0,0 0,-1 0,1-7,-1 1,0 0,-2 0,0 0,-1 0,-2-1,0 1,-1-1,-1 1,-1-1,-1 1,-1 0,-1 0,-2-5,5 20,0 0,0 0,-1 1,0-1,0 1,0 0,-1 0,1 0,-1 0,0 1,-1-1,1 1,-1 0,0 1,0-1,0 1,0 0,-1 0,1 1,-1-1,0 1,0 0,0 1,0-1,0 1,0 1,0-1,0 1,-4 0,0 1,0 0,-1 1,2 0,-1 1,0 0,0 0,1 1,0 0,0 1,0 0,0 0,1 1,0 0,0 1,0-1,1 2,0-1,0 1,1 0,0 0,1 1,0 0,0 0,0 0,-2 8,7-13,0-1,-1 1,1-1,1 1,-1-1,0 1,1-1,0 1,-1-1,1 1,1-1,-1 0,0 0,1 0,0 0,0 0,0 0,0 0,0 0,0-1,1 1,-1-1,3 2,32 25</inkml:trace>
  <inkml:trace contextRef="#ctx0" brushRef="#br0" timeOffset="17">1396 5970,'-11'19,"1"1,1 0,1 0,1 1,1 0,0 1,2-1,0 1,2 0,0 0,1 0,2 0,0 0,3 12,-3-25,0-1,1 0,0 1,0-1,1 0,0 0,0 0,1-1,0 1,0-1,1 0,0 0,0 0,1-1,0 0,0 0,0 0,1-1,0 0,0 0,0 0,1-1,-1-1,1 1,0-1,0 0,0-1,0 0,1 0,-1-1,0 0,1 0,-1-1,1 0,7-1,-7-2,0 0,0-1,0 0,0-1,-1 0,1 0,-1 0,-1-1,1-1,-1 1,0-1,0 0,-1-1,0 1,0-1,-1-1,0 1,-1-1,1 0,1-7,0 2,-2 0,0 0,-1 0,0 0,-1-1,0 1,-1-1,-1 0,-1 1,0-1,0 1,-2-1,-2-10,0 9,-1 1,-1-1,0 1,-1 1,0-1,-1 1,-1 1,0 0,-1 0,-2-1,7 7,-1 1,0-1,-1 1,1 0,-1 1,0 0,-1 0,1 1,-1 0,0 0,0 1,0 0,0 1,-1 0,1 1,-1-1,1 2,-2-1,5 2,0-1,0 1,1 0,-1 1,0-1,1 1,-1 0,1 1,0-1,0 1,0 0,0 0,0 0,1 1,-1 0,1 0,0 0,0 0,1 1,-1 0,1-1,0 1,0 0,0 1,1-1,0 0,0 1,0-1,1 1,0 0,0-1,0 1,1 0,0 0,0 0,0-1,1 1,0 0,0 0,1 4,23 39,7-6</inkml:trace>
  <inkml:trace contextRef="#ctx0" brushRef="#br0" timeOffset="18">3828 6131,'39'-84,"-5"-1,-3-1,-1-12,-26 85,0-1,-8 24,-11 50,2 1,3 1,2 0,3 0,3 0,3 0,2 0,3 0,9 38,-5-28</inkml:trace>
  <inkml:trace contextRef="#ctx0" brushRef="#br0" timeOffset="19">1476 7614,'3'-46,"2"-1,3 1,1 0,3 1,11-29,-2 1,-14 50,-2 16,-3 18,-23 285,20-263,1-1,1 1,2-1,4 13,-5-34,0 0,1-1,0 1,1-1,0 0,1 0,0 0,1 0,-1-1,2 0,0 0,0-1,0 1,6 3,24 15</inkml:trace>
  <inkml:trace contextRef="#ctx0" brushRef="#br0" timeOffset="20">1542 9005,'5'-93,"5"0,3 1,8-18,-19 96,22-92,-18 125,-10 135,0-87,3-1,3 1,5 13,8 2,1-12</inkml:trace>
  <inkml:trace contextRef="#ctx0" brushRef="#br0" timeOffset="21">4229 8750,'22'-100,"3"1,5 1,5-2,-11 43,-24 57,0 0,0 1,-1-1,1 0,0 0,0 1,0-1,0 0,-1 1,1-1,0 0,0 1,0-1,0 0,0 1,0-1,0 0,0 1,0-1,0 1,0-1,0 0,0 1,0-1,0 0,0 1,1-1,-1 0,0 1,0-1,0 0,0 0,1 1,-1-1,0 0,0 1,1-1,-1 0,0 0,1 0,-1 1,0-1,0 0,1 0,-1 0,0 0,1 0,-1 1,0-1,1 0,-1 0,1 0,-1 0,0 0,1 0,-1 0,0 0,1 0,-1 0,0-1,1 1,-1 0,0 0,1 0,-1 0,0 0,1-1,-1 1,0 0,1 0,-9 219,8-178,1 0,3-1,1 1,2-1,1 0,2-1,2 0,2-1,7 13,-2-14,-4-8</inkml:trace>
  <inkml:trace contextRef="#ctx0" brushRef="#br0" timeOffset="22">4243 9045,'13'2,"15"1,10 0,11-3,6-3,1-7,-5-3,-12 1</inkml:trace>
  <inkml:trace contextRef="#ctx0" brushRef="#br0" timeOffset="23">2800 8777,'24'3,"26"0,18-1,19 1,13-4,5-1,-1 0,-10-2,-13-1,-19-1,-20-1</inkml:trace>
  <inkml:trace contextRef="#ctx0" brushRef="#br0" timeOffset="24">3347 8524,'22'18,"1"0,1-1,1-2,0 0,0-2,2 0,-1-2,24 6,105 52,-150-68,-1 1,1 0,-1 0,1 0,-1 0,0 1,0 0,0 0,-1 0,1 0,-1 1,1-1,-1 1,0 0,-1 0,1 0,-1 0,1 0,-1 1,0-1,-1 1,1-1,-1 1,0 0,0 0,-1-1,1 1,-1 0,0 0,0 0,-1 0,1-1,-1 1,0 0,0 0,-2 1,-8 11,-1 0,-2 0,1-2,-2 1,0-2,-1 0,0-1,-3 1,14-10,-180 122,168-117</inkml:trace>
  <inkml:trace contextRef="#ctx0" brushRef="#br0" timeOffset="25">2104 7520,'16'0,"16"0,17 0,21-2,18-1,15-2,12 0,6 0,-3 2,-9 1,-17 1,-24 0</inkml:trace>
  <inkml:trace contextRef="#ctx0" brushRef="#br0" timeOffset="26">2959 7280,'-66'15,"64"-15,1 1,0 0,0 0,-1-1,1 1,0 0,0 0,0 0,0 0,0 0,0 1,0-1,1 0,-1 0,0 0,1 1,-1-1,0 1,1-1,0 0,-1 1,1-1,0 1,0-1,0 1,0-1,0 0,0 1,0-1,0 1,1-1,-1 1,0-1,1 0,-1 1,1-1,0 0,-1 1,1-1,0 0,0 0,0 0,0 0,1 1,6 7,1-1,0 0,0-1,0 0,1-1,0 0,1 0,0-1,-1-1,1 1,1-2,2 1,-6-1,272 78,-204-40,-74-38,-1-1,0 1,0-1,0 1,0 0,0-1,-1 1,1 0,-1-1,0 1,1 0,-1 0,0-1,-1 1,1 0,0 0,-1-1,0 1,0 0,1-1,-2 1,1-1,0 1,0-1,-1 0,1 1,-1-1,0 0,0 0,0 0,0 0,0 0,0-1,0 1,-2 0,-34 33,-2-2,-1-2,-45 26,14-9,1 2,53-37</inkml:trace>
  <inkml:trace contextRef="#ctx0" brushRef="#br0" timeOffset="27">3856 7601,'1'8,"0"-1,0 1,1-1,1 0,-1 0,1 0,0 0,1 0,-1-1,2 1,-1-1,0 0,1 0,0-1,1 1,-1-1,1 0,0-1,0 1,1-1,-1 0,1-1,0 0,0 0,0 0,0-1,0 0,1 0,-1-1,1 0,-1 0,1-1,-1 0,1 0,0-1,-1 0,1 0,2-1,0-3,0 0,0-1,0 0,-1-1,0 0,0 0,0-1,-1 0,-1 0,1-1,-1 0,-1-1,0 1,0-1,-1 0,0-1,0 1,-1-1,-1 0,0 0,0 0,-1 0,-1-1,0 1,0-1,-1 1,-1 0,0-1,0 1,-1-1,-1 1,0 0,0 0,-1 1,-1-1,0 0,1 2,-1 1,0 0,0 1,-1-1,0 1,0 0,0 1,-1-1,0 1,-1 1,1-1,-1 1,0 0,0 1,-1 0,1 0,-1 1,0 0,0 1,0 0,0 0,0 1,0 0,-1 1,1 0,0 0,-1 1,1 0,0 0,0 1,0 1,0-1,0 2,1-1,-1 1,-9 8,1 0,0 1,1 1,0 1,2 0,-1 1,2 0,0 1,1 1,1 0,1 1,0 0,-2 7,-21 45</inkml:trace>
  <inkml:trace contextRef="#ctx0" brushRef="#br0" timeOffset="28">2225 6144,'15'2,"18"1,16 2,18 0,18 0,15-2,9-1,1-3,-1-1,-11-3,-15 0,-17-2,-19 0</inkml:trace>
  <inkml:trace contextRef="#ctx0" brushRef="#br0" timeOffset="29">2839 5957,'16'11,"1"0,0-1,0-1,1-1,0 0,1-2,0 0,0-1,0 0,6-1,308 57,-326-59,1-1,-1 1,0 1,0-1,0 1,0 0,-1 1,1-1,-1 1,0 1,4 3,-9-6,0 1,0 0,0-1,0 1,0 0,-1 0,0 0,1 0,-1 0,0-1,-1 1,1 0,0 0,-1 0,0 0,1-1,-1 1,0 0,0-1,-1 1,1 0,0-1,-1 1,0-1,0 0,1 0,-1 0,0 0,-1 0,1 0,0 0,-1-1,1 1,-3 1,-162 115,75-59,44-16,43-31</inkml:trace>
  <inkml:trace contextRef="#ctx0" brushRef="#br0" timeOffset="30">2345 4874,'25'0,"22"2,18 1,17 0,11-1,2 0,0-1,-9-1,-8 0,-16 0,-17 0,-15 0</inkml:trace>
  <inkml:trace contextRef="#ctx0" brushRef="#br0" timeOffset="31">2906 4674,'-2'3,"0"0,1 0,-1 1,1-1,0 1,0-1,0 1,0-1,1 1,0 0,-1-1,1 1,1 0,-1-1,0 1,1 0,0-1,0 1,0-1,0 1,1-1,-1 1,1-1,0 0,0 0,0 0,0 0,0 0,1-1,-1 1,2 1,7 5,1 0,-1 0,1-1,1 0,0-1,0 0,4 0,214 84,-228-90,-1 0,1 0,0 0,-1 0,1 0,-1 1,1-1,-1 1,0 0,1-1,-1 1,0 0,0 0,-1 1,1-1,0 0,-1 0,1 1,-1-1,0 1,0 0,0-1,0 1,0 0,0 0,-1-1,1 1,-1 0,0 0,0 0,0 0,0-1,-1 1,1 0,-1 2,-6 5,0 1,0 0,-1-1,0-1,0 1,-2-1,1-1,-1 0,0 0,-8 4,1 1,-194 140,188-132,12-6</inkml:trace>
  <inkml:trace contextRef="#ctx0" brushRef="#br0" timeOffset="32">3641 4900,'11'18,"1"-1,1 0,0-1,1 0,0-1,1-1,1 0,1-1,0-1,0 0,1-2,0 0,1-1,0 0,1-2,17 5,-30-11,0 0,0-1,0 0,0 0,0 0,0-1,0 0,0-1,0 1,-1-1,1 0,0-1,-1 0,0 0,1 0,-1-1,-1 0,1 0,0 0,-1-1,0 0,0 0,0 0,-1-1,0 1,0-1,0 0,-1 0,0-1,4-7,0 0,-1 0,-1 0,-1 0,0-1,-1 0,0 0,-1 0,-1 0,0 0,-1-1,-1 1,-1-2,1 7,-1 0,0 0,0 0,-1 1,-1-1,1 1,-2 0,1 0,-1 0,-1 1,1-1,-1 1,-1 1,0-1,0 1,0 0,-1 0,0 1,0 0,0 1,-1 0,0 0,0 1,0 0,-1 0,1 1,-1 1,0-1,-3 1,-2 2,1 0,-1 1,1 1,0 0,-1 1,1 1,1 0,-1 1,1 0,-1 1,1 0,1 1,0 1,0 0,0 1,1 0,0 0,1 1,0 1,0 0,1 0,1 1,0 0,-6 13,-23 39</inkml:trace>
  <inkml:trace contextRef="#ctx0" brushRef="#br0" timeOffset="33">3762 2681,'-13'5,"1"0,0 1,0 1,1 0,0 1,0 0,1 0,0 1,0 1,1-1,1 1,-1 1,1 0,1 0,0 1,-2 6,-3 8,0 0,2 1,2 0,0 1,2-1,1 1,0 8,2-14,2 0,0 0,1 0,2 1,0-1,5 20,-6-35,1 0,0 1,0-1,1 0,0-1,0 1,1-1,0 1,0-1,0 0,1 0,-1-1,1 1,1-1,-1 0,1-1,0 1,0-1,0 0,1-1,-1 1,5 0,-4-2,1 0,0 0,0-1,0 0,0-1,0 0,0 0,0-1,0 0,0 0,-1-1,1 0,0 0,-1-1,1 0,-1 0,6-4,6-4,-2 0,1-1,-2 0,1-2,-2 0,4-5,2-4,-2-1,-1-1,0-1,-2-1,-1 0,-1-1,-2-1,0 0,-2 0,-2-1,0 0,-2-1,-1 0,-2 0,-1 0,-1-5,-1 19,-1 0,-1 0,0 0,-1 0,-1 1,-1-1,0 1,-1 0,-5-9,7 17,-1 1,1-1,-1 1,0 0,-1 1,0-1,0 1,0 0,-1 1,1-1,-2 1,1 1,0-1,-1 1,0 0,0 1,0 0,0 0,-7 0,6 1,-1 1,1 0,0 0,-1 1,1 1,-1 0,1 0,0 0,0 1,0 1,0 0,0 0,0 0,0 1,1 1,0-1,0 1,0 1,1-1,0 1,0 1,0-1,0 1,1 0,1 1,-1 0,1 0,0 0,1 0,0 1,0-1,1 1,0 0,1 0,0 0,0 1,1-1,0 0,1 1,-1-1,2 1,0-1,0 2,8 15,1-1,0 0,2 0,1-2,1 1,1-2,1 0,1 0,1-2,1 0,0-1,2-1,0-1,-3 1,10 9,7 3,-2 2,-1 1,-2 1,-1 2,-1 1,-3 1,-1 1,11 27,10 72,-38-108</inkml:trace>
  <inkml:trace contextRef="#ctx0" brushRef="#br0" timeOffset="34">4390 2481,'-2'-3,"1"0,8 1,12-1,14 4,12 1,13 0,10 0,5-2,1-4,-5-4,-12 0,-16-1,-14 1</inkml:trace>
  <inkml:trace contextRef="#ctx0" brushRef="#br0" timeOffset="35">4697 2320,'3'9,"0"12,-1 17,-2 16,-1 17,-1 13,0 7,1 0,0-14</inkml:trace>
  <inkml:trace contextRef="#ctx0" brushRef="#br0" timeOffset="36">5620 2414,'-13'680,"33"423,-23-893,-10-1,-18 68,-21 200,20 49,17-172,-5 717,57-383,-29-527,7-1,14 35,-19-137,13 63,-5 1,-5 0,-5 28,-10 94,2-245,1 1,-1 0,0 0,1 0,-1 0,0 0,1 0,-1 0,0 0,0 0,1 0,-1 0,0 0,1 0,-1 0,0 0,1 0,-1 0,0 0,0 0,1 1,-1-1,0 0,0 0,1 0,-1 0,0 1,0-1,1 0,-1 0,0 0,0 1,0-1,0 0,1 0,-1 1,0-1,0 0,0 1,0-1,0 0,0 0,0 1,0-1,0 0,0 1,0-1,0 0,0 1,0-1,0 0,0 0,0 1,0-1,0 0,0 1,0-1,0 0,-1 0,1 1,0-1,0 0,0 0,0 1,-1-1,1 0,0 0,2-15,0-5</inkml:trace>
  <inkml:trace contextRef="#ctx0" brushRef="#br0" timeOffset="37">5914 4005,'830'31,"753"-33,-1556 0,-49 1,-10 1</inkml:trace>
  <inkml:trace contextRef="#ctx0" brushRef="#br0" timeOffset="38">6622 3002,'16'-54,"-8"20,-1 1,-2-1,-2-1,-1 1,-1 0,-4-19,4 49,-1-1,0 0,-1 0,1 0,-1 1,0-1,0 0,0 1,-1-1,1 1,-1-1,-1 1,1 0,0-1,-1 1,0 1,0-1,0 0,0 1,-2-2,3 5,0 1,0-1,0 1,1-1,-1 1,0 0,0-1,1 1,-1 0,0 0,1 0,-1 1,1-1,-1 0,1 1,0-1,0 0,-1 1,1-1,0 1,0 0,0-1,1 1,-1 0,0 0,1 0,-1-1,1 1,0 0,-1 0,1 0,0 0,0 0,0 0,0 0,0 1,0 1,0-1,0 0,0 1,0-1,0 0,1 0,0 1,0-1,0 0,0 0,0 0,0 0,1 0,0 0,-1-1,1 1,0 0,1-1,-1 1,0-1,1 0,-1 0,1 0,-1 0,1 0,0 0,0-1,0 0,0 1,0-1,0 0,0 0,2 0,10 2,-1 0,1 0,0-1,0-1,0-1,0 0,1-1,9-1,-1-1,0-2,1 0,-1-1,-1-2,0 0,0-2,0 0,-1-1,0-2,-3 1,-18 12,0 1,0 0,0-1,-1 1,1 0,0 0,-1-1,1 1,0 0,-1 0,1 0,-1 0,0 0,1 0,-1 0,0 0,1 0,-1 0,0 0,0 0,0 0,0 0,0 0,0 0,0 0,0 0,-1 0,1 0,0 0,0 0,-1 0,1 0,-1 0,1 0,-1 0,1 0,-1-1,0 1,1 0,-2 7,-9 92,5 1,5 0,3 1,11 51,0 51,-13-197,2 9,-1 1,-1-1,-1 1,0-1,-1 1,-1-1,0 0,-5 11,8-25,0-1,-1 1,1 0,-1-1,1 1,-1-1,0 1,0-1,0 1,0-1,0 0,0 1,0-1,0 0,0 0,0 1,-1-1,1 0,-1-1,1 1,-1 0,1 0,-1 0,1-1,-1 1,1-1,-1 1,0-1,1 0,-1 0,0 0,0 0,1 0,-1 0,0 0,1 0,-1-1,0 1,1-1,-1 1,1-1,-1 1,1-1,-1 0,-8-8,1 1,-1-2,2 1,0-1,0-1,0 1,2-1,-1-1,1 1,1-1,0 0,-2-8,-17-43,2 0,-10-49,32 110,-1 0,0 1,1-1,-1 0,1 1,0-1,0 0,-1 0,1 0,0 1,1-1,-1 0,0 0,0 1,1-1,-1 0,1 1,0-1,-1 0,1 1,0-1,0 1,0-1,0 1,0-1,0 1,0 0,1 0,-1-1,0 1,1 0,-1 0,1 0,-1 1,1-1,-1 0,1 0,0 1,-1-1,1 1,1-1,161-34,-15-4,-83 19</inkml:trace>
  <inkml:trace contextRef="#ctx0" brushRef="#br0" timeOffset="39">7465 2721,'-2'23,"-1"19,0 15,0 13,1 4,4 3,2-4,5-9,1-12,5-11,1-14,-2-10</inkml:trace>
  <inkml:trace contextRef="#ctx0" brushRef="#br0" timeOffset="40">7866 2748,'-40'18,"1"2,1 1,1 2,1 2,1 1,1 1,-24 27,43-41,4-4,0 1,0 0,1 0,1 1,-1 0,2 1,0 0,0 0,-3 9,11-19,0 0,0 0,1 0,-1 0,0 0,1 0,-1 0,1 0,0 0,0 0,0 0,0 0,0 0,0-1,0 1,0 0,1-1,-1 1,1-1,-1 1,1-1,0 0,0 0,-1 0,1 0,0 0,0 0,0 0,0 0,0-1,0 1,0-1,0 0,0 1,0-1,2 0,1 1,90 26,0-4,2-4,0-5,1-4,0-4,3-4,-91-2,-19-1,-9 1</inkml:trace>
  <inkml:trace contextRef="#ctx0" brushRef="#br0" timeOffset="41">6382 4606,'0'-1,"-1"1,1-1,0 1,0-1,-1 1,1 0,0-1,-1 1,1-1,0 1,-1 0,1-1,-1 1,1 0,-1-1,1 1,-1 0,1 0,-1-1,1 1,-1 0,1 0,-1 0,1 0,-1 0,1 0,-1 0,0 0,1 0,-1 0,1 0,-1 0,1 0,-1 0,1 1,-1-1,1 0,-1 0,1 1,-1-1,1 0,-1 0,1 1,0-1,-1 1,1-1,-1 0,1 1,0-1,-1 1,1-1,0 1,0-1,0 1,-1-1,1 1,0-1,0 1,0-1,0 1,0 0,-17 34,17-35,-5 10,0 0,1 1,0-1,0 1,2 0,-1 0,1 0,1 0,0 0,0 0,2 1,-1-1,1 0,1 0,0 0,0 0,1 0,0 0,1-1,1 1,-1-1,2 0,-1-1,1 1,1-1,2 2,0-2,0 0,1-1,0-1,1 0,-1 0,1-1,1-1,-1 1,1-2,0 0,0 0,0-1,0 0,1-1,-1-1,1 0,-1-1,1 0,0-1,-1 0,1-1,-1 0,0-1,0-1,0 0,0 0,0-1,-1-1,0 0,0 0,-1-1,1 0,-2-1,1-1,0-1,3-7,-2-1,0-1,-1 0,-1-1,-1 0,0 0,-2 0,0-1,-1 0,-2 0,0-1,-1 1,-1-3,0 5,-1 0,-1-1,-1 1,-1 0,0 0,-2 0,0 0,-1 1,0 0,-3-2,5 11,0 1,0-1,-1 1,0 0,-1 0,0 0,0 1,-1 0,0 1,0-1,0 1,-1 0,0 1,0 0,0 0,-1 1,0 0,1 0,-2 1,1 0,-2 0,2 2,0 0,0 1,0 0,0 1,0-1,0 1,1 1,-1 0,0 0,1 1,-1 0,1 1,0-1,0 1,0 1,1 0,0 0,-1 0,2 1,-1 0,1 0,-2 3,-4 5,0 1,0 0,2 1,0 0,0 0,2 2,0-1,1 1,1 0,0 1,1 2,1 0,1 0,1 0,1 0,0 1,3 20,8 32</inkml:trace>
  <inkml:trace contextRef="#ctx0" brushRef="#br0" timeOffset="42">7371 4446,'9'16,"10"16,11 15,9 10,10 7,5 4,5-2,-1-7,-3-8,-7-10,-9-11,-8-10,-11-12,-8-9</inkml:trace>
  <inkml:trace contextRef="#ctx0" brushRef="#br0" timeOffset="43">7799 4472,'-21'21,"-15"17,-9 13,-5 7,-2 7,4 0,6-1,7-5,7-7,10-9,6-12</inkml:trace>
  <inkml:trace contextRef="#ctx0" brushRef="#br0" timeOffset="44">7238 4794,'22'-3,"29"-2,32-3,32-3,24 1,11 3,-5-1,-17 1,-31 2</inkml:trace>
  <inkml:trace contextRef="#ctx0" brushRef="#br0" timeOffset="45">6462 5889,'6'-25,"1"-1,2 2,0-1,2 1,0 0,15-20,-10 14,78-138,-80 150,-15 18,1 0,0 0,0 1,0-1,0 0,0 1,-1-1,1 0,0 0,0 1,0-1,0 0,0 1,0-1,0 0,0 0,0 1,0-1,0 0,0 1,0-1,0 0,1 0,-1 1,0-1,0 0,0 1,0-1,0 0,1 0,-1 0,0 1,0-1,0 0,1 0,-1 0,0 1,0-1,1 0,-1 0,0 0,0 0,1 0,-1 1,0-1,1 0,-1 0,0 0,0 0,1 0,-1 0,0 0,1 0,-1 0,0 0,0 0,1 0,-1-1,0 1,1 0,-1 0,0 0,0 0,1 0,-1-1,0 1,0 0,1 0,-1 0,0-1,-1 29,1-27,-25 468,22-262,1-180</inkml:trace>
  <inkml:trace contextRef="#ctx0" brushRef="#br0" timeOffset="46">6529 6197,'-2'-4,"1"-2,10 0,16 1,18 2,22 1,22 0,13-2,6-5,-15 1</inkml:trace>
  <inkml:trace contextRef="#ctx0" brushRef="#br0" timeOffset="47">7451 5556,'20'20,"19"19,14 13,9 8,5 4,1-2,-7-4,-9-5,-10-10,-10-12</inkml:trace>
  <inkml:trace contextRef="#ctx0" brushRef="#br0" timeOffset="48">7866 5556,'-13'22,"-10"20,-5 13,-5 9,-1 5,1 2,1-1,2-7,3-9,4-14,6-13</inkml:trace>
  <inkml:trace contextRef="#ctx0" brushRef="#br0" timeOffset="49">7384 5809,'23'10,"30"2,34-1,31-1,20-6,8-3,-12-4,-29-1</inkml:trace>
  <inkml:trace contextRef="#ctx0" brushRef="#br0" timeOffset="50">6088 7173,'13'-7,"15"3,10 10,9 14,7 13,4 11,-2 8,-2 4,-7 2,-9-3,-8-7,-10-11,-8-11</inkml:trace>
  <inkml:trace contextRef="#ctx0" brushRef="#br0" timeOffset="51">6556 7039,'-21'12,"-13"12,-10 11,-4 12,-2 9,2 6,4 1,8 0,7-2,9-7,7-8,7-10,3-10</inkml:trace>
  <inkml:trace contextRef="#ctx0" brushRef="#br0" timeOffset="52">6075 7494,'4'-5,"11"-3,19-3,19 0,19 1,16 1,10 0,8-1,0 0,-16 0</inkml:trace>
  <inkml:trace contextRef="#ctx0" brushRef="#br0" timeOffset="53">7384 7213,'19'-26,"-2"0,-1-1,-2-1,0-1,-2 0,-1-1,-1 0,-2 0,-1-1,-1 0,-1-8,-5 30,-1 17,0 20,-6 91,-5 110,10 49,7-173,-1-12</inkml:trace>
  <inkml:trace contextRef="#ctx0" brushRef="#br0" timeOffset="54">6182 8456,'11'18,"11"16,10 10,10 7,8 5,5 1,2 0,1-1,-3-2,-6-4,-7-9,-11-10</inkml:trace>
  <inkml:trace contextRef="#ctx0" brushRef="#br0" timeOffset="55">6703 8496,'-14'5,"-11"10,-10 12,-6 13,-4 11,0 7,3 5,4-1,3 1,4-3,5-8,6-13</inkml:trace>
  <inkml:trace contextRef="#ctx0" brushRef="#br0" timeOffset="56">6114 8871,'16'-4,"21"-5,23-2,21-2,18 2,12 2,8 2,1 4,-5-1,-23 0</inkml:trace>
  <inkml:trace contextRef="#ctx0" brushRef="#br0" timeOffset="57">7585 8537,'-11'7,"-1"0,1 1,0 1,0 0,1 0,0 1,1 0,0 1,1-1,0 2,1-1,0 1,1 1,0-1,1 1,0 0,1 0,0 0,-1 13,5-20,0-1,0 1,0 0,1 0,0-1,0 1,0 0,1-1,0 1,0-1,0 0,0 1,1-1,0 0,0-1,1 1,-1 0,1-1,0 0,0 0,1 0,-1 0,1-1,-1 0,1 0,0 0,1 0,-1-1,0 0,1 0,0 0,5 1,1 0,1-1,-1 0,0-1,0-1,1 1,-1-2,0 0,0 0,1-1,-1-1,0 0,-1-1,1 0,-1 0,1-2,-1 1,-1-1,1-1,-1 0,0 0,-1-1,0 0,0-1,-1 0,0 0,0-1,-1 0,3-5,2-6,-1 0,0-1,-2 0,-1 0,0-1,-2 0,0 0,-2-1,-1 0,0 1,-2-1,-1 0,-1 0,-1 0,-1 0,3 17,-1 0,-1 1,1-1,-1 0,0 1,-1-1,0 1,0 0,0 0,-1 0,1 0,-1 1,-1-1,1 1,-1 0,0 0,0 1,0-1,-1 1,0 1,1-1,-2 1,1 0,0 0,0 0,-3 0,-6 2,-1 1,0 0,1 1,-1 0,0 1,1 1,0 0,-1 2,1-1,1 2,-1 0,1 1,0 0,1 1,-12 9,-170 121,112-68</inkml:trace>
  <inkml:trace contextRef="#ctx0" brushRef="#br0" timeOffset="58">113 2227,'3'-4,"-3"4,0 1,0-1,0 0,0 0,0 0,0 1,0-1,0 0,0 0,0 1,0-1,1 0,-1 0,0 1,0-1,0 0,0 0,0 0,1 1,-1-1,0 0,0 0,0 0,0 0,1 0,-1 1,0-1,0 0,1 0,-1 0,0 0,0 0,0 0,1 0,-1 0,0 0,0 0,1 0,-1 0,0 0,0 0,1 0,-1 0,0 0,0 0,1 0,-1 0,-7 145,27 198,-24-75,-1-166,4 0,4-1,6 1,4 3,4-13,-4 0,-3 25,-15 195,-1-207,5 0,4 1,11 47,-3-71,-4 0,-3 1,-4 0,-3-1,-4 1,-63 443,47-388,6 1,7 1,5 32,14 359,2 89,51-199,8 22,-47 29,-8-332,0-2,-4 87,-27-13,13-195,0-4,0 0,1 0,0 1,1-1,1 0,0 1,1-1,1 0,-1 1,5 11,0-16,0 0,1-1,0 1,0-1,1-1,0 1,0-1,1-1,0 0,0 0,1 0,-1-1,1-1,1 0,-1 0,0-1,5 1,65 19,2-3,-1-4,53 2,70-1,1-10,129-14,-40 1,-130 5,412-15,73-22,-308 38,285-9,-329-9,558-22,-582 25,73-23,-98 10,673-41,-771 59,607-26,-704 31,373-21,-135 14,348-28,-612 40,-1 0,-1-1,1 0,-1-2,1-1,-1-1,0-1,4-3,-22 5,0 1,0-1,-1-1,1 1,-1-1,0 0,0-1,-1 1,1-1,-1 0,0-1,-1 1,0-1,0 0,0 0,0-2,37-123,-16-16,-6 0,-6-2,-7-83,-4-1094,-4 1125,-28-195,23 348,-18-143,7-2,8-49,21-41,-2-134,-31-143,22 481,-13-319,6 320,4 0,4-1,9-71,-5 115,10-76,-4 0,-6-1,-6-65,0 170,-13-191,11-134,3 332,5-99,-4-1,-4 0,-8-26,1-170,-3 150,-5 4,17 140,0 0,-1 1,1-1,0 1,-1-1,1 1,-1 0,0-1,0 1,0 0,0 0,0 0,0 1,-1-1,1 0,-1 1,1 0,-1-1,1 1,-1 0,0 0,0 1,1-1,-1 0,0 1,0 0,0 0,0 0,0 0,-1 0,-3 1,0-1,1 1,-1 1,0-1,1 1,-1 0,1 1,0-1,0 1,0 1,0-1,-3 3,-11 6,0-1,0-1,-1-1,0-1,-1-1,0-1,0-1,0 0,-1-2,1-1,-1 0,0-2,-21 4,-880 68,12-20,-72 29,457-58,182-13,-529 16,-323-27,647 15,391-13,-155 0,-74 20,105-5,-131-14,199-4,-32 17,71-16,76-13,-98 14,127-12,-57 12,124 1,0 1,0-1,0 1,0 0,0 1,0-1,1 1,-1-1,1 1,-1 0,1 0,0 1,1-1,-1 1,0-1,1 1,-1 1,-17 20,-113 82,76-69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02.6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1713 436,'3'-12,"22"-151,-4 30,-6 59,-11 20,-17 54,1 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02.6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1333 4415,'5'-47,"12"-135,42-278,-48 370,-5-1,-4-18,-1 78,5-57,4 1,6-5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02.6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2763,'1'15,"-1"3,2 1,0-1,1 0,1-1,0 1,2-1,0 0,1 0,0 0,1-1,1 0,1-1,0 0,1 0,1-1,0-1,1 0,0 0,1-2,0 1,1-2,1 0,-1-1,1 0,1-1,10 3,-22-10,1 0,-1 0,0 0,0-1,1 0,-1 0,0 0,1-1,-1 1,0-1,1-1,-1 1,0-1,0 0,0 0,0 0,-1-1,1 1,-1-1,1 0,-1-1,0 1,0-1,0 0,-1 0,1 0,-1 0,0 0,0-2,133-206,-95 155,-3-2,-36 55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02.6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0,'3'62,"-3"22,-4 0,-8 34,5-54,2 1,4 0,2 0,8 41,8 97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02.6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37 501,'2'11,"3"16,1-1,2-1,4 13,0-1,-1 0,-3 1,-1 0,1 20,24 112,14 36,-22-86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02.6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02.6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82 0,'15'134,"-15"-121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02.6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1753 1333,'20'-103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2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1133 369,'78'-151,"-69"67,-6 20,5-2,-9 66,-1-1,1 0,0 1,0-1,-1 1,1 0,0-1,-1 1,1 0,-1 0,1 0,0 0,-1 0,1 0,0 0,-1 1,1-1,0 0,-1 1,1-1,0 1,0 0,-1-1,1 1,0 0,0-1,0 1,0 0,0 0,0 0,0 0,-2 1,-25 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2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962 0,'0'0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2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1151 56,'0'0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2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1294 115,'0'-1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2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2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90 0,'0'1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2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2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84 4323,'-12'86,"-28"156,40-196,-10 110,2-100,3-1,2 1,3 36,-5 86,4-149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2.8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0,'-1'1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9.7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228 9,'0'0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19.7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32,'0'-7,"-1"1,0-1,0 1,0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25.0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538 155,'-13'-5,"-1"1,0 0,0 0,0 2,-1 0,1 0,0 2,-1-1,1 2,-1 0,1 1,0 0,0 1,0 1,0 0,0 1,1 0,0 1,0 1,0 0,1 0,0 1,1 1,-1 1,-4 8,1 2,0 0,2 0,0 2,1-1,1 1,2 1,0 0,1 1,-3 16,-2 19,3 2,2-1,1 46,4-52,3-1,1 1,3-1,3 0,11 46,-15-83,2-1,0 1,0-1,2 0,-1 0,2 0,0-1,1-1,0 1,1-1,1-1,0 0,0 0,2-1,-1-1,1 0,0-1,1 0,0-1,1 0,5 1,17 1,2-1,-1-2,1-2,0-1,1-2,-1-2,0-2,0-1,22-5,103-9,12-5,1 8,1 8,-1 7,89 16,-108 5,376 39,-343-49,1-10,66-11,-208 5,0-2,-1-3,1-1,-2-3,0-1,0-3,31-17,-64 25,-1 0,-1-1,0 0,0-1,-1-1,0 0,-1 0,-1-1,0-1,-1 0,0 0,-1 0,0-1,-2-1,0 1,0-1,-1 0,-1 0,-1-1,-1 1,0-1,-1 0,0 1,-2-5,2-8,-1 0,-1 0,-2 0,-1 0,-1 1,-2-1,-1 1,-1 1,-1-1,-1 2,-12-21,-9-8,-3 1,-1 2,-4 1,-1 2,-32-28,46 52,0 1,-2 1,-1 1,0 2,-2 1,0 1,-1 2,-1 2,0 1,-27-7,-73-9,-1 5,-1 6,0 6,-1 6,-100 10,-166 17,-65 26,72-6,-331 20,577-35,151-26,-1 0,1 1,-1-1,0 0,1 1,-1-1,1 1,-1-1,0 0,0 1,1-1,-1 1,0-1,0 1,1-1,-1 1,0-1,0 1,0 0,0-1,0 1,0-1,0 1,0-1,0 1,0-1,0 1,0 0,0-1,0 1,0-1,-1 1,1-1,0 1,0-1,-1 1,1-1,0 0,-1 1,1-1,-1 1,1-1,0 0,-1 1,1-1,-1 0,1 1,-1-1,1 0,-1 0,1 1,-1-1,1 0,-1 0,1 0,-1 0,1 0,-1 0,0 0,1 0,-1 0,11 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26.8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24,'53'-9,"2"3,-1 2,8 3,-21 0,664-2,92 37,-708-25,-88-6,-91 1,-251-3,210-1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27.1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0,'16'3,"24"2,32 3,37 2,38 3,29 0,22 0,11-1,1-3,-4-4,-16-2,-21-1,-28-2,-39-2,-40-2,-49-4,-27-1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45.9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11 449,'2'-26,"1"0,1-1,1 1,8-21,-2 4,31-184,-42 226,5-24,-5 25,0 1,0-1,1 0,-1 0,0 1,0-1,0 0,0 0,0 0,1 1,-1-1,0 0,0 0,0 0,0 1,1-1,-1 0,0 0,0 0,1 0,-1 0,0 0,0 1,1-1,-1 0,0 0,0 0,1 0,-1 0,0 0,0 0,1 0,-1 0,0 0,1 0,-1 0,0-1,0 1,1 0,-1 0,0 0,0 0,0 0,1 0,-1-1,0 1,0 0,1 0,-1 0,0 0,0-1,0 1,0 0,0 0,1-1,-1 1,0 0,0 0,0-1,0 1,0 0,4 11,-1 0,-1 1,0-1,-1 1,0-1,0 1,-1 0,-1-1,0 5,-1 17,2 28,-1 87,-14 97,3-131,11-112,1-1,-1 1,1 0,-1-1,0 1,0-1,1 1,-1-1,0 1,-1-1,1 0,0 1,0-1,-1 0,1 0,0 0,-1 0,1 0,-1 0,1 0,-1 0,0-1,1 1,-1-1,0 1,1-1,-1 0,0 1,0-1,1 0,-1 0,0 0,0-1,1 1,-1 0,0-1,0 1,1-1,-1 1,-1-2,-29 2,219-29,-14 13,-149 15</inkml:trace>
  <inkml:trace contextRef="#ctx0" brushRef="#br0" timeOffset="719.93">719 35,'2'5,"6"5,5 11,11 9,9 5,9 6,8 4,5 0,0-1,-3-2,-3-3,-8-3,-8-5,-8-6,-6-4,-6-4,-5-8,-4-4</inkml:trace>
  <inkml:trace contextRef="#ctx0" brushRef="#br0" timeOffset="980.906">1213 35,'-3'-2,"-1"0,1 0,-1 1,0 0,1-1,-1 1,0 1,0-1,0 0,0 1,0 0,0 0,0 0,0 1,0-1,1 1,-1 0,0 0,0 0,0 0,1 1,-1-1,1 1,-1 0,1 0,0 1,0-1,0 1,0-1,0 1,0 0,1 0,-1 0,1 0,0 1,0-1,-1 2,-62 154,22-43,9-51,-3-3,-3 0,-2-3,-16 14,37-56,17-22</inkml:trace>
  <inkml:trace contextRef="#ctx0" brushRef="#br0" timeOffset="1313.776">599 397,'-7'-3,"0"3,8 2,13 1,20 1,20-1,22-3,20-4,14-6,5-3,-4-2,-14 1,-18 4,-22 3,-24 3,-18 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5:58.4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0 482,'1'-19,"88"-169,22-86,-108 309,-13 150,-30 156,18-128,22-212,0 0,1 0,-1 0,0-1,0 1,0 0,0 0,0 0,0 0,0 0,0 0,0 0,-1 0,1 0,0 0,0-1,-1 1,1 0,-1 0,1 0,-1 0,1-1,-1 1,1 0,-1-1,0 1,1 0,-1-1,0 1,0-1,1 1,-1-1,0 1,0-1,0 0,0 1,1-1,-1 0,0 0,0 1,0-1,0 0,0 0,0 0,0 0,0 0,0 0,0-1,1 1,-1 0,0 0,0-1,0 1,0 0,0-1,1 1,-1-1,0 1,0-1,1 0,-1 1,0-1,1 0,-1 0,-31-22,51 15,246 6,-45 11,-186-7</inkml:trace>
  <inkml:trace contextRef="#ctx0" brushRef="#br0" timeOffset="349.751">775 174,'-2'-7,"1"2,6 10,9 12,8 12,10 11,9 10,8 8,3 2,2 1,1-1,-3-1,-3-7,-5-5,-8-9,-8-5,-6-9,-7-9</inkml:trace>
  <inkml:trace contextRef="#ctx0" brushRef="#br0" timeOffset="650.084">1404 147,'-16'-4,"-10"2,-4 7,-3 9,0 9,4 10,2 8,1 9,0 4,-2 5,-3 2,-3-4,0-3,-2-8,4-6,4-10,8-11</inkml:trace>
  <inkml:trace contextRef="#ctx0" brushRef="#br0" timeOffset="917.281">682 495,'-25'-5,"41"0,415 1,7 5,-394 4,-59 0,-61-2,50-2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6:01.2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1044 396,'-6'-9,"0"1,-1 0,0 0,0 0,-1 1,0 1,0-1,-1 1,0 1,0-1,0 1,0 1,-1 0,-6-2,-26-14,12 4,-1 2,0 0,-1 2,0 2,0 1,-1 1,-1 2,1 1,-1 2,-20 0,35 3,0 1,0 0,0 2,1 0,-1 1,1 1,0 0,0 2,0 0,1 1,0 0,1 2,0 0,0 0,1 2,0 0,1 1,-2 3,-2 4,0 2,1 0,2 1,0 1,2 0,0 1,2 1,0-1,2 2,1-1,1 1,1 1,2-1,1 1,0 15,4-26,1 0,1-1,0 1,1 0,1-1,0 0,2 0,0-1,0 0,1 0,1 0,1-1,0-1,2 2,6 7,1-2,0-1,2 0,0-1,1-2,1 0,0-1,10 3,9 0,1-3,0-1,2-1,-1-3,1-2,0-2,1-2,0-1,-1-3,1-2,17-4,-19 3,0-2,-1-3,0-1,0-2,-1-2,19-9,-41 14,-1-1,0-1,-1-1,-1-1,1 0,-2-1,0-1,0 0,-1-1,-1-1,-1 0,0-1,-1 0,4-10,-2 1,-2-1,-2 0,0 0,-2-1,0 0,-3 0,0-1,-1 0,-2 0,-1 0,-2 0,0 0,-2 0,-1 1,-2-1,0 1,-2 0,-1 0,-9-17,3 11,-2 0,0 1,-3 2,0 0,-17-18,26 36,0 1,0 0,-1 1,0 0,-1 1,-1 1,1 0,-1 1,-1 0,1 1,-1 1,-1 0,1 1,-3 0,-13 2,-1 1,1 2,0 1,0 2,0 0,0 3,0 0,1 2,0 1,0 1,1 2,-22 13,12-7,1 2,0 2,2 1,0 2,-8 10,-6 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6:02.5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1259 187,'-46'-10,"-1"-2,2-2,0-2,-10-7,-90-30,103 39,-1 2,0 2,-1 1,0 3,0 1,0 3,0 1,-1 2,1 2,0 3,0 1,1 1,-19 8,48-10,1 0,-1 0,1 1,0 1,1 0,0 1,0 0,1 1,0 0,1 1,0 0,0 1,1 0,1 0,0 1,1 0,0 0,1 1,1-1,0 1,-1 6,-1 2,1 0,0 0,2 1,1 0,1 0,0 0,2 0,1 0,0 0,2 0,1 0,1-1,0 0,2 0,1 0,0 0,2-1,0-1,1 0,8 9,8-1,1-1,2-2,1-1,0-1,2-2,1-1,0-1,1-2,1-2,1-1,0-2,0-2,5 0,7 5,1-3,1-2,0-2,0-2,0-2,1-3,-1-2,1-2,-1-2,5-3,-37 3,1-1,-1 0,0-1,0-1,-1-1,0-1,0 0,-1-1,-1-1,0-1,0 0,-2-1,1 0,-2-1,0-1,-1 0,0-1,5-13,-3 5,-2-1,-1 0,-1-1,-1-1,-2 1,0-1,-2 0,-1-1,-1 1,-2-1,-1 0,-1 1,-1-1,-2 1,-1 0,-1-1,-1 2,-3-6,3 17,-1 0,-1 1,0 0,-1 0,0 1,-1 1,-1 0,0 0,0 1,-2 1,1 0,-2 0,1 2,-1 0,-1 0,1 2,-1 0,-1 0,1 2,-1 0,0 1,-15-2,-108-12,2 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6:12.0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257 143,'-4'-4,"-2"0,2 8,7 12,7 15,9 11,10 13,9 5,8 4,7 1,3-5,0-5,-4-8,-3-9,-8-11,-8-10,-11-9</inkml:trace>
  <inkml:trace contextRef="#ctx0" brushRef="#br0" timeOffset="239.233">712 156,'-18'3,"-11"6,-5 10,-1 13,1 9,1 12,3 9,-2 1,-1 3,0-3,1-9,4-8,6-12</inkml:trace>
  <inkml:trace contextRef="#ctx0" brushRef="#br0" timeOffset="240.233">70 464,'-16'0,"-7"0,2 0,11 0,20 0,20 0,25-3,22-4,20-4,12 0,5-1,-4 2,-9 3,-13 3,-12 3,-14 3,-18 1</inkml:trace>
  <inkml:trace contextRef="#ctx0" brushRef="#br0" timeOffset="241.233">1206 397,'3'-52,"2"1,2 0,3 1,2 0,2 0,4-4,-3 15,-6 51,-7 27,-1 1,-3-1,-1 0,-3 14,2-20,-14 98,-27 95,32-190,6-28</inkml:trace>
  <inkml:trace contextRef="#ctx0" brushRef="#br0" timeOffset="421.179">1166 624,'-4'-4,"0"-3,6 2,11 0,15-1,14 1,12-1,5 0,2 2,-10 1</inkml:trace>
  <inkml:trace contextRef="#ctx0" brushRef="#br0" timeOffset="588.513">1755 597,'9'-2,"5"-1,-2 0,-9 1,-18 0,-5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6:15.2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187 130,'-7'12,"0"12,6 12,10 11,13 8,13 5,10 3,7-2,1-3,-1-6,-6-8,-8-9,-8-10,-9-10</inkml:trace>
  <inkml:trace contextRef="#ctx0" brushRef="#br0" timeOffset="290.806">507 211,'-13'3,"-10"4,-5 11,-2 11,-1 13,5 9,5 9,3 2,1 0,0-1,2-5,-2-6,2-13</inkml:trace>
  <inkml:trace contextRef="#ctx0" brushRef="#br0" timeOffset="573.786">0 492,'16'5,"16"1,20-1,18 0,18-4,14-4,8-7,2-3,-7-4,-13-2,-21 3</inkml:trace>
  <inkml:trace contextRef="#ctx0" brushRef="#br0" timeOffset="875.726">1136 332,'46'-72,"-17"30,-2-2,-2-1,-2-1,5-19,-23 47,-11 34,-7 33,3 1,2 1,3 0,1-1,3 43,1-26,-4 0,-12 66,14-121,-1 0,0 1,-1-1,-1 0,1-1,-2 1,0-1,-5 8,-6 2</inkml:trace>
  <inkml:trace contextRef="#ctx0" brushRef="#br0" timeOffset="1159.156">1136 720,'2'-5,"8"-3,11-1,16-1,12-1,13 1,6 3,1 2,-11 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6:28.2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0 520,'144'-264,"-22"27,-108 219,-14 18,1 0,-1 0,0 0,1 0,-1 0,1 0,-1 0,0 0,1 1,-1-1,1 0,-1 0,0 0,1 1,-1-1,0 0,1 0,-1 1,0-1,1 0,-1 1,0-1,0 0,0 1,1-1,-1 1,0-1,0 0,0 1,0-1,0 1,0-1,1 0,-1 1,0-1,0 1,0-1,0 1,-1-1,1 0,0 1,0-1,0 1,0-1,0 0,0 1,-1-1,1 0,0 1,0-1,-1 0,1 1,0-1,0 0,-1 1,1-1,0 0,-1 0,1 1,-56 303,51-268,2 1,1 0,2 0,1 0,3 0,0 0,3 1,7 10</inkml:trace>
  <inkml:trace contextRef="#ctx0" brushRef="#br0" timeOffset="281.176">629 159,'16'9,"14"10,11 10,6 8,3 7,1 1,-4 4,-4-1,-4-3,-4-8,-4-7,-2-9,-4-10,-6-7</inkml:trace>
  <inkml:trace contextRef="#ctx0" brushRef="#br0" timeOffset="580.003">1136 159,'-16'0,"-9"5,-6 7,-2 10,1 9,3 9,2 9,0 5,4 5,0 1,-2 0,-2-3,2-10,5-12</inkml:trace>
  <inkml:trace contextRef="#ctx0" brushRef="#br0" timeOffset="862.741">588 453,'7'0,"14"0,21-2,21-4,22-2,15-2,8-3,-4 2,-10 3,-17 2,-21 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6:31.9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0 494,'28'-82,"-4"-1,8-53,11-42,-36 163,-2 21,0 28,-2 471,7-420,-1-59</inkml:trace>
  <inkml:trace contextRef="#ctx0" brushRef="#br0" timeOffset="279.587">481 160,'16'7,"12"6,11 9,9 7,4 5,2 6,-1 5,-4 5,-4 0,-4-2,-4-6,-4-8,0-11,-2-8,-6-7</inkml:trace>
  <inkml:trace contextRef="#ctx0" brushRef="#br0" timeOffset="564.305">1069 173,'-18'9,"-13"10,-5 11,-2 9,1 8,3 4,5 0,2-1,4-2,4-8,2-8,0-9,2-9</inkml:trace>
  <inkml:trace contextRef="#ctx0" brushRef="#br0" timeOffset="861.926">494 428,'16'0,"19"0,22-3,23-4,22-7,15-2,7-4,-7 0,-16 1,-25 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6:37.1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69,'2'5,"5"7,7 10,9 7,10 8,9 5,8 2,5 2,2 0,0-2,-2-6,-4-3,-8-6,-9-8,-11-7</inkml:trace>
  <inkml:trace contextRef="#ctx0" brushRef="#br0" timeOffset="218.7">494 69,'-15'9,"-13"12,-6 12,-1 12,-3 11,2 8,2 4,2 0,2-5,2-6,3-11,4-13,5-12</inkml:trace>
  <inkml:trace contextRef="#ctx0" brushRef="#br0" timeOffset="453.062">0 376,'14'7,"20"2,23-5,19-9,18-10,11-6,3-1,-3 2,-10 5,-14 7,-20 10,-19 4</inkml:trace>
  <inkml:trace contextRef="#ctx0" brushRef="#br0" timeOffset="702.956">1083 337,'43'-297,"-32"257,-6 46,8 126,-9 321,-7-367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6:39.4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144 1,'-2'0,"1"0,6 4,6 7,6 10,7 11,6 11,5 7,5 7,3 5,4 1,1-4,4-4,-2-8,-4-9,-6-11,-9-13,-10-8</inkml:trace>
  <inkml:trace contextRef="#ctx0" brushRef="#br0" timeOffset="466.025">612 14,'-9'1,"-1"0,1 1,-1 1,1-1,0 1,0 1,0 0,1 0,-1 1,1 0,0 0,0 1,1 0,0 0,0 1,0 0,1 0,0 0,0 1,1 0,0 0,-235 291,219-277,5-8</inkml:trace>
  <inkml:trace contextRef="#ctx0" brushRef="#br0" timeOffset="882.476">10 282,'-9'-13,"30"14,-12 0,104 1,0-5,0-5,-1-5,0-5,-1-5,80-28,-170 46,-22 5,1 0,0 0,0 0,0 0,-1 0,1 0,0-1,0 1,0 0,0 0,-1 0,1 0,0 0,0 0,0-1,0 1,0 0,0 0,-1 0,1 0,0-1,0 1,0 0,0 0,0 0,0 0,0-1,0 1,0 0,0 0,0 0,0-1,0 1,0 0,0 0,0 0,0-1,0 1,0 0,0 0,0 0,0 0,0-1,1 1,-1 0,0 0,0 0,0 0,0-1,0 1,0 0,1 0,-1 0,0 0,0 0,0 0,0 0,-2-2,-8-5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6:46.0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1 501,'196'-457,"-174"414,-21 43,0 1,0 0,0 0,0 0,0 0,0 0,0 0,-1 0,1 0,0 0,-1 0,1 0,-1 0,1 0,-1 0,1 1,-1-1,0 0,0 0,0 1,0-1,0 0,0 0,0 1,0-1,0 0,0 0,-1 1,1 0,-15 315,12 30,4-346,-1 0,0 1,0-1,0 0,-1 1,1-1,0 0,0 1,-1-1,1 0,-1 0,1 1,-1-1,1 0,-1 0,0 0,0 0,0 0,1 0,-1 0,0 0,0 0,0 0,-1 0,1 0,0-1,0 1,0 0,0-1,-1 1,1-1,0 0,-1 1,1-1,0 0,-1 0,1 0,0 0,-1 0,1 0,0 0,-1 0,1 0,0-1,0 1,-1 0,1-1,0 0,0 1,-1-1,1 1,0-1,0 0,0 0,0 0,0 0,0 0,0 0,0 0,1 0,0 0,0 1,0-1,0 0,0 0,0 1,1-1,-1 0,0 1,0-1,1 0,-1 1,0-1,1 0,-1 1,1-1,-1 1,0-1,1 0,-1 1,1-1,0 1,-1 0,1-1,-1 1,1-1,0 1,-1 0,1 0,0-1,0 1,-1 0,1 0,0 0,-1 0,1 0,0 0,0 0,-1 0,1 0,0 0,0 0,-1 0,1 0,0 1,-1-1,1 0,0 1,1-2,93-9,1 5,20 3,-93 2,-2-1,-15 0,0 1,1 0,-1 0,1 0,-1 0,0 1,1 0,-1 1,0-1,0 1,0 1,0 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7:43.8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28,'15'-11,"180"7,100 43,208-37,-288-15,43-1,-11 1,161 5,145 3,-340 19,104 21,-127-5,-99-27,-91-3,0 0,-1 0,1 0,0 0,-1 0,1 0,0-1,-1 1,1 0,0 0,-1 0,1 0,0 0,0-1,-1 1,1 0,0 0,0 0,-1-1,1 1,0 0,0 0,0-1,-1 1,1 0,0-1,0 1,0 0,0-1,0 1,0 0,0-1,0 1,0 0,-1-1,1 1,1 0,-1-1,0 1,0 0,0 0,0-1,0 1,0 0,0-1,0 1,0 0,1-1,-1 1,0 0,0 0,0-1,1 1,-1 0,0 0,0-1,1 1,-1 0,0 0,0 0,1 0,-1-1,0 1,1 0,-1 0,1 0,-14-12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00.6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322 446,'-20'58,"2"0,3 1,3 1,2 1,2 15,-1-10,-22 138,2-20,8 1,6 23,-27 393,31-230,1-15,-3-154,9 53,-20 18,3-94,12 286,10-331,3 100,10 0,22 83,-1-42,-1 254,-22-261,-2-60,-9 26,-13 562,-29 163,34-107,-11-281,4 292,51-378,-20-95,-8-285,5-1,4-1,5 0,5-1,19 42,-37-107,1-1,3 0,1-1,1-1,2 0,1-2,2 0,1-1,9 9,118 117,-130-140,1 0,0-1,1-2,1 0,0-1,1-1,1-1,-1-1,7 0,30 16,149 61,-203-84,1 0,0 0,0 0,0-1,0-1,1 1,-1-1,0 0,1-1,-1 1,0-1,1-1,-1 0,1 0,-1 0,0-1,0 0,0 0,0-1,0 0,0 0,-1-1,0 1,1-2,2-2,1-7,0-1,-1-1,0 0,-2 0,0 0,0-3,49-91,-38 87,-2 0,0-1,-2-1,-1-1,2-6,154-371,-154 366,-2 0,-1-2,-2 1,-2-1,-2-1,-1 1,-2-1,-2 0,-2-2,1-35,3 0,10-63,-2-66,-7 67,4-329,-6 438,2 0,1-1,1 1,1 1,2 0,1 0,10-20,5-15,-18 44,-1 1,0-1,-1 0,-2-1,0 1,-1-1,0-4,5-177,-2 135,-3 1,-2-1,-4 1,-3-8,-65-196,10-45,16 145,34 134,1 1,1-2,3 0,-3-26,7-11,3 46,-2-1,0 0,-2 1,-1 0,-1 0,-2-1,-11-25,3 0,2-2,2 0,-2-38,-32-264,38 296,3 0,3 0,5-37,-2 0,1-5,5 1,5-7,23-192,24 57,-11 91,-25 88,-2-1,-4-1,-2-1,-2-17,11-90,-17-5,-9 112,2 60,0-63,-3 0,-7-38,4 72,-16-170,22 197,1-70,-4 1,-12-71,-1-155,-31 135,42-126,-9 149,6-107,9-172,25 175,19 39,-4 36,13-127,3 47,-37 180,-3-1,2-43,-17 108,3-32,-1 1,-2-1,-2 1,-3-6,-20-194,16 57,0-106,8 189,7-7,-5 85,0 1,-2-1,-1 0,0 1,-2-1,-2 1,-1-8,-48-164,47 184,0 0,0 0,-1 1,-1 0,0 0,-1 1,0 0,-1 1,0 0,-1 0,0 1,0 0,-1 1,0 1,0 0,-1 0,0 1,0 1,-5-2,1 3,0 0,0 1,0 0,0 2,-1 0,1 1,0 0,-6 3,-28-2,19-1,0 2,0 1,1 1,-1 1,1 2,0 2,-2 1,-43 22,2 3,2 3,1 3,2 3,3 4,-26 24,-18 16,0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08.8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1164 1794,'-10'-112,"4"0,7-52,0 60,-1 32,-1-79,6 1,6 0,18-70,-21 182,-1-1,-2 0,-2 0,-2-38,-33-12,20 64,6 12,1 1,-2 0,0 0,0 1,-1 0,0 0,-1 1,0 0,-1 0,0 1,0 1,-1 0,0 0,-1 1,0 0,0 1,0 0,-11-3,-25-1,0 1,0 3,-1 1,0 3,-27 3,69-1,-14 0,-1 1,1 0,0 2,0 1,1 1,-1 0,1 2,0 0,1 1,0 1,0 1,0 1,2 0,-1 1,1 1,-14 15,15-12,1 1,0 0,2 1,0 1,1 0,1 1,0 0,2 1,1 0,0 0,-3 16,-62 135,59-148,2 1,0 0,2 1,0 0,2 1,1 0,1 0,-1 18,6 11,3 1,2-1,2 0,3 0,2-1,17 48,-7-28,-3 1,-3 1,-4 0,-3 1,-4 11,9 431,-14-411,-2 0,5 1,5 0,5-1,10 35,-12-100,-3 0,-1 0,-2 0,-2 11,-4 263,-24 4,38-94,-5-168,-3 0,-3 0,-2 0,-6 26,-6-1,-1 6,4 0,3 20,8 566,5-481,0-97,-5 0,-6 23,-23 110,11-102,-1 112,19 892,-1-585,-32-74,8-225,-24 127,33-87,14 3,1 478,14-340,-15 349,-3-647,-1-60,4 0,3 0,3-1,11 55,76 254,-73-292,3-1,4-1,35 77,-38-110,3-2,1 0,17 20,11 16,-39-57,1-2,2 0,1-1,1-1,1-1,1-1,1 0,2-2,16 11,-21-25,1 0,-1-2,1 0,1-1,0-2,-1 0,1-2,0 0,0-1,0-2,1 0,-2-2,1 0,0-1,-1-2,1 0,19-9,-18 7,-1-2,0 0,0-1,-1-1,0-2,-1 0,-1-1,0-1,-1 0,-1-2,0 0,-2-1,0-1,-1 0,-1-2,-1 1,-1-1,-1-1,-1 0,2-8,77-272,-80 281,0 2,-1-1,-1 1,0-2,-2 1,-1 0,0-1,-1-11,3-181,-1-161,-32 118,3 7,22-161,16 46,-28 48,-30-33,37 268,3 0,5-45,-1-21,-53-213,81 62,-26 271,2 0,1 0,1 0,1 1,1 0,2 1,1 0,1 0,4-4,0-6,-1-1,-1-1,-2 0,-2 0,-2-1,-1 0,-2-1,-2 1,-1-307,-7 252,-4 0,-19-81,10 70,-17-115,34 170,-13-138,-10 88,-18-120,38 182,-3 0,-1 0,-2 1,-7-18,8 28,2 0,1 0,1-1,2 1,-1-25,1 8,-1 0,-2 0,-9-27,5 13,2-1,3 0,3 0,2-15,0 65,0 1,-1-1,0 1,0 0,-1 0,0-1,0 1,-1 0,0 1,-1-1,0 0,0 1,-2-3,-1-3,1 0,0-1,1 0,0 0,1 0,1-1,-2-13,-7-27,-30-52,-22-20,48 95,11 24,0-1,1 0,0-1,1 1,0-1,0 1,1-1,0 0,0-6,-24-131,27-254,1 378,0 1,2-1,0 1,2 0,0 0,5-8,19-79,-21 55,2 0,3 1,1 0,22-46,-23 66,-1-1,-2 0,-1-1,1-15,46-102,-30 11,12-91,15-45,-46 221,-3-1,-2 1,-3-21,6-101,5 86,-3 28,-2 0,-3 0,-4-34,-25-277,20 314,5 34,-2 0,0 0,-2 0,-1 1,-1 0,-2 0,0 1,-4-6,1 11,2-1,0 1,2-1,0-1,1 0,2 0,0 0,1-2,-32-147,17 54,18 114,0 1,0 0,0 0,0 0,-1 0,1 0,-1 0,1 1,-1-1,0 0,0 1,0-1,0 1,0 0,0-1,0 1,0 0,0 0,-1 0,1 1,0-1,-1 1,1-1,-1 1,1-1,-28-7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24.5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135 188,'-2'-2,"1"1,0 0,-1 0,1 0,-1 0,0 0,1 0,-1 0,0 0,1 0,-1 1,0-1,0 1,0 0,0-1,1 1,-1 0,0 0,0 0,0 0,0 0,0 1,0-1,1 1,-1-1,0 1,0-1,1 1,-1 0,0 0,1 0,-1 0,1 0,-1 0,1 0,-1 1,1-1,0 1,0-1,0 1,-1 0,-7 12,0 1,2 1,-1 0,2-1,0 2,1-1,1 1,0 0,1 0,1 0,1 0,0 0,2 6,-2-17,0 0,1-1,0 1,0 0,1 0,0-1,0 1,0 0,1-1,-1 1,1-1,1 0,-1 1,1-1,0 0,0 0,0-1,1 1,0-1,-1 0,2 0,-1 0,0 0,1-1,0 1,0-1,0 0,3 1,3-2,1-1,0 0,0 0,-1-1,1-1,0 0,-1 0,1-1,0-1,-1 0,0 0,0-1,0-1,0 0,-1 0,0-1,0 0,0-1,-1 0,0-1,6-6,-6 6,-1 0,0-1,-1 1,0-2,0 1,-1-1,0 0,-1 0,0-1,-1 0,0 0,-1 0,0 0,0 0,-1-1,-1 1,0-1,0 1,-1-1,-1 0,0 1,-1-1,0 1,0 0,-1-1,-1 1,0 0,0 1,-1-1,-1 1,0 0,0 0,-2-1,4 4,-1 0,-1 1,1-1,-1 1,0 0,-1 0,1 1,-1 0,0 0,-1 0,1 1,-1 0,0 1,0-1,0 2,0-1,-1 1,1 0,0 1,-1 0,0 0,1 1,-1 0,1 1,-1 0,1 0,-1 0,1 1,0 1,-1 0,1 0,0 0,1 1,-1 0,1 0,-5 4,5-2,1 0,0 0,0 0,0 1,1 0,0 0,0 0,1 0,0 1,0 0,1 0,0 0,0 0,1 1,0-1,0 1,1-1,0 1,1-1,0 1,0 0,1-1,0 1,1-1,-1 1,2-1,-1 0,1 1,0-1,4 5,20 25</inkml:trace>
  <inkml:trace contextRef="#ctx0" brushRef="#br0" timeOffset="257.233">710 1,'6'4,"10"12,11 13,12 12,11 7,8 4,4 4,-3-2,-3-3,-8-6,-9-5,-12-8,-9-9</inkml:trace>
  <inkml:trace contextRef="#ctx0" brushRef="#br0" timeOffset="541.001">1150 28,'-16'2,"-11"8,-10 9,-3 10,-3 9,1 10,2 6,3 4,4 3,7-1,5-4,7-6,5-10,4-12</inkml:trace>
  <inkml:trace contextRef="#ctx0" brushRef="#br0" timeOffset="822.742">643 335,'4'-2,"16"-1,22 0,24-1,22-3,14-1,4 0,-6 1,-15 2,-19 5,-21 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28.7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0 596,'56'-64,"-4"-2,-2-3,-3-1,27-60,3-39,-64 143,-6 24,-8 73,-6 33,4 0,5 0,4-1,19 101,-13-154</inkml:trace>
  <inkml:trace contextRef="#ctx0" brushRef="#br0" timeOffset="260.735">748 115,'-7'14,"-1"16,-1 11,7 11,12 8,16 4,15 1,12-1,8-5,3-8,-3-6,-6-8,-12-6,-10-9,-10-5,-10-5</inkml:trace>
  <inkml:trace contextRef="#ctx0" brushRef="#br0" timeOffset="546.051">1136 302,'-18'9,"-13"12,-8 12,-6 14,-3 10,0 7,2 1,4 0,4-6,5-7,5-11,7-12</inkml:trace>
  <inkml:trace contextRef="#ctx0" brushRef="#br0" timeOffset="843.961">628 543,'9'-3,"14"3,20 0,22 0,24-1,16-4,7 0,-3 0,-12 1,-23 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35.2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14 370,'0'0,"0"0,0-1,0 1,-1 0,1 0,0-1,0 1,0 0,-1 0,1-1,0 1,0 0,-1 0,1 0,0-1,-1 1,1 0,0 0,-1 0,1 0,0 0,-1 0,1 0,0 0,0 0,-1 0,1 0,0 0,-1 0,1 0,0 0,-1 0,1 0,0 0,-1 0,1 0,0 0,-1 1,1-1,0 0,0 0,-1 0,1 1,0-1,0 0,-1 0,1 1,0-1,0 0,11-30,-8 25,22-45,-3 0,-1-1,-3-2,-2 0,3-24,-52 358,-28 60,58-327,2-20</inkml:trace>
  <inkml:trace contextRef="#ctx0" brushRef="#br0" timeOffset="480.616">549 116,'-5'0,"2"6,4 10,10 11,10 10,10 6,12 4,7 1,1-1,0-1,-4-4,-6-5,-8-4,-9-5,-9-6,-7-6</inkml:trace>
  <inkml:trace contextRef="#ctx0" brushRef="#br0" timeOffset="730.515">1003 102,'-13'5,"-12"8,-6 9,-4 9,0 12,3 6,7 5,5 2,3-1,6-2,1-5,-2-3,0-8,-4-7,1-10</inkml:trace>
  <inkml:trace contextRef="#ctx0" brushRef="#br0" timeOffset="915.526">469 437,'18'-2,"22"-4,22-2,22-5,16-2,7 2,0-1,-10 4,-15 2,-16 4,-20 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38.1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75,'-4'1,"0"0,-1 1,1-1,0 1,0 0,0 0,0 0,1 1,-1-1,1 1,-1 0,1 0,0 0,0 0,0 1,0-1,1 1,-1 0,1 0,0 0,-1 4,-24 92,24-79,1 1,2 0,0 0,1-1,1 1,1 0,0-1,6 16,-7-30,0 1,1-1,0 0,0 0,0 0,1 0,0 0,1-1,-1 1,1-1,0 0,1-1,-1 0,1 1,0-2,1 1,-1-1,1 0,0 0,0 0,0-1,0-1,0 1,1-1,6 1,-5-2,0 0,0-1,0 0,-1 0,1-1,0 0,0-1,0 0,-1-1,1 1,-1-1,0-1,0 0,0 0,0-1,-1 1,1-2,-1 1,-1-1,1 0,-1 0,4-6,-1 1,-1 0,0 0,0-1,-1 0,-1-1,0 0,-1 0,0 0,-1 0,-1-1,0 1,-1-1,0 0,-1-4,-1 2,-1-1,0 1,-1-1,-1 1,-1 0,0 0,-1 0,0 1,-2 0,0 0,0 0,-1 1,-2-1,5 8,0 0,0 0,-1 0,0 0,0 1,-1 0,1 0,-1 1,-1 0,1 0,-1 1,0 0,0 0,0 1,0 0,-1 0,1 1,-1 0,0 0,1 1,-1 1,0-1,0 1,-8 1,9 1,-1 0,1 0,0 1,0 0,1 1,-1 0,0 0,1 0,0 1,0 0,1 0,-1 1,1 0,0 0,1 0,-1 1,1 0,1 0,-1 0,1 0,0 1,1 0,0 0,0 0,1 0,0 0,0 1,1-1,0 0,0 1,1-1,0 1,1-1,0 1,0-1,2 5,16 35,7-9</inkml:trace>
  <inkml:trace contextRef="#ctx0" brushRef="#br0" timeOffset="268.154">762 22,'5'18,"5"15,11 11,13 6,12 2,10 2,8-2,5-4,0-5,-5-6,-8-8,-13-6,-10-8,-11-7,-10-7</inkml:trace>
  <inkml:trace contextRef="#ctx0" brushRef="#br0" timeOffset="552.144">1243 22,'-16'13,"-10"17,-7 14,-4 11,-2 7,2 5,3 0,3-3,4-4,4-9,4-11,5-11</inkml:trace>
  <inkml:trace contextRef="#ctx0" brushRef="#br0" timeOffset="852.028">762 262,'0'9,"12"3,19 0,25-5,23-8,19-8,14-5,0-1,-11 4,-23 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41.4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66,'7'9,"6"10,7 9,5 8,6 8,5 4,2 4,0 3,1-3,-3-2,-3-3,-1-7,-3-9,-4-8,-1-10,-5-6</inkml:trace>
  <inkml:trace contextRef="#ctx0" brushRef="#br0" timeOffset="287.529">561 107,'-16'20,"-7"19,0 11,1 8,5 7,3 0,2-3,0-4,0-6,-2-9,1-10</inkml:trace>
  <inkml:trace contextRef="#ctx0" brushRef="#br0" timeOffset="555.019">0 481,'23'0,"25"0,28-3,25-4,21-9,13-5,1-5,-5 1,-12 2,-16 0,-25 4</inkml:trace>
  <inkml:trace contextRef="#ctx0" brushRef="#br0" timeOffset="837.187">1243 254,'0'13,"11"113,-10-120,1-1,-1 0,1 0,0 0,1 0,-1 0,1 0,0 0,0-1,1 0,-1 1,1-1,0-1,0 1,0 0,1-1,-1 0,1 0,0 0,0-1,3 2,1-1,0 0,1-1,0 0,-1 0,1-1,0-1,0 1,0-1,0-1,-1 0,1-1,0 1,0-2,-1 1,0-1,1-1,-1 0,0 0,-1-1,1 0,-1 0,0-1,0 0,-1-1,0 0,0 0,0 0,-1-1,0 0,-1 0,1 0,-2-1,1 0,-1 0,-1 0,1 0,-1-1,-1 1,0-1,0-7,-1 4,0-1,-1 0,-1 1,0-1,-1 1,-1 0,0-1,0 1,-2 0,1 1,-2-1,1 1,-2 0,-4-7,6 12,0 0,0 0,0 1,-1-1,0 1,0 1,0-1,-1 1,0 0,0 1,0-1,-1 2,1-1,-1 1,0 0,0 0,0 1,-1 0,1 1,0-1,-1 2,1-1,0 1,-1 1,-2 0,0 1,1 0,-1 1,1 1,-1-1,1 2,0-1,0 1,1 1,-1 0,1 0,1 1,-1 0,1 0,0 1,1 0,-3 5,-5 6,1 1,1 1,0 0,2 0,1 1,1 1,-3 9,-12 48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45.7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135 184,'33'61,"222"303,-205-303,-39-48</inkml:trace>
  <inkml:trace contextRef="#ctx0" brushRef="#br0" timeOffset="268.282">455 251,'-11'12,"-6"12,-1 12,2 8,0 8,1 5,-2-1,0-1,1-5,0-6,2-9,2-8,1-9,3-9,2-6</inkml:trace>
  <inkml:trace contextRef="#ctx0" brushRef="#br0" timeOffset="567.968">1 559,'22'-7,"25"-5,21-4,20-2,11 0,7 0,-4 4,-7 4,-13 4,-18 2,-18 3,-19-1,-17-3,-16 0,-7 0</inkml:trace>
  <inkml:trace contextRef="#ctx0" brushRef="#br0" timeOffset="8564.139">1110 291,'0'2,"-2"1,1 0,0 1,1-1,-1 0,0 1,1-1,0 1,0-1,0 1,0-1,0 0,1 1,0-1,0 1,0-1,0 2,18-15,4-19,-1-2,-1-1,-2 0,7-17,-10 19,-1-2,-1 1,-2-1,2-11,-54 199,33-125,2 0,1 0,1 0,2 1,1-1,1 1,2-1,2 0,7 29,4-14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57.1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1 294,'1'-59,"3"0,3 0,11-46,-14 94,-4 34,-10 93,-2 40,6 81,10-136,1-13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8:56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1,'18'2,"16"8,8 11,6 11,4 11,0 10,-1 8,-2 4,-1-2,0-4,-2-9,-3-7,-5-12,-7-11,-6-10,-7-8</inkml:trace>
  <inkml:trace contextRef="#ctx0" brushRef="#br0" timeOffset="264.482">562 53,'-16'3,"-12"9,-8 15,-5 13,-2 12,-1 8,3 3,1 0,4-4,2-7,3-13,7-13</inkml:trace>
  <inkml:trace contextRef="#ctx0" brushRef="#br0" timeOffset="530.953">27 321,'3'14,"15"4,24-3,28-6,24-10,19-6,10-5,4-2,-21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01.2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0,'5'9,"6"10,7 8,9 9,8 8,7 5,6 3,3 4,1 2,-3 0,-4-3,-6-4,-7-3,-6-9,-7-8,-2-14,-6-9</inkml:trace>
  <inkml:trace contextRef="#ctx0" brushRef="#br0" timeOffset="275.87">589 80,'-16'7,"-10"9,-4 11,-3 9,1 9,0 5,4 3,2 0,4-3,0-4,2-9,-1-11,5-9</inkml:trace>
  <inkml:trace contextRef="#ctx0" brushRef="#br0" timeOffset="560.268">1 387,'18'7,"22"0,23-4,20-6,15-8,11-4,3-4,-2 1,-8 2,-10 1,-11 3,-21 3</inkml:trace>
  <inkml:trace contextRef="#ctx0" brushRef="#br0" timeOffset="825.671">1177 241,'-2'9,"0"0,1 0,0 0,1 0,0 0,0 1,1-1,0 0,1 0,0 0,0 0,1 0,0-1,0 1,1-1,0 0,1 0,0 0,0 0,1-1,-1 0,2 0,-1-1,6 5,-2-5,0 0,0-1,0 0,1-1,-1 0,1-1,0 0,0-1,1 0,-1 0,0-2,1 1,-1-1,0-1,1 0,-1 0,0-2,3 0,-6 1,0 0,-1 0,1-1,-1 0,0 0,0-1,0 0,0 0,0-1,-1 0,0 0,0 0,-1-1,1 0,-1 0,0 0,-1-1,1 1,-1-1,-1 0,1 0,-1-1,-1 1,1-1,-1 0,0-1,-1-2,-1-1,1 0,-2 1,0-1,0 0,-1 1,-1 0,0-1,0 1,-1 0,-1 0,0 1,0 0,-1-1,0 2,-1-1,0 1,0 0,-1 0,0 1,-8-6,10 8,-1 0,0 0,-1 1,1 0,-1 0,0 1,0 0,0 1,-1-1,1 1,-1 1,0 0,0 0,1 1,-1 0,0 0,-1 1,1 0,0 1,0 0,1 0,-1 1,0 0,0 1,1 0,-1 0,1 1,-1 0,-7 7,1 1,0 1,1 1,0 0,1 0,0 1,2 1,-1 0,2 1,0 0,1 1,-29 54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4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14942,'43'-8,"679"-17,866 58,2591 125,-3971-153,1846 33,-183-40,-1262-10,388 3,32 26,-815 1,-205-10,-34-4,-10-2</inkml:trace>
  <inkml:trace contextRef="#ctx0" brushRef="#br0" timeOffset="1">1030 155,'-18'-3,"0"1,0 1,0 0,0 2,0 0,-13 2,26-2,0 0,0 1,0-1,0 1,0 0,0 0,1 1,-1-1,1 1,0 0,0 0,0 0,0 1,0 0,1-1,-1 1,1 1,0-1,1 0,-1 1,1-1,-1 1,1 0,1-1,-2 4,1 0,1 1,-1-1,1 0,1 1,0-1,0 0,0 1,1-1,0 0,1 1,0-1,0 0,1 0,0 0,0-1,1 1,0-1,0 1,1-1,0-1,5 6,13 14,1-1,2-2,0-1,23 15,-18-13,-8-6,-11-11,0 1,-1 1,0 0,-1 1,0 0,0 0,-1 1,-1 0,0 1,0 0,1 3,-8-13,-1 1,1-1,-1 0,0 0,0 1,1-1,-1 0,-1 0,1 1,0-1,0 0,-1 0,0 0,1 1,-1-1,0 0,0 0,0 0,0 0,0 0,-1-1,1 1,0 0,-1 0,1-1,-1 1,0-1,0 1,0-1,1 0,-3 1,-65 27,-14-14,80-15,0 1,-1-1,1 0,0 0,-1-1,1 1,0-1,-1 0,1 1,0-2,0 1,0 0,0 0,0-1,0 0,0 1,0-1,1 0,-1-1,1 1,-1 0,1-1,-2-1,3-3,0 1,0-1,1 0,0 1,0-1,1 1,0-1,0 1,0-1,1 1,0 0,0-1,0 1,1 0,0 0,0 1,1-1,0 1,-1-1,2 1,-1 1,1-1,2-2,90-105,-66 78,0-1,-2-1,-2-2,-2 0,10-21,-24 37,0-1,-2 1,-1-2,0 1,-2-1,-1 0,-1 0,0-1,-2 1,-1-2,-11-5,10 31,0-1,0 1,-1 0,1-1,0 1,-1 0,1-1,0 1,-1 0,1 0,0-1,-1 1,1 0,-1 0,1 0,0-1,-1 1,1 0,-1 0,1 0,-1 0,1 0,0 0,-1 0,1 0,-1 0,1 0,-1 0,1 0,-1 1,1-1,0 0,-1 0,1 0,-1 0,1 1,0-1,-1 0,1 0,0 1,-1-1,1 0,0 1,0-1,-1 0,1 1,0-1,0 1,-1-1,1 0,0 1,0-1,0 1,0-1,0 0,0 1,0-1,0 1,0-1,0 1,0-1,0 1,0-1,0 0,0 1,0-1,0 1,-5 17,1 0,1 1,1 0,0-1,2 1,0 12,0-3,5 105,5-2,7 1,11 31,-26-150,4 19,0-8</inkml:trace>
  <inkml:trace contextRef="#ctx0" brushRef="#br0" timeOffset="2">1030 477,'210'-12,"168"15,-245 9,-133-11,0-1,0 1,0-1,-1 1,1 0,0-1,0 1,0-1,0 1,-1-1,1 1,0-1,0 1,-1-1,1 1,0-1,-1 1,1-1,-1 0,1 1,0-1,-1 0,1 1,-1-1,1 0,-1 0,1 1,-1-1,1 0,-1 0,0 0,1 1,-1-1,1 0,-1 0,1 0,-1 0,1 0,-1 0,0-1,1 1,-1 0,1 0,-1 0,1 0,-1-1,1 1,-1 0,1 0,-1-1,-2 2,-18 3,0 2,0 0,1 1,0 2,0 0,0 1,14-7,0 1,0 0,0 0,0 0,1 0,0 1,0 0,0 0,1 1,-1-1,1 1,0 0,1 0,0 0,0 1,0-1,1 1,-1-1,2 1,-2 4,3-9,0 1,0-1,0 0,0 1,0-1,0 0,0 1,1-1,-1 1,1-1,0 0,0 0,0 0,0 1,0-1,0 0,1 0,-1 0,1 0,-1-1,1 1,0 0,-1-1,1 1,0-1,0 1,0-1,0 0,0 0,1 0,-1 0,0 0,0-1,1 1,-1-1,2 1,3 0,0 0,-1 0,1-1,0 0,0 0,0-1,0 0,0 0,0 0,-1-1,1 0,1-1,0-1,-1-1,0 1,0-1,0-1,0 1,-1-1,0 0,0-1,0 1,-1-1,0 0,-1-1,0 1,0-1,0 0,-1 0,0 0,0 0,1-9,-5 28,0-1,1 1,1-1,0 1,0-1,1 1,0-1,1 0,0 0,1 0,0 0,0-1,1 1,1-1,-1-1,1 1,1-1,0 0,0 0,0 0,1-1,0-1,0 1,5 1,-12-7,0 0,0 0,1-1,-1 1,1-1,-1 1,1-1,-1 1,1-1,-1 0,1 1,-1-1,1 0,-1 0,1 0,-1 0,1-1,0 1,-1 0,1-1,-1 1,0-1,1 1,-1-1,1 0,-1 1,0-1,1 0,-1 0,0 0,0 0,0 0,0 0,0-1,0 1,0 0,0 0,0-1,-1 1,1-1,0 1,-1-1,1 1,-1-1,0 1,1-2,7-78,-8 75,-2-142,3 145,1 0,0 0,-1 0,1 0,0 0,0 1,1-1,-1 1,1 0,-1-1,1 1,0 0,-1 0,1 1,0-1,0 1,0-1,1 1,-1 0,0 0,0 0,1 1,-1-1,0 1,1 0,-1 0,1 0,-1 0,0 1,1-1,-1 1,0 0,2 0,9-1,-8-1,-1 0,0 1,0 0,1 0,-1 0,0 0,0 1,0 0,1 0,-1 0,0 0,0 1,-1 0,1 0,0 1,0-1,-1 1,0 0,1 0,-1 0,0 1,-1 0,1-1,-1 1,1 0,-1 1,-1-1,1 1,0-1,-1 1,0 0,0 0,1 5,1 150,-3-157,0 0,0 0,0 1,1-1,-1-1,1 1,0 0,0 0,0-1,0 1,0-1,1 1,-1-1,1 0,-1 0,1 0,0 0,0 0,0-1,0 0,0 1,0-1,0 0,0 0,0-1,1 1,-1-1,0 1,3-1,6 1,0-1,-1-1,1 0,-1 0,1-1,-1 0,1-1,-1 0,3-1,-1 0,0-1,0-1,0 0,0 0,-1-1,0-1,-1 0,0 0,0-1,0-1,-1 0,-1 0,0-1,0 0,-1-1,-1 0,0 0,0 0,-1-1,-1 0,3-11,-7 22,0 0,0-1,-1 1,1 0,-1 0,0-1,0 1,0 0,0 0,0-1,0 1,0 0,-1 0,1-1,-1 1,0 0,0 0,1 0,-1 0,-1 0,1 0,0 0,0 0,-1 1,1-1,-1 0,1 1,-1-1,0 1,0-1,0 1,0 0,0 0,0 0,0 0,0 0,0 0,0 1,0-1,-1 1,1-1,0 1,0 0,-1 0,1 0,0 0,0 0,-2 1,0 0,1 1,-1-1,1 1,-1 0,1 0,-1 0,1 0,0 1,0-1,0 1,0 0,1 0,-1 0,1 0,0 0,0 0,0 1,0-1,0 1,1 0,-1-1,1 1,0 0,0 0,1 0,-1 0,1-1,0 1,0 0,0 0,0 0,1 0,0 0,0 0,0 0,0-1,0 1,2 3,2 1,0 1,1-1,0 0,0-1,1 1,0-1,0-1,1 1,0-1,0 0,0-1,1 0,-1 0,9 2,131 41,-83-35</inkml:trace>
  <inkml:trace contextRef="#ctx0" brushRef="#br0" timeOffset="3">1096 1305,'0'14,"-2"16,-3 16,-3 16,-3 14,-1 10,-1 5,-1 0,2-5,4-16</inkml:trace>
  <inkml:trace contextRef="#ctx0" brushRef="#br0" timeOffset="4">936 1439,'-31'-153,"32"150,0 1,0-1,1 0,-1 1,1 0,0-1,-1 1,1 0,0 0,0 0,0 0,1 0,-1 0,0 1,1-1,-1 1,1-1,0 1,-1 0,1 0,0 0,0 1,-1-1,1 0,0 1,0 0,0 0,0 0,0 0,0 0,-1 1,1-1,0 1,2 0,-2-1,20 0,1 1,-1 1,0 1,0 2,0 0,0 1,-1 1,0 1,9 5,-29-13,1 1,-1 0,1 0,-1 0,0 1,1-1,-1 1,0-1,0 1,0 0,0-1,0 1,-1 0,1 0,0 0,-1 1,0-1,1 0,-1 1,0-1,0 0,0 1,-1-1,1 1,0 0,-1-1,0 1,0-1,0 1,0 0,0 1,-4 2,1 0,-1 0,-1 0,1-1,-1 1,0-1,0 0,-1 0,1-1,-1 0,0 0,0 0,-1-1,-3 2,2 0,-170 87,151-77</inkml:trace>
  <inkml:trace contextRef="#ctx0" brushRef="#br0" timeOffset="5">1324 1640,'14'-335,"-15"333,1 0,0 0,-1 1,1-1,0 0,0 1,0-1,0 0,1 0,-1 1,0-1,1 0,-1 1,1-1,0 0,-1 1,1-1,0 1,0-1,0 1,0-1,0 1,0 0,1-1,-1 1,0 0,1 0,-1 0,0 0,1 0,-1 0,1 1,0-1,-1 0,1 1,0 0,-1-1,1 1,0 0,0-1,-1 1,1 0,0 0,0 1,0-1,37 6,1 1,-1 3,-1 1,6 4,-39-14,0 0,0 0,0 1,-1 0,1 0,-1 0,1 0,-1 1,0 0,0-1,0 2,0-1,0 0,-1 1,1 0,-1-1,0 1,-1 1,1-1,0 0,-1 1,0-1,0 1,-1 0,1-1,-1 1,0 0,0 2,-27 152,26-156,0 0,0 1,0-1,0 0,1 0,0 1,0-1,0 0,0 0,0 0,0 0,1 0,0 0,-1-1,1 1,0-1,0 1,1-1,-1 1,0-1,1 0,-1 0,1 0,0 0,0-1,-1 1,1-1,0 0,1 0,-1 0,0 0,0 0,0-1,0 1,1-1,-1 0,0 0,0 0,1 0,-1-1,1 1,7-1,0 0,0 0,0-1,0 0,0-1,0 0,-1-1,1 0,-1-1,0 0,-1 0,1-1,-1-1,6-4,-9 6,-1 0,1 0,-1 0,0-1,0 0,-1 0,1 0,-2 0,1-1,-1 0,1 0,-2 1,1-2,-1 1,0 0,-1 0,0-1,0 1,0-1,-1 1,0-1,-1-2,1 9,1 0,-1-1,0 1,0 0,0-1,0 1,-1 0,1-1,0 1,0 0,-1-1,1 1,-1 0,1-1,-1 1,0 0,1 0,-1 0,0 0,0 0,0 0,0 0,0 0,0 0,0 0,0 0,0 1,0-1,0 0,-1 1,1-1,0 1,-1-1,1 1,0 0,-1-1,1 1,0 0,-1 0,1 0,0 0,-1 0,1 0,0 0,-1 1,1-1,0 0,-1 1,1-1,0 1,0 0,-1-1,1 1,0 0,0 0,0-1,0 1,0 0,0 1,-3 5,0 1,1-1,0 1,0 0,1 0,0 0,0 0,1 1,0-1,1 0,0 1,0-1,1 0,0 1,0-1,1 0,0 0,0 0,1 0,0 0,1 1,-1-1,1 0,0-1,0 1,1-1,-1 0,2 0,-1 0,1-1,0 0,0 0,0-1,1 1,0-1,0-1,1 1,-1-1,1-1,0 1,0-1,0-1,0 0,1 0,-1 0,1-1,-1 0,1-1,-1 0,2 0,18-7</inkml:trace>
  <inkml:trace contextRef="#ctx0" brushRef="#br0" timeOffset="6">2206 1386,'1'-6,"0"-1,0 1,1 0,-1 0,1 0,1 0,-1 0,1 0,0 1,1-1,-1 1,1 0,0 0,0 0,1 0,0 1,-1 0,1 0,1 0,-1 1,0-1,1 1,5-2,-7 4,1 0,0 1,0-1,1 1,-1 0,0 0,0 0,0 1,0 0,0 0,0 0,-1 1,1-1,0 1,-1 0,1 1,-1-1,1 1,-1 0,0 0,0 0,-1 1,1-1,0 1,-1 0,0 0,0 0,0 0,-1 0,1 1,-1-1,0 1,-1 0,2 4,3 19,-2 1,-2 0,0 0,-2 0,0 0,-3 0,0 0,-2-1,-5 16,2 5,3-17,-11 112,16-135,0-1,0 1,1-1,1 1,-1-1,1 1,1-1,0 0,0 0,0 0,1-1,0 1,1-1,-1 0,2 1,-3-4,-1-1,1-1,-1 1,1 0,0-1,0 1,0-1,1 0,-1 0,0 0,1 0,-1-1,1 1,0-1,0 0,-1 0,1 0,0-1,0 1,0-1,0 0,0 0,-1 0,1-1,0 0,0 1,0-1,-1 0,1-1,0 1,-1-1,1 1,-1-1,0 0,1-1,-1 1,0 0,0-1,-1 0,1 1,0-1,-1 0,0-1,1 1,-1 0,-1-1,1 1,0-1,-1 1,1-3,0-3,-1 0,0 0,0 0,-1 0,0 0,-1 0,0 0,0 0,-1 1,0-1,0 0,-1 1,-1-1,1 1,-1 0,0 0,-1 0,-5-6,-1-1,-1 0,-1 0,0 1,0 1,-2 0,1 1,-2 1,-7-5,-3 3,0 0,-1 2,0 1,-1 1,-9-1,36 10,-21-8,22 2,75-10,518-81,-526 88</inkml:trace>
  <inkml:trace contextRef="#ctx0" brushRef="#br0" timeOffset="7">1872 2629,'-33'53,"2"1,3 1,3 2,1 1,4 0,-5 27,23-77,-3 5,1 1,1 0,0 0,1 0,1 0,0 0,1 1,0-1,2 10,-2-21,1-1,-1 1,1-1,0 1,0-1,0 1,0-1,0 0,1 0,-1 0,1 1,-1-1,1-1,0 1,-1 0,1 0,0-1,0 1,0-1,1 1,-1-1,0 0,1 0,-1 0,0 0,1 0,-1-1,1 1,-1-1,1 0,-1 1,1-1,0 0,-1-1,2 1,4-1,0-1,0 1,0-2,0 1,0-1,0 0,-1-1,1 0,-1 0,3-2,12-13,0-1,-2-1,0-1,-1 0,-2-1,0-1,-1-1,-2-1,0 0,-2 0,-1-1,-1-1,-1 0,0-9,-2 17,-1 0,0-1,-2 0,0 0,-2 0,0 0,-1 0,-1-1,-2 1,0 0,-1 0,0 0,-2 0,-1 1,0 0,-2 0,-5-10,11 26,0-1,0 1,0 0,-1 0,0 1,1-1,-2 0,1 1,0 0,-1 0,1 0,-1 0,0 0,0 1,0-1,0 1,0 0,-1 1,1-1,0 1,-1 0,0 0,1 0,-1 0,1 1,-1 0,0 0,1 0,-1 1,0-1,1 1,-1 0,1 1,-1-1,1 1,0 0,-1 0,-3 2,-1 7,1 1,0 0,0 0,1 0,1 1,0 0,1 0,0 1,1 0,0 0,1 0,1 0,0 0,1 0,1 1,1 13,-3 19,2-1,2 1,2-1,2 0,2 0,8 21,-10-42,2-1,1 0,1 0,1-1,1 0,1-1,1-1,1 0,1-1,1 0,0-2,13 11,-25-24,1 0,0-1,0 1,0-1,0 0,1-1,-1 0,1 0,0 0,0-1,0 1,0-2,1 1,-1-1,1 0,0-1,10-2</inkml:trace>
  <inkml:trace contextRef="#ctx0" brushRef="#br0" timeOffset="8">2206 3244,'-2'5,"1"1,0-1,0 1,0 0,1 0,-1-1,1 1,1 0,-1 0,1 0,0-1,0 1,1-1,0 1,0-1,0 1,1-1,-1 0,1 0,0 0,1 0,-1-1,1 1,0-1,0 0,0 0,1-1,3 3,-1-2,1 0,-1-1,1-1,0 1,0-1,0 0,0-1,0 0,0 0,0-1,0 0,0 0,0-1,1 0,-1 0,0-1,-1 0,1-1,0 0,-1 0,1 0,-1-1,0 0,0-1,0 1,-1-1,0-1,1 1,-2-1,1 0,-1 0,0-1,4-5,0 0,-1-1,0 0,-1 0,0-1,-1 0,-1 0,0-1,-1 0,-1 1,0-1,-1 0,0 0,-2-1,1 1,-2 0,0 0,-2-4,3 15,0 0,-1-1,0 1,0 0,0 0,-1 0,1 0,-1 0,0 0,0 1,-1-1,1 1,-1-1,1 1,-1 0,0 0,0 0,-1 0,1 0,0 1,-1 0,0-1,0 1,1 1,-1-1,0 1,0-1,-1 1,1 0,0 0,0 1,0-1,-1 1,1 0,-4 1,-4 3,0 1,0 0,0 1,1 1,0-1,0 2,1 0,0 0,0 1,1 0,0 0,0 1,1 0,1 1,0 0,0 0,0 2,-27 44</inkml:trace>
  <inkml:trace contextRef="#ctx0" brushRef="#br0" timeOffset="9">843 2535,'-24'4,"0"1,0 1,0 1,1 0,1 2,-1 1,1 1,1 1,0 1,1 0,0 2,-2 3,9-7,-1 1,2 1,0 0,0 1,1 0,1 1,0 0,1 0,1 1,1 0,0 1,1 0,0 0,2 0,0 1,-1 12,4-25,0 1,0-1,1 1,-1-1,1 1,0-1,1 1,-1-1,1 1,0-1,1 1,-1-1,1 0,0 0,1 0,-1 0,1 0,0 0,0-1,0 1,1-1,-1 0,1 0,0 0,1-1,-1 1,0-1,1 0,0 0,0-1,0 1,0-1,0 0,0 0,0-1,1 0,2 1,1-3,0 1,0-2,0 1,0-1,0 0,0-1,0 0,-1-1,0 0,1 0,-1 0,-1-1,1-1,3-2,93-93,-84 79,-1-2,0 0,-2-1,-1-1,-2-1,0 0,-1-1,-2 0,-1-1,-1 0,-2 0,-1-1,0-7,-5 30,1 0,-2 1,1-1,-1 0,0 0,0 0,-1 0,0 1,0-1,-1 0,0 1,0-1,0 1,-1-1,0 1,0 0,0 0,-1 1,0-1,0 1,-1-1,1 1,-1 1,0-1,-1 1,1 0,-1 0,0 0,0 1,0 0,0 0,-1 0,1 2,1-1,0 2,-1-1,1 1,0 0,-1 0,1 0,-1 1,1-1,0 1,0 1,-1-1,1 1,0 0,0 0,1 0,-1 1,0 0,1 0,-1 0,1 0,0 1,0-1,1 1,-1 0,1 0,-1 1,1-1,1 1,-1 0,-4 6,2 1,-1-1,2 1,-1 0,2 1,-1-1,2 1,0-1,0 1,1 0,1 0,0 5,7 28,1 1,2-1,3 0,1-1,5 6,15 49,-4-6,-4 0,-5 2,10 97,-29-170</inkml:trace>
  <inkml:trace contextRef="#ctx0" brushRef="#br0" timeOffset="10">1070 3485,'14'-43,"4"-8,-2-1,-3 0,-2-1,-1-10,-11 256,18 17,-13-174</inkml:trace>
  <inkml:trace contextRef="#ctx0" brushRef="#br0" timeOffset="11">361 3979,'-9'-7,"-8"-4,-2-1,-2 2,0 3,-2 2,-2 3,1 1,6 0</inkml:trace>
  <inkml:trace contextRef="#ctx0" brushRef="#br0" timeOffset="12">67 3926,'0'-1,"1"0,-1 0,1 0,-1 0,1 0,0 1,0-1,-1 0,1 1,0-1,0 0,0 1,0-1,-1 1,1-1,0 1,0-1,0 1,0 0,0 0,0-1,0 1,0 0,0 0,0 0,1 0,-1 0,0 0,0 1,0-1,0 0,0 0,0 1,0-1,307-1</inkml:trace>
  <inkml:trace contextRef="#ctx0" brushRef="#br0" timeOffset="13">3249 209,'-16'25,"4"114,12-114,27 451,1 114,-29-132,-11-268,5-120,3-1,3 1,3-1,7 35,3-30,-2-22,-2 1,-3 0,-2 27,-29 381,19-78,1-276,-3 32,7 0,6 1,1-6,-9 116,1-182,4 0,3 0,10 55,47 452,-49-248,-12-199,12 82,59 313,-55-401,17 203,-31-168,-3-61,4 0,5 0,7 24,-4-58,-3 0,-2 1,-3 0,-5 51,-6 10,8 114,14 686,-6-657,-12 0,-14 44,5-146,8 0,9 47,2-93,-5 0,-14 110,-75 397,32-128,39-348,5 148,13 668,5-834,5 1,8 10,3 27,-9-53,-5 1,-6 35,-12-92,1-40</inkml:trace>
  <inkml:trace contextRef="#ctx0" brushRef="#br0" timeOffset="14">3850 3792,'145'22,"-16"3,-45-8,1-3,48 0,359 4,-29 7,380-26,-169-26,-525 27,125-2,33-14,-249 11,180-15,40 9,235 25,-67 0,89-1,-90 1,-75-7,104 0,-291-8,171 1</inkml:trace>
  <inkml:trace contextRef="#ctx0" brushRef="#br0" timeOffset="15">3917 623,'0'-9,"0"2,0 8,0 16,0 19,0 18,0 17,0 14,0 9,0 1,0-3,2-6,4-9,0-11,-1-16</inkml:trace>
  <inkml:trace contextRef="#ctx0" brushRef="#br0" timeOffset="16">4037 1065,'17'12,"0"1,-2 1,1 0,-2 1,0 1,-1 0,0 1,-1 0,-1 1,-1 1,-1-1,0 2,-2-1,0 1,-1 0,-1 0,1 9,15 36,-20-65,1 0,0 1,-1-1,1 0,0 0,-1 0,1-1,0 1,-1 0,1 0,0-1,-1 1,1-1,-1 0,1 1,-1-1,1 0,-1 0,0 0,1 0,-1 0,0 0,0 0,1-1,-1 1,0 0,0-1,-1 1,1-1,0 1,0-1,-1 1,1-1,-1 1,1-1,-1 0,2-1,12-25,-1 0,-2-1,0 0,-2-1,-2 0,3-18,6-22,-6 119,-6-28,1-1,0 1,2-1,0 0,1 0,2-1,-1 0,2-1,1 0,0-1,11 12,-21-27,1 1,0-1,0 1,0-1,0 0,0 0,0 0,1 0,-1-1,1 1,-1-1,1 0,0 0,-1-1,1 1,0-1,0 1,-1-1,1 0,0 0,0-1,-1 1,1-1,0 0,-1 0,1 0,0-1,-1 1,0-1,1 0,2-1,5-5,-1 0,0 0,0-1,0 0,-1-1,-1 0,1 0,3-9,13-23,-2-2,-2 0,-3-2,-1 0,-2-1,-2 0,-2-1,-3-1,-1 1,-2-7,0 8,-1-1,-3 1,-1-1,-3 0,-1 1,-11-41,14 80,0 1,-1 0,0 0,0 0,0 0,-1 0,0 1,-1-1,0 1,0 0,0 0,0 0,-1 1,0-1,0 1,-1 1,1-1,-2 0,5 4,0 0,-1 1,1-1,0 1,0-1,-1 1,1 0,0 0,0 0,-1 0,1 0,0 1,0-1,-1 1,1-1,0 1,0 0,0 0,0 0,0 0,0 0,0 0,0 0,0 1,0-1,1 1,-1 0,1-1,-1 1,1 0,0 0,-1 0,1 1,-34 73,27-25,2 0,2 1,2-1,2 1,3-1,2 0,2 0,2 0,8 19,-10-34,8 46,3 0,4 0,3-2,19 34,-40-104,0 0,1 0,0 0,1-1,0 0,0 0,1 0,0-1,1 0,0 0,0-1,1 0,-1-1,2 0,2 2,10-2</inkml:trace>
  <inkml:trace contextRef="#ctx0" brushRef="#br0" timeOffset="17">4505 837,'-14'-2,"1"1,11 6,22 4,28 3,28 1,23 2,9 2,0 5,-17-1</inkml:trace>
  <inkml:trace contextRef="#ctx0" brushRef="#br0" timeOffset="18">5080 1586,'16'-19,"0"0,-1-2,-2 0,0 0,-1-2,-1 1,-1-1,-1-1,-1 0,-2 0,0 0,-1-1,-1 0,-2 0,0-3,-2 23,0 0,1 0,-2-1,1 1,0 0,-1 0,0 0,0 0,-1 1,0-1,1 0,-1 0,-1 1,1-1,-1 1,0 0,0 0,0 0,0 0,-2-1,4 4,0 1,1 0,-1-1,0 1,1 0,-1 0,0 0,0-1,1 1,-1 0,0 0,1 0,-1 0,0 0,0 1,1-1,-1 0,0 0,1 0,-1 1,0-1,1 0,-1 0,0 1,1-1,-1 1,1-1,-1 1,1-1,-1 1,1-1,-1 1,1-1,-1 1,1 0,-1-1,1 1,0-1,0 1,-1 0,1 0,0-1,0 1,0 0,0-1,0 1,0 0,0 0,0-1,0 1,0 0,0-1,0 1,0 0,1 0,-1-1,0 1,0 0,1-1,-1 1,1-1,-1 1,0 0,1-1,-1 1,1-1,-1 1,1-1,0 1,4 3,1 1,0-1,0 0,0 0,0-1,0 0,1 0,0-1,-1 1,1-1,0-1,0 1,3-1,-3 1,91 13,-71-12,0 1,-1 1,1 2,-1 0,11 6,-35-12,1-1,-1 1,0 0,0 0,0 0,0 1,0-1,0 0,0 1,0-1,0 1,-1 0,1-1,-1 1,1 0,-1 0,0 0,0 0,1 0,-1 1,-1-1,1 0,0 0,-1 1,1-1,-1 0,0 1,1-1,-1 1,0-1,-1 0,1 1,0-1,-1 0,1 1,-1-1,-55 98,18-44,35-52,0 0,0 0,0 1,1-1,0 1,-1-1,2 1,-1 0,0 0,1 0,0 0,0 0,1 0,-1 0,1 1,0-1,0 0,1 0,0 0,0 0,0 0,0 0,1 0,0 0,0 0,0-1,0 1,1-1,0 1,2 1,5 1,1-1,-1 0,1-1,1 0,-1-1,1 0,-1-1,1 0,0-1,0 0,0-1,0 0,4-1,13 2,1-1,-1-1,1-2,-1-1,0-1,0-1,9-4,-23 1,-14 1</inkml:trace>
  <inkml:trace contextRef="#ctx0" brushRef="#br0" timeOffset="19">4051 2642,'-2'-4,"-1"0,4 4,7 6,7 8,10 12,7 12,7 12,7 8,4 3,0 1,-1-1,-4-7,-8-8,-8-7,-11-12,-9-12</inkml:trace>
  <inkml:trace contextRef="#ctx0" brushRef="#br0" timeOffset="20">4385 2602,'-14'16,"-11"14,-8 16,-7 14,-7 12,-2 10,-1 5,1 1,3-5,11-17</inkml:trace>
  <inkml:trace contextRef="#ctx0" brushRef="#br0" timeOffset="21">4813 3110,'-3'4,"-1"1,1 0,0-1,0 1,1 0,-1 0,1 1,0-1,1 0,-1 1,1-1,0 1,0-1,1 1,0-1,0 1,0 0,0-1,1 1,0-1,0 1,1-1,0 1,-1-1,2 0,-1 0,1 0,0 0,0 0,0-1,0 1,1-1,0 0,2 2,0-1,1 0,-1 0,2 0,-1-1,0 0,1-1,-1 0,1 0,0-1,0 1,0-2,0 1,1-1,-1 0,0-1,1 0,-1-1,0 1,0-1,1-1,-1 0,0 0,0 0,0-1,-1 0,1-1,-1 0,0 0,0-1,0 1,0-1,-1-1,0 1,0-1,0 0,-1-1,0 1,0-1,-1 0,4-8,-4 5,-1-1,-1 1,1-1,-2 0,1 0,-2 0,1 0,-1 0,-1 0,0 0,-1 0,0 1,0-1,-1 0,-1 1,0 0,0-1,-1 2,0-1,-1 0,0 1,0 0,-1 1,0-1,-1 1,0 1,0-1,-1 1,-4-2,9 7,0 0,0 1,0-1,0 1,0 0,0 0,0 1,0-1,0 1,0 0,-1 0,1 0,0 1,0 0,0-1,0 1,0 1,0-1,0 0,0 1,0 0,1 0,-1 0,1 1,-1-1,1 1,0 0,0-1,0 1,0 1,1-1,-1 0,1 1,0-1,0 1,0 0,0 1,-32 98,26-52</inkml:trace>
  <inkml:trace contextRef="#ctx0" brushRef="#br0" timeOffset="22">6190 196,'-13'63,"11"-50,-18 94,4 1,0 107,43 61,-13 103,12 85,-27-34,-25-203,18 215,-8-90,0-208,6-1,6 82,-22 105,12 166,15 26,10-331,13 32,6 69,24 148,-10-114,-20 162,46 20,-60-370,-6 0,-6 11,0-9,-6 490,3 251,-1-727,0-44,6 1,8 56,23 191,-18 239,-5-185,-1 96,-9-313,2 336,-27-134,41-49,-6-252,-2 5,-11-99,-1-4</inkml:trace>
  <inkml:trace contextRef="#ctx0" brushRef="#br0" timeOffset="23">6657 851,'-14'51,"4"-27,1 1,2-1,1 2,1-1,0 1,2-1,2 1,0 0,1 0,2 0,1 0,0 0,6 14,-5-31,1 0,1 1,-1-2,2 1,-1-1,1 0,0 0,1 0,0-1,0-1,1 1,0-1,0-1,0 0,0 0,1 0,0-2,0 1,0-1,0 0,1-1,-1-1,1 1,0-2,-1 1,1-1,-1-1,1 0,-1-1,1 0,-1 0,0-1,1 0,-2-1,1 0,6-4,14-9</inkml:trace>
  <inkml:trace contextRef="#ctx0" brushRef="#br0" timeOffset="24">6618 1078,'-5'-2,"1"-1,6 0,9 1,12-2,11-5,12-3,6-1,1-2,-5 1,-10-3,-10 2</inkml:trace>
  <inkml:trace contextRef="#ctx0" brushRef="#br0" timeOffset="25">6591 704,'2'-7,"10"-2,14 0,17 2,17 2,9 2,0 4,-5 3,-14 3</inkml:trace>
  <inkml:trace contextRef="#ctx0" brushRef="#br0" timeOffset="26">6925 1011,'5'16,"7"12,8 8,8 5,7 4,7 2,2-1,-1-3,-4-5,-6-4,-8-5,-9-6,-9-7,-6-5</inkml:trace>
  <inkml:trace contextRef="#ctx0" brushRef="#br0" timeOffset="27">7286 1065,'-18'2,"-16"8,-10 11,-10 11,-4 10,-1 6,2 4,6 3,12-2,13-5,10-11</inkml:trace>
  <inkml:trace contextRef="#ctx0" brushRef="#br0" timeOffset="28">7567 1132,'-5'-3,"-1"2,1-1,-1 1,1-1,-1 1,1 1,-1-1,0 1,1 0,-1 1,1-1,-1 1,0 0,1 0,-1 1,1 0,0 0,0 0,0 0,0 1,0 0,0 0,0 0,1 1,0-1,0 1,-2 2,0 2,0 0,1 1,0 0,0 1,1-1,0 1,0-1,1 1,1 0,-1 0,1 9,1-14,0 0,1 0,0-1,0 1,0 0,1 0,-1 0,1 0,0 0,1-1,-1 1,1 0,0-1,0 1,0-1,1 0,0 0,0 0,0 0,0 0,0-1,1 1,-1-1,1 0,3 2,1-1,0 0,0-1,1 0,0 0,-1-1,1 0,0 0,0-1,0 0,0-1,1 0,-1 0,0-1,0 0,0-1,-1 0,7-2,0-1,0 0,0-1,-1 0,0-1,0-1,-1 0,0-1,0-1,10-9,-15 12,-1-1,1 0,-1-1,-1 1,0-1,0-1,0 1,-2-1,1 0,-1 0,0 0,-1-1,0 1,-1-1,0 0,-1 1,0-6,-4 75,4-49,1-1,0 0,0 0,1 0,0 0,0 0,1 0,0-1,0 0,1 1,0-2,1 1,0-1,0 0,1 0,-1 0,9 5,-1-4</inkml:trace>
  <inkml:trace contextRef="#ctx0" brushRef="#br0" timeOffset="29">7928 677,'-14'4,"-4"7,3 5,13 3,14 0,5-3</inkml:trace>
  <inkml:trace contextRef="#ctx0" brushRef="#br0" timeOffset="30">8288 490,'-9'20,"-5"21,-1 17,3 14,3 9,4 7,-1 1,2 0,-1-2,0-4,-1-8,-2-9,-2-11,1-16</inkml:trace>
  <inkml:trace contextRef="#ctx0" brushRef="#br0" timeOffset="31">8035 1078,'493'38,"-435"-29,-61-1,-96 36,81-37,2 0,-1 0,1 2,0 0,1 1,0 1,0 0,1 1,1 0,0 1,-3 4,15-15,0-1,-1 1,1-1,0 1,0 0,0-1,0 1,0 0,1 0,-1 0,0-1,1 1,0 0,-1 0,1 0,0 0,0 0,0 0,0 0,0 0,0 0,1 0,-1 0,1 0,-1 0,1 0,0-1,0 1,0 0,0 0,0-1,0 1,0 0,0-1,1 0,-1 1,1-1,-1 0,1 1,-1-1,1 0,0 0,0 0,-1 0,3 0,9 2,1-1,-1 0,1-1,0-1,-1 0,1-1,0 0,-1-1,1 0,-1-1,0-1,0 0,0-1,0 0,-1-1,0-1,0 0,-8 5,1 0,-1-1,0 1,0-1,0 0,-1 0,1-1,-1 1,0-1,0 1,0-1,0 0,-1 0,3-5,-5 9,0-1,0 1,0-1,-1 1,1-1,0 1,0-1,0 1,-1-1,1 1,0-1,0 1,-1-1,1 1,0 0,-1-1,1 1,-1 0,1-1,0 1,-1 0,1-1,-1 1,1 0,-1 0,1-1,-1 1,1 0,-1 0,1 0,-1 0,1 0,-1 0,1 0,-1 0,1 0,-1 0,1 0,-1 0,0 0,1 0,-1 0,1 1,0-1,-1 0,1 0,-1 1,1-1,-1 0,1 1,-1-1,1 0,0 1,-1-1,1 1,0-1,-1 0,1 1,0-1,0 1,-1-1,-2 3,-1-1,0 1,1-1,0 1,0 0,0 0,0 0,0 1,0-1,1 1,0 0,0-1,0 1,0 0,0 0,1 0,0 0,0 1,0-1,0 0,0 0,1 1,0-1,0 0,0 1,1-1,-1 0,1 1,0-1,0 0,1 0,-1 0,1 0,0 0,0 0,0 0,1-1,-1 1,1-1,0 0,0 0,0 0,0 0,0 0,1 0,-1-1,2 1,1 0,0-1,1-1,-1 1,0-1,1 0,-1 0,0 0,1-1,-1 0,1-1,-1 1,1-1,-1 0,0-1,1 0,-1 0,0 0,0-1,-1 1,1-2,0 1,1-2,3-2,0-2,0 1,-1-1,0-1,0 1,-1-1,0-1,-1 0,-1 0,6-11,13-41,-3-1,-3-1,-2-1,-4-1,5-62,-3 22,-6 0,-3-84,-6 190,0-9,0 1,-1-1,0 0,0 1,-1-1,0 1,-1-1,-3-7,6 16,-1 0,-1 0,1 0,0 0,0 0,0 0,0 0,-1 0,1 1,0-1,-1 0,1 1,-1-1,1 1,-1-1,1 1,-1 0,1 0,-1 0,1 0,-1 0,1 0,-1 0,1 0,-1 0,1 1,-1-1,1 1,0-1,-1 1,1 0,-1-1,1 1,0 0,0 0,0 0,-1 0,1 0,0 0,0 0,0 0,0 1,1-1,-1 0,0 0,0 1,1-1,-1 1,1-1,-1 0,1 2,-16 25,1 1,2 1,1 0,1 0,2 1,1 1,1-1,2 1,1 0,1 11,0 13,3 1,2-1,2 1,3-1,2 0,3-1,2 0,2-1,11 19,-23-58,2-1,0 1,1-1,0-1,1 1,0-1,1-1,1 0,0 0,1-1,5 5,-13-14,0 0,0 0,0 0,0-1,0 0,0 1,0-1,0 0,0-1,1 1,-1 0,0-1,1 0,-1 0,0 0,1 0,-1 0,0-1,1 0,-1 1,0-1,0 0,0-1,0 1,0 0,0-1,0 0,0 0,0 0,-1 0,3-2,4-4,1-2,-1 0,-1 0,0 0,0-1,-1 0,3-6,-2 3,0-1,-1 0,-1-1,0 1,-1-1,2-11,-7 27,-1 1,1-1,0 0,-1 0,1 0,0-1,-1 1,1 0,0 0,-1 0,1 0,0 0,0 0,-1 0,1 0,0-1,0 1,-1 0,1 0,0 0,0-1,-1 1,1 0,0 0,0-1,0 1,-1 0,1 0,0-1,0 1,0 0,0-1,0 1,0 0,0 0,0-1,-1 1,1 0,0-1,0 1,0 0,1-1,-1 1,0 0,0-1,0 1,0 0,0 0,0-1,0 1,0 0,-16 25,11-18,1 1,0-1,0 1,1 0,0 0,0 1,1-1,0 1,1-1,0 1,0 0,1 0,0-1,0 1,1 0,0-1,0 1,1-1,0 1,1-1,0 0,0 1,1-2,0 1,1 0,-1-1,1 0,1 0,-1 0,1-1,0 1,6 3,24 9,-1-5</inkml:trace>
  <inkml:trace contextRef="#ctx0" brushRef="#br0" timeOffset="32">9505 1159,'-16'-5,"-9"-1,-4 0,2 1,3 0,0-3,3-1,5 1</inkml:trace>
  <inkml:trace contextRef="#ctx0" brushRef="#br0" timeOffset="33">8863 878,'16'-2,"19"-1,22 0,19 3,15 3,5 4,-1 3,-18 0</inkml:trace>
  <inkml:trace contextRef="#ctx0" brushRef="#br0" timeOffset="34">9612 1198,'-4'18,"-5"14,-2 9,1 5,1 4,3 0,2-4,5-5,5-7,6-10,1-11,0-7</inkml:trace>
  <inkml:trace contextRef="#ctx0" brushRef="#br0" timeOffset="35">9653 865,'-16'-9,"-8"1,-4 5,3 2</inkml:trace>
  <inkml:trace contextRef="#ctx0" brushRef="#br0" timeOffset="36">6899 2548,'-2'14,"8"-17,9-23,-4-4,-2 0,0-1,-2-1,-2 1,-1-1,-1 0,-1 0,-3-11,1 40,1-1,-1 1,0-1,0 1,0-1,-1 1,1 0,-1-1,1 1,-1-1,0 1,-1 0,1 0,0-1,-1 1,0 0,0 0,-1-1,1 4,0 0,0 1,0-1,0 1,0-1,0 1,0 0,0 0,1 0,-1 0,0 0,1 0,-1 0,1 0,-1 1,1-1,-1 1,1-1,0 1,0 0,0-1,0 1,0 0,0 0,0 0,1 0,-1-1,1 1,-1 0,1 0,0 0,-1 2,0-2,0 1,0 0,1 0,-1 0,0 0,1 0,0 0,0 0,0 0,0 0,0 0,0 0,1 0,0-1,-1 1,1 0,0 0,1 0,-1-1,0 1,1 0,-1-1,1 1,0-1,0 0,0 0,0 1,0-1,0-1,1 1,0 0,10 4,0-1,0-1,0 0,1-1,-1 0,1-1,0-1,0 0,0-1,0 0,0-1,-1-1,1 0,0-1,7-3,96-33,-100 33,-19 25,-17 19,2 1,1 0,2 1,2 0,2 2,1-1,1 11,-3 229,11-225,-8 24,7-78,0 1,0 0,1-1,-2 1,1-1,0 0,0 1,-1-1,0 0,1 0,-1 0,0 0,0 0,0 0,0-1,0 1,0-1,-1 1,1-1,0 0,-1 0,1 0,-1 0,1 0,-1 0,0-1,1 0,-1 1,-3-1,0 0,0-1,1 0,-1 0,0 0,1-1,-1 1,1-1,-1-1,1 1,0-1,0 0,0 0,0 0,1-1,-1 0,1 0,-2-2,-64-84,63 79,1-1,0 1,1-1,0 0,1 0,0-1,1 1,1-1,0 0,0 0,1-5,2 15,0 0,0 1,0 0,1-1,-1 1,1 0,-1 0,1-1,0 1,0 0,0 1,0-1,0 0,0 1,1-1,-1 1,0 0,1-1,-1 1,1 0,0 1,-1-1,1 0,0 1,-1-1,1 1,0 0,-1 0,1 0,0 0,0 1,-1-1,2 1,1-1,133-2,-93 2</inkml:trace>
  <inkml:trace contextRef="#ctx0" brushRef="#br0" timeOffset="37">7380 2870,'9'-19,"5"-9,3-8,0 0,1 4,-4 6,-4 8,-4 13,-2 14,-3 14,-1 13,0 11,-1 7,0 3,1-1,2-6,0-8,1-13</inkml:trace>
  <inkml:trace contextRef="#ctx0" brushRef="#br0" timeOffset="38">7968 2389,'0'13,"-5"17,-3 16,-3 14,-2 8,2 7,2 1,5-3,6-7,6-12,5-14,0-13</inkml:trace>
  <inkml:trace contextRef="#ctx0" brushRef="#br0" timeOffset="39">8369 2402,'-287'214,"103"-62,183-152,1 0,-1 0,0 0,0 1,0-1,0 0,1 1,-1-1,0 1,0-1,1 1,-1-1,0 1,1 0,-1-1,1 1,-1 0,1 0,-1-1,1 1,-1 0,1 0,0-1,-1 1,1 0,0 0,0 0,0 0,0 0,-1-1,1 1,0 0,1 0,-1 0,0 0,0 0,0 0,0-1,1 1,-1 0,0 0,1 0,-1-1,1 1,-1 0,1 0,-1-1,1 1,-1 0,1-1,0 1,-1-1,1 1,0-1,-1 1,1-1,0 1,0-1,0 0,0 1,0-1,165 1,-155-3,0 1,0 0,0 1,0 1,0 0,0 0,0 1,0 0,0 1,0 0,-1 1,0 0,0 1,0 0,0 0,-1 1,1 0,-1 1,-1 0,0 1,5 4,4 16,-4-3</inkml:trace>
  <inkml:trace contextRef="#ctx0" brushRef="#br0" timeOffset="40">8449 3057,'0'-18,"-1"-15,1 0,1 0,2 0,1 0,2 0,1 1,9-26,-5 37,-11 20,0 1,0 0,0-1,0 1,0 0,0 0,0-1,0 1,0 0,1-1,-1 1,0 0,0-1,0 1,0 0,0 0,1-1,-1 1,0 0,0 0,1 0,-1-1,0 1,0 0,1 0,-1 0,0 0,0-1,1 1,-1 0,0 0,1 0,-1 0,0 0,1 0,-1 0,0 0,0 0,1 0,-1 0,0 0,1 0,-1 0,0 0,1 0,-1 0,0 1,0-1,1 0,-1 0,0 0,0 0,1 1,-1-1,0 0,0 0,1 0,-1 1,0-1,0 0,0 0,0 1,1-1,-1 0,0 1,6 90,-7-69,0-1,-2 70,3-1,8 45,-1-80</inkml:trace>
  <inkml:trace contextRef="#ctx0" brushRef="#br0" timeOffset="41">9091 2202,'-2'18,"-1"15,0 11,0 7,4 4,1 4,0-8</inkml:trace>
  <inkml:trace contextRef="#ctx0" brushRef="#br0" timeOffset="42">8877 3378,'0'16,"0"12,0 8,0 4,0 3,0-1,0-4,0-4,0-7</inkml:trace>
  <inkml:trace contextRef="#ctx0" brushRef="#br0" timeOffset="43">8904 4421,'-5'16,"-1"9,0 6,1 2,2-1,1-5</inkml:trace>
  <inkml:trace contextRef="#ctx0" brushRef="#br0" timeOffset="44">8797 5156,'-5'13,"-1"12,1 6,0 2,4 3,6-1,6-1,-1-7</inkml:trace>
  <inkml:trace contextRef="#ctx0" brushRef="#br0" timeOffset="45">8824 6132,'-2'16,"-2"12,1 8,1 7,0 3,3 0,2 0,2-2,1-1,-2-8</inkml:trace>
  <inkml:trace contextRef="#ctx0" brushRef="#br0" timeOffset="46">8850 7040,'-4'21,"-2"13,0 10,-1 5,1 0,1 1,1-1,2-4,1-3,0-9</inkml:trace>
  <inkml:trace contextRef="#ctx0" brushRef="#br0" timeOffset="47">8810 8164,'-9'20,"-6"14,1 8,2 3,3 2,3-1,3-2,1-8</inkml:trace>
  <inkml:trace contextRef="#ctx0" brushRef="#br0" timeOffset="48">8623 9033,'-2'14,"-4"10,1 12,0 5,1 6,3 3,5 3,6-2,3-1,0-11</inkml:trace>
  <inkml:trace contextRef="#ctx0" brushRef="#br0" timeOffset="49">8784 10102,'0'21,"0"15,0 9,0 5,0 2,2 1,3 0,3-2,1 2,-3-8</inkml:trace>
  <inkml:trace contextRef="#ctx0" brushRef="#br0" timeOffset="50">8850 11225,'-2'16,"-3"14,-1 9,1 7,1 3,1-1,4-1,1-5,3-2,0-7</inkml:trace>
  <inkml:trace contextRef="#ctx0" brushRef="#br0" timeOffset="51">8863 12134,'-6'19,"-6"11,-2 12,-1 4,2 1,3-2,4-5,2-2,2-5,2-9</inkml:trace>
  <inkml:trace contextRef="#ctx0" brushRef="#br0" timeOffset="52">8797 12802,'-3'19,"0"9,3 6,1-3</inkml:trace>
  <inkml:trace contextRef="#ctx0" brushRef="#br0" timeOffset="53">8971 13377,'0'14,"2"4,3-1,3-5,0-5</inkml:trace>
  <inkml:trace contextRef="#ctx0" brushRef="#br0" timeOffset="54">9638 2776,'-4'-30,"8"-19,3-10,-2-1,-4 0,-2 1,-2-1,-5-10,7 64,1 1,-1 0,0 1,0-1,0 0,0 0,-1 0,0 1,0-1,0 1,-1-1,0 1,-2-3,5 7,-1-1,1 1,-1 0,1 0,0 0,-1 0,1 0,-1 0,1 0,-1 0,1 0,0 0,-1 0,1 0,-1 0,1 0,0 1,-1-1,1 0,-1 0,1 0,0 1,-1-1,1 0,0 0,-1 1,1-1,0 0,-1 1,1-1,0 0,0 1,-1-1,1 0,0 1,0-1,0 1,0-1,0 0,-1 1,1-1,0 1,0-1,0 1,0-1,0 0,0 1,0-1,0 1,1-1,-1 1,0-1,0 0,0 1,0-1,0 1,1-1,-1 0,0 1,1-1,2 6,0 0,1 0,0-1,0 1,1-1,-1 0,1 0,0-1,1 0,-1 0,1 0,-1 0,1-1,0 0,1 0,-1 0,0-1,1 0,0-1,-1 1,1-1,1 0,205 33,-211-32,0-1,0 1,0 0,0-1,0 1,0 0,0 1,-1-1,1 0,-1 0,0 1,1-1,-1 1,0-1,0 1,-1-1,1 1,0-1,-1 1,0 0,0 0,0-1,0 1,0 0,0-1,0 1,-1 0,0-1,1 1,-1-1,0 1,-1 0,0 19,-4 115,-3 9,9 71,0-29,0-180,1 5,-1-1,0 0,0 1,-1-1,-1 0,0 0,-1 0,0 0,-1 0,0 0,-1-1,0 0,-1 0,-4 5,8-13,-1-1,0 1,0-1,0 0,0 0,0 0,0 0,0-1,-1 0,1 1,-1-1,1 0,-1 0,1-1,-1 1,0-1,1 0,-1 0,0 0,1 0,-1-1,0 1,1-1,-1 0,1 0,-1-1,1 1,0 0,-4-3,-3-1,1-1,-1 0,1-1,0 0,0-1,1 0,0 0,1 0,-1-2,-2-2,0-1,1 0,1-1,0 0,0 0,2-1,0 0,0 0,2-1,-1 1,2-1,0 0,2 0,-1-5,3 17,-1 0,1 0,0 0,0 0,1 1,-1-1,1 0,0 0,0 1,0 0,0-1,1 1,-1 0,1 0,0 0,0 0,0 0,0 1,0 0,1-1,-1 1,1 0,3-1,94-31,-84 30,189-33,-168 34</inkml:trace>
  <inkml:trace contextRef="#ctx0" brushRef="#br0" timeOffset="55">10280 2910,'-5'2,"0"1,0-1,0 1,1 0,-1 1,1-1,0 1,0-1,0 1,0 1,1-1,-1 0,1 1,0 0,1-1,-1 1,1 1,0-1,0 0,0 0,1 1,0-1,0 1,0-1,1 1,0-1,0 1,0-1,1 1,0-1,0 1,0-1,1 0,1 5,0-3,0 0,1 0,-1 0,2-1,-1 1,1-1,0 0,0 0,0-1,1 1,0-1,0 0,1-1,-1 0,1 0,0 0,0-1,0 0,0 0,1 0,-1-1,1-1,0 1,-1-1,1 0,0-1,0 0,-1 0,1-1,4 0,-9 0,0 0,0-1,0 1,-1-1,1 1,0-1,-1 0,1 0,-1 0,0 0,0 0,0-1,0 1,0-1,0 1,0-1,-1 0,0 1,1-1,-1 0,0 0,0 0,0 0,-1 0,1 0,-1-3,-8-82,7 82,-1-1,0 1,0 0,-1 0,1 1,-1-1,-1 1,1-1,-1 1,0 0,0 0,0 0,-1 1,1 0,-1 0,0 0,-1 0,1 1,-1 0,1 0,-1 0,0 1,0-1,0 2,0-1,-1 1,1 0,0 0,-1 0,1 1,0 0,-1 0,1 1,-1 0,1 0,0 0,0 1,0 0,-6 3,7-3,0 1,1 0,-1 0,0 1,1-1,0 1,0 0,0 0,0 0,0 1,1-1,0 1,0 0,0 0,1 0,0 0,0 1,0-1,0 0,1 1,0 0,0-1,1 1,-1 0,1 4,6 20</inkml:trace>
  <inkml:trace contextRef="#ctx0" brushRef="#br0" timeOffset="56">10762 2402,'-9'20,"-3"19,0 13,3 12,3 7,1 4,3 1,1-3,1-8,1-9,-1-13,1-13</inkml:trace>
  <inkml:trace contextRef="#ctx0" brushRef="#br0" timeOffset="57">11003 2455,'-48'46,"3"2,-28 37,-1 2,-4 5,76-88,1-1,0 1,0 0,0 0,0 0,1 0,-1 0,1 0,0 0,0 0,1 0,-1 0,1 0,0 0,0 0,0 0,0 0,1-1,0 1,-1 0,1-1,1 1,-1-1,0 0,1 0,0 0,0 0,2 2,6 9,-1 2,1-1,0-1,2 1,-1-2,2 0,0-1,0 0,1-1,0 0,1-2,0 1,1-2,0 0,0-2,13 4,-1-4</inkml:trace>
  <inkml:trace contextRef="#ctx0" brushRef="#br0" timeOffset="58">11110 3043,'-1'4,"-1"-1,1 0,1 1,-1-1,0 1,1-1,0 1,0-1,0 1,0-1,0 1,1-1,0 1,0-1,0 0,0 1,0-1,0 0,1 0,0 0,-1 0,1 0,0 0,1 0,-1-1,0 1,1-1,0 1,-1-1,1 0,0 0,0 0,0-1,0 1,1-1,-1 1,0-1,1 0,1 1,1 0,0-1,0 0,0 0,0 0,1 0,-1-1,0 0,0-1,0 1,0-1,0 0,0 0,0-1,0 0,0 0,-1-1,1 1,-1-1,1 0,3-3,-4-1,0 1,0-1,-1 0,0 0,0-1,0 1,-1-1,-1 0,1 0,-1 1,0-2,-1 1,0 0,0 0,-1 0,0-1,0 1,-1 0,0 0,-1 0,0 0,0 0,0 0,-1 0,-1-1,1 4,0-1,-1 1,0-1,0 1,0 0,-1 1,1-1,-1 1,0 0,0 0,-1 0,1 1,-1 0,0 0,0 0,0 1,0-1,0 2,-1-1,1 1,0 0,-1 0,1 0,-1 1,1 0,-1 1,1-1,-1 1,1 1,-3-1,1 0,0 1,-1 0,1 0,0 1,1 0,-1 1,0-1,1 2,0-1,0 1,0 0,1 0,-1 1,1 0,1 0,-1 0,1 1,0 0,0 0,1 0,-1 2,-2 21,8-4</inkml:trace>
  <inkml:trace contextRef="#ctx0" brushRef="#br0" timeOffset="59">11430 209,'1'442,"5"-347,5-1,4 0,7 15,14 85,-14-55,-6 1,-6 0,-6 1,-9 42,-7-12,7-1,9 34,0-109,-3 1,-7 34,-5 54,7-1,9 5,1-104,-4 1,-3-1,-5 1,-15 76,7-89,2 1,4 0,3 0,4 56,39 593,-31 208,-2-792,14 220,50 228,-48-388,4 24,-7 98,-18-101,-4-28,9 1,8 0,8-2,24 82,-1-94,-9 1,-7 2,-7 18,-12 548,-3-545,-3-46,7 0,19 92,25-6,-28-132,-3 1,4 92,-17 273,-1 111,-3-438,22 122,-27-260,0-7,-1 1,0 0,1-1,0 1,0-1,0 1,1-1,-1 1,1-1,0 0,1 1,-1-1,2 1,9-5,-8-5</inkml:trace>
  <inkml:trace contextRef="#ctx0" brushRef="#br0" timeOffset="60">12219 811,'-12'-4,"-1"0,0 1,1 0,-1 1,-1 1,1 0,0 1,0 0,0 1,0 0,0 1,0 1,0 0,0 1,1 0,0 1,-1 0,2 1,-1 0,1 1,0 0,0 1,1 0,-9 9,15-11,1 0,-1-1,1 2,0-1,0 0,1 1,0-1,0 1,1 0,-1-1,1 1,1 0,-1 0,1 0,1 0,-1 0,1 0,0-1,1 1,-1 0,2 0,-1-1,0 0,1 1,1-1,-1 0,1 0,0-1,0 1,0-1,1 0,0 0,0 0,4 2,92 81,-79-71,-1 0,0 1,-2 1,0 1,-1 1,16 22,-33-41,1 0,-1 0,0 0,1 0,-1 1,0-1,0 0,-1 0,1 1,0-1,-1 0,1 1,-1-1,0 1,0-1,0 1,0-1,0 0,0 1,-1-1,1 1,-1-1,1 0,-1 1,0-1,0 0,0 0,-1 0,1 0,0 0,-1 0,1 0,-1 0,0 0,0-1,1 1,-1-1,-1 2,-11 3,1 1,-1-1,0-1,-1-1,1 0,-1-1,0 0,0-1,0-1,0 0,0-1,0-1,-9-2,-27-15,50 17,0 0,0 1,0-1,0 0,0 0,0 0,0 0,0 0,0 0,0 0,1 0,-1 0,1 0,-1 0,0-1,1 1,0 0,-1 0,1-1,0 1,0 0,-1 0,1-1,0 1,0 0,1-1,-1 1,0 0,0-1,1 1,-1 0,0 0,1 0,-1-1,1 1,0 0,-1 0,1 0,0 0,0 0,18-19,4 0</inkml:trace>
  <inkml:trace contextRef="#ctx0" brushRef="#br0" timeOffset="61">12406 865,'0'-9,"0"1,0 9,-4 14,-5 13,-2 13,1 13,1 9,1 5,1 0,2-2,2-4,4-7,1-7,3-8,1-10,-1-14,-2-10</inkml:trace>
  <inkml:trace contextRef="#ctx0" brushRef="#br0" timeOffset="62">12166 1132,'122'5,"105"19,-30-2,-168-19,-22 2,-24 1,12-5,-9 1,1 1,-1 1,1 0,0 1,1 0,-1 1,1 0,0 1,0 1,1-1,0 2,1 0,0 0,0 1,1 0,0 1,0-1,2 2,-1-1,-5 13,12-21,0 0,0 1,1-1,-1 1,1-1,0 1,-1 0,2-1,-1 1,0-1,1 1,-1-1,1 1,0-1,0 0,1 1,-1-1,1 0,-1 0,1 0,0 0,0 0,1 0,-1 0,0-1,1 1,0-1,-1 0,1 0,0 0,0 0,0 0,1 0,-1-1,0 0,1 0,-1 0,0 0,1 0,-1 0,1-1,0 0,1 0,1 0,1 0,-1-1,0 0,1 0,-1-1,0 1,0-1,0-1,0 1,0-1,-1 0,1 0,-1-1,1 1,-1-1,-1-1,1 1,0-1,-1 1,0-1,0 0,-1-1,1 1,-1-1,0 0,-1 1,1-1,-1 0,0-1,-1 0,0 24,1 1,0-1,1 0,1 0,1 0,0 0,2 1,34 44,-39-60,-1-1,1 1,-1-1,1 1,-1-1,1 0,0 0,0 1,0-1,0-1,-1 1,1 0,0 0,1-1,-1 1,0-1,0 1,0-1,0 0,0 0,0 0,0 0,0-1,1 1,-1 0,0-1,0 0,0 1,0-1,0 0,0 0,-1 0,2 0,6-8,-1-1,0 1,-1-1,0 0,0-1,-1 0,-1 0,0 0,0-1,-1 0,0 1,0-8,33-161,-37 178,0 0,0 0,0 1,1-1,-1 0,0 0,1 1,0-1,-1 1,1-1,0 0,0 1,0-1,0 1,0 0,0-1,1 1,-1 0,0 0,1-1,-1 1,0 0,1 1,0-1,-1 0,1 0,-1 1,1-1,0 0,0 1,-1 0,1-1,0 1,0 0,-1 0,1 0,0 0,0 0,1 1,8 0,0 0,1 1,-1 1,0 0,0 0,-1 1,1 0,-1 1,0 0,0 1,0 0,-1 1,0-1,0 2,1 1,-7-3,0 1,-1 0,0-1,0 1,0 0,-1 0,0 0,0 0,-1 0,0 0,0 0,-1 0,0 0,0 0,0 0,-1 0,0 0,-1-1,1 1,-1-1,-4 6,-7 33,11-40,1 0,1 0,-1 0,1 1,-1-1,2 0,-1 1,0-1,1 1,0-1,1 1,-1-1,1 1,0-1,0 1,1-1,-1 0,1 1,1-1,-1 0,1-1,-1 1,1 0,1-1,-1 1,1-1,0 0,2 2,4-1,0-1,-1-1,1 1,1-2,-1 1,0-1,1-1,-1 0,1 0,-1-1,1-1,-1 0,1 0,-1-1,0 0,0-1,0 0,0 0,0-1,0-1,-1 0,2-1,-1-1,-1-1,-1 0,1 0,-1-1,-1 0,0 0,0 0,-1-1,0 0,0-1,-1 1,-1-1,0 0,0 0,-1-1,-1 1,0-1,0 1,-1-1,-1 1,0-1,0-2,0 12,1 1,-1 0,1-1,-1 1,0-1,1 1,-1-1,0 1,0 0,0-1,0 1,0-1,-1 1,1-1,0 1,-1 0,1-1,-1 1,1 0,-1-1,0 1,1 0,-1 0,0 0,0-1,0 1,0 0,0 0,0 0,0 0,0 1,0-1,-1 0,1 0,0 1,0-1,-1 1,1-1,0 1,-1-1,1 1,-1 0,1 0,-1 0,1 0,0 0,-1 0,0 0,-2 4,0 0,1 0,-1 1,1 0,-1-1,1 1,1 0,-1 1,1-1,0 0,0 1,0-1,1 1,0-1,0 1,1 0,-1 0,1-1,0 1,1 0,0 3,1 5,1 0,1 0,0-1,0 1,2-1,0 0,0 0,1-1,1 1,0-2,0 1,1-1,1-1,0 1,6 4,25 22</inkml:trace>
  <inkml:trace contextRef="#ctx0" brushRef="#br0" timeOffset="63">12125 2028,'93'254,"-89"-245,-1 0,0 1,1-1,0 0,1 0,0 0,0-1,1 0,0 0,0 0,1-1,0 0,0 0,1-1,3 2,-10-8,0 1,0-1,0 1,0-1,0 0,1 0,-1 0,0 1,0-1,1 0,-1-1,0 1,0 0,0 0,1 0,-1-1,0 1,0-1,0 1,0-1,0 1,0-1,0 0,0 1,0-1,0 0,0 0,0 0,0 0,-1 0,1 1,0-2,-1 1,1 0,0 0,-1 0,0 0,1 0,-1-1,14-49,-7-130,-8 94,0 85,1-1,-1 1,1 0,0-1,0 1,-1-1,1 1,1 0,-1-1,0 1,1 0,-1-1,1 1,0 0,-1-1,1 1,0 0,0 0,1 0,-1 0,0 0,1 0,-1 0,1 0,0 1,0-1,-1 0,1 1,0 0,0-1,0 1,1 0,-1 0,0 0,0 0,1 1,-1-1,0 1,1-1,-1 1,0 0,1 0,1 0,16 7,-2 1</inkml:trace>
  <inkml:trace contextRef="#ctx0" brushRef="#br0" timeOffset="64">12660 2174,'-2'16,"-1"12,0 6,1 2,0 1,3-3,2-3,2-7,2-7,1-6</inkml:trace>
  <inkml:trace contextRef="#ctx0" brushRef="#br0" timeOffset="65">12621 1947,'2'9,"10"8,12 3,11 0,0-3</inkml:trace>
  <inkml:trace contextRef="#ctx0" brushRef="#br0" timeOffset="66">13021 2215,'-2'16,"-1"9,0 6,0 2,2-1,2-3,6-4,4-4,2-6,0-5</inkml:trace>
  <inkml:trace contextRef="#ctx0" brushRef="#br0" timeOffset="67">12994 1947,'-9'-4,"-3"2,3 11,9 12,13 10,9 9,2-2</inkml:trace>
  <inkml:trace contextRef="#ctx0" brushRef="#br0" timeOffset="68">13275 2415,'28'-89,"-4"-1,-4-1,-4 0,3-91,-19 117,0 65,0 0,0 1,0-1,0 0,0 1,0-1,-1 0,1 1,0-1,0 0,0 1,0-1,0 0,-1 1,1-1,0 0,0 1,-1-1,1 0,0 0,-1 0,1 1,0-1,0 0,-1 0,1 0,0 1,-1-1,1 0,0 0,-1 0,1 0,-1 0,1 0,0 0,-1 0,1 0,0 0,-1 0,1 0,0 0,-1 0,1 0,-1 0,1-1,0 1,-1 0,1 0,0 0,0-1,-1 1,1 0,0 0,-1-1,1 1,0 0,0 0,0-1,-1 1,1 0,0-1,0 1,0 0,0-1,-1 1,1 0,0-1,-12 22,1 0,1 1,1 0,1 0,1 1,1 0,-1 8,1-14,1 1,1 0,0-1,2 1,0 1,1-1,0 0,2 0,0 0,1 1,1-1,0-1,2 1,0 0,1-1,1 0,0 0,1-1,1 0,0-1,2 1,-1-2,6 6,-8-12,0 0,1 0,0-1,0 0,1-1,-1 0,1 0,1-1,-1 0,1-1,0 0,0-1,0 0,0-1,1 0,6 0,2-6</inkml:trace>
  <inkml:trace contextRef="#ctx0" brushRef="#br0" timeOffset="69">13329 2095,'7'-3,"13"0,20 0,18 0,18 2,10 2,1 2,-7-1,-15 3,-19 0</inkml:trace>
  <inkml:trace contextRef="#ctx0" brushRef="#br0" timeOffset="70">12312 3110,'-14'5,"-1"0,1 0,0 2,0 0,1 0,0 1,0 1,0 0,2 1,-1 0,1 1,1 0,-1 1,-4 9,-1-3,2 1,0 1,1 0,2 1,0 0,1 1,1 0,1 0,0 1,-1 13,8-33,0-1,0 1,1 0,-1-1,0 1,1 0,0 0,-1 0,1-1,0 1,1 0,-1 0,0 0,1-1,0 1,-1 0,1-1,0 1,0 0,1-1,-1 1,0-1,1 0,0 1,-1-1,1 0,0 0,0 0,0 0,1-1,-1 1,0 0,1-1,-1 1,1-1,-1 0,1 0,-1 0,1 0,0-1,0 1,-1-1,1 1,0-1,2 0,10-4,-1 0,1-1,-1-1,0 0,-1 0,0-2,0 0,0 0,-1-1,0 0,-1-1,0-1,5-7,2 0,-2-2,0 0,-1-1,-1 0,-1-1,-1-1,-1 0,-1 0,-1-1,-1 0,-2-1,0 0,-1 0,-2 0,0-1,-2 1,-1-21,0 42,0-1,0 1,0-1,0 1,-1 0,0 0,0-1,0 1,0 0,-1 0,1 0,-1 0,0 0,-1 0,1 1,0-1,-1 1,0-1,0 1,0 0,0 0,-1 1,1-1,-1 0,1 1,-1 0,0 0,0 0,0 1,0-1,0 1,0 0,-1 0,0 1,-1 0,1 1,0-1,-1 1,1 1,0-1,0 1,0 0,0 0,0 0,0 0,1 1,-1 0,1 0,0 1,0-1,0 1,0-1,0 1,1 1,0-1,0 0,-2 5,-3 4,1 1,0-1,1 2,1-1,0 0,1 1,-2 14,3-5,2 0,0-1,1 1,1-1,1 1,2-1,0 1,1-1,1 0,9 18,13 29,4-2,31 48,-34-67,-17-32</inkml:trace>
  <inkml:trace contextRef="#ctx0" brushRef="#br0" timeOffset="71">12540 3659,'18'-48,"68"-155,-71 192,-11 39,-5 73,8 99,-3-179,1-7</inkml:trace>
  <inkml:trace contextRef="#ctx0" brushRef="#br0" timeOffset="72">12621 2896,'11'2,"13"2,12-1,8-1,4 0,2-1,-2-1,-4-2,-7-1,-8-2,-10-3,-8 0</inkml:trace>
  <inkml:trace contextRef="#ctx0" brushRef="#br0" timeOffset="73">12821 2670,'-3'15,"0"18,3 11,1 8,0 4,0 1,0 1,-2-4,-4-3,-1-4,2-5,0-10</inkml:trace>
  <inkml:trace contextRef="#ctx0" brushRef="#br0" timeOffset="74">13409 3177,'-10'2,"1"1,-1 0,1 1,0-1,0 2,1-1,-1 2,1-1,0 1,0 0,1 0,0 1,0 0,0 1,1-1,0 1,1 0,-1 1,2 0,-4 7,-3 3,2 0,0 0,1 1,1 0,1 1,1 0,0-1,2 2,0-1,1 13,2-31,0 0,-1 0,1 0,0-1,0 1,1 0,-1 0,1 0,-1 0,1 0,0 0,0-1,0 1,0 0,1-1,-1 1,1-1,0 1,-1-1,1 0,0 0,0 1,1-2,-1 1,0 0,1 0,-1-1,1 1,-1-1,1 0,0 0,-1 0,1 0,0 0,0 0,0-1,0 1,0-1,1 0,7-2,0-1,0 0,0-1,0 0,-1 0,1-1,-1-1,-1 0,1 0,-1-1,0 0,0 0,-1-1,0 0,0-1,-1 0,0 0,-1 0,5-9,2-4,0-1,-1-1,-2 0,0-1,-2 0,0 0,-2-1,-1 1,-1-2,-1 1,-2 0,0 0,-2-14,-1 27,0 0,0 1,-1 0,0-1,-1 1,-1 0,0 1,-6-11,9 18,0 0,-1 0,0 0,1 0,-1 1,0-1,-1 1,1 0,0 0,-1 0,0 1,0-1,0 1,0 0,0 0,0 0,0 0,-1 1,1 0,-1 0,1 0,-1 0,1 1,-1 0,1 0,-2 0,2 1,0 0,-1 0,1 0,0 0,0 1,0 0,0 0,1 0,-1 0,0 0,1 1,0 0,-1-1,1 1,0 1,1-1,-1 0,0 1,1-1,0 1,0 0,0 0,0 0,-1 3,-1 5,0 0,1 1,0-1,1 1,0 0,1 0,1 11,6 21,1 0,3 0,2-1,1 0,3-1,1-1,2 0,2-2,2 0,8 8,0 8,-31-55,1 1,0-1,0 1,0-1,1 1,-1-1,0 0,0 0,1 1,-1-1,1 0,-1 0,1 0,-1-1,1 1,0 0,-1-1,1 1,0-1,0 1,-1-1,1 0,0 1,0-1,0 0,-1-1,1 1,0 0,0 0,0-1,-1 1,1-1,0 1,-1-1,1 0,0 0,0 0,59-41,-56 37,68-59,-69 83,-4-14,0 1,0-1,1 1,-1-1,1 0,0 1,1-1,-1 0,1 0,0 0,0 0,1 0,0 0,-1-1,2 1,-1-1,0 0,1 0,0 0,0 0,0-1,0 0,0 1,1-1,4 2,0 0,0 0,0-1,0 0,1 0,-1-1,1 0,0-1,0 0,0-1,0 0,7 0,-13-1,0-1,0 1,0-1,0 1,0-1,-1 0,1-1,0 1,-1-1,1 1,-1-1,1 0,-1-1,0 1,0 0,0-1,0 0,0 1,-1-1,1 0,-1-1,0 1,0 0,0-1,0 1,1-4,1-3,-1 0,-1 0,1 0,-1-1,-1 1,0 0,-1-1,0 1,-1-8,1 14,0 1,0-1,-1 0,1 1,-1-1,0 0,0 1,0-1,-1 1,1 0,-1-1,0 1,0 0,0 0,0 0,-1 0,1 0,-1 1,0-1,0 1,0 0,0-1,0 1,0 1,0-1,-1 0,1 1,-1 0,1 0,-1 0,1 0,-1 0,0 1,1-1,-1 1,-3 0,-4 1,0 1,0-1,0 2,1 0,-1 0,1 0,0 2,0-1,0 1,0 1,1-1,0 2,0-1,1 1,-1 1,-3 4,-5 9</inkml:trace>
  <inkml:trace contextRef="#ctx0" brushRef="#br0" timeOffset="75">13662 2896,'23'2,"19"4,11 2,6 3,0-2,-4-1,-6-2,-10-3,-8-1,-11-2</inkml:trace>
  <inkml:trace contextRef="#ctx0" brushRef="#br0" timeOffset="76">13958 2749,'-14'21,"-5"17,2 17,5 10,8 5,6 3,5-5,1-14</inkml:trace>
  <inkml:trace contextRef="#ctx0" brushRef="#br0" timeOffset="77">14465 436,'18'156,"-3"24,-7 52,-7-169,2 1,3-1,3 1,12 41,19 41,-14-56,-3 1,-5 1,-3 0,-4 18,7 295,85 262,-85-463,-8 79,3-42,12 14,-13-133,2 95,-12 101,-2-97,7-95,6-1,10 29,12 111,-16-19,-3-26,21 74,53 254,-36-37,-30-272,-8 98,-9 681,-1-174,-34-196,2 151,-2-227,-12 150,54-565,-8-121,-2 0,-1 1,-2-1,-2 12,-8 70,8-118,1 0,0-1,0 1,0 0,0-1,0 1,1 0,-1-1,0 1,0 0,0-1,0 1,0 0,0-1,0 1,1 0,-1-1,0 1,0 0,0 0,1-1,-1 1,0 0,0 0,1 0,-1-1,0 1,1 0,-1 0,0 0,0 0,1-1,-1 1,0 0,1 0,-1 0,0 0,1 0,-1 0,0 0,1 0,-1 0,0 0,1 0,-1 0,0 0,1 1,-1-1,0 0,1 0,-1 0,0 0,1 0,-1 1,0-1,0 0,1 0,-1 1,0-1,0 0,1 0,-1 1,0-1,7-16</inkml:trace>
  <inkml:trace contextRef="#ctx0" brushRef="#br0" timeOffset="78">15628 3953,'471'26,"-119"-3,-155-18,81-13,-258 7,-8 2</inkml:trace>
  <inkml:trace contextRef="#ctx0" brushRef="#br0" timeOffset="79">15428 1466,'0'-11,"0"-2,0 8,0 17,0 19,-3 21,0 15,-2 12,0 6,0 3,2-3,0-6,2-11,1-11,-1-16</inkml:trace>
  <inkml:trace contextRef="#ctx0" brushRef="#br0" timeOffset="80">15521 2014,'22'2,"0"-1,0-1,0-1,0-1,-1-1,1-1,-1 0,1-2,-1-1,-1 0,1-2,-1 0,-1-1,16-11,-31 19,-1-1,0 0,0 0,1 1,-1-2,-1 1,1 0,-1-1,1 1,-1-1,0 0,0 0,0 0,-1 0,1 0,-1 0,0 0,-1 0,1 0,0-1,-1 1,0 0,0-1,-1 1,1 0,-1 0,0-1,0 1,-1-2,-1 4,-1 0,0 1,0-1,0 1,0 0,0 0,-1 0,1 1,0-1,0 1,-1 0,1 0,0 0,0 1,0 0,-1-1,1 2,0-1,0 0,0 1,0 0,1 0,-1 0,0 0,1 0,-1 1,1 0,-8 3,1 2,0-1,1 1,0 1,0 0,0 0,1 0,1 1,0 1,0-1,1 1,0 0,1 0,-1 4,3-9,1 0,0 0,1 1,-1-1,1 1,0-1,1 1,0-1,0 1,0 0,0-1,1 1,1-1,-1 1,1-1,0 0,0 1,1-1,0 0,0-1,0 1,1 0,-1-1,1 0,1 0,-1 0,3 2,2 0,0 0,1-1,-1 0,1 0,1-1,-1 0,1-1,2 1,36 9</inkml:trace>
  <inkml:trace contextRef="#ctx0" brushRef="#br0" timeOffset="81">16216 1854,'-21'-6,"0"1,-1 1,1 1,-1 1,0 1,0 0,0 2,-6 1,25-2,0 1,0-1,1 0,-1 1,0-1,1 1,-1 0,0 0,1 0,-1 0,1 0,-1 1,1-1,0 1,0 0,0-1,0 1,0 0,0 0,0 0,0 1,1-1,-1 0,1 1,0-1,-1 1,1-1,0 1,1-1,-1 1,0 0,1 0,0-1,-1 1,1 0,0 0,0-1,1 1,-1 0,1 0,-1-1,1 1,0 1,7 11,0-1,0 0,2 0,-1-1,2 0,0 0,0-2,1 1,1-1,5 3,11 11,44 54,-72-78,0 0,0 0,-1 0,1 0,0-1,-1 1,1 0,-1 0,1 1,-1-1,0 0,1 0,-1 0,0 0,0 0,0 0,0 0,0 1,0-1,0 0,0 0,0 0,0 0,-1 0,1 0,0 0,-1 0,1 1,-1-1,1 0,-1-1,0 1,1 0,-1 0,0 0,0 0,1 0,-1-1,0 1,0 0,0-1,0 1,0-1,0 1,0-1,0 1,0-1,0 0,-1 1,1-1,0 0,0 0,0 0,0 0,0 0,-4 1,1 0,0 0,0 0,-1-1,1 1,0-1,-1 0,1-1,0 1,-1-1,1 0,0 0,0 0,-1 0,1-1,0 0,3 1,1 0,-1-1,1 1,0-1,-1 1,1-1,0 1,0-1,0 1,0-1,0 1,0-1,0 1,0-1,1 1,-1-1,1 1,-1-1,1 1,-1-1,1 1,0 0,0-1,0 1,-1 0,1 0,0 0,1 0,-1 0,0 0,0 0,0 0,1 0,-1 0,-1 1,187-168,-131 116,-40 49,-16 25,0-20,-1 7,-4 18,1 0,2 0,0 0,2 0,1 0,1 0,2 0,0 0,2-1,13 10,-10-27</inkml:trace>
  <inkml:trace contextRef="#ctx0" brushRef="#br0" timeOffset="82">16430 1573,'-9'-11,"-3"2,3 11,9 13,13 13,7 12,1-2</inkml:trace>
  <inkml:trace contextRef="#ctx0" brushRef="#br0" timeOffset="83">16591 2161,'10'-20,"-1"0,-2-1,1-1,-2 1,-1-1,-1 0,-1 0,-1 0,0-1,-2 1,-1-13,2-17,-1 52,1 1,-1 0,0-1,1 1,-1-1,0 1,1-1,-1 1,1-1,-1 1,1-1,0 1,-1-1,1 1,-1-1,1 0,0 1,-1-1,1 0,0 0,-1 0,1 1,0-1,-1 0,1 0,0 0,-1 0,1 0,0 0,0 0,-1 0,1-1,0 1,-1 0,1 0,0 0,-1-1,1 1,0 0,-1-1,1 1,-1-1,1 1,-1-1,1 1,-1-1,1 1,-1-1,1 1,-1-1,0 0,1 1,-1-1,0 1,0-1,1 0,-1 0,0 1,0-1,0 0,0 1,0-1,0 0,0 1,0-1,0 0,0 0,0 1,0-1,-1 0,6 4,140 75,-142-77,0 0,-1 1,1-1,-1 1,1-1,-1 1,1 0,-1 0,0 1,0-1,0 0,0 1,-1-1,1 1,0-1,-1 1,0 0,0 0,0 0,0-1,0 1,0 0,-1 0,0 0,1 0,-1 1,0-1,0 0,-1 0,1 0,-1 0,1 0,-1 0,0 0,-27 56,22-50,0 1,1-1,1 1,-1 1,2-1,-1 0,1 1,1 0,0 0,1 0,0 0,0 0,1 7,2-13,0 0,0-1,1 1,-1-1,1 1,0-1,0 0,0 0,1-1,-1 1,1-1,0 1,0-1,0 0,1-1,-1 1,1-1,-1 0,1 0,0 0,0-1,0 1,0-1,0 0,0-1,0 1,0-1,0 0,0 0,0-1,0 0,0 1,0-2,0 1,0 0,0-1,-1 0,1 0,0-1,-1 1,0-1,1 0,7-7,-1 0,0 0,-1-1,0 0,0-1,-1 0,-1 0,0-1,0 0,-2-1,0 0,0 0,-1 0,-1 0,2-12,-1-19,-6 44,0 0,1 1,-1-1,0 1,0-1,0 1,1-1,-1 1,0 0,0-1,0 1,0 0,0 0,0 0,0-1,0 1,0 0,0 0,0 1,0-1,0 0,0 0,1 0,-1 1,0-1,0 0,0 1,0-1,0 1,0-1,1 1,-1-1,0 1,0-1,1 1,-1 0,0 0,1-1,-1 1,1 0,-1 0,1 0,-1-1,1 1,0 0,-1 0,1 0,-5 7,0 1,1-1,0 1,0-1,1 1,0 0,1 1,0-1,0 0,1 1,0-1,1 1,0-1,0 0,1 1,0-1,1 1,0-1,1 0,0 0,0 0,1 0,0-1,0 1,1-1,4 5,61 61,-37-50</inkml:trace>
  <inkml:trace contextRef="#ctx0" brushRef="#br0" timeOffset="84">15695 2655,'0'16,"4"13,7 9,10 8,10 3,10-2,4-5,4-7,-2-8,-2-7,-5-8,-6-11,-9-4</inkml:trace>
  <inkml:trace contextRef="#ctx0" brushRef="#br0" timeOffset="85">16243 2562,'-3'2,"-1"-1,1 0,-1 1,1-1,0 1,0 0,0 0,0 1,0-1,0 0,0 1,1 0,-1 0,1 0,0 0,0 0,-2 3,-11 21,1 2,1-1,2 2,0 0,2 0,2 0,0 1,2 1,2-1,-19 83,-32 65,35-123,2 1,3 0,-3 28,16-11,6-50</inkml:trace>
  <inkml:trace contextRef="#ctx0" brushRef="#br0" timeOffset="86">16243 3378,'-2'8,"1"1,-1-1,1 1,1-1,-1 1,1-1,1 1,0-1,0 1,1-1,0 0,0 0,1 1,0-1,0-1,1 1,0 0,0-1,1 0,0 0,0 0,1-1,0 0,0 0,0 0,1-1,0 0,0 0,0 0,1-1,-1 0,7 2,-7-5,0 1,0-1,0 0,1-1,-1 0,0 0,0 0,0-1,0 0,0 0,0-1,0 0,0 0,-1-1,1 1,-1-2,1 1,-1-1,0 0,-1 0,1 0,-1-1,1 0,-1 0,-1 0,1-1,-1 0,0 1,0-2,-1 1,0 0,0-1,0 1,1-6,1 1,-1 0,0-1,0 0,-1 0,0 0,-1 0,-1 0,0 0,-1 0,0-1,-1 1,0 0,0 0,-2-1,0 2,0-1,-1-2,2 12,1-1,0 1,-1-1,1 1,-1 0,0 0,0 0,0 0,0 0,0 0,0 1,0-1,0 1,-1-1,1 1,-1 0,1 0,-1 0,0 0,1 0,-1 1,0-1,1 1,-1 0,0-1,0 1,1 1,-1-1,0 0,0 1,-5 1,0 0,-1 1,1 0,0 1,1-1,-1 2,1-1,0 1,-4 2,-128 120,68-54</inkml:trace>
  <inkml:trace contextRef="#ctx0" brushRef="#br0" timeOffset="87">723 4848,'-4'1,"0"-1,1 1,0-1,-1 1,1 0,-1 0,1 1,0-1,0 1,0-1,0 1,0 0,0 0,0 1,0-1,1 0,-1 1,1 0,0-1,0 1,0 0,0 0,0 0,1 1,-1-1,1 0,0 1,0 0,-17 102,16-98,2 0,-1 0,1 0,0 0,1 0,0 0,0 0,1 0,0 0,0 0,1 0,0-1,1 0,-1 1,1-1,0 0,1-1,0 1,0-1,0 0,1 0,0-1,0 1,1-1,-1-1,1 1,4 1,-1-2,0-1,0 1,1-2,-1 0,1 0,-1 0,1-2,0 1,0-1,-1-1,1 0,0 0,-1-1,1-1,-1 0,0 0,1-1,-2 0,1-1,0 0,-1 0,0-1,5-5,-6 2,-1-1,0 0,-1 0,0 0,-1-1,0 0,0 0,-1-1,-1 1,0-1,-1 0,0 0,-1 0,0 0,0 0,-2 0,1 0,-2 0,1 1,-2-1,1 0,-2 1,0-1,0 1,-1 0,0 0,-1 1,0-1,-1 1,0 0,0 1,-1 0,0 0,-1 1,0 0,0 0,-1 1,0 1,0-1,-1 1,1 1,-1 0,-1 1,-4-2,7 3,-1 1,1 0,0 0,-1 1,0 0,1 1,-1 0,1 0,-1 1,0 0,1 1,0 0,-1 1,1 0,0 0,0 1,1 0,-1 0,1 1,0 0,0 1,0 0,1 0,0 0,0 1,0 0,1 1,0-1,1 1,0 0,0 1,-2 5,4-6,1 0,0 0,0 1,0-1,1 1,1 0,-1-1,1 1,1-1,0 1,0 0,0-1,1 1,1-1,-1 0,1 0,1 0,-1 0,2 0,-1-1,1 0,0 0,0 0,1 0,-1-1,2 0,3 3,28 20</inkml:trace>
  <inkml:trace contextRef="#ctx0" brushRef="#br0" timeOffset="88">1751 4848,'-3'9,"1"0,-1 0,2 0,-1 0,1 0,1 1,-1-1,2 0,-1 1,1-1,0 0,1 0,0 0,1 0,0 0,0-1,1 1,0-1,1 0,-1 0,2 0,-1-1,1 1,3 2,1-1,1-1,0-1,0 0,0-1,0 0,1 0,0-1,1-1,-1 0,1-1,-1 0,1-1,0 0,0-1,0-1,0 0,0 0,0-2,0 1,0-2,-1 0,1 0,-1-1,1 0,-1-2,-1 1,1-1,-1-1,0 0,0 0,-1-1,0-1,-1 0,1 0,-2 0,4-6,-6 8,-1 1,0-1,-1 0,0 0,0-1,0 1,-1-1,0 0,-1 0,0 0,0 0,0 0,-1 0,0 0,-1-1,0 1,0 0,-1-1,0 1,0 0,-1 0,0 0,-1 0,0 0,0 0,0 1,-1-1,0 1,-1 0,0 0,0 1,-3-5,-5 1,-1 1,0 0,0 1,-1 0,0 1,0 1,-1 0,0 2,1-1,-2 2,1 0,0 1,-1 0,1 2,-1 0,1 0,-1 2,1 0,0 1,-1 1,-10 3,19-5,0 0,0 1,0-1,0 2,0-1,1 1,-1 0,1 1,0-1,0 2,1-1,-1 1,1-1,0 2,1-1,0 1,0 0,0 0,1 0,0 1,0-1,1 1,0 0,0 0,1 0,0 1,0-1,1 0,0 1,1-1,-1 1,2-1,0 6,33 60,-14-46</inkml:trace>
  <inkml:trace contextRef="#ctx0" brushRef="#br0" timeOffset="89">0 6947,'31'-11,"-27"10,352 0,314-10,426-19,-1023 30,793-15,-222-13,605-45,-661 68,262-12,-761 12,947-48,-78 21,-51 20,425 12,27-54,-346 55,-187 40,106-37,-230 41,-151 15,-301-48,-117 0,42-1,-160-19,-19-1</inkml:trace>
  <inkml:trace contextRef="#ctx0" brushRef="#br0" timeOffset="90">829 5891,'-5'-2,"0"0,0 0,0 0,0 1,-1-1,1 1,0 1,-1-1,1 1,0 0,-1 0,1 0,0 1,-1 0,1 0,0 0,0 0,0 1,0 0,0 0,0 1,0-1,1 1,-1 0,1 0,-3 3,-4 8,1 0,0 1,1 0,1 0,0 1,1 0,1 0,0 1,1 0,1 0,1 0,-1 8,1-7,0 1,1-1,1 1,1-1,1 1,2 17,-2-29,1-1,-1 1,1 0,1-1,-1 1,1-1,0 1,0-1,1 0,0-1,0 1,0-1,1 1,0-1,0 0,0-1,0 1,1-1,5 3,-1-2,1-1,-1 0,1 0,-1-1,1 0,0-1,0 0,0-1,1 0,-1-1,0 0,0-1,0 0,0-1,0 0,0-1,0 0,0 0,-1-1,0-1,0 0,0 0,0-1,-1 0,0-1,0 0,-1 0,1-1,-2 0,1 0,-1-1,-1 0,1 0,-2-1,5-9,-5 3,-1 0,-1-1,-1 1,0-1,-1 0,-1 0,0 1,-2-1,1 0,-2 1,-1-1,0 1,-1 0,0 0,-1 1,-1 0,-1 0,0 0,-1 1,0 0,-1 0,-1 2,0-1,-4-2,6 6,1 1,-1 0,-1 0,1 1,-1 1,-1-1,1 2,-1-1,0 2,0-1,-3 1,9 2,1 1,-1 0,0 1,0-1,0 1,0 0,0 0,0 0,1 0,-1 1,0 0,0 0,0 1,1-1,-1 1,1 0,-1 0,1 0,0 1,0 0,0-1,0 2,0-1,1 0,-1 1,1-1,0 1,-1 1,-1 4,1 0,0 0,1 0,-1 0,2 1,-1-1,1 1,1 0,0-1,0 1,1 0,0 0,1 0,0 0,1-1,0 1,0-1,1 1,0-1,1 0,0 0,0 0,1 0,0-1,0 0,1 0,1 1,41 51</inkml:trace>
  <inkml:trace contextRef="#ctx0" brushRef="#br0" timeOffset="91">1832 5998,'-11'26,"1"1,1 0,2 1,0-1,2 1,1 0,2 1,0-1,2 1,2 13,0-35,0 0,0 0,0 0,1 0,0-1,1 1,0-1,0 0,0 0,0 0,1 0,0-1,0 0,1 0,-1 0,1-1,0 0,0 0,1 0,-1-1,1 0,-1 0,1-1,0 0,0 0,0 0,1-1,-1 0,0-1,0 1,1-1,-1-1,2 0,4 1,0 0,0-1,0-1,0 0,0-1,-1-1,1 0,-1 0,0-1,0-1,0 0,-1 0,0-1,0-1,-1 0,0 0,0-1,-1 0,0-1,0 0,-2-1,1 1,-1-1,0-1,-1 1,-1-1,0 0,0-1,-1 1,-1-1,0 0,-1 0,0 0,-1-3,-2 4,-1 1,0-1,-1 0,-1 1,1 0,-2 0,0 0,0 0,-1 1,0 0,0 0,-1 0,-1 1,0 0,0 1,-1 0,1 0,-2 0,1 1,-1 1,0 0,-1 0,1 1,-1 0,0 1,-1 0,-1 0,1 0,0 0,0 1,0 1,0 0,-1 0,1 1,-1 1,1 0,-1 0,1 2,0-1,-1 2,1-1,0 2,0-1,0 2,1 0,0 0,0 1,0 0,0 1,1 0,0 1,1 0,-6 7,11-12,1 1,0 0,0 0,1 0,-1 0,1 1,0-1,0 1,0-1,1 1,0 0,0 0,0 0,0 0,1-1,-1 1,1 0,1 0,-1 0,1 0,0 0,0 0,0 0,0-1,1 1,0-1,0 1,0-1,1 1,0-1,-1 0,1 0,1 0,0 0,39 38</inkml:trace>
  <inkml:trace contextRef="#ctx0" brushRef="#br0" timeOffset="92">4238 4554,'-12'14,"1"1,1 0,0 1,1 0,0 1,1-1,1 1,1 1,1 0,-3 12,6-22,0 0,1 1,0-1,1 1,0-1,0 1,1-1,0 1,0-1,1 0,0 0,0 1,1-1,0-1,0 1,1 0,0-1,1 0,0 0,0 0,0 0,1-1,5 6,-3-7,-1 0,1-1,-1 0,1 0,0-1,1 0,-1 0,1-1,-1 0,1-1,-1 0,1 0,0 0,0-1,-1-1,1 0,0 0,-1 0,1-1,-1-1,1 1,-1-1,0-1,0 1,0-1,-1-1,1 0,-1 0,0 0,0-1,-1 1,0-2,0 1,0-1,-1 0,0 0,0 0,-1-1,0 0,0 0,0-3,2-4,-1 1,-1-1,0 0,-1-1,-1 1,0-1,-2 1,1-1,-2 1,0-1,-1 1,0-1,-1 1,-2-4,3 11,-1-1,0 1,0 0,-1 0,0 0,0 0,-1 0,0 1,0 0,-1 0,0 0,0 1,0 0,-1 0,0 1,0-1,-1 2,0-1,1 1,-1 0,-1 0,1 1,0 1,-1-1,-2 1,3 0,0 2,1-1,-1 1,0 0,0 1,1 0,-1 0,0 1,1-1,-1 2,1-1,0 1,0 0,0 1,0-1,1 1,-1 1,1-1,0 1,0 0,0 1,1 0,0-1,0 1,1 1,-5 6,-3 7,1 1,0 1,1 0,2 0,0 1,1 0,1 1,1 1,-7 57</inkml:trace>
  <inkml:trace contextRef="#ctx0" brushRef="#br0" timeOffset="93">4105 5998,'-5'3,"12"-16,16-19,25-33,-4-2,-2-2,22-51,-41 76,-22 45,0 0,0 0,-1 0,1 0,0 0,-1 0,1 0,-1 0,1 1,-1-1,1 0,-1 0,0 0,0 1,0-1,0 0,1 0,-1 0,-1 1,1-1,0 0,0 0,0 1,-1-1,1 0,-1 0,1 1,0-2,-8 124,7-1,6 22,-5-144,3 21,-1 1,-1-1,0 1,-2 0,-1-1,-1 1,0-1,-2 0,-1 0,0-1,-2 1,0-1,-3 2,9-20,0 0,0-1,-1 1,0 0,1-1,-1 1,0-1,0 0,0 0,0 0,-1 0,1-1,0 1,-1-1,1 0,-1 0,1 0,-1 0,0-1,1 1,-1-1,0 0,0 0,1-1,-1 1,0-1,1 0,-1 1,1-2,-1 1,1 0,-1-1,1 1,0-1,-3-2,6 3,0 0,0 1,1-1,-1 0,0 1,0-1,1 0,-1 0,0 1,1-1,-1 0,0 1,1-1,-1 1,1-1,-1 0,1 1,-1-1,1 1,0-1,-1 1,1 0,0-1,-1 1,1 0,0-1,-1 1,1 0,0 0,0 0,-1-1,1 1,0 0,0 0,-1 0,1 0,0 0,0 1,-1-1,1 0,0 0,0 0,-1 1,1-1,1 0,344-25,-196 22,-130 9,-30-4</inkml:trace>
  <inkml:trace contextRef="#ctx0" brushRef="#br0" timeOffset="94">789 7535,'-9'10,"0"-1,0 1,1 1,0-1,1 1,0 1,0-1,2 1,-1 0,2 1,-1-1,2 1,0 0,0 0,1 0,1 0,0 0,1 1,0-1,1 0,2 10,-1-17,1 1,0-1,0 1,1-1,-1 0,1 0,1-1,-1 1,1-1,0 0,0 0,1-1,-1 1,1-1,0 0,0-1,0 1,1-1,-1-1,1 1,0-1,0 0,0-1,5 1,-1 0,0 0,0-2,0 1,0-1,0-1,0 0,0-1,0 0,-1 0,1-1,-1 0,1-1,-1-1,0 1,7-6,-4 0,-1-1,0 0,-1-1,0-1,-1 1,-1-2,0 1,0-1,-1-1,-1 1,-1-1,0-1,-1 1,0-1,-1 0,-1 0,-1 0,0 0,-1-1,-1 1,0 0,-2-1,1 1,-3-6,3 14,-1 0,1 1,-1-1,-1 0,0 1,0-1,0 1,-1 0,0 0,0 0,-1 1,0 0,0-1,0 2,-1-1,0 0,0 1,0 1,-1-1,0 1,0 0,0 0,0 1,-1 0,1 0,-1 1,1 0,-1 0,0 0,0 1,0 1,-3-1,3 2,-1 0,0 0,0 1,1 0,-1 0,1 1,0 0,-1 0,1 1,1 0,-1 1,1 0,-1 0,1 0,1 1,-1 0,1 1,0-1,1 1,-1 0,-3 7,1 0,0 1,1 0,0 0,2 1,0-1,0 1,2 0,0 1,0-1,2 0,0 5,2 49</inkml:trace>
  <inkml:trace contextRef="#ctx0" brushRef="#br0" timeOffset="95">1725 7776,'95'-170,"31"-70,-100 179,-19 57,-8 23,1-15,-3 349,-17-111,8-147,9-59</inkml:trace>
  <inkml:trace contextRef="#ctx0" brushRef="#br0" timeOffset="96">762 8778,'-16'6,"1"0,0 0,0 1,0 1,1 1,0 0,1 1,0 0,1 1,0 0,0 1,-4 7,9-11,1 0,0 1,0-1,1 1,0 1,1-1,0 1,0-1,1 1,0 0,1 1,0-1,1 0,0 1,0-1,1 0,1 1,-1-1,2 0,0 2,0-4,1 0,-1-1,2 1,-1-1,1 0,0 0,1 0,-1-1,1 1,1-1,-1 0,1-1,0 1,0-1,1 0,-1-1,1 0,0 0,0 0,1-1,3 1,6 2,0 0,0-2,1 0,0-1,0-1,0 0,0-2,0 0,3-1,-9 1,1 0,-1-1,0-1,0 0,1 0,-1-2,-1 1,1-1,0-1,-1 0,0-1,0 0,-1 0,0-2,0 1,0-1,-1 0,0-1,-1 0,0 0,0-1,-1 0,0-1,-1 1,0-1,-1-1,0 1,-1-1,0 1,-1-1,1-3,-3 1,-1 0,0 0,-1 0,0 0,-1 1,-1-1,0 0,-1 1,0-1,-1 1,-1 1,0-1,-1 1,0 0,-1 0,0 1,0 0,-2 0,1 1,-1 0,-1 1,1 0,-2 1,1 0,-1 0,0 2,-1-1,0 2,0-1,0 2,-4-1,11 3,-1 1,0 0,1 0,-1 1,1 0,-1 0,0 1,1 0,-1 0,1 0,-1 1,1 0,0 0,0 0,-1 1,2 0,-1 0,0 1,1 0,-1 0,1 0,0 0,1 1,-1 0,1 0,0 0,0 1,0-1,1 1,0 0,-1 2,0 2,1-1,1 0,0 1,0-1,1 1,0 0,0 0,1-1,1 1,0 0,0 0,1-1,0 1,0-1,1 1,0-1,1 0,0 0,1-1,0 1,0-1,1 0,-1 0,2-1,0 1,38 39</inkml:trace>
  <inkml:trace contextRef="#ctx0" brushRef="#br0" timeOffset="97">1725 8913,'33'-96,"4"1,49-88,-61 145,-19 44,-10 62,-60 388,48-315,10-85</inkml:trace>
  <inkml:trace contextRef="#ctx0" brushRef="#br0" timeOffset="98">161 9701,'1459'-14,"-486"-6,284-14,-1117 34,1142-14,-331 3,-499 9,640-62,-993 55,1151-37,-193 72,28 15,602 45,-612-21,-297-40,-559-24,-1 10,137 28,-53 2,-288-36,-30-1,-19-5,-5 0</inkml:trace>
  <inkml:trace contextRef="#ctx0" brushRef="#br0" timeOffset="99">4171 7469,'-7'4,"0"0,0 0,0 1,0 1,1-1,0 1,0 0,0 0,1 1,0-1,0 1,0 0,1 1,1-1,-1 1,1 0,0 0,1 0,0 0,0 0,0 0,1 1,1-1,-1 1,1-1,1 0,0 1,0-1,0 1,1-1,1 0,-1 0,1 0,0-1,3 5,1-2,0-1,1 0,0 0,1 0,-1-2,1 1,1-1,0 0,0-1,0 0,0 0,1-1,0-1,0 0,1 0,-1-1,1-1,-1 0,1 0,0-1,0-1,-1 0,1-1,0 0,0 0,-1-1,1-1,-1 0,1-1,-1 0,0 0,-1-1,1-1,-1 0,0 0,0-1,-1 0,0-1,0 0,-1 0,0-1,0 0,-1-1,0 1,-1-1,0-2,-1 0,-1-1,0 0,-1 0,-1-1,0 1,0-1,-2 1,0-1,0 1,-1-1,-1 1,0 0,-1-1,0 1,-3-4,4 8,-1 1,-1-1,1 1,-1 0,-1 1,0-1,0 1,0 0,-1 0,0 0,0 1,-1 0,0 0,0 1,0-1,-1 2,1-1,-1 1,0 0,-1 1,1 0,-1 0,-4-1,3 3,0 0,0 0,0 1,0 1,0-1,0 2,0-1,0 1,0 1,0 0,1 0,-1 1,1 0,0 0,0 1,1 1,0-1,-1 1,-1 3,-3 2,0 1,1 1,1 0,0 0,0 1,1 1,1 0,0 0,2 1,-6 12,-9 45,8-7</inkml:trace>
  <inkml:trace contextRef="#ctx0" brushRef="#br0" timeOffset="100">4198 8778,'162'-262,"-133"216,-22 48,-8 66,-36 520,36-519</inkml:trace>
  <inkml:trace contextRef="#ctx0" brushRef="#br0" timeOffset="101">736 10637,'3'-52,"2"1,3 0,1 1,11-26,-6 15,39-171,-47 206,-4 41,-38 366,35-368,0 0,2-1,-1 1,2 0,0 0,0 0,1-1,1 1,0-1,0 0,1 0,6 8,14 12</inkml:trace>
  <inkml:trace contextRef="#ctx0" brushRef="#br0" timeOffset="102">1350 10356,'-3'6,"0"0,1 1,-1-1,1 1,1 0,-1-1,1 1,0 0,1 0,0 0,0 0,0 0,1-1,0 1,0 0,1 0,0-1,0 1,0-1,1 1,0-1,1 0,-1 0,1 0,0-1,0 1,1-1,-1 0,1 0,1-1,2 3,5 1,-1-1,1-1,0 0,0-1,1 0,0-1,0-1,0 0,0-1,0-1,0 0,1 0,-1-2,0 0,0 0,0-1,0-1,0 0,0-1,0-1,-1 0,0-1,0 0,-1-1,1-1,-2 0,1 0,8-9,-15 12,0 0,-1 0,0-1,0 1,0-1,-1 0,0 0,0 0,-1 0,1-1,-1 1,-1-1,1 1,-1-1,0 0,-1 1,1-1,-1 0,-1 0,1 0,-1 1,-1-1,1 0,-1 1,0-1,0 1,-1 0,0 0,0 0,0 0,-1 0,0 1,0-1,-2-2,0 1,0-1,0 1,-1 0,0 1,-1 0,1 0,-1 0,0 1,-1 0,1 1,-1 0,0 0,0 1,0 0,0 1,-1-1,1 2,-1 0,1 0,-1 0,0 1,1 1,-1 0,1 0,-1 1,1 0,-1 0,1 1,0 0,0 1,1 0,-1 1,1-1,0 2,0-1,0 1,-5 6,3 0,0 0,1 1,0 0,1 0,1 1,0 0,-3 12,-13 39</inkml:trace>
  <inkml:trace contextRef="#ctx0" brushRef="#br0" timeOffset="103">856 11386,'48'-101,"-30"66,-1 0,-2 0,-1-2,1-14,-13 37,-12 42,-7 25,3 1,2 0,2 1,3 1,0 55,8-91,1 1,0-1,2 1,0-1,1 0,2 1,14 32</inkml:trace>
  <inkml:trace contextRef="#ctx0" brushRef="#br0" timeOffset="104">1564 11345,'-4'6,"0"0,0 0,1 0,0 0,0 1,0-1,1 1,0 0,0-1,1 1,-1 0,2 0,-1 0,1 0,0 0,0 1,1-1,0 0,0-1,1 1,0 0,0 0,0 0,1-1,0 0,1 1,-1-1,1 0,0-1,1 1,-1-1,1 0,1 1,6 3,1-2,0 0,1 0,-1-1,1 0,0-2,1 1,-1-2,1 0,-1-1,1 0,0-1,0-1,0 0,0-1,0-1,-1 0,1-1,-1 0,1-1,-1-1,1-1,-7 2,1 0,-1-1,0 0,-1-1,1 1,-1-2,-1 1,1-1,-1 0,0 0,0 0,-1-1,0 0,0 0,-1 0,0-1,-1 0,0 1,0-1,-1 0,0 0,0-1,-1 1,0 0,-1-1,0 1,-1 0,0-1,0 1,-1 0,0 0,0 0,-1 0,1 1,-1 0,0 1,0-1,-1 1,0 0,0 0,0 0,-1 1,0-1,-1 1,1 0,-1 1,0-1,-1 1,1 0,-1 1,0 0,0 0,0 0,-1 1,1 0,-1 0,0 1,0 0,0 0,0 1,0 0,0 1,0 0,0 0,-1 0,1 1,0 0,0 1,0 0,1 0,-1 1,0 0,-2 1,-4 5,0 0,1 0,-1 1,2 1,0 1,0-1,1 2,0 0,1 0,1 1,0 0,1 0,-26 48</inkml:trace>
  <inkml:trace contextRef="#ctx0" brushRef="#br0" timeOffset="105">13 12241,'210'-23,"305"-25,797-2,-122-36,605-2,-254 47,1103 30,-1173 43,-166 69,-251-22,8 8,-287-4,-112 6,-487-70,-208-27,-6-4</inkml:trace>
  <inkml:trace contextRef="#ctx0" brushRef="#br0" timeOffset="106">4264 10102,'-8'5,"0"0,0 1,0 0,1 0,0 1,0 0,0 0,1 1,0 0,1 0,-1 0,2 1,-1-1,1 1,0 0,1 0,0 1,1-1,0 1,0-1,1 1,0 0,1 0,0-1,1 1,0 0,0 0,1-1,0 1,0-1,2 0,-1 1,1-1,0-1,3 5,-1-4,2 0,-1 0,2-1,-1 0,1 0,0-1,0 0,1-1,0 0,0 0,0-1,1-1,0 1,0-2,0 0,0 0,1-1,-1 0,1-1,-1 0,1-1,8-1,-10 1,-1 0,1-1,-1-1,1 0,-1 0,0-1,0 0,0 0,0-1,0 0,-1-1,1 0,-1 0,-1-1,1 0,-1 0,0-1,0 0,-1 0,0 0,0-1,-1 0,0 0,0-1,-1 1,0-1,1-4,-2-1,-1-1,0 1,-1-1,-1 1,-1-1,0 1,0-1,-1 1,-1-1,-1 1,0 0,-1 1,0-1,-1 1,0 0,-1 0,-1 1,0-1,-1 2,0-1,0 2,-2-1,1 1,-1 0,0 1,-1 1,0 0,-1 0,0 1,0 1,0 0,-1 1,1 0,-2 1,3 2,-1 1,0 1,1 0,-1 1,0 0,1 1,-1 0,1 1,0 0,0 1,0 0,0 1,1 1,0 0,0 0,0 1,1 0,0 1,0 0,1 1,0 0,1 0,0 1,0 0,1 0,0 1,1 0,0 0,1 1,-2 6,-28 74,12-4</inkml:trace>
  <inkml:trace contextRef="#ctx0" brushRef="#br0" timeOffset="107">4211 11252,'134'-189,"-52"54,-70 127,-9 30,-23 249,9 123,11-313</inkml:trace>
  <inkml:trace contextRef="#ctx0" brushRef="#br0" timeOffset="108">1017 12976,'68'-213,"-5"0,-54 191,-9 22,1 0,-1 0,1 0,-1 0,1 0,-1 0,1 0,-1 1,1-1,-1 0,1 0,-1 1,0-1,1 0,-1 0,0 1,1-1,-1 1,0-1,1 0,-1 1,0-1,1 1,-1-1,0 1,0-1,0 0,0 1,1-1,-1 1,0-1,0 1,0-1,0 1,0-1,0 1,0-1,0 1,0-1,-1 1,1-1,0 1,0-1,0 1,0-1,-1 1,1-1,0 0,0 1,-1-1,1 1,-3 137,0-93,2 1,2-1,2 1,2-1,6 24,10 1,3-13</inkml:trace>
  <inkml:trace contextRef="#ctx0" brushRef="#br0" timeOffset="109">1685 12789,'4'-19,"3"-14,1-1,2 1,1 1,8-15,-19 46,0 0,0 0,0 1,0-1,0 0,0 1,0-1,0 0,0 1,1-1,-1 0,0 1,0-1,1 0,-1 1,0-1,1 1,-1-1,1 0,-1 1,0-1,1 1,-1-1,1 1,0 0,-1-1,1 1,-1 0,1-1,0 1,-1 0,1-1,0 1,-1 0,1 0,0 0,-1 0,1 0,0 0,-1 0,1 0,0 0,-1 0,1 0,0 0,-1 0,1 1,0-1,-1 0,1 0,0 1,-1-1,1 0,-1 1,1-1,-1 1,1-1,-1 1,1-1,-1 1,1-1,-1 1,1-1,-1 1,0 0,4 11,-1 1,0-1,-1 1,0 0,-1 0,-1 0,0 0,-1 6,1-6,-7 107,-6 1,-5-2,-15 43,15-82</inkml:trace>
  <inkml:trace contextRef="#ctx0" brushRef="#br0" timeOffset="110">1002 14167,'27'-339,"-13"160,-8 226,7 84,5-1,13 35,-17-106</inkml:trace>
  <inkml:trace contextRef="#ctx0" brushRef="#br0" timeOffset="111">1671 14019,'49'-242,"-45"224,7 50,0 103,-5-1,-6 1,-7 10,1-79</inkml:trace>
  <inkml:trace contextRef="#ctx0" brushRef="#br0" timeOffset="112">4438 12508,'-7'4,"0"1,0-1,1 1,-1 1,1-1,0 1,0 0,1 0,0 1,0 0,1 0,-1 0,1 0,1 1,0-1,0 1,0 0,1 0,0 0,1 0,-1 0,2 1,-1-1,1 0,0 0,1 1,0-1,0 0,1 0,0 0,1 0,-1 0,4 5,0 0,1-1,1-1,0 1,0-1,1 0,1-1,0 0,0-1,1 0,0 0,0-1,1-1,0 0,1 0,-1-2,1 1,0-1,1-1,-1-1,1 0,0 0,-1-1,1-1,0-1,0 0,0 0,0-2,0 1,0-2,-1 0,1 0,-1-2,9-3,-7 3,-1-2,1 1,-1-2,-1 0,1 0,-1-1,-1-1,1 0,-2-1,0 0,0-1,-1 0,0-1,-1 0,-1 0,0-1,0 0,-2-1,0 1,0-1,-2-1,1 1,-2 0,0-1,-1 0,-1 0,0-3,-1 12,-1 1,0-1,0 1,0-1,0 1,-1 0,0 0,-1-1,1 2,-1-1,-1 0,1 0,-1 1,1 0,-1 0,-1 0,1 0,-1 1,0-1,0 1,0 0,-1 1,1-1,-1 1,0 0,0 1,0-1,0 1,-4 0,-8 0,0 1,0 1,0 1,0 1,0 0,0 2,1 0,-1 0,1 2,0 0,1 1,-1 1,1 0,1 1,0 1,0 0,1 2,0-1,-7 9,7-7,0 1,0 1,2 0,0 1,0 0,2 1,0 0,1 1,0 0,2 0,0 1,1 0,1 0,-2 17,0 24</inkml:trace>
  <inkml:trace contextRef="#ctx0" brushRef="#br0" timeOffset="113">4466 13979,'1'-17,"2"1,0 0,1 0,0 0,1 0,1 1,1 0,5-9,-5 7,85-160,-77 166,-16 41,-11 44,-3 10,3 0,4 1,4 0,4 12,9-6,3-13</inkml:trace>
  <inkml:trace contextRef="#ctx0" brushRef="#br0" timeOffset="114">6350 13699,'2'18,"1"10,0 8,0 7,-2 7,-2 9,-2 7,1 10,0 9,0 6,1 6,5 3,6-1,4-3,2-6,-2-19</inkml:trace>
  <inkml:trace contextRef="#ctx0" brushRef="#br0" timeOffset="115">13797 15182,'0'-1,"0"0,1 0,-1 0,0 0,1 0,-1 0,1 0,-1 0,1 0,0 0,-1 0,1 0,0 0,0 0,0 1,0-1,-1 0,1 1,0-1,0 1,0-1,0 1,0-1,1 1,-1 0,0-1,0 1,0 0,0 0,0 0,0 0,0 0,1 0,-1 0,0 0,0 0,0 0,0 1,0-1,1 1,240 25,-164-14,486 63,84-19,-604-55,-37-2,-21-3</inkml:trace>
  <inkml:trace contextRef="#ctx0" brushRef="#br1" timeOffset="117">12406 4380,'-1'0,"0"-1,-1 0,1 0,-1 1,1-1,-1 1,1-1,-1 1,1 0,-1 0,1 0,-1-1,1 1,-1 1,0-1,1 0,-1 0,1 1,-1-1,1 0,-1 1,1 0,0-1,-1 1,1 0,0 0,-1 0,1-1,0 1,0 1,0-1,0 0,0 0,0 0,0 1,0-1,0 0,0 1,1-1,-1 0,1 1,-1-1,1 1,-1-1,1 1,0 0,0-1,0 1,0-1,0 1,0-1,0 1,1 0,-3 8,1 0,0-1,1 1,0 0,0 0,1 0,0 0,1-1,0 1,1 0,0-1,1 0,-1 0,2 0,-1 0,1-1,5 7,-3-7,-1 0,1 0,0-1,1 0,0-1,0 0,0 0,1 0,-1-1,1-1,1 1,-1-2,1 1,-1-1,1-1,0 1,0-2,0 1,6-1,-13-1,1 1,1 0,0-1,0 1,0-1,0 0,0-1,0 1,0-1,0 0,-1 0,1 0,0 0,0-1,-1 0,1 0,-1 0,0-1,0 0,0 0,0 0,0 0,0 0,-1-1,0 1,1-1,-1 0,-1 0,2-2,35-182,-34 159,0 11,-2 0,0-1,-1 1,-1-1,0 1,-2-1,-2-13,1 26,-1 0,-1 0,1 1,-1-1,0 0,0 1,-1 0,1 0,-1 1,0-1,-1 1,1 0,-1 0,0 1,0-1,0 1,0 1,0-1,-1 1,1 0,-1 1,1-1,-1 1,0 1,0-1,1 1,-1 0,0 1,0 0,-2 0,4-1,-1 1,1-1,0 1,-1 0,1 1,0-1,0 1,0 0,0 0,0 1,0-1,1 1,-1 0,1 0,-3 3,-6 4,0 0,0 1,1 1,0 0,1 1,0 0,1 0,1 1,0 0,1 1,1 0,0 1,1-1,-2 9,-31 94,26-92</inkml:trace>
  <inkml:trace contextRef="#ctx0" brushRef="#br1" timeOffset="118">13436 4473,'16'-13,"12"-29,-2-1,-3-1,-1-1,-2 0,-2-2,2-14,-20 116,-21 53,-11 106,32 1,0-213,-1 1,1-1,0 1,-1-1,1 1,-1-1,0 1,0-1,0 0,0 1,0-1,0 0,-1 0,1 0,-1 0,1 0,-1 0,0 0,0-1,0 1,0-1,0 1,0-1,0 0,0 1,-1-1,1 0,0-1,-1 1,1 0,-1-1,1 1,-1-1,1 0,-1 0,1 0,-1 0,0 0,-78-1,432 1,-325-6,-32 4</inkml:trace>
  <inkml:trace contextRef="#ctx0" brushRef="#br1" timeOffset="119">12406 5810,'2'-12,"0"0,1 0,1 0,0 0,0 1,1-1,0 1,1 0,1 0,-1 1,2 0,-1 0,2 0,3-6,210-323,-221 339,15-20,-16 20,0 0,0 0,0 1,0-1,-1 0,1 1,0-1,0 0,0 1,0-1,0 0,0 0,0 1,0-1,0 0,0 1,0-1,0 0,1 0,-1 1,0-1,0 0,0 1,0-1,0 0,1 0,-1 1,0-1,0 0,0 0,1 0,-1 1,0-1,0 0,1 0,-1 0,0 0,0 0,1 1,-1-1,0 0,1 0,-1 0,0 0,0 0,1 0,-1 0,0 0,1 0,-1 0,0 0,0 0,1 0,-1 0,0 0,1 0,-1-1,0 1,0 0,1 0,-1 0,0 0,0-1,1 1,-1 0,0 0,0 0,-19 128,-78 454,95-538,4-33</inkml:trace>
  <inkml:trace contextRef="#ctx0" brushRef="#br1" timeOffset="120">13316 5838,'14'-32,"1"1,2 1,1 1,1 0,2 1,27-41,-19 24,-1-2,-2-1,-2-1,11-38,-49 155,2 0,3 1,4 0,2 0,5 24,-3-20,-27 143,26-203,-11 68,0-67,5-12</inkml:trace>
  <inkml:trace contextRef="#ctx0" brushRef="#br1" timeOffset="121">13368 6119,'14'0,"13"0,12 0,10 0,8 0,4 0,-2 0,-6 0,-11 0,-11 2,-19 3,-10 1</inkml:trace>
  <inkml:trace contextRef="#ctx0" brushRef="#br1" timeOffset="122">12460 6185,'16'-2,"16"-1,15 0,10-1,7-1,2 1,-6 1,-9 1,-19-2,-30 1,-14 0</inkml:trace>
  <inkml:trace contextRef="#ctx0" brushRef="#br0" timeOffset="123">15829 4782,'27'-35,"-1"-1,-2-1,-2-1,-1-1,-2-1,-2-1,-1 0,-3-1,6-30,-19 122,2-1,2 0,11 47,-13-82,7 43,27 257,-34-255</inkml:trace>
  <inkml:trace contextRef="#ctx0" brushRef="#br0" timeOffset="124">15789 6091,'266'-285,"-245"260,-21 26,0-1,0 1,0-1,0 0,1 1,-1-1,0 0,0 1,0-1,0 0,0 1,0-1,1 0,-1 0,0 1,0-1,1 0,-1 1,0-1,0 0,1 0,-1 0,0 1,0-1,1 0,-1 0,0 0,1 0,-1 1,0-1,1 0,-1 0,0 0,1 0,-1 0,1 0,-1 0,0 0,1 0,-1 0,0 0,1 0,-1 0,0-1,1 1,-1 0,-24 127,-10 90,32-160,4 1,1-1,10 43,-1-28</inkml:trace>
  <inkml:trace contextRef="#ctx0" brushRef="#br2" timeOffset="125">12005 7335,'4'2,"0"-1,0 0,0 0,1 0,-1 0,0-1,0 1,1-1,-1 0,0 0,0-1,1 0,-1 1,0-1,0-1,0 1,0 0,0-1,0 0,-1 0,1 0,0-1,-1 1,0-1,1 0,-1 0,0 0,0 0,0-1,10-6,33-23,-2-2,-1-1,-1-3,-3-2,-1-1,-1-2,-33 37,30-59,-34 66,0 1,0-1,0 0,0 0,0 1,0-1,0 0,0 0,0 0,-1 0,1 1,0-1,0 0,0 0,0 0,-1 0,1 1,0-1,0 0,0 0,-1 0,1 0,0 0,0 0,-1 0,1 0,0 0,0 0,0 0,-1 0,1 0,0 0,0 0,-1 0,1 0,0 0,0 0,0 0,-1 0,1 0,0 0,0 0,-1 0,1-1,0 1,0 0,0 0,0 0,-1 0,1-1,0 1,0 0,0 0,0 0,0 0,0-1,-1 1,1 0,0 0,0-1,0 1,0 0,0 0,0 0,0-1,-7 13,0-1,0 1,1 1,1-1,0 1,1 0,1 0,-1 0,2 3,-3 3,-103 438,108-456,-3 13,0 0,1 0,0 1,1 0,1-1,1 1,0 1,3 4</inkml:trace>
  <inkml:trace contextRef="#ctx0" brushRef="#br2" timeOffset="126">13383 7175,'-7'-2,"1"1,-1 1,1 0,-1-1,1 2,-1-1,1 1,0 0,-1 0,1 1,0 0,0 0,0 0,0 1,0 0,1 0,-1 1,1-1,0 1,0 0,0 1,0-1,1 1,-1 0,1 0,1 0,-1 1,1-1,0 1,0 0,-1 4,1 0,1-1,0 1,0-1,1 1,0-1,1 1,0 0,1-1,0 1,0 0,1-1,0 0,1 1,0-1,0 0,1 0,1-1,-1 1,1-1,0 0,3 3,0 0,1 0,0-1,1 0,0 0,1-1,0-1,0 1,1-2,0 0,0 0,0-1,1 0,0-1,8 1,-8-3,0 0,1-1,-1-1,0 0,0-1,1 0,-1-1,0 0,0-1,0-1,0 0,0-1,0 0,-1-1,0 0,0-1,0-1,-1 0,0 0,0-1,0 0,-1-1,-1-1,0 1,0-1,-1-1,0 1,0-2,-2 1,1-1,-1 0,-1 0,0 0,1-6,-3 6,0 0,-1-1,0 1,-1 0,0-1,-1 1,0-1,-1 0,-1 1,0 0,0-1,-1 1,-1 0,0 0,-1 1,0-1,0 1,-1 0,-1 0,0 1,-1 0,1 0,-2 1,0 0,0 0,0 1,-1 0,0 1,-1 0,1 1,-2 0,1 0,0 1,-1 1,0 0,0 1,0 0,-10-1,5 5,0 0,0 1,1 1,-1 1,0 0,1 1,0 1,0 0,1 1,0 1,0 1,0 0,1 0,1 2,0 0,0 0,1 1,0 0,-2 6,-46 48</inkml:trace>
  <inkml:trace contextRef="#ctx0" brushRef="#br2" timeOffset="127">12500 8404,'-6'0,"-1"-1,0 1,0 0,1 0,-1 1,0-1,1 2,-1-1,0 1,1 0,0 0,-1 1,1 0,0 0,1 0,-1 1,0 0,1 0,0 0,0 1,0-1,1 1,-1 1,1-1,0 1,1-1,-1 1,0 2,-1 3,0 0,0 0,2 0,-1 1,1 0,1-1,0 1,1 0,0 0,0 0,2 0,-1 0,2 0,-1 0,4 8,1-2,2 1,0-1,1-1,1 0,0 0,1-1,1 0,1-1,0 0,1-1,0-1,1 0,1-1,0-1,0 0,2-1,-1-1,1 0,0-2,0 0,1-1,0 0,0-2,2 0,-13-3,0 0,1 0,-1 0,1-1,-1-1,1 1,-1-1,0-1,1 0,-1 0,0 0,0-1,0 0,-1-1,1 0,-1 0,1 0,-1-1,-1 0,1 0,-1-1,0 0,0 0,-1-1,1 1,-2-1,1 0,0-2,2-12,0 1,-2-1,0 0,-2 0,0 0,-1 0,-2-1,0 1,-1-1,-1 1,-1 0,-1 0,-1 0,0 0,-2 1,0 0,-2 0,0 1,-9-13,12 16,-2 1,0 1,0-1,-1 1,-1 1,-1 0,0 0,0 1,-1 0,-1 1,0 1,0 0,-1 1,0 0,-13-5,23 12,-1 1,0-1,0 1,1 1,-1-1,0 1,0 0,0 0,0 0,0 0,1 1,-1 0,0 0,0 0,1 1,-1 0,1 0,-1 0,1 0,0 1,0-1,0 1,0 0,0 0,1 1,-1-1,1 1,-1 1,-5 6,1 1,1 0,0 0,0 1,1 0,1 0,0 0,1 1,-1 3,-9 58,5-5</inkml:trace>
  <inkml:trace contextRef="#ctx0" brushRef="#br2" timeOffset="128">13542 8538,'-7'4,"0"1,0 0,0 0,0 0,1 1,0 0,0 0,1 1,0 0,0-1,0 2,1-1,0 1,0-1,1 1,0 0,1 0,-1 1,2-1,-1 0,1 1,0-1,1 1,0-1,0 1,1-1,0 1,0-1,1 0,1 1,0 1,6 9,2-1,0-1,1 1,1-2,0 0,1 0,1-1,0-1,1 0,1-2,0 0,1 0,0-2,0 0,1-1,1-1,-1-1,20 5,-30-8,1-1,0 0,0 0,0-1,0 0,0 0,1-1,-1-1,0 0,0 0,1-1,-1 0,0-1,0 0,0-1,0 0,0 0,0-1,-1 0,0-1,0 0,0-1,-1 0,1 0,2-3,1-9,-1-1,-1 0,-1 0,-1-1,0 0,-1 0,-2-1,0 0,-1 0,-1 0,-1-1,-1 1,0-1,-2 1,-2-14,2 14,0 0,-1 1,-1-1,-1 1,-1 0,-1 0,-1 0,0 1,-1 0,-1 0,-1 1,-1 0,-1 1,-12-16,17 27,0 1,0-1,-1 1,1 1,-1-1,0 1,0 0,-1 1,1 0,-1 1,0-1,0 2,1-1,-1 1,0 0,0 1,0 0,0 1,0 0,0 0,0 1,0 0,-7 3,-16 5,0 2,0 2,1 0,1 3,-14 9,-52 36</inkml:trace>
  <inkml:trace contextRef="#ctx0" brushRef="#br2" timeOffset="129">15962 7456,'-4'1,"-1"1,1 0,-1 0,1 1,0-1,-1 1,1 0,1 0,-1 0,0 1,1-1,0 1,0 0,0 0,0 0,0 0,1 1,0-1,0 1,0-1,0 1,1 0,0 1,-3 4,1 1,0-1,1 0,1 1,-1 0,2-1,-1 1,2 0,-1-1,1 1,1-1,0 1,0-1,1 0,1 1,-1-1,2-1,-1 1,1-1,1 1,0-2,0 1,1-1,0 0,0 0,1 0,0-1,0-1,1 1,-1-1,2-1,0 1,-4-2,1 0,-1-1,1 0,0 0,1-1,-1 1,0-2,1 1,-1-1,1 0,-1 0,1-1,-1 0,1-1,0 0,-1 0,1 0,-1-1,0 0,0 0,0-1,0 0,0 0,0-1,-1 0,1 0,-1-1,4-3,2-7,0-1,-1 0,-1-1,0 0,-2-1,0 0,-1 0,0-1,-2 0,0 0,-2 0,0 0,0-1,-2 0,-1 1,0-1,-1 1,-2-1,0-1,1 5,-1 0,0 1,-1 0,-1-1,0 1,-1 1,-1-1,0 1,-6-9,9 18,1 0,-1-1,0 2,-1-1,1 0,-1 1,0 0,0 0,0 0,0 1,-1-1,1 1,-1 1,0-1,0 1,0 0,0 0,0 1,-1 0,1 0,0 0,-1 1,1 0,-1 0,0 1,0 0,0 0,1 1,-1 0,1 0,-1 1,1 0,0 0,0 0,0 1,1 0,-1 0,1 0,0 1,0 0,0 0,1 0,0 0,0 1,0-1,0 1,1 0,-2 5,-3 7,1 1,1 0,0 0,2 1,0-1,1 1,1 4,-2 36,2-6</inkml:trace>
  <inkml:trace contextRef="#ctx0" brushRef="#br2" timeOffset="130">15909 8591,'-5'6,"0"-1,1 0,0 1,0 0,0 0,1 0,0 1,0-1,0 1,1 0,0 0,0 0,1 0,0 0,0 0,1 3,-2 5,1-1,0 1,2-1,-1 1,2-1,0 0,1 1,0-1,1 0,1-1,0 1,0-1,2 0,0 0,0-1,1 1,0-2,1 1,1-1,0-1,0 0,1 0,0-1,1 0,0-1,0 0,1-1,0-1,0 0,0-1,5 2,-10-4,0-1,0 1,0-1,0-1,1 1,-1-2,0 1,0-1,1 0,-1-1,0 1,1-2,-1 1,0-1,0-1,0 1,-1-1,1-1,0 1,-1-1,0-1,0 1,0-1,-1 0,0-1,0 0,0 0,0 0,-1 0,0-1,0-1,2-15,0-1,-2 0,-1-1,-1 0,-1 1,-1-1,-1 0,-2-14,2 33,1-13,-1 0,-1 0,-1 0,-1 1,0-1,-1 1,-1-1,-1 1,0 1,-2-1,0 1,0 0,-12-15,18 30,0 0,0 0,-1 0,1 0,-1 0,0 0,1 0,-1 1,0 0,0-1,0 1,0 0,0 1,0-1,0 0,0 1,0 0,-1-1,1 1,0 1,0-1,0 0,0 1,0-1,0 1,0 0,0 0,0 0,0 1,0-1,0 1,1-1,-1 1,1 0,-1 0,1 0,0 1,-1-1,0 1,-18 18,1 1,1 0,1 2,0 0,-2 7,-37 49,19-33</inkml:trace>
  <inkml:trace contextRef="#ctx0" brushRef="#br0" timeOffset="131">16390 4527,'-20'-32,"17"25,-1 0,1 1,-1-1,-1 1,1 0,-1 0,0 1,-1-1,1 1,-1 0,0 1,0-1,0 1,-1 1,-5-4,-3 2,-1-1,0 2,0 0,0 1,-1 0,1 2,-1 0,1 0,-1 2,1 0,0 1,-3 1,9 2,0 1,1 0,0 1,0-1,0 2,1-1,0 1,1 0,0 1,0 0,0 0,1 1,1-1,0 1,0 0,1 1,0-1,1 1,0 0,0 3,-4 12,1-1,1 1,1 0,2 0,0 0,2 0,1 0,2 12,-1-27,-1 0,2-1,-1 1,2-1,-1 1,1-1,1 0,0 0,0-1,1 1,1-1,-1 0,1-1,0 0,1 0,0 0,1-1,-1-1,1 1,0-1,1-1,0 1,0-2,0 1,0-2,0 1,1-1,4 0,-5 0,1-2,-1 1,1-1,-1-1,1 1,-1-2,1 0,-1 0,1-1,-1 0,0 0,0-1,0-1,0 0,0 0,-1-1,0 0,0-1,0 0,-1 0,0-1,0 0,0 0,6-15,-1 0,-1 0,-1-1,-1-1,-2 1,0-2,-1 1,-1-1,2-22,-4 32,-1-1,0 1,-1-1,-1 0,0 0,-1 1,-1-1,-1 0,0 0,0 1,-2-1,0 1,-1 0,0 0,-2 0,1 1,-2 0,0 0,-3-2,4 7,-1 0,0 1,0 1,-1-1,0 1,0 1,-1 0,0 0,0 1,-1 0,1 0,-1 1,0 1,0 0,0 1,0 0,-1 0,1 1,0 1,-1 0,1 0,-1 1,1 1,0 0,-1 0,1 1,0 1,1-1,-1 2,1 0,0 0,0 1,0 0,1 0,0 1,0 1,-4 8,1 0,0 1,2 0,0 1,1 0,1 0,0 1,2 0,0 0,1 1,1 0,1 0,0 0,2 0,0 0,2 0,1 11,-1-18,0 1,1 0,0 0,1-1,1 1,0-1,1 0,0 0,1-1,0 1,1-1,1-1,0 1,0-1,1 0,0-1,1 0,0-1,1 0,0-1,0 0,1 0,0-1,1-1,10 4,-9-4,1-1,0-1,0 0,0-2,1 1,-1-2,1 0,-1-1,3 0,-11-1,0 0,1 0,-2 0,1-1,0 0,0 0,0 0,-1-1,1 0,-1-1,0 1,0-1,0-1,-1 1,1-1,-1 0,0 0,-1 0,1 0,3-7,0-6,0-1,-1 0,-1-1,-1 0,-1 1,0-2,-2 1,0 0,-2 0,0-1,-1 1,-1 0,-1 0,0 0,-2 0,0 0,-2 1,-4-10,4 11,0 1,-1 0,-1 1,0 0,-2 0,1 1,-3 0,9 10,0 0,0 0,0 1,-1 0,0-1,0 2,0-1,0 1,0-1,-1 2,0-1,0 1,1-1,-1 1,0 1,-1-1,1 1,0 1,0-1,0 1,-1 0,-3 0,1 3,1 0,0 1,0 0,1 0,-1 0,1 1,0 0,0 1,0 0,1 0,0 0,0 1,1-1,0 1,0 1,0-1,1 1,0 0,0 0,-29 54</inkml:trace>
  <inkml:trace contextRef="#ctx0" brushRef="#br0" timeOffset="132">16149 5797,'1'-4,"2"-68,-3 70,0 0,0 1,0-1,0 0,-1 1,1-1,-1 1,1-1,-1 0,0 1,1-1,-1 1,0 0,0-1,0 1,0 0,0-1,0 1,0 0,-1 0,1 0,0 0,-1 0,1 0,-1 0,1 1,-1-1,1 1,-1-1,1 1,-1-1,0 1,1 0,-1-1,0 1,1 0,-1 0,1 1,-1-1,0 0,-6 3,0 1,0 0,0 1,0 0,1 0,0 0,0 1,0 0,0 0,1 1,1 0,-1 0,1 0,0 1,0 0,1 0,0 0,1 0,-2 6,-4 7,1 0,2 1,0 0,1 0,1 0,1 1,1-1,1 1,1 0,1-1,1 1,5 21,-5-30,1-1,1 1,0-1,1 0,1 0,0 0,1-1,0 0,0 0,2-1,-1 0,1 0,1-1,0 0,0-1,1 0,0-1,1 0,0-1,0 0,8 3,-10-5,0-1,0 0,0-1,0 0,0 0,1-1,0-1,-1 0,1 0,0-1,-1 0,1-1,0 0,-1-1,1 0,-1 0,0-1,1-1,-1 0,-1 0,1-1,-1 0,0-1,0 0,0 0,-1-1,0 0,1-1,4-12,0 0,-2-2,0 1,-1-1,-1 0,-1-1,-1 0,-2-1,0 1,-1-1,-1 0,-2 0,0 0,-1-1,1-3,-1 0,-1 0,-2 0,0 1,-7-25,7 43,1 0,-1 0,0 0,-1 1,0 0,0-1,-1 2,0-1,0 0,-1 1,0 0,0 0,-1 1,0 0,0 0,0 1,-1-1,1 2,-8-4,4 3,1 1,-1 1,1 0,-1 1,0 0,0 0,0 1,-1 1,1 0,0 0,0 1,0 1,0 0,0 0,0 1,1 0,-1 1,1 0,0 1,-8 5,4-2,1 1,0 0,1 1,0 1,1-1,0 2,0 0,1 0,1 1,0 0,1 0,0 1,1 1,-2 5,1 1,2-1,0 1,1 0,1 0,1 1,1-1,1 1,1 0,1-1,0 1,3 6,-2-15,1 0,0-1,1 1,0-1,1 0,1 0,-1 0,2-1,0 1,0-2,1 1,0-1,1 0,0-1,1 0,0 0,0-1,1-1,1 1,-4-2,0-1,1 0,-1 0,1-1,0 0,0 0,0-1,1 0,-1-1,1 0,-1-1,1 0,0 0,-1-1,1 0,0-1,0 0,-1 0,1-1,-1-1,1 1,-1-2,0 1,0-1,0 0,-1-1,1 0,3-4,0-8,0 0,-1-1,-1-1,-1 0,-1 0,0-1,-1 0,-2 0,0 0,-1-1,-1 0,0 0,-2 0,-1-6,3-2,-1 1,-1 0,-2-1,0 1,-2 0,-3-7,6 32,-1 0,1-1,-1 1,0 0,0 0,-1-1,1 1,-1 0,1 0,-1 1,0-1,0 0,0 0,0 1,-1-1,1 1,-1 0,0 0,1 0,-1 0,0 0,0 1,0-1,0 1,-1 0,1 0,0 0,0 0,-1 1,1-1,-1 1,1 0,0 0,-1 0,1 0,-2 1,-15 3,-1 2,1 0,0 1,1 1,-1 1,2 1,-1 0,-4 6,-6 0,-48 29</inkml:trace>
  <inkml:trace contextRef="#ctx0" brushRef="#br1" timeOffset="134">16323 4621,'2'2,"4"3,2 4,0-1</inkml:trace>
  <inkml:trace contextRef="#ctx0" brushRef="#br0" timeOffset="135">12754 10316,'1'-5,"1"-1,-1 1,1 0,0-1,1 1,-1 0,1 0,0 1,0-1,1 1,-1-1,1 1,3-3,4-5,49-62,13-14,50-81,-99 133,-24 47,-62 204,2 39,21-88,36-154,3-9,0 0,0-1,0 1,-1 0,1 0,-1 0,0 0,0 0,0-1,0 1,-1 0,1-1,-1 1,1-1,-1 0,0 1,0-1,0 0,0 0,0 0,-1 0,1-1,-1 1,1 0,-1-1,1 0,-2 1,-111-19,149 14,-31 3,162 0,59 11,-206-9</inkml:trace>
  <inkml:trace contextRef="#ctx0" brushRef="#br0" timeOffset="136">13730 10249,'0'-1,"-1"1,1-1,-1 1,1-1,-1 1,1-1,-1 0,1 1,0-1,-1 0,1 1,0-1,0 0,-1 1,1-1,0 0,0 0,0 1,0-1,0 0,0 0,0 1,0-1,0 0,0 1,1-1,-1 0,0 1,0-1,1 0,-1 1,0-1,1 0,-1 1,1-1,61-105,-32 63,101-165,-131 208,0 0,0 0,0 1,0-1,0 0,0 0,0 1,1-1,-1 0,0 0,0 0,0 1,0-1,1 0,-1 0,0 0,0 1,0-1,1 0,-1 0,0 0,0 0,1 0,-1 0,0 0,0 0,1 1,-1-1,0 0,0 0,1 0,-1 0,0 0,0 0,1 0,-1-1,0 1,0 0,1 0,-1 0,0 0,0 0,1 0,-1 0,0 0,0-1,1 1,-1 0,0 0,0 0,0-1,0 1,1 0,-1 0,-2 26,2-26,-109 537,92-404,17-131,0-1,1 0,-1 0,0 0,0 1,-1-1,1 0,0 0,0 1,-1-1,1 0,0 0,-1 0,1 0,-1 0,0 1,1-1,-1 0,0 0,1-1,-1 1,0 0,0 0,0 0,0 0,0-1,0 1,0 0,0-1,0 1,-1-1,1 1,0-1,0 0,0 1,0-1,-1 0,1 0,0 0,0 0,-1 0,1 0,0 0,0-1,-1 1,1 0,0 0,0-1,0 1,0-1,0 0,0 1,-1-1,1 0,-119-54,120 55,0 0,1 0,-1 0,0-1,0 1,0 0,0 0,1 0,-1 0,0-1,0 1,0 0,0 0,0 0,0-1,0 1,0 0,0 0,1 0,-1-1,0 1,0 0,0 0,0 0,0-1,0 1,0 0,0 0,-1 0,1-1,0 1,0 0,0 0,0 0,0-1,0 1,0 0,0 0,0 0,-1-1,1 1,26 3,-25-3,40 6,252 25,-211-33,-68-1</inkml:trace>
  <inkml:trace contextRef="#ctx0" brushRef="#br0" timeOffset="137">12847 11278,'-6'-1,"1"-2,0 1,0-1,0 1,0 1,0-1,-1 1,1 0,-1 0,1 0,-1 1,1 0,-1 0,1 0,-1 1,1 0,-1 0,1 0,-1 1,1 0,0 0,0 0,0 1,0-1,0 1,1 0,-1 0,1 1,-4 3,2 5,0 0,1 0,0 0,1 0,0 1,1 0,1 0,0 0,0 0,2 0,-1 0,2 1,0-1,0 0,1 0,3 7,-1-4,1-2,1 1,0 0,1-1,1 0,0-1,1 0,1 0,-1-1,2 0,0-1,0 0,1-1,1 0,-1 0,2-2,-5-1,1-1,0 0,0-1,0 0,1-1,0 0,0-1,0 0,0-1,0 0,0 0,1-1,-1-1,0 0,1-1,-1 0,1 0,-1-1,0-1,0 0,0 0,3-3,-5 1,0 0,-1 0,0-1,0 0,0 0,-1-1,0 0,0 0,-1-1,0 0,0 0,-1 0,0-1,-1 1,1-1,-2-1,1 1,-1-2,3-9,-2 0,0-1,-1 0,-1 1,-1-1,0 0,-2 0,-1-2,0 3,-1 0,0 1,-2 0,0 0,-1 0,-1 1,-5-9,8 19,0 0,-1 0,0 1,0-1,-1 1,1 0,-1 1,-1 0,1 0,-1 0,0 0,-1 1,1 1,-1-1,0 1,0 0,-5-1,7 4,0-1,0 1,-1 0,1 0,0 1,-1 0,1 0,0 0,-1 1,1 0,0 0,0 1,0-1,0 1,0 1,0-1,0 1,1 0,-1 0,1 1,0 0,0 0,0 0,0 0,1 1,0 0,0 0,-3 4,0 1,0 2,0-1,1 1,0 0,1 0,1 0,0 1,0 0,1-1,1 2,0-1,1 0,0 7,10 54,8-8</inkml:trace>
  <inkml:trace contextRef="#ctx0" brushRef="#br0" timeOffset="138">15962 10356,'-9'27,"1"1,2 1,0-1,2 1,1 0,2 0,1 12,0-38,0 1,0-1,1 1,-1-1,1 0,0 1,0-1,0 1,1-1,-1 0,1 0,-1 0,1 0,0 0,0 0,1-1,-1 1,1 0,-1-1,1 0,0 0,0 0,-1 0,2 0,-1 0,0-1,0 0,0 1,1-1,-1 0,1-1,-1 1,1-1,9-1,0 0,0-2,0 0,0 0,0-1,-1-1,0 0,0 0,0-1,-1-1,0 0,0-1,0 0,-1 0,7-9,1 2,-2 0,0-1,0-1,-2-1,0 0,-1-1,-1 0,-1-1,-1 0,0-1,-2 0,0 0,3-19,-9 35,-1-1,0 1,0-1,-1 0,0 0,0 1,0-1,-1 0,1 0,-1 1,-1-1,1 0,-1 1,0-1,0 1,-1 0,1 0,-1 0,0 0,-1 0,1 1,-1-1,0 1,0 0,0 0,-1 0,1 1,-1 0,0-1,0 2,0-1,0 1,-8-2,1 0,0 1,-1 1,1 0,-1 1,0 0,0 1,0 0,1 1,-1 0,0 1,1 1,0 0,-1 1,1 0,0 1,1 0,-1 1,1 0,0 1,1 0,-1 1,1 0,1 0,0 1,0 0,1 1,0 0,0 0,1 1,1 0,-5 9,-18 43,7-3</inkml:trace>
  <inkml:trace contextRef="#ctx0" brushRef="#br0" timeOffset="139">15868 11238,'0'16,"1"1,0-1,1 0,1 0,0 0,1 0,1 0,0-1,2 1,-1-2,2 1,0-1,0 0,2 0,0-1,0-1,1 1,0-2,1 0,1 0,0-1,0 0,1-1,0-1,0 0,1-1,0-1,0 0,-5-2,-1 0,1 0,-1-1,1 0,0-1,0 0,0-1,0 0,1 0,-1-1,0-1,0 1,0-2,0 1,0-1,0-1,0 0,0 0,-1-1,0-1,0 1,0-1,0-1,-1 1,1-2,5-5,-6-1,-2-1,0 1,0-1,-1-1,-1 1,0-1,-1 0,0 1,-2-1,0 0,0 0,-1-1,-1 1,-1 0,0 0,-1 1,0-1,-1 0,-1 1,0 0,-5-9,3 8,1 1,-2 0,0 0,-1 1,0 0,-1 0,0 1,-1 0,-10-8,17 16,-2 0,1 0,0 0,-1 1,0 0,1 0,-1 0,-1 1,1 0,0 0,0 0,-1 1,1 0,-1 0,1 1,-1-1,1 2,-1-1,0 1,1 0,0 0,-1 0,1 1,-6 3,-3 2,0 2,1-1,0 2,0 0,1 1,1 0,0 1,-7 8,-37 44</inkml:trace>
  <inkml:trace contextRef="#ctx0" brushRef="#br0" timeOffset="140">12741 12562,'-8'10,"1"0,1 0,0 1,0 0,1 0,0 0,1 0,1 1,0 0,0 0,1 0,0 0,1 0,1 1,0-1,0 0,2 0,-1 1,1-1,1 0,0-1,1 1,0-1,1 1,0-1,5 6,1-2,1-1,0-1,2 1,-1-2,2 0,-1-1,2 0,-1-1,1-1,1-1,0 0,0-1,0-1,1 0,0-1,0-2,0 1,1-2,-1 0,1-2,-1 0,14-2,-25 1,1 0,0-1,-1 0,0 0,1 0,-1-1,0-1,0 1,0-1,-1 0,1 0,-1-1,0 0,-1 0,1 0,-1-1,0 0,0 0,0 0,-1-1,0 0,-1 1,1-1,-1 0,-1-1,1 1,1-8,-3-5,-1-1,0 1,-1-1,-1 1,-1-1,-1 1,-1 0,-1 0,0 1,-2 0,0 0,-1 1,-1-1,0 2,-2 0,0 0,-6-5,4 3,-1 0,-1 1,-1 1,-1 1,0 0,-1 1,-1 1,-9-5,20 14,0 0,0 0,-1 1,0 0,0 1,0 0,0 0,0 1,-1 1,1 0,-1 0,1 1,-1 0,1 1,-1 0,1 0,0 1,-1 1,1 0,-3 1,5 0,0 1,-1 0,2 0,-1 0,1 1,-1 0,2 1,-1 0,1 0,0 0,0 1,1-1,0 1,0 1,1-1,0 1,1-1,0 1,0 0,1 0,0 1,0-1,1 0,0 1,1-1,0 1,1-1,0 0,0 1,1-1,0 0,1 0,0 1,29 60,8-8</inkml:trace>
  <inkml:trace contextRef="#ctx0" brushRef="#br0" timeOffset="141">13890 12802,'-5'1,"1"-1,0 1,0 0,0 0,-1 1,1-1,0 1,1 0,-1 0,0 0,0 1,1-1,-1 1,1 0,0 0,0 0,0 0,0 0,1 1,-1-1,1 1,0 0,0 0,0 0,1 0,-1 0,1 0,0 0,0 0,0 1,1-1,0 0,-1 0,1 1,1-1,-1 0,1 1,0-1,1 6,2 0,-1 0,1 0,1 0,0-1,0 0,1 0,0 0,0-1,1 0,1 0,-1-1,1 1,0-2,0 1,8 3,1 1,1-1,-1-1,2 0,-1-2,1 0,0-1,1-1,9 1,-17-3,-1-1,1-1,0 0,-1 0,1-1,0 0,0-1,0-1,-1 0,1 0,-1-1,1-1,-1 0,0 0,-1-1,1-1,-1 0,0 0,0-1,-1 0,0 0,0-1,0-1,-1 1,-1-1,1-1,0-2,-1-2,0 0,-1-1,-1 0,0 1,-1-2,-1 1,0 0,-1-1,-1 1,0-1,-1 1,-1-1,-1 1,0-1,0 1,-2-1,0 1,-5-11,6 16,-1 0,-1 0,0 0,0 0,-1 1,0 0,0 0,-1 0,0 1,-1 0,0 1,0 0,-1 0,1 0,-2 1,1 1,-1 0,1 0,-1 0,-1 1,1 1,0 0,-1 0,0 1,0 1,0-1,0 2,-8 0,-1 2,1 0,0 1,0 1,0 0,0 2,1 0,-1 1,2 1,-15 9,-12 8,1 3,2 1,-23 21,-40 42,14-6</inkml:trace>
  <inkml:trace contextRef="#ctx0" brushRef="#br0" timeOffset="142">12887 14367,'21'-67,"3"2,2 1,15-21,2-8,36-85,-68 160,-10 18,-1 0,1 0,-1 0,1 1,-1-1,1 0,0 0,-1 0,1 1,-1-1,1 0,-1 0,1 1,-1-1,0 1,1-1,-1 0,1 1,-1-1,0 1,1-1,-1 1,0-1,1 1,-1-1,0 1,0-1,0 1,1 0,-1-1,0 1,0-1,0 1,0-1,0 1,0 0,0-1,0 1,0-1,-1 1,1 0,0-1,0 1,0-1,-1 1,1-1,1 251,-2-132,-2 32,15 128,-11-267,19 68,-12-68</inkml:trace>
  <inkml:trace contextRef="#ctx0" brushRef="#br0" timeOffset="143">13930 14246,'-8'10,"0"1,1-1,0 1,0 0,1 1,1 0,0 0,0 0,1 0,1 1,0 0,1-1,0 2,1-7,1 1,0-1,0 1,0-1,1 0,0 1,1-1,0 0,0 0,0 0,1 0,0 0,0 0,1-1,-1 1,2-1,-1 0,1-1,-1 1,2-1,-1 0,1 0,1 1,6 2,1-1,0 0,0-1,0-1,1 0,-1-1,1 0,1-1,-1-1,0-1,0 0,1-1,-1 0,0-1,1-1,-1 0,0-2,0 1,-1-2,1 0,-1-1,0 0,0-1,2-2,-3 0,-1-1,0 0,-1-1,0 0,0-1,-1 0,-1-1,0 0,-1 0,0-1,-1 0,-1 0,0-1,-1 0,3-13,-2 6,-2-1,0 1,-2-1,0 0,-1 0,-2 0,0 0,-2 0,0 0,-4-11,5 24,-1 1,0-1,0 1,-1 0,0 0,0 1,-1-1,0 1,-1 0,0 0,0 1,0-1,-1 1,0 1,-1-1,1 2,-1-1,-1 1,1 0,-1 0,1 1,-1 0,-1 1,1 0,0 0,-2 1,-11 1,0 2,0 0,0 2,0 0,1 1,-1 2,1 0,0 1,1 1,0 1,0 1,0 0,2 2,-1 0,2 1,-1 1,-13 14,-100 101,79-68</inkml:trace>
  <inkml:trace contextRef="#ctx0" brushRef="#br0" timeOffset="144">13008 13926,'0'-1,"1"1,-1-1,1 1,-1-1,1 1,-1 0,1-1,0 1,-1 0,1-1,-1 1,1 0,0-1,0 1,-1 0,1 0,0 0,-1 0,1 0,0 0,0 0,-1 0,1 0,0 0,-1 0,1 0,0 1,-1-1,1 0,0 0,-1 1,1-1,0 0,-1 1,1-1,-1 1,1-1,-1 1,1-1,-1 1,1-1,-1 1,1 0,-1-1,0 1,1 0,-1 0,-7 37,-14 0,-2-1,-1-1,-2-1,-1-1,-12 8,13-11,-117 137,132-151,24-25,161-195,36-38,-163 198,-47 42,0 1,1-1,-1 1,0-1,1 1,-1 0,0-1,1 1,-1-1,1 1,-1 0,0 0,1-1,-1 1,1 0,-1 0,1-1,-1 1,1 0,-1 0,1 0,-1 0,1 0,-1 0,1 0,-1 0,1 0,0 0,-1 0,1 0,-1 0,1 0,-1 0,1 1,-1-1,0 0,1 0,-1 1,1-1,-1 0,1 1,-1-1,0 0,1 1,-1-1,0 0,1 1,-1-1,0 1,1-1,-1 1,0-1,0 1,0-1,1 1,-1-1,0 1,0-1,0 1,0-1,0 1,-3 36,3-35,-17 155,8 1,9 126,1-174,-1-106,0-2,1-1,-1 1,1 0,-1-1,0 1,0-1,0 1,0 0,0-1,0 1,0 0,0-1,-1 1,1-1,0 1,-1-1,0 1,1-1,-1 1,0-1,0 1,0-1,0 0,0 1,0-1,0 0,0 0,0 0,-1 0,1 0,0 0,-1 0,1 0,-1-1,1 1,-1 0,1-1,-1 0,1 1,-1-1,1 0,-1 1,-204-8,383 10,114 18,-353-18,-182-3,219 2,25-2,0 0,1 0,-1 1,0-1,0 0,0 0,0 0,1 0,-1 0,0 0,0 1,0-1,0 0,0 0,0 0,1 1,-1-1,0 0,0 0,0 0,0 1,0-1,0 0,0 0,0 0,0 1,0-1,0 0,0 0,0 0,0 1,0-1,0 0,0 0,0 0,0 1,-1-1,1 0,0 0,0 0,0 1,0-1,26 6,24 3,1-3,0-2,-1-2,1-2,10-4,-17-1</inkml:trace>
  <inkml:trace contextRef="#ctx0" brushRef="#br0" timeOffset="145">14130 14099,'-10'-5,"-1"0,0 0,0 1,0 1,0 0,0 1,-1 0,1 0,-1 1,0 1,1 0,-1 1,0 0,1 0,-1 1,1 1,0 0,0 1,0 0,0 0,0 1,1 1,-7 4,6 2,0 0,1 1,0 0,1 0,0 1,1 0,1 0,0 1,1 0,1 0,1 1,0 0,0-1,2 1,0 1,1-1,0 13,1-19,0 1,1-1,0 0,1 0,0 0,1 0,0-1,0 1,1 0,0-1,1 0,0 0,0-1,1 1,0-1,1 0,-1-1,1 1,1-1,0-1,0 1,0-2,1 1,-1-1,1 0,0-1,1 0,-1 0,4 0,-3-1,1-1,0 0,-1 0,1-1,0-1,0 0,0 0,0-1,0-1,0 1,-1-2,1 1,-1-2,1 1,-1-2,0 1,-1-1,1-1,-1 1,0-2,0 1,-1-1,0-1,0 1,0-1,-1-1,-1 1,5-8,-3 2,0 0,-1 0,-1-1,0 0,-1-1,0 1,-2-1,0 0,0 0,-2 0,0 0,-1 0,0-1,-1 1,-1 0,-1 0,0 0,-1 1,0-1,-2 1,0 0,0 0,-2 1,0 0,0-1,4 10,-1 0,1 1,-1-1,1 1,-1 0,-1 0,1 0,0 1,-1 0,0 0,0 0,0 1,0 0,0 0,0 1,0-1,-1 1,1 1,0-1,-1 1,-2 0,-29 6</inkml:trace>
  <inkml:trace contextRef="#ctx0" brushRef="#br0" timeOffset="146">15093 13070,'-34'185,"8"1,-1 155,18 375,10-629,0 142,-1-203</inkml:trace>
  <inkml:trace contextRef="#ctx0" brushRef="#br0" timeOffset="147">16055 13351,'112'-334,"-65"196,-41 126,-5 22,-78 347,22-62,40-216</inkml:trace>
  <inkml:trace contextRef="#ctx0" brushRef="#br0" timeOffset="148">15868 14326,'151'-253,"-117"206,-26 50,-12 60,-13 58,5 2,5 97,8-149</inkml:trace>
  <inkml:trace contextRef="#ctx0" brushRef="#br0" timeOffset="149">15227 15343,'540'14,"180"-3,-690-12,-4 1,-1-1,0 0,0-2,0-1,0-1,15-6,-20 1</inkml:trace>
  <inkml:trace contextRef="#ctx0" brushRef="#br0" timeOffset="150">15789 12348,'16'6,"16"6,19 2,21 1,19 1,17-1,10-3,4-3,-4-3,-10-3,-14-1,-19-2,-20-3,-17-1,-19 3,-18 4,-18 5,-6 2</inkml:trace>
  <inkml:trace contextRef="#ctx0" brushRef="#br0" timeOffset="151">12125 13471,'-2'16,"-1"12,0 10,-1 13,-3 15,-5 18,-4 21,-7 24,-6 26,-7 23,-7 19,-5 15,6-30</inkml:trace>
  <inkml:trace contextRef="#ctx0" brushRef="#br0" timeOffset="152">8957 13872,'-11'-4,"-2"-2,2 4,4 6,4 6,3 6,0 0</inkml:trace>
  <inkml:trace contextRef="#ctx0" brushRef="#br0" timeOffset="153">8877 14300,'0'16,"-3"7,0 5,0-3</inkml:trace>
  <inkml:trace contextRef="#ctx0" brushRef="#br0" timeOffset="154">8837 14794,'2'23,"1"14,-2 8,-2-4</inkml:trace>
  <inkml:trace contextRef="#ctx0" brushRef="#br1" timeOffset="155">1424 3896</inkml:trace>
  <inkml:trace contextRef="#ctx0" brushRef="#br1" timeOffset="156">2058 3877,'-106'-31,"-80"-13,-1 7,149 32</inkml:trace>
  <inkml:trace contextRef="#ctx0" brushRef="#br1" timeOffset="157">2729 6542</inkml:trace>
  <inkml:trace contextRef="#ctx0" brushRef="#br2" timeOffset="158">543 9152,'17'7,"43"12,1-2,0-3,0-3,2-3,-1-2,-40-5</inkml:trace>
  <inkml:trace contextRef="#ctx0" brushRef="#br2" timeOffset="159">1818 7015,'-46'1,"-119"8</inkml:trace>
  <inkml:trace contextRef="#ctx0" brushRef="#br2" timeOffset="160">1818 7015</inkml:trace>
  <inkml:trace contextRef="#ctx0" brushRef="#br0" timeOffset="161">13850 11732,'-10'11,"7"-8,-1 1,0-1,1 0,-1 0,-1 0,1-1,0 1,-1-1,1 0,-1-1,0 1,1-1,-1 1,0-2,0 1,-1 0,5-2,0 1,0-1,1 1,-1-1,0 0,0 1,1-1,-1 0,1 1,-1-1,1 0,-1 0,1 0,-1 0,1 1,0-1,0 0,-1 0,1 0,0 0,0 0,0 0,0 0,0 0,0 0,0 0,0 0,0 0,1 1,-1-1,0 0,0 0,1 0,-1 0,1 0,-1 1,1-1,-1 0,1 0,-1 1,1-1,0 0,-1 1,1-1,0 0,0 1,0-1,-1 1,1 0,0-1,0 1,1-1,87-7,-66 8,206 14,-217-13</inkml:trace>
  <inkml:trace contextRef="#ctx0" brushRef="#br0" timeOffset="162">14860 3980,'64'7,"134"17,1-9,22-8,-108-7,-113 0,1 0,0 1,-1-1,1 0,-1 0,1 0,0 0,-1 1,1-1,-1 0,1 0,0 0,-1 0,1 0,-1-1,1 1,0 0,-1 0,1 0,-1 0,1-1,-1 1,1 0,0 0,-1-1,1 1,-1-1,1 1,-1 0,0-1,1 1,-1-1,1 1,-1-1,0 1,1-1,-1 1,0-1,0 0,0 1,1-1,-1 1,0-1,0 0,0 1,0-1,0 1,0-1,0 0,0 1,0-1,0 0,-6-10</inkml:trace>
  <inkml:trace contextRef="#ctx0" brushRef="#br1" timeOffset="156">96 3913</inkml:trace>
  <inkml:trace contextRef="#ctx0" brushRef="#br1" timeOffset="155">406 3913,'-36'10,"-18"7,43-13</inkml:trace>
  <inkml:trace contextRef="#ctx0" brushRef="#br0" timeOffset="12">1555 3892,'858'-26,"-442"3,184-2,-302 49,-164-20,-118-14,-16 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2,'0'-2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629 14,'1'-2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27 916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0,'0'1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82 0,'15'134,"-15"-121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1133 369,'78'-151,"-69"67,-6 20,5-2,-9 66,-1-1,1 0,0 1,0-1,-1 1,1 0,0-1,-1 1,1 0,-1 0,1 0,0 0,-1 0,1 0,0 0,-1 1,1-1,0 0,-1 1,1-1,0 1,0 0,-1-1,1 1,0 0,0-1,0 1,0 0,0 0,0 0,0 0,-2 1,-25 14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962 0,'0'0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1151 56,'0'0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1294 115,'0'-1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90 0,'0'1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84 4323,'-12'86,"-28"156,40-196,-10 110,2-100,3-1,2 1,3 36,-5 86,4-149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0,'-1'1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228 9,'0'0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32,'0'-7,"-1"1,0-1,0 1,0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11 449,'2'-26,"1"0,1-1,1 1,8-21,-2 4,31-184,-42 226,5-24,-5 25,0 1,0-1,1 0,-1 0,0 1,0-1,0 0,0 0,0 0,1 1,-1-1,0 0,0 0,0 0,0 1,1-1,-1 0,0 0,0 0,1 0,-1 0,0 0,0 1,1-1,-1 0,0 0,0 0,1 0,-1 0,0 0,0 0,1 0,-1 0,0 0,1 0,-1 0,0-1,0 1,1 0,-1 0,0 0,0 0,0 0,1 0,-1-1,0 1,0 0,1 0,-1 0,0 0,0-1,0 1,0 0,0 0,1-1,-1 1,0 0,0 0,0-1,0 1,0 0,4 11,-1 0,-1 1,0-1,-1 1,0-1,0 1,-1 0,-1-1,0 5,-1 17,2 28,-1 87,-14 97,3-131,11-112,1-1,-1 1,1 0,-1-1,0 1,0-1,1 1,-1-1,0 1,-1-1,1 0,0 1,0-1,-1 0,1 0,0 0,-1 0,1 0,-1 0,1 0,-1 0,0-1,1 1,-1-1,0 1,1-1,-1 0,0 1,0-1,1 0,-1 0,0 0,0-1,1 1,-1 0,0-1,0 1,1-1,-1 1,-1-2,-29 2,219-29,-14 13,-149 15</inkml:trace>
  <inkml:trace contextRef="#ctx0" brushRef="#br0" timeOffset="1">719 35,'2'5,"6"5,5 11,11 9,9 5,9 6,8 4,5 0,0-1,-3-2,-3-3,-8-3,-8-5,-8-6,-6-4,-6-4,-5-8,-4-4</inkml:trace>
  <inkml:trace contextRef="#ctx0" brushRef="#br0" timeOffset="2">1213 35,'-3'-2,"-1"0,1 0,-1 1,0 0,1-1,-1 1,0 1,0-1,0 0,0 1,0 0,0 0,0 0,0 1,0-1,1 1,-1 0,0 0,0 0,0 0,1 1,-1-1,1 1,-1 0,1 0,0 1,0-1,0 1,0-1,0 1,0 0,1 0,-1 0,1 0,0 1,0-1,-1 2,-62 154,22-43,9-51,-3-3,-3 0,-2-3,-16 14,37-56,17-22</inkml:trace>
  <inkml:trace contextRef="#ctx0" brushRef="#br0" timeOffset="3">599 397,'-7'-3,"0"3,8 2,13 1,20 1,20-1,22-3,20-4,14-6,5-3,-4-2,-14 1,-18 4,-22 3,-24 3,-18 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0 482,'1'-19,"88"-169,22-86,-108 309,-13 150,-30 156,18-128,22-212,0 0,1 0,-1 0,0-1,0 1,0 0,0 0,0 0,0 0,0 0,0 0,0 0,-1 0,1 0,0 0,0-1,-1 1,1 0,-1 0,1 0,-1 0,1-1,-1 1,1 0,-1-1,0 1,1 0,-1-1,0 1,0-1,1 1,-1-1,0 1,0-1,0 0,0 1,1-1,-1 0,0 0,0 1,0-1,0 0,0 0,0 0,0 0,0 0,0 0,0-1,1 1,-1 0,0 0,0-1,0 1,0 0,0-1,1 1,-1-1,0 1,0-1,1 0,-1 1,0-1,1 0,-1 0,-31-22,51 15,246 6,-45 11,-186-7</inkml:trace>
  <inkml:trace contextRef="#ctx0" brushRef="#br0" timeOffset="1">775 174,'-2'-7,"1"2,6 10,9 12,8 12,10 11,9 10,8 8,3 2,2 1,1-1,-3-1,-3-7,-5-5,-8-9,-8-5,-6-9,-7-9</inkml:trace>
  <inkml:trace contextRef="#ctx0" brushRef="#br0" timeOffset="2">1404 147,'-16'-4,"-10"2,-4 7,-3 9,0 9,4 10,2 8,1 9,0 4,-2 5,-3 2,-3-4,0-3,-2-8,4-6,4-10,8-11</inkml:trace>
  <inkml:trace contextRef="#ctx0" brushRef="#br0" timeOffset="3">682 495,'-25'-5,"41"0,415 1,7 5,-394 4,-59 0,-61-2,50-2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0,'-16'11,"-28"24,-6 9</inkml:trace>
  <inkml:trace contextRef="#ctx0" brushRef="#br0">358 46,'-8'-2,"-24"-9,0 2,-1 1,-1 2,1 1,-1 2,-8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1259 187,'-46'-10,"-1"-2,2-2,0-2,-10-7,-90-30,103 39,-1 2,0 2,-1 1,0 3,0 1,0 3,0 1,-1 2,1 2,0 3,0 1,1 1,-19 8,48-10,1 0,-1 0,1 1,0 1,1 0,0 1,0 0,1 1,0 0,1 1,0 0,0 1,1 0,1 0,0 1,1 0,0 0,1 1,1-1,0 1,-1 6,-1 2,1 0,0 0,2 1,1 0,1 0,0 0,2 0,1 0,0 0,2 0,1 0,1-1,0 0,2 0,1 0,0 0,2-1,0-1,1 0,8 9,8-1,1-1,2-2,1-1,0-1,2-2,1-1,0-1,1-2,1-2,1-1,0-2,0-2,5 0,7 5,1-3,1-2,0-2,0-2,0-2,1-3,-1-2,1-2,-1-2,5-3,-37 3,1-1,-1 0,0-1,0-1,-1-1,0-1,0 0,-1-1,-1-1,0-1,0 0,-2-1,1 0,-2-1,0-1,-1 0,0-1,5-13,-3 5,-2-1,-1 0,-1-1,-1-1,-2 1,0-1,-2 0,-1-1,-1 1,-2-1,-1 0,-1 1,-1-1,-2 1,-1 0,-1-1,-1 2,-3-6,3 17,-1 0,-1 1,0 0,-1 0,0 1,-1 1,-1 0,0 0,0 1,-2 1,1 0,-2 0,1 2,-1 0,-1 0,1 2,-1 0,-1 0,1 2,-1 0,0 1,-15-2,-108-12,2 12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257 143,'-4'-4,"-2"0,2 8,7 12,7 15,9 11,10 13,9 5,8 4,7 1,3-5,0-5,-4-8,-3-9,-8-11,-8-10,-11-9</inkml:trace>
  <inkml:trace contextRef="#ctx0" brushRef="#br0" timeOffset="1">712 156,'-18'3,"-11"6,-5 10,-1 13,1 9,1 12,3 9,-2 1,-1 3,0-3,1-9,4-8,6-12</inkml:trace>
  <inkml:trace contextRef="#ctx0" brushRef="#br0" timeOffset="2">70 464,'-16'0,"-7"0,2 0,11 0,20 0,20 0,25-3,22-4,20-4,12 0,5-1,-4 2,-9 3,-13 3,-12 3,-14 3,-18 1</inkml:trace>
  <inkml:trace contextRef="#ctx0" brushRef="#br0" timeOffset="3">1206 397,'3'-52,"2"1,2 0,3 1,2 0,2 0,4-4,-3 15,-6 51,-7 27,-1 1,-3-1,-1 0,-3 14,2-20,-14 98,-27 95,32-190,6-28</inkml:trace>
  <inkml:trace contextRef="#ctx0" brushRef="#br0" timeOffset="4">1166 624,'-4'-4,"0"-3,6 2,11 0,15-1,14 1,12-1,5 0,2 2,-10 1</inkml:trace>
  <inkml:trace contextRef="#ctx0" brushRef="#br0" timeOffset="5">1755 597,'9'-2,"5"-1,-2 0,-9 1,-18 0,-5 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187 130,'-7'12,"0"12,6 12,10 11,13 8,13 5,10 3,7-2,1-3,-1-6,-6-8,-8-9,-8-10,-9-10</inkml:trace>
  <inkml:trace contextRef="#ctx0" brushRef="#br0" timeOffset="1">507 211,'-13'3,"-10"4,-5 11,-2 11,-1 13,5 9,5 9,3 2,1 0,0-1,2-5,-2-6,2-13</inkml:trace>
  <inkml:trace contextRef="#ctx0" brushRef="#br0" timeOffset="2">0 492,'16'5,"16"1,20-1,18 0,18-4,14-4,8-7,2-3,-7-4,-13-2,-21 3</inkml:trace>
  <inkml:trace contextRef="#ctx0" brushRef="#br0" timeOffset="3">1136 332,'46'-72,"-17"30,-2-2,-2-1,-2-1,5-19,-23 47,-11 34,-7 33,3 1,2 1,3 0,1-1,3 43,1-26,-4 0,-12 66,14-121,-1 0,0 1,-1-1,-1 0,1-1,-2 1,0-1,-5 8,-6 2</inkml:trace>
  <inkml:trace contextRef="#ctx0" brushRef="#br0" timeOffset="4">1136 720,'2'-5,"8"-3,11-1,16-1,12-1,13 1,6 3,1 2,-11 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0 520,'144'-264,"-22"27,-108 219,-14 18,1 0,-1 0,0 0,1 0,-1 0,1 0,-1 0,0 0,1 1,-1-1,1 0,-1 0,0 0,1 1,-1-1,0 0,1 0,-1 1,0-1,1 0,-1 1,0-1,0 0,0 1,1-1,-1 1,0-1,0 0,0 1,0-1,0 1,0-1,1 0,-1 1,0-1,0 1,0-1,0 1,-1-1,1 0,0 1,0-1,0 1,0-1,0 0,0 1,-1-1,1 0,0 1,0-1,-1 0,1 1,0-1,0 0,-1 1,1-1,0 0,-1 0,1 1,-56 303,51-268,2 1,1 0,2 0,1 0,3 0,0 0,3 1,7 10</inkml:trace>
  <inkml:trace contextRef="#ctx0" brushRef="#br0" timeOffset="1">629 159,'16'9,"14"10,11 10,6 8,3 7,1 1,-4 4,-4-1,-4-3,-4-8,-4-7,-2-9,-4-10,-6-7</inkml:trace>
  <inkml:trace contextRef="#ctx0" brushRef="#br0" timeOffset="2">1136 159,'-16'0,"-9"5,-6 7,-2 10,1 9,3 9,2 9,0 5,4 5,0 1,-2 0,-2-3,2-10,5-12</inkml:trace>
  <inkml:trace contextRef="#ctx0" brushRef="#br0" timeOffset="3">588 453,'7'0,"14"0,21-2,21-4,22-2,15-2,8-3,-4 2,-10 3,-17 2,-21 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0 494,'28'-82,"-4"-1,8-53,11-42,-36 163,-2 21,0 28,-2 471,7-420,-1-59</inkml:trace>
  <inkml:trace contextRef="#ctx0" brushRef="#br0" timeOffset="1">481 160,'16'7,"12"6,11 9,9 7,4 5,2 6,-1 5,-4 5,-4 0,-4-2,-4-6,-4-8,0-11,-2-8,-6-7</inkml:trace>
  <inkml:trace contextRef="#ctx0" brushRef="#br0" timeOffset="2">1069 173,'-18'9,"-13"10,-5 11,-2 9,1 8,3 4,5 0,2-1,4-2,4-8,2-8,0-9,2-9</inkml:trace>
  <inkml:trace contextRef="#ctx0" brushRef="#br0" timeOffset="3">494 428,'16'0,"19"0,22-3,23-4,22-7,15-2,7-4,-7 0,-16 1,-25 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69,'2'5,"5"7,7 10,9 7,10 8,9 5,8 2,5 2,2 0,0-2,-2-6,-4-3,-8-6,-9-8,-11-7</inkml:trace>
  <inkml:trace contextRef="#ctx0" brushRef="#br0" timeOffset="1">494 69,'-15'9,"-13"12,-6 12,-1 12,-3 11,2 8,2 4,2 0,2-5,2-6,3-11,4-13,5-12</inkml:trace>
  <inkml:trace contextRef="#ctx0" brushRef="#br0" timeOffset="2">0 376,'14'7,"20"2,23-5,19-9,18-10,11-6,3-1,-3 2,-10 5,-14 7,-20 10,-19 4</inkml:trace>
  <inkml:trace contextRef="#ctx0" brushRef="#br0" timeOffset="3">1083 337,'43'-297,"-32"257,-6 46,8 126,-9 321,-7-367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144 1,'-2'0,"1"0,6 4,6 7,6 10,7 11,6 11,5 7,5 7,3 5,4 1,1-4,4-4,-2-8,-4-9,-6-11,-9-13,-10-8</inkml:trace>
  <inkml:trace contextRef="#ctx0" brushRef="#br0" timeOffset="1">612 14,'-9'1,"-1"0,1 1,-1 1,1-1,0 1,0 1,0 0,1 0,-1 1,1 0,0 0,0 1,1 0,0 0,0 1,0 0,1 0,0 0,0 1,1 0,0 0,-235 291,219-277,5-8</inkml:trace>
  <inkml:trace contextRef="#ctx0" brushRef="#br0" timeOffset="2">10 282,'-9'-13,"30"14,-12 0,104 1,0-5,0-5,-1-5,0-5,-1-5,80-28,-170 46,-22 5,1 0,0 0,0 0,0 0,-1 0,1 0,0-1,0 1,0 0,0 0,-1 0,1 0,0 0,0 0,0-1,0 1,0 0,0 0,-1 0,1 0,0-1,0 1,0 0,0 0,0 0,0 0,0-1,0 1,0 0,0 0,0 0,0-1,0 1,0 0,0 0,0 0,0-1,0 1,0 0,0 0,0 0,0 0,0-1,1 1,-1 0,0 0,0 0,0 0,0-1,0 1,0 0,1 0,-1 0,0 0,0 0,0 0,0 0,-2-2,-8-5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1 501,'196'-457,"-174"414,-21 43,0 1,0 0,0 0,0 0,0 0,0 0,0 0,-1 0,1 0,0 0,-1 0,1 0,-1 0,1 0,-1 0,1 1,-1-1,0 0,0 0,0 1,0-1,0 0,0 0,0 1,0-1,0 0,0 0,-1 1,1 0,-15 315,12 30,4-346,-1 0,0 1,0-1,0 0,-1 1,1-1,0 0,0 1,-1-1,1 0,-1 0,1 1,-1-1,1 0,-1 0,0 0,0 0,0 0,1 0,-1 0,0 0,0 0,0 0,-1 0,1 0,0-1,0 1,0 0,0-1,-1 1,1-1,0 0,-1 1,1-1,0 0,-1 0,1 0,0 0,-1 0,1 0,0 0,-1 0,1 0,0-1,0 1,-1 0,1-1,0 0,0 1,-1-1,1 1,0-1,0 0,0 0,0 0,0 0,0 0,0 0,0 0,1 0,0 0,0 1,0-1,0 0,0 0,0 1,1-1,-1 0,0 1,0-1,1 0,-1 1,0-1,1 0,-1 1,1-1,-1 1,0-1,1 0,-1 1,1-1,0 1,-1 0,1-1,-1 1,1-1,0 1,-1 0,1 0,0-1,0 1,-1 0,1 0,0 0,-1 0,1 0,0 0,0 0,-1 0,1 0,0 0,0 0,-1 0,1 0,0 1,-1-1,1 0,0 1,1-2,93-9,1 5,20 3,-93 2,-2-1,-15 0,0 1,1 0,-1 0,1 0,-1 0,0 1,1 0,-1 1,0-1,0 1,0 1,0 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28,'15'-11,"180"7,100 43,208-37,-288-15,43-1,-11 1,161 5,145 3,-340 19,104 21,-127-5,-99-27,-91-3,0 0,-1 0,1 0,0 0,-1 0,1 0,0-1,-1 1,1 0,0 0,-1 0,1 0,0 0,0-1,-1 1,1 0,0 0,0 0,-1-1,1 1,0 0,0 0,0-1,-1 1,1 0,0-1,0 1,0 0,0-1,0 1,0 0,0-1,0 1,0 0,-1-1,1 1,1 0,-1-1,0 1,0 0,0 0,0-1,0 1,0 0,0-1,0 1,0 0,1-1,-1 1,0 0,0 0,0-1,1 1,-1 0,0 0,0-1,1 1,-1 0,0 0,0 0,1 0,-1-1,0 1,1 0,-1 0,1 0,-14-12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454 139,'4'-29,"-1"-16,-1 1,-2 23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0,'0'0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0,'0'0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0,'0'0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1164 1794,'-10'-112,"4"0,7-52,0 60,-1 32,-1-79,6 1,6 0,18-70,-21 182,-1-1,-2 0,-2 0,-2-38,-33-12,20 64,6 12,1 1,-2 0,0 0,0 1,-1 0,0 0,-1 1,0 0,-1 0,0 1,0 1,-1 0,0 0,-1 1,0 0,0 1,0 0,-11-3,-25-1,0 1,0 3,-1 1,0 3,-27 3,69-1,-14 0,-1 1,1 0,0 2,0 1,1 1,-1 0,1 2,0 0,1 1,0 1,0 1,0 1,2 0,-1 1,1 1,-14 15,15-12,1 1,0 0,2 1,0 1,1 0,1 1,0 0,2 1,1 0,0 0,-3 16,-62 135,59-148,2 1,0 0,2 1,0 0,2 1,1 0,1 0,-1 18,6 11,3 1,2-1,2 0,3 0,2-1,17 48,-7-28,-3 1,-3 1,-4 0,-3 1,-4 11,9 431,-14-411,-2 0,5 1,5 0,5-1,10 35,-12-100,-3 0,-1 0,-2 0,-2 11,-4 263,-24 4,38-94,-5-168,-3 0,-3 0,-2 0,-6 26,-6-1,-1 6,4 0,3 20,8 566,5-481,0-97,-5 0,-6 23,-23 110,11-102,-1 112,19 892,-1-585,-32-74,8-225,-24 127,33-87,14 3,1 478,14-340,-15 349,-3-647,-1-60,4 0,3 0,3-1,11 55,76 254,-73-292,3-1,4-1,35 77,-38-110,3-2,1 0,17 20,11 16,-39-57,1-2,2 0,1-1,1-1,1-1,1-1,1 0,2-2,16 11,-21-25,1 0,-1-2,1 0,1-1,0-2,-1 0,1-2,0 0,0-1,0-2,1 0,-2-2,1 0,0-1,-1-2,1 0,19-9,-18 7,-1-2,0 0,0-1,-1-1,0-2,-1 0,-1-1,0-1,-1 0,-1-2,0 0,-2-1,0-1,-1 0,-1-2,-1 1,-1-1,-1-1,-1 0,2-8,77-272,-80 281,0 2,-1-1,-1 1,0-2,-2 1,-1 0,0-1,-1-11,3-181,-1-161,-32 118,3 7,22-161,16 46,-28 48,-30-33,37 268,3 0,5-45,-1-21,-53-213,81 62,-26 271,2 0,1 0,1 0,1 1,1 0,2 1,1 0,1 0,4-4,0-6,-1-1,-1-1,-2 0,-2 0,-2-1,-1 0,-2-1,-2 1,-1-307,-7 252,-4 0,-19-81,10 70,-17-115,34 170,-13-138,-10 88,-18-120,38 182,-3 0,-1 0,-2 1,-7-18,8 28,2 0,1 0,1-1,2 1,-1-25,1 8,-1 0,-2 0,-9-27,5 13,2-1,3 0,3 0,2-15,0 65,0 1,-1-1,0 1,0 0,-1 0,0-1,0 1,-1 0,0 1,-1-1,0 0,0 1,-2-3,-1-3,1 0,0-1,1 0,0 0,1 0,1-1,-2-13,-7-27,-30-52,-22-20,48 95,11 24,0-1,1 0,0-1,1 1,0-1,0 1,1-1,0 0,0-6,-24-131,27-254,1 378,0 1,2-1,0 1,2 0,0 0,5-8,19-79,-21 55,2 0,3 1,1 0,22-46,-23 66,-1-1,-2 0,-1-1,1-15,46-102,-30 11,12-91,15-45,-46 221,-3-1,-2 1,-3-21,6-101,5 86,-3 28,-2 0,-3 0,-4-34,-25-277,20 314,5 34,-2 0,0 0,-2 0,-1 1,-1 0,-2 0,0 1,-4-6,1 11,2-1,0 1,2-1,0-1,1 0,2 0,0 0,1-2,-32-147,17 54,18 114,0 1,0 0,0 0,0 0,-1 0,1 0,-1 0,1 1,-1-1,0 0,0 1,0-1,0 1,0 0,0-1,0 1,0 0,0 0,-1 0,1 1,0-1,-1 1,1-1,-1 1,1-1,-28-7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135 188,'-2'-2,"1"1,0 0,-1 0,1 0,-1 0,0 0,1 0,-1 0,0 0,1 0,-1 1,0-1,0 1,0 0,0-1,1 1,-1 0,0 0,0 0,0 0,0 0,0 1,0-1,1 1,-1-1,0 1,0-1,1 1,-1 0,0 0,1 0,-1 0,1 0,-1 0,1 0,-1 1,1-1,0 1,0-1,0 1,-1 0,-7 12,0 1,2 1,-1 0,2-1,0 2,1-1,1 1,0 0,1 0,1 0,1 0,0 0,2 6,-2-17,0 0,1-1,0 1,0 0,1 0,0-1,0 1,0 0,1-1,-1 1,1-1,1 0,-1 1,1-1,0 0,0 0,0-1,1 1,0-1,-1 0,2 0,-1 0,0 0,1-1,0 1,0-1,0 0,3 1,3-2,1-1,0 0,0 0,-1-1,1-1,0 0,-1 0,1-1,0-1,-1 0,0 0,0-1,0-1,0 0,-1 0,0-1,0 0,0-1,-1 0,0-1,6-6,-6 6,-1 0,0-1,-1 1,0-2,0 1,-1-1,0 0,-1 0,0-1,-1 0,0 0,-1 0,0 0,0 0,-1-1,-1 1,0-1,0 1,-1-1,-1 0,0 1,-1-1,0 1,0 0,-1-1,-1 1,0 0,0 1,-1-1,-1 1,0 0,0 0,-2-1,4 4,-1 0,-1 1,1-1,-1 1,0 0,-1 0,1 1,-1 0,0 0,-1 0,1 1,-1 0,0 1,0-1,0 2,0-1,-1 1,1 0,0 1,-1 0,0 0,1 1,-1 0,1 1,-1 0,1 0,-1 0,1 1,0 1,-1 0,1 0,0 0,1 1,-1 0,1 0,-5 4,5-2,1 0,0 0,0 0,0 1,1 0,0 0,0 0,1 0,0 1,0 0,1 0,0 0,0 0,1 1,0-1,0 1,1-1,0 1,1-1,0 1,0 0,1-1,0 1,1-1,-1 1,2-1,-1 0,1 1,0-1,4 5,20 25</inkml:trace>
  <inkml:trace contextRef="#ctx0" brushRef="#br0" timeOffset="1">710 1,'6'4,"10"12,11 13,12 12,11 7,8 4,4 4,-3-2,-3-3,-8-6,-9-5,-12-8,-9-9</inkml:trace>
  <inkml:trace contextRef="#ctx0" brushRef="#br0" timeOffset="2">1150 28,'-16'2,"-11"8,-10 9,-3 10,-3 9,1 10,2 6,3 4,4 3,7-1,5-4,7-6,5-10,4-12</inkml:trace>
  <inkml:trace contextRef="#ctx0" brushRef="#br0" timeOffset="3">643 335,'4'-2,"16"-1,22 0,24-1,22-3,14-1,4 0,-6 1,-15 2,-19 5,-21 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0 596,'56'-64,"-4"-2,-2-3,-3-1,27-60,3-39,-64 143,-6 24,-8 73,-6 33,4 0,5 0,4-1,19 101,-13-154</inkml:trace>
  <inkml:trace contextRef="#ctx0" brushRef="#br0" timeOffset="1">748 115,'-7'14,"-1"16,-1 11,7 11,12 8,16 4,15 1,12-1,8-5,3-8,-3-6,-6-8,-12-6,-10-9,-10-5,-10-5</inkml:trace>
  <inkml:trace contextRef="#ctx0" brushRef="#br0" timeOffset="2">1136 302,'-18'9,"-13"12,-8 12,-6 14,-3 10,0 7,2 1,4 0,4-6,5-7,5-11,7-12</inkml:trace>
  <inkml:trace contextRef="#ctx0" brushRef="#br0" timeOffset="3">628 543,'9'-3,"14"3,20 0,22 0,24-1,16-4,7 0,-3 0,-12 1,-23 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14 370,'0'0,"0"0,0-1,0 1,-1 0,1 0,0-1,0 1,0 0,-1 0,1-1,0 1,0 0,-1 0,1 0,0-1,-1 1,1 0,0 0,-1 0,1 0,0 0,-1 0,1 0,0 0,0 0,-1 0,1 0,0 0,-1 0,1 0,0 0,-1 0,1 0,0 0,-1 0,1 0,0 0,-1 1,1-1,0 0,0 0,-1 0,1 1,0-1,0 0,-1 0,1 1,0-1,0 0,11-30,-8 25,22-45,-3 0,-1-1,-3-2,-2 0,3-24,-52 358,-28 60,58-327,2-20</inkml:trace>
  <inkml:trace contextRef="#ctx0" brushRef="#br0" timeOffset="1">549 116,'-5'0,"2"6,4 10,10 11,10 10,10 6,12 4,7 1,1-1,0-1,-4-4,-6-5,-8-4,-9-5,-9-6,-7-6</inkml:trace>
  <inkml:trace contextRef="#ctx0" brushRef="#br0" timeOffset="2">1003 102,'-13'5,"-12"8,-6 9,-4 9,0 12,3 6,7 5,5 2,3-1,6-2,1-5,-2-3,0-8,-4-7,1-10</inkml:trace>
  <inkml:trace contextRef="#ctx0" brushRef="#br0" timeOffset="3">469 437,'18'-2,"22"-4,22-2,22-5,16-2,7 2,0-1,-10 4,-15 2,-16 4,-20 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75,'-4'1,"0"0,-1 1,1-1,0 1,0 0,0 0,0 0,1 1,-1-1,1 1,-1 0,1 0,0 0,0 0,0 1,0-1,1 1,-1 0,1 0,0 0,-1 4,-24 92,24-79,1 1,2 0,0 0,1-1,1 1,1 0,0-1,6 16,-7-30,0 1,1-1,0 0,0 0,0 0,1 0,0 0,1-1,-1 1,1-1,0 0,1-1,-1 0,1 1,0-2,1 1,-1-1,1 0,0 0,0 0,0-1,0-1,0 1,1-1,6 1,-5-2,0 0,0-1,0 0,-1 0,1-1,0 0,0-1,0 0,-1-1,1 1,-1-1,0-1,0 0,0 0,0-1,-1 1,1-2,-1 1,-1-1,1 0,-1 0,4-6,-1 1,-1 0,0 0,0-1,-1 0,-1-1,0 0,-1 0,0 0,-1 0,-1-1,0 1,-1-1,0 0,-1-4,-1 2,-1-1,0 1,-1-1,-1 1,-1 0,0 0,-1 0,0 1,-2 0,0 0,0 0,-1 1,-2-1,5 8,0 0,0 0,-1 0,0 0,0 1,-1 0,1 0,-1 1,-1 0,1 0,-1 1,0 0,0 0,0 1,0 0,-1 0,1 1,-1 0,0 0,1 1,-1 1,0-1,0 1,-8 1,9 1,-1 0,1 0,0 1,0 0,1 1,-1 0,0 0,1 0,0 1,0 0,1 0,-1 1,1 0,0 0,1 0,-1 1,1 0,1 0,-1 0,1 0,0 1,1 0,0 0,0 0,1 0,0 0,0 1,1-1,0 0,0 1,1-1,0 1,1-1,0 1,0-1,2 5,16 35,7-9</inkml:trace>
  <inkml:trace contextRef="#ctx0" brushRef="#br0" timeOffset="1">762 22,'5'18,"5"15,11 11,13 6,12 2,10 2,8-2,5-4,0-5,-5-6,-8-8,-13-6,-10-8,-11-7,-10-7</inkml:trace>
  <inkml:trace contextRef="#ctx0" brushRef="#br0" timeOffset="2">1243 22,'-16'13,"-10"17,-7 14,-4 11,-2 7,2 5,3 0,3-3,4-4,4-9,4-11,5-11</inkml:trace>
  <inkml:trace contextRef="#ctx0" brushRef="#br0" timeOffset="3">762 262,'0'9,"12"3,19 0,25-5,23-8,19-8,14-5,0-1,-11 4,-23 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66,'7'9,"6"10,7 9,5 8,6 8,5 4,2 4,0 3,1-3,-3-2,-3-3,-1-7,-3-9,-4-8,-1-10,-5-6</inkml:trace>
  <inkml:trace contextRef="#ctx0" brushRef="#br0" timeOffset="1">561 107,'-16'20,"-7"19,0 11,1 8,5 7,3 0,2-3,0-4,0-6,-2-9,1-10</inkml:trace>
  <inkml:trace contextRef="#ctx0" brushRef="#br0" timeOffset="2">0 481,'23'0,"25"0,28-3,25-4,21-9,13-5,1-5,-5 1,-12 2,-16 0,-25 4</inkml:trace>
  <inkml:trace contextRef="#ctx0" brushRef="#br0" timeOffset="3">1243 254,'0'13,"11"113,-10-120,1-1,-1 0,1 0,0 0,1 0,-1 0,1 0,0 0,0-1,1 0,-1 1,1-1,0-1,0 1,0 0,1-1,-1 0,1 0,0 0,0-1,3 2,1-1,0 0,1-1,0 0,-1 0,1-1,0-1,0 1,0-1,0-1,-1 0,1-1,0 1,0-2,-1 1,0-1,1-1,-1 0,0 0,-1-1,1 0,-1 0,0-1,0 0,-1-1,0 0,0 0,0 0,-1-1,0 0,-1 0,1 0,-2-1,1 0,-1 0,-1 0,1 0,-1-1,-1 1,0-1,0-7,-1 4,0-1,-1 0,-1 1,0-1,-1 1,-1 0,0-1,0 1,-2 0,1 1,-2-1,1 1,-2 0,-4-7,6 12,0 0,0 0,0 1,-1-1,0 1,0 1,0-1,-1 1,0 0,0 1,0-1,-1 2,1-1,-1 1,0 0,0 0,0 1,-1 0,1 1,0-1,-1 2,1-1,0 1,-1 1,-2 0,0 1,1 0,-1 1,1 1,-1-1,1 2,0-1,0 1,1 1,-1 0,1 0,1 1,-1 0,1 0,0 1,1 0,-3 5,-5 6,1 1,1 1,0 0,2 0,1 1,1 1,-3 9,-12 48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135 184,'33'61,"222"303,-205-303,-39-48</inkml:trace>
  <inkml:trace contextRef="#ctx0" brushRef="#br0" timeOffset="1">455 251,'-11'12,"-6"12,-1 12,2 8,0 8,1 5,-2-1,0-1,1-5,0-6,2-9,2-8,1-9,3-9,2-6</inkml:trace>
  <inkml:trace contextRef="#ctx0" brushRef="#br0" timeOffset="2">1 559,'22'-7,"25"-5,21-4,20-2,11 0,7 0,-4 4,-7 4,-13 4,-18 2,-18 3,-19-1,-17-3,-16 0,-7 0</inkml:trace>
  <inkml:trace contextRef="#ctx0" brushRef="#br0" timeOffset="3">1110 291,'0'2,"-2"1,1 0,0 1,1-1,-1 0,0 1,1-1,0 1,0-1,0 1,0-1,0 0,1 1,0-1,0 1,0-1,0 2,18-15,4-19,-1-2,-1-1,-2 0,7-17,-10 19,-1-2,-1 1,-2-1,2-11,-54 199,33-125,2 0,1 0,1 0,2 1,1-1,1 1,2-1,2 0,7 29,4-14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1 294,'1'-59,"3"0,3 0,11-46,-14 94,-4 34,-10 93,-2 40,6 81,10-136,1-13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1,'18'2,"16"8,8 11,6 11,4 11,0 10,-1 8,-2 4,-1-2,0-4,-2-9,-3-7,-5-12,-7-11,-6-10,-7-8</inkml:trace>
  <inkml:trace contextRef="#ctx0" brushRef="#br0" timeOffset="1">562 53,'-16'3,"-12"9,-8 15,-5 13,-2 12,-1 8,3 3,1 0,4-4,2-7,3-13,7-13</inkml:trace>
  <inkml:trace contextRef="#ctx0" brushRef="#br0" timeOffset="2">27 321,'3'14,"15"4,24-3,28-6,24-10,19-6,10-5,4-2,-21 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0,'5'9,"6"10,7 8,9 9,8 8,7 5,6 3,3 4,1 2,-3 0,-4-3,-6-4,-7-3,-6-9,-7-8,-2-14,-6-9</inkml:trace>
  <inkml:trace contextRef="#ctx0" brushRef="#br0" timeOffset="1">589 80,'-16'7,"-10"9,-4 11,-3 9,1 9,0 5,4 3,2 0,4-3,0-4,2-9,-1-11,5-9</inkml:trace>
  <inkml:trace contextRef="#ctx0" brushRef="#br0" timeOffset="2">1 387,'18'7,"22"0,23-4,20-6,15-8,11-4,3-4,-2 1,-8 2,-10 1,-11 3,-21 3</inkml:trace>
  <inkml:trace contextRef="#ctx0" brushRef="#br0" timeOffset="3">1177 241,'-2'9,"0"0,1 0,0 0,1 0,0 0,0 1,1-1,0 0,1 0,0 0,0 0,1 0,0-1,0 1,1-1,0 0,1 0,0 0,0 0,1-1,-1 0,2 0,-1-1,6 5,-2-5,0 0,0-1,0 0,1-1,-1 0,1-1,0 0,0-1,1 0,-1 0,0-2,1 1,-1-1,0-1,1 0,-1 0,0-2,3 0,-6 1,0 0,-1 0,1-1,-1 0,0 0,0-1,0 0,0 0,0-1,-1 0,0 0,0 0,-1-1,1 0,-1 0,0 0,-1-1,1 1,-1-1,-1 0,1 0,-1-1,-1 1,1-1,-1 0,0-1,-1-2,-1-1,1 0,-2 1,0-1,0 0,-1 1,-1 0,0-1,0 1,-1 0,-1 0,0 1,0 0,-1-1,0 2,-1-1,0 1,0 0,-1 0,0 1,-8-6,10 8,-1 0,0 0,-1 1,1 0,-1 0,0 1,0 0,0 1,-1-1,1 1,-1 1,0 0,0 0,1 1,-1 0,0 0,-1 1,1 0,0 1,0 0,1 0,-1 1,0 0,0 1,1 0,-1 0,1 1,-1 0,-7 7,1 1,0 1,1 1,0 0,1 0,0 1,2 1,-1 0,2 1,0 0,1 1,-29 54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3.26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1409,'136'-80,"3"6,4 6,70-20,-51 20,1360-654,-1433 674,27-16,4 4,2 6,78-22,-160 70,-38 11,-7 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4.36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1351,'46'-16,"374"-132,-291 99,1207-474,-59 29,-969 378,-303 115,2-2,-16 2,-3 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5.620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1114,'-23'4,"27"-4,42-13,458-173,979-370,-1263 472,-68 22,2 8,146-31,-50 8,-242 77,-11 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6.79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1 894,'45'-8,"0"-2,0-2,32-14,-44 14,920-313,-563 191,-57 17,336-69,-441 138,-187 36,-38 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7.95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0 808,'40'-9,"-2"0,0-3,0-1,7-5,-17 7,850-329,31 42,-710 223,-198 75,-1 0,0 0,1 0,-1 0,1 0,-1 0,1 0,-1 0,0 0,1 0,-1 0,1 0,-1 0,0-1,1 1,-1 0,1 0,-1 0,0-1,1 1,-1 0,0-1,0 1,1 0,-1-1,0 1,0 0,1-1,-1 1,0 0,0-1,0 1,1-1,-1 1,0 0,0-1,0 1,0-1,0 1,0-1,0 1,0 0,0-1,0 1,0-1,0 1,-1 0,1-1,0 1,0-1,0 1,0 0,-1-1,1 1,0 0,0-1,-1 1,1-1,-10-4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0:32.5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95,'451'-15,"53"-25,-312 29,48 10,-144 1,67-12,-152 3,-14 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0:36.5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1217 561,'42'8,"0"-2,0-1,0-3,0-1,1-2,-1-2,0-2,0-1,-1-3,0-1,2-3,-24 9,0-1,0-1,-1 0,0-2,0 0,0-1,-1 0,-1-2,0 0,0-1,-1 0,13-14,-26 24,0-1,-1 1,1 0,0-1,-1 1,1-1,-1 1,0-1,0 0,0 1,0-1,0 0,-1 0,1 0,-1 0,0 0,0 0,0 0,0 1,0-1,-1 0,1 0,-1 0,0 0,0 0,0 1,0-1,0 0,-1 1,1-1,-1 1,0 0,1-1,-1 1,0 0,-1 0,1 0,0 0,0 1,-1-1,1 0,-1 1,1 0,-1 0,-2-1,-2-1,-1 0,-1 0,1 1,0 0,-1 1,1-1,-1 2,1-1,-1 1,1 1,-1-1,1 2,-1-1,1 1,0 0,-1 1,1 0,0 0,1 1,-1-1,1 2,0-1,-1 1,2 0,-1 1,1 0,0 0,0 0,1 1,-1-1,1 1,1 1,-2 3,-6 18,2 0,1 1,2 1,1-1,1 1,1 0,2 0,1 1,2 8,-1-36,0 173,4-113,-3 1,-3-1,-2 0,-4-1,-2 1,-3-1,-2-1,-11 23,11-52,-1 0,-1 0,-2-2,-1 0,-7 6,-9 6</inkml:trace>
  <inkml:trace contextRef="#ctx0" brushRef="#br0" timeOffset="503.69">1351 1149,'1'-6,"-1"0,1 0,0 0,0 0,0 1,1-1,0 0,0 1,0-1,1 1,0 0,0 0,0 0,1 0,0 0,0 1,0-1,0 1,1 0,-1 1,1-1,0 1,0 0,1 0,0 0,13-6,-1 2,2 0,-1 1,0 1,1 1,18-2,-4 1,0 2,0 0,0 3,0 1,8 2,-39-3,1 0,0 1,-1-1,1 1,0 0,-1 0,1 0,-1 0,1 1,-1-1,0 1,0 0,0 0,0 0,0 0,0 1,0-1,-1 1,1 0,-1 0,0 0,1 0,-2 0,1 0,0 1,-1-1,1 0,-1 1,0-1,0 1,0 0,0 2,0 26,13 47,-13-77,0-1,1 0,-1 1,0-1,0 0,1 0,-1 0,1 0,-1 0,1 0,-1 0,1 0,0 0,-1-1,1 1,0-1,0 0,-1 1,1-1,0 0,0 0,0 0,-1 0,1 0,0 0,0-1,0 1,-1-1,1 1,0-1,-1 1,2-2,49-29,-34 11,-1-2,0 0,-2 0,-1-2,0 0,-2 0,8-24,-14 35,4-9,-10 22,0 0,0 1,0-1,0 0,0 0,0 1,0-1,0 0,0 0,0 0,1 1,-1-1,0 0,0 0,0 0,0 1,0-1,0 0,0 0,0 0,1 0,-1 1,0-1,0 0,0 0,0 0,1 0,-1 0,0 0,0 1,0-1,1 0,-1 0,0 0,0 0,0 0,1 0,-1 0,0 0,0 0,1 0,-1 0,0 0,0 0,0 0,1 0,-1 0,0 0,0-1,0 1,1 0,-1 0,0 0,0 0,0 0,0 0,1 0,-1-1,0 1,0 0,0 0,0 0,2 24,-2-20,1 19,0 0,2 1,1-1,0 0,2 0,0 0,2-1,7 16,-2-18,-1-7</inkml:trace>
  <inkml:trace contextRef="#ctx0" brushRef="#br0" timeOffset="920.548">2407 881,'18'43,"2"0,1-2,25 36,-45-74,0-1,0 0,0 0,0 0,1 0,-1-1,1 1,-1 0,1-1,0 1,-1 0,1-1,0 0,0 0,0 1,0-1,0 0,0 0,1-1,-1 1,0 0,0-1,1 0,-1 1,0-1,1 0,-1 0,0 0,0 0,1-1,-1 1,0-1,1 1,-1-1,0 0,0 0,0 0,0 0,0 0,0 0,0 0,0-1,0 1,0-1,11-14,-1 0,0 0,-1-1,-1-1,0 0,-1 0,-1 0,3-14,-6 20,9-26,-16 45,0-1,1 0,0 1,1-1,-1 0,1 1,1-1,-1 1,1-1,0 0,0 1,1-1,0 0,0 0,1 0,-1 0,1 0,0-1,1 1,-1-1,1 0,0 0,1 0,2 2,75 34,-38-28</inkml:trace>
  <inkml:trace contextRef="#ctx0" brushRef="#br0" timeOffset="1562.148">3223 895,'-15'-2,"6"0,1 0,0 0,0 1,-1 0,1 1,-1 0,1 0,-1 1,1 0,-1 0,1 1,0 0,0 0,0 1,0 0,0 1,1-1,-6 4,11-4,0 1,1-1,-1 0,0 1,1-1,0 1,0-1,0 1,0-1,0 1,1 0,0-1,0 1,0 0,0 0,0-1,1 1,0 0,-1-1,1 1,1-1,-1 1,0-1,1 1,0-1,0 0,0 0,0 0,0 0,1 0,-1 0,1-1,0 1,0-1,0 0,0 0,0 0,0 0,0 0,1-1,-1 1,1-1,0 0,7 5,1 0,-1-1,1-1,0 0,0 0,0-1,0-1,1 0,-1-1,1 0,-1-1,1 0,0-1,-1 0,0-1,1-1,-1 0,0 0,0-1,0-1,-1 0,0-1,0 0,0 0,-1-1,1-1,-2 0,1 0,-1-1,0 0,-1 0,0-1,2-4,4-19,-1 0,-1-1,-2-1,-1 0,-2 0,0-14,-1 16,22-118,-8 0,-3-38,-17 184,1-6,0 0,0 0,-1 0,-1 0,0 0,0 0,-1 0,0 0,-1 0,-1 1,0-1,0 1,-3-5,6 14,1-1,-1 1,0 0,0 0,0 0,0 0,0 0,0 0,0 0,0 0,0 1,-1-1,1 0,0 1,0-1,-1 1,1-1,0 1,-1 0,1-1,0 1,-1 0,1 0,-1 0,1 0,0 0,-1 0,1 0,-1 1,1-1,0 0,-1 1,1-1,0 1,0 0,-1-1,1 1,0 0,0 0,0-1,0 1,0 0,0 0,-37 53,27-21,2 1,1 0,2 0,1 1,2 0,1-1,2 1,1 0,4 19,2 43,4 0,5 0,13 41,-24-119,1-1,0 0,2 0,0-1,0 0,2 0,11 14,-18-26,1 0,-1-1,1 0,0 0,0 0,1 0,-1-1,1 1,0-1,0-1,0 1,0 0,1-1,-1 0,0-1,1 1,0-1,-1 0,1 0,0-1,-1 1,1-1,0-1,0 1,-1-1,1 0,0 0,0-1,12-6,-1-1,0 0,0-1,-1-1,0-1,-1 0,-1-1,0 0,0-2,-2 1,1-2,-2 1,0-2,-1 1,7-17,-12 20,-11 24,3-5,0 0,0 0,1 0,0 1,0-1,0 1,1-1,0 1,1 0,-1-1,1 1,0 0,1-1,0 1,0-1,0 1,1-1,0 1,0-1,0 0,1 0,0 0,0 0,1 0,0-1,0 1,0-1,0 0,2 1,60 17,-33-20</inkml:trace>
  <inkml:trace contextRef="#ctx0" brushRef="#br0" timeOffset="1749.646">4212 641,'-9'-3,"-3"0</inkml:trace>
  <inkml:trace contextRef="#ctx0" brushRef="#br0" timeOffset="1937.059">3423 360,'2'-7,"15"-2,25 1,25 3,22 3,17 4,5 4,-4 1,-20-1</inkml:trace>
  <inkml:trace contextRef="#ctx0" brushRef="#br0" timeOffset="-1025.1">121 481,'7'-2,"9"-2,10 1,11-1,13-1,8 1,4 1,1 1,-7 1,-7 1,-13 0</inkml:trace>
  <inkml:trace contextRef="#ctx0" brushRef="#br0" timeOffset="-579.437">0 507,'14'53,"-3"0,-3 1,2 37,-11-90,1 0,0 0,0 0,0 0,0 0,0 0,0 0,0 0,0 0,0 0,0 0,1 0,-1 0,0 0,1 0,-1 0,1 0,-1 0,1 0,-1 0,1 0,0-1,-1 1,1 0,0 0,0-1,0 1,-1 0,1-1,0 1,0-1,0 1,0-1,0 0,0 1,0-1,0 0,0 0,0 0,0 1,0-1,0 0,0 0,0-1,1 1,-1 0,0 0,0 0,0-1,0 1,0-1,0 1,32-10,0 2,1 1,0 1,27 0,-52 6,1-1,-1 1,0 1,1 0,-1 0,0 1,0 0,0 1,0 0,0 0,-1 1,1 0,-1 0,0 1,0 0,0 1,-1-1,0 2,0-1,0 1,-3-2,-1-1,1 1,-1 0,0 0,-1 1,1-1,-1 0,0 1,0 0,0-1,-1 1,0 0,0 0,-1 0,0 0,0 0,0-1,0 1,-1 0,0 0,0 0,-1 0,0-1,0 1,0-1,0 1,-1-1,0 0,0 0,-1 0,1-1,-1 1,0-1,0 1,-1-1,1-1,-1 1,-4 2,-15 7,-1-1,0-2,-1-1,1 0,-2-2,1-1,-1-1,0-2,0 0,0-2,-6-1,3 0,20-3,12-1</inkml:trace>
  <inkml:trace contextRef="#ctx0" brushRef="#br0" timeOffset="3396.639">4399 908,'-14'7,"-4"7,1 5,3 7,6 3,7-1,9-3,4-6,1-6</inkml:trace>
  <inkml:trace contextRef="#ctx0" brushRef="#br0" timeOffset="3670.551">4440 548,'2'0,"10"4,14 7,3 1</inkml:trace>
  <inkml:trace contextRef="#ctx0" brushRef="#br0" timeOffset="4220.014">5361 186,'49'315,"-37"-236,-4 0,-3 0,-3 1,-4 0,-3-1,-8 29,6-85,-1-55,9 22,1 0,0 0,0 0,1 0,1 1,-1 0,1-1,1 1,0 1,0-1,1 1,0 0,0 0,1 1,0-1,0 1,1 1,0 0,0 0,0 0,1 1,0 0,0 1,0 0,0 0,1 1,-1 1,1-1,0 1,0 1,0 0,0 0,0 1,0 1,0-1,0 1,0 1,2 1,-4-2,1 1,-1 0,0 1,0 0,0 0,-1 1,1 0,-1 0,0 0,0 1,0 0,0 1,-1 0,0 0,0 0,-1 1,0-1,0 1,-1 0,1 1,-1-1,2 8,-6-12,1 0,-1 0,0 1,0-1,0 0,-1 0,1 0,-1 0,0 0,0 0,0 0,0 0,0 0,-1-1,1 1,-1 0,0-1,1 1,-1-1,-1 0,1 1,0-1,0 0,-1 0,1 0,-1-1,0 1,1-1,-1 1,0-1,0 0,0 0,-1 0,-1 1,0 0,0-1,0 0,0 0,-1 0,1 0,0-1,-1 0,1 0,0 0,0-1,-1 0,1 0,0 0,0 0,0-1,0 0,0 0,-2-2,5 2,1 0,0 0,-1 0,1-1,0 1,0 0,0-1,1 1,-1-1,1 1,-1-1,1 0,0 1,0-1,0 1,0-1,0 1,1-1,-1 0,1 1,-1-1,1 1,0 0,0-1,0 1,1 0,-1-1,0 1,1 0,0 0,-1 0,1 0,0 0,0 1,0-1,0 1,0-1,0 1,1 0,-1-1,31-24,0 2,2 1,1 1,0 2,1 2,2 1,35-10,-6 8,-67 19,1 1,-1-1,0 0,0 1,0 0,0-1,0 1,0 0,0-1,0 1,0 0,0 0,0 0,0 0,-1 0,1 0,0 0,-1 0,1 0,-1 0,1 0,-1 1,1-1,-1 0,0 0,0 0,1 1,-1-1,0 0,0 0,0 1,-1-1,1 0,0 0,0 1,-1-1,1 0,0 0,-1 0,1 0,-1 0,0 1,1-1,-1 0,0 3,-2 7,-14 125,17-130,0 0,0 0,1 0,0 0,1 1,-1-1,1-1,0 1,1 0,-1 0,1-1,0 1,1-1,-1 0,1 0,0 0,0-1,1 1,-1-1,5 3,23 10,-1-6</inkml:trace>
  <inkml:trace contextRef="#ctx0" brushRef="#br0" timeOffset="4686.373">5964 441,'352'228,"-343"-223,0 0,-1 1,0 1,0-1,0 1,-1 0,0 1,-1 0,0 0,0 0,0 1,-1 0,0 0,-1 0,0 1,-1-1,0 1,0 0,0 2,-4 2,0-1,-1 0,0 0,-1 0,0-1,-1 1,-4 9,-16 69,24-89,0-1,-1 1,1 0,0 0,1-1,-1 1,0 0,0 0,1-1,-1 1,1 0,-1-1,1 1,0 0,0-1,0 1,0-1,0 1,0-1,0 0,0 1,0-1,1 0,-1 0,0 0,1 0,-1 0,1 0,0 0,-1-1,1 1,-1 0,1-1,0 1,0-1,-1 0,1 0,1 1,68-13,-60 5,0 1,-1-2,1 0,-1 0,-1-1,1 0,-2 0,1-1,-1 0,-1-1,0 0,0 0,-1-1,1-4,-7 16,1 0,-1 0,0 0,0 1,0-1,0 0,0 0,0 0,0 0,0 1,0-1,1 0,-1 0,0 0,0 0,0 0,0 0,1 0,-1 1,0-1,0 0,0 0,0 0,1 0,-1 0,0 0,0 0,0 0,0 0,1 0,-1 0,0 0,0 0,0 0,1 0,-1 0,0 0,0 0,0 0,0-1,1 1,-1 0,0 0,0 0,0 0,0 0,0 0,1 0,-1-1,0 1,0 0,0 0,0 0,0 0,0 0,0-1,0 1,1 0,-1 0,0 0,2 24,-1-12,1-5,0 0,0 0,1 0,0 0,0-1,1 1,0-1,0 0,0 0,1 0,-1-1,2 1,-1-1,0-1,1 1,0-1,0 0,0 0,7 3,6 2,2 0,-1-1,1-1,0-1,22 3,19 1</inkml:trace>
  <inkml:trace contextRef="#ctx0" brushRef="#br0" timeOffset="5518.853">7220 1095,'-2'-9,"0"-1,0 0,-1 0,0 1,-1-1,0 1,-1 0,1 0,-2 1,1-1,-1 1,0 1,-1-1,0 1,0 0,-1 0,0 1,0 0,0 0,-1 1,0 0,0 1,0 0,0 0,-1 1,1 0,-1 1,0 0,5 2,0 0,0 1,0-1,0 1,0 0,0 0,0 1,0 0,1 0,-1 0,1 0,-1 0,1 1,0 0,0 0,0 0,0 1,1-1,-1 1,1 0,0 0,-2 3,3-5,1 1,-1 0,0 0,1 0,-1 0,1 0,0 1,0-1,0 0,1 1,-1-1,1 0,0 1,0-1,0 1,0-1,0 0,1 1,0-1,0 0,0 1,0-1,0 0,0 0,1 0,-1 0,1 0,0 0,0-1,0 1,1 0,-1-1,2 2,2 0,1 1,0-1,0 0,0-1,0 0,1 0,-1 0,1-1,-1 0,1 0,0-1,0 0,0-1,0 0,0 0,0 0,0-1,0 0,-1-1,1 0,0 0,-1-1,1 0,-1 0,0 0,0-1,0 0,-1-1,1 1,-1-1,0-1,0 1,-1-1,1 0,0-2,6-3,-12 30,0-15,-1 2,0 1,1-1,-1 0,1 0,0 0,1 0,0 1,0-1,0 0,0 0,1 0,0 0,1-1,-1 1,1 0,0-1,0 0,1 0,-1 0,1 0,0 0,1-1,-1 0,1 0,0 0,0 0,0-1,0 0,1 0,5 2,-8-4,0-1,1 1,-1-1,0 0,1 0,-1 0,1 0,-1-1,0 1,1-1,-1 0,0 0,0 0,0-1,0 1,0-1,0 0,0 1,0-1,0-1,-1 1,1 0,-1-1,0 1,0-1,0 1,1-2,37-86,-34 68,-2 0,0-1,-2 0,0 1,-2-1,0 0,-2 0,0 0,-6-20,4 32,4 11,0 0,0 0,1 0,-1 0,0 0,0 0,0 0,0 0,0-1,1 1,-1 0,0 0,0 0,0 0,0-1,0 1,0 0,0 0,1 0,-1 0,0-1,0 1,0 0,0 0,0 0,0-1,0 1,0 0,0 0,0 0,0-1,0 1,0 0,0 0,0 0,-1 0,1-1,0 1,0 0,0 0,19 12,1 0,0-2,0 0,1-1,14 3,52 24,-83-35,-1 0,1 1,-1-1,0 1,0 0,0 0,0 1,0-1,0 1,-1-1,1 1,-1 0,1 0,-1 0,0 0,0 0,-1 0,1 1,-1-1,1 1,-1-1,0 1,-1-1,1 1,0 2,-13 55,10-54,-1 1,1-1,1 0,0 1,0 0,0-1,1 1,0 0,0-1,1 1,1 7,1-11,1 0,-1 0,0 0,1 0,0-1,0 1,0-1,1 0,-1 0,1-1,-1 1,1-1,0 0,0 0,0-1,0 1,0-1,0 0,0-1,1 1,-1-1,0 0,0 0,1-1,-1 0,0 0,1 0,13 0,1-2,0 0,-1-1,0-1,0 0,0-2,0 0,-1-1,-1-1,1-1,-1 0,-1-1,0-1,-1-1,0 0,0-1,-2 0,0-1,0 0,-2-2,0 1,8-16,-18 30,1 0,-1 0,1 0,-1 0,0-1,0 1,0 0,0 0,0-1,0 1,-1 0,1-1,-1 1,1-1,-1 1,0-1,0 1,0-1,-1 1,1-1,-1 1,1 0,-1-1,0 1,1 0,-1-1,-1 1,1 0,0 0,0 0,-1 0,1 0,-1 0,0 0,1 0,-1 1,0-1,0 1,0-1,-1 1,-2 0,0 0,0 1,-1 0,1 0,0 0,0 1,-1-1,1 1,0 1,0-1,0 1,0 0,0 0,0 0,0 0,1 1,-1 0,1 0,0 0,0 1,0-1,0 1,1 0,-1 0,1 0,0 1,0-1,1 1,-1 0,1-1,0 1,0 0,1 0,-1 1,1-1,0 0,1 0,-1 1,1-1,0 4,2 0,-1 0,1-1,1 0,-1 1,1-1,1 0,-1 0,2-1,-1 1,1-1,0 0,0 0,1 0,0-1,0 0,6 4,9 7,0-1,1-1,0 0,25 10,170 58,-117-54</inkml:trace>
  <inkml:trace contextRef="#ctx0" brushRef="#br0" timeOffset="6646.919">402 2432,'1'0,"0"0,1 0,-1 0,1 0,-1-1,0 1,1-1,-1 1,0-1,1 1,-1-1,0 0,0 1,0-1,1 0,-1 0,0 0,0 0,0 0,0 0,-1 0,1-1,0 1,0 0,-1 0,1-1,-1 1,1 0,-1-1,1 1,-1 0,0-1,0 1,0-1,0 1,0-1,0 1,0 0,0-1,0 1,-1-1,1 1,-1 0,1-1,-1 1,1 0,-1-1,0 1,-3-4,0 0,-1 1,1 0,-1 0,0 0,0 0,-1 1,1 0,-1 0,0 0,1 1,-1 0,0 0,0 0,0 1,-1 0,1 0,0 1,0-1,-1 1,1 1,0-1,0 1,-1 0,1 1,0-1,0 0,0 0,0 0,1 1,-1 0,1 0,-1 1,1 0,0 0,0 0,0 0,0 1,0 0,1 0,0 0,-1 0,2 1,-1-1,0 1,1 0,0 0,0 1,1-1,-1 1,1-1,1 1,-1 0,1-1,0 1,0 0,0 0,1 0,0 0,0 0,1 0,-1 0,1 0,1 0,1 2,1 0,0-1,0 1,0-1,1-1,0 1,1-1,0 1,-1-1,2-1,-1 1,1-1,0-1,0 1,0-1,1 0,-1-1,2 1,9 3,1-1,0 0,0-2,0 0,0-1,0-1,8 0,-5-2,1 0,-1-2,0-1,0 0,0-2,0 0,-1-1,0-2,0 0,-1-1,0-1,0-1,-1 0,-1-2,0 0,0-1,-2-1,0 0,0-2,-1 1,0-4,-13 18,0 0,0 0,-1 0,1 0,0 0,-1 0,0-1,1 1,-1 0,0-1,0 1,0-1,-1 1,1-1,-1 0,1 1,-1-1,0 0,0 1,0-1,0 0,0 1,-1-1,1 0,-1 1,0-1,0 1,0-1,0 1,0-1,0 1,-1 0,1 0,-1 0,0 0,0 0,1 0,-1 0,0 0,-1 0,-3 0,0 0,-1 0,1 1,0 0,-1 0,1 1,-1 0,1 0,-1 0,1 1,-1 0,1 0,-1 0,1 1,0 0,0 0,-3 2,5-2,0-1,0 1,1 0,-1 0,1 1,-1-1,1 0,0 1,0 0,0 0,0 0,1 0,-1 0,1 1,0-1,0 1,0-1,0 1,1 0,-1 0,1 0,0 0,0 0,1 0,-1 0,1 0,0 0,0 1,2 2,1 0,0 0,0 0,0-1,1 0,0 0,1 0,-1 0,1 0,0-1,0 0,1 0,0 0,-1-1,2 0,-1 0,0-1,1 1,0-1,-1-1,6 2,46 18,1-2,1-2,1-4,1-2,0-3,9-1,42 4</inkml:trace>
  <inkml:trace contextRef="#ctx0" brushRef="#br0" timeOffset="7391.042">2567 2272,'-20'-3,"0"1,0 1,0 1,0 1,0 1,0 0,0 1,-10 4,21-4,0 0,1 0,-1 1,1-1,-1 2,1 0,0 0,1 0,-1 1,1 0,0 0,1 1,-1 0,2 0,-1 0,1 1,0 0,0 0,0 2,3-7,1 0,0 0,0 0,0 0,0 0,0 0,1 0,0 0,-1 0,1 1,0-1,1 0,-1 0,0 0,1 0,0 0,0 0,0 0,0 0,0 0,0 0,1 0,-1-1,1 1,0 0,0-1,0 1,0-1,0 0,1 0,-1 0,1 0,-1 0,1-1,0 1,0-1,0 1,-1-1,1 0,0 0,1-1,1 1,6 2,0-2,0 0,0 0,1-1,-1 0,0-1,1 0,-1-1,0 0,0-1,0 0,-1-1,1 0,-1-1,0 0,0 0,0-1,-1-1,0 1,0-2,-1 1,1-1,-2 0,1-1,-1 0,-1 0,1 0,-2-1,1 0,-1 0,-1-1,1-2,2-12,-2-1,-1 1,-1-1,-1 1,-1-1,-1 0,-1 1,-2-1,0 0,-2 1,-1 0,-1 0,-9-20,-19-25,34 70,0-1,-1 1,1-1,0 1,-1-1,1 1,0 0,-1 0,1 0,0-1,-1 1,1 1,0-1,-1 0,1 0,0 0,-1 1,1-1,0 1,0-1,-1 1,1-1,0 1,0 0,0 0,0-1,0 1,0 0,0 0,0 0,0 0,0 0,0 0,1 1,-1-1,0 0,1 0,-1 0,1 1,0-1,-1 0,1 1,0-1,0 0,-1 1,1-1,0 0,0 1,1-1,-1 0,0 1,1 0,-9 40,2 0,2 1,2 0,3 32,0-63,-1-11,-2 23,1 0,2 0,0 0,2 0,0 0,2-1,0 1,2-1,1 0,0-1,2 0,4 6,-10-22,0-1,0 0,1-1,0 1,0-1,0 0,1 0,-1 0,1-1,0 0,0 0,0-1,1 1,-1-1,0-1,1 1,-1-1,1 0,0 0,-1-1,1 0,0 0,-1-1,1 0,-1 0,1 0,-1-1,1 0,-1 0,0-1,0 0,0 0,0 0,-1-1,1 1,0-2,4-3,1 0,-1-1,-1 0,0-1,0 1,-1-2,0 1,-1-1,0-1,-1 1,0-1,-1 0,0 0,-1-1,0 1,-1-1,-1 0,2-12,-5 26,1 0,-1 0,0 0,1-1,-1 1,0 0,1-1,-1 1,0 0,1-1,-1 1,0-1,0 1,0-1,0 0,0 1,0-1,1 0,-1 0,0 1,0-1,0 0,0 0,0 0,0 0,0 0,0 0,0-1,0 1,0 0,0 0,0-1,1 1,-1 0,0-1,0 1,0-1,0 1,1-1,-1 0,0 1,1-1,-1 0,0 1,1-1,-1 0,1 0,-1 1,1-1,-1 0,1 0,0 0,-1 0,1 0,0 0,0 0,0 0,0 0,0 1,0-1,0 0,0 0,0 0,0 0,0 0,0 0,1-1,-5 7,0 1,1-1,-1 0,1 1,0 0,1 0,0 0,-1 0,2 0,-1 0,1 0,0 1,0-1,1 0,0 1,0-1,0 1,1-1,0 0,0 1,1-1,0 0,0 0,0 0,1 0,0 0,0-1,0 1,1-1,-1 0,1 0,1 0,-1 0,1-1,2 2,3 0,-1 0,2-1,-1 0,1 0,-1-1,1-1,0 0,0 0,1-1,-1-1,0 0,1 0,-1-1,1-1,-1 1,1-2,-1 0,0 0,0-1,0-1,0 1,-1-2,1 0,-1 0,0-1,0 0,1-1,26-24</inkml:trace>
  <inkml:trace contextRef="#ctx0" brushRef="#br0" timeOffset="7654.911">3262 2192,'-6'23,"-3"20,0 18,2 11,7 10,5 9,5 5,0 2,-2-3,-2-5,-1-11,-3-15,-5-16,-6-16,-2-20,0-12</inkml:trace>
  <inkml:trace contextRef="#ctx0" brushRef="#br0" timeOffset="8021.41">3209 2820,'-8'-382,"8"372,-1 7,0 0,1 0,-1 1,1-1,0 0,0 0,0 0,0 0,0 0,0 0,1 0,0 0,-1 1,1-1,0 0,1 0,-1 1,0-1,1 1,-1-1,1 1,0-1,0 1,0 0,0 0,0 0,0 0,1 0,74 11,-30 4,0 2,-1 3,-1 1,0 3,22 24,-67-45,1 0,0 0,0 0,0 0,-1 0,1 0,0 0,-1 0,1 0,-1 0,1 0,-1 0,0 1,0-1,1 0,-1 0,0 0,0 1,0-1,0 0,0 0,0 1,-1-1,1 0,0 0,-1 0,1 0,-1 1,1-1,-1 0,1 0,-1 0,0 0,1 0,-1 0,0 0,0-1,0 1,0 0,0 0,0 0,0-1,0 1,-1 0,-53 20,40-17,-1 0,0-1,0-1,0 0,0-1,0-1,0 0,0-1,-7-2,21 3,1-1,-1 1,1 0,-1 0,1-1,0 1,-1-1,1 1,-1-1,1 0,0 0,0 1,-1-1,1 0,0 0,0 0,0 0,0 0,0 0,0-1,0 1,1 0,-1 0,0-1,1 1,-1-1,1 1,-1 0,1-1,-1 1,1-1,0 1,0-1,0 1,0-1,0 1,0-1,0 1,1-1,-1 1,0 0,1-1,-1 1,1-1,0 1,-1 0,1-1,9-12,0 1,1 0,0 0,1 1,1 1,0 0,0 1,1 0,0 1,9-4,-6 2,1 1,0 0,1 1,0 1,0 1,0 1,1 0,0 2,0 0,15 0,-31 3,0 2,0-1,0 0,0 1,0-1,0 1,0 0,0 1,0-1,0 0,-1 1,1 0,-1 0,1 0,-1 1,0-1,1 1,-1 0,-1-1,1 1,0 1,-1-1,1 0,-1 1,0-1,0 1,-1 0,1-1,-1 1,1 0,-1 0,-1 0,1 1,6 187,-7-189,0-1,0 1,1 0,-1-1,1 1,0-1,-1 1,1-1,0 1,1-1,-1 0,0 1,1-1,-1 0,1 0,0 0,-1 0,3 1,6 3</inkml:trace>
  <inkml:trace contextRef="#ctx0" brushRef="#br0" timeOffset="8503.489">3664 1991,'23'20,"2"-1,0-2,1 0,1-1,0-2,1-1,1-1,11 2,-22-6,51 18,-31-13,-1 2,-1 1,0 2,24 17,-55-32,0 1,0 0,0 0,0 0,-1 1,1 0,-1 0,-1 0,1 0,-1 0,1 1,-1 0,-1 0,1 0,-1 0,0 0,-1 0,0 0,0 1,0-1,0 0,-1 1,0 2,-13 114,13-121,0 0,1 0,0 0,-1 0,1 0,0 0,0 0,0 0,0 0,0 0,1 0,-1-1,1 1,-1 0,1-1,-1 0,1 1,0-1,0 0,0 0,-1 0,1 0,0 0,0 0,1 0,-1-1,0 1,0-1,0 0,0 1,0-1,1 0,-1 0,0 0,0-1,1 1,4-1,1 0,-1-1,0 1,0-1,0-1,0 1,0-1,-1 0,1-1,2-2,0-1,0-1,0 0,0-1,-1 0,-1 0,0 0,0-1,0-1,-2 1,1-1,-1 0,-1 0,0 0,0-1,-1 1,-1-1,0 0,0 0,-1-6,-10 25,7-1,0 1,0 0,1 0,0-1,0 1,0 0,1 0,0 0,1 0,0 0,0 0,0-1,1 1,0 0,0-1,0 1,1-1,0 0,0 0,1 0,0 0,0 0,0-1,1 0,0 0,0 0,0 0,0-1,1 0,-1 0,1 0,0-1,1 0,-1 0,0-1,1 1,0-1,43 10,-2-4</inkml:trace>
  <inkml:trace contextRef="#ctx0" brushRef="#br0" timeOffset="8920.81">5121 2338,'-20'0,"8"-1,0 0,1 0,-1 1,0 1,1 0,-1 0,1 1,0 1,-1 0,1 0,0 1,0 1,1-1,0 2,-1 0,2 0,-8 6,14-9,1-1,0 1,0 0,0 0,1 0,-1 0,1 1,-1-1,1 0,0 1,0-1,1 0,-1 1,1-1,-1 1,1-1,0 1,1-1,-1 1,1-1,-1 1,1-1,0 0,0 1,0-1,1 0,-1 0,1 0,0 0,0 0,0 0,0 0,0 0,1-1,-1 1,1-1,0 0,-1 0,1 0,0 0,0 0,1-1,-1 1,4 2,1-1,-1 1,1-1,0-1,-1 1,1-1,0-1,0 0,0 0,1 0,-1-1,0 0,0-1,0 0,0 0,0 0,0-1,0-1,0 1,-1-1,1 0,-1-1,0 0,0 0,0-1,0 1,-1-1,0-1,0 1,0-1,-1 0,0-1,0 1,0-1,1-5,7-17,-2-1,-2-1,0 0,-2 0,-2-1,-1 0,-1 0,-1 0,-3-15,1-255,-9 233,9 68,0 1,-1-1,1 1,0-1,0 1,-1 0,1-1,0 1,-1 0,1-1,-1 1,1 0,0-1,-1 1,1 0,-1 0,1-1,-1 1,1 0,-1 0,1 0,-1 0,1 0,-1 0,1 0,-1 0,1 0,-1 0,1 0,-1 0,1 0,-1 0,1 0,-1 0,1 1,0-1,-1 0,1 0,-1 1,1-1,-1 0,1 0,0 1,-1-1,1 1,0-1,-1 0,1 1,0-1,0 1,-1-1,1 0,0 1,0-1,0 1,-1-1,1 1,0-1,0 1,0-1,0 1,-13 22,1 1,1 0,2 0,0 1,1 0,2 1,0-1,2 1,1 0,1 3,-2 2,2 0,2 0,0 0,3 0,0 0,2 0,1 0,1-1,2 0,1-1,1 0,13 23,2-10</inkml:trace>
  <inkml:trace contextRef="#ctx0" brushRef="#br0" timeOffset="9688.836">6672 2353,'-30'-12,"0"1,0 2,-1 1,0 1,-1 2,1 1,-1 1,0 2,0 1,-17 4,37-4,0 2,0 0,1 0,-1 1,1 0,0 1,0 0,0 1,1 0,-1 1,1 0,-3 3,12-9,-1 1,1 0,0 0,0 0,-1 0,1 0,0 0,0 0,0 0,0 0,0 1,0-1,1 0,-1 1,0-1,1 1,-1-1,0 1,1-1,0 1,-1-1,1 1,0-1,0 1,0-1,0 1,0 0,0-1,1 1,-1-1,0 1,1-1,-1 1,1-1,0 1,-1-1,1 0,0 1,0-1,0 0,0 0,0 1,0-1,0 0,0 0,1 0,-1 0,0-1,0 1,2 1,10 3,0-1,0 0,1 0,-1-1,1-1,0 0,-1-1,1-1,0 0,0-1,0 0,0-1,-1 0,1-1,2-2,2 0,0 0,0-1,-1-1,0 0,0-1,-1-1,0-1,-1 0,0-1,0-1,-1 0,-1-1,0 0,-1-1,0-1,-1 0,-1 0,5-11,7-22,-2-2,-3 0,-1-1,-3 0,-2-1,-3-1,0-11,1-48,-17 80,8 31,-1 1,1 0,-1-1,0 1,1 0,-1-1,0 1,1 0,-1 0,0 0,1-1,-1 1,0 0,1 0,-1 0,0 0,0 0,1 0,-1 1,0-1,1 0,-1 0,0 0,1 1,-1-1,0 0,1 1,-1-1,0 0,1 1,-1-1,1 1,-1-1,1 1,-1-1,1 1,0 0,-1-1,1 1,0-1,-1 1,1 0,0 0,-12 14,1 1,0 1,1 0,1 0,1 1,0 0,2 0,-1 6,-4 4,1 1,2 0,1 0,1 1,1 0,2 0,1 0,2 0,1 0,1 0,1 0,2 0,1 0,1-1,2 0,2 3,-7-22,0-1,1 0,0 0,0 0,1 0,1-1,-1 0,1-1,0 1,1-1,0-1,0 1,0-1,1-1,0 0,0 0,1-1,-1 0,1 0,0-1,0 0,0-1,0 0,0-1,0 0,1 0,-1-1,0-1,0 0,1 0,-1-1,0 0,0 0,0-2,-1 1,9-5,-6 0,-1 0,0-1,0 0,-1-1,0-1,0 1,-1-2,-1 1,0-1,0 0,-2-1,1 0,-1 0,-1 0,-1-1,0 1,0-1,-2 0,2-14,-8-24,4 51,0 0,-1 0,1 0,-1-1,1 1,-1 0,1 0,-1 0,0 1,1-1,-1 0,0 0,0 0,0 0,0 1,0-1,0 0,0 1,0-1,0 1,0-1,0 1,0 0,0-1,0 1,-1 0,1 0,0 0,0 0,0 0,0 0,-1 0,1 0,0 0,0 0,0 1,0-1,0 1,0-1,0 1,-1-1,-5 4,0 1,1 0,-1 0,1 1,0 0,0 0,1 0,0 0,0 1,0 0,1 0,0 0,0 1,1 0,0-1,0 1,1 0,0 0,0 1,1-1,0 0,1 0,-1 1,2-1,-1 1,2 0,0 0,0 0,1 0,0 0,1-1,0 1,0-1,1 0,0 0,0-1,1 1,-1-1,2 0,-1-1,1 0,0 0,1 0,-1-1,1 0,0 0,0-1,1 0,-1 0,4 0,43 16</inkml:trace>
  <inkml:trace contextRef="#ctx0" brushRef="#br0" timeOffset="11139.859">1365 3555,'-23'7,"1"1,1 0,0 2,0 0,1 2,0 0,1 1,0 1,2 1,-1 1,2 0,-5 7,-5 7,2 1,0 1,3 2,1 0,1 1,-10 29,23-53,0 1,1-1,1 1,0 0,1 1,0-1,0 1,2-1,0 1,0 0,1-1,0 1,3 12,-3-23,1 1,0-1,0 0,0 1,0-1,0 0,1 0,-1 0,1 1,-1-1,1-1,0 1,0 0,0 0,0-1,0 1,0-1,0 0,0 1,1-1,-1 0,0 0,1-1,-1 1,1 0,-1-1,1 0,-1 1,1-1,-1 0,1 0,0 0,-1-1,3 0,86-32,-61 13,0-2,-2-1,0-1,-1-1,-2-2,-1 0,-1-2,-1 0,-2-2,-1 0,-1-1,-2-1,-1-1,-1 0,-2 0,-2-2,-1 1,-2-1,2-36,-6 57,-2 1,0-1,0 0,-2 0,0 0,0 0,-2 0,1 0,-2 1,0-1,-1 1,-5-9,9 20,0 0,-1 0,0 0,0 1,0-1,0 0,0 1,0 0,0 0,-1 0,1 0,-1 0,0 0,0 0,0 1,1-1,-1 1,0 0,-1 0,1 0,0 0,0 1,0-1,0 1,-1 0,1 0,0 0,0 0,-1 1,1-1,0 1,0 0,0 0,0 0,0 0,0 1,-3 1,-6 6,1 0,-1 1,2 1,-1 0,1 1,1 0,0 0,1 0,1 2,-1-1,2 0,0 1,1 1,0-1,1 0,1 1,-1 4,-3 18,1 0,2 0,2 0,1 0,2 0,2 0,1 0,1 0,3-1,1 0,1 0,2-1,4 6,151 342,-155-342</inkml:trace>
  <inkml:trace contextRef="#ctx0" brushRef="#br0" timeOffset="11404.205">1618 4304,'54'-289,"-38"250,-11 43,5 115,4 35,7 0,13 28,-20-118</inkml:trace>
  <inkml:trace contextRef="#ctx0" brushRef="#br0" timeOffset="11687.11">2474 4210,'5'16,"1"17,2 11,2 8,1 6,-1 3,-2-1,-9 2,-14 1,-16-1,-13-7,0-12</inkml:trace>
  <inkml:trace contextRef="#ctx0" brushRef="#br0" timeOffset="13003.254">4960 4157,'18'23,"13"16,8 11,0 6,-7 0,-13 0,-17-5,-23-5,-21-5,-16-10,0-10</inkml:trace>
  <inkml:trace contextRef="#ctx0" brushRef="#br0" timeOffset="12236.658">3236 3716,'-7'1,"0"1,0 0,1 1,-1 0,1 0,-1 0,1 1,0 0,0 0,0 0,1 1,0 0,0 0,0 0,0 1,1-1,0 1,0 0,0 0,1 1,0-1,-2 7,-3 10,1 0,1 0,0 0,2 1,1 0,1 6,0-12,2 0,0 0,1 0,1 0,1 0,0-1,1 1,4 9,-5-20,0 1,0-1,0 0,1 0,0 0,1 0,0-1,0 1,0-1,1-1,0 1,0-1,0 0,0 0,1 0,0-1,0 0,0-1,1 0,0 1,0-2,1 0,-1 0,0-1,1 1,-1-2,1 1,-1-1,1-1,-1 0,0 0,1 0,-1-1,0 0,0-1,0 0,0 0,0-1,-1 0,1 0,-1-1,0 0,0 0,-1 0,0-1,3-3,3-4,0-1,0 0,-2-1,0-1,0 1,-1-2,-1 1,-1-1,-1 0,0-1,1-7,1-11,-1 0,-2 0,-2-1,-1 0,-2 0,-1 0,-2 1,-2-1,-3-9,7 37,-1 1,0 0,0 0,0 0,-1 0,-1 0,1 1,-1-1,0 1,-1 0,0 0,0 1,0-1,-1 1,0 0,0 1,-1-1,1 1,-1 1,0-1,0 1,-1 0,1 1,-1-1,0 2,0-1,0 1,0 0,-1 1,-7-1,8 3,1 1,-1 0,0 0,1 0,0 1,-1 0,1 1,0 0,1 0,-1 0,1 1,0 0,0 0,0 0,1 1,-1 0,1 0,1 0,-1 1,1-1,0 1,1 0,0 1,0-1,0 0,1 1,0-1,1 1,-1 0,1 0,1 0,0 0,0-1,0 1,1 0,0 0,1 0,0 2,3 15,1 0,2-1,0 1,1-1,1-1,2 0,0 0,15 20,133 158,38 12,-182-192</inkml:trace>
  <inkml:trace contextRef="#ctx0" brushRef="#br0" timeOffset="12537.283">3918 4224,'-3'5,"0"-1,0 1,0 0,1-1,0 1,0 1,0-1,1 0,-1 0,1 1,0-1,1 1,-1-1,1 1,0-1,1 0,-1 1,1-1,0 1,1-1,-1 0,1 0,0 1,0-1,1-1,-1 1,1 0,0 0,4 3,2-3,0 0,1-1,0 0,0-1,0 0,1 0,-1-1,0 0,1-1,0-1,-1 1,1-1,-1-1,1 0,-1-1,10-2,-8 1,0 0,0-1,0 0,-1-1,0 0,0 0,0-2,0 1,-1-1,6-6,-12 9,1 0,-1 0,0 0,0-1,0 1,0-1,-1 0,0-1,0 1,0 0,-1-1,0 0,0 1,0-1,-1 0,0 0,0 0,0 0,-1 0,0 0,0 0,-1-4,1 5,-2 0,1 1,-1-1,0 0,0 1,0-1,0 1,-1 0,1 0,-1 0,-1 0,1 0,0 1,-1-1,0 1,1 0,-1 0,-1 0,1 1,0-1,-1 1,1 0,-1 1,1-1,-1 1,-2-1,-4-1,0 1,0 0,0 1,-1 1,1-1,0 2,0-1,0 2,0-1,0 2,-4 0,8-1,0 1,-1-1,1 1,1 1,-1-1,0 1,1 0,0 1,0 0,0 0,0 0,1 0,0 1,0 0,0 0,1 0,0 1,0-1,1 1,0 0,-2 6,-2 18</inkml:trace>
  <inkml:trace contextRef="#ctx0" brushRef="#br0" timeOffset="13629.938">5348 3609,'29'-9,"1"1,-1 2,1 0,1 3,-1 0,23 2,-32 0,0 2,0 0,0 1,0 1,-1 1,1 0,15 7,-30-8,1-1,0 1,-1 1,1-1,-1 1,0 0,0 0,-1 1,1 0,-1 0,0 0,0 1,-1-1,0 1,0 0,0 1,-1-1,1 0,-2 1,1 0,-1 0,0 0,0 0,-1 0,0 11,0-1,-2 1,0-1,-1 1,-1-1,0 0,-1 0,-1 0,-1 0,0-1,-6 9,-15 52,26-76,0-1,0 1,1 0,-1 0,1 0,-1 0,1 0,-1 0,1 0,0 0,-1 0,1 0,0 0,0 1,0-1,0 0,0 0,0 0,0 0,0 0,0 0,1 0,-1 0,0 0,1 0,-1 1,0-1,1-1,0 1,-1 0,1 0,-1 0,1 0,0 0,0 0,0-1,-1 1,1 0,0-1,0 1,0-1,0 1,0-1,0 1,0-1,0 0,0 1,0-1,0 0,1 0,-1 0,0 0,10-3,-1-1,0 0,0 0,0-1,-1-1,1 0,-2 0,1-1,0 0,-1 0,-1-1,1 0,-1 0,-1-1,4-5,8-12,-1-2,-1 0,-2-1,-1-1,-1 0,-1 0,-2-1,-1-1,-2 1,0-1,-3-1,0 1,-3-19,0 46,-10-50,9 55,0 0,0-1,0 1,-1 1,1-1,0 0,0 0,0 0,0 0,0 1,0-1,0 0,0 1,0-1,0 1,0 0,0-1,0 1,1-1,-1 1,0 0,0 0,0 0,1-1,-1 1,1 0,-1 0,0 0,1 0,0 0,-1 0,1 0,0 0,-1 0,1 1,-8 16,1 2,1-1,1 1,0 0,1 0,2 0,0 0,1 1,1-1,2 13,3 7,2-1,2 0,1 0,3-1,1-1,1 0,2-1,2-1,1 0,18 22,-21-34,-7-10</inkml:trace>
  <inkml:trace contextRef="#ctx0" brushRef="#br0" timeOffset="14036.053">5883 3769,'27'8,"95"10,-1-5,15-6,77 8,-204-14,-6-2,0 1,0-1,-1 1,1 0,0 0,0 0,0 0,0 1,0-1,-1 1,1 0,0 0,0 0,-1 0,1 0,-1 0,1 1,-1-1,0 1,1 0,-1 0,0 0,0 0,0 0,0 0,-1 0,1 1,0-1,-1 1,0-1,1 1,-1 0,-27 73,23-72,0-1,0 1,1 0,0 0,-1 0,2 1,-1-1,0 0,1 1,0-1,0 1,0 0,0-1,1 1,0 0,0-1,0 1,1 0,-1-1,1 1,0-1,0 1,1-1,0 1,-1-1,1 0,1 0,-1 0,1 0,0 1,5 1,0-1,0-1,0 1,0-2,1 1,-1-1,1 0,0-1,0 0,0 0,0-1,0 0,1 0,-1-1,0-1,0 0,1 0,-1 0,0-1,0-1,-1 0,1 0,0 0,-1-1,0 0,0-1,0 0,0 0,-1-1,0 0,0 0,-1 0,6-7,-9 8,1 0,-1 0,-1 0,1 0,-1 0,1-1,-2 1,1-1,0 1,-1-1,0 0,-1 1,1-1,-1 0,0 0,0 1,-1-1,0 0,0 1,0-1,-1 0,0 1,0-1,0 1,0 0,-1 0,0 0,0 0,-1 0,1 1,-1-1,0 1,0 0,0 0,-1 1,0-1,1 1,-1 0,0 0,0 0,-1 1,-4-2,0 1,0 1,0 0,0 0,0 1,-1 0,1 1,0 0,-1 1,1 0,0 1,0 0,0 0,0 1,0 0,0 1,-5 3,-16 9,2 0,0 2,1 1,-10 10,-12 10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0:58.4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1469 1284,'-10'22,"10"-22,0 0,0 0,-1 0,1 0,0-1,0 1,0 0,-1 0,1 0,0 0,0 0,0 0,-1 0,1 0,0 0,0 0,-1 0,1 0,0 0,0 0,0 0,-1 0,1 0,0 0,0 0,0 0,-1 0,1 0,0 0,0 1,0-1,-1 0,1 0,0 0,0 0,0 0,0 1,0-1,-1 0,1 0,0 0,0 1,0-1,0 0,0 0,0 0,0 1,0-1,18-154,-7-59,-20 163,9 48,0 1,-1 0,1 0,0-1,-1 1,0 0,1 0,-1 0,1 0,-1 0,0 0,0 0,0 0,0 0,0 0,0 0,0 1,0-1,0 0,0 1,0-1,0 0,0 1,0 0,-1-1,1 1,0 0,0-1,-1 1,1 0,0 0,-1 0,1 0,0 0,0 0,-1 1,-4 2,-1 1,1 0,0 0,0 0,0 1,1 0,-1 0,1 1,1-1,-1 1,1 0,0 0,0 1,0-1,1 1,0 0,1 0,-1 0,1 0,2-5,-1 0,1 0,-1 0,1 0,0-1,0 1,0 0,0 0,0 0,0 0,0 0,1 0,-1-1,1 1,-1 0,1 0,0 0,0-1,-1 1,1 0,1-1,-1 1,0-1,0 1,0-1,1 0,-1 0,1 1,-1-1,1 0,-1 0,1 0,0 0,-1-1,1 1,0 0,0-1,0 1,76 9,-40-12,0-2,0-2,33-8,66-10,-134 23,-1 1,1 0,0-1,-1 1,1 1,0-1,0 0,-1 1,1-1,0 1,-1 0,1 0,-1 0,1 0,-1 0,1 1,-1-1,0 1,0-1,0 1,0 0,0 0,0 0,0 0,0 0,-1 0,1 1,-1-1,0 0,0 1,0-1,0 1,0 0,0-1,0 1,-1 0,0-1,1 1,-1 0,16 197,7-12,-10-116,-4 1,-3 1,-3-1,-3 0,-4 1,-4 15,-30 42,35-123,0-1,-1 0,0 0,0 0,-1 0,0-1,0 1,0-1,-1-1,0 1,0-1,0 0,-1 0,0-1,-4 3,6-5,1-1,0 0,-1 0,1 0,0-1,-1 1,1-1,-1 0,1 0,-1-1,1 1,-1-1,1 0,0 0,-1 0,1-1,0 1,0-1,0 0,0-1,0 1,1-1,-1 1,1-1,-1 0,1 0,-2-3,-73-100,63 83,1-2,1 1,2-2,0 1,2-2,1 1,-5-28,12 51,0 0,0 1,1-1,0 0,-1 0,1 0,0 0,1 0,-1 0,0 1,1-1,0 0,-1 0,1 0,0 1,0-1,1 0,-1 1,1-1,-1 1,1 0,0-1,0 1,0 0,0 0,0 0,0 0,0 1,1-1,-1 0,1 1,-1 0,1 0,1-1,20-3,0 1,1 1,-1 1,1 1,2 1,2 0,169-1,-140 1</inkml:trace>
  <inkml:trace contextRef="#ctx0" brushRef="#br0" timeOffset="277.813">2377 2020,'0'-22,"2"0,0-1,1 2,1-1,0 0,2 1,1 0,1 0,0 1,2 0,0 0,5 1,-15 19,1 0,-1 0,0-1,1 1,-1 0,1 0,-1 0,0 0,1 0,-1 0,1 0,-1 0,0 0,1 0,-1 0,1 0,-1 1,0-1,1 0,-1 0,1 0,-1 0,0 1,1-1,-1 0,0 0,1 1,-1-1,0 0,0 1,1-1,-1 0,0 1,0-1,0 0,1 1,-1-1,0 0,0 1,0-1,0 1,0-1,0 0,0 1,0-1,0 1,0-1,0 0,0 1,0-1,0 1,0-1,0 1,5 178,-6-140,0 9,1 0,2 0,3 0,1-1,6 17,-2-31</inkml:trace>
  <inkml:trace contextRef="#ctx0" brushRef="#br0" timeOffset="3554.338">6094 1485,'3'-47,"1"-1,3 1,9-31,8-59,-23 133,4-29,-2-1,0 1,-3-1,0 0,-2 1,-3-8,5 39,0-1,1 1,-1 0,-1-1,1 1,0 0,0 0,-1-1,0 1,1 0,-1 0,0-1,0 1,0 0,0 0,0 0,-1 0,1 0,-1 1,1-1,-1 0,0 1,1-1,-1 1,0-1,0 1,0 0,0 0,0 0,0 0,-1 0,1 1,0-1,0 0,-1 1,1 0,0-1,-1 1,1 0,0 0,-1 1,1-1,-2 1,-1 2,1 1,0 0,-1 0,2 1,-1-1,0 1,1 0,0 0,0 0,0 0,1 1,0-1,0 1,0-1,1 1,-1 0,1 0,1-1,-1 1,1 0,0 0,1 0,-1 0,1 0,0-1,0 1,1 0,0-1,0 1,0-1,4 6,2-5,1 0,0 0,0-1,1 0,0-1,0 0,0 0,0-1,1 0,-1-1,1 0,-1-1,1 0,0-1,0 0,-1 0,10-3,35-2,0-2,0-3,-1-3,35-13,9 0,-97 25,2 0,-1-1,1 1,0 0,0 0,0 0,1 0,-1 1,0-1,0 1,0 0,0 0,1 0,-1 0,0 1,0-1,0 1,0 0,0-1,0 2,0-1,0 0,0 0,0 1,-1 0,1-1,0 1,-1 0,0 1,1-1,0 1,2 8,-1 0,0 1,0-1,-1 1,-1 0,0 0,0 0,-1 0,-1 12,2 8,31 673,-32-665,-2 0,-2 0,-2 0,-7 29,10-59,0 0,-1-1,0 0,-1 0,0 0,0 0,-1 0,0-1,-1 0,0 0,0 0,0-1,-1 0,0 0,-1-1,1 0,-1 0,0 0,-1-1,1-1,-10 4,13-6,0 0,0 0,0-1,0 1,0-1,0-1,0 1,-1-1,1 0,0 0,0 0,0-1,-1 0,1 0,0 0,0-1,0 1,0-1,0-1,1 1,-1-1,1 1,-1-1,1 0,0-1,0 1,0-1,1 0,-1 0,1 0,0 0,0-1,1 1,-1-1,1 1,0-1,0 0,0 0,1 0,0-1,-1-10,2 0,0 0,1 0,0 0,1 0,1 0,1 0,0 1,1-1,1 1,0 0,1 1,1 0,0 0,1 0,0 1,1 0,0 1,1 0,11-9,-4 4,-1 1,2 0,0 1,1 1,1 1,0 1,0 1,1 0,1 2,-1 1,2 0,-1 2,1 1,15-2,-34 6,1 0,-1 0,0 1,1-1,-1 1,1 1,-1-1,1 1,-1-1,0 2,0-1,1 0,-1 1,0 0,0 0,0 1,-1 0,1-1,-1 1,1 1,-1-1,0 1,0-1,0 1,-1 1,0-1,1 0,-1 1,-1-1,1 1,-1 0,0 0,0 0,1 2,4 60,-7-61,-1 0,1 0,0 0,0 1,1-1,0 0,0 0,0 0,1 0,0 0,0-1,0 1,1 0,0-1,0 0,0 1,1-1,-1-1,1 1,1 0,-1-1,0 0,1 0,0 0,0-1,4 3,-2-4,1 1,-1-1,1 0,-1-1,1 0,0 0,0 0,-1-1,1 0,0-1,0 0,-1 0,1-1,-1 0,1 0,-1 0,1-1,-1 0,4-3,-7 4,1-1,-1 0,0 0,1 0,-2 0,1 0,0-1,0 0,-1 1,0-1,0-1,0 1,0 0,-1-1,0 1,0-1,0 0,0 0,-1 0,0 0,0 0,0 0,-1 0,1 0,-1 0,0 0,-1 0,1 0,-1 0,0-1,-1-1,-1 0,0 0,0 0,0 0,-1 1,0-1,-1 1,1 0,-1 0,0 0,0 1,-1 0,0 0,0 0,0 1,0 0,-1 0,1 1,-1-1,0 1,0 1,0 0,-1 0,1 0,-8 0,6 0,0 0,0 1,0 1,0 0,0 0,0 0,0 1,0 1,0-1,1 2,-1-1,0 1,1 0,0 1,-1 0,1 0,1 1,-1 0,1 0,0 1,-4 4,8-7,0 0,0 1,1-1,0 1,0-1,0 1,0 0,0 0,1 0,-1 0,1 0,0 0,0 0,1 1,-1-1,1 0,0 1,0-1,1 0,-1 0,1 1,0-1,0 0,0 0,1 0,-1 0,1 0,0 0,0-1,1 1,22 32</inkml:trace>
  <inkml:trace contextRef="#ctx0" brushRef="#br0" timeOffset="5532.338">11308 803,'5'17,"1"0,0 0,1-1,0 0,2 0,0-1,0 0,1-1,1 0,1 0,0-1,0-1,2 0,-1 0,1-2,1 0,0 0,0-1,1-1,11 4,-6-3,0 0,0-1,1-1,0-1,1-1,-1-1,8 0,-21-3,0 0,0-1,0 0,0 0,0-1,0-1,0 1,0-1,0-1,-1 0,1 0,-1-1,0 0,0 0,0-1,0 0,-1 0,0-1,4-3,-4 0,-1 0,0 0,-1-1,1 0,-2 0,0 0,0 0,-1-1,0 0,0 1,-1-1,-1 0,0 0,-1 0,0 0,0-1,-1 1,-2-7,3 16,1 0,-1 1,0-1,0 1,0-1,0 0,-1 1,1-1,0 1,0-1,-1 1,1-1,-1 1,0-1,1 1,-1-1,0 1,0 0,0-1,0 1,0 0,0 0,0 0,0 0,-1 0,1 0,0 0,-1 0,1 0,-1 0,1 1,-1-1,1 1,-1-1,1 1,-1 0,-1-1,0 4,0 0,0 1,0-1,0 0,1 1,-1 0,1 0,0 0,0 0,0 0,0 0,1 0,0 0,0 1,1-5,-12 45,2 0,2 1,3 0,1 1,2-1,3 0,1 1,5 21,47 257,-12-96,-38-205,-1 1,-1-1,-2 1,0 0,-4 21,3-38,0 0,-1 0,0-1,0 1,-1 0,0-1,-1 1,0-1,0 0,0 0,-1-1,0 1,0-1,-1 0,1 0,-2-1,1 0,0 0,-5 2,1 0,0-2,-1 1,0-2,0 1,0-2,-1 1,1-1,-1-1,0 0,1-1,-1 0,0-1,0 0,0-1,0 0,1-1,-1-1,0 1,1-2,0 0,0 0,0-1,-7-4,13 5,1-1,-1 0,1 0,0 0,0 0,0-1,1 0,0 0,0 0,0 0,1 0,0 0,0-1,1 1,0-1,0 1,0-1,1 1,0-1,0 0,1 1,-1-1,2 1,-1-1,1 1,0-1,0 1,0 0,1 0,0 0,0 0,1 1,0-1,0 1,0 0,0 0,5-3,7-9,0 1,1 1,0 1,2 1,-1 0,2 1,0 1,0 1,1 0,0 2,0 1,1 0,0 2,8-1,-23 4,1 0,0 0,-1 1,1 1,0-1,0 1,0 0,0 1,0 0,-1 0,1 1,0 0,-1 0,1 1,-1 0,0 0,0 0,0 1,0 0,-1 1,1 0,-1 0,0 0,-1 0,1 1,-1 0,0 0,-1 1,4 5,22 93,-30-95,1 0,1 0,0 0,0 0,1 0,0 0,0-1,1 0,1 1,0-2,0 1,0 0,1-1,0 0,1-1,0 1,0-1,1 0,0-1,0 0,0 0,5 2,-10-6,1-1,0 1,-1-1,1 1,0-1,0 0,-1 0,1-1,0 1,0-1,0 0,0 0,0 0,0-1,0 1,0-1,0 0,-1 0,1 0,0-1,0 1,-1-1,1 0,-1 0,0 0,0-1,1 1,-2-1,1 1,0-1,0 0,-1 0,1 0,-1-1,0 0,4-10,0 1,-2-1,1 0,-2 0,0-1,-1 1,0-1,-1 1,-1-1,0 0,-1 1,-1-1,0 1,-3-10,4 18,0 1,0 0,-1-1,0 1,0 0,0 0,-1 0,1 0,-1 1,0-1,-1 1,1-1,-1 1,0 0,0 1,0-1,0 1,-1 0,1 0,-1 0,0 0,0 1,0 0,0 0,0 0,-1 1,1-1,-1 1,1 1,0-1,-5 1,-11 2,1 0,-1 2,1 1,0 0,-11 6,-39 13</inkml:trace>
  <inkml:trace contextRef="#ctx0" brushRef="#br0" timeOffset="3926.642">8688 843,'5'14,"3"20,3 20,-1 20,-1 14,-3 12,-4 1,-6-2,-1-9,-3-13,1-15,1-16,2-15</inkml:trace>
  <inkml:trace contextRef="#ctx0" brushRef="#br0" timeOffset="4277.633">9316 1017,'-168'78,"3"8,-18 21,157-92,-62 47,87-61,1-1,-1 1,1-1,-1 1,1 0,-1-1,1 1,0 0,-1 0,1-1,0 1,-1 0,1 0,0-1,0 1,0 0,0 0,0 0,0-1,0 1,0 0,0 0,0-1,1 1,-1 0,0 0,0 0,1-1,-1 1,0 0,1-1,-1 1,1 0,-1-1,1 1,-1-1,1 1,-1-1,1 1,0-1,-1 1,1-1,0 1,-1-1,2 0,38 19,-29-15,17 10,1 1,-2 2,0 1,-2 1,0 1,1 2,70 53,-78-62,0-2,1 0,1-1,-1-1,1-1,1 0,0-2,0 0,0-2,0 0,1-1,-1-2,1 0,8-1,14-5</inkml:trace>
  <inkml:trace contextRef="#ctx0" brushRef="#br0" timeOffset="4560.818">9624 1659,'0'19,"-1"-14,0 0,0 1,0-1,1 1,0-1,0 1,1-1,0 1,0-1,0 1,0-1,1 0,0 0,0 0,0 0,1 0,-1 0,1 0,1-1,-1 1,0-1,1 0,0 0,0 0,0-1,1 0,0 1,7 1,0-1,0-1,0 0,0 0,1-1,-1-1,1 0,-1-1,1 0,0-1,-1 0,0-1,1-1,-1 1,0-2,0 0,0-1,-1 0,1 0,8-7,-15 8,0 1,-1-1,1 0,-1 0,0 0,0-1,-1 1,0-1,1 0,-1 0,-1 0,1-1,-1 1,0 0,0-1,-1 0,0 1,0-1,0 0,0 0,-1 0,0 1,0-1,-1 0,0 0,0 0,0 1,0-1,-1 0,0 1,0 0,-1-1,1 1,-1 0,-1 0,1 0,0 1,-1-1,0 1,0 0,-1 0,1 0,-5-3,0 2,1 0,-1 0,1 1,-1 0,-1 1,1 0,0 0,-1 1,0 0,1 1,-1 0,0 1,0 0,1 0,-1 1,0 0,1 1,-1 0,1 0,-1 1,1 0,0 1,0 0,0 0,1 1,0 0,0 1,0 0,0 0,1 1,-4 4,9-8,-1 0,1 1,0-1,0 1,0 0,1 0,-1-1,1 1,0 0,0 0,0 0,1 0,-1 1,1-1,0 0,0 0,1 0,-1 0,1 3,11 29</inkml:trace>
  <inkml:trace contextRef="#ctx0" brushRef="#br0" timeOffset="1560.178">3634 1324,'-21'22,"21"-21,-1-1,1 0,0 1,-1-1,1 0,0 0,-1 1,1-1,-1 0,1 0,-1 0,1 0,0 1,-1-1,1 0,-1 0,1 0,-1 0,1 0,-1 0,1 0,-1 0,1 0,-1 0,1-1,0 1,-1 0,1 0,-1 0,1 0,0-1,-1 1,1 0,-1-1,1 1,0 0,-1 0,1-1,0 1,0-1,-1 1,1 0,0-1,0 1,-1-1,1 1,0 0,0-1,0 1,0-1,0 1,0-1,0 1,0-1,0 1,0-1,0 1,0 0,0-1,0 1,0-1,0 1,17-104,-13 71,-1 0,-1 1,-2-1,-1 0,-2 0,-9 2,12 30,0 1,-1 0,1 0,-1 0,1-1,-1 1,1 0,-1 0,0 0,1 0,-1 0,1 0,-1 0,1 0,-1 0,1 0,-1 0,1 0,-1 0,1 1,-1-1,1 0,-1 0,1 0,-1 1,1-1,-1 0,1 1,0-1,-1 0,1 1,-1-1,1 1,0-1,-1 0,1 1,0-1,0 1,-1-1,1 1,0-1,0 1,0-1,0 1,0-1,0 1,0-1,0 1,0 0,0-1,0 1,0-1,0 1,0-1,0 1,0-1,1 1,-8 31,2 0,1 0,1 0,2 0,3 23,-2-39,24 613,-25-465,-2-137</inkml:trace>
  <inkml:trace contextRef="#ctx0" brushRef="#br0" timeOffset="2174.417">4036 1138,'-96'131,"42"-53,-4-2,-3-3,-3-2,-5-1,8-26,61-44,1-1,-1 1,0-1,0 1,1-1,-1 0,0 1,0-1,0 1,0-1,0 0,0 1,0-1,0 1,0-1,0 0,0 1,0-1,0 1,-1-1,1 1,0-1,0 0,-1 1,1-1,0 1,-1-1,1 1,0-1,-1 1,1 0,-1-1,1 1,-1-1,1 1,-1 0,1 0,-1-1,1 1,-1 0,1 0,-1-1,1 1,-1 0,0 0,1 0,-1 0,1 0,-1 0,0 0,1 0,-1 0,1 0,-1 0,0 1,1-1,-1 0,1 0,-1 0,1 1,-1-1,1 0,-1 1,6-9,0 0,0 1,1 0,0 0,0 0,0 0,1 1,0 0,1 1,-1 0,1 0,0 0,0 1,1 0,-1 1,8-2,-11 5,0 1,-1 0,1 1,-1-1,1 1,-1 0,1 0,-1 0,0 1,0-1,0 1,0 0,-1 0,1 0,-1 1,0-1,0 1,0 0,0 0,-1 0,1 0,-1 1,0-1,-1 1,9 9,3 7,1-1,0 0,2-2,0 1,1-2,1 0,1-1,0-1,1-1,0 0,1-2,1 0,11 3,-3-5,0-2,0-1,1-1,-1-1,1-2,0-2,0 0,2-2,-29 1,0 1,0-1,1 0,-1 0,0-1,1 1,-1-1,0 0,0 0,0 0,0-1,0 1,0-1,0 0,0 0,-1 0,1-1,-1 1,1-1,-1 0,0 0,0 0,0-1,-1 1,1 0,-1-1,0 0,2-3,32-164,1 81,-36 89,-1 1,0-1,0 1,0-1,1 1,-1-1,0 1,0-1,1 1,-1-1,0 1,1-1,-1 1,1 0,-1-1,0 1,1 0,-1-1,1 1,-1 0,1 0,-1-1,1 1,-1 0,1 0,0 0,-1 0,1 0,-1 0,1 0,-1 0,1 0,-1 0,1 0,-1 0,1 0,0 0,-1 0,1 0,-1 1,1-1,-1 0,1 0,-1 1,0-1,1 0,-1 1,1-1,-1 0,1 1,-1-1,0 1,1-1,-1 1,0-1,0 1,1-1,-1 1,0-1,0 1,0-1,0 1,1-1,-1 1,0 0,8 39,-6 9,-2 1,-3-1,-1 0,-5 11,3-16,1 0,2 0,2 0,1 0,5 22,24 26,-12-62</inkml:trace>
  <inkml:trace contextRef="#ctx0" brushRef="#br0" timeOffset="8735.595">12 1,'-4'16,"1"0,1 0,0 0,1 0,1 1,2 12,-2-6,10 681,-7-538,7-1,22 107,97 431,-21-219,-49-194,-57-283,0 1,1-1,0 1,0-1,1 0,0 0,0 0,0-1,1 0,0 1,1-2,-1 1,1-1,0 1,0-2,1 1,0-1,0 0,0 0,0-1,1 1,20 3,1-1,-1-1,1-2,0-1,0-1,25-3,-26 2,546 8,661 4,-861-13,760-25,219-14,-825 51,505 0,681-57,-569 8,-597 33,110 31,-481-14,-134-2,-49-4,-20-1,-8-1</inkml:trace>
  <inkml:trace contextRef="#ctx0" brushRef="#br0" timeOffset="11200.292">92 295,'125'-10,"1"6,40 8,-89-3,1995 9,-1347-11,-697 1,1094-14,1131-64,-910 10,-704 14,237 26,-132 52,20 65,-217-29,-473-49,-1 4,0 2,-1 3,-1 4,21 12,-4-4,-10-3,-2 3,-2 4,33 22,-100-55,-1 1,0 0,0 0,0 1,-1-1,0 1,0 0,0 1,0-1,-1 1,0 0,0 0,0 0,-1 1,0-1,0 1,-1 0,1 0,-2 0,2 4,-2 11,0 0,-2 0,0 1,-1-1,-2 0,0 0,-1-1,-1 1,-1-1,-6 11,-6 27,-4 36,6 2,3 0,4 1,5 0,6 66,-3-13,-37 228,38-333,3 0,1 0,8 39,-3-16,-3-1,-3 1,-4 30,0 1,-6 163,2-159,5-102,0 0,0 0,0 0,0 0,0 0,0 0,-1 0,1 0,-1 0,0-1,1 1,-1-1,0 1,0-1,0 0,0 0,0 0,0 0,0 0,0 0,0-1,-1 1,1 0,0-1,-1 0,1 0,0 0,0 0,-1 0,1 0,0 0,-1-1,1 1,0-1,0 0,0 1,-2-2,-3 1,-730-67,482 45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4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14942,'43'-8,"679"-17,866 58,2591 125,-3971-153,1846 33,-183-40,-1262-10,388 3,32 26,-815 1,-205-10,-34-4,-10-2</inkml:trace>
  <inkml:trace contextRef="#ctx0" brushRef="#br0" timeOffset="1">1030 155,'-18'-3,"0"1,0 1,0 0,0 2,0 0,-13 2,26-2,0 0,0 1,0-1,0 1,0 0,0 0,1 1,-1-1,1 1,0 0,0 0,0 0,0 1,0 0,1-1,-1 1,1 1,0-1,1 0,-1 1,1-1,-1 1,1 0,1-1,-2 4,1 0,1 1,-1-1,1 0,1 1,0-1,0 0,0 1,1-1,0 0,1 1,0-1,0 0,1 0,0 0,0-1,1 1,0-1,0 1,1-1,0-1,5 6,13 14,1-1,2-2,0-1,23 15,-18-13,-8-6,-11-11,0 1,-1 1,0 0,-1 1,0 0,0 0,-1 1,-1 0,0 1,0 0,1 3,-8-13,-1 1,1-1,-1 0,0 0,0 1,1-1,-1 0,-1 0,1 1,0-1,0 0,-1 0,0 0,1 1,-1-1,0 0,0 0,0 0,0 0,0 0,-1-1,1 1,0 0,-1 0,1-1,-1 1,0-1,0 1,0-1,1 0,-3 1,-65 27,-14-14,80-15,0 1,-1-1,1 0,0 0,-1-1,1 1,0-1,-1 0,1 1,0-2,0 1,0 0,0 0,0-1,0 0,0 1,0-1,1 0,-1-1,1 1,-1 0,1-1,-2-1,3-3,0 1,0-1,1 0,0 1,0-1,1 1,0-1,0 1,0-1,1 1,0 0,0-1,0 1,1 0,0 0,0 1,1-1,0 1,-1-1,2 1,-1 1,1-1,2-2,90-105,-66 78,0-1,-2-1,-2-2,-2 0,10-21,-24 37,0-1,-2 1,-1-2,0 1,-2-1,-1 0,-1 0,0-1,-2 1,-1-2,-11-5,10 31,0-1,0 1,-1 0,1-1,0 1,-1 0,1-1,0 1,-1 0,1 0,0-1,-1 1,1 0,-1 0,1 0,0-1,-1 1,1 0,-1 0,1 0,-1 0,1 0,0 0,-1 0,1 0,-1 0,1 0,-1 0,1 0,-1 1,1-1,0 0,-1 0,1 0,-1 0,1 1,0-1,-1 0,1 0,0 1,-1-1,1 0,0 1,0-1,-1 0,1 1,0-1,0 1,-1-1,1 0,0 1,0-1,0 1,0-1,0 0,0 1,0-1,0 1,0-1,0 1,0-1,0 1,0-1,0 0,0 1,0-1,0 1,-5 17,1 0,1 1,1 0,0-1,2 1,0 12,0-3,5 105,5-2,7 1,11 31,-26-150,4 19,0-8</inkml:trace>
  <inkml:trace contextRef="#ctx0" brushRef="#br0" timeOffset="2">1030 477,'210'-12,"168"15,-245 9,-133-11,0-1,0 1,0-1,-1 1,1 0,0-1,0 1,0-1,0 1,-1-1,1 1,0-1,0 1,-1-1,1 1,0-1,-1 1,1-1,-1 0,1 1,0-1,-1 0,1 1,-1-1,1 0,-1 0,1 1,-1-1,1 0,-1 0,0 0,1 1,-1-1,1 0,-1 0,1 0,-1 0,1 0,-1 0,0-1,1 1,-1 0,1 0,-1 0,1 0,-1-1,1 1,-1 0,1 0,-1-1,-2 2,-18 3,0 2,0 0,1 1,0 2,0 0,0 1,14-7,0 1,0 0,0 0,0 0,1 0,0 1,0 0,0 0,1 1,-1-1,1 1,0 0,1 0,0 0,0 1,0-1,1 1,-1-1,2 1,-2 4,3-9,0 1,0-1,0 0,0 1,0-1,0 0,0 1,1-1,-1 1,1-1,0 0,0 0,0 0,0 1,0-1,0 0,1 0,-1 0,1 0,-1-1,1 1,0 0,-1-1,1 1,0-1,0 1,0-1,0 0,0 0,1 0,-1 0,0 0,0-1,1 1,-1-1,2 1,3 0,0 0,-1 0,1-1,0 0,0 0,0-1,0 0,0 0,0 0,-1-1,1 0,1-1,0-1,-1-1,0 1,0-1,0-1,0 1,-1-1,0 0,0-1,0 1,-1-1,0 0,-1-1,0 1,0-1,0 0,-1 0,0 0,0 0,1-9,-5 28,0-1,1 1,1-1,0 1,0-1,1 1,0-1,1 0,0 0,1 0,0 0,0-1,1 1,1-1,-1-1,1 1,1-1,0 0,0 0,0 0,1-1,0-1,0 1,5 1,-12-7,0 0,0 0,1-1,-1 1,1-1,-1 1,1-1,-1 1,1-1,-1 0,1 1,-1-1,1 0,-1 0,1 0,-1 0,1-1,0 1,-1 0,1-1,-1 1,0-1,1 1,-1-1,1 0,-1 1,0-1,1 0,-1 0,0 0,0 0,0 0,0 0,0-1,0 1,0 0,0 0,0-1,-1 1,1-1,0 1,-1-1,1 1,-1-1,0 1,1-2,7-78,-8 75,-2-142,3 145,1 0,0 0,-1 0,1 0,0 0,0 1,1-1,-1 1,1 0,-1-1,1 1,0 0,-1 0,1 1,0-1,0 1,0-1,1 1,-1 0,0 0,0 0,1 1,-1-1,0 1,1 0,-1 0,1 0,-1 0,0 1,1-1,-1 1,0 0,2 0,9-1,-8-1,-1 0,0 1,0 0,1 0,-1 0,0 0,0 1,0 0,1 0,-1 0,0 0,0 1,-1 0,1 0,0 1,0-1,-1 1,0 0,1 0,-1 0,0 1,-1 0,1-1,-1 1,1 0,-1 1,-1-1,1 1,0-1,-1 1,0 0,0 0,1 5,1 150,-3-157,0 0,0 0,0 1,1-1,-1-1,1 1,0 0,0 0,0-1,0 1,0-1,1 1,-1-1,1 0,-1 0,1 0,0 0,0 0,0-1,0 0,0 1,0-1,0 0,0 0,0-1,1 1,-1-1,0 1,3-1,6 1,0-1,-1-1,1 0,-1 0,1-1,-1 0,1-1,-1 0,3-1,-1 0,0-1,0-1,0 0,0 0,-1-1,0-1,-1 0,0 0,0-1,0-1,-1 0,-1 0,0-1,0 0,-1-1,-1 0,0 0,0 0,-1-1,-1 0,3-11,-7 22,0 0,0-1,-1 1,1 0,-1 0,0-1,0 1,0 0,0 0,0-1,0 1,0 0,-1 0,1-1,-1 1,0 0,0 0,1 0,-1 0,-1 0,1 0,0 0,0 0,-1 1,1-1,-1 0,1 1,-1-1,0 1,0-1,0 1,0 0,0 0,0 0,0 0,0 0,0 0,0 1,0-1,-1 1,1-1,0 1,0 0,-1 0,1 0,0 0,0 0,-2 1,0 0,1 1,-1-1,1 1,-1 0,1 0,-1 0,1 0,0 1,0-1,0 1,0 0,1 0,-1 0,1 0,0 0,0 0,0 1,0-1,0 1,1 0,-1-1,1 1,0 0,0 0,1 0,-1 0,1-1,0 1,0 0,0 0,0 0,1 0,0 0,0 0,0 0,0-1,0 1,2 3,2 1,0 1,1-1,0 0,0-1,1 1,0-1,0-1,1 1,0-1,0 0,0-1,1 0,-1 0,9 2,131 41,-83-35</inkml:trace>
  <inkml:trace contextRef="#ctx0" brushRef="#br0" timeOffset="3">1096 1305,'0'14,"-2"16,-3 16,-3 16,-3 14,-1 10,-1 5,-1 0,2-5,4-16</inkml:trace>
  <inkml:trace contextRef="#ctx0" brushRef="#br0" timeOffset="4">936 1439,'-31'-153,"32"150,0 1,0-1,1 0,-1 1,1 0,0-1,-1 1,1 0,0 0,0 0,0 0,1 0,-1 0,0 1,1-1,-1 1,1-1,0 1,-1 0,1 0,0 0,0 1,-1-1,1 0,0 1,0 0,0 0,0 0,0 0,0 0,-1 1,1-1,0 1,2 0,-2-1,20 0,1 1,-1 1,0 1,0 2,0 0,0 1,-1 1,0 1,9 5,-29-13,1 1,-1 0,1 0,-1 0,0 1,1-1,-1 1,0-1,0 1,0 0,0-1,0 1,-1 0,1 0,0 0,-1 1,0-1,1 0,-1 1,0-1,0 0,0 1,-1-1,1 1,0 0,-1-1,0 1,0-1,0 1,0 0,0 1,-4 2,1 0,-1 0,-1 0,1-1,-1 1,0-1,0 0,-1 0,1-1,-1 0,0 0,0 0,-1-1,-3 2,2 0,-170 87,151-77</inkml:trace>
  <inkml:trace contextRef="#ctx0" brushRef="#br0" timeOffset="5">1324 1640,'14'-335,"-15"333,1 0,0 0,-1 1,1-1,0 0,0 1,0-1,0 0,1 0,-1 1,0-1,1 0,-1 1,1-1,0 0,-1 1,1-1,0 1,0-1,0 1,0-1,0 1,0 0,1-1,-1 1,0 0,1 0,-1 0,0 0,1 0,-1 0,1 1,0-1,-1 0,1 1,0 0,-1-1,1 1,0 0,0-1,-1 1,1 0,0 0,0 1,0-1,37 6,1 1,-1 3,-1 1,6 4,-39-14,0 0,0 0,0 1,-1 0,1 0,-1 0,1 0,-1 1,0 0,0-1,0 2,0-1,0 0,-1 1,1 0,-1-1,0 1,-1 1,1-1,0 0,-1 1,0-1,0 1,-1 0,1-1,-1 1,0 0,0 2,-27 152,26-156,0 0,0 1,0-1,0 0,1 0,0 1,0-1,0 0,0 0,0 0,0 0,1 0,0 0,-1-1,1 1,0-1,0 1,1-1,-1 1,0-1,1 0,-1 0,1 0,0 0,0-1,-1 1,1-1,0 0,1 0,-1 0,0 0,0 0,0-1,0 1,1-1,-1 0,0 0,0 0,1 0,-1-1,1 1,7-1,0 0,0 0,0-1,0 0,0-1,0 0,-1-1,1 0,-1-1,0 0,-1 0,1-1,-1-1,6-4,-9 6,-1 0,1 0,-1 0,0-1,0 0,-1 0,1 0,-2 0,1-1,-1 0,1 0,-2 1,1-2,-1 1,0 0,-1 0,0-1,0 1,0-1,-1 1,0-1,-1-2,1 9,1 0,-1-1,0 1,0 0,0-1,0 1,-1 0,1-1,0 1,0 0,-1-1,1 1,-1 0,1-1,-1 1,0 0,1 0,-1 0,0 0,0 0,0 0,0 0,0 0,0 0,0 0,0 0,0 1,0-1,0 0,-1 1,1-1,0 1,-1-1,1 1,0 0,-1-1,1 1,0 0,-1 0,1 0,0 0,-1 0,1 0,0 0,-1 1,1-1,0 0,-1 1,1-1,0 1,0 0,-1-1,1 1,0 0,0 0,0-1,0 1,0 0,0 1,-3 5,0 1,1-1,0 1,0 0,1 0,0 0,0 0,1 1,0-1,1 0,0 1,0-1,1 0,0 1,0-1,1 0,0 0,0 0,1 0,0 0,1 1,-1-1,1 0,0-1,0 1,1-1,-1 0,2 0,-1 0,1-1,0 0,0 0,0-1,1 1,0-1,0-1,1 1,-1-1,1-1,0 1,0-1,0-1,0 0,1 0,-1 0,1-1,-1 0,1-1,-1 0,2 0,18-7</inkml:trace>
  <inkml:trace contextRef="#ctx0" brushRef="#br0" timeOffset="6">2206 1386,'1'-6,"0"-1,0 1,1 0,-1 0,1 0,1 0,-1 0,1 0,0 1,1-1,-1 1,1 0,0 0,0 0,1 0,0 1,-1 0,1 0,1 0,-1 1,0-1,1 1,5-2,-7 4,1 0,0 1,0-1,1 1,-1 0,0 0,0 0,0 1,0 0,0 0,0 0,-1 1,1-1,0 1,-1 0,1 1,-1-1,1 1,-1 0,0 0,0 0,-1 1,1-1,0 1,-1 0,0 0,0 0,0 0,-1 0,1 1,-1-1,0 1,-1 0,2 4,3 19,-2 1,-2 0,0 0,-2 0,0 0,-3 0,0 0,-2-1,-5 16,2 5,3-17,-11 112,16-135,0-1,0 1,1-1,1 1,-1-1,1 1,1-1,0 0,0 0,0 0,1-1,0 1,1-1,-1 0,2 1,-3-4,-1-1,1-1,-1 1,1 0,0-1,0 1,0-1,1 0,-1 0,0 0,1 0,-1-1,1 1,0-1,0 0,-1 0,1 0,0-1,0 1,0-1,0 0,0 0,-1 0,1-1,0 0,0 1,0-1,-1 0,1-1,0 1,-1-1,1 1,-1-1,0 0,1-1,-1 1,0 0,0-1,-1 0,1 1,0-1,-1 0,0-1,1 1,-1 0,-1-1,1 1,0-1,-1 1,1-3,0-3,-1 0,0 0,0 0,-1 0,0 0,-1 0,0 0,0 0,-1 1,0-1,0 0,-1 1,-1-1,1 1,-1 0,0 0,-1 0,-5-6,-1-1,-1 0,-1 0,0 1,0 1,-2 0,1 1,-2 1,-7-5,-3 3,0 0,-1 2,0 1,-1 1,-9-1,36 10,-21-8,22 2,75-10,518-81,-526 88</inkml:trace>
  <inkml:trace contextRef="#ctx0" brushRef="#br0" timeOffset="7">1872 2629,'-33'53,"2"1,3 1,3 2,1 1,4 0,-5 27,23-77,-3 5,1 1,1 0,0 0,1 0,1 0,0 0,1 1,0-1,2 10,-2-21,1-1,-1 1,1-1,0 1,0-1,0 1,0-1,0 0,1 0,-1 0,1 1,-1-1,1-1,0 1,-1 0,1 0,0-1,0 1,0-1,1 1,-1-1,0 0,1 0,-1 0,0 0,1 0,-1-1,1 1,-1-1,1 0,-1 1,1-1,0 0,-1-1,2 1,4-1,0-1,0 1,0-2,0 1,0-1,0 0,-1-1,1 0,-1 0,3-2,12-13,0-1,-2-1,0-1,-1 0,-2-1,0-1,-1-1,-2-1,0 0,-2 0,-1-1,-1-1,-1 0,0-9,-2 17,-1 0,0-1,-2 0,0 0,-2 0,0 0,-1 0,-1-1,-2 1,0 0,-1 0,0 0,-2 0,-1 1,0 0,-2 0,-5-10,11 26,0-1,0 1,0 0,-1 0,0 1,1-1,-2 0,1 1,0 0,-1 0,1 0,-1 0,0 0,0 1,0-1,0 1,0 0,-1 1,1-1,0 1,-1 0,0 0,1 0,-1 0,1 1,-1 0,0 0,1 0,-1 1,0-1,1 1,-1 0,1 1,-1-1,1 1,0 0,-1 0,-3 2,-1 7,1 1,0 0,0 0,1 0,1 1,0 0,1 0,0 1,1 0,0 0,1 0,1 0,0 0,1 0,1 1,1 13,-3 19,2-1,2 1,2-1,2 0,2 0,8 21,-10-42,2-1,1 0,1 0,1-1,1 0,1-1,1-1,1 0,1-1,1 0,0-2,13 11,-25-24,1 0,0-1,0 1,0-1,0 0,1-1,-1 0,1 0,0 0,0-1,0 1,0-2,1 1,-1-1,1 0,0-1,10-2</inkml:trace>
  <inkml:trace contextRef="#ctx0" brushRef="#br0" timeOffset="8">2206 3244,'-2'5,"1"1,0-1,0 1,0 0,1 0,-1-1,1 1,1 0,-1 0,1 0,0-1,0 1,1-1,0 1,0-1,0 1,1-1,-1 0,1 0,0 0,1 0,-1-1,1 1,0-1,0 0,0 0,1-1,3 3,-1-2,1 0,-1-1,1-1,0 1,0-1,0 0,0-1,0 0,0 0,0-1,0 0,0 0,0-1,1 0,-1 0,0-1,-1 0,1-1,0 0,-1 0,1 0,-1-1,0 0,0-1,0 1,-1-1,0-1,1 1,-2-1,1 0,-1 0,0-1,4-5,0 0,-1-1,0 0,-1 0,0-1,-1 0,-1 0,0-1,-1 0,-1 1,0-1,-1 0,0 0,-2-1,1 1,-2 0,0 0,-2-4,3 15,0 0,-1-1,0 1,0 0,0 0,-1 0,1 0,-1 0,0 0,0 1,-1-1,1 1,-1-1,1 1,-1 0,0 0,0 0,-1 0,1 0,0 1,-1 0,0-1,0 1,1 1,-1-1,0 1,0-1,-1 1,1 0,0 0,0 1,0-1,-1 1,1 0,-4 1,-4 3,0 1,0 0,0 1,1 1,0-1,0 2,1 0,0 0,0 1,1 0,0 0,0 1,1 0,1 1,0 0,0 0,0 2,-27 44</inkml:trace>
  <inkml:trace contextRef="#ctx0" brushRef="#br0" timeOffset="9">843 2535,'-24'4,"0"1,0 1,0 1,1 0,1 2,-1 1,1 1,1 1,0 1,1 0,0 2,-2 3,9-7,-1 1,2 1,0 0,0 1,1 0,1 1,0 0,1 0,1 1,1 0,0 1,1 0,0 0,2 0,0 1,-1 12,4-25,0 1,0-1,1 1,-1-1,1 1,0-1,1 1,-1-1,1 1,0-1,1 1,-1-1,1 0,0 0,1 0,-1 0,1 0,0 0,0-1,0 1,1-1,-1 0,1 0,0 0,1-1,-1 1,0-1,1 0,0 0,0-1,0 1,0-1,0 0,0 0,0-1,1 0,2 1,1-3,0 1,0-2,0 1,0-1,0 0,0-1,0 0,-1-1,0 0,1 0,-1 0,-1-1,1-1,3-2,93-93,-84 79,-1-2,0 0,-2-1,-1-1,-2-1,0 0,-1-1,-2 0,-1-1,-1 0,-2 0,-1-1,0-7,-5 30,1 0,-2 1,1-1,-1 0,0 0,0 0,-1 0,0 1,0-1,-1 0,0 1,0-1,0 1,-1-1,0 1,0 0,0 0,-1 1,0-1,0 1,-1-1,1 1,-1 1,0-1,-1 1,1 0,-1 0,0 0,0 1,0 0,0 0,-1 0,1 2,1-1,0 2,-1-1,1 1,0 0,-1 0,1 0,-1 1,1-1,0 1,0 1,-1-1,1 1,0 0,0 0,1 0,-1 1,0 0,1 0,-1 0,1 0,0 1,0-1,1 1,-1 0,1 0,-1 1,1-1,1 1,-1 0,-4 6,2 1,-1-1,2 1,-1 0,2 1,-1-1,2 1,0-1,0 1,1 0,1 0,0 5,7 28,1 1,2-1,3 0,1-1,5 6,15 49,-4-6,-4 0,-5 2,10 97,-29-170</inkml:trace>
  <inkml:trace contextRef="#ctx0" brushRef="#br0" timeOffset="10">1070 3485,'14'-43,"4"-8,-2-1,-3 0,-2-1,-1-10,-11 256,18 17,-13-174</inkml:trace>
  <inkml:trace contextRef="#ctx0" brushRef="#br0" timeOffset="11">361 3979,'-9'-7,"-8"-4,-2-1,-2 2,0 3,-2 2,-2 3,1 1,6 0</inkml:trace>
  <inkml:trace contextRef="#ctx0" brushRef="#br0" timeOffset="12">67 3926,'0'-1,"1"0,-1 0,1 0,-1 0,1 0,0 1,0-1,-1 0,1 1,0-1,0 0,0 1,0-1,-1 1,1-1,0 1,0-1,0 1,0 0,0 0,0-1,0 1,0 0,0 0,0 0,1 0,-1 0,0 0,0 1,0-1,0 0,0 0,0 1,0-1,307-1</inkml:trace>
  <inkml:trace contextRef="#ctx0" brushRef="#br0" timeOffset="13">3249 209,'-16'25,"4"114,12-114,27 451,1 114,-29-132,-11-268,5-120,3-1,3 1,3-1,7 35,3-30,-2-22,-2 1,-3 0,-2 27,-29 381,19-78,1-276,-3 32,7 0,6 1,1-6,-9 116,1-182,4 0,3 0,10 55,47 452,-49-248,-12-199,12 82,59 313,-55-401,17 203,-31-168,-3-61,4 0,5 0,7 24,-4-58,-3 0,-2 1,-3 0,-5 51,-6 10,8 114,14 686,-6-657,-12 0,-14 44,5-146,8 0,9 47,2-93,-5 0,-14 110,-75 397,32-128,39-348,5 148,13 668,5-834,5 1,8 10,3 27,-9-53,-5 1,-6 35,-12-92,1-40</inkml:trace>
  <inkml:trace contextRef="#ctx0" brushRef="#br0" timeOffset="14">3850 3792,'145'22,"-16"3,-45-8,1-3,48 0,359 4,-29 7,380-26,-169-26,-525 27,125-2,33-14,-249 11,180-15,40 9,235 25,-67 0,89-1,-90 1,-75-7,104 0,-291-8,171 1</inkml:trace>
  <inkml:trace contextRef="#ctx0" brushRef="#br0" timeOffset="15">3917 623,'0'-9,"0"2,0 8,0 16,0 19,0 18,0 17,0 14,0 9,0 1,0-3,2-6,4-9,0-11,-1-16</inkml:trace>
  <inkml:trace contextRef="#ctx0" brushRef="#br0" timeOffset="16">4037 1065,'17'12,"0"1,-2 1,1 0,-2 1,0 1,-1 0,0 1,-1 0,-1 1,-1 1,-1-1,0 2,-2-1,0 1,-1 0,-1 0,1 9,15 36,-20-65,1 0,0 1,-1-1,1 0,0 0,-1 0,1-1,0 1,-1 0,1 0,0-1,-1 1,1-1,-1 0,1 1,-1-1,1 0,-1 0,0 0,1 0,-1 0,0 0,0 0,1-1,-1 1,0 0,0-1,-1 1,1-1,0 1,0-1,-1 1,1-1,-1 1,1-1,-1 0,2-1,12-25,-1 0,-2-1,0 0,-2-1,-2 0,3-18,6-22,-6 119,-6-28,1-1,0 1,2-1,0 0,1 0,2-1,-1 0,2-1,1 0,0-1,11 12,-21-27,1 1,0-1,0 1,0-1,0 0,0 0,0 0,1 0,-1-1,1 1,-1-1,1 0,0 0,-1-1,1 1,0-1,0 1,-1-1,1 0,0 0,0-1,-1 1,1-1,0 0,-1 0,1 0,0-1,-1 1,0-1,1 0,2-1,5-5,-1 0,0 0,0-1,0 0,-1-1,-1 0,1 0,3-9,13-23,-2-2,-2 0,-3-2,-1 0,-2-1,-2 0,-2-1,-3-1,-1 1,-2-7,0 8,-1-1,-3 1,-1-1,-3 0,-1 1,-11-41,14 80,0 1,-1 0,0 0,0 0,0 0,-1 0,0 1,-1-1,0 1,0 0,0 0,0 0,-1 1,0-1,0 1,-1 1,1-1,-2 0,5 4,0 0,-1 1,1-1,0 1,0-1,-1 1,1 0,0 0,0 0,-1 0,1 0,0 1,0-1,-1 1,1-1,0 1,0 0,0 0,0 0,0 0,0 0,0 0,0 0,0 1,0-1,1 1,-1 0,1-1,-1 1,1 0,0 0,-1 0,1 1,-34 73,27-25,2 0,2 1,2-1,2 1,3-1,2 0,2 0,2 0,8 19,-10-34,8 46,3 0,4 0,3-2,19 34,-40-104,0 0,1 0,0 0,1-1,0 0,0 0,1 0,0-1,1 0,0 0,0-1,1 0,-1-1,2 0,2 2,10-2</inkml:trace>
  <inkml:trace contextRef="#ctx0" brushRef="#br0" timeOffset="17">4505 837,'-14'-2,"1"1,11 6,22 4,28 3,28 1,23 2,9 2,0 5,-17-1</inkml:trace>
  <inkml:trace contextRef="#ctx0" brushRef="#br0" timeOffset="18">5080 1586,'16'-19,"0"0,-1-2,-2 0,0 0,-1-2,-1 1,-1-1,-1-1,-1 0,-2 0,0 0,-1-1,-1 0,-2 0,0-3,-2 23,0 0,1 0,-2-1,1 1,0 0,-1 0,0 0,0 0,-1 1,0-1,1 0,-1 0,-1 1,1-1,-1 1,0 0,0 0,0 0,0 0,-2-1,4 4,0 1,1 0,-1-1,0 1,1 0,-1 0,0 0,0-1,1 1,-1 0,0 0,1 0,-1 0,0 0,0 1,1-1,-1 0,0 0,1 0,-1 1,0-1,1 0,-1 0,0 1,1-1,-1 1,1-1,-1 1,1-1,-1 1,1-1,-1 1,1-1,-1 1,1 0,-1-1,1 1,0-1,0 1,-1 0,1 0,0-1,0 1,0 0,0-1,0 1,0 0,0 0,0-1,0 1,0 0,0-1,0 1,0 0,1 0,-1-1,0 1,0 0,1-1,-1 1,1-1,-1 1,0 0,1-1,-1 1,1-1,-1 1,1-1,0 1,4 3,1 1,0-1,0 0,0 0,0-1,0 0,1 0,0-1,-1 1,1-1,0-1,0 1,3-1,-3 1,91 13,-71-12,0 1,-1 1,1 2,-1 0,11 6,-35-12,1-1,-1 1,0 0,0 0,0 0,0 1,0-1,0 0,0 1,0-1,0 1,-1 0,1-1,-1 1,1 0,-1 0,0 0,0 0,1 0,-1 1,-1-1,1 0,0 0,-1 1,1-1,-1 0,0 1,1-1,-1 1,0-1,-1 0,1 1,0-1,-1 0,1 1,-1-1,-55 98,18-44,35-52,0 0,0 0,0 1,1-1,0 1,-1-1,2 1,-1 0,0 0,1 0,0 0,0 0,1 0,-1 0,1 1,0-1,0 0,1 0,0 0,0 0,0 0,0 0,1 0,0 0,0 0,0-1,0 1,1-1,0 1,2 1,5 1,1-1,-1 0,1-1,1 0,-1-1,1 0,-1-1,1 0,0-1,0 0,0-1,0 0,4-1,13 2,1-1,-1-1,1-2,-1-1,0-1,0-1,9-4,-23 1,-14 1</inkml:trace>
  <inkml:trace contextRef="#ctx0" brushRef="#br0" timeOffset="19">4051 2642,'-2'-4,"-1"0,4 4,7 6,7 8,10 12,7 12,7 12,7 8,4 3,0 1,-1-1,-4-7,-8-8,-8-7,-11-12,-9-12</inkml:trace>
  <inkml:trace contextRef="#ctx0" brushRef="#br0" timeOffset="20">4385 2602,'-14'16,"-11"14,-8 16,-7 14,-7 12,-2 10,-1 5,1 1,3-5,11-17</inkml:trace>
  <inkml:trace contextRef="#ctx0" brushRef="#br0" timeOffset="21">4813 3110,'-3'4,"-1"1,1 0,0-1,0 1,1 0,-1 0,1 1,0-1,1 0,-1 1,1-1,0 1,0-1,1 1,0-1,0 1,0 0,0-1,1 1,0-1,0 1,1-1,0 1,-1-1,2 0,-1 0,1 0,0 0,0 0,0-1,0 1,1-1,0 0,2 2,0-1,1 0,-1 0,2 0,-1-1,0 0,1-1,-1 0,1 0,0-1,0 1,0-2,0 1,1-1,-1 0,0-1,1 0,-1-1,0 1,0-1,1-1,-1 0,0 0,0 0,0-1,-1 0,1-1,-1 0,0 0,0-1,0 1,0-1,-1-1,0 1,0-1,0 0,-1-1,0 1,0-1,-1 0,4-8,-4 5,-1-1,-1 1,1-1,-2 0,1 0,-2 0,1 0,-1 0,-1 0,0 0,-1 0,0 1,0-1,-1 0,-1 1,0 0,0-1,-1 2,0-1,-1 0,0 1,0 0,-1 1,0-1,-1 1,0 1,0-1,-1 1,-4-2,9 7,0 0,0 1,0-1,0 1,0 0,0 0,0 1,0-1,0 1,0 0,-1 0,1 0,0 1,0 0,0-1,0 1,0 1,0-1,0 0,0 1,0 0,1 0,-1 0,1 1,-1-1,1 1,0 0,0-1,0 1,0 1,1-1,-1 0,1 1,0-1,0 1,0 0,0 1,-32 98,26-52</inkml:trace>
  <inkml:trace contextRef="#ctx0" brushRef="#br0" timeOffset="22">6190 196,'-13'63,"11"-50,-18 94,4 1,0 107,43 61,-13 103,12 85,-27-34,-25-203,18 215,-8-90,0-208,6-1,6 82,-22 105,12 166,15 26,10-331,13 32,6 69,24 148,-10-114,-20 162,46 20,-60-370,-6 0,-6 11,0-9,-6 490,3 251,-1-727,0-44,6 1,8 56,23 191,-18 239,-5-185,-1 96,-9-313,2 336,-27-134,41-49,-6-252,-2 5,-11-99,-1-4</inkml:trace>
  <inkml:trace contextRef="#ctx0" brushRef="#br0" timeOffset="23">6657 851,'-14'51,"4"-27,1 1,2-1,1 2,1-1,0 1,2-1,2 1,0 0,1 0,2 0,1 0,0 0,6 14,-5-31,1 0,1 1,-1-2,2 1,-1-1,1 0,0 0,1 0,0-1,0-1,1 1,0-1,0-1,0 0,0 0,1 0,0-2,0 1,0-1,0 0,1-1,-1-1,1 1,0-2,-1 1,1-1,-1-1,1 0,-1-1,1 0,-1 0,0-1,1 0,-2-1,1 0,6-4,14-9</inkml:trace>
  <inkml:trace contextRef="#ctx0" brushRef="#br0" timeOffset="24">6618 1078,'-5'-2,"1"-1,6 0,9 1,12-2,11-5,12-3,6-1,1-2,-5 1,-10-3,-10 2</inkml:trace>
  <inkml:trace contextRef="#ctx0" brushRef="#br0" timeOffset="25">6591 704,'2'-7,"10"-2,14 0,17 2,17 2,9 2,0 4,-5 3,-14 3</inkml:trace>
  <inkml:trace contextRef="#ctx0" brushRef="#br0" timeOffset="26">6925 1011,'5'16,"7"12,8 8,8 5,7 4,7 2,2-1,-1-3,-4-5,-6-4,-8-5,-9-6,-9-7,-6-5</inkml:trace>
  <inkml:trace contextRef="#ctx0" brushRef="#br0" timeOffset="27">7286 1065,'-18'2,"-16"8,-10 11,-10 11,-4 10,-1 6,2 4,6 3,12-2,13-5,10-11</inkml:trace>
  <inkml:trace contextRef="#ctx0" brushRef="#br0" timeOffset="28">7567 1132,'-5'-3,"-1"2,1-1,-1 1,1-1,-1 1,1 1,-1-1,0 1,1 0,-1 1,1-1,-1 1,0 0,1 0,-1 1,1 0,0 0,0 0,0 0,0 1,0 0,0 0,0 0,1 1,0-1,0 1,-2 2,0 2,0 0,1 1,0 0,0 1,1-1,0 1,0-1,1 1,1 0,-1 0,1 9,1-14,0 0,1 0,0-1,0 1,0 0,1 0,-1 0,1 0,0 0,1-1,-1 1,1 0,0-1,0 1,0-1,1 0,0 0,0 0,0 0,0 0,0-1,1 1,-1-1,1 0,3 2,1-1,0 0,0-1,1 0,0 0,-1-1,1 0,0 0,0-1,0 0,0-1,1 0,-1 0,0-1,0 0,0-1,-1 0,7-2,0-1,0 0,0-1,-1 0,0-1,0-1,-1 0,0-1,0-1,10-9,-15 12,-1-1,1 0,-1-1,-1 1,0-1,0-1,0 1,-2-1,1 0,-1 0,0 0,-1-1,0 1,-1-1,0 0,-1 1,0-6,-4 75,4-49,1-1,0 0,0 0,1 0,0 0,0 0,1 0,0-1,0 0,1 1,0-2,1 1,0-1,0 0,1 0,-1 0,9 5,-1-4</inkml:trace>
  <inkml:trace contextRef="#ctx0" brushRef="#br0" timeOffset="29">7928 677,'-14'4,"-4"7,3 5,13 3,14 0,5-3</inkml:trace>
  <inkml:trace contextRef="#ctx0" brushRef="#br0" timeOffset="30">8288 490,'-9'20,"-5"21,-1 17,3 14,3 9,4 7,-1 1,2 0,-1-2,0-4,-1-8,-2-9,-2-11,1-16</inkml:trace>
  <inkml:trace contextRef="#ctx0" brushRef="#br0" timeOffset="31">8035 1078,'493'38,"-435"-29,-61-1,-96 36,81-37,2 0,-1 0,1 2,0 0,1 1,0 1,0 0,1 1,1 0,0 1,-3 4,15-15,0-1,-1 1,1-1,0 1,0 0,0-1,0 1,0 0,1 0,-1 0,0-1,1 1,0 0,-1 0,1 0,0 0,0 0,0 0,0 0,0 0,0 0,1 0,-1 0,1 0,-1 0,1 0,0-1,0 1,0 0,0 0,0-1,0 1,0 0,0-1,1 0,-1 1,1-1,-1 0,1 1,-1-1,1 0,0 0,0 0,-1 0,3 0,9 2,1-1,-1 0,1-1,0-1,-1 0,1-1,0 0,-1-1,1 0,-1-1,0-1,0 0,0-1,0 0,-1-1,0-1,0 0,-8 5,1 0,-1-1,0 1,0-1,0 0,-1 0,1-1,-1 1,0-1,0 1,0-1,0 0,-1 0,3-5,-5 9,0-1,0 1,0-1,-1 1,1-1,0 1,0-1,0 1,-1-1,1 1,0-1,0 1,-1-1,1 1,0 0,-1-1,1 1,-1 0,1-1,0 1,-1 0,1-1,-1 1,1 0,-1 0,1-1,-1 1,1 0,-1 0,1 0,-1 0,1 0,-1 0,1 0,-1 0,1 0,-1 0,1 0,-1 0,0 0,1 0,-1 0,1 1,0-1,-1 0,1 0,-1 1,1-1,-1 0,1 1,-1-1,1 0,0 1,-1-1,1 1,0-1,-1 0,1 1,0-1,0 1,-1-1,-2 3,-1-1,0 1,1-1,0 1,0 0,0 0,0 0,0 1,0-1,1 1,0 0,0-1,0 1,0 0,0 0,1 0,0 0,0 1,0-1,0 0,0 0,1 1,0-1,0 0,0 1,1-1,-1 0,1 1,0-1,0 0,1 0,-1 0,1 0,0 0,0 0,0 0,1-1,-1 1,1-1,0 0,0 0,0 0,0 0,0 0,1 0,-1-1,2 1,1 0,0-1,1-1,-1 1,0-1,1 0,-1 0,0 0,1-1,-1 0,1-1,-1 1,1-1,-1 0,0-1,1 0,-1 0,0 0,0-1,-1 1,1-2,0 1,1-2,3-2,0-2,0 1,-1-1,0-1,0 1,-1-1,0-1,-1 0,-1 0,6-11,13-41,-3-1,-3-1,-2-1,-4-1,5-62,-3 22,-6 0,-3-84,-6 190,0-9,0 1,-1-1,0 0,0 1,-1-1,0 1,-1-1,-3-7,6 16,-1 0,-1 0,1 0,0 0,0 0,0 0,0 0,-1 0,1 1,0-1,-1 0,1 1,-1-1,1 1,-1-1,1 1,-1 0,1 0,-1 0,1 0,-1 0,1 0,-1 0,1 0,-1 0,1 1,-1-1,1 1,0-1,-1 1,1 0,-1-1,1 1,0 0,0 0,0 0,-1 0,1 0,0 0,0 0,0 0,0 1,1-1,-1 0,0 0,0 1,1-1,-1 1,1-1,-1 0,1 2,-16 25,1 1,2 1,1 0,1 0,2 1,1 1,1-1,2 1,1 0,1 11,0 13,3 1,2-1,2 1,3-1,2 0,3-1,2 0,2-1,11 19,-23-58,2-1,0 1,1-1,0-1,1 1,0-1,1-1,1 0,0 0,1-1,5 5,-13-14,0 0,0 0,0 0,0-1,0 0,0 1,0-1,0 0,0-1,1 1,-1 0,0-1,1 0,-1 0,0 0,1 0,-1 0,0-1,1 0,-1 1,0-1,0 0,0-1,0 1,0 0,0-1,0 0,0 0,0 0,-1 0,3-2,4-4,1-2,-1 0,-1 0,0 0,0-1,-1 0,3-6,-2 3,0-1,-1 0,-1-1,0 1,-1-1,2-11,-7 27,-1 1,1-1,0 0,-1 0,1 0,0-1,-1 1,1 0,0 0,-1 0,1 0,0 0,0 0,-1 0,1 0,0-1,0 1,-1 0,1 0,0 0,0-1,-1 1,1 0,0 0,0-1,0 1,-1 0,1 0,0-1,0 1,0 0,0-1,0 1,0 0,0 0,0-1,-1 1,1 0,0-1,0 1,0 0,1-1,-1 1,0 0,0-1,0 1,0 0,0 0,0-1,0 1,0 0,-16 25,11-18,1 1,0-1,0 1,1 0,0 0,0 1,1-1,0 1,1-1,0 1,0 0,1 0,0-1,0 1,1 0,0-1,0 1,1-1,0 1,1-1,0 0,0 1,1-2,0 1,1 0,-1-1,1 0,1 0,-1 0,1-1,0 1,6 3,24 9,-1-5</inkml:trace>
  <inkml:trace contextRef="#ctx0" brushRef="#br0" timeOffset="32">9505 1159,'-16'-5,"-9"-1,-4 0,2 1,3 0,0-3,3-1,5 1</inkml:trace>
  <inkml:trace contextRef="#ctx0" brushRef="#br0" timeOffset="33">8863 878,'16'-2,"19"-1,22 0,19 3,15 3,5 4,-1 3,-18 0</inkml:trace>
  <inkml:trace contextRef="#ctx0" brushRef="#br0" timeOffset="34">9612 1198,'-4'18,"-5"14,-2 9,1 5,1 4,3 0,2-4,5-5,5-7,6-10,1-11,0-7</inkml:trace>
  <inkml:trace contextRef="#ctx0" brushRef="#br0" timeOffset="35">9653 865,'-16'-9,"-8"1,-4 5,3 2</inkml:trace>
  <inkml:trace contextRef="#ctx0" brushRef="#br0" timeOffset="36">6899 2548,'-2'14,"8"-17,9-23,-4-4,-2 0,0-1,-2-1,-2 1,-1-1,-1 0,-1 0,-3-11,1 40,1-1,-1 1,0-1,0 1,0-1,-1 1,1 0,-1-1,1 1,-1-1,0 1,-1 0,1 0,0-1,-1 1,0 0,0 0,-1-1,1 4,0 0,0 1,0-1,0 1,0-1,0 1,0 0,0 0,1 0,-1 0,0 0,1 0,-1 0,1 0,-1 1,1-1,-1 1,1-1,0 1,0 0,0-1,0 1,0 0,0 0,0 0,1 0,-1-1,1 1,-1 0,1 0,0 0,-1 2,0-2,0 1,0 0,1 0,-1 0,0 0,1 0,0 0,0 0,0 0,0 0,0 0,0 0,1 0,0-1,-1 1,1 0,0 0,1 0,-1-1,0 1,1 0,-1-1,1 1,0-1,0 0,0 0,0 1,0-1,0-1,1 1,0 0,10 4,0-1,0-1,0 0,1-1,-1 0,1-1,0-1,0 0,0-1,0 0,0-1,-1-1,1 0,0-1,7-3,96-33,-100 33,-19 25,-17 19,2 1,1 0,2 1,2 0,2 2,1-1,1 11,-3 229,11-225,-8 24,7-78,0 1,0 0,1-1,-2 1,1-1,0 0,0 1,-1-1,0 0,1 0,-1 0,0 0,0 0,0 0,0-1,0 1,0-1,-1 1,1-1,0 0,-1 0,1 0,-1 0,1 0,-1 0,0-1,1 0,-1 1,-3-1,0 0,0-1,1 0,-1 0,0 0,1-1,-1 1,1-1,-1-1,1 1,0-1,0 0,0 0,0 0,1-1,-1 0,1 0,-2-2,-64-84,63 79,1-1,0 1,1-1,0 0,1 0,0-1,1 1,1-1,0 0,0 0,1-5,2 15,0 0,0 1,0 0,1-1,-1 1,1 0,-1 0,1-1,0 1,0 0,0 1,0-1,0 0,0 1,1-1,-1 1,0 0,1-1,-1 1,1 0,0 1,-1-1,1 0,0 1,-1-1,1 1,0 0,-1 0,1 0,0 0,0 1,-1-1,2 1,1-1,133-2,-93 2</inkml:trace>
  <inkml:trace contextRef="#ctx0" brushRef="#br0" timeOffset="37">7380 2870,'9'-19,"5"-9,3-8,0 0,1 4,-4 6,-4 8,-4 13,-2 14,-3 14,-1 13,0 11,-1 7,0 3,1-1,2-6,0-8,1-13</inkml:trace>
  <inkml:trace contextRef="#ctx0" brushRef="#br0" timeOffset="38">7968 2389,'0'13,"-5"17,-3 16,-3 14,-2 8,2 7,2 1,5-3,6-7,6-12,5-14,0-13</inkml:trace>
  <inkml:trace contextRef="#ctx0" brushRef="#br0" timeOffset="39">8369 2402,'-287'214,"103"-62,183-152,1 0,-1 0,0 0,0 1,0-1,0 0,1 1,-1-1,0 1,0-1,1 1,-1-1,0 1,1 0,-1-1,1 1,-1 0,1 0,-1-1,1 1,-1 0,1 0,0-1,-1 1,1 0,0 0,0 0,0 0,0 0,-1-1,1 1,0 0,1 0,-1 0,0 0,0 0,0 0,0-1,1 1,-1 0,0 0,1 0,-1-1,1 1,-1 0,1 0,-1-1,1 1,-1 0,1-1,0 1,-1-1,1 1,0-1,-1 1,1-1,0 1,0-1,0 0,0 1,0-1,165 1,-155-3,0 1,0 0,0 1,0 1,0 0,0 0,0 1,0 0,0 1,0 0,-1 1,0 0,0 1,0 0,0 0,-1 1,1 0,-1 1,-1 0,0 1,5 4,4 16,-4-3</inkml:trace>
  <inkml:trace contextRef="#ctx0" brushRef="#br0" timeOffset="40">8449 3057,'0'-18,"-1"-15,1 0,1 0,2 0,1 0,2 0,1 1,9-26,-5 37,-11 20,0 1,0 0,0-1,0 1,0 0,0 0,0-1,0 1,0 0,1-1,-1 1,0 0,0-1,0 1,0 0,0 0,1-1,-1 1,0 0,0 0,1 0,-1-1,0 1,0 0,1 0,-1 0,0 0,0-1,1 1,-1 0,0 0,1 0,-1 0,0 0,1 0,-1 0,0 0,0 0,1 0,-1 0,0 0,1 0,-1 0,0 0,1 0,-1 0,0 1,0-1,1 0,-1 0,0 0,0 0,1 1,-1-1,0 0,0 0,1 0,-1 1,0-1,0 0,0 0,0 1,1-1,-1 0,0 1,6 90,-7-69,0-1,-2 70,3-1,8 45,-1-80</inkml:trace>
  <inkml:trace contextRef="#ctx0" brushRef="#br0" timeOffset="41">9091 2202,'-2'18,"-1"15,0 11,0 7,4 4,1 4,0-8</inkml:trace>
  <inkml:trace contextRef="#ctx0" brushRef="#br0" timeOffset="42">8877 3378,'0'16,"0"12,0 8,0 4,0 3,0-1,0-4,0-4,0-7</inkml:trace>
  <inkml:trace contextRef="#ctx0" brushRef="#br0" timeOffset="43">8904 4421,'-5'16,"-1"9,0 6,1 2,2-1,1-5</inkml:trace>
  <inkml:trace contextRef="#ctx0" brushRef="#br0" timeOffset="44">8797 5156,'-5'13,"-1"12,1 6,0 2,4 3,6-1,6-1,-1-7</inkml:trace>
  <inkml:trace contextRef="#ctx0" brushRef="#br0" timeOffset="45">8824 6132,'-2'16,"-2"12,1 8,1 7,0 3,3 0,2 0,2-2,1-1,-2-8</inkml:trace>
  <inkml:trace contextRef="#ctx0" brushRef="#br0" timeOffset="46">8850 7040,'-4'21,"-2"13,0 10,-1 5,1 0,1 1,1-1,2-4,1-3,0-9</inkml:trace>
  <inkml:trace contextRef="#ctx0" brushRef="#br0" timeOffset="47">8810 8164,'-9'20,"-6"14,1 8,2 3,3 2,3-1,3-2,1-8</inkml:trace>
  <inkml:trace contextRef="#ctx0" brushRef="#br0" timeOffset="48">8623 9033,'-2'14,"-4"10,1 12,0 5,1 6,3 3,5 3,6-2,3-1,0-11</inkml:trace>
  <inkml:trace contextRef="#ctx0" brushRef="#br0" timeOffset="49">8784 10102,'0'21,"0"15,0 9,0 5,0 2,2 1,3 0,3-2,1 2,-3-8</inkml:trace>
  <inkml:trace contextRef="#ctx0" brushRef="#br0" timeOffset="50">8850 11225,'-2'16,"-3"14,-1 9,1 7,1 3,1-1,4-1,1-5,3-2,0-7</inkml:trace>
  <inkml:trace contextRef="#ctx0" brushRef="#br0" timeOffset="51">8863 12134,'-6'19,"-6"11,-2 12,-1 4,2 1,3-2,4-5,2-2,2-5,2-9</inkml:trace>
  <inkml:trace contextRef="#ctx0" brushRef="#br0" timeOffset="52">8797 12802,'-3'19,"0"9,3 6,1-3</inkml:trace>
  <inkml:trace contextRef="#ctx0" brushRef="#br0" timeOffset="53">8971 13377,'0'14,"2"4,3-1,3-5,0-5</inkml:trace>
  <inkml:trace contextRef="#ctx0" brushRef="#br0" timeOffset="54">9638 2776,'-4'-30,"8"-19,3-10,-2-1,-4 0,-2 1,-2-1,-5-10,7 64,1 1,-1 0,0 1,0-1,0 0,0 0,-1 0,0 1,0-1,0 1,-1-1,0 1,-2-3,5 7,-1-1,1 1,-1 0,1 0,0 0,-1 0,1 0,-1 0,1 0,-1 0,1 0,0 0,-1 0,1 0,-1 0,1 0,0 1,-1-1,1 0,-1 0,1 0,0 1,-1-1,1 0,0 0,-1 1,1-1,0 0,-1 1,1-1,0 0,0 1,-1-1,1 0,0 1,0-1,0 1,0-1,0 0,-1 1,1-1,0 1,0-1,0 1,0-1,0 0,0 1,0-1,0 1,1-1,-1 1,0-1,0 0,0 1,0-1,0 1,1-1,-1 0,0 1,1-1,2 6,0 0,1 0,0-1,0 1,1-1,-1 0,1 0,0-1,1 0,-1 0,1 0,-1 0,1-1,0 0,1 0,-1 0,0-1,1 0,0-1,-1 1,1-1,1 0,205 33,-211-32,0-1,0 1,0 0,0-1,0 1,0 0,0 1,-1-1,1 0,-1 0,0 1,1-1,-1 1,0-1,0 1,-1-1,1 1,0-1,-1 1,0 0,0 0,0-1,0 1,0 0,0-1,0 1,-1 0,0-1,1 1,-1-1,0 1,-1 0,0 19,-4 115,-3 9,9 71,0-29,0-180,1 5,-1-1,0 0,0 1,-1-1,-1 0,0 0,-1 0,0 0,-1 0,0 0,-1-1,0 0,-1 0,-4 5,8-13,-1-1,0 1,0-1,0 0,0 0,0 0,0 0,0-1,-1 0,1 1,-1-1,1 0,-1 0,1-1,-1 1,0-1,1 0,-1 0,0 0,1 0,-1-1,0 1,1-1,-1 0,1 0,-1-1,1 1,0 0,-4-3,-3-1,1-1,-1 0,1-1,0 0,0-1,1 0,0 0,1 0,-1-2,-2-2,0-1,1 0,1-1,0 0,0 0,2-1,0 0,0 0,2-1,-1 1,2-1,0 0,2 0,-1-5,3 17,-1 0,1 0,0 0,0 0,1 1,-1-1,1 0,0 0,0 1,0 0,0-1,1 1,-1 0,1 0,0 0,0 0,0 0,0 1,0 0,1-1,-1 1,1 0,3-1,94-31,-84 30,189-33,-168 34</inkml:trace>
  <inkml:trace contextRef="#ctx0" brushRef="#br0" timeOffset="55">10280 2910,'-5'2,"0"1,0-1,0 1,1 0,-1 1,1-1,0 1,0-1,0 1,0 1,1-1,-1 0,1 1,0 0,1-1,-1 1,1 1,0-1,0 0,0 0,1 1,0-1,0 1,0-1,1 1,0-1,0 1,0-1,1 1,0-1,0 1,0-1,1 0,1 5,0-3,0 0,1 0,-1 0,2-1,-1 1,1-1,0 0,0 0,0-1,1 1,0-1,0 0,1-1,-1 0,1 0,0 0,0-1,0 0,0 0,1 0,-1-1,1-1,0 1,-1-1,1 0,0-1,0 0,-1 0,1-1,4 0,-9 0,0 0,0-1,0 1,-1-1,1 1,0-1,-1 0,1 0,-1 0,0 0,0 0,0-1,0 1,0-1,0 1,0-1,-1 0,0 1,1-1,-1 0,0 0,0 0,0 0,-1 0,1 0,-1-3,-8-82,7 82,-1-1,0 1,0 0,-1 0,1 1,-1-1,-1 1,1-1,-1 1,0 0,0 0,0 0,-1 1,1 0,-1 0,0 0,-1 0,1 1,-1 0,1 0,-1 0,0 1,0-1,0 2,0-1,-1 1,1 0,0 0,-1 0,1 1,0 0,-1 0,1 1,-1 0,1 0,0 0,0 1,0 0,-6 3,7-3,0 1,1 0,-1 0,0 1,1-1,0 1,0 0,0 0,0 0,0 1,1-1,0 1,0 0,0 0,1 0,0 0,0 1,0-1,0 0,1 1,0 0,0-1,1 1,-1 0,1 4,6 20</inkml:trace>
  <inkml:trace contextRef="#ctx0" brushRef="#br0" timeOffset="56">10762 2402,'-9'20,"-3"19,0 13,3 12,3 7,1 4,3 1,1-3,1-8,1-9,-1-13,1-13</inkml:trace>
  <inkml:trace contextRef="#ctx0" brushRef="#br0" timeOffset="57">11003 2455,'-48'46,"3"2,-28 37,-1 2,-4 5,76-88,1-1,0 1,0 0,0 0,0 0,1 0,-1 0,1 0,0 0,0 0,1 0,-1 0,1 0,0 0,0 0,0 0,0 0,1-1,0 1,-1 0,1-1,1 1,-1-1,0 0,1 0,0 0,0 0,2 2,6 9,-1 2,1-1,0-1,2 1,-1-2,2 0,0-1,0 0,1-1,0 0,1-2,0 1,1-2,0 0,0-2,13 4,-1-4</inkml:trace>
  <inkml:trace contextRef="#ctx0" brushRef="#br0" timeOffset="58">11110 3043,'-1'4,"-1"-1,1 0,1 1,-1-1,0 1,1-1,0 1,0-1,0 1,0-1,0 1,1-1,0 1,0-1,0 0,0 1,0-1,0 0,1 0,0 0,-1 0,1 0,0 0,1 0,-1-1,0 1,1-1,0 1,-1-1,1 0,0 0,0 0,0-1,0 1,1-1,-1 1,0-1,1 0,1 1,1 0,0-1,0 0,0 0,0 0,1 0,-1-1,0 0,0-1,0 1,0-1,0 0,0 0,0-1,0 0,0 0,-1-1,1 1,-1-1,1 0,3-3,-4-1,0 1,0-1,-1 0,0 0,0-1,0 1,-1-1,-1 0,1 0,-1 1,0-2,-1 1,0 0,0 0,-1 0,0-1,0 1,-1 0,0 0,-1 0,0 0,0 0,0 0,-1 0,-1-1,1 4,0-1,-1 1,0-1,0 1,0 0,-1 1,1-1,-1 1,0 0,0 0,-1 0,1 1,-1 0,0 0,0 0,0 1,0-1,0 2,-1-1,1 1,0 0,-1 0,1 0,-1 1,1 0,-1 1,1-1,-1 1,1 1,-3-1,1 0,0 1,-1 0,1 0,0 1,1 0,-1 1,0-1,1 2,0-1,0 1,0 0,1 0,-1 1,1 0,1 0,-1 0,1 1,0 0,0 0,1 0,-1 2,-2 21,8-4</inkml:trace>
  <inkml:trace contextRef="#ctx0" brushRef="#br0" timeOffset="59">11430 209,'1'442,"5"-347,5-1,4 0,7 15,14 85,-14-55,-6 1,-6 0,-6 1,-9 42,-7-12,7-1,9 34,0-109,-3 1,-7 34,-5 54,7-1,9 5,1-104,-4 1,-3-1,-5 1,-15 76,7-89,2 1,4 0,3 0,4 56,39 593,-31 208,-2-792,14 220,50 228,-48-388,4 24,-7 98,-18-101,-4-28,9 1,8 0,8-2,24 82,-1-94,-9 1,-7 2,-7 18,-12 548,-3-545,-3-46,7 0,19 92,25-6,-28-132,-3 1,4 92,-17 273,-1 111,-3-438,22 122,-27-260,0-7,-1 1,0 0,1-1,0 1,0-1,0 1,1-1,-1 1,1-1,0 0,1 1,-1-1,2 1,9-5,-8-5</inkml:trace>
  <inkml:trace contextRef="#ctx0" brushRef="#br0" timeOffset="60">12219 811,'-12'-4,"-1"0,0 1,1 0,-1 1,-1 1,1 0,0 1,0 0,0 1,0 0,0 1,0 1,0 0,0 1,1 0,0 1,-1 0,2 1,-1 0,1 1,0 0,0 1,1 0,-9 9,15-11,1 0,-1-1,1 2,0-1,0 0,1 1,0-1,0 1,1 0,-1-1,1 1,1 0,-1 0,1 0,1 0,-1 0,1 0,0-1,1 1,-1 0,2 0,-1-1,0 0,1 1,1-1,-1 0,1 0,0-1,0 1,0-1,1 0,0 0,0 0,4 2,92 81,-79-71,-1 0,0 1,-2 1,0 1,-1 1,16 22,-33-41,1 0,-1 0,0 0,1 0,-1 1,0-1,0 0,-1 0,1 1,0-1,-1 0,1 1,-1-1,0 1,0-1,0 1,0-1,0 0,0 1,-1-1,1 1,-1-1,1 0,-1 1,0-1,0 0,0 0,-1 0,1 0,0 0,-1 0,1 0,-1 0,0 0,0-1,1 1,-1-1,-1 2,-11 3,1 1,-1-1,0-1,-1-1,1 0,-1-1,0 0,0-1,0-1,0 0,0-1,0-1,-9-2,-27-15,50 17,0 0,0 1,0-1,0 0,0 0,0 0,0 0,0 0,0 0,0 0,1 0,-1 0,1 0,-1 0,0-1,1 1,0 0,-1 0,1-1,0 1,0 0,-1 0,1-1,0 1,0 0,1-1,-1 1,0 0,0-1,1 1,-1 0,0 0,1 0,-1-1,1 1,0 0,-1 0,1 0,0 0,0 0,18-19,4 0</inkml:trace>
  <inkml:trace contextRef="#ctx0" brushRef="#br0" timeOffset="61">12406 865,'0'-9,"0"1,0 9,-4 14,-5 13,-2 13,1 13,1 9,1 5,1 0,2-2,2-4,4-7,1-7,3-8,1-10,-1-14,-2-10</inkml:trace>
  <inkml:trace contextRef="#ctx0" brushRef="#br0" timeOffset="62">12166 1132,'122'5,"105"19,-30-2,-168-19,-22 2,-24 1,12-5,-9 1,1 1,-1 1,1 0,0 1,1 0,-1 1,1 0,0 1,0 1,1-1,0 2,1 0,0 0,0 1,1 0,0 1,0-1,2 2,-1-1,-5 13,12-21,0 0,0 1,1-1,-1 1,1-1,0 1,-1 0,2-1,-1 1,0-1,1 1,-1-1,1 1,0-1,0 0,1 1,-1-1,1 0,-1 0,1 0,0 0,0 0,1 0,-1 0,0-1,1 1,0-1,-1 0,1 0,0 0,0 0,0 0,1 0,-1-1,0 0,1 0,-1 0,0 0,1 0,-1 0,1-1,0 0,1 0,1 0,1 0,-1-1,0 0,1 0,-1-1,0 1,0-1,0-1,0 1,0-1,-1 0,1 0,-1-1,1 1,-1-1,-1-1,1 1,0-1,-1 1,0-1,0 0,-1-1,1 1,-1-1,0 0,-1 1,1-1,-1 0,0-1,-1 0,0 24,1 1,0-1,1 0,1 0,1 0,0 0,2 1,34 44,-39-60,-1-1,1 1,-1-1,1 1,-1-1,1 0,0 0,0 1,0-1,0-1,-1 1,1 0,0 0,1-1,-1 1,0-1,0 1,0-1,0 0,0 0,0 0,0 0,0-1,1 1,-1 0,0-1,0 0,0 1,0-1,0 0,0 0,-1 0,2 0,6-8,-1-1,0 1,-1-1,0 0,0-1,-1 0,-1 0,0 0,0-1,-1 0,0 1,0-8,33-161,-37 178,0 0,0 0,0 1,1-1,-1 0,0 0,1 1,0-1,-1 1,1-1,0 0,0 1,0-1,0 1,0 0,0-1,1 1,-1 0,0 0,1-1,-1 1,0 0,1 1,0-1,-1 0,1 0,-1 1,1-1,0 0,0 1,-1 0,1-1,0 1,0 0,-1 0,1 0,0 0,0 0,1 1,8 0,0 0,1 1,-1 1,0 0,0 0,-1 1,1 0,-1 1,0 0,0 1,0 0,-1 1,0-1,0 2,1 1,-7-3,0 1,-1 0,0-1,0 1,0 0,-1 0,0 0,0 0,-1 0,0 0,0 0,-1 0,0 0,0 0,0 0,-1 0,0 0,-1-1,1 1,-1-1,-4 6,-7 33,11-40,1 0,1 0,-1 0,1 1,-1-1,2 0,-1 1,0-1,1 1,0-1,1 1,-1-1,1 1,0-1,0 1,1-1,-1 0,1 1,1-1,-1 0,1-1,-1 1,1 0,1-1,-1 1,1-1,0 0,2 2,4-1,0-1,-1-1,1 1,1-2,-1 1,0-1,1-1,-1 0,1 0,-1-1,1-1,-1 0,1 0,-1-1,0 0,0-1,0 0,0 0,0-1,0-1,-1 0,2-1,-1-1,-1-1,-1 0,1 0,-1-1,-1 0,0 0,0 0,-1-1,0 0,0-1,-1 1,-1-1,0 0,0 0,-1-1,-1 1,0-1,0 1,-1-1,-1 1,0-1,0-2,0 12,1 1,-1 0,1-1,-1 1,0-1,1 1,-1-1,0 1,0 0,0-1,0 1,0-1,-1 1,1-1,0 1,-1 0,1-1,-1 1,1 0,-1-1,0 1,1 0,-1 0,0 0,0-1,0 1,0 0,0 0,0 0,0 0,0 1,0-1,-1 0,1 0,0 1,0-1,-1 1,1-1,0 1,-1-1,1 1,-1 0,1 0,-1 0,1 0,0 0,-1 0,0 0,-2 4,0 0,1 0,-1 1,1 0,-1-1,1 1,1 0,-1 1,1-1,0 0,0 1,0-1,1 1,0-1,0 1,1 0,-1 0,1-1,0 1,1 0,0 3,1 5,1 0,1 0,0-1,0 1,2-1,0 0,0 0,1-1,1 1,0-2,0 1,1-1,1-1,0 1,6 4,25 22</inkml:trace>
  <inkml:trace contextRef="#ctx0" brushRef="#br0" timeOffset="63">12125 2028,'93'254,"-89"-245,-1 0,0 1,1-1,0 0,1 0,0 0,0-1,1 0,0 0,0 0,1-1,0 0,0 0,1-1,3 2,-10-8,0 1,0-1,0 1,0-1,0 0,1 0,-1 0,0 1,0-1,1 0,-1-1,0 1,0 0,0 0,1 0,-1-1,0 1,0-1,0 1,0-1,0 1,0-1,0 0,0 1,0-1,0 0,0 0,0 0,0 0,-1 0,1 1,0-2,-1 1,1 0,0 0,-1 0,0 0,1 0,-1-1,14-49,-7-130,-8 94,0 85,1-1,-1 1,1 0,0-1,0 1,-1-1,1 1,1 0,-1-1,0 1,1 0,-1-1,1 1,0 0,-1-1,1 1,0 0,0 0,1 0,-1 0,0 0,1 0,-1 0,1 0,0 1,0-1,-1 0,1 1,0 0,0-1,0 1,1 0,-1 0,0 0,0 0,1 1,-1-1,0 1,1-1,-1 1,0 0,1 0,1 0,16 7,-2 1</inkml:trace>
  <inkml:trace contextRef="#ctx0" brushRef="#br0" timeOffset="64">12660 2174,'-2'16,"-1"12,0 6,1 2,0 1,3-3,2-3,2-7,2-7,1-6</inkml:trace>
  <inkml:trace contextRef="#ctx0" brushRef="#br0" timeOffset="65">12621 1947,'2'9,"10"8,12 3,11 0,0-3</inkml:trace>
  <inkml:trace contextRef="#ctx0" brushRef="#br0" timeOffset="66">13021 2215,'-2'16,"-1"9,0 6,0 2,2-1,2-3,6-4,4-4,2-6,0-5</inkml:trace>
  <inkml:trace contextRef="#ctx0" brushRef="#br0" timeOffset="67">12994 1947,'-9'-4,"-3"2,3 11,9 12,13 10,9 9,2-2</inkml:trace>
  <inkml:trace contextRef="#ctx0" brushRef="#br0" timeOffset="68">13275 2415,'28'-89,"-4"-1,-4-1,-4 0,3-91,-19 117,0 65,0 0,0 1,0-1,0 0,0 1,0-1,-1 0,1 1,0-1,0 0,0 1,0-1,0 0,-1 1,1-1,0 0,0 1,-1-1,1 0,0 0,-1 0,1 1,0-1,0 0,-1 0,1 0,0 1,-1-1,1 0,0 0,-1 0,1 0,-1 0,1 0,0 0,-1 0,1 0,0 0,-1 0,1 0,0 0,-1 0,1 0,-1 0,1-1,0 1,-1 0,1 0,0 0,0-1,-1 1,1 0,0 0,-1-1,1 1,0 0,0 0,0-1,-1 1,1 0,0-1,0 1,0 0,0-1,-1 1,1 0,0-1,-12 22,1 0,1 1,1 0,1 0,1 1,1 0,-1 8,1-14,1 1,1 0,0-1,2 1,0 1,1-1,0 0,2 0,0 0,1 1,1-1,0-1,2 1,0 0,1-1,1 0,0 0,1-1,1 0,0-1,2 1,-1-2,6 6,-8-12,0 0,1 0,0-1,0 0,1-1,-1 0,1 0,1-1,-1 0,1-1,0 0,0-1,0 0,0-1,1 0,6 0,2-6</inkml:trace>
  <inkml:trace contextRef="#ctx0" brushRef="#br0" timeOffset="69">13329 2095,'7'-3,"13"0,20 0,18 0,18 2,10 2,1 2,-7-1,-15 3,-19 0</inkml:trace>
  <inkml:trace contextRef="#ctx0" brushRef="#br0" timeOffset="70">12312 3110,'-14'5,"-1"0,1 0,0 2,0 0,1 0,0 1,0 1,0 0,2 1,-1 0,1 1,1 0,-1 1,-4 9,-1-3,2 1,0 1,1 0,2 1,0 0,1 1,1 0,1 0,0 1,-1 13,8-33,0-1,0 1,1 0,-1-1,0 1,1 0,0 0,-1 0,1-1,0 1,1 0,-1 0,0 0,1-1,0 1,-1 0,1-1,0 1,0 0,1-1,-1 1,0-1,1 0,0 1,-1-1,1 0,0 0,0 0,0 0,1-1,-1 1,0 0,1-1,-1 1,1-1,-1 0,1 0,-1 0,1 0,0-1,0 1,-1-1,1 1,0-1,2 0,10-4,-1 0,1-1,-1-1,0 0,-1 0,0-2,0 0,0 0,-1-1,0 0,-1-1,0-1,5-7,2 0,-2-2,0 0,-1-1,-1 0,-1-1,-1-1,-1 0,-1 0,-1-1,-1 0,-2-1,0 0,-1 0,-2 0,0-1,-2 1,-1-21,0 42,0-1,0 1,0-1,0 1,-1 0,0 0,0-1,0 1,0 0,-1 0,1 0,-1 0,0 0,-1 0,1 1,0-1,-1 1,0-1,0 1,0 0,0 0,-1 1,1-1,-1 0,1 1,-1 0,0 0,0 0,0 1,0-1,0 1,0 0,-1 0,0 1,-1 0,1 1,0-1,-1 1,1 1,0-1,0 1,0 0,0 0,0 0,0 0,1 1,-1 0,1 0,0 1,0-1,0 1,0-1,0 1,1 1,0-1,0 0,-2 5,-3 4,1 1,0-1,1 2,1-1,0 0,1 1,-2 14,3-5,2 0,0-1,1 1,1-1,1 1,2-1,0 1,1-1,1 0,9 18,13 29,4-2,31 48,-34-67,-17-32</inkml:trace>
  <inkml:trace contextRef="#ctx0" brushRef="#br0" timeOffset="71">12540 3659,'18'-48,"68"-155,-71 192,-11 39,-5 73,8 99,-3-179,1-7</inkml:trace>
  <inkml:trace contextRef="#ctx0" brushRef="#br0" timeOffset="72">12621 2896,'11'2,"13"2,12-1,8-1,4 0,2-1,-2-1,-4-2,-7-1,-8-2,-10-3,-8 0</inkml:trace>
  <inkml:trace contextRef="#ctx0" brushRef="#br0" timeOffset="73">12821 2670,'-3'15,"0"18,3 11,1 8,0 4,0 1,0 1,-2-4,-4-3,-1-4,2-5,0-10</inkml:trace>
  <inkml:trace contextRef="#ctx0" brushRef="#br0" timeOffset="74">13409 3177,'-10'2,"1"1,-1 0,1 1,0-1,0 2,1-1,-1 2,1-1,0 1,0 0,1 0,0 1,0 0,0 1,1-1,0 1,1 0,-1 1,2 0,-4 7,-3 3,2 0,0 0,1 1,1 0,1 1,1 0,0-1,2 2,0-1,1 13,2-31,0 0,-1 0,1 0,0-1,0 1,1 0,-1 0,1 0,-1 0,1 0,0 0,0-1,0 1,0 0,1-1,-1 1,1-1,0 1,-1-1,1 0,0 0,0 1,1-2,-1 1,0 0,1 0,-1-1,1 1,-1-1,1 0,0 0,-1 0,1 0,0 0,0 0,0-1,0 1,0-1,1 0,7-2,0-1,0 0,0-1,0 0,-1 0,1-1,-1-1,-1 0,1 0,-1-1,0 0,0 0,-1-1,0 0,0-1,-1 0,0 0,-1 0,5-9,2-4,0-1,-1-1,-2 0,0-1,-2 0,0 0,-2-1,-1 1,-1-2,-1 1,-2 0,0 0,-2-14,-1 27,0 0,0 1,-1 0,0-1,-1 1,-1 0,0 1,-6-11,9 18,0 0,-1 0,0 0,1 0,-1 1,0-1,-1 1,1 0,0 0,-1 0,0 1,0-1,0 1,0 0,0 0,0 0,0 0,-1 1,1 0,-1 0,1 0,-1 0,1 1,-1 0,1 0,-2 0,2 1,0 0,-1 0,1 0,0 0,0 1,0 0,0 0,1 0,-1 0,0 0,1 1,0 0,-1-1,1 1,0 1,1-1,-1 0,0 1,1-1,0 1,0 0,0 0,0 0,-1 3,-1 5,0 0,1 1,0-1,1 1,0 0,1 0,1 11,6 21,1 0,3 0,2-1,1 0,3-1,1-1,2 0,2-2,2 0,8 8,0 8,-31-55,1 1,0-1,0 1,0-1,1 1,-1-1,0 0,0 0,1 1,-1-1,1 0,-1 0,1 0,-1-1,1 1,0 0,-1-1,1 1,0-1,0 1,-1-1,1 0,0 1,0-1,0 0,-1-1,1 1,0 0,0 0,0-1,-1 1,1-1,0 1,-1-1,1 0,0 0,0 0,59-41,-56 37,68-59,-69 83,-4-14,0 1,0-1,1 1,-1-1,1 0,0 1,1-1,-1 0,1 0,0 0,0 0,1 0,0 0,-1-1,2 1,-1-1,0 0,1 0,0 0,0 0,0-1,0 0,0 1,1-1,4 2,0 0,0 0,0-1,0 0,1 0,-1-1,1 0,0-1,0 0,0-1,0 0,7 0,-13-1,0-1,0 1,0-1,0 1,0-1,-1 0,1-1,0 1,-1-1,1 1,-1-1,1 0,-1-1,0 1,0 0,0-1,0 0,0 1,-1-1,1 0,-1-1,0 1,0 0,0-1,0 1,1-4,1-3,-1 0,-1 0,1 0,-1-1,-1 1,0 0,-1-1,0 1,-1-8,1 14,0 1,0-1,-1 0,1 1,-1-1,0 0,0 1,0-1,-1 1,1 0,-1-1,0 1,0 0,0 0,0 0,-1 0,1 0,-1 1,0-1,0 1,0 0,0-1,0 1,0 1,0-1,-1 0,1 1,-1 0,1 0,-1 0,1 0,-1 0,0 1,1-1,-1 1,-3 0,-4 1,0 1,0-1,0 2,1 0,-1 0,1 0,0 2,0-1,0 1,0 1,1-1,0 2,0-1,1 1,-1 1,-3 4,-5 9</inkml:trace>
  <inkml:trace contextRef="#ctx0" brushRef="#br0" timeOffset="75">13662 2896,'23'2,"19"4,11 2,6 3,0-2,-4-1,-6-2,-10-3,-8-1,-11-2</inkml:trace>
  <inkml:trace contextRef="#ctx0" brushRef="#br0" timeOffset="76">13958 2749,'-14'21,"-5"17,2 17,5 10,8 5,6 3,5-5,1-14</inkml:trace>
  <inkml:trace contextRef="#ctx0" brushRef="#br0" timeOffset="77">14465 436,'18'156,"-3"24,-7 52,-7-169,2 1,3-1,3 1,12 41,19 41,-14-56,-3 1,-5 1,-3 0,-4 18,7 295,85 262,-85-463,-8 79,3-42,12 14,-13-133,2 95,-12 101,-2-97,7-95,6-1,10 29,12 111,-16-19,-3-26,21 74,53 254,-36-37,-30-272,-8 98,-9 681,-1-174,-34-196,2 151,-2-227,-12 150,54-565,-8-121,-2 0,-1 1,-2-1,-2 12,-8 70,8-118,1 0,0-1,0 1,0 0,0-1,0 1,1 0,-1-1,0 1,0 0,0-1,0 1,0 0,0-1,0 1,1 0,-1-1,0 1,0 0,0 0,1-1,-1 1,0 0,0 0,1 0,-1-1,0 1,1 0,-1 0,0 0,0 0,1-1,-1 1,0 0,1 0,-1 0,0 0,1 0,-1 0,0 0,1 0,-1 0,0 0,1 0,-1 0,0 0,1 1,-1-1,0 0,1 0,-1 0,0 0,1 0,-1 1,0-1,0 0,1 0,-1 1,0-1,0 0,1 0,-1 1,0-1,7-16</inkml:trace>
  <inkml:trace contextRef="#ctx0" brushRef="#br0" timeOffset="78">15628 3953,'471'26,"-119"-3,-155-18,81-13,-258 7,-8 2</inkml:trace>
  <inkml:trace contextRef="#ctx0" brushRef="#br0" timeOffset="79">15428 1466,'0'-11,"0"-2,0 8,0 17,0 19,-3 21,0 15,-2 12,0 6,0 3,2-3,0-6,2-11,1-11,-1-16</inkml:trace>
  <inkml:trace contextRef="#ctx0" brushRef="#br0" timeOffset="80">15521 2014,'22'2,"0"-1,0-1,0-1,0-1,-1-1,1-1,-1 0,1-2,-1-1,-1 0,1-2,-1 0,-1-1,16-11,-31 19,-1-1,0 0,0 0,1 1,-1-2,-1 1,1 0,-1-1,1 1,-1-1,0 0,0 0,0 0,-1 0,1 0,-1 0,0 0,-1 0,1 0,0-1,-1 1,0 0,0-1,-1 1,1 0,-1 0,0-1,0 1,-1-2,-1 4,-1 0,0 1,0-1,0 1,0 0,0 0,-1 0,1 1,0-1,0 1,-1 0,1 0,0 0,0 1,0 0,-1-1,1 2,0-1,0 0,0 1,0 0,1 0,-1 0,0 0,1 0,-1 1,1 0,-8 3,1 2,0-1,1 1,0 1,0 0,0 0,1 0,1 1,0 1,0-1,1 1,0 0,1 0,-1 4,3-9,1 0,0 0,1 1,-1-1,1 1,0-1,1 1,0-1,0 1,0 0,0-1,1 1,1-1,-1 1,1-1,0 0,0 1,1-1,0 0,0-1,0 1,1 0,-1-1,1 0,1 0,-1 0,3 2,2 0,0 0,1-1,-1 0,1 0,1-1,-1 0,1-1,2 1,36 9</inkml:trace>
  <inkml:trace contextRef="#ctx0" brushRef="#br0" timeOffset="81">16216 1854,'-21'-6,"0"1,-1 1,1 1,-1 1,0 1,0 0,0 2,-6 1,25-2,0 1,0-1,1 0,-1 1,0-1,1 1,-1 0,0 0,1 0,-1 0,1 0,-1 1,1-1,0 1,0 0,0-1,0 1,0 0,0 0,0 0,0 1,1-1,-1 0,1 1,0-1,-1 1,1-1,0 1,1-1,-1 1,0 0,1 0,0-1,-1 1,1 0,0 0,0-1,1 1,-1 0,1 0,-1-1,1 1,0 1,7 11,0-1,0 0,2 0,-1-1,2 0,0 0,0-2,1 1,1-1,5 3,11 11,44 54,-72-78,0 0,0 0,-1 0,1 0,0-1,-1 1,1 0,-1 0,1 1,-1-1,0 0,1 0,-1 0,0 0,0 0,0 0,0 0,0 1,0-1,0 0,0 0,0 0,0 0,-1 0,1 0,0 0,-1 0,1 1,-1-1,1 0,-1-1,0 1,1 0,-1 0,0 0,0 0,1 0,-1-1,0 1,0 0,0-1,0 1,0-1,0 1,0-1,0 1,0-1,0 0,-1 1,1-1,0 0,0 0,0 0,0 0,0 0,-4 1,1 0,0 0,0 0,-1-1,1 1,0-1,-1 0,1-1,0 1,-1-1,1 0,0 0,0 0,-1 0,1-1,0 0,3 1,1 0,-1-1,1 1,0-1,-1 1,1-1,0 1,0-1,0 1,0-1,0 1,0-1,0 1,0-1,1 1,-1-1,1 1,-1-1,1 1,-1-1,1 1,0 0,0-1,0 1,-1 0,1 0,0 0,1 0,-1 0,0 0,0 0,0 0,1 0,-1 0,-1 1,187-168,-131 116,-40 49,-16 25,0-20,-1 7,-4 18,1 0,2 0,0 0,2 0,1 0,1 0,2 0,0 0,2-1,13 10,-10-27</inkml:trace>
  <inkml:trace contextRef="#ctx0" brushRef="#br0" timeOffset="82">16430 1573,'-9'-11,"-3"2,3 11,9 13,13 13,7 12,1-2</inkml:trace>
  <inkml:trace contextRef="#ctx0" brushRef="#br0" timeOffset="83">16591 2161,'10'-20,"-1"0,-2-1,1-1,-2 1,-1-1,-1 0,-1 0,-1 0,0-1,-2 1,-1-13,2-17,-1 52,1 1,-1 0,0-1,1 1,-1-1,0 1,1-1,-1 1,1-1,-1 1,1-1,0 1,-1-1,1 1,-1-1,1 0,0 1,-1-1,1 0,0 0,-1 0,1 1,0-1,-1 0,1 0,0 0,-1 0,1 0,0 0,0 0,-1 0,1-1,0 1,-1 0,1 0,0 0,-1-1,1 1,0 0,-1-1,1 1,-1-1,1 1,-1-1,1 1,-1-1,1 1,-1-1,1 1,-1-1,0 0,1 1,-1-1,0 1,0-1,1 0,-1 0,0 1,0-1,0 0,0 1,0-1,0 0,0 1,0-1,0 0,0 0,0 1,0-1,-1 0,6 4,140 75,-142-77,0 0,-1 1,1-1,-1 1,1-1,-1 1,1 0,-1 0,0 1,0-1,0 0,0 1,-1-1,1 1,0-1,-1 1,0 0,0 0,0 0,0-1,0 1,0 0,-1 0,0 0,1 0,-1 1,0-1,0 0,-1 0,1 0,-1 0,1 0,-1 0,0 0,-27 56,22-50,0 1,1-1,1 1,-1 1,2-1,-1 0,1 1,1 0,0 0,1 0,0 0,0 0,1 7,2-13,0 0,0-1,1 1,-1-1,1 1,0-1,0 0,0 0,1-1,-1 1,1-1,0 1,0-1,0 0,1-1,-1 1,1-1,-1 0,1 0,0 0,0-1,0 1,0-1,0 0,0-1,0 1,0-1,0 0,0 0,0-1,0 0,0 1,0-2,0 1,0 0,0-1,-1 0,1 0,0-1,-1 1,0-1,1 0,7-7,-1 0,0 0,-1-1,0 0,0-1,-1 0,-1 0,0-1,0 0,-2-1,0 0,0 0,-1 0,-1 0,2-12,-1-19,-6 44,0 0,1 1,-1-1,0 1,0-1,0 1,1-1,-1 1,0 0,0-1,0 1,0 0,0 0,0 0,0-1,0 1,0 0,0 0,0 1,0-1,0 0,0 0,1 0,-1 1,0-1,0 0,0 1,0-1,0 1,0-1,1 1,-1-1,0 1,0-1,1 1,-1 0,0 0,1-1,-1 1,1 0,-1 0,1 0,-1-1,1 1,0 0,-1 0,1 0,-5 7,0 1,1-1,0 1,0-1,1 1,0 0,1 1,0-1,0 0,1 1,0-1,1 1,0-1,0 0,1 1,0-1,1 1,0-1,1 0,0 0,0 0,1 0,0-1,0 1,1-1,4 5,61 61,-37-50</inkml:trace>
  <inkml:trace contextRef="#ctx0" brushRef="#br0" timeOffset="84">15695 2655,'0'16,"4"13,7 9,10 8,10 3,10-2,4-5,4-7,-2-8,-2-7,-5-8,-6-11,-9-4</inkml:trace>
  <inkml:trace contextRef="#ctx0" brushRef="#br0" timeOffset="85">16243 2562,'-3'2,"-1"-1,1 0,-1 1,1-1,0 1,0 0,0 0,0 1,0-1,0 0,0 1,1 0,-1 0,1 0,0 0,0 0,-2 3,-11 21,1 2,1-1,2 2,0 0,2 0,2 0,0 1,2 1,2-1,-19 83,-32 65,35-123,2 1,3 0,-3 28,16-11,6-50</inkml:trace>
  <inkml:trace contextRef="#ctx0" brushRef="#br0" timeOffset="86">16243 3378,'-2'8,"1"1,-1-1,1 1,1-1,-1 1,1-1,1 1,0-1,0 1,1-1,0 0,0 0,1 1,0-1,0-1,1 1,0 0,0-1,1 0,0 0,0 0,1-1,0 0,0 0,0 0,1-1,0 0,0 0,0 0,1-1,-1 0,7 2,-7-5,0 1,0-1,0 0,1-1,-1 0,0 0,0 0,0-1,0 0,0 0,0-1,0 0,0 0,-1-1,1 1,-1-2,1 1,-1-1,0 0,-1 0,1 0,-1-1,1 0,-1 0,-1 0,1-1,-1 0,0 1,0-2,-1 1,0 0,0-1,0 1,1-6,1 1,-1 0,0-1,0 0,-1 0,0 0,-1 0,-1 0,0 0,-1 0,0-1,-1 1,0 0,0 0,-2-1,0 2,0-1,-1-2,2 12,1-1,0 1,-1-1,1 1,-1 0,0 0,0 0,0 0,0 0,0 0,0 1,0-1,0 1,-1-1,1 1,-1 0,1 0,-1 0,0 0,1 0,-1 1,0-1,1 1,-1 0,0-1,0 1,1 1,-1-1,0 0,0 1,-5 1,0 0,-1 1,1 0,0 1,1-1,-1 2,1-1,0 1,-4 2,-128 120,68-54</inkml:trace>
  <inkml:trace contextRef="#ctx0" brushRef="#br0" timeOffset="87">723 4848,'-4'1,"0"-1,1 1,0-1,-1 1,1 0,-1 0,1 1,0-1,0 1,0-1,0 1,0 0,0 0,0 1,0-1,1 0,-1 1,1 0,0-1,0 1,0 0,0 0,0 0,1 1,-1-1,1 0,0 1,0 0,-17 102,16-98,2 0,-1 0,1 0,0 0,1 0,0 0,0 0,1 0,0 0,0 0,1 0,0-1,1 0,-1 1,1-1,0 0,1-1,0 1,0-1,0 0,1 0,0-1,0 1,1-1,-1-1,1 1,4 1,-1-2,0-1,0 1,1-2,-1 0,1 0,-1 0,1-2,0 1,0-1,-1-1,1 0,0 0,-1-1,1-1,-1 0,0 0,1-1,-2 0,1-1,0 0,-1 0,0-1,5-5,-6 2,-1-1,0 0,-1 0,0 0,-1-1,0 0,0 0,-1-1,-1 1,0-1,-1 0,0 0,-1 0,0 0,0 0,-2 0,1 0,-2 0,1 1,-2-1,1 0,-2 1,0-1,0 1,-1 0,0 0,-1 1,0-1,-1 1,0 0,0 1,-1 0,0 0,-1 1,0 0,0 0,-1 1,0 1,0-1,-1 1,1 1,-1 0,-1 1,-4-2,7 3,-1 1,1 0,0 0,-1 1,0 0,1 1,-1 0,1 0,-1 1,0 0,1 1,0 0,-1 1,1 0,0 0,0 1,1 0,-1 0,1 1,0 0,0 1,0 0,1 0,0 0,0 1,0 0,1 1,0-1,1 1,0 0,0 1,-2 5,4-6,1 0,0 0,0 1,0-1,1 1,1 0,-1-1,1 1,1-1,0 1,0 0,0-1,1 1,1-1,-1 0,1 0,1 0,-1 0,2 0,-1-1,1 0,0 0,0 0,1 0,-1-1,2 0,3 3,28 20</inkml:trace>
  <inkml:trace contextRef="#ctx0" brushRef="#br0" timeOffset="88">1751 4848,'-3'9,"1"0,-1 0,2 0,-1 0,1 0,1 1,-1-1,2 0,-1 1,1-1,0 0,1 0,0 0,1 0,0 0,0-1,1 1,0-1,1 0,-1 0,2 0,-1-1,1 1,3 2,1-1,1-1,0-1,0 0,0-1,0 0,1 0,0-1,1-1,-1 0,1-1,-1 0,1-1,0 0,0-1,0-1,0 0,0 0,0-2,0 1,0-2,-1 0,1 0,-1-1,1 0,-1-2,-1 1,1-1,-1-1,0 0,0 0,-1-1,0-1,-1 0,1 0,-2 0,4-6,-6 8,-1 1,0-1,-1 0,0 0,0-1,0 1,-1-1,0 0,-1 0,0 0,0 0,0 0,-1 0,0 0,-1-1,0 1,0 0,-1-1,0 1,0 0,-1 0,0 0,-1 0,0 0,0 0,0 1,-1-1,0 1,-1 0,0 0,0 1,-3-5,-5 1,-1 1,0 0,0 1,-1 0,0 1,0 1,-1 0,0 2,1-1,-2 2,1 0,0 1,-1 0,1 2,-1 0,1 0,-1 2,1 0,0 1,-1 1,-10 3,19-5,0 0,0 1,0-1,0 2,0-1,1 1,-1 0,1 1,0-1,0 2,1-1,-1 1,1-1,0 2,1-1,0 1,0 0,0 0,1 0,0 1,0-1,1 1,0 0,0 0,1 0,0 1,0-1,1 0,0 1,1-1,-1 1,2-1,0 6,33 60,-14-46</inkml:trace>
  <inkml:trace contextRef="#ctx0" brushRef="#br0" timeOffset="89">0 6947,'31'-11,"-27"10,352 0,314-10,426-19,-1023 30,793-15,-222-13,605-45,-661 68,262-12,-761 12,947-48,-78 21,-51 20,425 12,27-54,-346 55,-187 40,106-37,-230 41,-151 15,-301-48,-117 0,42-1,-160-19,-19-1</inkml:trace>
  <inkml:trace contextRef="#ctx0" brushRef="#br0" timeOffset="90">829 5891,'-5'-2,"0"0,0 0,0 0,0 1,-1-1,1 1,0 1,-1-1,1 1,0 0,-1 0,1 0,0 1,-1 0,1 0,0 0,0 0,0 1,0 0,0 0,0 1,0-1,1 1,-1 0,1 0,-3 3,-4 8,1 0,0 1,1 0,1 0,0 1,1 0,1 0,0 1,1 0,1 0,1 0,-1 8,1-7,0 1,1-1,1 1,1-1,1 1,2 17,-2-29,1-1,-1 1,1 0,1-1,-1 1,1-1,0 1,0-1,1 0,0-1,0 1,0-1,1 1,0-1,0 0,0-1,0 1,1-1,5 3,-1-2,1-1,-1 0,1 0,-1-1,1 0,0-1,0 0,0-1,1 0,-1-1,0 0,0-1,0 0,0-1,0 0,0-1,0 0,0 0,-1-1,0-1,0 0,0 0,0-1,-1 0,0-1,0 0,-1 0,1-1,-2 0,1 0,-1-1,-1 0,1 0,-2-1,5-9,-5 3,-1 0,-1-1,-1 1,0-1,-1 0,-1 0,0 1,-2-1,1 0,-2 1,-1-1,0 1,-1 0,0 0,-1 1,-1 0,-1 0,0 0,-1 1,0 0,-1 0,-1 2,0-1,-4-2,6 6,1 1,-1 0,-1 0,1 1,-1 1,-1-1,1 2,-1-1,0 2,0-1,-3 1,9 2,1 1,-1 0,0 1,0-1,0 1,0 0,0 0,0 0,1 0,-1 1,0 0,0 0,0 1,1-1,-1 1,1 0,-1 0,1 0,0 1,0 0,0-1,0 2,0-1,1 0,-1 1,1-1,0 1,-1 1,-1 4,1 0,0 0,1 0,-1 0,2 1,-1-1,1 1,1 0,0-1,0 1,1 0,0 0,1 0,0 0,1-1,0 1,0-1,1 1,0-1,1 0,0 0,0 0,1 0,0-1,0 0,1 0,1 1,41 51</inkml:trace>
  <inkml:trace contextRef="#ctx0" brushRef="#br0" timeOffset="91">1832 5998,'-11'26,"1"1,1 0,2 1,0-1,2 1,1 0,2 1,0-1,2 1,2 13,0-35,0 0,0 0,0 0,1 0,0-1,1 1,0-1,0 0,0 0,0 0,1 0,0-1,0 0,1 0,-1 0,1-1,0 0,0 0,1 0,-1-1,1 0,-1 0,1-1,0 0,0 0,0 0,1-1,-1 0,0-1,0 1,1-1,-1-1,2 0,4 1,0 0,0-1,0-1,0 0,0-1,-1-1,1 0,-1 0,0-1,0-1,0 0,-1 0,0-1,0-1,-1 0,0 0,0-1,-1 0,0-1,0 0,-2-1,1 1,-1-1,0-1,-1 1,-1-1,0 0,0-1,-1 1,-1-1,0 0,-1 0,0 0,-1-3,-2 4,-1 1,0-1,-1 0,-1 1,1 0,-2 0,0 0,0 0,-1 1,0 0,0 0,-1 0,-1 1,0 0,0 1,-1 0,1 0,-2 0,1 1,-1 1,0 0,-1 0,1 1,-1 0,0 1,-1 0,-1 0,1 0,0 0,0 1,0 1,0 0,-1 0,1 1,-1 1,1 0,-1 0,1 2,0-1,-1 2,1-1,0 2,0-1,0 2,1 0,0 0,0 1,0 0,0 1,1 0,0 1,1 0,-6 7,11-12,1 1,0 0,0 0,1 0,-1 0,1 1,0-1,0 1,0-1,1 1,0 0,0 0,0 0,0 0,1-1,-1 1,1 0,1 0,-1 0,1 0,0 0,0 0,0 0,0-1,1 1,0-1,0 1,0-1,1 1,0-1,-1 0,1 0,1 0,0 0,39 38</inkml:trace>
  <inkml:trace contextRef="#ctx0" brushRef="#br0" timeOffset="92">4238 4554,'-12'14,"1"1,1 0,0 1,1 0,0 1,1-1,1 1,1 1,1 0,-3 12,6-22,0 0,1 1,0-1,1 1,0-1,0 1,1-1,0 1,0-1,1 0,0 0,0 1,1-1,0-1,0 1,1 0,0-1,1 0,0 0,0 0,0 0,1-1,5 6,-3-7,-1 0,1-1,-1 0,1 0,0-1,1 0,-1 0,1-1,-1 0,1-1,-1 0,1 0,0 0,0-1,-1-1,1 0,0 0,-1 0,1-1,-1-1,1 1,-1-1,0-1,0 1,0-1,-1-1,1 0,-1 0,0 0,0-1,-1 1,0-2,0 1,0-1,-1 0,0 0,0 0,-1-1,0 0,0 0,0-3,2-4,-1 1,-1-1,0 0,-1-1,-1 1,0-1,-2 1,1-1,-2 1,0-1,-1 1,0-1,-1 1,-2-4,3 11,-1-1,0 1,0 0,-1 0,0 0,0 0,-1 0,0 1,0 0,-1 0,0 0,0 1,0 0,-1 0,0 1,0-1,-1 2,0-1,1 1,-1 0,-1 0,1 1,0 1,-1-1,-2 1,3 0,0 2,1-1,-1 1,0 0,0 1,1 0,-1 0,0 1,1-1,-1 2,1-1,0 1,0 0,0 1,0-1,1 1,-1 1,1-1,0 1,0 0,0 1,1 0,0-1,0 1,1 1,-5 6,-3 7,1 1,0 1,1 0,2 0,0 1,1 0,1 1,1 1,-7 57</inkml:trace>
  <inkml:trace contextRef="#ctx0" brushRef="#br0" timeOffset="93">4105 5998,'-5'3,"12"-16,16-19,25-33,-4-2,-2-2,22-51,-41 76,-22 45,0 0,0 0,-1 0,1 0,0 0,-1 0,1 0,-1 0,1 1,-1-1,1 0,-1 0,0 0,0 1,0-1,0 0,1 0,-1 0,-1 1,1-1,0 0,0 0,0 1,-1-1,1 0,-1 0,1 1,0-2,-8 124,7-1,6 22,-5-144,3 21,-1 1,-1-1,0 1,-2 0,-1-1,-1 1,0-1,-2 0,-1 0,0-1,-2 1,0-1,-3 2,9-20,0 0,0-1,-1 1,0 0,1-1,-1 1,0-1,0 0,0 0,0 0,-1 0,1-1,0 1,-1-1,1 0,-1 0,1 0,-1 0,0-1,1 1,-1-1,0 0,0 0,1-1,-1 1,0-1,1 0,-1 1,1-2,-1 1,1 0,-1-1,1 1,0-1,-3-2,6 3,0 0,0 1,1-1,-1 0,0 1,0-1,1 0,-1 0,0 1,1-1,-1 0,0 1,1-1,-1 1,1-1,-1 0,1 1,-1-1,1 1,0-1,-1 1,1 0,0-1,-1 1,1 0,0-1,-1 1,1 0,0 0,0 0,-1-1,1 1,0 0,0 0,-1 0,1 0,0 0,0 1,-1-1,1 0,0 0,0 0,-1 1,1-1,1 0,344-25,-196 22,-130 9,-30-4</inkml:trace>
  <inkml:trace contextRef="#ctx0" brushRef="#br0" timeOffset="94">789 7535,'-9'10,"0"-1,0 1,1 1,0-1,1 1,0 1,0-1,2 1,-1 0,2 1,-1-1,2 1,0 0,0 0,1 0,1 0,0 0,1 1,0-1,1 0,2 10,-1-17,1 1,0-1,0 1,1-1,-1 0,1 0,1-1,-1 1,1-1,0 0,0 0,1-1,-1 1,1-1,0 0,0-1,0 1,1-1,-1-1,1 1,0-1,0 0,0-1,5 1,-1 0,0 0,0-2,0 1,0-1,0-1,0 0,0-1,0 0,-1 0,1-1,-1 0,1-1,-1-1,0 1,7-6,-4 0,-1-1,0 0,-1-1,0-1,-1 1,-1-2,0 1,0-1,-1-1,-1 1,-1-1,0-1,-1 1,0-1,-1 0,-1 0,-1 0,0 0,-1-1,-1 1,0 0,-2-1,1 1,-3-6,3 14,-1 0,1 1,-1-1,-1 0,0 1,0-1,0 1,-1 0,0 0,0 0,-1 1,0 0,0-1,0 2,-1-1,0 0,0 1,0 1,-1-1,0 1,0 0,0 0,0 1,-1 0,1 0,-1 1,1 0,-1 0,0 0,0 1,0 1,-3-1,3 2,-1 0,0 0,0 1,1 0,-1 0,1 1,0 0,-1 0,1 1,1 0,-1 1,1 0,-1 0,1 0,1 1,-1 0,1 1,0-1,1 1,-1 0,-3 7,1 0,0 1,1 0,0 0,2 1,0-1,0 1,2 0,0 1,0-1,2 0,0 5,2 49</inkml:trace>
  <inkml:trace contextRef="#ctx0" brushRef="#br0" timeOffset="95">1725 7776,'95'-170,"31"-70,-100 179,-19 57,-8 23,1-15,-3 349,-17-111,8-147,9-59</inkml:trace>
  <inkml:trace contextRef="#ctx0" brushRef="#br0" timeOffset="96">762 8778,'-16'6,"1"0,0 0,0 1,0 1,1 1,0 0,1 1,0 0,1 1,0 0,0 1,-4 7,9-11,1 0,0 1,0-1,1 1,0 1,1-1,0 1,0-1,1 1,0 0,1 1,0-1,1 0,0 1,0-1,1 0,1 1,-1-1,2 0,0 2,0-4,1 0,-1-1,2 1,-1-1,1 0,0 0,1 0,-1-1,1 1,1-1,-1 0,1-1,0 1,0-1,1 0,-1-1,1 0,0 0,0 0,1-1,3 1,6 2,0 0,0-2,1 0,0-1,0-1,0 0,0-2,0 0,3-1,-9 1,1 0,-1-1,0-1,0 0,1 0,-1-2,-1 1,1-1,0-1,-1 0,0-1,0 0,-1 0,0-2,0 1,0-1,-1 0,0-1,-1 0,0 0,0-1,-1 0,0-1,-1 1,0-1,-1-1,0 1,-1-1,0 1,-1-1,1-3,-3 1,-1 0,0 0,-1 0,0 0,-1 1,-1-1,0 0,-1 1,0-1,-1 1,-1 1,0-1,-1 1,0 0,-1 0,0 1,0 0,-2 0,1 1,-1 0,-1 1,1 0,-2 1,1 0,-1 0,0 2,-1-1,0 2,0-1,0 2,-4-1,11 3,-1 1,0 0,1 0,-1 1,1 0,-1 0,0 1,1 0,-1 0,1 0,-1 1,1 0,0 0,0 0,-1 1,2 0,-1 0,0 1,1 0,-1 0,1 0,0 0,1 1,-1 0,1 0,0 0,0 1,0-1,1 1,0 0,-1 2,0 2,1-1,1 0,0 1,0-1,1 1,0 0,0 0,1-1,1 1,0 0,0 0,1-1,0 1,0-1,1 1,0-1,1 0,0 0,1-1,0 1,0-1,1 0,-1 0,2-1,0 1,38 39</inkml:trace>
  <inkml:trace contextRef="#ctx0" brushRef="#br0" timeOffset="97">1725 8913,'33'-96,"4"1,49-88,-61 145,-19 44,-10 62,-60 388,48-315,10-85</inkml:trace>
  <inkml:trace contextRef="#ctx0" brushRef="#br0" timeOffset="98">161 9701,'1459'-14,"-486"-6,284-14,-1117 34,1142-14,-331 3,-499 9,640-62,-993 55,1151-37,-193 72,28 15,602 45,-612-21,-297-40,-559-24,-1 10,137 28,-53 2,-288-36,-30-1,-19-5,-5 0</inkml:trace>
  <inkml:trace contextRef="#ctx0" brushRef="#br0" timeOffset="99">4171 7469,'-7'4,"0"0,0 0,0 1,0 1,1-1,0 1,0 0,0 0,1 1,0-1,0 1,0 0,1 1,1-1,-1 1,1 0,0 0,1 0,0 0,0 0,0 0,1 1,1-1,-1 1,1-1,1 0,0 1,0-1,0 1,1-1,1 0,-1 0,1 0,0-1,3 5,1-2,0-1,1 0,0 0,1 0,-1-2,1 1,1-1,0 0,0-1,0 0,0 0,1-1,0-1,0 0,1 0,-1-1,1-1,-1 0,1 0,0-1,0-1,-1 0,1-1,0 0,0 0,-1-1,1-1,-1 0,1-1,-1 0,0 0,-1-1,1-1,-1 0,0 0,0-1,-1 0,0-1,0 0,-1 0,0-1,0 0,-1-1,0 1,-1-1,0-2,-1 0,-1-1,0 0,-1 0,-1-1,0 1,0-1,-2 1,0-1,0 1,-1-1,-1 1,0 0,-1-1,0 1,-3-4,4 8,-1 1,-1-1,1 1,-1 0,-1 1,0-1,0 1,0 0,-1 0,0 0,0 1,-1 0,0 0,0 1,0-1,-1 2,1-1,-1 1,0 0,-1 1,1 0,-1 0,-4-1,3 3,0 0,0 0,0 1,0 1,0-1,0 2,0-1,0 1,0 1,0 0,1 0,-1 1,1 0,0 0,0 1,1 1,0-1,-1 1,-1 3,-3 2,0 1,1 1,1 0,0 0,0 1,1 1,1 0,0 0,2 1,-6 12,-9 45,8-7</inkml:trace>
  <inkml:trace contextRef="#ctx0" brushRef="#br0" timeOffset="100">4198 8778,'162'-262,"-133"216,-22 48,-8 66,-36 520,36-519</inkml:trace>
  <inkml:trace contextRef="#ctx0" brushRef="#br0" timeOffset="101">736 10637,'3'-52,"2"1,3 0,1 1,11-26,-6 15,39-171,-47 206,-4 41,-38 366,35-368,0 0,2-1,-1 1,2 0,0 0,0 0,1-1,1 1,0-1,0 0,1 0,6 8,14 12</inkml:trace>
  <inkml:trace contextRef="#ctx0" brushRef="#br0" timeOffset="102">1350 10356,'-3'6,"0"0,1 1,-1-1,1 1,1 0,-1-1,1 1,0 0,1 0,0 0,0 0,0 0,1-1,0 1,0 0,1 0,0-1,0 1,0-1,1 1,0-1,1 0,-1 0,1 0,0-1,0 1,1-1,-1 0,1 0,1-1,2 3,5 1,-1-1,1-1,0 0,0-1,1 0,0-1,0-1,0 0,0-1,0-1,0 0,1 0,-1-2,0 0,0 0,0-1,0-1,0 0,0-1,0-1,-1 0,0-1,0 0,-1-1,1-1,-2 0,1 0,8-9,-15 12,0 0,-1 0,0-1,0 1,0-1,-1 0,0 0,0 0,-1 0,1-1,-1 1,-1-1,1 1,-1-1,0 0,-1 1,1-1,-1 0,-1 0,1 0,-1 1,-1-1,1 0,-1 1,0-1,0 1,-1 0,0 0,0 0,0 0,-1 0,0 1,0-1,-2-2,0 1,0-1,0 1,-1 0,0 1,-1 0,1 0,-1 0,0 1,-1 0,1 1,-1 0,0 0,0 1,0 0,0 1,-1-1,1 2,-1 0,1 0,-1 0,0 1,1 1,-1 0,1 0,-1 1,1 0,-1 0,1 1,0 0,0 1,1 0,-1 1,1-1,0 2,0-1,0 1,-5 6,3 0,0 0,1 1,0 0,1 0,1 1,0 0,-3 12,-13 39</inkml:trace>
  <inkml:trace contextRef="#ctx0" brushRef="#br0" timeOffset="103">856 11386,'48'-101,"-30"66,-1 0,-2 0,-1-2,1-14,-13 37,-12 42,-7 25,3 1,2 0,2 1,3 1,0 55,8-91,1 1,0-1,2 1,0-1,1 0,2 1,14 32</inkml:trace>
  <inkml:trace contextRef="#ctx0" brushRef="#br0" timeOffset="104">1564 11345,'-4'6,"0"0,0 0,1 0,0 0,0 1,0-1,1 1,0 0,0-1,1 1,-1 0,2 0,-1 0,1 0,0 0,0 1,1-1,0 0,0-1,1 1,0 0,0 0,0 0,1-1,0 0,1 1,-1-1,1 0,0-1,1 1,-1-1,1 0,1 1,6 3,1-2,0 0,1 0,-1-1,1 0,0-2,1 1,-1-2,1 0,-1-1,1 0,0-1,0-1,0 0,0-1,0-1,-1 0,1-1,-1 0,1-1,-1-1,1-1,-7 2,1 0,-1-1,0 0,-1-1,1 1,-1-2,-1 1,1-1,-1 0,0 0,0 0,-1-1,0 0,0 0,-1 0,0-1,-1 0,0 1,0-1,-1 0,0 0,0-1,-1 1,0 0,-1-1,0 1,-1 0,0-1,0 1,-1 0,0 0,0 0,-1 0,1 1,-1 0,0 1,0-1,-1 1,0 0,0 0,0 0,-1 1,0-1,-1 1,1 0,-1 1,0-1,-1 1,1 0,-1 1,0 0,0 0,0 0,-1 1,1 0,-1 0,0 1,0 0,0 0,0 1,0 0,0 1,0 0,0 0,-1 0,1 1,0 0,0 1,0 0,1 0,-1 1,0 0,-2 1,-4 5,0 0,1 0,-1 1,2 1,0 1,0-1,1 2,0 0,1 0,1 1,0 0,1 0,-26 48</inkml:trace>
  <inkml:trace contextRef="#ctx0" brushRef="#br0" timeOffset="105">13 12241,'210'-23,"305"-25,797-2,-122-36,605-2,-254 47,1103 30,-1173 43,-166 69,-251-22,8 8,-287-4,-112 6,-487-70,-208-27,-6-4</inkml:trace>
  <inkml:trace contextRef="#ctx0" brushRef="#br0" timeOffset="106">4264 10102,'-8'5,"0"0,0 1,0 0,1 0,0 1,0 0,0 0,1 1,0 0,1 0,-1 0,2 1,-1-1,1 1,0 0,1 0,0 1,1-1,0 1,0-1,1 1,0 0,1 0,0-1,1 1,0 0,0 0,1-1,0 1,0-1,2 0,-1 1,1-1,0-1,3 5,-1-4,2 0,-1 0,2-1,-1 0,1 0,0-1,0 0,1-1,0 0,0 0,0-1,1-1,0 1,0-2,0 0,0 0,1-1,-1 0,1-1,-1 0,1-1,8-1,-10 1,-1 0,1-1,-1-1,1 0,-1 0,0-1,0 0,0 0,0-1,0 0,-1-1,1 0,-1 0,-1-1,1 0,-1 0,0-1,0 0,-1 0,0 0,0-1,-1 0,0 0,0-1,-1 1,0-1,1-4,-2-1,-1-1,0 1,-1-1,-1 1,-1-1,0 1,0-1,-1 1,-1-1,-1 1,0 0,-1 1,0-1,-1 1,0 0,-1 0,-1 1,0-1,-1 2,0-1,0 2,-2-1,1 1,-1 0,0 1,-1 1,0 0,-1 0,0 1,0 1,0 0,-1 1,1 0,-2 1,3 2,-1 1,0 1,1 0,-1 1,0 0,1 1,-1 0,1 1,0 0,0 1,0 0,0 1,1 1,0 0,0 0,0 1,1 0,0 1,0 0,1 1,0 0,1 0,0 1,0 0,1 0,0 1,1 0,0 0,1 1,-2 6,-28 74,12-4</inkml:trace>
  <inkml:trace contextRef="#ctx0" brushRef="#br0" timeOffset="107">4211 11252,'134'-189,"-52"54,-70 127,-9 30,-23 249,9 123,11-313</inkml:trace>
  <inkml:trace contextRef="#ctx0" brushRef="#br0" timeOffset="108">1017 12976,'68'-213,"-5"0,-54 191,-9 22,1 0,-1 0,1 0,-1 0,1 0,-1 0,1 0,-1 1,1-1,-1 0,1 0,-1 1,0-1,1 0,-1 0,0 1,1-1,-1 1,0-1,1 0,-1 1,0-1,1 1,-1-1,0 1,0-1,0 0,0 1,1-1,-1 1,0-1,0 1,0-1,0 1,0-1,0 1,0-1,0 1,0-1,-1 1,1-1,0 1,0-1,0 1,0-1,-1 1,1-1,0 0,0 1,-1-1,1 1,-3 137,0-93,2 1,2-1,2 1,2-1,6 24,10 1,3-13</inkml:trace>
  <inkml:trace contextRef="#ctx0" brushRef="#br0" timeOffset="109">1685 12789,'4'-19,"3"-14,1-1,2 1,1 1,8-15,-19 46,0 0,0 0,0 1,0-1,0 0,0 1,0-1,0 0,0 1,1-1,-1 0,0 1,0-1,1 0,-1 1,0-1,1 1,-1-1,1 0,-1 1,0-1,1 1,-1-1,1 1,0 0,-1-1,1 1,-1 0,1-1,0 1,-1 0,1-1,0 1,-1 0,1 0,0 0,-1 0,1 0,0 0,-1 0,1 0,0 0,-1 0,1 0,0 0,-1 0,1 1,0-1,-1 0,1 0,0 1,-1-1,1 0,-1 1,1-1,-1 1,1-1,-1 1,1-1,-1 1,1-1,-1 1,1-1,-1 1,0 0,4 11,-1 1,0-1,-1 1,0 0,-1 0,-1 0,0 0,-1 6,1-6,-7 107,-6 1,-5-2,-15 43,15-82</inkml:trace>
  <inkml:trace contextRef="#ctx0" brushRef="#br0" timeOffset="110">1002 14167,'27'-339,"-13"160,-8 226,7 84,5-1,13 35,-17-106</inkml:trace>
  <inkml:trace contextRef="#ctx0" brushRef="#br0" timeOffset="111">1671 14019,'49'-242,"-45"224,7 50,0 103,-5-1,-6 1,-7 10,1-79</inkml:trace>
  <inkml:trace contextRef="#ctx0" brushRef="#br0" timeOffset="112">4438 12508,'-7'4,"0"1,0-1,1 1,-1 1,1-1,0 1,0 0,1 0,0 1,0 0,1 0,-1 0,1 0,1 1,0-1,0 1,0 0,1 0,0 0,1 0,-1 0,2 1,-1-1,1 0,0 0,1 1,0-1,0 0,1 0,0 0,1 0,-1 0,4 5,0 0,1-1,1-1,0 1,0-1,1 0,1-1,0 0,0-1,1 0,0 0,0-1,1-1,0 0,1 0,-1-2,1 1,0-1,1-1,-1-1,1 0,0 0,-1-1,1-1,0-1,0 0,0 0,0-2,0 1,0-2,-1 0,1 0,-1-2,9-3,-7 3,-1-2,1 1,-1-2,-1 0,1 0,-1-1,-1-1,1 0,-2-1,0 0,0-1,-1 0,0-1,-1 0,-1 0,0-1,0 0,-2-1,0 1,0-1,-2-1,1 1,-2 0,0-1,-1 0,-1 0,0-3,-1 12,-1 1,0-1,0 1,0-1,0 1,-1 0,0 0,-1-1,1 2,-1-1,-1 0,1 0,-1 1,1 0,-1 0,-1 0,1 0,-1 1,0-1,0 1,0 0,-1 1,1-1,-1 1,0 0,0 1,0-1,0 1,-4 0,-8 0,0 1,0 1,0 1,0 1,0 0,0 2,1 0,-1 0,1 2,0 0,1 1,-1 1,1 0,1 1,0 1,0 0,1 2,0-1,-7 9,7-7,0 1,0 1,2 0,0 1,0 0,2 1,0 0,1 1,0 0,2 0,0 1,1 0,1 0,-2 17,0 24</inkml:trace>
  <inkml:trace contextRef="#ctx0" brushRef="#br0" timeOffset="113">4466 13979,'1'-17,"2"1,0 0,1 0,0 0,1 0,1 1,1 0,5-9,-5 7,85-160,-77 166,-16 41,-11 44,-3 10,3 0,4 1,4 0,4 12,9-6,3-13</inkml:trace>
  <inkml:trace contextRef="#ctx0" brushRef="#br0" timeOffset="114">6350 13699,'2'18,"1"10,0 8,0 7,-2 7,-2 9,-2 7,1 10,0 9,0 6,1 6,5 3,6-1,4-3,2-6,-2-19</inkml:trace>
  <inkml:trace contextRef="#ctx0" brushRef="#br0" timeOffset="115">13797 15182,'0'-1,"0"0,1 0,-1 0,0 0,1 0,-1 0,1 0,-1 0,1 0,0 0,-1 0,1 0,0 0,0 0,0 1,0-1,-1 0,1 1,0-1,0 1,0-1,0 1,0-1,1 1,-1 0,0-1,0 1,0 0,0 0,0 0,0 0,0 0,1 0,-1 0,0 0,0 0,0 0,0 1,0-1,1 1,240 25,-164-14,486 63,84-19,-604-55,-37-2,-21-3</inkml:trace>
  <inkml:trace contextRef="#ctx0" brushRef="#br1" timeOffset="117">12406 4380,'-1'0,"0"-1,-1 0,1 0,-1 1,1-1,-1 1,1-1,-1 1,1 0,-1 0,1 0,-1-1,1 1,-1 1,0-1,1 0,-1 0,1 1,-1-1,1 0,-1 1,1 0,0-1,-1 1,1 0,0 0,-1 0,1-1,0 1,0 1,0-1,0 0,0 0,0 0,0 1,0-1,0 0,0 1,1-1,-1 0,1 1,-1-1,1 1,-1-1,1 1,0 0,0-1,0 1,0-1,0 1,0-1,0 1,1 0,-3 8,1 0,0-1,1 1,0 0,0 0,1 0,0 0,1-1,0 1,1 0,0-1,1 0,-1 0,2 0,-1 0,1-1,5 7,-3-7,-1 0,1 0,0-1,1 0,0-1,0 0,0 0,1 0,-1-1,1-1,1 1,-1-2,1 1,-1-1,1-1,0 1,0-2,0 1,6-1,-13-1,1 1,1 0,0-1,0 1,0-1,0 0,0-1,0 1,0-1,0 0,-1 0,1 0,0 0,0-1,-1 0,1 0,-1 0,0-1,0 0,0 0,0 0,0 0,0 0,-1-1,0 1,1-1,-1 0,-1 0,2-2,35-182,-34 159,0 11,-2 0,0-1,-1 1,-1-1,0 1,-2-1,-2-13,1 26,-1 0,-1 0,1 1,-1-1,0 0,0 1,-1 0,1 0,-1 1,0-1,-1 1,1 0,-1 0,0 1,0-1,0 1,0 1,0-1,-1 1,1 0,-1 1,1-1,-1 1,0 1,0-1,1 1,-1 0,0 1,0 0,-2 0,4-1,-1 1,1-1,0 1,-1 0,1 1,0-1,0 1,0 0,0 0,0 1,0-1,1 1,-1 0,1 0,-3 3,-6 4,0 0,0 1,1 1,0 0,1 1,0 0,1 0,1 1,0 0,1 1,1 0,0 1,1-1,-2 9,-31 94,26-92</inkml:trace>
  <inkml:trace contextRef="#ctx0" brushRef="#br1" timeOffset="118">13436 4473,'16'-13,"12"-29,-2-1,-3-1,-1-1,-2 0,-2-2,2-14,-20 116,-21 53,-11 106,32 1,0-213,-1 1,1-1,0 1,-1-1,1 1,-1-1,0 1,0-1,0 0,0 1,0-1,0 0,-1 0,1 0,-1 0,1 0,-1 0,0 0,0-1,0 1,0-1,0 1,0-1,0 0,0 1,-1-1,1 0,0-1,-1 1,1 0,-1-1,1 1,-1-1,1 0,-1 0,1 0,-1 0,0 0,-78-1,432 1,-325-6,-32 4</inkml:trace>
  <inkml:trace contextRef="#ctx0" brushRef="#br1" timeOffset="119">12406 5810,'2'-12,"0"0,1 0,1 0,0 0,0 1,1-1,0 1,1 0,1 0,-1 1,2 0,-1 0,2 0,3-6,210-323,-221 339,15-20,-16 20,0 0,0 0,0 1,0-1,-1 0,1 1,0-1,0 0,0 1,0-1,0 0,0 0,0 1,0-1,0 0,0 1,0-1,0 0,1 0,-1 1,0-1,0 0,0 1,0-1,0 0,1 0,-1 1,0-1,0 0,0 0,1 0,-1 1,0-1,0 0,1 0,-1 0,0 0,0 0,1 1,-1-1,0 0,1 0,-1 0,0 0,0 0,1 0,-1 0,0 0,1 0,-1 0,0 0,0 0,1 0,-1 0,0 0,1 0,-1-1,0 1,0 0,1 0,-1 0,0 0,0-1,1 1,-1 0,0 0,0 0,-19 128,-78 454,95-538,4-33</inkml:trace>
  <inkml:trace contextRef="#ctx0" brushRef="#br1" timeOffset="120">13316 5838,'14'-32,"1"1,2 1,1 1,1 0,2 1,27-41,-19 24,-1-2,-2-1,-2-1,11-38,-49 155,2 0,3 1,4 0,2 0,5 24,-3-20,-27 143,26-203,-11 68,0-67,5-12</inkml:trace>
  <inkml:trace contextRef="#ctx0" brushRef="#br1" timeOffset="121">13368 6119,'14'0,"13"0,12 0,10 0,8 0,4 0,-2 0,-6 0,-11 0,-11 2,-19 3,-10 1</inkml:trace>
  <inkml:trace contextRef="#ctx0" brushRef="#br1" timeOffset="122">12460 6185,'16'-2,"16"-1,15 0,10-1,7-1,2 1,-6 1,-9 1,-19-2,-30 1,-14 0</inkml:trace>
  <inkml:trace contextRef="#ctx0" brushRef="#br0" timeOffset="123">15829 4782,'27'-35,"-1"-1,-2-1,-2-1,-1-1,-2-1,-2-1,-1 0,-3-1,6-30,-19 122,2-1,2 0,11 47,-13-82,7 43,27 257,-34-255</inkml:trace>
  <inkml:trace contextRef="#ctx0" brushRef="#br0" timeOffset="124">15789 6091,'266'-285,"-245"260,-21 26,0-1,0 1,0-1,0 0,1 1,-1-1,0 0,0 1,0-1,0 0,0 1,0-1,1 0,-1 0,0 1,0-1,1 0,-1 1,0-1,0 0,1 0,-1 0,0 1,0-1,1 0,-1 0,0 0,1 0,-1 1,0-1,1 0,-1 0,0 0,1 0,-1 0,1 0,-1 0,0 0,1 0,-1 0,0 0,1 0,-1 0,0-1,1 1,-1 0,-24 127,-10 90,32-160,4 1,1-1,10 43,-1-28</inkml:trace>
  <inkml:trace contextRef="#ctx0" brushRef="#br2" timeOffset="125">12005 7335,'4'2,"0"-1,0 0,0 0,1 0,-1 0,0-1,0 1,1-1,-1 0,0 0,0-1,1 0,-1 1,0-1,0-1,0 1,0 0,0-1,0 0,-1 0,1 0,0-1,-1 1,0-1,1 0,-1 0,0 0,0 0,0-1,10-6,33-23,-2-2,-1-1,-1-3,-3-2,-1-1,-1-2,-33 37,30-59,-34 66,0 1,0-1,0 0,0 0,0 1,0-1,0 0,0 0,0 0,-1 0,1 1,0-1,0 0,0 0,0 0,-1 0,1 1,0-1,0 0,0 0,-1 0,1 0,0 0,0 0,-1 0,1 0,0 0,0 0,0 0,-1 0,1 0,0 0,0 0,-1 0,1 0,0 0,0 0,0 0,-1 0,1 0,0 0,0 0,-1 0,1-1,0 1,0 0,0 0,0 0,-1 0,1-1,0 1,0 0,0 0,0 0,0 0,0-1,-1 1,1 0,0 0,0-1,0 1,0 0,0 0,0 0,0-1,-7 13,0-1,0 1,1 1,1-1,0 1,1 0,1 0,-1 0,2 3,-3 3,-103 438,108-456,-3 13,0 0,1 0,0 1,1 0,1-1,1 1,0 1,3 4</inkml:trace>
  <inkml:trace contextRef="#ctx0" brushRef="#br2" timeOffset="126">13383 7175,'-7'-2,"1"1,-1 1,1 0,-1-1,1 2,-1-1,1 1,0 0,-1 0,1 1,0 0,0 0,0 0,0 1,0 0,1 0,-1 1,1-1,0 1,0 0,0 1,0-1,1 1,-1 0,1 0,1 0,-1 1,1-1,0 1,0 0,-1 4,1 0,1-1,0 1,0-1,1 1,0-1,1 1,0 0,1-1,0 1,0 0,1-1,0 0,1 1,0-1,0 0,1 0,1-1,-1 1,1-1,0 0,3 3,0 0,1 0,0-1,1 0,0 0,1-1,0-1,0 1,1-2,0 0,0 0,0-1,1 0,0-1,8 1,-8-3,0 0,1-1,-1-1,0 0,0-1,1 0,-1-1,0 0,0-1,0-1,0 0,0-1,0 0,-1-1,0 0,0-1,0-1,-1 0,0 0,0-1,0 0,-1-1,-1-1,0 1,0-1,-1-1,0 1,0-2,-2 1,1-1,-1 0,-1 0,0 0,1-6,-3 6,0 0,-1-1,0 1,-1 0,0-1,-1 1,0-1,-1 0,-1 1,0 0,0-1,-1 1,-1 0,0 0,-1 1,0-1,0 1,-1 0,-1 0,0 1,-1 0,1 0,-2 1,0 0,0 0,0 1,-1 0,0 1,-1 0,1 1,-2 0,1 0,0 1,-1 1,0 0,0 1,0 0,-10-1,5 5,0 0,0 1,1 1,-1 1,0 0,1 1,0 1,0 0,1 1,0 1,0 1,0 0,1 0,1 2,0 0,0 0,1 1,0 0,-2 6,-46 48</inkml:trace>
  <inkml:trace contextRef="#ctx0" brushRef="#br2" timeOffset="127">12500 8404,'-6'0,"-1"-1,0 1,0 0,1 0,-1 1,0-1,1 2,-1-1,0 1,1 0,0 0,-1 1,1 0,0 0,1 0,-1 1,0 0,1 0,0 0,0 1,0-1,1 1,-1 1,1-1,0 1,1-1,-1 1,0 2,-1 3,0 0,0 0,2 0,-1 1,1 0,1-1,0 1,1 0,0 0,0 0,2 0,-1 0,2 0,-1 0,4 8,1-2,2 1,0-1,1-1,1 0,0 0,1-1,1 0,1-1,0 0,1-1,0-1,1 0,1-1,0-1,0 0,2-1,-1-1,1 0,0-2,0 0,1-1,0 0,0-2,2 0,-13-3,0 0,1 0,-1 0,1-1,-1-1,1 1,-1-1,0-1,1 0,-1 0,0 0,0-1,0 0,-1-1,1 0,-1 0,1 0,-1-1,-1 0,1 0,-1-1,0 0,0 0,-1-1,1 1,-2-1,1 0,0-2,2-12,0 1,-2-1,0 0,-2 0,0 0,-1 0,-2-1,0 1,-1-1,-1 1,-1 0,-1 0,-1 0,0 0,-2 1,0 0,-2 0,0 1,-9-13,12 16,-2 1,0 1,0-1,-1 1,-1 1,-1 0,0 0,0 1,-1 0,-1 1,0 1,0 0,-1 1,0 0,-13-5,23 12,-1 1,0-1,0 1,1 1,-1-1,0 1,0 0,0 0,0 0,0 0,1 1,-1 0,0 0,0 0,1 1,-1 0,1 0,-1 0,1 0,0 1,0-1,0 1,0 0,0 0,1 1,-1-1,1 1,-1 1,-5 6,1 1,1 0,0 0,0 1,1 0,1 0,0 0,1 1,-1 3,-9 58,5-5</inkml:trace>
  <inkml:trace contextRef="#ctx0" brushRef="#br2" timeOffset="128">13542 8538,'-7'4,"0"1,0 0,0 0,0 0,1 1,0 0,0 0,1 1,0 0,0-1,0 2,1-1,0 1,0-1,1 1,0 0,1 0,-1 1,2-1,-1 0,1 1,0-1,1 1,0-1,0 1,1-1,0 1,0-1,1 0,1 1,0 1,6 9,2-1,0-1,1 1,1-2,0 0,1 0,1-1,0-1,1 0,1-2,0 0,1 0,0-2,0 0,1-1,1-1,-1-1,20 5,-30-8,1-1,0 0,0 0,0-1,0 0,0 0,1-1,-1-1,0 0,0 0,1-1,-1 0,0-1,0 0,0-1,0 0,0 0,0-1,-1 0,0-1,0 0,0-1,-1 0,1 0,2-3,1-9,-1-1,-1 0,-1 0,-1-1,0 0,-1 0,-2-1,0 0,-1 0,-1 0,-1-1,-1 1,0-1,-2 1,-2-14,2 14,0 0,-1 1,-1-1,-1 1,-1 0,-1 0,-1 0,0 1,-1 0,-1 0,-1 1,-1 0,-1 1,-12-16,17 27,0 1,0-1,-1 1,1 1,-1-1,0 1,0 0,-1 1,1 0,-1 1,0-1,0 2,1-1,-1 1,0 0,0 1,0 0,0 1,0 0,0 0,0 1,0 0,-7 3,-16 5,0 2,0 2,1 0,1 3,-14 9,-52 36</inkml:trace>
  <inkml:trace contextRef="#ctx0" brushRef="#br2" timeOffset="129">15962 7456,'-4'1,"-1"1,1 0,-1 0,1 1,0-1,-1 1,1 0,1 0,-1 0,0 1,1-1,0 1,0 0,0 0,0 0,0 0,1 1,0-1,0 1,0-1,0 1,1 0,0 1,-3 4,1 1,0-1,1 0,1 1,-1 0,2-1,-1 1,2 0,-1-1,1 1,1-1,0 1,0-1,1 0,1 1,-1-1,2-1,-1 1,1-1,1 1,0-2,0 1,1-1,0 0,0 0,1 0,0-1,0-1,1 1,-1-1,2-1,0 1,-4-2,1 0,-1-1,1 0,0 0,1-1,-1 1,0-2,1 1,-1-1,1 0,-1 0,1-1,-1 0,1-1,0 0,-1 0,1 0,-1-1,0 0,0 0,0-1,0 0,0 0,0-1,-1 0,1 0,-1-1,4-3,2-7,0-1,-1 0,-1-1,0 0,-2-1,0 0,-1 0,0-1,-2 0,0 0,-2 0,0 0,0-1,-2 0,-1 1,0-1,-1 1,-2-1,0-1,1 5,-1 0,0 1,-1 0,-1-1,0 1,-1 1,-1-1,0 1,-6-9,9 18,1 0,-1-1,0 2,-1-1,1 0,-1 1,0 0,0 0,0 0,0 1,-1-1,1 1,-1 1,0-1,0 1,0 0,0 0,0 1,-1 0,1 0,0 0,-1 1,1 0,-1 0,0 1,0 0,0 0,1 1,-1 0,1 0,-1 1,1 0,0 0,0 0,0 1,1 0,-1 0,1 0,0 1,0 0,0 0,1 0,0 0,0 1,0-1,0 1,1 0,-2 5,-3 7,1 1,1 0,0 0,2 1,0-1,1 1,1 4,-2 36,2-6</inkml:trace>
  <inkml:trace contextRef="#ctx0" brushRef="#br2" timeOffset="130">15909 8591,'-5'6,"0"-1,1 0,0 1,0 0,0 0,1 0,0 1,0-1,0 1,1 0,0 0,0 0,1 0,0 0,0 0,1 3,-2 5,1-1,0 1,2-1,-1 1,2-1,0 0,1 1,0-1,1 0,1-1,0 1,0-1,2 0,0 0,0-1,1 1,0-2,1 1,1-1,0-1,0 0,1 0,0-1,1 0,0-1,0 0,1-1,0-1,0 0,0-1,5 2,-10-4,0-1,0 1,0-1,0-1,1 1,-1-2,0 1,0-1,1 0,-1-1,0 1,1-2,-1 1,0-1,0-1,0 1,-1-1,1-1,0 1,-1-1,0-1,0 1,0-1,-1 0,0-1,0 0,0 0,0 0,-1 0,0-1,0-1,2-15,0-1,-2 0,-1-1,-1 0,-1 1,-1-1,-1 0,-2-14,2 33,1-13,-1 0,-1 0,-1 0,-1 1,0-1,-1 1,-1-1,-1 1,0 1,-2-1,0 1,0 0,-12-15,18 30,0 0,0 0,-1 0,1 0,-1 0,0 0,1 0,-1 1,0 0,0-1,0 1,0 0,0 1,0-1,0 0,0 1,0 0,-1-1,1 1,0 1,0-1,0 0,0 1,0-1,0 1,0 0,0 0,0 0,0 1,0-1,0 1,1-1,-1 1,1 0,-1 0,1 0,0 1,-1-1,0 1,-18 18,1 1,1 0,1 2,0 0,-2 7,-37 49,19-33</inkml:trace>
  <inkml:trace contextRef="#ctx0" brushRef="#br0" timeOffset="131">16390 4527,'-20'-32,"17"25,-1 0,1 1,-1-1,-1 1,1 0,-1 0,0 1,-1-1,1 1,-1 0,0 1,0-1,0 1,-1 1,-5-4,-3 2,-1-1,0 2,0 0,0 1,-1 0,1 2,-1 0,1 0,-1 2,1 0,0 1,-3 1,9 2,0 1,1 0,0 1,0-1,0 2,1-1,0 1,1 0,0 1,0 0,0 0,1 1,1-1,0 1,0 0,1 1,0-1,1 1,0 0,0 3,-4 12,1-1,1 1,1 0,2 0,0 0,2 0,1 0,2 12,-1-27,-1 0,2-1,-1 1,2-1,-1 1,1-1,1 0,0 0,0-1,1 1,1-1,-1 0,1-1,0 0,1 0,0 0,1-1,-1-1,1 1,0-1,1-1,0 1,0-2,0 1,0-2,0 1,1-1,4 0,-5 0,1-2,-1 1,1-1,-1-1,1 1,-1-2,1 0,-1 0,1-1,-1 0,0 0,0-1,0-1,0 0,0 0,-1-1,0 0,0-1,0 0,-1 0,0-1,0 0,0 0,6-15,-1 0,-1 0,-1-1,-1-1,-2 1,0-2,-1 1,-1-1,2-22,-4 32,-1-1,0 1,-1-1,-1 0,0 0,-1 1,-1-1,-1 0,0 0,0 1,-2-1,0 1,-1 0,0 0,-2 0,1 1,-2 0,0 0,-3-2,4 7,-1 0,0 1,0 1,-1-1,0 1,0 1,-1 0,0 0,0 1,-1 0,1 0,-1 1,0 1,0 0,0 1,0 0,-1 0,1 1,0 1,-1 0,1 0,-1 1,1 1,0 0,-1 0,1 1,0 1,1-1,-1 2,1 0,0 0,0 1,0 0,1 0,0 1,0 1,-4 8,1 0,0 1,2 0,0 1,1 0,1 0,0 1,2 0,0 0,1 1,1 0,1 0,0 0,2 0,0 0,2 0,1 11,-1-18,0 1,1 0,0 0,1-1,1 1,0-1,1 0,0 0,1-1,0 1,1-1,1-1,0 1,0-1,1 0,0-1,1 0,0-1,1 0,0-1,0 0,1 0,0-1,1-1,10 4,-9-4,1-1,0-1,0 0,0-2,1 1,-1-2,1 0,-1-1,3 0,-11-1,0 0,1 0,-2 0,1-1,0 0,0 0,0 0,-1-1,1 0,-1-1,0 1,0-1,0-1,-1 1,1-1,-1 0,0 0,-1 0,1 0,3-7,0-6,0-1,-1 0,-1-1,-1 0,-1 1,0-2,-2 1,0 0,-2 0,0-1,-1 1,-1 0,-1 0,0 0,-2 0,0 0,-2 1,-4-10,4 11,0 1,-1 0,-1 1,0 0,-2 0,1 1,-3 0,9 10,0 0,0 0,0 1,-1 0,0-1,0 2,0-1,0 1,0-1,-1 2,0-1,0 1,1-1,-1 1,0 1,-1-1,1 1,0 1,0-1,0 1,-1 0,-3 0,1 3,1 0,0 1,0 0,1 0,-1 0,1 1,0 0,0 1,0 0,1 0,0 0,0 1,1-1,0 1,0 1,0-1,1 1,0 0,0 0,-29 54</inkml:trace>
  <inkml:trace contextRef="#ctx0" brushRef="#br0" timeOffset="132">16149 5797,'1'-4,"2"-68,-3 70,0 0,0 1,0-1,0 0,-1 1,1-1,-1 1,1-1,-1 0,0 1,1-1,-1 1,0 0,0-1,0 1,0 0,0-1,0 1,0 0,-1 0,1 0,0 0,-1 0,1 0,-1 0,1 1,-1-1,1 1,-1-1,1 1,-1-1,0 1,1 0,-1-1,0 1,1 0,-1 0,1 1,-1-1,0 0,-6 3,0 1,0 0,0 1,0 0,1 0,0 0,0 1,0 0,0 0,1 1,1 0,-1 0,1 0,0 1,0 0,1 0,0 0,1 0,-2 6,-4 7,1 0,2 1,0 0,1 0,1 0,1 1,1-1,1 1,1 0,1-1,1 1,5 21,-5-30,1-1,1 1,0-1,1 0,1 0,0 0,1-1,0 0,0 0,2-1,-1 0,1 0,1-1,0 0,0-1,1 0,0-1,1 0,0-1,0 0,8 3,-10-5,0-1,0 0,0-1,0 0,0 0,1-1,0-1,-1 0,1 0,0-1,-1 0,1-1,0 0,-1-1,1 0,-1 0,0-1,1-1,-1 0,-1 0,1-1,-1 0,0-1,0 0,0 0,-1-1,0 0,1-1,4-12,0 0,-2-2,0 1,-1-1,-1 0,-1-1,-1 0,-2-1,0 1,-1-1,-1 0,-2 0,0 0,-1-1,1-3,-1 0,-1 0,-2 0,0 1,-7-25,7 43,1 0,-1 0,0 0,-1 1,0 0,0-1,-1 2,0-1,0 0,-1 1,0 0,0 0,-1 1,0 0,0 0,0 1,-1-1,1 2,-8-4,4 3,1 1,-1 1,1 0,-1 1,0 0,0 0,0 1,-1 1,1 0,0 0,0 1,0 1,0 0,0 0,0 1,1 0,-1 1,1 0,0 1,-8 5,4-2,1 1,0 0,1 1,0 1,1-1,0 2,0 0,1 0,1 1,0 0,1 0,0 1,1 1,-2 5,1 1,2-1,0 1,1 0,1 0,1 1,1-1,1 1,1 0,1-1,0 1,3 6,-2-15,1 0,0-1,1 1,0-1,1 0,1 0,-1 0,2-1,0 1,0-2,1 1,0-1,1 0,0-1,1 0,0 0,0-1,1-1,1 1,-4-2,0-1,1 0,-1 0,1-1,0 0,0 0,0-1,1 0,-1-1,1 0,-1-1,1 0,0 0,-1-1,1 0,0-1,0 0,-1 0,1-1,-1-1,1 1,-1-2,0 1,0-1,0 0,-1-1,1 0,3-4,0-8,0 0,-1-1,-1-1,-1 0,-1 0,0-1,-1 0,-2 0,0 0,-1-1,-1 0,0 0,-2 0,-1-6,3-2,-1 1,-1 0,-2-1,0 1,-2 0,-3-7,6 32,-1 0,1-1,-1 1,0 0,0 0,-1-1,1 1,-1 0,1 0,-1 1,0-1,0 0,0 0,0 1,-1-1,1 1,-1 0,0 0,1 0,-1 0,0 0,0 1,0-1,0 1,-1 0,1 0,0 0,0 0,-1 1,1-1,-1 1,1 0,0 0,-1 0,1 0,-2 1,-15 3,-1 2,1 0,0 1,1 1,-1 1,2 1,-1 0,-4 6,-6 0,-48 29</inkml:trace>
  <inkml:trace contextRef="#ctx0" brushRef="#br1" timeOffset="134">16323 4621,'2'2,"4"3,2 4,0-1</inkml:trace>
  <inkml:trace contextRef="#ctx0" brushRef="#br0" timeOffset="135">12754 10316,'1'-5,"1"-1,-1 1,1 0,0-1,1 1,-1 0,1 0,0 1,0-1,1 1,-1-1,1 1,3-3,4-5,49-62,13-14,50-81,-99 133,-24 47,-62 204,2 39,21-88,36-154,3-9,0 0,0-1,0 1,-1 0,1 0,-1 0,0 0,0 0,0-1,0 1,-1 0,1-1,-1 1,1-1,-1 0,0 1,0-1,0 0,0 0,0 0,-1 0,1-1,-1 1,1 0,-1-1,1 0,-2 1,-111-19,149 14,-31 3,162 0,59 11,-206-9</inkml:trace>
  <inkml:trace contextRef="#ctx0" brushRef="#br0" timeOffset="136">13730 10249,'0'-1,"-1"1,1-1,-1 1,1-1,-1 1,1-1,-1 0,1 1,0-1,-1 0,1 1,0-1,0 0,-1 1,1-1,0 0,0 0,0 1,0-1,0 0,0 0,0 1,0-1,0 0,0 1,1-1,-1 0,0 1,0-1,1 0,-1 1,0-1,1 0,-1 1,1-1,61-105,-32 63,101-165,-131 208,0 0,0 0,0 1,0-1,0 0,0 0,0 1,1-1,-1 0,0 0,0 0,0 1,0-1,1 0,-1 0,0 0,0 1,0-1,1 0,-1 0,0 0,0 0,1 0,-1 0,0 0,0 0,1 1,-1-1,0 0,0 0,1 0,-1 0,0 0,0 0,1 0,-1-1,0 1,0 0,1 0,-1 0,0 0,0 0,1 0,-1 0,0 0,0-1,1 1,-1 0,0 0,0 0,0-1,0 1,1 0,-1 0,-2 26,2-26,-109 537,92-404,17-131,0-1,1 0,-1 0,0 0,0 1,-1-1,1 0,0 0,0 1,-1-1,1 0,0 0,-1 0,1 0,-1 0,0 1,1-1,-1 0,0 0,1-1,-1 1,0 0,0 0,0 0,0 0,0-1,0 1,0 0,0-1,0 1,-1-1,1 1,0-1,0 0,0 1,0-1,-1 0,1 0,0 0,0 0,-1 0,1 0,0 0,0-1,-1 1,1 0,0 0,0-1,0 1,0-1,0 0,0 1,-1-1,1 0,-119-54,120 55,0 0,1 0,-1 0,0-1,0 1,0 0,0 0,1 0,-1 0,0-1,0 1,0 0,0 0,0 0,0-1,0 1,0 0,0 0,1 0,-1-1,0 1,0 0,0 0,0 0,0-1,0 1,0 0,0 0,-1 0,1-1,0 1,0 0,0 0,0 0,0-1,0 1,0 0,0 0,0 0,-1-1,1 1,26 3,-25-3,40 6,252 25,-211-33,-68-1</inkml:trace>
  <inkml:trace contextRef="#ctx0" brushRef="#br0" timeOffset="137">12847 11278,'-6'-1,"1"-2,0 1,0-1,0 1,0 1,0-1,-1 1,1 0,-1 0,1 0,-1 1,1 0,-1 0,1 0,-1 1,1 0,-1 0,1 0,-1 1,1 0,0 0,0 0,0 1,0-1,0 1,1 0,-1 0,1 1,-4 3,2 5,0 0,1 0,0 0,1 0,0 1,1 0,1 0,0 0,0 0,2 0,-1 0,2 1,0-1,0 0,1 0,3 7,-1-4,1-2,1 1,0 0,1-1,1 0,0-1,1 0,1 0,-1-1,2 0,0-1,0 0,1-1,1 0,-1 0,2-2,-5-1,1-1,0 0,0-1,0 0,1-1,0 0,0-1,0 0,0-1,0 0,0 0,1-1,-1-1,0 0,1-1,-1 0,1 0,-1-1,0-1,0 0,0 0,3-3,-5 1,0 0,-1 0,0-1,0 0,0 0,-1-1,0 0,0 0,-1-1,0 0,0 0,-1 0,0-1,-1 1,1-1,-2-1,1 1,-1-2,3-9,-2 0,0-1,-1 0,-1 1,-1-1,0 0,-2 0,-1-2,0 3,-1 0,0 1,-2 0,0 0,-1 0,-1 1,-5-9,8 19,0 0,-1 0,0 1,0-1,-1 1,1 0,-1 1,-1 0,1 0,-1 0,0 0,-1 1,1 1,-1-1,0 1,0 0,-5-1,7 4,0-1,0 1,-1 0,1 0,0 1,-1 0,1 0,0 0,-1 1,1 0,0 0,0 1,0-1,0 1,0 1,0-1,0 1,1 0,-1 0,1 1,0 0,0 0,0 0,0 0,1 1,0 0,0 0,-3 4,0 1,0 2,0-1,1 1,0 0,1 0,1 0,0 1,0 0,1-1,1 2,0-1,1 0,0 7,10 54,8-8</inkml:trace>
  <inkml:trace contextRef="#ctx0" brushRef="#br0" timeOffset="138">15962 10356,'-9'27,"1"1,2 1,0-1,2 1,1 0,2 0,1 12,0-38,0 1,0-1,1 1,-1-1,1 0,0 1,0-1,0 1,1-1,-1 0,1 0,-1 0,1 0,0 0,0 0,1-1,-1 1,1 0,-1-1,1 0,0 0,0 0,-1 0,2 0,-1 0,0-1,0 0,0 1,1-1,-1 0,1-1,-1 1,1-1,9-1,0 0,0-2,0 0,0 0,0-1,-1-1,0 0,0 0,0-1,-1-1,0 0,0-1,0 0,-1 0,7-9,1 2,-2 0,0-1,0-1,-2-1,0 0,-1-1,-1 0,-1-1,-1 0,0-1,-2 0,0 0,3-19,-9 35,-1-1,0 1,0-1,-1 0,0 0,0 1,0-1,-1 0,1 0,-1 1,-1-1,1 0,-1 1,0-1,0 1,-1 0,1 0,-1 0,0 0,-1 0,1 1,-1-1,0 1,0 0,0 0,-1 0,1 1,-1 0,0-1,0 2,0-1,0 1,-8-2,1 0,0 1,-1 1,1 0,-1 1,0 0,0 1,0 0,1 1,-1 0,0 1,1 1,0 0,-1 1,1 0,0 1,1 0,-1 1,1 0,0 1,1 0,-1 1,1 0,1 0,0 1,0 0,1 1,0 0,0 0,1 1,1 0,-5 9,-18 43,7-3</inkml:trace>
  <inkml:trace contextRef="#ctx0" brushRef="#br0" timeOffset="139">15868 11238,'0'16,"1"1,0-1,1 0,1 0,0 0,1 0,1 0,0-1,2 1,-1-2,2 1,0-1,0 0,2 0,0-1,0-1,1 1,0-2,1 0,1 0,0-1,0 0,1-1,0-1,0 0,1-1,0-1,0 0,-5-2,-1 0,1 0,-1-1,1 0,0-1,0 0,0-1,0 0,1 0,-1-1,0-1,0 1,0-2,0 1,0-1,0-1,0 0,0 0,-1-1,0-1,0 1,0-1,0-1,-1 1,1-2,5-5,-6-1,-2-1,0 1,0-1,-1-1,-1 1,0-1,-1 0,0 1,-2-1,0 0,0 0,-1-1,-1 1,-1 0,0 0,-1 1,0-1,-1 0,-1 1,0 0,-5-9,3 8,1 1,-2 0,0 0,-1 1,0 0,-1 0,0 1,-1 0,-10-8,17 16,-2 0,1 0,0 0,-1 1,0 0,1 0,-1 0,-1 1,1 0,0 0,0 0,-1 1,1 0,-1 0,1 1,-1-1,1 2,-1-1,0 1,1 0,0 0,-1 0,1 1,-6 3,-3 2,0 2,1-1,0 2,0 0,1 1,1 0,0 1,-7 8,-37 44</inkml:trace>
  <inkml:trace contextRef="#ctx0" brushRef="#br0" timeOffset="140">12741 12562,'-8'10,"1"0,1 0,0 1,0 0,1 0,0 0,1 0,1 1,0 0,0 0,1 0,0 0,1 0,1 1,0-1,0 0,2 0,-1 1,1-1,1 0,0-1,1 1,0-1,1 1,0-1,5 6,1-2,1-1,0-1,2 1,-1-2,2 0,-1-1,2 0,-1-1,1-1,1-1,0 0,0-1,0-1,1 0,0-1,0-2,0 1,1-2,-1 0,1-2,-1 0,14-2,-25 1,1 0,0-1,-1 0,0 0,1 0,-1-1,0-1,0 1,0-1,-1 0,1 0,-1-1,0 0,-1 0,1 0,-1-1,0 0,0 0,0 0,-1-1,0 0,-1 1,1-1,-1 0,-1-1,1 1,1-8,-3-5,-1-1,0 1,-1-1,-1 1,-1-1,-1 1,-1 0,-1 0,0 1,-2 0,0 0,-1 1,-1-1,0 2,-2 0,0 0,-6-5,4 3,-1 0,-1 1,-1 1,-1 1,0 0,-1 1,-1 1,-9-5,20 14,0 0,0 0,-1 1,0 0,0 1,0 0,0 0,0 1,-1 1,1 0,-1 0,1 1,-1 0,1 1,-1 0,1 0,0 1,-1 1,1 0,-3 1,5 0,0 1,-1 0,2 0,-1 0,1 1,-1 0,2 1,-1 0,1 0,0 0,0 1,1-1,0 1,0 1,1-1,0 1,1-1,0 1,0 0,1 0,0 1,0-1,1 0,0 1,1-1,0 1,1-1,0 0,0 1,1-1,0 0,1 0,0 1,29 60,8-8</inkml:trace>
  <inkml:trace contextRef="#ctx0" brushRef="#br0" timeOffset="141">13890 12802,'-5'1,"1"-1,0 1,0 0,0 0,-1 1,1-1,0 1,1 0,-1 0,0 0,0 1,1-1,-1 1,1 0,0 0,0 0,0 0,0 0,1 1,-1-1,1 1,0 0,0 0,0 0,1 0,-1 0,1 0,0 0,0 0,0 1,1-1,0 0,-1 0,1 1,1-1,-1 0,1 1,0-1,1 6,2 0,-1 0,1 0,1 0,0-1,0 0,1 0,0 0,0-1,1 0,1 0,-1-1,1 1,0-2,0 1,8 3,1 1,1-1,-1-1,2 0,-1-2,1 0,0-1,1-1,9 1,-17-3,-1-1,1-1,0 0,-1 0,1-1,0 0,0-1,0-1,-1 0,1 0,-1-1,1-1,-1 0,0 0,-1-1,1-1,-1 0,0 0,0-1,-1 0,0 0,0-1,0-1,-1 1,-1-1,1-1,0-2,-1-2,0 0,-1-1,-1 0,0 1,-1-2,-1 1,0 0,-1-1,-1 1,0-1,-1 1,-1-1,-1 1,0-1,0 1,-2-1,0 1,-5-11,6 16,-1 0,-1 0,0 0,0 0,-1 1,0 0,0 0,-1 0,0 1,-1 0,0 1,0 0,-1 0,1 0,-2 1,1 1,-1 0,1 0,-1 0,-1 1,1 1,0 0,-1 0,0 1,0 1,0-1,0 2,-8 0,-1 2,1 0,0 1,0 1,0 0,0 2,1 0,-1 1,2 1,-15 9,-12 8,1 3,2 1,-23 21,-40 42,14-6</inkml:trace>
  <inkml:trace contextRef="#ctx0" brushRef="#br0" timeOffset="142">12887 14367,'21'-67,"3"2,2 1,15-21,2-8,36-85,-68 160,-10 18,-1 0,1 0,-1 0,1 1,-1-1,1 0,0 0,-1 0,1 1,-1-1,1 0,-1 0,1 1,-1-1,0 1,1-1,-1 0,1 1,-1-1,0 1,1-1,-1 1,0-1,1 1,-1-1,0 1,0-1,0 1,1 0,-1-1,0 1,0-1,0 1,0-1,0 1,0 0,0-1,0 1,0-1,-1 1,1 0,0-1,0 1,0-1,-1 1,1-1,1 251,-2-132,-2 32,15 128,-11-267,19 68,-12-68</inkml:trace>
  <inkml:trace contextRef="#ctx0" brushRef="#br0" timeOffset="143">13930 14246,'-8'10,"0"1,1-1,0 1,0 0,1 1,1 0,0 0,0 0,1 0,1 1,0 0,1-1,0 2,1-7,1 1,0-1,0 1,0-1,1 0,0 1,1-1,0 0,0 0,0 0,1 0,0 0,0 0,1-1,-1 1,2-1,-1 0,1-1,-1 1,2-1,-1 0,1 0,1 1,6 2,1-1,0 0,0-1,0-1,1 0,-1-1,1 0,1-1,-1-1,0-1,0 0,1-1,-1 0,0-1,1-1,-1 0,0-2,0 1,-1-2,1 0,-1-1,0 0,0-1,2-2,-3 0,-1-1,0 0,-1-1,0 0,0-1,-1 0,-1-1,0 0,-1 0,0-1,-1 0,-1 0,0-1,-1 0,3-13,-2 6,-2-1,0 1,-2-1,0 0,-1 0,-2 0,0 0,-2 0,0 0,-4-11,5 24,-1 1,0-1,0 1,-1 0,0 0,0 1,-1-1,0 1,-1 0,0 0,0 1,0-1,-1 1,0 1,-1-1,1 2,-1-1,-1 1,1 0,-1 0,1 1,-1 0,-1 1,1 0,0 0,-2 1,-11 1,0 2,0 0,0 2,0 0,1 1,-1 2,1 0,0 1,1 1,0 1,0 1,0 0,2 2,-1 0,2 1,-1 1,-13 14,-100 101,79-68</inkml:trace>
  <inkml:trace contextRef="#ctx0" brushRef="#br0" timeOffset="144">13008 13926,'0'-1,"1"1,-1-1,1 1,-1-1,1 1,-1 0,1-1,0 1,-1 0,1-1,-1 1,1 0,0-1,0 1,-1 0,1 0,0 0,-1 0,1 0,0 0,0 0,-1 0,1 0,0 0,-1 0,1 0,0 1,-1-1,1 0,0 0,-1 1,1-1,0 0,-1 1,1-1,-1 1,1-1,-1 1,1-1,-1 1,1-1,-1 1,1 0,-1-1,0 1,1 0,-1 0,-7 37,-14 0,-2-1,-1-1,-2-1,-1-1,-12 8,13-11,-117 137,132-151,24-25,161-195,36-38,-163 198,-47 42,0 1,1-1,-1 1,0-1,1 1,-1 0,0-1,1 1,-1-1,1 1,-1 0,0 0,1-1,-1 1,1 0,-1 0,1-1,-1 1,1 0,-1 0,1 0,-1 0,1 0,-1 0,1 0,-1 0,1 0,0 0,-1 0,1 0,-1 0,1 0,-1 0,1 1,-1-1,0 0,1 0,-1 1,1-1,-1 0,1 1,-1-1,0 0,1 1,-1-1,0 0,1 1,-1-1,0 1,1-1,-1 1,0-1,0 1,0-1,1 1,-1-1,0 1,0-1,0 1,0-1,0 1,-3 36,3-35,-17 155,8 1,9 126,1-174,-1-106,0-2,1-1,-1 1,1 0,-1-1,0 1,0-1,0 1,0 0,0-1,0 1,0 0,0-1,-1 1,1-1,0 1,-1-1,0 1,1-1,-1 1,0-1,0 1,0-1,0 0,0 1,0-1,0 0,0 0,0 0,-1 0,1 0,0 0,-1 0,1 0,-1-1,1 1,-1 0,1-1,-1 0,1 1,-1-1,1 0,-1 1,-204-8,383 10,114 18,-353-18,-182-3,219 2,25-2,0 0,1 0,-1 1,0-1,0 0,0 0,0 0,1 0,-1 0,0 0,0 1,0-1,0 0,0 0,0 0,1 1,-1-1,0 0,0 0,0 0,0 1,0-1,0 0,0 0,0 0,0 1,0-1,0 0,0 0,0 0,0 1,0-1,0 0,0 0,0 0,0 1,-1-1,1 0,0 0,0 0,0 1,0-1,26 6,24 3,1-3,0-2,-1-2,1-2,10-4,-17-1</inkml:trace>
  <inkml:trace contextRef="#ctx0" brushRef="#br0" timeOffset="145">14130 14099,'-10'-5,"-1"0,0 0,0 1,0 1,0 0,0 1,-1 0,1 0,-1 1,0 1,1 0,-1 1,0 0,1 0,-1 1,1 1,0 0,0 1,0 0,0 0,0 1,1 1,-7 4,6 2,0 0,1 1,0 0,1 0,0 1,1 0,1 0,0 1,1 0,1 0,1 1,0 0,0-1,2 1,0 1,1-1,0 13,1-19,0 1,1-1,0 0,1 0,0 0,1 0,0-1,0 1,1 0,0-1,1 0,0 0,0-1,1 1,0-1,1 0,-1-1,1 1,1-1,0-1,0 1,0-2,1 1,-1-1,1 0,0-1,1 0,-1 0,4 0,-3-1,1-1,0 0,-1 0,1-1,0-1,0 0,0 0,0-1,0-1,0 1,-1-2,1 1,-1-2,1 1,-1-2,0 1,-1-1,1-1,-1 1,0-2,0 1,-1-1,0-1,0 1,0-1,-1-1,-1 1,5-8,-3 2,0 0,-1 0,-1-1,0 0,-1-1,0 1,-2-1,0 0,0 0,-2 0,0 0,-1 0,0-1,-1 1,-1 0,-1 0,0 0,-1 1,0-1,-2 1,0 0,0 0,-2 1,0 0,0-1,4 10,-1 0,1 1,-1-1,1 1,-1 0,-1 0,1 0,0 1,-1 0,0 0,0 0,0 1,0 0,0 0,0 1,0-1,-1 1,1 1,0-1,-1 1,-2 0,-29 6</inkml:trace>
  <inkml:trace contextRef="#ctx0" brushRef="#br0" timeOffset="146">15093 13070,'-34'185,"8"1,-1 155,18 375,10-629,0 142,-1-203</inkml:trace>
  <inkml:trace contextRef="#ctx0" brushRef="#br0" timeOffset="147">16055 13351,'112'-334,"-65"196,-41 126,-5 22,-78 347,22-62,40-216</inkml:trace>
  <inkml:trace contextRef="#ctx0" brushRef="#br0" timeOffset="148">15868 14326,'151'-253,"-117"206,-26 50,-12 60,-13 58,5 2,5 97,8-149</inkml:trace>
  <inkml:trace contextRef="#ctx0" brushRef="#br0" timeOffset="149">15227 15343,'540'14,"180"-3,-690-12,-4 1,-1-1,0 0,0-2,0-1,0-1,15-6,-20 1</inkml:trace>
  <inkml:trace contextRef="#ctx0" brushRef="#br0" timeOffset="150">15789 12348,'16'6,"16"6,19 2,21 1,19 1,17-1,10-3,4-3,-4-3,-10-3,-14-1,-19-2,-20-3,-17-1,-19 3,-18 4,-18 5,-6 2</inkml:trace>
  <inkml:trace contextRef="#ctx0" brushRef="#br0" timeOffset="151">12125 13471,'-2'16,"-1"12,0 10,-1 13,-3 15,-5 18,-4 21,-7 24,-6 26,-7 23,-7 19,-5 15,6-30</inkml:trace>
  <inkml:trace contextRef="#ctx0" brushRef="#br0" timeOffset="152">8957 13872,'-11'-4,"-2"-2,2 4,4 6,4 6,3 6,0 0</inkml:trace>
  <inkml:trace contextRef="#ctx0" brushRef="#br0" timeOffset="153">8877 14300,'0'16,"-3"7,0 5,0-3</inkml:trace>
  <inkml:trace contextRef="#ctx0" brushRef="#br0" timeOffset="154">8837 14794,'2'23,"1"14,-2 8,-2-4</inkml:trace>
  <inkml:trace contextRef="#ctx0" brushRef="#br1" timeOffset="155">1424 3896</inkml:trace>
  <inkml:trace contextRef="#ctx0" brushRef="#br1" timeOffset="156">2058 3877,'-106'-31,"-80"-13,-1 7,149 32</inkml:trace>
  <inkml:trace contextRef="#ctx0" brushRef="#br1" timeOffset="157">2729 6542</inkml:trace>
  <inkml:trace contextRef="#ctx0" brushRef="#br2" timeOffset="158">543 9152,'17'7,"43"12,1-2,0-3,0-3,2-3,-1-2,-40-5</inkml:trace>
  <inkml:trace contextRef="#ctx0" brushRef="#br2" timeOffset="159">1818 7015,'-46'1,"-119"8</inkml:trace>
  <inkml:trace contextRef="#ctx0" brushRef="#br2" timeOffset="160">1818 7015</inkml:trace>
  <inkml:trace contextRef="#ctx0" brushRef="#br0" timeOffset="161">13850 11732,'-10'11,"7"-8,-1 1,0-1,1 0,-1 0,-1 0,1-1,0 1,-1-1,1 0,-1-1,0 1,1-1,-1 1,0-2,0 1,-1 0,5-2,0 1,0-1,1 1,-1-1,0 0,0 1,1-1,-1 0,1 1,-1-1,1 0,-1 0,1 0,-1 0,1 1,0-1,0 0,-1 0,1 0,0 0,0 0,0 0,0 0,0 0,0 0,0 0,0 0,0 0,1 1,-1-1,0 0,0 0,1 0,-1 0,1 0,-1 1,1-1,-1 0,1 0,-1 1,1-1,0 0,-1 1,1-1,0 0,0 1,0-1,-1 1,1 0,0-1,0 1,1-1,87-7,-66 8,206 14,-217-13</inkml:trace>
  <inkml:trace contextRef="#ctx0" brushRef="#br0" timeOffset="162">14860 3980,'64'7,"134"17,1-9,22-8,-108-7,-113 0,1 0,0 1,-1-1,1 0,-1 0,1 0,0 0,-1 1,1-1,-1 0,1 0,0 0,-1 0,1 0,-1-1,1 1,0 0,-1 0,1 0,-1 0,1-1,-1 1,1 0,0 0,-1-1,1 1,-1-1,1 1,-1 0,0-1,1 1,-1-1,1 1,-1-1,0 1,1-1,-1 1,0-1,0 0,0 1,1-1,-1 1,0-1,0 0,0 1,0-1,0 1,0-1,0 0,0 1,0-1,0 0,-6-10</inkml:trace>
  <inkml:trace contextRef="#ctx0" brushRef="#br1" timeOffset="156">96 3913</inkml:trace>
  <inkml:trace contextRef="#ctx0" brushRef="#br1" timeOffset="155">406 3913,'-36'10,"-18"7,43-13</inkml:trace>
  <inkml:trace contextRef="#ctx0" brushRef="#br0" timeOffset="12">1555 3892,'858'-26,"-442"3,184-2,-302 49,-164-20,-118-14,-16 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2,'0'-2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629 14,'1'-2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27 916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0,'0'1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82 0,'15'134,"-15"-121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1133 369,'78'-151,"-69"67,-6 20,5-2,-9 66,-1-1,1 0,0 1,0-1,-1 1,1 0,0-1,-1 1,1 0,-1 0,1 0,0 0,-1 0,1 0,0 0,-1 1,1-1,0 0,-1 1,1-1,0 1,0 0,-1-1,1 1,0 0,0-1,0 1,0 0,0 0,0 0,0 0,-2 1,-25 14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962 0,'0'0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1151 56,'0'0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1294 115,'0'-1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90 0,'0'1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84 4323,'-12'86,"-28"156,40-196,-10 110,2-100,3-1,2 1,3 36,-5 86,4-149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0,'-1'1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228 9,'0'0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32,'0'-7,"-1"1,0-1,0 1,0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11 449,'2'-26,"1"0,1-1,1 1,8-21,-2 4,31-184,-42 226,5-24,-5 25,0 1,0-1,1 0,-1 0,0 1,0-1,0 0,0 0,0 0,1 1,-1-1,0 0,0 0,0 0,0 1,1-1,-1 0,0 0,0 0,1 0,-1 0,0 0,0 1,1-1,-1 0,0 0,0 0,1 0,-1 0,0 0,0 0,1 0,-1 0,0 0,1 0,-1 0,0-1,0 1,1 0,-1 0,0 0,0 0,0 0,1 0,-1-1,0 1,0 0,1 0,-1 0,0 0,0-1,0 1,0 0,0 0,1-1,-1 1,0 0,0 0,0-1,0 1,0 0,4 11,-1 0,-1 1,0-1,-1 1,0-1,0 1,-1 0,-1-1,0 5,-1 17,2 28,-1 87,-14 97,3-131,11-112,1-1,-1 1,1 0,-1-1,0 1,0-1,1 1,-1-1,0 1,-1-1,1 0,0 1,0-1,-1 0,1 0,0 0,-1 0,1 0,-1 0,1 0,-1 0,0-1,1 1,-1-1,0 1,1-1,-1 0,0 1,0-1,1 0,-1 0,0 0,0-1,1 1,-1 0,0-1,0 1,1-1,-1 1,-1-2,-29 2,219-29,-14 13,-149 15</inkml:trace>
  <inkml:trace contextRef="#ctx0" brushRef="#br0" timeOffset="1">719 35,'2'5,"6"5,5 11,11 9,9 5,9 6,8 4,5 0,0-1,-3-2,-3-3,-8-3,-8-5,-8-6,-6-4,-6-4,-5-8,-4-4</inkml:trace>
  <inkml:trace contextRef="#ctx0" brushRef="#br0" timeOffset="2">1213 35,'-3'-2,"-1"0,1 0,-1 1,0 0,1-1,-1 1,0 1,0-1,0 0,0 1,0 0,0 0,0 0,0 1,0-1,1 1,-1 0,0 0,0 0,0 0,1 1,-1-1,1 1,-1 0,1 0,0 1,0-1,0 1,0-1,0 1,0 0,1 0,-1 0,1 0,0 1,0-1,-1 2,-62 154,22-43,9-51,-3-3,-3 0,-2-3,-16 14,37-56,17-22</inkml:trace>
  <inkml:trace contextRef="#ctx0" brushRef="#br0" timeOffset="3">599 397,'-7'-3,"0"3,8 2,13 1,20 1,20-1,22-3,20-4,14-6,5-3,-4-2,-14 1,-18 4,-22 3,-24 3,-18 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0 482,'1'-19,"88"-169,22-86,-108 309,-13 150,-30 156,18-128,22-212,0 0,1 0,-1 0,0-1,0 1,0 0,0 0,0 0,0 0,0 0,0 0,0 0,-1 0,1 0,0 0,0-1,-1 1,1 0,-1 0,1 0,-1 0,1-1,-1 1,1 0,-1-1,0 1,1 0,-1-1,0 1,0-1,1 1,-1-1,0 1,0-1,0 0,0 1,1-1,-1 0,0 0,0 1,0-1,0 0,0 0,0 0,0 0,0 0,0 0,0-1,1 1,-1 0,0 0,0-1,0 1,0 0,0-1,1 1,-1-1,0 1,0-1,1 0,-1 1,0-1,1 0,-1 0,-31-22,51 15,246 6,-45 11,-186-7</inkml:trace>
  <inkml:trace contextRef="#ctx0" brushRef="#br0" timeOffset="1">775 174,'-2'-7,"1"2,6 10,9 12,8 12,10 11,9 10,8 8,3 2,2 1,1-1,-3-1,-3-7,-5-5,-8-9,-8-5,-6-9,-7-9</inkml:trace>
  <inkml:trace contextRef="#ctx0" brushRef="#br0" timeOffset="2">1404 147,'-16'-4,"-10"2,-4 7,-3 9,0 9,4 10,2 8,1 9,0 4,-2 5,-3 2,-3-4,0-3,-2-8,4-6,4-10,8-11</inkml:trace>
  <inkml:trace contextRef="#ctx0" brushRef="#br0" timeOffset="3">682 495,'-25'-5,"41"0,415 1,7 5,-394 4,-59 0,-61-2,50-2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0,'-16'11,"-28"24,-6 9</inkml:trace>
  <inkml:trace contextRef="#ctx0" brushRef="#br0">358 46,'-8'-2,"-24"-9,0 2,-1 1,-1 2,1 1,-1 2,-8 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1259 187,'-46'-10,"-1"-2,2-2,0-2,-10-7,-90-30,103 39,-1 2,0 2,-1 1,0 3,0 1,0 3,0 1,-1 2,1 2,0 3,0 1,1 1,-19 8,48-10,1 0,-1 0,1 1,0 1,1 0,0 1,0 0,1 1,0 0,1 1,0 0,0 1,1 0,1 0,0 1,1 0,0 0,1 1,1-1,0 1,-1 6,-1 2,1 0,0 0,2 1,1 0,1 0,0 0,2 0,1 0,0 0,2 0,1 0,1-1,0 0,2 0,1 0,0 0,2-1,0-1,1 0,8 9,8-1,1-1,2-2,1-1,0-1,2-2,1-1,0-1,1-2,1-2,1-1,0-2,0-2,5 0,7 5,1-3,1-2,0-2,0-2,0-2,1-3,-1-2,1-2,-1-2,5-3,-37 3,1-1,-1 0,0-1,0-1,-1-1,0-1,0 0,-1-1,-1-1,0-1,0 0,-2-1,1 0,-2-1,0-1,-1 0,0-1,5-13,-3 5,-2-1,-1 0,-1-1,-1-1,-2 1,0-1,-2 0,-1-1,-1 1,-2-1,-1 0,-1 1,-1-1,-2 1,-1 0,-1-1,-1 2,-3-6,3 17,-1 0,-1 1,0 0,-1 0,0 1,-1 1,-1 0,0 0,0 1,-2 1,1 0,-2 0,1 2,-1 0,-1 0,1 2,-1 0,-1 0,1 2,-1 0,0 1,-15-2,-108-12,2 12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257 143,'-4'-4,"-2"0,2 8,7 12,7 15,9 11,10 13,9 5,8 4,7 1,3-5,0-5,-4-8,-3-9,-8-11,-8-10,-11-9</inkml:trace>
  <inkml:trace contextRef="#ctx0" brushRef="#br0" timeOffset="1">712 156,'-18'3,"-11"6,-5 10,-1 13,1 9,1 12,3 9,-2 1,-1 3,0-3,1-9,4-8,6-12</inkml:trace>
  <inkml:trace contextRef="#ctx0" brushRef="#br0" timeOffset="2">70 464,'-16'0,"-7"0,2 0,11 0,20 0,20 0,25-3,22-4,20-4,12 0,5-1,-4 2,-9 3,-13 3,-12 3,-14 3,-18 1</inkml:trace>
  <inkml:trace contextRef="#ctx0" brushRef="#br0" timeOffset="3">1206 397,'3'-52,"2"1,2 0,3 1,2 0,2 0,4-4,-3 15,-6 51,-7 27,-1 1,-3-1,-1 0,-3 14,2-20,-14 98,-27 95,32-190,6-28</inkml:trace>
  <inkml:trace contextRef="#ctx0" brushRef="#br0" timeOffset="4">1166 624,'-4'-4,"0"-3,6 2,11 0,15-1,14 1,12-1,5 0,2 2,-10 1</inkml:trace>
  <inkml:trace contextRef="#ctx0" brushRef="#br0" timeOffset="5">1755 597,'9'-2,"5"-1,-2 0,-9 1,-18 0,-5 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187 130,'-7'12,"0"12,6 12,10 11,13 8,13 5,10 3,7-2,1-3,-1-6,-6-8,-8-9,-8-10,-9-10</inkml:trace>
  <inkml:trace contextRef="#ctx0" brushRef="#br0" timeOffset="1">507 211,'-13'3,"-10"4,-5 11,-2 11,-1 13,5 9,5 9,3 2,1 0,0-1,2-5,-2-6,2-13</inkml:trace>
  <inkml:trace contextRef="#ctx0" brushRef="#br0" timeOffset="2">0 492,'16'5,"16"1,20-1,18 0,18-4,14-4,8-7,2-3,-7-4,-13-2,-21 3</inkml:trace>
  <inkml:trace contextRef="#ctx0" brushRef="#br0" timeOffset="3">1136 332,'46'-72,"-17"30,-2-2,-2-1,-2-1,5-19,-23 47,-11 34,-7 33,3 1,2 1,3 0,1-1,3 43,1-26,-4 0,-12 66,14-121,-1 0,0 1,-1-1,-1 0,1-1,-2 1,0-1,-5 8,-6 2</inkml:trace>
  <inkml:trace contextRef="#ctx0" brushRef="#br0" timeOffset="4">1136 720,'2'-5,"8"-3,11-1,16-1,12-1,13 1,6 3,1 2,-11 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0 520,'144'-264,"-22"27,-108 219,-14 18,1 0,-1 0,0 0,1 0,-1 0,1 0,-1 0,0 0,1 1,-1-1,1 0,-1 0,0 0,1 1,-1-1,0 0,1 0,-1 1,0-1,1 0,-1 1,0-1,0 0,0 1,1-1,-1 1,0-1,0 0,0 1,0-1,0 1,0-1,1 0,-1 1,0-1,0 1,0-1,0 1,-1-1,1 0,0 1,0-1,0 1,0-1,0 0,0 1,-1-1,1 0,0 1,0-1,-1 0,1 1,0-1,0 0,-1 1,1-1,0 0,-1 0,1 1,-56 303,51-268,2 1,1 0,2 0,1 0,3 0,0 0,3 1,7 10</inkml:trace>
  <inkml:trace contextRef="#ctx0" brushRef="#br0" timeOffset="1">629 159,'16'9,"14"10,11 10,6 8,3 7,1 1,-4 4,-4-1,-4-3,-4-8,-4-7,-2-9,-4-10,-6-7</inkml:trace>
  <inkml:trace contextRef="#ctx0" brushRef="#br0" timeOffset="2">1136 159,'-16'0,"-9"5,-6 7,-2 10,1 9,3 9,2 9,0 5,4 5,0 1,-2 0,-2-3,2-10,5-12</inkml:trace>
  <inkml:trace contextRef="#ctx0" brushRef="#br0" timeOffset="3">588 453,'7'0,"14"0,21-2,21-4,22-2,15-2,8-3,-4 2,-10 3,-17 2,-21 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0 494,'28'-82,"-4"-1,8-53,11-42,-36 163,-2 21,0 28,-2 471,7-420,-1-59</inkml:trace>
  <inkml:trace contextRef="#ctx0" brushRef="#br0" timeOffset="1">481 160,'16'7,"12"6,11 9,9 7,4 5,2 6,-1 5,-4 5,-4 0,-4-2,-4-6,-4-8,0-11,-2-8,-6-7</inkml:trace>
  <inkml:trace contextRef="#ctx0" brushRef="#br0" timeOffset="2">1069 173,'-18'9,"-13"10,-5 11,-2 9,1 8,3 4,5 0,2-1,4-2,4-8,2-8,0-9,2-9</inkml:trace>
  <inkml:trace contextRef="#ctx0" brushRef="#br0" timeOffset="3">494 428,'16'0,"19"0,22-3,23-4,22-7,15-2,7-4,-7 0,-16 1,-25 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69,'2'5,"5"7,7 10,9 7,10 8,9 5,8 2,5 2,2 0,0-2,-2-6,-4-3,-8-6,-9-8,-11-7</inkml:trace>
  <inkml:trace contextRef="#ctx0" brushRef="#br0" timeOffset="1">494 69,'-15'9,"-13"12,-6 12,-1 12,-3 11,2 8,2 4,2 0,2-5,2-6,3-11,4-13,5-12</inkml:trace>
  <inkml:trace contextRef="#ctx0" brushRef="#br0" timeOffset="2">0 376,'14'7,"20"2,23-5,19-9,18-10,11-6,3-1,-3 2,-10 5,-14 7,-20 10,-19 4</inkml:trace>
  <inkml:trace contextRef="#ctx0" brushRef="#br0" timeOffset="3">1083 337,'43'-297,"-32"257,-6 46,8 126,-9 321,-7-367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144 1,'-2'0,"1"0,6 4,6 7,6 10,7 11,6 11,5 7,5 7,3 5,4 1,1-4,4-4,-2-8,-4-9,-6-11,-9-13,-10-8</inkml:trace>
  <inkml:trace contextRef="#ctx0" brushRef="#br0" timeOffset="1">612 14,'-9'1,"-1"0,1 1,-1 1,1-1,0 1,0 1,0 0,1 0,-1 1,1 0,0 0,0 1,1 0,0 0,0 1,0 0,1 0,0 0,0 1,1 0,0 0,-235 291,219-277,5-8</inkml:trace>
  <inkml:trace contextRef="#ctx0" brushRef="#br0" timeOffset="2">10 282,'-9'-13,"30"14,-12 0,104 1,0-5,0-5,-1-5,0-5,-1-5,80-28,-170 46,-22 5,1 0,0 0,0 0,0 0,-1 0,1 0,0-1,0 1,0 0,0 0,-1 0,1 0,0 0,0 0,0-1,0 1,0 0,0 0,-1 0,1 0,0-1,0 1,0 0,0 0,0 0,0 0,0-1,0 1,0 0,0 0,0 0,0-1,0 1,0 0,0 0,0 0,0-1,0 1,0 0,0 0,0 0,0 0,0-1,1 1,-1 0,0 0,0 0,0 0,0-1,0 1,0 0,1 0,-1 0,0 0,0 0,0 0,0 0,-2-2,-8-5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1 501,'196'-457,"-174"414,-21 43,0 1,0 0,0 0,0 0,0 0,0 0,0 0,-1 0,1 0,0 0,-1 0,1 0,-1 0,1 0,-1 0,1 1,-1-1,0 0,0 0,0 1,0-1,0 0,0 0,0 1,0-1,0 0,0 0,-1 1,1 0,-15 315,12 30,4-346,-1 0,0 1,0-1,0 0,-1 1,1-1,0 0,0 1,-1-1,1 0,-1 0,1 1,-1-1,1 0,-1 0,0 0,0 0,0 0,1 0,-1 0,0 0,0 0,0 0,-1 0,1 0,0-1,0 1,0 0,0-1,-1 1,1-1,0 0,-1 1,1-1,0 0,-1 0,1 0,0 0,-1 0,1 0,0 0,-1 0,1 0,0-1,0 1,-1 0,1-1,0 0,0 1,-1-1,1 1,0-1,0 0,0 0,0 0,0 0,0 0,0 0,0 0,1 0,0 0,0 1,0-1,0 0,0 0,0 1,1-1,-1 0,0 1,0-1,1 0,-1 1,0-1,1 0,-1 1,1-1,-1 1,0-1,1 0,-1 1,1-1,0 1,-1 0,1-1,-1 1,1-1,0 1,-1 0,1 0,0-1,0 1,-1 0,1 0,0 0,-1 0,1 0,0 0,0 0,-1 0,1 0,0 0,0 0,-1 0,1 0,0 1,-1-1,1 0,0 1,1-2,93-9,1 5,20 3,-93 2,-2-1,-15 0,0 1,1 0,-1 0,1 0,-1 0,0 1,1 0,-1 1,0-1,0 1,0 1,0 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28,'15'-11,"180"7,100 43,208-37,-288-15,43-1,-11 1,161 5,145 3,-340 19,104 21,-127-5,-99-27,-91-3,0 0,-1 0,1 0,0 0,-1 0,1 0,0-1,-1 1,1 0,0 0,-1 0,1 0,0 0,0-1,-1 1,1 0,0 0,0 0,-1-1,1 1,0 0,0 0,0-1,-1 1,1 0,0-1,0 1,0 0,0-1,0 1,0 0,0-1,0 1,0 0,-1-1,1 1,1 0,-1-1,0 1,0 0,0 0,0-1,0 1,0 0,0-1,0 1,0 0,1-1,-1 1,0 0,0 0,0-1,1 1,-1 0,0 0,0-1,1 1,-1 0,0 0,0 0,1 0,-1-1,0 1,1 0,-1 0,1 0,-14-12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454 139,'4'-29,"-1"-16,-1 1,-2 23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0,'0'0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0,'0'0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0,'0'0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1164 1794,'-10'-112,"4"0,7-52,0 60,-1 32,-1-79,6 1,6 0,18-70,-21 182,-1-1,-2 0,-2 0,-2-38,-33-12,20 64,6 12,1 1,-2 0,0 0,0 1,-1 0,0 0,-1 1,0 0,-1 0,0 1,0 1,-1 0,0 0,-1 1,0 0,0 1,0 0,-11-3,-25-1,0 1,0 3,-1 1,0 3,-27 3,69-1,-14 0,-1 1,1 0,0 2,0 1,1 1,-1 0,1 2,0 0,1 1,0 1,0 1,0 1,2 0,-1 1,1 1,-14 15,15-12,1 1,0 0,2 1,0 1,1 0,1 1,0 0,2 1,1 0,0 0,-3 16,-62 135,59-148,2 1,0 0,2 1,0 0,2 1,1 0,1 0,-1 18,6 11,3 1,2-1,2 0,3 0,2-1,17 48,-7-28,-3 1,-3 1,-4 0,-3 1,-4 11,9 431,-14-411,-2 0,5 1,5 0,5-1,10 35,-12-100,-3 0,-1 0,-2 0,-2 11,-4 263,-24 4,38-94,-5-168,-3 0,-3 0,-2 0,-6 26,-6-1,-1 6,4 0,3 20,8 566,5-481,0-97,-5 0,-6 23,-23 110,11-102,-1 112,19 892,-1-585,-32-74,8-225,-24 127,33-87,14 3,1 478,14-340,-15 349,-3-647,-1-60,4 0,3 0,3-1,11 55,76 254,-73-292,3-1,4-1,35 77,-38-110,3-2,1 0,17 20,11 16,-39-57,1-2,2 0,1-1,1-1,1-1,1-1,1 0,2-2,16 11,-21-25,1 0,-1-2,1 0,1-1,0-2,-1 0,1-2,0 0,0-1,0-2,1 0,-2-2,1 0,0-1,-1-2,1 0,19-9,-18 7,-1-2,0 0,0-1,-1-1,0-2,-1 0,-1-1,0-1,-1 0,-1-2,0 0,-2-1,0-1,-1 0,-1-2,-1 1,-1-1,-1-1,-1 0,2-8,77-272,-80 281,0 2,-1-1,-1 1,0-2,-2 1,-1 0,0-1,-1-11,3-181,-1-161,-32 118,3 7,22-161,16 46,-28 48,-30-33,37 268,3 0,5-45,-1-21,-53-213,81 62,-26 271,2 0,1 0,1 0,1 1,1 0,2 1,1 0,1 0,4-4,0-6,-1-1,-1-1,-2 0,-2 0,-2-1,-1 0,-2-1,-2 1,-1-307,-7 252,-4 0,-19-81,10 70,-17-115,34 170,-13-138,-10 88,-18-120,38 182,-3 0,-1 0,-2 1,-7-18,8 28,2 0,1 0,1-1,2 1,-1-25,1 8,-1 0,-2 0,-9-27,5 13,2-1,3 0,3 0,2-15,0 65,0 1,-1-1,0 1,0 0,-1 0,0-1,0 1,-1 0,0 1,-1-1,0 0,0 1,-2-3,-1-3,1 0,0-1,1 0,0 0,1 0,1-1,-2-13,-7-27,-30-52,-22-20,48 95,11 24,0-1,1 0,0-1,1 1,0-1,0 1,1-1,0 0,0-6,-24-131,27-254,1 378,0 1,2-1,0 1,2 0,0 0,5-8,19-79,-21 55,2 0,3 1,1 0,22-46,-23 66,-1-1,-2 0,-1-1,1-15,46-102,-30 11,12-91,15-45,-46 221,-3-1,-2 1,-3-21,6-101,5 86,-3 28,-2 0,-3 0,-4-34,-25-277,20 314,5 34,-2 0,0 0,-2 0,-1 1,-1 0,-2 0,0 1,-4-6,1 11,2-1,0 1,2-1,0-1,1 0,2 0,0 0,1-2,-32-147,17 54,18 114,0 1,0 0,0 0,0 0,-1 0,1 0,-1 0,1 1,-1-1,0 0,0 1,0-1,0 1,0 0,0-1,0 1,0 0,0 0,-1 0,1 1,0-1,-1 1,1-1,-1 1,1-1,-28-7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135 188,'-2'-2,"1"1,0 0,-1 0,1 0,-1 0,0 0,1 0,-1 0,0 0,1 0,-1 1,0-1,0 1,0 0,0-1,1 1,-1 0,0 0,0 0,0 0,0 0,0 1,0-1,1 1,-1-1,0 1,0-1,1 1,-1 0,0 0,1 0,-1 0,1 0,-1 0,1 0,-1 1,1-1,0 1,0-1,0 1,-1 0,-7 12,0 1,2 1,-1 0,2-1,0 2,1-1,1 1,0 0,1 0,1 0,1 0,0 0,2 6,-2-17,0 0,1-1,0 1,0 0,1 0,0-1,0 1,0 0,1-1,-1 1,1-1,1 0,-1 1,1-1,0 0,0 0,0-1,1 1,0-1,-1 0,2 0,-1 0,0 0,1-1,0 1,0-1,0 0,3 1,3-2,1-1,0 0,0 0,-1-1,1-1,0 0,-1 0,1-1,0-1,-1 0,0 0,0-1,0-1,0 0,-1 0,0-1,0 0,0-1,-1 0,0-1,6-6,-6 6,-1 0,0-1,-1 1,0-2,0 1,-1-1,0 0,-1 0,0-1,-1 0,0 0,-1 0,0 0,0 0,-1-1,-1 1,0-1,0 1,-1-1,-1 0,0 1,-1-1,0 1,0 0,-1-1,-1 1,0 0,0 1,-1-1,-1 1,0 0,0 0,-2-1,4 4,-1 0,-1 1,1-1,-1 1,0 0,-1 0,1 1,-1 0,0 0,-1 0,1 1,-1 0,0 1,0-1,0 2,0-1,-1 1,1 0,0 1,-1 0,0 0,1 1,-1 0,1 1,-1 0,1 0,-1 0,1 1,0 1,-1 0,1 0,0 0,1 1,-1 0,1 0,-5 4,5-2,1 0,0 0,0 0,0 1,1 0,0 0,0 0,1 0,0 1,0 0,1 0,0 0,0 0,1 1,0-1,0 1,1-1,0 1,1-1,0 1,0 0,1-1,0 1,1-1,-1 1,2-1,-1 0,1 1,0-1,4 5,20 25</inkml:trace>
  <inkml:trace contextRef="#ctx0" brushRef="#br0" timeOffset="1">710 1,'6'4,"10"12,11 13,12 12,11 7,8 4,4 4,-3-2,-3-3,-8-6,-9-5,-12-8,-9-9</inkml:trace>
  <inkml:trace contextRef="#ctx0" brushRef="#br0" timeOffset="2">1150 28,'-16'2,"-11"8,-10 9,-3 10,-3 9,1 10,2 6,3 4,4 3,7-1,5-4,7-6,5-10,4-12</inkml:trace>
  <inkml:trace contextRef="#ctx0" brushRef="#br0" timeOffset="3">643 335,'4'-2,"16"-1,22 0,24-1,22-3,14-1,4 0,-6 1,-15 2,-19 5,-21 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0 596,'56'-64,"-4"-2,-2-3,-3-1,27-60,3-39,-64 143,-6 24,-8 73,-6 33,4 0,5 0,4-1,19 101,-13-154</inkml:trace>
  <inkml:trace contextRef="#ctx0" brushRef="#br0" timeOffset="1">748 115,'-7'14,"-1"16,-1 11,7 11,12 8,16 4,15 1,12-1,8-5,3-8,-3-6,-6-8,-12-6,-10-9,-10-5,-10-5</inkml:trace>
  <inkml:trace contextRef="#ctx0" brushRef="#br0" timeOffset="2">1136 302,'-18'9,"-13"12,-8 12,-6 14,-3 10,0 7,2 1,4 0,4-6,5-7,5-11,7-12</inkml:trace>
  <inkml:trace contextRef="#ctx0" brushRef="#br0" timeOffset="3">628 543,'9'-3,"14"3,20 0,22 0,24-1,16-4,7 0,-3 0,-12 1,-23 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14 370,'0'0,"0"0,0-1,0 1,-1 0,1 0,0-1,0 1,0 0,-1 0,1-1,0 1,0 0,-1 0,1 0,0-1,-1 1,1 0,0 0,-1 0,1 0,0 0,-1 0,1 0,0 0,0 0,-1 0,1 0,0 0,-1 0,1 0,0 0,-1 0,1 0,0 0,-1 0,1 0,0 0,-1 1,1-1,0 0,0 0,-1 0,1 1,0-1,0 0,-1 0,1 1,0-1,0 0,11-30,-8 25,22-45,-3 0,-1-1,-3-2,-2 0,3-24,-52 358,-28 60,58-327,2-20</inkml:trace>
  <inkml:trace contextRef="#ctx0" brushRef="#br0" timeOffset="1">549 116,'-5'0,"2"6,4 10,10 11,10 10,10 6,12 4,7 1,1-1,0-1,-4-4,-6-5,-8-4,-9-5,-9-6,-7-6</inkml:trace>
  <inkml:trace contextRef="#ctx0" brushRef="#br0" timeOffset="2">1003 102,'-13'5,"-12"8,-6 9,-4 9,0 12,3 6,7 5,5 2,3-1,6-2,1-5,-2-3,0-8,-4-7,1-10</inkml:trace>
  <inkml:trace contextRef="#ctx0" brushRef="#br0" timeOffset="3">469 437,'18'-2,"22"-4,22-2,22-5,16-2,7 2,0-1,-10 4,-15 2,-16 4,-20 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75,'-4'1,"0"0,-1 1,1-1,0 1,0 0,0 0,0 0,1 1,-1-1,1 1,-1 0,1 0,0 0,0 0,0 1,0-1,1 1,-1 0,1 0,0 0,-1 4,-24 92,24-79,1 1,2 0,0 0,1-1,1 1,1 0,0-1,6 16,-7-30,0 1,1-1,0 0,0 0,0 0,1 0,0 0,1-1,-1 1,1-1,0 0,1-1,-1 0,1 1,0-2,1 1,-1-1,1 0,0 0,0 0,0-1,0-1,0 1,1-1,6 1,-5-2,0 0,0-1,0 0,-1 0,1-1,0 0,0-1,0 0,-1-1,1 1,-1-1,0-1,0 0,0 0,0-1,-1 1,1-2,-1 1,-1-1,1 0,-1 0,4-6,-1 1,-1 0,0 0,0-1,-1 0,-1-1,0 0,-1 0,0 0,-1 0,-1-1,0 1,-1-1,0 0,-1-4,-1 2,-1-1,0 1,-1-1,-1 1,-1 0,0 0,-1 0,0 1,-2 0,0 0,0 0,-1 1,-2-1,5 8,0 0,0 0,-1 0,0 0,0 1,-1 0,1 0,-1 1,-1 0,1 0,-1 1,0 0,0 0,0 1,0 0,-1 0,1 1,-1 0,0 0,1 1,-1 1,0-1,0 1,-8 1,9 1,-1 0,1 0,0 1,0 0,1 1,-1 0,0 0,1 0,0 1,0 0,1 0,-1 1,1 0,0 0,1 0,-1 1,1 0,1 0,-1 0,1 0,0 1,1 0,0 0,0 0,1 0,0 0,0 1,1-1,0 0,0 1,1-1,0 1,1-1,0 1,0-1,2 5,16 35,7-9</inkml:trace>
  <inkml:trace contextRef="#ctx0" brushRef="#br0" timeOffset="1">762 22,'5'18,"5"15,11 11,13 6,12 2,10 2,8-2,5-4,0-5,-5-6,-8-8,-13-6,-10-8,-11-7,-10-7</inkml:trace>
  <inkml:trace contextRef="#ctx0" brushRef="#br0" timeOffset="2">1243 22,'-16'13,"-10"17,-7 14,-4 11,-2 7,2 5,3 0,3-3,4-4,4-9,4-11,5-11</inkml:trace>
  <inkml:trace contextRef="#ctx0" brushRef="#br0" timeOffset="3">762 262,'0'9,"12"3,19 0,25-5,23-8,19-8,14-5,0-1,-11 4,-23 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66,'7'9,"6"10,7 9,5 8,6 8,5 4,2 4,0 3,1-3,-3-2,-3-3,-1-7,-3-9,-4-8,-1-10,-5-6</inkml:trace>
  <inkml:trace contextRef="#ctx0" brushRef="#br0" timeOffset="1">561 107,'-16'20,"-7"19,0 11,1 8,5 7,3 0,2-3,0-4,0-6,-2-9,1-10</inkml:trace>
  <inkml:trace contextRef="#ctx0" brushRef="#br0" timeOffset="2">0 481,'23'0,"25"0,28-3,25-4,21-9,13-5,1-5,-5 1,-12 2,-16 0,-25 4</inkml:trace>
  <inkml:trace contextRef="#ctx0" brushRef="#br0" timeOffset="3">1243 254,'0'13,"11"113,-10-120,1-1,-1 0,1 0,0 0,1 0,-1 0,1 0,0 0,0-1,1 0,-1 1,1-1,0-1,0 1,0 0,1-1,-1 0,1 0,0 0,0-1,3 2,1-1,0 0,1-1,0 0,-1 0,1-1,0-1,0 1,0-1,0-1,-1 0,1-1,0 1,0-2,-1 1,0-1,1-1,-1 0,0 0,-1-1,1 0,-1 0,0-1,0 0,-1-1,0 0,0 0,0 0,-1-1,0 0,-1 0,1 0,-2-1,1 0,-1 0,-1 0,1 0,-1-1,-1 1,0-1,0-7,-1 4,0-1,-1 0,-1 1,0-1,-1 1,-1 0,0-1,0 1,-2 0,1 1,-2-1,1 1,-2 0,-4-7,6 12,0 0,0 0,0 1,-1-1,0 1,0 1,0-1,-1 1,0 0,0 1,0-1,-1 2,1-1,-1 1,0 0,0 0,0 1,-1 0,1 1,0-1,-1 2,1-1,0 1,-1 1,-2 0,0 1,1 0,-1 1,1 1,-1-1,1 2,0-1,0 1,1 1,-1 0,1 0,1 1,-1 0,1 0,0 1,1 0,-3 5,-5 6,1 1,1 1,0 0,2 0,1 1,1 1,-3 9,-12 48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135 184,'33'61,"222"303,-205-303,-39-48</inkml:trace>
  <inkml:trace contextRef="#ctx0" brushRef="#br0" timeOffset="1">455 251,'-11'12,"-6"12,-1 12,2 8,0 8,1 5,-2-1,0-1,1-5,0-6,2-9,2-8,1-9,3-9,2-6</inkml:trace>
  <inkml:trace contextRef="#ctx0" brushRef="#br0" timeOffset="2">1 559,'22'-7,"25"-5,21-4,20-2,11 0,7 0,-4 4,-7 4,-13 4,-18 2,-18 3,-19-1,-17-3,-16 0,-7 0</inkml:trace>
  <inkml:trace contextRef="#ctx0" brushRef="#br0" timeOffset="3">1110 291,'0'2,"-2"1,1 0,0 1,1-1,-1 0,0 1,1-1,0 1,0-1,0 1,0-1,0 0,1 1,0-1,0 1,0-1,0 2,18-15,4-19,-1-2,-1-1,-2 0,7-17,-10 19,-1-2,-1 1,-2-1,2-11,-54 199,33-125,2 0,1 0,1 0,2 1,1-1,1 1,2-1,2 0,7 29,4-14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1 294,'1'-59,"3"0,3 0,11-46,-14 94,-4 34,-10 93,-2 40,6 81,10-136,1-13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1,'18'2,"16"8,8 11,6 11,4 11,0 10,-1 8,-2 4,-1-2,0-4,-2-9,-3-7,-5-12,-7-11,-6-10,-7-8</inkml:trace>
  <inkml:trace contextRef="#ctx0" brushRef="#br0" timeOffset="1">562 53,'-16'3,"-12"9,-8 15,-5 13,-2 12,-1 8,3 3,1 0,4-4,2-7,3-13,7-13</inkml:trace>
  <inkml:trace contextRef="#ctx0" brushRef="#br0" timeOffset="2">27 321,'3'14,"15"4,24-3,28-6,24-10,19-6,10-5,4-2,-21 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0,'5'9,"6"10,7 8,9 9,8 8,7 5,6 3,3 4,1 2,-3 0,-4-3,-6-4,-7-3,-6-9,-7-8,-2-14,-6-9</inkml:trace>
  <inkml:trace contextRef="#ctx0" brushRef="#br0" timeOffset="1">589 80,'-16'7,"-10"9,-4 11,-3 9,1 9,0 5,4 3,2 0,4-3,0-4,2-9,-1-11,5-9</inkml:trace>
  <inkml:trace contextRef="#ctx0" brushRef="#br0" timeOffset="2">1 387,'18'7,"22"0,23-4,20-6,15-8,11-4,3-4,-2 1,-8 2,-10 1,-11 3,-21 3</inkml:trace>
  <inkml:trace contextRef="#ctx0" brushRef="#br0" timeOffset="3">1177 241,'-2'9,"0"0,1 0,0 0,1 0,0 0,0 1,1-1,0 0,1 0,0 0,0 0,1 0,0-1,0 1,1-1,0 0,1 0,0 0,0 0,1-1,-1 0,2 0,-1-1,6 5,-2-5,0 0,0-1,0 0,1-1,-1 0,1-1,0 0,0-1,1 0,-1 0,0-2,1 1,-1-1,0-1,1 0,-1 0,0-2,3 0,-6 1,0 0,-1 0,1-1,-1 0,0 0,0-1,0 0,0 0,0-1,-1 0,0 0,0 0,-1-1,1 0,-1 0,0 0,-1-1,1 1,-1-1,-1 0,1 0,-1-1,-1 1,1-1,-1 0,0-1,-1-2,-1-1,1 0,-2 1,0-1,0 0,-1 1,-1 0,0-1,0 1,-1 0,-1 0,0 1,0 0,-1-1,0 2,-1-1,0 1,0 0,-1 0,0 1,-8-6,10 8,-1 0,0 0,-1 1,1 0,-1 0,0 1,0 0,0 1,-1-1,1 1,-1 1,0 0,0 0,1 1,-1 0,0 0,-1 1,1 0,0 1,0 0,1 0,-1 1,0 0,0 1,1 0,-1 0,1 1,-1 0,-7 7,1 1,0 1,1 1,0 0,1 0,0 1,2 1,-1 0,2 1,0 0,1 1,-29 54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3.26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1409,'136'-80,"3"6,4 6,70-20,-51 20,1360-654,-1433 674,27-16,4 4,2 6,78-22,-160 70,-38 11,-7 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4.36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1351,'46'-16,"374"-132,-291 99,1207-474,-59 29,-969 378,-303 115,2-2,-16 2,-3 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5.620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1114,'-23'4,"27"-4,42-13,458-173,979-370,-1263 472,-68 22,2 8,146-31,-50 8,-242 77,-11 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6.79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1 894,'45'-8,"0"-2,0-2,32-14,-44 14,920-313,-563 191,-57 17,336-69,-441 138,-187 36,-38 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7.95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0 808,'40'-9,"-2"0,0-3,0-1,7-5,-17 7,850-329,31 42,-710 223,-198 75,-1 0,0 0,1 0,-1 0,1 0,-1 0,1 0,-1 0,0 0,1 0,-1 0,1 0,-1 0,0-1,1 1,-1 0,1 0,-1 0,0-1,1 1,-1 0,0-1,0 1,1 0,-1-1,0 1,0 0,1-1,-1 1,0 0,0-1,0 1,1-1,-1 1,0 0,0-1,0 1,0-1,0 1,0-1,0 1,0 0,0-1,0 1,0-1,0 1,-1 0,1-1,0 1,0-1,0 1,0 0,-1-1,1 1,0 0,0-1,-1 1,1-1,-10-4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0:32.5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95,'451'-15,"53"-25,-312 29,48 10,-144 1,67-12,-152 3,-14 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2:57.7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791 37,'-4'-3,"1"-1,-1 1,0 0,0 0,0 1,-1-1,1 1,-1 0,1 0,-1 1,0-1,0 1,0 0,1 1,-1-1,0 1,0-1,0 2,0-1,0 0,0 1,0 0,0 0,0 1,1-1,-1 1,0 0,-15 14,1 1,1 0,1 2,0 0,2 0,0 2,-7 13,19-29,-24 36,1 1,3 1,2 1,1 1,-1 12,-49 172,9 3,11 3,1 61,-20 308,59-500,3 0,5 0,5 1,14 91,2-70,-6 0,-3 106,-56 550,36-648,2-1,6 0,11 83,22 615,-31-752,-3 0,-4 0,-12 52,4-64,-3 14,4 1,-2 55,12 306,7-246,-3-175,1 168,16 90,1-110,-7 1,-8 1,-10 53,-5-25,11 153,7-182,-15 150,-2-122,8 0,15 92,-2-80,-4-66,6 0,6 4,-12-117,11 83,4-1,6-2,5 0,4-2,13 16,-29-88,1-1,2 0,1-2,2-1,2-2,1 0,1-2,1-1,2-1,1-2,1-1,1-2,1-2,1-1,11 3,-37-18,0 0,0-1,0 0,1 0,-1-2,1 0,0 0,-1-1,1 0,0-1,0-1,0 0,0-1,-1 0,1-1,-1 0,7-4,37-13,-2-3,0-2,-2-2,10-9,-42 19,0-1,0-1,-2-1,-1-1,0 0,-2-1,0-1,-2 0,6-13,47-72,26-64,-59 118,-3-1,-2-2,-2-1,-2-3,-21 51,0-1,0 0,-1 0,0-1,-1 1,0 0,0-1,-2 1,1 0,-2-1,1 1,-1 0,-1 0,0 0,-1 0,-3-7,-24-56,-1-1,3-2,4-1,-6-38,2-67,22 121,-3 1,-2 1,-3 0,-15-35,8 35,2 0,2-1,4-1,2 0,2-3,-10-217,24 228,1 1,4-1,10-39,7-35,-5-39,-12 84,4 1,15-51,-27 129,6-21,0 0,-2-1,-1 1,1-24,-7-266,-1 265,-2 0,-3 0,-2 1,-2 0,-2 1,-15-35,14 46,2-1,2 0,2-1,1 0,2-1,1-6,6-390,-1 91,-39 151,-12-111,42 252,3 0,2 0,2-1,4-44,0 17,-2-386,-36 309,35 133,1-1,1 0,1 0,2 1,0-1,2 1,3-6,6-32,22-214,-26 225,-1 9,-2-1,-2 0,0-39,-2 16,2 0,16-65,-10 62,-8 48,-2 1,0-1,-2 1,0-1,-1 0,-1 1,-2-1,-2-8,-54-262,53 206,4 0,4-40,1 17,11-161,-40 179,23 81,-1 1,2-1,-1 0,1 0,1 0,0-1,0 1,1-1,0 1,3-3,-1 1,2-1,0 1,0 0,1 0,1 0,0 0,3-5,26-83,-34-152,-28 15,22 179,-3 1,-2 0,-5-8,10 34,2 1,1-1,1-1,2 1,2-6,-5-95,-19-100,23-45,13 201,-11 67,0 1,-1-1,0 0,-1 0,0 0,0 0,-1 0,0 0,0 0,-1 0,0 0,-3 1,0 1,-1 0,1 0,-1 0,0 1,-1 0,0 0,0 0,0 0,0 1,-1 0,0 1,0-1,-1 1,1 1,1-1,0 1,0 0,0 0,0 0,0 1,0 0,-1 0,1 1,-1-1,1 1,-1 1,0-1,1 1,-1 1,0-1,1 1,-1 0,1 1,-1-1,1 1,-1 1,0 0,-77 45,6-5,-8 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3:13.1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247 1444,'25'-158,"-8"84,-12 48,0 0,-2-1,-1 1,-1-1,-1 0,-2 1,0-1,-2 1,-1 0,-1 0,-1 0,-1 0,-1 1,-2 1,0 0,-2 0,-4-4,13 21,-1 0,1 1,-2-1,1 1,-1 0,0 1,0-1,-1 1,1 0,-1 1,0-1,0 2,-1-1,1 1,-1 0,0 0,0 1,0 0,0 0,0 1,0 0,0 1,-1 0,-2 0,9 1,1-1,-1 0,0 1,0 0,1-1,-1 1,1 0,-1 0,0 0,1 0,0 0,-1 0,1 1,0-1,-1 0,1 1,0-1,0 1,0-1,0 1,0-1,1 1,-1 0,0-1,1 1,-1 0,1 0,0 0,-1-1,1 1,0 0,0 0,0 0,1-1,-1 1,0 0,1 0,-1 0,1-1,-1 1,1 0,0-1,0 1,0-1,0 1,0-1,0 1,0-1,1 2,9 4,-1-1,1 0,1 0,-1-1,1-1,0 0,0 0,0-1,0-1,0 0,1 0,-1-2,1 1,7-2,-6 2,352 1,-353-2,-9-1,-1 0,1 0,0 1,-1-1,1 1,0 0,0 0,-1 0,1 0,0 1,0 0,-1-1,1 1,0 1,-1-1,1 0,-1 1,0 0,1 0,-1 0,0 0,0 0,0 1,-1-1,1 1,0 0,-1 0,0 0,0 0,0 0,0 0,0 1,0 1,-7 152,-1-97,1 114,8 0,15 89,1 22,-17-251,2 29,-2 1,-3 0,-3-1,-12 57,16-112,-2 0,1-1,-1 1,0-1,0 1,-1-1,0 0,-1 0,0 0,0-1,0 1,0-1,-1 0,0 0,-1 0,1-1,-7 5,10-10,0 1,-1 0,1 0,0-1,-1 0,1 1,0-1,-1 0,1 0,-1 0,1 0,0-1,-1 1,1-1,0 0,-1 1,1-1,0 0,0 0,-1 0,1-1,0 1,0 0,1-1,-1 1,0-1,0 0,1 0,-1 1,1-1,-1-1,-42-68,5-18,3-1,-17-76,43 132,-66-220,73 246,2 6,0 1,0-1,1 1,-1-1,0 1,0-1,1 1,-1-1,1 0,-1 1,1-1,0 0,0 0,0 1,0-1,0 0,0 0,0 1,1-1,-1 0,0 1,1-1,0 0,-1 1,1-1,0 1,0-1,0 1,0-1,0 1,0 0,0-1,0 1,0 0,2-1,71 5,226 29,-221-24</inkml:trace>
  <inkml:trace contextRef="#ctx0" brushRef="#br0" timeOffset="327.994">1090 1992,'-1'-7,"0"-1,1 1,-1-1,1 1,1 0,0-1,0 1,0-1,1 1,0 0,0 0,1 0,0 0,0 0,1 1,-1-1,2 1,-1 0,1 0,-1 0,2 1,-1 0,3-3,-7 7,0 1,0-1,0 1,0-1,0 0,-1 1,1 0,0-1,0 1,0 0,0-1,0 1,0 0,0 0,0 0,0 0,0 0,0 0,1 0,-1 0,0 0,0 0,0 1,0-1,0 0,-1 1,1-1,0 1,0-1,0 1,0-1,0 1,-1 0,1 0,0-1,0 1,-1 0,1 0,-1 0,1-1,0 1,-1 0,0 0,1 0,-1 0,0 0,1 0,-1 0,0 1,9 57,-9-55,1 487,14-427,-4-48</inkml:trace>
  <inkml:trace contextRef="#ctx0" brushRef="#br0" timeOffset="575.69">1371 1271,'18'-3,"18"0,18 0,14 3,11 4,5 3,1 3,-8 2,-12-1,-18-3</inkml:trace>
  <inkml:trace contextRef="#ctx0" brushRef="#br0" timeOffset="760.734">1638 1591,'20'5,"21"3,19 1,20-2,15-1,11-2,3-2,-16-1</inkml:trace>
  <inkml:trace contextRef="#ctx0" brushRef="#br0" timeOffset="2574.534">2748 94,'65'255,"9"164,-19 3,-19 2,-16 132,-12 421,13-596,-19-376,-2-11,0-12,0 18,0-21</inkml:trace>
  <inkml:trace contextRef="#ctx0" brushRef="#br0" timeOffset="4752.116">3724 495,'-20'8,"0"2,1 0,0 2,1 0,0 1,1 1,1 0,0 1,1 1,1 0,0 1,1 1,1 0,1 1,0 0,-7 20,8-21,1 1,1 0,1 1,0-1,2 1,0 0,1 1,1-1,1 1,1 0,1 11,1-28,-1-1,0 1,1 0,0 0,0-1,0 1,0-1,1 1,-1-1,1 1,0-1,0 0,0 0,0 0,1 0,-1 0,1-1,0 1,-1-1,1 1,0-1,1 0,-1 0,0-1,1 1,-1 0,1-1,-1 0,1 0,0 0,-1-1,1 1,0-1,-1 0,1 0,0 0,0 0,-1 0,2-1,10-5,0 0,0 0,-1-1,0-1,-1-1,1 0,-2 0,1-1,-1-1,-1 0,0-1,-1 0,0-1,4-6,6-10,-1 0,-1-1,-2-1,-1 0,-1-1,-2-1,-1 0,-2-1,-1 0,-2 0,-1-1,-2 1,-1-1,-2 0,-2-9,1 26,-2-1,0 1,-1 0,0 1,-2-1,-4-10,7 22,1 1,-1-1,0 1,0-1,-1 1,1 0,-1 0,0 0,-1 1,1 0,-1 0,0 0,0 0,0 0,0 1,-1 0,1 0,-1 1,0 0,0-1,0 2,2 0,1 0,-1 1,0 0,0 0,0 0,0 0,1 1,-1 0,0-1,0 1,1 1,-1-1,0 0,1 1,0 0,-1 0,1 0,0 0,0 0,0 1,0-1,0 1,1 0,-1 0,1 0,0 0,0 0,0 1,0-1,0 1,-4 9,0 0,1 0,0 0,1 1,1-1,0 1,0 10,1 27,3-1,2 1,3-1,1 0,3-1,2 0,2-1,2 0,11 22,10 25,4-2,15 22,-7-50,-37-58</inkml:trace>
  <inkml:trace contextRef="#ctx0" brushRef="#br0" timeOffset="5061.159">4071 1097,'-2'6,"1"0,-1 0,1 0,0 0,0 0,1 0,-1 0,2 1,-1-1,1 0,-1 0,2 0,-1 0,1 0,0 0,0 0,0-1,1 1,0 0,0-1,1 0,-1 0,1 0,0 0,0-1,1 0,-1 1,1-2,4 4,-1-2,1-1,0 0,-1 0,1-1,1 0,-1 0,0-1,1 0,-1-1,1 0,-1-1,1 0,-1 0,1-1,-1 0,1-1,-1 0,0 0,1-1,-1 0,0-1,-1 0,1 0,-1-1,0 0,0 0,0-1,-1 0,0-1,0 0,0 0,-1 0,-4 4,0-1,0 0,0 0,-1 0,1 0,-1 0,0 0,0 0,-1 0,1 0,-1 0,0 0,0-1,0 1,-1 0,1 0,-1 0,0 0,0 0,0 0,-1 0,0 0,1 0,-1 0,-1 1,1-1,-2-1,-1-1,-1 0,1 0,-1 1,0 0,-1 0,1 0,-1 1,0 0,0 0,0 1,-1 0,1 0,-1 1,-2-1,-8 0,0 1,0 1,-1 0,1 1,0 1,0 1,-1 1,1 0,0 1,1 1,-1 1,1 0,0 2,-15 8,-10 7</inkml:trace>
  <inkml:trace contextRef="#ctx0" brushRef="#br0" timeOffset="5411.431">3402 0,'9'3,"15"0,14-1,12 1,14-2,9 0,9 0,3-1,2 0,-15 0</inkml:trace>
  <inkml:trace contextRef="#ctx0" brushRef="#br0" timeOffset="6574.554">4806 602,'114'90,"-29"19,135 115,-82-90,-120-114,-5-5</inkml:trace>
  <inkml:trace contextRef="#ctx0" brushRef="#br0" timeOffset="6844.955">5261 642,'-14'14,"-13"15,-9 17,-8 14,-5 11,-3 6,0 3,6-7,12-15</inkml:trace>
  <inkml:trace contextRef="#ctx0" brushRef="#br0" timeOffset="8667.632">3644 2447,'-20'7,"0"2,1 0,0 1,1 1,0 0,0 2,1 0,1 1,0 0,1 1,1 1,1 1,0 0,-3 6,3-6,0 2,2 0,0 0,1 1,1 1,0-1,2 2,1-1,0 1,2-1,0 1,1 6,3-25,0 1,-1 0,1 0,1-1,-1 1,0 0,1-1,0 1,0-1,0 1,0 0,1-1,-1 0,1 1,0-1,0 0,0 0,0 0,0 0,1 0,0-1,-1 1,1-1,0 0,0 0,0 0,1 0,-1 0,0 0,1-1,-1 0,1 0,-1 0,1 0,0 0,-1-1,1 1,0-1,0 0,10-3,0-1,0 0,-1-1,0-1,0 0,0-1,0 0,-1-1,0 0,-1-1,8-8,26-20,-2-3,-1-2,-2-1,-3-2,-1-2,-2-1,5-13,-27 42,0-1,-1 0,-1 0,-1-1,-1-1,0 1,-2-1,-1 0,0-1,-2 1,0-1,-2 0,-1-9,-1 26,0-1,-1 1,0 0,0 0,0 1,-1-1,0 0,0 1,-1 0,1 0,-1 0,0 0,-1 0,1 1,-1 0,1 0,-1 0,-1 0,1 1,0 0,-1 0,0 0,0 1,1 0,-2 0,1 0,0 1,0 0,0 0,0 1,-1 0,1 0,-5 0,-4 1,0 0,1 1,-1 0,1 1,-1 1,1 0,0 1,0 1,1 0,-1 0,1 2,1-1,-1 2,2 0,-1 0,1 1,0 0,1 1,0 0,1 1,1 0,-1 1,2-1,0 2,0-1,2 1,-1-1,2 2,0-1,0 0,0 11,5 5,2 0,1 0,1-1,1 0,2 0,1 0,1-1,1-1,2 0,1 0,0-1,16 18,-5 1,10 17,-2 1,-4 2,-2 1,9 40,-26-66</inkml:trace>
  <inkml:trace contextRef="#ctx0" brushRef="#br0" timeOffset="9727.055">3977 3142,'-4'20,"0"-1,2 1,0 0,1 0,1 0,1 0,1 6,-1-20,0 0,0 1,0-1,1 0,0 0,1 0,-1-1,1 1,0 0,0-1,1 0,0 0,0 0,0 0,0 0,1-1,0 0,-1 0,2 0,-1-1,0 0,1 0,0 0,4 1,-4-2,0 0,0 0,0-1,0 0,1-1,-1 1,0-1,1 0,-1-1,0 0,0 0,1 0,-1 0,0-1,0 0,0-1,-1 1,1-1,-1 0,1-1,-1 1,0-1,0 0,0 0,2-3,-1 0,1 0,-1 0,-1 0,1-1,-1 0,-1 0,1-1,-2 1,1-1,-1 0,0 0,-1 0,0 0,0 0,-1-1,0-8,-1 10,0 1,0-1,-1 1,0-1,0 1,-1-1,1 1,-2 0,1 0,-1 0,0 0,-1 0,0 1,0 0,0-1,-1 1,0 1,0-1,0 1,-1 0,1 0,-1 0,0 1,-1 0,1 0,-1 1,0 0,0 0,0 0,0 1,0 0,-1 0,1 1,-1 0,1 0,-4 1,3 1,0 1,1 0,-1 0,1 0,-1 1,1 0,0 0,0 1,0 0,1 1,-1-1,1 1,0 0,0 1,1-1,0 1,0 0,0 1,1-1,0 1,0 0,0 0,1 0,0 0,1 1,-1-1,1 1,1-1,0 1,0 0,0 0,1 0,0 0,0-1,2 6,8 27</inkml:trace>
  <inkml:trace contextRef="#ctx0" brushRef="#br0" timeOffset="10293.971">4726 2514,'2'20,"8"19,11 13,16 7,17 6,16 0,11-2,6-5,0-5,-9-7,-12-7,-16-8,-16-8</inkml:trace>
  <inkml:trace contextRef="#ctx0" brushRef="#br0" timeOffset="10552.613">5288 2567,'-14'16,"-11"17,-8 16,-5 13,-6 12,-2 8,0 0,4-4,6-8,9-12,10-14,7-13</inkml:trace>
  <inkml:trace contextRef="#ctx0" brushRef="#br0" timeOffset="10977.527">4499 2193,'0'7,"11"4,20 1,25-3,26-2,24-4,16-6,9-4,-3 0,-11-3,-26 2</inkml:trace>
  <inkml:trace contextRef="#ctx0" brushRef="#br0" timeOffset="11886.076">5795 228,'17'103,"-6"1,-4 0,-4 28,-3-128,4 259,12 297,66 166,-54-516,2 86,-12 1,-16 118,-2-389,-10 56,9-82,1 0,-1 1,1-1,-1 0,1 0,-1 0,1 0,-1 0,1 0,-1 0,1 0,-1 0,1 0,-1 0,1 0,-1 0,1 0,-1-1,1 1,-1 0,1 0,0 0,-1-1,1 1,-1 0,1-1,0 1,-1 0,1-1,0 1,-1 0,1-1,0 1,0-1,-1 1,1-1,0 1,0-1,0 1,-1-1,1 1,0 0,0-1,0 1,0-1,0 1,0-1,0 1,0-1,0 1,1-1,-1 1,0-1,0 1,0-1,-5-51,5 37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3:26.0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1218,'2'-3,"10"0,16 1,18-1,14 2,8 0,4 2,-1 4,-8 3,-15 0</inkml:trace>
  <inkml:trace contextRef="#ctx0" brushRef="#br0" timeOffset="298.849">67 1404,'21'5,"19"3,25 1,21-1,16-3,9-1,0-4,-19-2</inkml:trace>
  <inkml:trace contextRef="#ctx0" brushRef="#br0" timeOffset="582.176">963 843,'9'25,"10"19,13 19,12 12,11 7,6 3,7 1,2-4,-3-3,-6-7,-11-8,-12-11,-11-14</inkml:trace>
  <inkml:trace contextRef="#ctx0" brushRef="#br0" timeOffset="916.008">1390 950,'-16'25,"-12"22,-10 19,-6 14,-2 9,0 6,1 0,6-3,7-7,9-12,9-18</inkml:trace>
  <inkml:trace contextRef="#ctx0" brushRef="#br0" timeOffset="1265.469">1631 1244,'-11'6,"1"1,0 0,0 1,1 0,0 1,0 0,1 0,0 1,1 0,0 0,1 1,-4 7,7-11,0 0,0 0,1 0,0 0,0 0,1 0,0 0,0 1,0-1,1 0,1 1,-1-1,1 0,0 1,1-1,-1 0,1 0,1 0,0 0,0-1,2 5,4 0,0-1,0 0,1-1,1 0,-1 0,1-1,1-1,-1 0,1 0,1-1,-1-1,1 0,0-1,0 0,0-1,1 0,-1-2,1 1,-1-1,1-1,8-1,-14 1,1 1,-1-2,0 1,1-1,-1-1,0 1,0-1,0-1,0 1,0-1,-1-1,1 0,-1 0,0 0,0-1,0 0,-1 0,0 0,0-1,0 0,0-1,-1 1,0-1,-1 0,2-2,-1-8,-1-1,0 1,-1 0,-1-1,-1 0,-1 0,0 1,-1-1,-1 0,-1 1,0-1,-1 1,-1 0,-1 0,0 1,-1-1,-1 1,-3-4,6 8,0 1,-1 0,-1 0,1 0,-2 1,1 0,-1 0,-1 1,0 0,0 1,-1 0,0 0,0 1,-1 0,0 1,0 0,0 0,-1 2,-10-4,17 8,0 0,0 0,0 0,0 0,0 1,0 0,0 0,0 1,0-1,0 1,0 0,1 1,-1-1,1 1,0-1,0 1,0 1,0-1,0 1,0-1,1 1,0 0,0 0,0 0,0 1,-1 2,-1 3,0 0,0 1,1 0,1 0,-1 0,2 0,0 0,0 1,1-1,0 1,1 4,10 49,7-8</inkml:trace>
  <inkml:trace contextRef="#ctx0" brushRef="#br0" timeOffset="1863.295">2233 1070,'-12'29,"1"1,2 0,1 1,2 0,1 0,1 0,1 1,2 0,1-1,2 1,3 11,18 107,-16-129,1-35,-15-190,0 121,-6-231,13 305,-1 5,1 1,-1-1,0 1,1-1,0 0,0 1,0-1,0 0,0 1,1-1,-1 1,1-1,0 0,1 1,-1 0,0-1,1 1,0 0,0 0,0-1,0 2,0-1,1 0,-1 0,1 1,-1-1,1 1,0 0,0 0,0 0,1 0,2-1,13 3,0 1,0 1,0 0,-1 2,1 0,-1 1,0 1,0 0,3 3,-19-8,12 3,0 1,0 0,-1 1,0 1,0 0,0 1,-1 0,0 1,0 0,-1 1,0 0,-1 1,7 10,-15-18,0 0,-1 0,1 0,-1 1,0-1,0 1,0-1,0 1,0 0,-1-1,0 1,0-1,0 1,0 0,0-1,-1 1,0-1,1 1,-1 0,-1-1,1 0,0 1,-1-1,0 0,0 0,0 0,0 0,0 0,0 0,-2 0,-5 7,-2 0,1-1,-1-1,0 0,-1 0,0-1,-5 2,-200 76,214-85,0 1,-1-1,1 1,0 0,1 0,-1 0,0 1,0-1,0 0,1 1,-1 0,1 0,-1 0,1 0,0 0,0 0,0 1,0-1,0 1,0-1,0 1,1 0,0-1,-1 1,1 0,0 0,1 0,-1 0,0 0,1 0,0 0,-1 0,1 1,0-1,1 0,-1 0,1 3,5 4,0 0,0-1,1 1,1-1,-1-1,1 1,1-1,0-1,0 1,0-2,1 1,0-1,35 21,2-1,0-2,2-3,0-2,2-2,0-2,0-2,15 0,0-2</inkml:trace>
  <inkml:trace contextRef="#ctx0" brushRef="#br0" timeOffset="4385.142">4826 1645,'2'14,"3"13,4 11,1 11,0 8,-2 6,-2 2,-5 0,-12-3,-10-8,-2-14</inkml:trace>
  <inkml:trace contextRef="#ctx0" brushRef="#br0" timeOffset="4667.13">4987 1137,'11'18,"11"17,8 15,9 12,6 7,2 3,1 0,-5-4,-8-10,-11-13,-9-13</inkml:trace>
  <inkml:trace contextRef="#ctx0" brushRef="#br0" timeOffset="4932.769">5308 1190,'-12'16,"-12"17,-12 16,-10 13,-10 11,-4 3,-1 0,6-5,12-16</inkml:trace>
  <inkml:trace contextRef="#ctx0" brushRef="#br0" timeOffset="5332.571">5321 1,'18'20,"20"21,21 19,22 15,14 16,11 10,-3 6,-12 3,-20 2,-31-1,-34-3,-19-20</inkml:trace>
  <inkml:trace contextRef="#ctx0" brushRef="#br0" timeOffset="6006.6">5468 2434,'2'-14,"5"-13,9-14,13-13,17-16,21-16,25-19,18-21,-8 11</inkml:trace>
  <inkml:trace contextRef="#ctx0" brushRef="#br0" timeOffset="2249.375">3542 308,'-20'16,"-16"19,-11 24,-9 24,-4 24,4 22,9 20,12 11,22 4,24-6,29-9,22-17,18-16,11-20,-2-18,-15-23</inkml:trace>
  <inkml:trace contextRef="#ctx0" brushRef="#br0" timeOffset="3376.69">3864 1057,'-9'2,"1"0,-1 0,1 1,0 0,-1 1,2 0,-1 0,0 0,1 1,0 1,0-1,0 1,1 0,0 0,0 1,-4 6,-3 5,2 0,0 1,1 0,0 0,2 1,-2 8,3-8,1 1,1 0,1 0,1 1,1-1,0 0,2 10,0-21,1 0,0-1,0 1,1-1,0 1,1-1,0 0,1 0,0 0,0 0,0-1,1 0,1 1,-1-2,1 1,1-1,4 5,-7-9,0 0,0 1,1-2,-1 1,0 0,1-1,0 0,0 0,0 0,0-1,0 1,0-1,0 0,0-1,0 1,0-1,1 0,-1-1,0 1,0-1,0 0,0 0,0-1,0 1,0-1,0 0,-1 0,1-1,0 1,-1-1,1-1,12-13,-1 0,-1-1,-1-1,0 0,-1-1,-1 0,-1-1,-1-1,-1 0,-1 0,-1 0,-1-1,2-14,-7 36,20-77,-3 0,-4-2,-3 1,0-71,-10 130,-1 1,-1 0,-1-1,0 1,-2 0,-2-6,5 20,-1 0,0 0,0-1,0 1,-1 0,1 1,-1-1,-1 0,1 1,-1 0,1 0,-1 0,0 0,-1 0,1 1,-1 0,1 0,-1 0,0 0,0 1,0 0,0 0,-1 0,1 1,-4 0,0 0,1 1,-1 0,0 0,1 1,-1 0,0 1,1 0,-1 0,1 1,0 0,0 0,0 1,0 0,1 1,-1-1,1 1,0 1,1-1,-1 1,1 1,0-1,1 1,-1 0,1 0,1 0,-1 1,1 0,1 0,-1 0,2 0,-1 0,1 1,0-1,0 1,1 1,1 20,1 0,1 0,1-1,2 1,1-1,1 0,1 0,2-1,1 0,1 0,2-2,11 18,14 35,5 3,-4 2,-4 2,-4 2,15 64,-42-128</inkml:trace>
  <inkml:trace contextRef="#ctx0" brushRef="#br0" timeOffset="3666.399">4171 1739,'-7'11,"1"1,1 0,0 0,1 1,0-1,0 1,2 0,-1 0,1 9,2-18,-1 0,1 0,1 0,-1 0,0 0,1 0,0 0,0 0,0 0,1 0,-1 0,1 0,0-1,0 1,0 0,0-1,1 0,0 0,-1 0,1 0,0 0,0 0,1-1,-1 1,1-1,-1 0,1 0,-1 0,1-1,0 1,0-1,1 0,2 2,0-1,0-1,1 1,-1-1,1 0,-1-1,1 0,-1 0,1 0,-1-1,1 0,-1-1,0 1,0-2,1 1,-1-1,-1 0,1 0,0-1,-1 0,0 0,0 0,0-1,0 0,-1 0,1-1,-1 1,-1-1,1 0,3-7,-5 7,0-1,0 1,-1-1,0 0,0 0,0 0,-1 0,0-1,0 1,-1 0,0 0,-1-1,1 1,-1 0,0 0,-1 0,0 0,0 0,-1 0,1 0,-2 1,1-1,-1 1,1 0,-2 0,1 0,-1 1,0-1,0 1,0 0,-1 1,0-1,0 1,0 0,0 1,0-1,-1 1,0 0,0 1,-2-1,3 3,0 0,0 0,0 0,-1 1,1 0,0 0,0 1,0 0,0 0,1 0,-1 1,0-1,1 1,0 1,0-1,0 1,0 0,0 0,1 0,-1 1,1 0,1-1,-1 1,1 1,-1-1,1 0,1 1,-1 0,1 0,0-1,0 1,0 4,-5 28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1:40.9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6027 792,'1'0,"-1"0,0-1,0 1,0 0,0 0,0 0,0 0,0-1,0 1,0 0,0 0,1 0,-1 0,0 0,0-1,0 1,0 0,0 0,1 0,-1 0,0 0,0 0,0 0,0 0,1-1,-1 1,0 0,0 0,0 0,1 0,-1 0,0 0,0 0,0 0,1 0,-1 0,0 0,0 0,0 1,1-1,-1 0,0 0,0 0,0 0,0 0,1 0,-1 0,0 0,0 1,0-1,0 0,0 0,0 0,1 0,-1 0,0 1,30-167,-24 110,13-101,-7-2,-7-1,-4 148,-1 7,1 0,-1 0,0 0,0 1,-1-1,1 0,-1 0,0 0,0 0,-1 1,1-1,-1 1,0-1,0 1,-2-2,3 5,0 1,0 0,0 0,0 0,0 0,0 0,0 0,0 0,0 0,0 0,0 1,0-1,0 0,0 1,1-1,-1 0,0 1,0-1,0 1,0 0,1-1,-1 1,0 0,0-1,1 1,-1 0,1 0,-1 0,1-1,-1 1,1 0,-1 0,1 0,0 0,-1 0,1 0,0 0,0 0,0 0,0 0,0 0,0 0,0 0,-2 6,1-1,0 1,0 0,0 0,1 0,0 0,0 0,1 0,0 0,0 0,1 0,0-1,0 1,1-1,-1 1,1-1,1 0,-1 0,1 0,0 0,0-1,1 1,0-1,0 0,0-1,0 1,1-1,0 0,0-1,0 1,0-1,0 0,5 1,4 2,0-2,0 1,1-2,-1 0,1-1,0 0,-1-1,1-1,0-1,0 0,-1-1,1-1,-1 0,0-1,0 0,0-2,0 0,-1 0,10-7,-23 13,0 0,0 0,0 0,0 0,0 1,0-1,0 0,0 0,0 1,0-1,0 1,0-1,0 1,-1-1,1 1,0-1,0 1,0 0,-1 0,1-1,0 1,-1 0,1 0,-1 0,1-1,-1 1,1 0,-1 0,0 0,1 0,-1 0,0 0,0 0,0 0,0 0,0 0,0 0,0 0,0 0,0 0,0 0,0 0,-1 0,1 0,0 0,-1 0,1 0,-1 0,1 0,-1-1,1 1,-1 0,1 7,-1 65,4-1,2 1,7 19,24 86,-9-45,5 85,-26-157,-3-1,-2 1,-4 0,-1 0,-4-1,-2 0,-2-1,-4 0,-1-1,-8 10,24-65,-2 7,-1-1,0 0,0-1,-1 1,0-1,0 0,-1 0,0 0,0-1,-1 0,-3 2,7-8,0 0,-1 0,1-1,0 1,-1-1,1 0,-1 0,1 0,0-1,-1 1,1-1,0 1,0-1,-1 0,1-1,0 1,0 0,0-1,0 0,1 0,-1 0,0 0,1 0,-1 0,1-1,0 1,0-1,0 0,0 1,0-1,0 0,1 0,-1 0,1-2,-27-40,3 0,1-2,-13-40,-3-5,-96-166,136 257,-1 1,1-1,-1 1,1-1,0 0,0 1,-1-1,1 1,0-1,0 1,0-1,0 0,0 1,0-1,0 1,0-1,0 0,0 1,0-1,0 1,0-1,0 0,1 1,-1-1,0 1,0-1,1 1,-1-1,0 1,1-1,-1 1,0-1,1 1,-1-1,1 1,-1 0,1-1,-1 1,1 0,-1-1,1 1,-1 0,1-1,-1 1,1 0,0 0,-1 0,1 0,-1 0,1 0,0 0,-1 0,1 0,-1 0,1 0,0 0,-1 0,1 0,-1 1,1-1,0 0,-1 0,1 1,-1-1,1 0,365-24,-179-7,-113 15</inkml:trace>
  <inkml:trace contextRef="#ctx0" brushRef="#br0" timeOffset="524.213">7043 1059,'0'-32,"-2"20,1-1,0 1,1 0,0 0,1-1,1 1,0 0,0 0,1 0,1 1,0-1,0 1,1 0,1 0,0 0,0 1,1-1,2-1,-8 11,-1 1,0-1,1 1,-1-1,0 0,1 1,-1-1,1 1,-1-1,1 1,-1-1,1 1,-1-1,1 1,0 0,-1-1,1 1,0 0,-1-1,1 1,0 0,-1 0,1 0,0-1,-1 1,1 0,0 0,0 0,-1 0,1 0,0 1,-1-1,1 0,0 0,0 0,-1 0,1 1,-1-1,1 0,0 1,-1-1,1 1,-1-1,1 1,0-1,-1 1,1-1,-1 1,0-1,1 1,-1-1,1 1,-1 0,7 42,3 334,14-195,-23-178,0-3,-1-1,1 1,-1 0,1-1,-1 1,0 0,1-1,-1 1,0 0,1 0,-1 0,0-1,0 1,0 0,0 0,0 0,0-1,0 1,0 0,0 0,0 0,0-1,0 1,-1 0,1 0,0 0,-1-1,1 1,0 0,-1-1,1 1,-1 0,1-1,-1 1,1 0,-1-1,0 1,1-1,-1 1,0-1,1 1,-1-1,0 0,0 1,1-1,-1 0,0 0,0 1,0-1,1 0,-1 0,-1 0,-104-63,107 63,-1 0,1 0,0 0,-1 0,1 0,-1 0,1 0,0 0,-1 0,1-1,-1 1,1 0,-1 0,1 0,-1-1,1 1,-1 0,1-1,-1 1,1 0,-1-1,1 1,-1-1,0 1,1-1,-1 1,0-1,1 1,-1-1,0 1,0-1,1 1,-1-1,0 1,0-1,0 1,0-1,0 0,0 1,0-1,0 1,0-1,0 0,0 1,0-1,0 1,0-1,-1 1,1-1,0 0,0 1,-1-1,1 1,0-1,-1 1,1 0,0-1,-1 1,1-1,-1 1,0-1,62-3,-1 2,1 3,13 4,-27-2,78 3,-79-4</inkml:trace>
  <inkml:trace contextRef="#ctx0" brushRef="#br0" timeOffset="790.811">7939 1434,'10'0,"-1"0,-9 2,-17 1,-6 0</inkml:trace>
  <inkml:trace contextRef="#ctx0" brushRef="#br0" timeOffset="-2889.023">2686 123,'-3'18,"3"22,0 23,3 18,0 14,1 7,-2 1,0-5,-3-9,-3-15,-4-11,-3-16,-3-15,0-13</inkml:trace>
  <inkml:trace contextRef="#ctx0" brushRef="#br0" timeOffset="-2608.519">2645 43,'11'-3,"0"1,0 0,0 1,0 0,0 0,1 2,-1-1,0 1,0 1,0 0,0 0,0 1,-1 1,3 0,-13-4,36 10,0 2,0 2,-2 1,1 1,-2 2,-1 1,2 3,-30-20,0 0,-1-1,1 2,-1-1,1 0,-1 1,0-1,0 1,0 0,0 0,0 0,-1 1,1-1,-1 1,0-1,0 1,0 0,-1 0,1-1,-1 1,0 0,0 1,-1-1,1 0,-1 0,1 0,-1 0,-1 0,0 4,-3-2,-1-1,0 0,0 0,0 0,-1 0,0-1,0 0,0-1,0 1,-1-1,1 0,-1 0,-6 1,-39 13,0-2,-2-2,-23 1,-127 35,175-38</inkml:trace>
  <inkml:trace contextRef="#ctx0" brushRef="#br0" timeOffset="-2226.404">3126 885,'94'-205,"-27"70,-43 79,-2-1,-2-1,-4 0,-1-2,-3 1,-3-2,-1-19,-15 26,6 53,1 1,-1 0,0 0,0 0,1-1,-1 1,0 0,1 0,-1 0,0 0,0 0,1 0,-1 0,0 1,0-1,1 0,-1 0,0 0,1 1,-1-1,0 0,1 1,-1-1,1 1,-1-1,0 1,1-1,-1 1,1-1,-1 1,1-1,0 1,-1 0,1-1,0 1,-1 0,1-1,0 1,0 0,-1-1,1 1,0 1,-10 21,2 0,0 1,2 0,0 0,2 0,0 1,2 0,1 0,1 3,0-25,-4 121,7-1,4 1,14 53,-20-165,2 11,0 0,1-1,1 1,2-1,0-1,1 1,1 0,23 11,-18-27</inkml:trace>
  <inkml:trace contextRef="#ctx0" brushRef="#br0" timeOffset="-1963.797">3180 537,'-16'-4,"-10"-4,7-1,20 4,30 2,35 5,33 3,21 2,8 1,-18 0</inkml:trace>
  <inkml:trace contextRef="#ctx0" brushRef="#br0" timeOffset="-1559.517">3768 1019,'14'-12,"0"-2,-1 1,0-2,-1 0,-1 0,0-1,-1-1,-1 0,-1 0,0 0,-1-1,-1 0,0-1,-1-2,-2 8,1 1,-2-1,0 0,0 0,-1 0,-1 1,0-1,-1 0,0 0,-1 0,0 0,-1 1,-4-12,-38-16,44 39,-1 1,1-1,-1 0,1 1,0-1,-1 1,1-1,-1 1,1 0,-1-1,0 1,1 0,-1 0,1 0,-1 1,1-1,-1 0,1 0,-1 1,1-1,-1 1,1-1,-1 1,1 0,0 0,-1-1,1 1,0 0,0 0,0 0,0 0,0 0,0 1,0-1,0 0,-1 1,2 0,0 0,0 0,0-1,0 1,1 0,-1-1,0 1,1-1,-1 1,1 0,-1-1,1 1,0-1,0 1,0-1,-1 0,1 1,1-1,-1 0,0 1,0-1,0 0,1 0,-1 0,1 0,-1 0,0-1,1 1,0 0,-1-1,1 1,-1-1,1 1,1-1,20 8,1-2,0 0,1-1,-1-2,1-1,18 0,-5 1,4-1,-23-2,1 1,-1 0,0 2,-1 0,1 1,0 1,-1 1,1 1,-17-6,-1 0,1-1,0 1,-1 0,1 0,0 1,-1-1,1 0,-1 0,0 1,1-1,-1 1,0-1,0 1,0-1,0 1,0 0,0 0,0 0,-1-1,1 1,-1 0,1 0,-1 0,0 0,0 0,0 0,0 0,0 0,0 0,0-1,0 1,-1 0,1 0,-2 1,-35 60,35-61,-14 19,7-12,2 0,-1 1,1-1,1 1,0 1,0-1,1 1,1 0,-1 0,2 0,-3 12,7-20,0 1,0 0,1 0,-1-1,1 1,0-1,0 0,0 1,1-1,-1 0,1 0,-1 0,1-1,0 1,0-1,1 1,-1-1,0 0,1 0,-1-1,1 1,-1-1,1 1,0-1,0 0,0-1,0 1,-1-1,1 1,0-1,0-1,0 1,2 0,37 3,1-1,0-2,0-1,9-4,27-4</inkml:trace>
  <inkml:trace contextRef="#ctx0" brushRef="#br0" timeOffset="4522.591">2579 3814,'-1'0,"0"0,0 0,0 0,0 0,0 0,0 0,1 0,-1 1,0-1,0 0,0 1,1-1,-1 0,0 1,0-1,1 1,-1 0,0-1,1 1,-1-1,1 1,-1 0,1 0,-1-1,1 1,-1 0,1 0,0-1,-1 1,1 0,0 0,0 0,-1 0,1-1,0 1,0 0,0 0,0 0,0 0,-6 27,1 0,1 0,2 0,1 1,1 12,0-36,4 127,15 83,0-9,-13 17,-10 0,-9 0,-16 43,3-16,7 117,12-139,2-174</inkml:trace>
  <inkml:trace contextRef="#ctx0" brushRef="#br0" timeOffset="6723.449">2512 3866,'-2'-2,"-1"-1,1 1,1-1,-1 0,0 0,1 0,-1 0,1 0,0 0,0 0,0 0,0-1,1 1,-1 0,1 0,0-1,0 1,0 0,0-1,0 1,1 0,0 0,0-1,0 1,0 0,0 0,0 0,1 0,0 0,-1 0,1 1,0-1,0 0,2 0,6-1,0 1,-1 0,2 1,-1 0,0 0,0 1,1 1,-1-1,2 2,29-3,144-17,-76 5,0 6,0 3,73 9,85 18,212-11,473-24,73-28,-41 34,-212 15,20 8,63 9,-17 18,-391-22,-41-11,-39 10,-364-20,-1 0,0-1,0 1,1 0,-1 0,0 0,1 0,-1 0,0 0,1 0,-1 1,0-1,0 1,0 0,1 0,-1 0,0 0,0 0,0 0,0 0,-1 1,1-1,0 1,0-1,-1 1,1 0,-1-1,0 1,1 0,-1 0,1 1,21 152,-20-114,-1-11,27 293,42 170,-40-332,7 133,-32-204,4 46,21 106,-5-116,-10-66,-4 2,-2 0,-3 0,-2 0,-3 1,-5 39,-33 218,36-28,-7-246,4-34</inkml:trace>
  <inkml:trace contextRef="#ctx0" brushRef="#br0" timeOffset="8946.556">2499 6300,'14'45,"-1"1,-3 0,-2 1,-1 0,-3 1,-2-1,-2 1,-3 16,5 109,7-95,3 0,3 0,4-1,3-1,28 62,-36-99,-2 1,-2 0,-1 1,-2 0,-2 0,-1 22,-5-62,1-1,0 1,-1-1,1 1,0 0,0-1,0 1,0 0,-1-1,1 1,0 0,0 0,0-1,0 1,0 0,1-1,-1 1,0 0,0-1,0 1,1 0,-1-1,0 1,1 0,-1-1,0 1,1-1,-1 1,1-1,-1 1,1-1,-1 1,1-1,-1 1,1-1,-1 0,1 1,0-1,-1 0,1 1,0-1,-1 0,1 0,0 0,-1 0,1 0,0 0,0 0,-1 0,1 0,0 0,-1 0,1 0,0 0,-1 0,1-1,0 1,-1 0,1 0,-1-1,1 1,0-1,-1 1,1 0,-1-1,1 0,27-13,0 0,1 2,1 1,0 2,0 0,1 2,0 2,13-1,255-6,-263 12,627-8,371-17,1338 35,-1554-12,-98 15,280 45,-145-21,-284-12,-334-15,-112 4,47-9,-106-6,-64 1,-1 1,0-1,1 0,-1 0,0 0,1 0,-1 0,1-1,-1 1,0 0,1 0,-1-1,0 1,0-1,1 0,-1 1,0-1,0 0,0 1,0-1,1 0,-1 0,0 0,-1 0,1 0,0 0,0-1,0 1,-1 0,1 0,-1 0,1-1,-1 1,1 0,-1-1,0 1,1 0,-1-1,0 1,0-2,-17-137,7 89,-21-143,16 80,-5 1,-5 1,-34-92,14 93</inkml:trace>
  <inkml:trace contextRef="#ctx0" brushRef="#br0" timeOffset="10442.545">2686 5778,'1010'8,"1265"-2,-1093 33,469 18,-656-32,-311-7,-234 1,-237-17,-248 6,20-6</inkml:trace>
  <inkml:trace contextRef="#ctx0" brushRef="#br0" timeOffset="11507.407">6883 3720,'25'1295,"-14"-1112,8-1,9-1,14 28,28 59,-21-86,16 124,-56-215,-4 1,-4 0,-10 72,1 43,31 12,-22-212,-3-6</inkml:trace>
  <inkml:trace contextRef="#ctx0" brushRef="#br0" timeOffset="12430.462">4476 3934,'2'-4,"-2"4,0-1,0 0,0 0,0 1,0-1,0 0,0 0,1 1,-1-1,0 0,0 0,0 1,1-1,-1 0,0 1,1-1,-1 1,1-1,-1 0,1 1,-1-1,1 1,-1-1,1 1,-1-1,1 1,0 0,-1-1,1 1,0 0,-1-1,1 1,0 0,-1 0,1-1,0 1,0 0,-1 0,1 0,0 0,0 0,-1 0,1 0,0 1,0-1,-1 0,1 0,0 1,-1-1,1 0,0 1,-1-1,1 0,0 1,-1-1,1 1,-1-1,1 1,-1-1,1 1,-1-1,1 1,-1 0,0 0,7 17,-1 1,-1 0,-1 0,0 0,0 17,0-4,158 978,-121-735,-12 0,-7 249,7 56,-18-182,-10-230,-2-149,2-1,0 1,1 0,0-1,2 0,0 1,1-2,1 1,2 4,-8-22,0 1,1 0,-1 0,0 0,1 0,-1 0,1-1,-1 1,1 0,-1 0,1 0,0-1,-1 1,1 0,0-1,-1 1,1-1,0 1,0-1,0 1,-1-1,1 0,0 1,0-1,0 0,0 0,0 1,0-1,0 0,0 0,0 0,0 0,-1 0,1 0,0-1,0 1,0 0,0 0,0-1,0 1,0-1,7-7</inkml:trace>
  <inkml:trace contextRef="#ctx0" brushRef="#br0" timeOffset="13614.465">9036 3773,'4'62,"3"0,2 0,3-1,3 0,8 17,9 40,-1 30,-6 1,-7 1,-7 0,-7 94,-6 647,41-499,-18-230,-2 124,-20-23,42-43,-42-41,-9-195,1-1</inkml:trace>
  <inkml:trace contextRef="#ctx0" brushRef="#br0" timeOffset="15694.634">961 2089,'-31'-32,"46"59,257 361,-186-282,4-5,5-3,4-4,84 59,-88-76,-41-36,-1 2,-2 2,-3 3,-1 1,-3 3,17 26,-41-44,2 0,2-2,1 0,1-2,2-1,2 0,2-2,-14-14,0 1,-2 1,0 0,0 1,-2 1,0 0,-1 1,4 8,-11-16,-12-15</inkml:trace>
  <inkml:trace contextRef="#ctx0" brushRef="#br0" timeOffset="16739.917">480 2704,'-14'-3,"1"1,-1 1,0 0,1 0,-1 2,0-1,0 2,1 0,-1 1,1 0,0 1,0 0,0 1,0 0,1 1,0 1,-8 5,2 1,-1 0,2 1,0 1,1 1,0 0,1 1,1 0,1 2,0-1,-3 9,7-12,1 0,1 0,0 0,1 1,1-1,0 2,1-1,1 0,0 1,1 0,1-1,1 1,0 0,2 0,-1 0,1-12,-1-1,1 1,0-1,0 1,1-1,-1 0,1 0,0 0,0 0,0-1,1 1,-1-1,1 0,0 0,0 0,0 0,0-1,0 1,1-1,-1 0,1-1,-1 1,1-1,0 0,-1 0,1 0,2 0,7 0,0 0,0-1,0-1,0 0,0-1,0 0,0-2,-1 1,1-1,15-9,-1 0,-1-1,0-2,-1-1,0-1,-2-1,0-1,-1-1,-2-1,0-1,-1-1,-1-1,-1-1,-2 0,-1-1,0-1,-2 0,-2-1,6-19,-11 32,0 0,-2-1,1 1,-2-1,0 0,-1 0,-1 0,-1 0,0 0,-1 0,-1 0,0 0,-1 0,-6-16,6 28,0 0,0 0,0 0,-1 1,0 0,1-1,-2 1,1 1,0-1,-1 1,0 0,1 0,-1 0,0 0,-1 1,1 0,0 0,-1 0,1 1,-1 0,0 0,1 0,-1 1,0 0,1 0,-1 0,0 1,1 0,-1 0,1 0,-1 1,1-1,-1 1,1 1,0-1,0 1,0 0,0 0,-3 4,-2 0,1 0,0 1,1 1,0-1,0 2,1-1,0 1,1 0,0 0,0 0,1 1,1 0,0 0,0 1,1-1,0 1,1-1,0 10,-1 8,2 0,2 0,0 0,2 0,1 0,1 0,3 3,13 39,3-2,3-1,33 58,-9-18,-24-37,-20-48</inkml:trace>
  <inkml:trace contextRef="#ctx0" brushRef="#br0" timeOffset="17024.097">800 3346,'49'-303,"-46"285,-8 56,-8 46,3 1,5 0,2 1,6 20,20 24,-10-85</inkml:trace>
  <inkml:trace contextRef="#ctx0" brushRef="#br0" timeOffset="17702.831">1937 2089,'-8'0,"0"1,0 0,1 1,-1 0,1 0,-1 1,1 0,0 0,0 0,0 1,0 0,1 1,-1-1,1 1,1 1,-4 2,-75 102,72-90,1 0,1 1,0 0,1 1,2 0,0 0,1 1,2 0,0 0,1 0,2 0,0 1,2 16,0-36,-1 1,0-1,1 1,0-1,0 1,1-1,-1 0,1 1,0-1,0 0,0 0,1 0,-1 0,1-1,0 1,0-1,0 0,1 0,-1 0,1 0,-1 0,1-1,0 1,0-1,0 0,1 0,-1-1,0 1,1-1,-1 0,1 0,-1-1,1 1,-1-1,1 0,-1 0,1-1,0 1,-1-1,3 0,6-6,-1-1,1 1,-1-2,-1 0,1 0,-2-1,1-1,-1 1,-1-2,0 1,-1-1,0-1,0 1,-2-1,1-1,-2 1,3-10,13-25,-2-1,-3-1,-2 0,-2-1,-2-1,-2 0,-1-19,-6 66,0 1,0-1,-1 1,1-1,-1 1,0-1,0 1,-1-1,1 0,-1 1,0 0,0-1,-1 1,1-1,-1 1,0 0,0 0,0 0,-1 0,1 1,-1-1,0 0,0 1,0 0,-1 0,1 0,-1 0,0 0,0 1,1 0,-2 0,1 0,0 0,0 0,-1 1,1 0,-1 0,0 1,0 1,0-1,0 1,0 1,0-1,1 1,-1 0,1 0,-1 0,1 0,0 1,0 0,0 0,0 0,0 0,1 1,-1-1,1 1,0 0,0 0,0 0,1 1,-44 102,40-66,1 0,2 1,2-1,1 1,3-1,1 1,2-1,2 0,1-1,2 0,2-1,2 0,2-1,1 0,15 21,35 39,-53-84</inkml:trace>
  <inkml:trace contextRef="#ctx0" brushRef="#br0" timeOffset="18007.991">2137 2717,'-1'6,"-9"102,10-103,0 1,1-1,-1 0,1 1,0-1,1 0,-1 0,1 0,0 0,0 0,1-1,-1 1,1-1,0 1,1-1,-1 0,1 0,2 2,-3-3,1-1,-1 0,1 0,-1 0,1-1,0 1,0-1,0 0,0 0,0 0,0-1,0 1,0-1,0 0,0 0,0 0,0-1,0 1,0-1,0 0,0 0,-1-1,1 1,0-1,-1 0,1 0,-1 0,3-2,4-2,0-1,-1-1,0 0,0 0,0-1,-1 0,-1-1,0 1,1-3,-3 3,1 0,-2-1,0 0,0 0,0 0,-2-1,1 1,-1-1,-1 1,0-1,0-3,-1 10,0 0,0 0,0 1,0-1,-1 0,0 1,0-1,0 0,0 1,0-1,-1 1,1 0,-1-1,0 1,0 0,-1 0,1 0,0 0,-1 1,0-1,0 1,0-1,0 1,0 0,0 0,0 0,-1 1,1-1,0 1,-1 0,0 0,1 0,-3 0,-3 0,0 1,0 1,0 0,-1 0,1 1,1 0,-1 0,0 1,0 0,1 1,0 0,0 0,0 1,0 0,1 0,-1 1,2 0,-1 0,0 1,1-1,0 1,1 1,0-1,0 1,0 0,-17 32</inkml:trace>
  <inkml:trace contextRef="#ctx0" brushRef="#br0" timeOffset="18423.881">2658 2316,'14'25,"11"20,11 15,10 9,6 7,4-1,1-4,-1-7,-7-12,-9-13,-9-13,-8-15,-7-10</inkml:trace>
  <inkml:trace contextRef="#ctx0" brushRef="#br0" timeOffset="18684.093">3154 2356,'-19'5,"-12"12,-10 15,-8 18,-4 17,-4 14,0 12,1 7,4-1,9-17</inkml:trace>
  <inkml:trace contextRef="#ctx0" brushRef="#br0" timeOffset="19139.844">3420 3452,'-2'2,"0"1,0-1,0 1,0 0,0 0,1 0,-1 0,1 0,0 0,0 0,0 0,0 1,1-1,-1 0,1 1,0-1,0 0,0 1,0-1,1 0,-1 1,1-1,0 0,0 0,0 0,0 0,1 0,-1 0,1 0,0 0,-1 0,1 0,1-1,-1 1,0-1,1 0,-1 0,1 0,0 0,-1 0,1 0,0 0,4 0,0-1,0 1,0-1,0 0,0-1,0 0,1 0,-1 0,0-1,0 0,0 0,0-1,-1 0,1 0,0-1,-1 0,1 0,-1 0,0-1,0 0,0 0,-1-1,1 1,-1-1,0 0,-1-1,1 1,-1-1,0 0,0 0,-1 0,0 0,0-1,0 1,-1-1,0 0,0 0,-1 0,1 0,-2 0,1 0,-1 0,0 0,-1-5,0 6,0 0,0 0,-1 0,0 0,0 0,0 1,-1-1,1 1,-1-1,-1 1,1 0,-1 0,0 1,0-1,0 1,-1 0,0 0,1 0,-1 1,-1-1,1 1,0 0,-1 1,0-1,1 1,-1 0,0 1,0 0,0-1,0 2,0-1,0 1,-1 0,1 0,0 1,0-1,0 1,0 1,0-1,0 1,1 0,-1 1,-2 0,5-1,0 1,0-1,1 0,-1 1,1 0,-1-1,1 1,0 0,0 0,0 1,1-1,-1 0,1 0,-1 1,1-1,0 1,0-1,1 1,-1 0,1-1,0 1,0 0,0-1,0 1,1-1,-1 1,1 0,0-1,0 1,0-1,1 0,-1 1,1-1,0 0,0 0,0 0,0 0,0 0,1 0,2 1,33 26,5-7</inkml:trace>
  <inkml:trace contextRef="#ctx0" brushRef="#br0" timeOffset="19424.624">3875 3452,'-1'3,"1"0,-1 1,1-1,0 0,0 0,0 1,0-1,0 0,1 0,-1 1,1-1,0 0,0 0,0 0,1 0,-1 0,1 0,0 0,-1 0,1-1,1 1,-1-1,0 1,0-1,1 0,-1 0,1 0,0 0,0 0,0-1,0 1,0-1,0 0,0 0,0 0,0 0,0-1,1 1,1-1,7 3,1-1,0 0,0-1,0-1,-1 0,1-1,0 0,0-1,-1-1,1 1,1-2,-8 2,0 0,-1 0,1 0,0-1,-1 0,0 0,1 0,-1 0,-1-1,1 0,0 0,-1-1,0 1,0-1,0 0,0 0,-1 0,0 0,0 0,-1-1,1 0,-1 1,0-1,0-1,-2 0,1 1,-1 0,0-1,0 1,-1 0,0-1,0 1,0 0,-1 0,0-1,0 1,-1 1,0-1,0 0,0 1,0-1,-1 1,0 0,0 0,0 1,-1-1,0 1,0 0,0 0,0 0,0 1,-1 0,0 0,-4-2,4 2,-1 0,1 1,0-1,-1 1,1 0,-1 1,0 0,1 0,-1 0,0 1,0 0,1 0,-1 1,0 0,0 0,1 0,-1 1,1 0,-1 1,1-1,0 1,0 0,0 1,0-1,1 1,-1 0,1 1,0 0,1-1,0 0,1 1,0 0,0 0,0 0,0 0,1 1,0-1,0 0,0 1,1 0,0-1,0 1,0 0,1 0,0-1,0 1,0 0,1 0,0 0,0-1,2 6,12 31</inkml:trace>
  <inkml:trace contextRef="#ctx0" brushRef="#br0" timeOffset="19940.682">5613 3239,'-10'9,"0"1,0 1,1 0,0 0,1 0,0 1,1 1,0-1,1 1,1 0,0 1,1-1,0 1,1 0,-1 6,4-15,0-1,1 1,-1 0,1-1,0 1,0 0,0-1,1 0,0 1,-1-1,1 0,1 0,-1 0,1 0,0 0,-1 0,2-1,-1 1,0-1,1 0,-1 0,1 0,0-1,0 1,0-1,0 0,1 0,-1-1,0 1,4 0,5 2,0-1,1-1,-1 0,0-1,1 0,-1-1,0-1,1 0,-1 0,5-2,-11 1,1 0,-1 0,1-1,-1 0,0 0,0 0,0-1,-1 0,1 0,-1-1,0 0,0 0,-1-1,1 1,-1-1,-1 0,1 0,-1-1,0 0,0 1,-1-1,0-1,0 1,0 0,-1-1,-1 1,1-1,-1 1,0-6,0 7,0-1,-1 0,1 0,-1 0,-1 0,0 0,0 0,0 1,-1-1,1 0,-2 1,1-1,-1 1,0 0,0 0,-1 0,0 0,0 0,0 1,0 0,-1 0,0 0,0 0,-1 1,1 0,-1 0,0 0,0 1,0 0,0 0,-1 1,1-1,-1 1,0 1,0-1,1 1,-1 0,0 1,-5 0,6 1,0 0,0 0,0 0,0 1,0 0,0 1,1-1,-1 1,1 0,-1 1,1-1,0 1,0 0,1 0,-1 0,1 1,0 0,0 0,1 0,-1 0,1 0,0 1,0 0,1-1,0 1,0 0,0 0,1 0,0 0,0 1,0-1,1 0,0 0,0 0,1 1,-1-1,2 1,7 40</inkml:trace>
  <inkml:trace contextRef="#ctx0" brushRef="#br0" timeOffset="20190.784">6107 3439,'4'-51,"1"1,3 0,2 0,10-25,-30 101,1 0,1 1,2 0,0 0,2 1,1-1,2 1,0 0,2-1,1 1,1 0,1-1,2 0,6 19,6-6</inkml:trace>
  <inkml:trace contextRef="#ctx0" brushRef="#br0" timeOffset="20803.96">8032 3252,'3'-21,"0"-13,0-5,0-4,-2 4,0 11,0 17,-1 17,0 16,0 16,0 14,0 8,2 6,1 1,4-5,4-7,-1-15</inkml:trace>
  <inkml:trace contextRef="#ctx0" brushRef="#br0" timeOffset="21057.673">8367 3239,'0'-19,"0"-14,0-9,0-2,0 2,0 6,0 14,0 20,0 18,0 21,0 18,5 15,5 10,9 2,9-4,1-14</inkml:trace>
  <inkml:trace contextRef="#ctx0" brushRef="#br0" timeOffset="21623.806">10079 3318,'0'-16,"2"-12,1-5,2-5,0 0,2 4,-1 6,-1 12,-1 15,-4 18,-2 17,-3 13,0 13,0 6,4 0,6-7,5-8,0-13</inkml:trace>
  <inkml:trace contextRef="#ctx0" brushRef="#br0" timeOffset="21974.244">10466 3292,'-3'6,"1"1,0-1,1 1,-1 0,1-1,1 1,-1 0,1 0,0-1,1 1,0 0,0 0,0-1,1 1,0-1,0 1,0-1,1 0,0 0,0 0,1 0,0 0,0-1,0 0,0 1,1-2,0 1,5 4,2 0,-1 0,1 0,1-1,0 0,0-1,0-1,1 0,0 0,0-2,0 0,0 0,15 0,-24-3,0 0,0-1,0 0,0 0,0 0,0-1,0 1,0-1,0 0,0-1,0 1,0-1,-1 0,1 0,-1-1,1 1,-1-1,0 0,0 0,0-1,-1 1,1-1,-1 1,1-1,-1 0,-1-1,1 1,0 0,-1-1,0 1,0-1,0 0,-1 0,0 0,1-5,0-1,-1-1,0 0,-1 1,-1-1,1 0,-2 1,0-1,0 0,-1 1,0 0,-1 0,-1 0,1 0,-2 1,-4-8,7 13,0 0,-1-1,0 1,0 1,0-1,-1 0,0 1,1 0,-2 0,1 1,0-1,-1 1,1 0,-1 1,0-1,0 1,0 0,0 1,0-1,-1 1,1 0,0 1,-1 0,1 0,0 0,-1 1,1 0,0 0,-3 1,-13 6,1 1,0 1,1 1,0 1,1 1,0 0,1 1,-12 13,23-21,-57 49</inkml:trace>
  <inkml:trace contextRef="#ctx0" brushRef="#br0" timeOffset="22958.222">1563 4855,'-3'11,"1"0,-1-1,2 1,0 0,0 0,1 0,0 0,1-1,1 1,-1 0,2 0,-1-1,1 1,1-1,0 0,1 0,0 0,0-1,1 1,0-1,0-1,1 1,0-1,1 0,0-1,0 0,1 0,0-1,0 0,0 0,1-1,0 0,0-1,0 0,3 1,0-1,1-1,-1 0,1 0,-1-2,1 1,0-2,0 0,-1-1,1 0,0-1,-1 0,1-1,-1-1,4-1,-8 2,-1 0,0-1,0 0,0 0,-1-1,0 0,0 0,0-1,0 1,-1-2,0 1,0-1,-1 0,1 0,-2 0,1-1,-1 1,0-1,0 0,-1-1,-1 1,1-1,-1 1,0-4,-1 1,-1 1,0-1,-1 0,0 1,-1-1,0 1,-1 0,0-1,0 1,-1 1,-1-1,1 0,-2 1,1 0,-1 0,-1 1,1-1,-1 2,-1-1,1 1,-2 0,1 0,0 1,-1 0,0 1,-1 0,1 0,-1 1,0 0,0 1,0 0,-1 0,1 1,-1 1,1 0,-1 0,1 1,-8 1,3 1,0 1,0 1,0 0,0 2,1-1,0 2,0 0,0 0,1 1,0 1,1 0,0 1,0 1,1-1,0 2,1 0,0 0,1 0,1 1,0 1,1-1,0 1,1 1,0-1,0 5,-18 56</inkml:trace>
  <inkml:trace contextRef="#ctx0" brushRef="#br0" timeOffset="63011.794">3474 4803,'-7'14,"2"1,0 0,0 0,1 0,1 1,1-1,0 1,1 0,1 9,-2-5,-1 3,1-1,1 1,1 0,1 0,0-1,2 1,1 0,1-1,0 0,2 0,1-1,0 0,8 12,-14-29,1 0,-1 0,1-1,0 0,0 1,0-1,0 0,1 0,-1-1,1 1,-1-1,1 0,0 0,0 0,0 0,0-1,1 1,-1-1,0 0,1-1,-1 1,0-1,1 0,-1 0,1 0,-1 0,0-1,1 0,-1 0,0 0,0 0,1-1,-1 1,0-1,0 0,2-2,9-9,-1 0,0-1,-1-1,-1 0,0 0,-1-1,-1-1,0 0,-2 0,1-1,-2 0,-1 0,0-1,1-9,1 6,-2 0,0-1,-1 0,-1 0,-1-1,-1 1,-2 0,0-1,-1 1,-1-1,-2 1,0 0,-1 0,-2 0,0 1,-9-19,11 34,0 0,0 1,0 0,-1 0,0 0,0 1,0 0,-1 0,0 0,0 1,0 0,0 0,-1 1,1 0,-1 0,0 1,0 0,0 0,0 1,0 0,0 1,-1-1,1 2,0-1,0 1,0 0,0 1,0 0,0 0,0 1,0 0,1 0,0 0,-5 4,-1 0,0 2,0-1,1 2,0 0,1 0,0 1,0 0,1 1,1 1,0-1,1 1,0 1,1-1,0 1,1 1,1-1,0 1,1 0,1 0,0 0,1 0,1 1,0-1,1 1,0-1,2 7,24 58,11-12</inkml:trace>
  <inkml:trace contextRef="#ctx0" brushRef="#br0" timeOffset="63822.645">5266 4949,'60'-84,"-4"-2,-3-3,17-44,-46 96,-18 46,-4 112,-2-39,1-10,-3 1,-3-1,-3 0,-17 68,25-136,-1 0,0 0,0 0,0-1,0 1,-1 0,0 0,0-1,0 1,0-1,0 1,-1-1,1 0,-1 0,0 0,0 0,0-1,0 1,-2 0,5-3,0 0,0 0,1 0,-1 0,0 0,0 0,1-1,-1 1,0 0,0 0,0 0,1-1,-1 1,0 0,0 0,0-1,0 1,0 0,1 0,-1-1,0 1,0 0,0 0,0-1,0 1,0 0,0 0,0-1,0 1,0 0,0-1,0 1,0 0,0 0,0-1,0 1,-1 0,1 0,0-1,0 1,0 0,0 0,0-1,-1 1,1 0,0 0,0 0,0-1,-1 1,1 0,0 0,0 0,-1 0,1 0,0-1,104-11,129 9,-192 3</inkml:trace>
  <inkml:trace contextRef="#ctx0" brushRef="#br0" timeOffset="65164.555">10238 4870,'49'-38,"-1"-2,-3-1,-1-3,-3-1,-1-2,-1-3,-26 31,0 0,0-1,-2 0,-1-1,0 0,-2 0,0-1,-1 0,-2-1,1-5,-14 40,0 33,1 1,2 0,2-1,3 15,-1-52,18 425,-31-299,-2-83</inkml:trace>
  <inkml:trace contextRef="#ctx0" brushRef="#br0" timeOffset="65833.969">7832 4870,'-6'8,"-1"0,1 1,1 0,0 0,0 0,1 1,0-1,0 1,1 0,1 0,-1 1,2-1,-1 1,2-1,-1 0,1 1,1-1,0 1,0-1,1 1,1-1,-1 0,2 0,-1 0,1-1,1 1,0-1,0 0,1 0,0-1,1 1,-1-1,2 0,0 1,0-1,1 0,-1 0,1-1,1 0,-1-1,1 0,1 0,-1-1,1-1,-1 1,1-2,1 0,-1 0,0-1,1 0,-1-1,1 0,-1-1,1 0,-1-1,1 0,-1-1,1 0,-1-1,0 0,8-4,-6-1,0 0,-1 0,0-1,-1 0,0-1,0-1,-1 0,-1 0,0-1,0 0,-1 0,-1-1,0 0,-1 0,0-1,0-1,1-6,-1 0,0-1,-2 1,0-1,-1 0,-2 0,0 0,-1-1,-2 1,-1-9,1 16,-1 1,-1-1,0 1,-1 0,-1 0,0 1,0-1,-2 1,1 1,-2-1,-5-5,9 11,-1 1,0 0,-1 0,1 1,-1-1,0 1,0 1,-1 0,1 0,-1 0,0 1,0 0,0 0,0 1,-1 0,1 1,-1 0,1 0,-1 1,-5 0,1 1,0 1,0 1,0 0,1 1,-1 0,1 1,0 0,0 1,1 0,0 1,0 0,0 1,-7 7,-6 7,1 1,1 1,1 1,-16 25,-18 33</inkml:trace>
  <inkml:trace contextRef="#ctx0" brushRef="#br0" timeOffset="68457.603">3407 6366,'9'23,"8"19,7 15,7 13,8 7,5 7,2 3,3-3,-2-5,-6-13,-8-15,-9-16,-8-13</inkml:trace>
  <inkml:trace contextRef="#ctx0" brushRef="#br0" timeOffset="68708.589">3821 6527,'-18'5,"-13"10,-10 12,-7 14,-3 15,1 11,3 6,3-1,4-5,8-15</inkml:trace>
  <inkml:trace contextRef="#ctx0" brushRef="#br0" timeOffset="68974.771">3154 6888,'18'-5,"26"-3,36-5,36-5,32-4,25-1,15 0,-25 3</inkml:trace>
  <inkml:trace contextRef="#ctx0" brushRef="#br0" timeOffset="69258.9">5118 6407,'5'13,"3"14,8 12,10 10,11 8,17 6,11 2,10-2,4-5,-1-5,-7-7,-12-7,-13-7,-14-8,-14-7</inkml:trace>
  <inkml:trace contextRef="#ctx0" brushRef="#br0" timeOffset="69524.514">5693 6460,'-14'0,"-10"7,-10 11,-6 17,-5 15,0 15,0 11,3 6,4 0,5-7,4-12,9-16</inkml:trace>
  <inkml:trace contextRef="#ctx0" brushRef="#br0" timeOffset="69525.514">5092 6848,'18'0,"27"-2,34-6,37-3,32-3,28 0,19-1,12 0,-31 3</inkml:trace>
  <inkml:trace contextRef="#ctx0" brushRef="#br0" timeOffset="69857.535">7685 6447,'11'18,"11"18,11 18,11 14,9 11,10 5,7-1,1-7,-2-11,-7-13,-8-14,-12-15,-13-17,-12-10</inkml:trace>
  <inkml:trace contextRef="#ctx0" brushRef="#br0" timeOffset="70141.552">8247 6486,'-16'10,"-12"11,-10 16,-8 16,-4 12,2 11,3 4,2 0,5-5,3-8,9-16</inkml:trace>
  <inkml:trace contextRef="#ctx0" brushRef="#br0" timeOffset="70408.006">7699 6875,'23'-3,"29"0,37 1,34-1,31 2,22-3,-17 1</inkml:trace>
  <inkml:trace contextRef="#ctx0" brushRef="#br0" timeOffset="70587.62">9691 6394,'4'13,"7"19,7 17,11 16,8 11,11 6,7 0,4-4,2-9,-4-12,-7-12,-9-15,-12-12</inkml:trace>
  <inkml:trace contextRef="#ctx0" brushRef="#br0" timeOffset="70769.878">10225 6514,'-18'7,"-15"11,-14 16,-5 14,-1 12,5 10,7 4,9-1,10-4,6-7,4-12,3-14</inkml:trace>
  <inkml:trace contextRef="#ctx0" brushRef="#br0" timeOffset="70925.779">9517 6875,'18'0,"25"2,29 3,30 1,23 0,12-2,0-2,-25 0</inkml:trace>
  <inkml:trace contextRef="#ctx0" brushRef="#br0" timeOffset="85225.471">6349 4990,'21'-141,"-17"85,-2-1,-2 1,-3 0,-3 0,-1 0,-4 1,-1 0,-3 1,-3-2,6 22,-54-123,61 149,0 0,0 0,-1 1,0-1,0 1,-1 1,0-1,0 1,-1 0,1 1,-1 0,0 0,-1 1,1 0,-1 0,-6-1,-13-1,-1 2,1 0,-1 2,0 1,-16 3,-59-4,17-6,50 3,0 1,0 2,-1 1,1 2,0 2,0 1,0 2,-16 6,21 0,1 1,0 2,1 1,0 1,2 2,0 0,1 2,1 2,1 0,-12 16,-45 40,45-46,1 2,2 1,2 2,1 1,2 1,-11 22,31-37,1 1,0 0,2 0,1 0,1 1,2-1,0 1,2 0,1 0,3 20,-2 16,-4 38,-5-1,-3 1,-9 17,8-43,4 0,2 1,4-1,4 1,6 30,12 187,-15 205,3-247,32 171,-30-324,-2-24,3 0,3-1,4-1,3-1,3 0,7 10,-3-17,2 0,4-2,29 39,-49-80,0 0,2-2,1 0,0-1,1 0,1-2,0 0,2-2,-1 0,2-1,18 7,-10-9,-1-2,1 0,1-3,0 0,-1-2,1-1,0-2,1-1,-1-2,0-1,-1-1,1-2,-1-1,0-1,0-2,11-6,-8 4,-1-1,0-1,-1-2,-1-1,0-2,-1-1,-1-1,-1-2,-1-1,-1-1,15-19,-6-7,-3-1,-2-1,-2-2,-3 0,-2-2,-2-1,-4-1,-1 0,-4-1,-2 0,-2-1,-1-50,15-472,5 331,-9 107,-6-2,-6 1,-13-127,-10 156,-5 0,-5 1,-5 2,-5 1,-4 2,-23-35,30 73,13 31,1-2,3 0,2 0,-3-16,13 17,7 9</inkml:trace>
  <inkml:trace contextRef="#ctx0" brushRef="#br0" timeOffset="87210.374">11107 4855,'31'-88,"16"-68,-46 146,0 1,0-1,-1 0,0 0,-1 0,0 0,-1 1,0-1,0 0,-1 1,0 0,-1-1,0 1,0 1,-3-4,-10-9,-1 1,-1 1,0 1,-2 0,0 2,-1 0,0 1,-2 2,1 0,-2 2,1 0,-24-6,-14-9,-202-98,246 117,-1 1,1 1,-1 1,0 0,0 1,0 1,0 1,-1 1,1 1,0 0,0 2,0 0,0 1,1 0,-1 2,1 0,0 1,-6 4,-23 16,1 1,2 3,1 1,1 3,-18 20,24-15,1 1,3 2,1 1,3 2,1 0,3 2,1 1,3 1,2 0,2 2,2 0,3 0,2 1,2 0,2 12,-48 399,26-79,19-209,-13 48,6-98,5 1,6 24,4-40,-1 125,17 75,-15-277,2 0,2 0,1 0,1-1,2 0,1 0,2-1,1 0,1-1,2 0,1-1,1-2,2 1,10 9,1-8,2-1,1-2,1-1,2-2,0-1,1-2,1-2,16 5,-40-17,0-1,1-1,-1 0,1-1,0-1,0 0,1-1,-1-1,1-1,-1 0,0-1,1-1,-1 0,0-1,14-5,6-9,-2-1,0-2,-1-1,27-24,-51 39,32-25,-1-2,-1-1,-2-3,-2 0,-1-3,-2 0,-2-2,15-29,10-36,-4-3,-5-2,25-98,-11 3,-9-1,-9-3,-10-1,-8-2,-7-90,-16 270,12-900,-13 913,-1-1,-1 1,0 0,-2 0,-1 0,0 0,-1 1,-5-9,-15-22</inkml:trace>
  <inkml:trace contextRef="#ctx0" brushRef="#br0" timeOffset="50928.794">1683 6969,'19'-30,"126"-193,-111 186,-33 37,-1 0,1 0,-1 0,1 0,0 0,-1 0,1 0,-1 0,1 0,0 1,-1-1,1 0,-1 0,1 1,-1-1,1 0,-1 1,1-1,-1 1,1-1,-1 0,1 1,-1-1,0 1,1-1,-1 1,0 0,1-1,-1 1,0-1,0 1,1-1,-1 1,0 0,0-1,0 1,0 0,0-1,0 1,0-1,0 1,0 0,0-1,-1 1,2 19,-1-1,-1 1,-1-1,0 1,-6 17,3-8,-11 64,-3 21,-5-2,-9 17,30-122,3-4,-1 1,1-1,-1 0,0 0,-1 0,1 1,0-1,-1 0,0-1,1 1,-1 0,-1 0,1-1,0 1,0-1,-1 0,0 0,1 0,-4 2,23 4,222 17,-187-22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4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14942,'43'-8,"679"-17,866 58,2591 125,-3971-153,1846 33,-183-40,-1262-10,388 3,32 26,-815 1,-205-10,-34-4,-10-2</inkml:trace>
  <inkml:trace contextRef="#ctx0" brushRef="#br0" timeOffset="1">1030 155,'-18'-3,"0"1,0 1,0 0,0 2,0 0,-13 2,26-2,0 0,0 1,0-1,0 1,0 0,0 0,1 1,-1-1,1 1,0 0,0 0,0 0,0 1,0 0,1-1,-1 1,1 1,0-1,1 0,-1 1,1-1,-1 1,1 0,1-1,-2 4,1 0,1 1,-1-1,1 0,1 1,0-1,0 0,0 1,1-1,0 0,1 1,0-1,0 0,1 0,0 0,0-1,1 1,0-1,0 1,1-1,0-1,5 6,13 14,1-1,2-2,0-1,23 15,-18-13,-8-6,-11-11,0 1,-1 1,0 0,-1 1,0 0,0 0,-1 1,-1 0,0 1,0 0,1 3,-8-13,-1 1,1-1,-1 0,0 0,0 1,1-1,-1 0,-1 0,1 1,0-1,0 0,-1 0,0 0,1 1,-1-1,0 0,0 0,0 0,0 0,0 0,-1-1,1 1,0 0,-1 0,1-1,-1 1,0-1,0 1,0-1,1 0,-3 1,-65 27,-14-14,80-15,0 1,-1-1,1 0,0 0,-1-1,1 1,0-1,-1 0,1 1,0-2,0 1,0 0,0 0,0-1,0 0,0 1,0-1,1 0,-1-1,1 1,-1 0,1-1,-2-1,3-3,0 1,0-1,1 0,0 1,0-1,1 1,0-1,0 1,0-1,1 1,0 0,0-1,0 1,1 0,0 0,0 1,1-1,0 1,-1-1,2 1,-1 1,1-1,2-2,90-105,-66 78,0-1,-2-1,-2-2,-2 0,10-21,-24 37,0-1,-2 1,-1-2,0 1,-2-1,-1 0,-1 0,0-1,-2 1,-1-2,-11-5,10 31,0-1,0 1,-1 0,1-1,0 1,-1 0,1-1,0 1,-1 0,1 0,0-1,-1 1,1 0,-1 0,1 0,0-1,-1 1,1 0,-1 0,1 0,-1 0,1 0,0 0,-1 0,1 0,-1 0,1 0,-1 0,1 0,-1 1,1-1,0 0,-1 0,1 0,-1 0,1 1,0-1,-1 0,1 0,0 1,-1-1,1 0,0 1,0-1,-1 0,1 1,0-1,0 1,-1-1,1 0,0 1,0-1,0 1,0-1,0 0,0 1,0-1,0 1,0-1,0 1,0-1,0 1,0-1,0 0,0 1,0-1,0 1,-5 17,1 0,1 1,1 0,0-1,2 1,0 12,0-3,5 105,5-2,7 1,11 31,-26-150,4 19,0-8</inkml:trace>
  <inkml:trace contextRef="#ctx0" brushRef="#br0" timeOffset="2">1030 477,'210'-12,"168"15,-245 9,-133-11,0-1,0 1,0-1,-1 1,1 0,0-1,0 1,0-1,0 1,-1-1,1 1,0-1,0 1,-1-1,1 1,0-1,-1 1,1-1,-1 0,1 1,0-1,-1 0,1 1,-1-1,1 0,-1 0,1 1,-1-1,1 0,-1 0,0 0,1 1,-1-1,1 0,-1 0,1 0,-1 0,1 0,-1 0,0-1,1 1,-1 0,1 0,-1 0,1 0,-1-1,1 1,-1 0,1 0,-1-1,-2 2,-18 3,0 2,0 0,1 1,0 2,0 0,0 1,14-7,0 1,0 0,0 0,0 0,1 0,0 1,0 0,0 0,1 1,-1-1,1 1,0 0,1 0,0 0,0 1,0-1,1 1,-1-1,2 1,-2 4,3-9,0 1,0-1,0 0,0 1,0-1,0 0,0 1,1-1,-1 1,1-1,0 0,0 0,0 0,0 1,0-1,0 0,1 0,-1 0,1 0,-1-1,1 1,0 0,-1-1,1 1,0-1,0 1,0-1,0 0,0 0,1 0,-1 0,0 0,0-1,1 1,-1-1,2 1,3 0,0 0,-1 0,1-1,0 0,0 0,0-1,0 0,0 0,0 0,-1-1,1 0,1-1,0-1,-1-1,0 1,0-1,0-1,0 1,-1-1,0 0,0-1,0 1,-1-1,0 0,-1-1,0 1,0-1,0 0,-1 0,0 0,0 0,1-9,-5 28,0-1,1 1,1-1,0 1,0-1,1 1,0-1,1 0,0 0,1 0,0 0,0-1,1 1,1-1,-1-1,1 1,1-1,0 0,0 0,0 0,1-1,0-1,0 1,5 1,-12-7,0 0,0 0,1-1,-1 1,1-1,-1 1,1-1,-1 1,1-1,-1 0,1 1,-1-1,1 0,-1 0,1 0,-1 0,1-1,0 1,-1 0,1-1,-1 1,0-1,1 1,-1-1,1 0,-1 1,0-1,1 0,-1 0,0 0,0 0,0 0,0 0,0-1,0 1,0 0,0 0,0-1,-1 1,1-1,0 1,-1-1,1 1,-1-1,0 1,1-2,7-78,-8 75,-2-142,3 145,1 0,0 0,-1 0,1 0,0 0,0 1,1-1,-1 1,1 0,-1-1,1 1,0 0,-1 0,1 1,0-1,0 1,0-1,1 1,-1 0,0 0,0 0,1 1,-1-1,0 1,1 0,-1 0,1 0,-1 0,0 1,1-1,-1 1,0 0,2 0,9-1,-8-1,-1 0,0 1,0 0,1 0,-1 0,0 0,0 1,0 0,1 0,-1 0,0 0,0 1,-1 0,1 0,0 1,0-1,-1 1,0 0,1 0,-1 0,0 1,-1 0,1-1,-1 1,1 0,-1 1,-1-1,1 1,0-1,-1 1,0 0,0 0,1 5,1 150,-3-157,0 0,0 0,0 1,1-1,-1-1,1 1,0 0,0 0,0-1,0 1,0-1,1 1,-1-1,1 0,-1 0,1 0,0 0,0 0,0-1,0 0,0 1,0-1,0 0,0 0,0-1,1 1,-1-1,0 1,3-1,6 1,0-1,-1-1,1 0,-1 0,1-1,-1 0,1-1,-1 0,3-1,-1 0,0-1,0-1,0 0,0 0,-1-1,0-1,-1 0,0 0,0-1,0-1,-1 0,-1 0,0-1,0 0,-1-1,-1 0,0 0,0 0,-1-1,-1 0,3-11,-7 22,0 0,0-1,-1 1,1 0,-1 0,0-1,0 1,0 0,0 0,0-1,0 1,0 0,-1 0,1-1,-1 1,0 0,0 0,1 0,-1 0,-1 0,1 0,0 0,0 0,-1 1,1-1,-1 0,1 1,-1-1,0 1,0-1,0 1,0 0,0 0,0 0,0 0,0 0,0 0,0 1,0-1,-1 1,1-1,0 1,0 0,-1 0,1 0,0 0,0 0,-2 1,0 0,1 1,-1-1,1 1,-1 0,1 0,-1 0,1 0,0 1,0-1,0 1,0 0,1 0,-1 0,1 0,0 0,0 0,0 1,0-1,0 1,1 0,-1-1,1 1,0 0,0 0,1 0,-1 0,1-1,0 1,0 0,0 0,0 0,1 0,0 0,0 0,0 0,0-1,0 1,2 3,2 1,0 1,1-1,0 0,0-1,1 1,0-1,0-1,1 1,0-1,0 0,0-1,1 0,-1 0,9 2,131 41,-83-35</inkml:trace>
  <inkml:trace contextRef="#ctx0" brushRef="#br0" timeOffset="3">1096 1305,'0'14,"-2"16,-3 16,-3 16,-3 14,-1 10,-1 5,-1 0,2-5,4-16</inkml:trace>
  <inkml:trace contextRef="#ctx0" brushRef="#br0" timeOffset="4">936 1439,'-31'-153,"32"150,0 1,0-1,1 0,-1 1,1 0,0-1,-1 1,1 0,0 0,0 0,0 0,1 0,-1 0,0 1,1-1,-1 1,1-1,0 1,-1 0,1 0,0 0,0 1,-1-1,1 0,0 1,0 0,0 0,0 0,0 0,0 0,-1 1,1-1,0 1,2 0,-2-1,20 0,1 1,-1 1,0 1,0 2,0 0,0 1,-1 1,0 1,9 5,-29-13,1 1,-1 0,1 0,-1 0,0 1,1-1,-1 1,0-1,0 1,0 0,0-1,0 1,-1 0,1 0,0 0,-1 1,0-1,1 0,-1 1,0-1,0 0,0 1,-1-1,1 1,0 0,-1-1,0 1,0-1,0 1,0 0,0 1,-4 2,1 0,-1 0,-1 0,1-1,-1 1,0-1,0 0,-1 0,1-1,-1 0,0 0,0 0,-1-1,-3 2,2 0,-170 87,151-77</inkml:trace>
  <inkml:trace contextRef="#ctx0" brushRef="#br0" timeOffset="5">1324 1640,'14'-335,"-15"333,1 0,0 0,-1 1,1-1,0 0,0 1,0-1,0 0,1 0,-1 1,0-1,1 0,-1 1,1-1,0 0,-1 1,1-1,0 1,0-1,0 1,0-1,0 1,0 0,1-1,-1 1,0 0,1 0,-1 0,0 0,1 0,-1 0,1 1,0-1,-1 0,1 1,0 0,-1-1,1 1,0 0,0-1,-1 1,1 0,0 0,0 1,0-1,37 6,1 1,-1 3,-1 1,6 4,-39-14,0 0,0 0,0 1,-1 0,1 0,-1 0,1 0,-1 1,0 0,0-1,0 2,0-1,0 0,-1 1,1 0,-1-1,0 1,-1 1,1-1,0 0,-1 1,0-1,0 1,-1 0,1-1,-1 1,0 0,0 2,-27 152,26-156,0 0,0 1,0-1,0 0,1 0,0 1,0-1,0 0,0 0,0 0,0 0,1 0,0 0,-1-1,1 1,0-1,0 1,1-1,-1 1,0-1,1 0,-1 0,1 0,0 0,0-1,-1 1,1-1,0 0,1 0,-1 0,0 0,0 0,0-1,0 1,1-1,-1 0,0 0,0 0,1 0,-1-1,1 1,7-1,0 0,0 0,0-1,0 0,0-1,0 0,-1-1,1 0,-1-1,0 0,-1 0,1-1,-1-1,6-4,-9 6,-1 0,1 0,-1 0,0-1,0 0,-1 0,1 0,-2 0,1-1,-1 0,1 0,-2 1,1-2,-1 1,0 0,-1 0,0-1,0 1,0-1,-1 1,0-1,-1-2,1 9,1 0,-1-1,0 1,0 0,0-1,0 1,-1 0,1-1,0 1,0 0,-1-1,1 1,-1 0,1-1,-1 1,0 0,1 0,-1 0,0 0,0 0,0 0,0 0,0 0,0 0,0 0,0 0,0 1,0-1,0 0,-1 1,1-1,0 1,-1-1,1 1,0 0,-1-1,1 1,0 0,-1 0,1 0,0 0,-1 0,1 0,0 0,-1 1,1-1,0 0,-1 1,1-1,0 1,0 0,-1-1,1 1,0 0,0 0,0-1,0 1,0 0,0 1,-3 5,0 1,1-1,0 1,0 0,1 0,0 0,0 0,1 1,0-1,1 0,0 1,0-1,1 0,0 1,0-1,1 0,0 0,0 0,1 0,0 0,1 1,-1-1,1 0,0-1,0 1,1-1,-1 0,2 0,-1 0,1-1,0 0,0 0,0-1,1 1,0-1,0-1,1 1,-1-1,1-1,0 1,0-1,0-1,0 0,1 0,-1 0,1-1,-1 0,1-1,-1 0,2 0,18-7</inkml:trace>
  <inkml:trace contextRef="#ctx0" brushRef="#br0" timeOffset="6">2206 1386,'1'-6,"0"-1,0 1,1 0,-1 0,1 0,1 0,-1 0,1 0,0 1,1-1,-1 1,1 0,0 0,0 0,1 0,0 1,-1 0,1 0,1 0,-1 1,0-1,1 1,5-2,-7 4,1 0,0 1,0-1,1 1,-1 0,0 0,0 0,0 1,0 0,0 0,0 0,-1 1,1-1,0 1,-1 0,1 1,-1-1,1 1,-1 0,0 0,0 0,-1 1,1-1,0 1,-1 0,0 0,0 0,0 0,-1 0,1 1,-1-1,0 1,-1 0,2 4,3 19,-2 1,-2 0,0 0,-2 0,0 0,-3 0,0 0,-2-1,-5 16,2 5,3-17,-11 112,16-135,0-1,0 1,1-1,1 1,-1-1,1 1,1-1,0 0,0 0,0 0,1-1,0 1,1-1,-1 0,2 1,-3-4,-1-1,1-1,-1 1,1 0,0-1,0 1,0-1,1 0,-1 0,0 0,1 0,-1-1,1 1,0-1,0 0,-1 0,1 0,0-1,0 1,0-1,0 0,0 0,-1 0,1-1,0 0,0 1,0-1,-1 0,1-1,0 1,-1-1,1 1,-1-1,0 0,1-1,-1 1,0 0,0-1,-1 0,1 1,0-1,-1 0,0-1,1 1,-1 0,-1-1,1 1,0-1,-1 1,1-3,0-3,-1 0,0 0,0 0,-1 0,0 0,-1 0,0 0,0 0,-1 1,0-1,0 0,-1 1,-1-1,1 1,-1 0,0 0,-1 0,-5-6,-1-1,-1 0,-1 0,0 1,0 1,-2 0,1 1,-2 1,-7-5,-3 3,0 0,-1 2,0 1,-1 1,-9-1,36 10,-21-8,22 2,75-10,518-81,-526 88</inkml:trace>
  <inkml:trace contextRef="#ctx0" brushRef="#br0" timeOffset="7">1872 2629,'-33'53,"2"1,3 1,3 2,1 1,4 0,-5 27,23-77,-3 5,1 1,1 0,0 0,1 0,1 0,0 0,1 1,0-1,2 10,-2-21,1-1,-1 1,1-1,0 1,0-1,0 1,0-1,0 0,1 0,-1 0,1 1,-1-1,1-1,0 1,-1 0,1 0,0-1,0 1,0-1,1 1,-1-1,0 0,1 0,-1 0,0 0,1 0,-1-1,1 1,-1-1,1 0,-1 1,1-1,0 0,-1-1,2 1,4-1,0-1,0 1,0-2,0 1,0-1,0 0,-1-1,1 0,-1 0,3-2,12-13,0-1,-2-1,0-1,-1 0,-2-1,0-1,-1-1,-2-1,0 0,-2 0,-1-1,-1-1,-1 0,0-9,-2 17,-1 0,0-1,-2 0,0 0,-2 0,0 0,-1 0,-1-1,-2 1,0 0,-1 0,0 0,-2 0,-1 1,0 0,-2 0,-5-10,11 26,0-1,0 1,0 0,-1 0,0 1,1-1,-2 0,1 1,0 0,-1 0,1 0,-1 0,0 0,0 1,0-1,0 1,0 0,-1 1,1-1,0 1,-1 0,0 0,1 0,-1 0,1 1,-1 0,0 0,1 0,-1 1,0-1,1 1,-1 0,1 1,-1-1,1 1,0 0,-1 0,-3 2,-1 7,1 1,0 0,0 0,1 0,1 1,0 0,1 0,0 1,1 0,0 0,1 0,1 0,0 0,1 0,1 1,1 13,-3 19,2-1,2 1,2-1,2 0,2 0,8 21,-10-42,2-1,1 0,1 0,1-1,1 0,1-1,1-1,1 0,1-1,1 0,0-2,13 11,-25-24,1 0,0-1,0 1,0-1,0 0,1-1,-1 0,1 0,0 0,0-1,0 1,0-2,1 1,-1-1,1 0,0-1,10-2</inkml:trace>
  <inkml:trace contextRef="#ctx0" brushRef="#br0" timeOffset="8">2206 3244,'-2'5,"1"1,0-1,0 1,0 0,1 0,-1-1,1 1,1 0,-1 0,1 0,0-1,0 1,1-1,0 1,0-1,0 1,1-1,-1 0,1 0,0 0,1 0,-1-1,1 1,0-1,0 0,0 0,1-1,3 3,-1-2,1 0,-1-1,1-1,0 1,0-1,0 0,0-1,0 0,0 0,0-1,0 0,0 0,0-1,1 0,-1 0,0-1,-1 0,1-1,0 0,-1 0,1 0,-1-1,0 0,0-1,0 1,-1-1,0-1,1 1,-2-1,1 0,-1 0,0-1,4-5,0 0,-1-1,0 0,-1 0,0-1,-1 0,-1 0,0-1,-1 0,-1 1,0-1,-1 0,0 0,-2-1,1 1,-2 0,0 0,-2-4,3 15,0 0,-1-1,0 1,0 0,0 0,-1 0,1 0,-1 0,0 0,0 1,-1-1,1 1,-1-1,1 1,-1 0,0 0,0 0,-1 0,1 0,0 1,-1 0,0-1,0 1,1 1,-1-1,0 1,0-1,-1 1,1 0,0 0,0 1,0-1,-1 1,1 0,-4 1,-4 3,0 1,0 0,0 1,1 1,0-1,0 2,1 0,0 0,0 1,1 0,0 0,0 1,1 0,1 1,0 0,0 0,0 2,-27 44</inkml:trace>
  <inkml:trace contextRef="#ctx0" brushRef="#br0" timeOffset="9">843 2535,'-24'4,"0"1,0 1,0 1,1 0,1 2,-1 1,1 1,1 1,0 1,1 0,0 2,-2 3,9-7,-1 1,2 1,0 0,0 1,1 0,1 1,0 0,1 0,1 1,1 0,0 1,1 0,0 0,2 0,0 1,-1 12,4-25,0 1,0-1,1 1,-1-1,1 1,0-1,1 1,-1-1,1 1,0-1,1 1,-1-1,1 0,0 0,1 0,-1 0,1 0,0 0,0-1,0 1,1-1,-1 0,1 0,0 0,1-1,-1 1,0-1,1 0,0 0,0-1,0 1,0-1,0 0,0 0,0-1,1 0,2 1,1-3,0 1,0-2,0 1,0-1,0 0,0-1,0 0,-1-1,0 0,1 0,-1 0,-1-1,1-1,3-2,93-93,-84 79,-1-2,0 0,-2-1,-1-1,-2-1,0 0,-1-1,-2 0,-1-1,-1 0,-2 0,-1-1,0-7,-5 30,1 0,-2 1,1-1,-1 0,0 0,0 0,-1 0,0 1,0-1,-1 0,0 1,0-1,0 1,-1-1,0 1,0 0,0 0,-1 1,0-1,0 1,-1-1,1 1,-1 1,0-1,-1 1,1 0,-1 0,0 0,0 1,0 0,0 0,-1 0,1 2,1-1,0 2,-1-1,1 1,0 0,-1 0,1 0,-1 1,1-1,0 1,0 1,-1-1,1 1,0 0,0 0,1 0,-1 1,0 0,1 0,-1 0,1 0,0 1,0-1,1 1,-1 0,1 0,-1 1,1-1,1 1,-1 0,-4 6,2 1,-1-1,2 1,-1 0,2 1,-1-1,2 1,0-1,0 1,1 0,1 0,0 5,7 28,1 1,2-1,3 0,1-1,5 6,15 49,-4-6,-4 0,-5 2,10 97,-29-170</inkml:trace>
  <inkml:trace contextRef="#ctx0" brushRef="#br0" timeOffset="10">1070 3485,'14'-43,"4"-8,-2-1,-3 0,-2-1,-1-10,-11 256,18 17,-13-174</inkml:trace>
  <inkml:trace contextRef="#ctx0" brushRef="#br0" timeOffset="11">361 3979,'-9'-7,"-8"-4,-2-1,-2 2,0 3,-2 2,-2 3,1 1,6 0</inkml:trace>
  <inkml:trace contextRef="#ctx0" brushRef="#br0" timeOffset="12">67 3926,'0'-1,"1"0,-1 0,1 0,-1 0,1 0,0 1,0-1,-1 0,1 1,0-1,0 0,0 1,0-1,-1 1,1-1,0 1,0-1,0 1,0 0,0 0,0-1,0 1,0 0,0 0,0 0,1 0,-1 0,0 0,0 1,0-1,0 0,0 0,0 1,0-1,307-1</inkml:trace>
  <inkml:trace contextRef="#ctx0" brushRef="#br0" timeOffset="13">3249 209,'-16'25,"4"114,12-114,27 451,1 114,-29-132,-11-268,5-120,3-1,3 1,3-1,7 35,3-30,-2-22,-2 1,-3 0,-2 27,-29 381,19-78,1-276,-3 32,7 0,6 1,1-6,-9 116,1-182,4 0,3 0,10 55,47 452,-49-248,-12-199,12 82,59 313,-55-401,17 203,-31-168,-3-61,4 0,5 0,7 24,-4-58,-3 0,-2 1,-3 0,-5 51,-6 10,8 114,14 686,-6-657,-12 0,-14 44,5-146,8 0,9 47,2-93,-5 0,-14 110,-75 397,32-128,39-348,5 148,13 668,5-834,5 1,8 10,3 27,-9-53,-5 1,-6 35,-12-92,1-40</inkml:trace>
  <inkml:trace contextRef="#ctx0" brushRef="#br0" timeOffset="14">3850 3792,'145'22,"-16"3,-45-8,1-3,48 0,359 4,-29 7,380-26,-169-26,-525 27,125-2,33-14,-249 11,180-15,40 9,235 25,-67 0,89-1,-90 1,-75-7,104 0,-291-8,171 1</inkml:trace>
  <inkml:trace contextRef="#ctx0" brushRef="#br0" timeOffset="15">3917 623,'0'-9,"0"2,0 8,0 16,0 19,0 18,0 17,0 14,0 9,0 1,0-3,2-6,4-9,0-11,-1-16</inkml:trace>
  <inkml:trace contextRef="#ctx0" brushRef="#br0" timeOffset="16">4037 1065,'17'12,"0"1,-2 1,1 0,-2 1,0 1,-1 0,0 1,-1 0,-1 1,-1 1,-1-1,0 2,-2-1,0 1,-1 0,-1 0,1 9,15 36,-20-65,1 0,0 1,-1-1,1 0,0 0,-1 0,1-1,0 1,-1 0,1 0,0-1,-1 1,1-1,-1 0,1 1,-1-1,1 0,-1 0,0 0,1 0,-1 0,0 0,0 0,1-1,-1 1,0 0,0-1,-1 1,1-1,0 1,0-1,-1 1,1-1,-1 1,1-1,-1 0,2-1,12-25,-1 0,-2-1,0 0,-2-1,-2 0,3-18,6-22,-6 119,-6-28,1-1,0 1,2-1,0 0,1 0,2-1,-1 0,2-1,1 0,0-1,11 12,-21-27,1 1,0-1,0 1,0-1,0 0,0 0,0 0,1 0,-1-1,1 1,-1-1,1 0,0 0,-1-1,1 1,0-1,0 1,-1-1,1 0,0 0,0-1,-1 1,1-1,0 0,-1 0,1 0,0-1,-1 1,0-1,1 0,2-1,5-5,-1 0,0 0,0-1,0 0,-1-1,-1 0,1 0,3-9,13-23,-2-2,-2 0,-3-2,-1 0,-2-1,-2 0,-2-1,-3-1,-1 1,-2-7,0 8,-1-1,-3 1,-1-1,-3 0,-1 1,-11-41,14 80,0 1,-1 0,0 0,0 0,0 0,-1 0,0 1,-1-1,0 1,0 0,0 0,0 0,-1 1,0-1,0 1,-1 1,1-1,-2 0,5 4,0 0,-1 1,1-1,0 1,0-1,-1 1,1 0,0 0,0 0,-1 0,1 0,0 1,0-1,-1 1,1-1,0 1,0 0,0 0,0 0,0 0,0 0,0 0,0 0,0 1,0-1,1 1,-1 0,1-1,-1 1,1 0,0 0,-1 0,1 1,-34 73,27-25,2 0,2 1,2-1,2 1,3-1,2 0,2 0,2 0,8 19,-10-34,8 46,3 0,4 0,3-2,19 34,-40-104,0 0,1 0,0 0,1-1,0 0,0 0,1 0,0-1,1 0,0 0,0-1,1 0,-1-1,2 0,2 2,10-2</inkml:trace>
  <inkml:trace contextRef="#ctx0" brushRef="#br0" timeOffset="17">4505 837,'-14'-2,"1"1,11 6,22 4,28 3,28 1,23 2,9 2,0 5,-17-1</inkml:trace>
  <inkml:trace contextRef="#ctx0" brushRef="#br0" timeOffset="18">5080 1586,'16'-19,"0"0,-1-2,-2 0,0 0,-1-2,-1 1,-1-1,-1-1,-1 0,-2 0,0 0,-1-1,-1 0,-2 0,0-3,-2 23,0 0,1 0,-2-1,1 1,0 0,-1 0,0 0,0 0,-1 1,0-1,1 0,-1 0,-1 1,1-1,-1 1,0 0,0 0,0 0,0 0,-2-1,4 4,0 1,1 0,-1-1,0 1,1 0,-1 0,0 0,0-1,1 1,-1 0,0 0,1 0,-1 0,0 0,0 1,1-1,-1 0,0 0,1 0,-1 1,0-1,1 0,-1 0,0 1,1-1,-1 1,1-1,-1 1,1-1,-1 1,1-1,-1 1,1-1,-1 1,1 0,-1-1,1 1,0-1,0 1,-1 0,1 0,0-1,0 1,0 0,0-1,0 1,0 0,0 0,0-1,0 1,0 0,0-1,0 1,0 0,1 0,-1-1,0 1,0 0,1-1,-1 1,1-1,-1 1,0 0,1-1,-1 1,1-1,-1 1,1-1,0 1,4 3,1 1,0-1,0 0,0 0,0-1,0 0,1 0,0-1,-1 1,1-1,0-1,0 1,3-1,-3 1,91 13,-71-12,0 1,-1 1,1 2,-1 0,11 6,-35-12,1-1,-1 1,0 0,0 0,0 0,0 1,0-1,0 0,0 1,0-1,0 1,-1 0,1-1,-1 1,1 0,-1 0,0 0,0 0,1 0,-1 1,-1-1,1 0,0 0,-1 1,1-1,-1 0,0 1,1-1,-1 1,0-1,-1 0,1 1,0-1,-1 0,1 1,-1-1,-55 98,18-44,35-52,0 0,0 0,0 1,1-1,0 1,-1-1,2 1,-1 0,0 0,1 0,0 0,0 0,1 0,-1 0,1 1,0-1,0 0,1 0,0 0,0 0,0 0,0 0,1 0,0 0,0 0,0-1,0 1,1-1,0 1,2 1,5 1,1-1,-1 0,1-1,1 0,-1-1,1 0,-1-1,1 0,0-1,0 0,0-1,0 0,4-1,13 2,1-1,-1-1,1-2,-1-1,0-1,0-1,9-4,-23 1,-14 1</inkml:trace>
  <inkml:trace contextRef="#ctx0" brushRef="#br0" timeOffset="19">4051 2642,'-2'-4,"-1"0,4 4,7 6,7 8,10 12,7 12,7 12,7 8,4 3,0 1,-1-1,-4-7,-8-8,-8-7,-11-12,-9-12</inkml:trace>
  <inkml:trace contextRef="#ctx0" brushRef="#br0" timeOffset="20">4385 2602,'-14'16,"-11"14,-8 16,-7 14,-7 12,-2 10,-1 5,1 1,3-5,11-17</inkml:trace>
  <inkml:trace contextRef="#ctx0" brushRef="#br0" timeOffset="21">4813 3110,'-3'4,"-1"1,1 0,0-1,0 1,1 0,-1 0,1 1,0-1,1 0,-1 1,1-1,0 1,0-1,1 1,0-1,0 1,0 0,0-1,1 1,0-1,0 1,1-1,0 1,-1-1,2 0,-1 0,1 0,0 0,0 0,0-1,0 1,1-1,0 0,2 2,0-1,1 0,-1 0,2 0,-1-1,0 0,1-1,-1 0,1 0,0-1,0 1,0-2,0 1,1-1,-1 0,0-1,1 0,-1-1,0 1,0-1,1-1,-1 0,0 0,0 0,0-1,-1 0,1-1,-1 0,0 0,0-1,0 1,0-1,-1-1,0 1,0-1,0 0,-1-1,0 1,0-1,-1 0,4-8,-4 5,-1-1,-1 1,1-1,-2 0,1 0,-2 0,1 0,-1 0,-1 0,0 0,-1 0,0 1,0-1,-1 0,-1 1,0 0,0-1,-1 2,0-1,-1 0,0 1,0 0,-1 1,0-1,-1 1,0 1,0-1,-1 1,-4-2,9 7,0 0,0 1,0-1,0 1,0 0,0 0,0 1,0-1,0 1,0 0,-1 0,1 0,0 1,0 0,0-1,0 1,0 1,0-1,0 0,0 1,0 0,1 0,-1 0,1 1,-1-1,1 1,0 0,0-1,0 1,0 1,1-1,-1 0,1 1,0-1,0 1,0 0,0 1,-32 98,26-52</inkml:trace>
  <inkml:trace contextRef="#ctx0" brushRef="#br0" timeOffset="22">6190 196,'-13'63,"11"-50,-18 94,4 1,0 107,43 61,-13 103,12 85,-27-34,-25-203,18 215,-8-90,0-208,6-1,6 82,-22 105,12 166,15 26,10-331,13 32,6 69,24 148,-10-114,-20 162,46 20,-60-370,-6 0,-6 11,0-9,-6 490,3 251,-1-727,0-44,6 1,8 56,23 191,-18 239,-5-185,-1 96,-9-313,2 336,-27-134,41-49,-6-252,-2 5,-11-99,-1-4</inkml:trace>
  <inkml:trace contextRef="#ctx0" brushRef="#br0" timeOffset="23">6657 851,'-14'51,"4"-27,1 1,2-1,1 2,1-1,0 1,2-1,2 1,0 0,1 0,2 0,1 0,0 0,6 14,-5-31,1 0,1 1,-1-2,2 1,-1-1,1 0,0 0,1 0,0-1,0-1,1 1,0-1,0-1,0 0,0 0,1 0,0-2,0 1,0-1,0 0,1-1,-1-1,1 1,0-2,-1 1,1-1,-1-1,1 0,-1-1,1 0,-1 0,0-1,1 0,-2-1,1 0,6-4,14-9</inkml:trace>
  <inkml:trace contextRef="#ctx0" brushRef="#br0" timeOffset="24">6618 1078,'-5'-2,"1"-1,6 0,9 1,12-2,11-5,12-3,6-1,1-2,-5 1,-10-3,-10 2</inkml:trace>
  <inkml:trace contextRef="#ctx0" brushRef="#br0" timeOffset="25">6591 704,'2'-7,"10"-2,14 0,17 2,17 2,9 2,0 4,-5 3,-14 3</inkml:trace>
  <inkml:trace contextRef="#ctx0" brushRef="#br0" timeOffset="26">6925 1011,'5'16,"7"12,8 8,8 5,7 4,7 2,2-1,-1-3,-4-5,-6-4,-8-5,-9-6,-9-7,-6-5</inkml:trace>
  <inkml:trace contextRef="#ctx0" brushRef="#br0" timeOffset="27">7286 1065,'-18'2,"-16"8,-10 11,-10 11,-4 10,-1 6,2 4,6 3,12-2,13-5,10-11</inkml:trace>
  <inkml:trace contextRef="#ctx0" brushRef="#br0" timeOffset="28">7567 1132,'-5'-3,"-1"2,1-1,-1 1,1-1,-1 1,1 1,-1-1,0 1,1 0,-1 1,1-1,-1 1,0 0,1 0,-1 1,1 0,0 0,0 0,0 0,0 1,0 0,0 0,0 0,1 1,0-1,0 1,-2 2,0 2,0 0,1 1,0 0,0 1,1-1,0 1,0-1,1 1,1 0,-1 0,1 9,1-14,0 0,1 0,0-1,0 1,0 0,1 0,-1 0,1 0,0 0,1-1,-1 1,1 0,0-1,0 1,0-1,1 0,0 0,0 0,0 0,0 0,0-1,1 1,-1-1,1 0,3 2,1-1,0 0,0-1,1 0,0 0,-1-1,1 0,0 0,0-1,0 0,0-1,1 0,-1 0,0-1,0 0,0-1,-1 0,7-2,0-1,0 0,0-1,-1 0,0-1,0-1,-1 0,0-1,0-1,10-9,-15 12,-1-1,1 0,-1-1,-1 1,0-1,0-1,0 1,-2-1,1 0,-1 0,0 0,-1-1,0 1,-1-1,0 0,-1 1,0-6,-4 75,4-49,1-1,0 0,0 0,1 0,0 0,0 0,1 0,0-1,0 0,1 1,0-2,1 1,0-1,0 0,1 0,-1 0,9 5,-1-4</inkml:trace>
  <inkml:trace contextRef="#ctx0" brushRef="#br0" timeOffset="29">7928 677,'-14'4,"-4"7,3 5,13 3,14 0,5-3</inkml:trace>
  <inkml:trace contextRef="#ctx0" brushRef="#br0" timeOffset="30">8288 490,'-9'20,"-5"21,-1 17,3 14,3 9,4 7,-1 1,2 0,-1-2,0-4,-1-8,-2-9,-2-11,1-16</inkml:trace>
  <inkml:trace contextRef="#ctx0" brushRef="#br0" timeOffset="31">8035 1078,'493'38,"-435"-29,-61-1,-96 36,81-37,2 0,-1 0,1 2,0 0,1 1,0 1,0 0,1 1,1 0,0 1,-3 4,15-15,0-1,-1 1,1-1,0 1,0 0,0-1,0 1,0 0,1 0,-1 0,0-1,1 1,0 0,-1 0,1 0,0 0,0 0,0 0,0 0,0 0,0 0,1 0,-1 0,1 0,-1 0,1 0,0-1,0 1,0 0,0 0,0-1,0 1,0 0,0-1,1 0,-1 1,1-1,-1 0,1 1,-1-1,1 0,0 0,0 0,-1 0,3 0,9 2,1-1,-1 0,1-1,0-1,-1 0,1-1,0 0,-1-1,1 0,-1-1,0-1,0 0,0-1,0 0,-1-1,0-1,0 0,-8 5,1 0,-1-1,0 1,0-1,0 0,-1 0,1-1,-1 1,0-1,0 1,0-1,0 0,-1 0,3-5,-5 9,0-1,0 1,0-1,-1 1,1-1,0 1,0-1,0 1,-1-1,1 1,0-1,0 1,-1-1,1 1,0 0,-1-1,1 1,-1 0,1-1,0 1,-1 0,1-1,-1 1,1 0,-1 0,1-1,-1 1,1 0,-1 0,1 0,-1 0,1 0,-1 0,1 0,-1 0,1 0,-1 0,1 0,-1 0,0 0,1 0,-1 0,1 1,0-1,-1 0,1 0,-1 1,1-1,-1 0,1 1,-1-1,1 0,0 1,-1-1,1 1,0-1,-1 0,1 1,0-1,0 1,-1-1,-2 3,-1-1,0 1,1-1,0 1,0 0,0 0,0 0,0 1,0-1,1 1,0 0,0-1,0 1,0 0,0 0,1 0,0 0,0 1,0-1,0 0,0 0,1 1,0-1,0 0,0 1,1-1,-1 0,1 1,0-1,0 0,1 0,-1 0,1 0,0 0,0 0,0 0,1-1,-1 1,1-1,0 0,0 0,0 0,0 0,0 0,1 0,-1-1,2 1,1 0,0-1,1-1,-1 1,0-1,1 0,-1 0,0 0,1-1,-1 0,1-1,-1 1,1-1,-1 0,0-1,1 0,-1 0,0 0,0-1,-1 1,1-2,0 1,1-2,3-2,0-2,0 1,-1-1,0-1,0 1,-1-1,0-1,-1 0,-1 0,6-11,13-41,-3-1,-3-1,-2-1,-4-1,5-62,-3 22,-6 0,-3-84,-6 190,0-9,0 1,-1-1,0 0,0 1,-1-1,0 1,-1-1,-3-7,6 16,-1 0,-1 0,1 0,0 0,0 0,0 0,0 0,-1 0,1 1,0-1,-1 0,1 1,-1-1,1 1,-1-1,1 1,-1 0,1 0,-1 0,1 0,-1 0,1 0,-1 0,1 0,-1 0,1 1,-1-1,1 1,0-1,-1 1,1 0,-1-1,1 1,0 0,0 0,0 0,-1 0,1 0,0 0,0 0,0 0,0 1,1-1,-1 0,0 0,0 1,1-1,-1 1,1-1,-1 0,1 2,-16 25,1 1,2 1,1 0,1 0,2 1,1 1,1-1,2 1,1 0,1 11,0 13,3 1,2-1,2 1,3-1,2 0,3-1,2 0,2-1,11 19,-23-58,2-1,0 1,1-1,0-1,1 1,0-1,1-1,1 0,0 0,1-1,5 5,-13-14,0 0,0 0,0 0,0-1,0 0,0 1,0-1,0 0,0-1,1 1,-1 0,0-1,1 0,-1 0,0 0,1 0,-1 0,0-1,1 0,-1 1,0-1,0 0,0-1,0 1,0 0,0-1,0 0,0 0,0 0,-1 0,3-2,4-4,1-2,-1 0,-1 0,0 0,0-1,-1 0,3-6,-2 3,0-1,-1 0,-1-1,0 1,-1-1,2-11,-7 27,-1 1,1-1,0 0,-1 0,1 0,0-1,-1 1,1 0,0 0,-1 0,1 0,0 0,0 0,-1 0,1 0,0-1,0 1,-1 0,1 0,0 0,0-1,-1 1,1 0,0 0,0-1,0 1,-1 0,1 0,0-1,0 1,0 0,0-1,0 1,0 0,0 0,0-1,-1 1,1 0,0-1,0 1,0 0,1-1,-1 1,0 0,0-1,0 1,0 0,0 0,0-1,0 1,0 0,-16 25,11-18,1 1,0-1,0 1,1 0,0 0,0 1,1-1,0 1,1-1,0 1,0 0,1 0,0-1,0 1,1 0,0-1,0 1,1-1,0 1,1-1,0 0,0 1,1-2,0 1,1 0,-1-1,1 0,1 0,-1 0,1-1,0 1,6 3,24 9,-1-5</inkml:trace>
  <inkml:trace contextRef="#ctx0" brushRef="#br0" timeOffset="32">9505 1159,'-16'-5,"-9"-1,-4 0,2 1,3 0,0-3,3-1,5 1</inkml:trace>
  <inkml:trace contextRef="#ctx0" brushRef="#br0" timeOffset="33">8863 878,'16'-2,"19"-1,22 0,19 3,15 3,5 4,-1 3,-18 0</inkml:trace>
  <inkml:trace contextRef="#ctx0" brushRef="#br0" timeOffset="34">9612 1198,'-4'18,"-5"14,-2 9,1 5,1 4,3 0,2-4,5-5,5-7,6-10,1-11,0-7</inkml:trace>
  <inkml:trace contextRef="#ctx0" brushRef="#br0" timeOffset="35">9653 865,'-16'-9,"-8"1,-4 5,3 2</inkml:trace>
  <inkml:trace contextRef="#ctx0" brushRef="#br0" timeOffset="36">6899 2548,'-2'14,"8"-17,9-23,-4-4,-2 0,0-1,-2-1,-2 1,-1-1,-1 0,-1 0,-3-11,1 40,1-1,-1 1,0-1,0 1,0-1,-1 1,1 0,-1-1,1 1,-1-1,0 1,-1 0,1 0,0-1,-1 1,0 0,0 0,-1-1,1 4,0 0,0 1,0-1,0 1,0-1,0 1,0 0,0 0,1 0,-1 0,0 0,1 0,-1 0,1 0,-1 1,1-1,-1 1,1-1,0 1,0 0,0-1,0 1,0 0,0 0,0 0,1 0,-1-1,1 1,-1 0,1 0,0 0,-1 2,0-2,0 1,0 0,1 0,-1 0,0 0,1 0,0 0,0 0,0 0,0 0,0 0,0 0,1 0,0-1,-1 1,1 0,0 0,1 0,-1-1,0 1,1 0,-1-1,1 1,0-1,0 0,0 0,0 1,0-1,0-1,1 1,0 0,10 4,0-1,0-1,0 0,1-1,-1 0,1-1,0-1,0 0,0-1,0 0,0-1,-1-1,1 0,0-1,7-3,96-33,-100 33,-19 25,-17 19,2 1,1 0,2 1,2 0,2 2,1-1,1 11,-3 229,11-225,-8 24,7-78,0 1,0 0,1-1,-2 1,1-1,0 0,0 1,-1-1,0 0,1 0,-1 0,0 0,0 0,0 0,0-1,0 1,0-1,-1 1,1-1,0 0,-1 0,1 0,-1 0,1 0,-1 0,0-1,1 0,-1 1,-3-1,0 0,0-1,1 0,-1 0,0 0,1-1,-1 1,1-1,-1-1,1 1,0-1,0 0,0 0,0 0,1-1,-1 0,1 0,-2-2,-64-84,63 79,1-1,0 1,1-1,0 0,1 0,0-1,1 1,1-1,0 0,0 0,1-5,2 15,0 0,0 1,0 0,1-1,-1 1,1 0,-1 0,1-1,0 1,0 0,0 1,0-1,0 0,0 1,1-1,-1 1,0 0,1-1,-1 1,1 0,0 1,-1-1,1 0,0 1,-1-1,1 1,0 0,-1 0,1 0,0 0,0 1,-1-1,2 1,1-1,133-2,-93 2</inkml:trace>
  <inkml:trace contextRef="#ctx0" brushRef="#br0" timeOffset="37">7380 2870,'9'-19,"5"-9,3-8,0 0,1 4,-4 6,-4 8,-4 13,-2 14,-3 14,-1 13,0 11,-1 7,0 3,1-1,2-6,0-8,1-13</inkml:trace>
  <inkml:trace contextRef="#ctx0" brushRef="#br0" timeOffset="38">7968 2389,'0'13,"-5"17,-3 16,-3 14,-2 8,2 7,2 1,5-3,6-7,6-12,5-14,0-13</inkml:trace>
  <inkml:trace contextRef="#ctx0" brushRef="#br0" timeOffset="39">8369 2402,'-287'214,"103"-62,183-152,1 0,-1 0,0 0,0 1,0-1,0 0,1 1,-1-1,0 1,0-1,1 1,-1-1,0 1,1 0,-1-1,1 1,-1 0,1 0,-1-1,1 1,-1 0,1 0,0-1,-1 1,1 0,0 0,0 0,0 0,0 0,-1-1,1 1,0 0,1 0,-1 0,0 0,0 0,0 0,0-1,1 1,-1 0,0 0,1 0,-1-1,1 1,-1 0,1 0,-1-1,1 1,-1 0,1-1,0 1,-1-1,1 1,0-1,-1 1,1-1,0 1,0-1,0 0,0 1,0-1,165 1,-155-3,0 1,0 0,0 1,0 1,0 0,0 0,0 1,0 0,0 1,0 0,-1 1,0 0,0 1,0 0,0 0,-1 1,1 0,-1 1,-1 0,0 1,5 4,4 16,-4-3</inkml:trace>
  <inkml:trace contextRef="#ctx0" brushRef="#br0" timeOffset="40">8449 3057,'0'-18,"-1"-15,1 0,1 0,2 0,1 0,2 0,1 1,9-26,-5 37,-11 20,0 1,0 0,0-1,0 1,0 0,0 0,0-1,0 1,0 0,1-1,-1 1,0 0,0-1,0 1,0 0,0 0,1-1,-1 1,0 0,0 0,1 0,-1-1,0 1,0 0,1 0,-1 0,0 0,0-1,1 1,-1 0,0 0,1 0,-1 0,0 0,1 0,-1 0,0 0,0 0,1 0,-1 0,0 0,1 0,-1 0,0 0,1 0,-1 0,0 1,0-1,1 0,-1 0,0 0,0 0,1 1,-1-1,0 0,0 0,1 0,-1 1,0-1,0 0,0 0,0 1,1-1,-1 0,0 1,6 90,-7-69,0-1,-2 70,3-1,8 45,-1-80</inkml:trace>
  <inkml:trace contextRef="#ctx0" brushRef="#br0" timeOffset="41">9091 2202,'-2'18,"-1"15,0 11,0 7,4 4,1 4,0-8</inkml:trace>
  <inkml:trace contextRef="#ctx0" brushRef="#br0" timeOffset="42">8877 3378,'0'16,"0"12,0 8,0 4,0 3,0-1,0-4,0-4,0-7</inkml:trace>
  <inkml:trace contextRef="#ctx0" brushRef="#br0" timeOffset="43">8904 4421,'-5'16,"-1"9,0 6,1 2,2-1,1-5</inkml:trace>
  <inkml:trace contextRef="#ctx0" brushRef="#br0" timeOffset="44">8797 5156,'-5'13,"-1"12,1 6,0 2,4 3,6-1,6-1,-1-7</inkml:trace>
  <inkml:trace contextRef="#ctx0" brushRef="#br0" timeOffset="45">8824 6132,'-2'16,"-2"12,1 8,1 7,0 3,3 0,2 0,2-2,1-1,-2-8</inkml:trace>
  <inkml:trace contextRef="#ctx0" brushRef="#br0" timeOffset="46">8850 7040,'-4'21,"-2"13,0 10,-1 5,1 0,1 1,1-1,2-4,1-3,0-9</inkml:trace>
  <inkml:trace contextRef="#ctx0" brushRef="#br0" timeOffset="47">8810 8164,'-9'20,"-6"14,1 8,2 3,3 2,3-1,3-2,1-8</inkml:trace>
  <inkml:trace contextRef="#ctx0" brushRef="#br0" timeOffset="48">8623 9033,'-2'14,"-4"10,1 12,0 5,1 6,3 3,5 3,6-2,3-1,0-11</inkml:trace>
  <inkml:trace contextRef="#ctx0" brushRef="#br0" timeOffset="49">8784 10102,'0'21,"0"15,0 9,0 5,0 2,2 1,3 0,3-2,1 2,-3-8</inkml:trace>
  <inkml:trace contextRef="#ctx0" brushRef="#br0" timeOffset="50">8850 11225,'-2'16,"-3"14,-1 9,1 7,1 3,1-1,4-1,1-5,3-2,0-7</inkml:trace>
  <inkml:trace contextRef="#ctx0" brushRef="#br0" timeOffset="51">8863 12134,'-6'19,"-6"11,-2 12,-1 4,2 1,3-2,4-5,2-2,2-5,2-9</inkml:trace>
  <inkml:trace contextRef="#ctx0" brushRef="#br0" timeOffset="52">8797 12802,'-3'19,"0"9,3 6,1-3</inkml:trace>
  <inkml:trace contextRef="#ctx0" brushRef="#br0" timeOffset="53">8971 13377,'0'14,"2"4,3-1,3-5,0-5</inkml:trace>
  <inkml:trace contextRef="#ctx0" brushRef="#br0" timeOffset="54">9638 2776,'-4'-30,"8"-19,3-10,-2-1,-4 0,-2 1,-2-1,-5-10,7 64,1 1,-1 0,0 1,0-1,0 0,0 0,-1 0,0 1,0-1,0 1,-1-1,0 1,-2-3,5 7,-1-1,1 1,-1 0,1 0,0 0,-1 0,1 0,-1 0,1 0,-1 0,1 0,0 0,-1 0,1 0,-1 0,1 0,0 1,-1-1,1 0,-1 0,1 0,0 1,-1-1,1 0,0 0,-1 1,1-1,0 0,-1 1,1-1,0 0,0 1,-1-1,1 0,0 1,0-1,0 1,0-1,0 0,-1 1,1-1,0 1,0-1,0 1,0-1,0 0,0 1,0-1,0 1,1-1,-1 1,0-1,0 0,0 1,0-1,0 1,1-1,-1 0,0 1,1-1,2 6,0 0,1 0,0-1,0 1,1-1,-1 0,1 0,0-1,1 0,-1 0,1 0,-1 0,1-1,0 0,1 0,-1 0,0-1,1 0,0-1,-1 1,1-1,1 0,205 33,-211-32,0-1,0 1,0 0,0-1,0 1,0 0,0 1,-1-1,1 0,-1 0,0 1,1-1,-1 1,0-1,0 1,-1-1,1 1,0-1,-1 1,0 0,0 0,0-1,0 1,0 0,0-1,0 1,-1 0,0-1,1 1,-1-1,0 1,-1 0,0 19,-4 115,-3 9,9 71,0-29,0-180,1 5,-1-1,0 0,0 1,-1-1,-1 0,0 0,-1 0,0 0,-1 0,0 0,-1-1,0 0,-1 0,-4 5,8-13,-1-1,0 1,0-1,0 0,0 0,0 0,0 0,0-1,-1 0,1 1,-1-1,1 0,-1 0,1-1,-1 1,0-1,1 0,-1 0,0 0,1 0,-1-1,0 1,1-1,-1 0,1 0,-1-1,1 1,0 0,-4-3,-3-1,1-1,-1 0,1-1,0 0,0-1,1 0,0 0,1 0,-1-2,-2-2,0-1,1 0,1-1,0 0,0 0,2-1,0 0,0 0,2-1,-1 1,2-1,0 0,2 0,-1-5,3 17,-1 0,1 0,0 0,0 0,1 1,-1-1,1 0,0 0,0 1,0 0,0-1,1 1,-1 0,1 0,0 0,0 0,0 0,0 1,0 0,1-1,-1 1,1 0,3-1,94-31,-84 30,189-33,-168 34</inkml:trace>
  <inkml:trace contextRef="#ctx0" brushRef="#br0" timeOffset="55">10280 2910,'-5'2,"0"1,0-1,0 1,1 0,-1 1,1-1,0 1,0-1,0 1,0 1,1-1,-1 0,1 1,0 0,1-1,-1 1,1 1,0-1,0 0,0 0,1 1,0-1,0 1,0-1,1 1,0-1,0 1,0-1,1 1,0-1,0 1,0-1,1 0,1 5,0-3,0 0,1 0,-1 0,2-1,-1 1,1-1,0 0,0 0,0-1,1 1,0-1,0 0,1-1,-1 0,1 0,0 0,0-1,0 0,0 0,1 0,-1-1,1-1,0 1,-1-1,1 0,0-1,0 0,-1 0,1-1,4 0,-9 0,0 0,0-1,0 1,-1-1,1 1,0-1,-1 0,1 0,-1 0,0 0,0 0,0-1,0 1,0-1,0 1,0-1,-1 0,0 1,1-1,-1 0,0 0,0 0,0 0,-1 0,1 0,-1-3,-8-82,7 82,-1-1,0 1,0 0,-1 0,1 1,-1-1,-1 1,1-1,-1 1,0 0,0 0,0 0,-1 1,1 0,-1 0,0 0,-1 0,1 1,-1 0,1 0,-1 0,0 1,0-1,0 2,0-1,-1 1,1 0,0 0,-1 0,1 1,0 0,-1 0,1 1,-1 0,1 0,0 0,0 1,0 0,-6 3,7-3,0 1,1 0,-1 0,0 1,1-1,0 1,0 0,0 0,0 0,0 1,1-1,0 1,0 0,0 0,1 0,0 0,0 1,0-1,0 0,1 1,0 0,0-1,1 1,-1 0,1 4,6 20</inkml:trace>
  <inkml:trace contextRef="#ctx0" brushRef="#br0" timeOffset="56">10762 2402,'-9'20,"-3"19,0 13,3 12,3 7,1 4,3 1,1-3,1-8,1-9,-1-13,1-13</inkml:trace>
  <inkml:trace contextRef="#ctx0" brushRef="#br0" timeOffset="57">11003 2455,'-48'46,"3"2,-28 37,-1 2,-4 5,76-88,1-1,0 1,0 0,0 0,0 0,1 0,-1 0,1 0,0 0,0 0,1 0,-1 0,1 0,0 0,0 0,0 0,0 0,1-1,0 1,-1 0,1-1,1 1,-1-1,0 0,1 0,0 0,0 0,2 2,6 9,-1 2,1-1,0-1,2 1,-1-2,2 0,0-1,0 0,1-1,0 0,1-2,0 1,1-2,0 0,0-2,13 4,-1-4</inkml:trace>
  <inkml:trace contextRef="#ctx0" brushRef="#br0" timeOffset="58">11110 3043,'-1'4,"-1"-1,1 0,1 1,-1-1,0 1,1-1,0 1,0-1,0 1,0-1,0 1,1-1,0 1,0-1,0 0,0 1,0-1,0 0,1 0,0 0,-1 0,1 0,0 0,1 0,-1-1,0 1,1-1,0 1,-1-1,1 0,0 0,0 0,0-1,0 1,1-1,-1 1,0-1,1 0,1 1,1 0,0-1,0 0,0 0,0 0,1 0,-1-1,0 0,0-1,0 1,0-1,0 0,0 0,0-1,0 0,0 0,-1-1,1 1,-1-1,1 0,3-3,-4-1,0 1,0-1,-1 0,0 0,0-1,0 1,-1-1,-1 0,1 0,-1 1,0-2,-1 1,0 0,0 0,-1 0,0-1,0 1,-1 0,0 0,-1 0,0 0,0 0,0 0,-1 0,-1-1,1 4,0-1,-1 1,0-1,0 1,0 0,-1 1,1-1,-1 1,0 0,0 0,-1 0,1 1,-1 0,0 0,0 0,0 1,0-1,0 2,-1-1,1 1,0 0,-1 0,1 0,-1 1,1 0,-1 1,1-1,-1 1,1 1,-3-1,1 0,0 1,-1 0,1 0,0 1,1 0,-1 1,0-1,1 2,0-1,0 1,0 0,1 0,-1 1,1 0,1 0,-1 0,1 1,0 0,0 0,1 0,-1 2,-2 21,8-4</inkml:trace>
  <inkml:trace contextRef="#ctx0" brushRef="#br0" timeOffset="59">11430 209,'1'442,"5"-347,5-1,4 0,7 15,14 85,-14-55,-6 1,-6 0,-6 1,-9 42,-7-12,7-1,9 34,0-109,-3 1,-7 34,-5 54,7-1,9 5,1-104,-4 1,-3-1,-5 1,-15 76,7-89,2 1,4 0,3 0,4 56,39 593,-31 208,-2-792,14 220,50 228,-48-388,4 24,-7 98,-18-101,-4-28,9 1,8 0,8-2,24 82,-1-94,-9 1,-7 2,-7 18,-12 548,-3-545,-3-46,7 0,19 92,25-6,-28-132,-3 1,4 92,-17 273,-1 111,-3-438,22 122,-27-260,0-7,-1 1,0 0,1-1,0 1,0-1,0 1,1-1,-1 1,1-1,0 0,1 1,-1-1,2 1,9-5,-8-5</inkml:trace>
  <inkml:trace contextRef="#ctx0" brushRef="#br0" timeOffset="60">12219 811,'-12'-4,"-1"0,0 1,1 0,-1 1,-1 1,1 0,0 1,0 0,0 1,0 0,0 1,0 1,0 0,0 1,1 0,0 1,-1 0,2 1,-1 0,1 1,0 0,0 1,1 0,-9 9,15-11,1 0,-1-1,1 2,0-1,0 0,1 1,0-1,0 1,1 0,-1-1,1 1,1 0,-1 0,1 0,1 0,-1 0,1 0,0-1,1 1,-1 0,2 0,-1-1,0 0,1 1,1-1,-1 0,1 0,0-1,0 1,0-1,1 0,0 0,0 0,4 2,92 81,-79-71,-1 0,0 1,-2 1,0 1,-1 1,16 22,-33-41,1 0,-1 0,0 0,1 0,-1 1,0-1,0 0,-1 0,1 1,0-1,-1 0,1 1,-1-1,0 1,0-1,0 1,0-1,0 0,0 1,-1-1,1 1,-1-1,1 0,-1 1,0-1,0 0,0 0,-1 0,1 0,0 0,-1 0,1 0,-1 0,0 0,0-1,1 1,-1-1,-1 2,-11 3,1 1,-1-1,0-1,-1-1,1 0,-1-1,0 0,0-1,0-1,0 0,0-1,0-1,-9-2,-27-15,50 17,0 0,0 1,0-1,0 0,0 0,0 0,0 0,0 0,0 0,0 0,1 0,-1 0,1 0,-1 0,0-1,1 1,0 0,-1 0,1-1,0 1,0 0,-1 0,1-1,0 1,0 0,1-1,-1 1,0 0,0-1,1 1,-1 0,0 0,1 0,-1-1,1 1,0 0,-1 0,1 0,0 0,0 0,18-19,4 0</inkml:trace>
  <inkml:trace contextRef="#ctx0" brushRef="#br0" timeOffset="61">12406 865,'0'-9,"0"1,0 9,-4 14,-5 13,-2 13,1 13,1 9,1 5,1 0,2-2,2-4,4-7,1-7,3-8,1-10,-1-14,-2-10</inkml:trace>
  <inkml:trace contextRef="#ctx0" brushRef="#br0" timeOffset="62">12166 1132,'122'5,"105"19,-30-2,-168-19,-22 2,-24 1,12-5,-9 1,1 1,-1 1,1 0,0 1,1 0,-1 1,1 0,0 1,0 1,1-1,0 2,1 0,0 0,0 1,1 0,0 1,0-1,2 2,-1-1,-5 13,12-21,0 0,0 1,1-1,-1 1,1-1,0 1,-1 0,2-1,-1 1,0-1,1 1,-1-1,1 1,0-1,0 0,1 1,-1-1,1 0,-1 0,1 0,0 0,0 0,1 0,-1 0,0-1,1 1,0-1,-1 0,1 0,0 0,0 0,0 0,1 0,-1-1,0 0,1 0,-1 0,0 0,1 0,-1 0,1-1,0 0,1 0,1 0,1 0,-1-1,0 0,1 0,-1-1,0 1,0-1,0-1,0 1,0-1,-1 0,1 0,-1-1,1 1,-1-1,-1-1,1 1,0-1,-1 1,0-1,0 0,-1-1,1 1,-1-1,0 0,-1 1,1-1,-1 0,0-1,-1 0,0 24,1 1,0-1,1 0,1 0,1 0,0 0,2 1,34 44,-39-60,-1-1,1 1,-1-1,1 1,-1-1,1 0,0 0,0 1,0-1,0-1,-1 1,1 0,0 0,1-1,-1 1,0-1,0 1,0-1,0 0,0 0,0 0,0 0,0-1,1 1,-1 0,0-1,0 0,0 1,0-1,0 0,0 0,-1 0,2 0,6-8,-1-1,0 1,-1-1,0 0,0-1,-1 0,-1 0,0 0,0-1,-1 0,0 1,0-8,33-161,-37 178,0 0,0 0,0 1,1-1,-1 0,0 0,1 1,0-1,-1 1,1-1,0 0,0 1,0-1,0 1,0 0,0-1,1 1,-1 0,0 0,1-1,-1 1,0 0,1 1,0-1,-1 0,1 0,-1 1,1-1,0 0,0 1,-1 0,1-1,0 1,0 0,-1 0,1 0,0 0,0 0,1 1,8 0,0 0,1 1,-1 1,0 0,0 0,-1 1,1 0,-1 1,0 0,0 1,0 0,-1 1,0-1,0 2,1 1,-7-3,0 1,-1 0,0-1,0 1,0 0,-1 0,0 0,0 0,-1 0,0 0,0 0,-1 0,0 0,0 0,0 0,-1 0,0 0,-1-1,1 1,-1-1,-4 6,-7 33,11-40,1 0,1 0,-1 0,1 1,-1-1,2 0,-1 1,0-1,1 1,0-1,1 1,-1-1,1 1,0-1,0 1,1-1,-1 0,1 1,1-1,-1 0,1-1,-1 1,1 0,1-1,-1 1,1-1,0 0,2 2,4-1,0-1,-1-1,1 1,1-2,-1 1,0-1,1-1,-1 0,1 0,-1-1,1-1,-1 0,1 0,-1-1,0 0,0-1,0 0,0 0,0-1,0-1,-1 0,2-1,-1-1,-1-1,-1 0,1 0,-1-1,-1 0,0 0,0 0,-1-1,0 0,0-1,-1 1,-1-1,0 0,0 0,-1-1,-1 1,0-1,0 1,-1-1,-1 1,0-1,0-2,0 12,1 1,-1 0,1-1,-1 1,0-1,1 1,-1-1,0 1,0 0,0-1,0 1,0-1,-1 1,1-1,0 1,-1 0,1-1,-1 1,1 0,-1-1,0 1,1 0,-1 0,0 0,0-1,0 1,0 0,0 0,0 0,0 0,0 1,0-1,-1 0,1 0,0 1,0-1,-1 1,1-1,0 1,-1-1,1 1,-1 0,1 0,-1 0,1 0,0 0,-1 0,0 0,-2 4,0 0,1 0,-1 1,1 0,-1-1,1 1,1 0,-1 1,1-1,0 0,0 1,0-1,1 1,0-1,0 1,1 0,-1 0,1-1,0 1,1 0,0 3,1 5,1 0,1 0,0-1,0 1,2-1,0 0,0 0,1-1,1 1,0-2,0 1,1-1,1-1,0 1,6 4,25 22</inkml:trace>
  <inkml:trace contextRef="#ctx0" brushRef="#br0" timeOffset="63">12125 2028,'93'254,"-89"-245,-1 0,0 1,1-1,0 0,1 0,0 0,0-1,1 0,0 0,0 0,1-1,0 0,0 0,1-1,3 2,-10-8,0 1,0-1,0 1,0-1,0 0,1 0,-1 0,0 1,0-1,1 0,-1-1,0 1,0 0,0 0,1 0,-1-1,0 1,0-1,0 1,0-1,0 1,0-1,0 0,0 1,0-1,0 0,0 0,0 0,0 0,-1 0,1 1,0-2,-1 1,1 0,0 0,-1 0,0 0,1 0,-1-1,14-49,-7-130,-8 94,0 85,1-1,-1 1,1 0,0-1,0 1,-1-1,1 1,1 0,-1-1,0 1,1 0,-1-1,1 1,0 0,-1-1,1 1,0 0,0 0,1 0,-1 0,0 0,1 0,-1 0,1 0,0 1,0-1,-1 0,1 1,0 0,0-1,0 1,1 0,-1 0,0 0,0 0,1 1,-1-1,0 1,1-1,-1 1,0 0,1 0,1 0,16 7,-2 1</inkml:trace>
  <inkml:trace contextRef="#ctx0" brushRef="#br0" timeOffset="64">12660 2174,'-2'16,"-1"12,0 6,1 2,0 1,3-3,2-3,2-7,2-7,1-6</inkml:trace>
  <inkml:trace contextRef="#ctx0" brushRef="#br0" timeOffset="65">12621 1947,'2'9,"10"8,12 3,11 0,0-3</inkml:trace>
  <inkml:trace contextRef="#ctx0" brushRef="#br0" timeOffset="66">13021 2215,'-2'16,"-1"9,0 6,0 2,2-1,2-3,6-4,4-4,2-6,0-5</inkml:trace>
  <inkml:trace contextRef="#ctx0" brushRef="#br0" timeOffset="67">12994 1947,'-9'-4,"-3"2,3 11,9 12,13 10,9 9,2-2</inkml:trace>
  <inkml:trace contextRef="#ctx0" brushRef="#br0" timeOffset="68">13275 2415,'28'-89,"-4"-1,-4-1,-4 0,3-91,-19 117,0 65,0 0,0 1,0-1,0 0,0 1,0-1,-1 0,1 1,0-1,0 0,0 1,0-1,0 0,-1 1,1-1,0 0,0 1,-1-1,1 0,0 0,-1 0,1 1,0-1,0 0,-1 0,1 0,0 1,-1-1,1 0,0 0,-1 0,1 0,-1 0,1 0,0 0,-1 0,1 0,0 0,-1 0,1 0,0 0,-1 0,1 0,-1 0,1-1,0 1,-1 0,1 0,0 0,0-1,-1 1,1 0,0 0,-1-1,1 1,0 0,0 0,0-1,-1 1,1 0,0-1,0 1,0 0,0-1,-1 1,1 0,0-1,-12 22,1 0,1 1,1 0,1 0,1 1,1 0,-1 8,1-14,1 1,1 0,0-1,2 1,0 1,1-1,0 0,2 0,0 0,1 1,1-1,0-1,2 1,0 0,1-1,1 0,0 0,1-1,1 0,0-1,2 1,-1-2,6 6,-8-12,0 0,1 0,0-1,0 0,1-1,-1 0,1 0,1-1,-1 0,1-1,0 0,0-1,0 0,0-1,1 0,6 0,2-6</inkml:trace>
  <inkml:trace contextRef="#ctx0" brushRef="#br0" timeOffset="69">13329 2095,'7'-3,"13"0,20 0,18 0,18 2,10 2,1 2,-7-1,-15 3,-19 0</inkml:trace>
  <inkml:trace contextRef="#ctx0" brushRef="#br0" timeOffset="70">12312 3110,'-14'5,"-1"0,1 0,0 2,0 0,1 0,0 1,0 1,0 0,2 1,-1 0,1 1,1 0,-1 1,-4 9,-1-3,2 1,0 1,1 0,2 1,0 0,1 1,1 0,1 0,0 1,-1 13,8-33,0-1,0 1,1 0,-1-1,0 1,1 0,0 0,-1 0,1-1,0 1,1 0,-1 0,0 0,1-1,0 1,-1 0,1-1,0 1,0 0,1-1,-1 1,0-1,1 0,0 1,-1-1,1 0,0 0,0 0,0 0,1-1,-1 1,0 0,1-1,-1 1,1-1,-1 0,1 0,-1 0,1 0,0-1,0 1,-1-1,1 1,0-1,2 0,10-4,-1 0,1-1,-1-1,0 0,-1 0,0-2,0 0,0 0,-1-1,0 0,-1-1,0-1,5-7,2 0,-2-2,0 0,-1-1,-1 0,-1-1,-1-1,-1 0,-1 0,-1-1,-1 0,-2-1,0 0,-1 0,-2 0,0-1,-2 1,-1-21,0 42,0-1,0 1,0-1,0 1,-1 0,0 0,0-1,0 1,0 0,-1 0,1 0,-1 0,0 0,-1 0,1 1,0-1,-1 1,0-1,0 1,0 0,0 0,-1 1,1-1,-1 0,1 1,-1 0,0 0,0 0,0 1,0-1,0 1,0 0,-1 0,0 1,-1 0,1 1,0-1,-1 1,1 1,0-1,0 1,0 0,0 0,0 0,0 0,1 1,-1 0,1 0,0 1,0-1,0 1,0-1,0 1,1 1,0-1,0 0,-2 5,-3 4,1 1,0-1,1 2,1-1,0 0,1 1,-2 14,3-5,2 0,0-1,1 1,1-1,1 1,2-1,0 1,1-1,1 0,9 18,13 29,4-2,31 48,-34-67,-17-32</inkml:trace>
  <inkml:trace contextRef="#ctx0" brushRef="#br0" timeOffset="71">12540 3659,'18'-48,"68"-155,-71 192,-11 39,-5 73,8 99,-3-179,1-7</inkml:trace>
  <inkml:trace contextRef="#ctx0" brushRef="#br0" timeOffset="72">12621 2896,'11'2,"13"2,12-1,8-1,4 0,2-1,-2-1,-4-2,-7-1,-8-2,-10-3,-8 0</inkml:trace>
  <inkml:trace contextRef="#ctx0" brushRef="#br0" timeOffset="73">12821 2670,'-3'15,"0"18,3 11,1 8,0 4,0 1,0 1,-2-4,-4-3,-1-4,2-5,0-10</inkml:trace>
  <inkml:trace contextRef="#ctx0" brushRef="#br0" timeOffset="74">13409 3177,'-10'2,"1"1,-1 0,1 1,0-1,0 2,1-1,-1 2,1-1,0 1,0 0,1 0,0 1,0 0,0 1,1-1,0 1,1 0,-1 1,2 0,-4 7,-3 3,2 0,0 0,1 1,1 0,1 1,1 0,0-1,2 2,0-1,1 13,2-31,0 0,-1 0,1 0,0-1,0 1,1 0,-1 0,1 0,-1 0,1 0,0 0,0-1,0 1,0 0,1-1,-1 1,1-1,0 1,-1-1,1 0,0 0,0 1,1-2,-1 1,0 0,1 0,-1-1,1 1,-1-1,1 0,0 0,-1 0,1 0,0 0,0 0,0-1,0 1,0-1,1 0,7-2,0-1,0 0,0-1,0 0,-1 0,1-1,-1-1,-1 0,1 0,-1-1,0 0,0 0,-1-1,0 0,0-1,-1 0,0 0,-1 0,5-9,2-4,0-1,-1-1,-2 0,0-1,-2 0,0 0,-2-1,-1 1,-1-2,-1 1,-2 0,0 0,-2-14,-1 27,0 0,0 1,-1 0,0-1,-1 1,-1 0,0 1,-6-11,9 18,0 0,-1 0,0 0,1 0,-1 1,0-1,-1 1,1 0,0 0,-1 0,0 1,0-1,0 1,0 0,0 0,0 0,0 0,-1 1,1 0,-1 0,1 0,-1 0,1 1,-1 0,1 0,-2 0,2 1,0 0,-1 0,1 0,0 0,0 1,0 0,0 0,1 0,-1 0,0 0,1 1,0 0,-1-1,1 1,0 1,1-1,-1 0,0 1,1-1,0 1,0 0,0 0,0 0,-1 3,-1 5,0 0,1 1,0-1,1 1,0 0,1 0,1 11,6 21,1 0,3 0,2-1,1 0,3-1,1-1,2 0,2-2,2 0,8 8,0 8,-31-55,1 1,0-1,0 1,0-1,1 1,-1-1,0 0,0 0,1 1,-1-1,1 0,-1 0,1 0,-1-1,1 1,0 0,-1-1,1 1,0-1,0 1,-1-1,1 0,0 1,0-1,0 0,-1-1,1 1,0 0,0 0,0-1,-1 1,1-1,0 1,-1-1,1 0,0 0,0 0,59-41,-56 37,68-59,-69 83,-4-14,0 1,0-1,1 1,-1-1,1 0,0 1,1-1,-1 0,1 0,0 0,0 0,1 0,0 0,-1-1,2 1,-1-1,0 0,1 0,0 0,0 0,0-1,0 0,0 1,1-1,4 2,0 0,0 0,0-1,0 0,1 0,-1-1,1 0,0-1,0 0,0-1,0 0,7 0,-13-1,0-1,0 1,0-1,0 1,0-1,-1 0,1-1,0 1,-1-1,1 1,-1-1,1 0,-1-1,0 1,0 0,0-1,0 0,0 1,-1-1,1 0,-1-1,0 1,0 0,0-1,0 1,1-4,1-3,-1 0,-1 0,1 0,-1-1,-1 1,0 0,-1-1,0 1,-1-8,1 14,0 1,0-1,-1 0,1 1,-1-1,0 0,0 1,0-1,-1 1,1 0,-1-1,0 1,0 0,0 0,0 0,-1 0,1 0,-1 1,0-1,0 1,0 0,0-1,0 1,0 1,0-1,-1 0,1 1,-1 0,1 0,-1 0,1 0,-1 0,0 1,1-1,-1 1,-3 0,-4 1,0 1,0-1,0 2,1 0,-1 0,1 0,0 2,0-1,0 1,0 1,1-1,0 2,0-1,1 1,-1 1,-3 4,-5 9</inkml:trace>
  <inkml:trace contextRef="#ctx0" brushRef="#br0" timeOffset="75">13662 2896,'23'2,"19"4,11 2,6 3,0-2,-4-1,-6-2,-10-3,-8-1,-11-2</inkml:trace>
  <inkml:trace contextRef="#ctx0" brushRef="#br0" timeOffset="76">13958 2749,'-14'21,"-5"17,2 17,5 10,8 5,6 3,5-5,1-14</inkml:trace>
  <inkml:trace contextRef="#ctx0" brushRef="#br0" timeOffset="77">14465 436,'18'156,"-3"24,-7 52,-7-169,2 1,3-1,3 1,12 41,19 41,-14-56,-3 1,-5 1,-3 0,-4 18,7 295,85 262,-85-463,-8 79,3-42,12 14,-13-133,2 95,-12 101,-2-97,7-95,6-1,10 29,12 111,-16-19,-3-26,21 74,53 254,-36-37,-30-272,-8 98,-9 681,-1-174,-34-196,2 151,-2-227,-12 150,54-565,-8-121,-2 0,-1 1,-2-1,-2 12,-8 70,8-118,1 0,0-1,0 1,0 0,0-1,0 1,1 0,-1-1,0 1,0 0,0-1,0 1,0 0,0-1,0 1,1 0,-1-1,0 1,0 0,0 0,1-1,-1 1,0 0,0 0,1 0,-1-1,0 1,1 0,-1 0,0 0,0 0,1-1,-1 1,0 0,1 0,-1 0,0 0,1 0,-1 0,0 0,1 0,-1 0,0 0,1 0,-1 0,0 0,1 1,-1-1,0 0,1 0,-1 0,0 0,1 0,-1 1,0-1,0 0,1 0,-1 1,0-1,0 0,1 0,-1 1,0-1,7-16</inkml:trace>
  <inkml:trace contextRef="#ctx0" brushRef="#br0" timeOffset="78">15628 3953,'471'26,"-119"-3,-155-18,81-13,-258 7,-8 2</inkml:trace>
  <inkml:trace contextRef="#ctx0" brushRef="#br0" timeOffset="79">15428 1466,'0'-11,"0"-2,0 8,0 17,0 19,-3 21,0 15,-2 12,0 6,0 3,2-3,0-6,2-11,1-11,-1-16</inkml:trace>
  <inkml:trace contextRef="#ctx0" brushRef="#br0" timeOffset="80">15521 2014,'22'2,"0"-1,0-1,0-1,0-1,-1-1,1-1,-1 0,1-2,-1-1,-1 0,1-2,-1 0,-1-1,16-11,-31 19,-1-1,0 0,0 0,1 1,-1-2,-1 1,1 0,-1-1,1 1,-1-1,0 0,0 0,0 0,-1 0,1 0,-1 0,0 0,-1 0,1 0,0-1,-1 1,0 0,0-1,-1 1,1 0,-1 0,0-1,0 1,-1-2,-1 4,-1 0,0 1,0-1,0 1,0 0,0 0,-1 0,1 1,0-1,0 1,-1 0,1 0,0 0,0 1,0 0,-1-1,1 2,0-1,0 0,0 1,0 0,1 0,-1 0,0 0,1 0,-1 1,1 0,-8 3,1 2,0-1,1 1,0 1,0 0,0 0,1 0,1 1,0 1,0-1,1 1,0 0,1 0,-1 4,3-9,1 0,0 0,1 1,-1-1,1 1,0-1,1 1,0-1,0 1,0 0,0-1,1 1,1-1,-1 1,1-1,0 0,0 1,1-1,0 0,0-1,0 1,1 0,-1-1,1 0,1 0,-1 0,3 2,2 0,0 0,1-1,-1 0,1 0,1-1,-1 0,1-1,2 1,36 9</inkml:trace>
  <inkml:trace contextRef="#ctx0" brushRef="#br0" timeOffset="81">16216 1854,'-21'-6,"0"1,-1 1,1 1,-1 1,0 1,0 0,0 2,-6 1,25-2,0 1,0-1,1 0,-1 1,0-1,1 1,-1 0,0 0,1 0,-1 0,1 0,-1 1,1-1,0 1,0 0,0-1,0 1,0 0,0 0,0 0,0 1,1-1,-1 0,1 1,0-1,-1 1,1-1,0 1,1-1,-1 1,0 0,1 0,0-1,-1 1,1 0,0 0,0-1,1 1,-1 0,1 0,-1-1,1 1,0 1,7 11,0-1,0 0,2 0,-1-1,2 0,0 0,0-2,1 1,1-1,5 3,11 11,44 54,-72-78,0 0,0 0,-1 0,1 0,0-1,-1 1,1 0,-1 0,1 1,-1-1,0 0,1 0,-1 0,0 0,0 0,0 0,0 0,0 1,0-1,0 0,0 0,0 0,0 0,-1 0,1 0,0 0,-1 0,1 1,-1-1,1 0,-1-1,0 1,1 0,-1 0,0 0,0 0,1 0,-1-1,0 1,0 0,0-1,0 1,0-1,0 1,0-1,0 1,0-1,0 0,-1 1,1-1,0 0,0 0,0 0,0 0,0 0,-4 1,1 0,0 0,0 0,-1-1,1 1,0-1,-1 0,1-1,0 1,-1-1,1 0,0 0,0 0,-1 0,1-1,0 0,3 1,1 0,-1-1,1 1,0-1,-1 1,1-1,0 1,0-1,0 1,0-1,0 1,0-1,0 1,0-1,1 1,-1-1,1 1,-1-1,1 1,-1-1,1 1,0 0,0-1,0 1,-1 0,1 0,0 0,1 0,-1 0,0 0,0 0,0 0,1 0,-1 0,-1 1,187-168,-131 116,-40 49,-16 25,0-20,-1 7,-4 18,1 0,2 0,0 0,2 0,1 0,1 0,2 0,0 0,2-1,13 10,-10-27</inkml:trace>
  <inkml:trace contextRef="#ctx0" brushRef="#br0" timeOffset="82">16430 1573,'-9'-11,"-3"2,3 11,9 13,13 13,7 12,1-2</inkml:trace>
  <inkml:trace contextRef="#ctx0" brushRef="#br0" timeOffset="83">16591 2161,'10'-20,"-1"0,-2-1,1-1,-2 1,-1-1,-1 0,-1 0,-1 0,0-1,-2 1,-1-13,2-17,-1 52,1 1,-1 0,0-1,1 1,-1-1,0 1,1-1,-1 1,1-1,-1 1,1-1,0 1,-1-1,1 1,-1-1,1 0,0 1,-1-1,1 0,0 0,-1 0,1 1,0-1,-1 0,1 0,0 0,-1 0,1 0,0 0,0 0,-1 0,1-1,0 1,-1 0,1 0,0 0,-1-1,1 1,0 0,-1-1,1 1,-1-1,1 1,-1-1,1 1,-1-1,1 1,-1-1,1 1,-1-1,0 0,1 1,-1-1,0 1,0-1,1 0,-1 0,0 1,0-1,0 0,0 1,0-1,0 0,0 1,0-1,0 0,0 0,0 1,0-1,-1 0,6 4,140 75,-142-77,0 0,-1 1,1-1,-1 1,1-1,-1 1,1 0,-1 0,0 1,0-1,0 0,0 1,-1-1,1 1,0-1,-1 1,0 0,0 0,0 0,0-1,0 1,0 0,-1 0,0 0,1 0,-1 1,0-1,0 0,-1 0,1 0,-1 0,1 0,-1 0,0 0,-27 56,22-50,0 1,1-1,1 1,-1 1,2-1,-1 0,1 1,1 0,0 0,1 0,0 0,0 0,1 7,2-13,0 0,0-1,1 1,-1-1,1 1,0-1,0 0,0 0,1-1,-1 1,1-1,0 1,0-1,0 0,1-1,-1 1,1-1,-1 0,1 0,0 0,0-1,0 1,0-1,0 0,0-1,0 1,0-1,0 0,0 0,0-1,0 0,0 1,0-2,0 1,0 0,0-1,-1 0,1 0,0-1,-1 1,0-1,1 0,7-7,-1 0,0 0,-1-1,0 0,0-1,-1 0,-1 0,0-1,0 0,-2-1,0 0,0 0,-1 0,-1 0,2-12,-1-19,-6 44,0 0,1 1,-1-1,0 1,0-1,0 1,1-1,-1 1,0 0,0-1,0 1,0 0,0 0,0 0,0-1,0 1,0 0,0 0,0 1,0-1,0 0,0 0,1 0,-1 1,0-1,0 0,0 1,0-1,0 1,0-1,1 1,-1-1,0 1,0-1,1 1,-1 0,0 0,1-1,-1 1,1 0,-1 0,1 0,-1-1,1 1,0 0,-1 0,1 0,-5 7,0 1,1-1,0 1,0-1,1 1,0 0,1 1,0-1,0 0,1 1,0-1,1 1,0-1,0 0,1 1,0-1,1 1,0-1,1 0,0 0,0 0,1 0,0-1,0 1,1-1,4 5,61 61,-37-50</inkml:trace>
  <inkml:trace contextRef="#ctx0" brushRef="#br0" timeOffset="84">15695 2655,'0'16,"4"13,7 9,10 8,10 3,10-2,4-5,4-7,-2-8,-2-7,-5-8,-6-11,-9-4</inkml:trace>
  <inkml:trace contextRef="#ctx0" brushRef="#br0" timeOffset="85">16243 2562,'-3'2,"-1"-1,1 0,-1 1,1-1,0 1,0 0,0 0,0 1,0-1,0 0,0 1,1 0,-1 0,1 0,0 0,0 0,-2 3,-11 21,1 2,1-1,2 2,0 0,2 0,2 0,0 1,2 1,2-1,-19 83,-32 65,35-123,2 1,3 0,-3 28,16-11,6-50</inkml:trace>
  <inkml:trace contextRef="#ctx0" brushRef="#br0" timeOffset="86">16243 3378,'-2'8,"1"1,-1-1,1 1,1-1,-1 1,1-1,1 1,0-1,0 1,1-1,0 0,0 0,1 1,0-1,0-1,1 1,0 0,0-1,1 0,0 0,0 0,1-1,0 0,0 0,0 0,1-1,0 0,0 0,0 0,1-1,-1 0,7 2,-7-5,0 1,0-1,0 0,1-1,-1 0,0 0,0 0,0-1,0 0,0 0,0-1,0 0,0 0,-1-1,1 1,-1-2,1 1,-1-1,0 0,-1 0,1 0,-1-1,1 0,-1 0,-1 0,1-1,-1 0,0 1,0-2,-1 1,0 0,0-1,0 1,1-6,1 1,-1 0,0-1,0 0,-1 0,0 0,-1 0,-1 0,0 0,-1 0,0-1,-1 1,0 0,0 0,-2-1,0 2,0-1,-1-2,2 12,1-1,0 1,-1-1,1 1,-1 0,0 0,0 0,0 0,0 0,0 0,0 1,0-1,0 1,-1-1,1 1,-1 0,1 0,-1 0,0 0,1 0,-1 1,0-1,1 1,-1 0,0-1,0 1,1 1,-1-1,0 0,0 1,-5 1,0 0,-1 1,1 0,0 1,1-1,-1 2,1-1,0 1,-4 2,-128 120,68-54</inkml:trace>
  <inkml:trace contextRef="#ctx0" brushRef="#br0" timeOffset="87">723 4848,'-4'1,"0"-1,1 1,0-1,-1 1,1 0,-1 0,1 1,0-1,0 1,0-1,0 1,0 0,0 0,0 1,0-1,1 0,-1 1,1 0,0-1,0 1,0 0,0 0,0 0,1 1,-1-1,1 0,0 1,0 0,-17 102,16-98,2 0,-1 0,1 0,0 0,1 0,0 0,0 0,1 0,0 0,0 0,1 0,0-1,1 0,-1 1,1-1,0 0,1-1,0 1,0-1,0 0,1 0,0-1,0 1,1-1,-1-1,1 1,4 1,-1-2,0-1,0 1,1-2,-1 0,1 0,-1 0,1-2,0 1,0-1,-1-1,1 0,0 0,-1-1,1-1,-1 0,0 0,1-1,-2 0,1-1,0 0,-1 0,0-1,5-5,-6 2,-1-1,0 0,-1 0,0 0,-1-1,0 0,0 0,-1-1,-1 1,0-1,-1 0,0 0,-1 0,0 0,0 0,-2 0,1 0,-2 0,1 1,-2-1,1 0,-2 1,0-1,0 1,-1 0,0 0,-1 1,0-1,-1 1,0 0,0 1,-1 0,0 0,-1 1,0 0,0 0,-1 1,0 1,0-1,-1 1,1 1,-1 0,-1 1,-4-2,7 3,-1 1,1 0,0 0,-1 1,0 0,1 1,-1 0,1 0,-1 1,0 0,1 1,0 0,-1 1,1 0,0 0,0 1,1 0,-1 0,1 1,0 0,0 1,0 0,1 0,0 0,0 1,0 0,1 1,0-1,1 1,0 0,0 1,-2 5,4-6,1 0,0 0,0 1,0-1,1 1,1 0,-1-1,1 1,1-1,0 1,0 0,0-1,1 1,1-1,-1 0,1 0,1 0,-1 0,2 0,-1-1,1 0,0 0,0 0,1 0,-1-1,2 0,3 3,28 20</inkml:trace>
  <inkml:trace contextRef="#ctx0" brushRef="#br0" timeOffset="88">1751 4848,'-3'9,"1"0,-1 0,2 0,-1 0,1 0,1 1,-1-1,2 0,-1 1,1-1,0 0,1 0,0 0,1 0,0 0,0-1,1 1,0-1,1 0,-1 0,2 0,-1-1,1 1,3 2,1-1,1-1,0-1,0 0,0-1,0 0,1 0,0-1,1-1,-1 0,1-1,-1 0,1-1,0 0,0-1,0-1,0 0,0 0,0-2,0 1,0-2,-1 0,1 0,-1-1,1 0,-1-2,-1 1,1-1,-1-1,0 0,0 0,-1-1,0-1,-1 0,1 0,-2 0,4-6,-6 8,-1 1,0-1,-1 0,0 0,0-1,0 1,-1-1,0 0,-1 0,0 0,0 0,0 0,-1 0,0 0,-1-1,0 1,0 0,-1-1,0 1,0 0,-1 0,0 0,-1 0,0 0,0 0,0 1,-1-1,0 1,-1 0,0 0,0 1,-3-5,-5 1,-1 1,0 0,0 1,-1 0,0 1,0 1,-1 0,0 2,1-1,-2 2,1 0,0 1,-1 0,1 2,-1 0,1 0,-1 2,1 0,0 1,-1 1,-10 3,19-5,0 0,0 1,0-1,0 2,0-1,1 1,-1 0,1 1,0-1,0 2,1-1,-1 1,1-1,0 2,1-1,0 1,0 0,0 0,1 0,0 1,0-1,1 1,0 0,0 0,1 0,0 1,0-1,1 0,0 1,1-1,-1 1,2-1,0 6,33 60,-14-46</inkml:trace>
  <inkml:trace contextRef="#ctx0" brushRef="#br0" timeOffset="89">0 6947,'31'-11,"-27"10,352 0,314-10,426-19,-1023 30,793-15,-222-13,605-45,-661 68,262-12,-761 12,947-48,-78 21,-51 20,425 12,27-54,-346 55,-187 40,106-37,-230 41,-151 15,-301-48,-117 0,42-1,-160-19,-19-1</inkml:trace>
  <inkml:trace contextRef="#ctx0" brushRef="#br0" timeOffset="90">829 5891,'-5'-2,"0"0,0 0,0 0,0 1,-1-1,1 1,0 1,-1-1,1 1,0 0,-1 0,1 0,0 1,-1 0,1 0,0 0,0 0,0 1,0 0,0 0,0 1,0-1,1 1,-1 0,1 0,-3 3,-4 8,1 0,0 1,1 0,1 0,0 1,1 0,1 0,0 1,1 0,1 0,1 0,-1 8,1-7,0 1,1-1,1 1,1-1,1 1,2 17,-2-29,1-1,-1 1,1 0,1-1,-1 1,1-1,0 1,0-1,1 0,0-1,0 1,0-1,1 1,0-1,0 0,0-1,0 1,1-1,5 3,-1-2,1-1,-1 0,1 0,-1-1,1 0,0-1,0 0,0-1,1 0,-1-1,0 0,0-1,0 0,0-1,0 0,0-1,0 0,0 0,-1-1,0-1,0 0,0 0,0-1,-1 0,0-1,0 0,-1 0,1-1,-2 0,1 0,-1-1,-1 0,1 0,-2-1,5-9,-5 3,-1 0,-1-1,-1 1,0-1,-1 0,-1 0,0 1,-2-1,1 0,-2 1,-1-1,0 1,-1 0,0 0,-1 1,-1 0,-1 0,0 0,-1 1,0 0,-1 0,-1 2,0-1,-4-2,6 6,1 1,-1 0,-1 0,1 1,-1 1,-1-1,1 2,-1-1,0 2,0-1,-3 1,9 2,1 1,-1 0,0 1,0-1,0 1,0 0,0 0,0 0,1 0,-1 1,0 0,0 0,0 1,1-1,-1 1,1 0,-1 0,1 0,0 1,0 0,0-1,0 2,0-1,1 0,-1 1,1-1,0 1,-1 1,-1 4,1 0,0 0,1 0,-1 0,2 1,-1-1,1 1,1 0,0-1,0 1,1 0,0 0,1 0,0 0,1-1,0 1,0-1,1 1,0-1,1 0,0 0,0 0,1 0,0-1,0 0,1 0,1 1,41 51</inkml:trace>
  <inkml:trace contextRef="#ctx0" brushRef="#br0" timeOffset="91">1832 5998,'-11'26,"1"1,1 0,2 1,0-1,2 1,1 0,2 1,0-1,2 1,2 13,0-35,0 0,0 0,0 0,1 0,0-1,1 1,0-1,0 0,0 0,0 0,1 0,0-1,0 0,1 0,-1 0,1-1,0 0,0 0,1 0,-1-1,1 0,-1 0,1-1,0 0,0 0,0 0,1-1,-1 0,0-1,0 1,1-1,-1-1,2 0,4 1,0 0,0-1,0-1,0 0,0-1,-1-1,1 0,-1 0,0-1,0-1,0 0,-1 0,0-1,0-1,-1 0,0 0,0-1,-1 0,0-1,0 0,-2-1,1 1,-1-1,0-1,-1 1,-1-1,0 0,0-1,-1 1,-1-1,0 0,-1 0,0 0,-1-3,-2 4,-1 1,0-1,-1 0,-1 1,1 0,-2 0,0 0,0 0,-1 1,0 0,0 0,-1 0,-1 1,0 0,0 1,-1 0,1 0,-2 0,1 1,-1 1,0 0,-1 0,1 1,-1 0,0 1,-1 0,-1 0,1 0,0 0,0 1,0 1,0 0,-1 0,1 1,-1 1,1 0,-1 0,1 2,0-1,-1 2,1-1,0 2,0-1,0 2,1 0,0 0,0 1,0 0,0 1,1 0,0 1,1 0,-6 7,11-12,1 1,0 0,0 0,1 0,-1 0,1 1,0-1,0 1,0-1,1 1,0 0,0 0,0 0,0 0,1-1,-1 1,1 0,1 0,-1 0,1 0,0 0,0 0,0 0,0-1,1 1,0-1,0 1,0-1,1 1,0-1,-1 0,1 0,1 0,0 0,39 38</inkml:trace>
  <inkml:trace contextRef="#ctx0" brushRef="#br0" timeOffset="92">4238 4554,'-12'14,"1"1,1 0,0 1,1 0,0 1,1-1,1 1,1 1,1 0,-3 12,6-22,0 0,1 1,0-1,1 1,0-1,0 1,1-1,0 1,0-1,1 0,0 0,0 1,1-1,0-1,0 1,1 0,0-1,1 0,0 0,0 0,0 0,1-1,5 6,-3-7,-1 0,1-1,-1 0,1 0,0-1,1 0,-1 0,1-1,-1 0,1-1,-1 0,1 0,0 0,0-1,-1-1,1 0,0 0,-1 0,1-1,-1-1,1 1,-1-1,0-1,0 1,0-1,-1-1,1 0,-1 0,0 0,0-1,-1 1,0-2,0 1,0-1,-1 0,0 0,0 0,-1-1,0 0,0 0,0-3,2-4,-1 1,-1-1,0 0,-1-1,-1 1,0-1,-2 1,1-1,-2 1,0-1,-1 1,0-1,-1 1,-2-4,3 11,-1-1,0 1,0 0,-1 0,0 0,0 0,-1 0,0 1,0 0,-1 0,0 0,0 1,0 0,-1 0,0 1,0-1,-1 2,0-1,1 1,-1 0,-1 0,1 1,0 1,-1-1,-2 1,3 0,0 2,1-1,-1 1,0 0,0 1,1 0,-1 0,0 1,1-1,-1 2,1-1,0 1,0 0,0 1,0-1,1 1,-1 1,1-1,0 1,0 0,0 1,1 0,0-1,0 1,1 1,-5 6,-3 7,1 1,0 1,1 0,2 0,0 1,1 0,1 1,1 1,-7 57</inkml:trace>
  <inkml:trace contextRef="#ctx0" brushRef="#br0" timeOffset="93">4105 5998,'-5'3,"12"-16,16-19,25-33,-4-2,-2-2,22-51,-41 76,-22 45,0 0,0 0,-1 0,1 0,0 0,-1 0,1 0,-1 0,1 1,-1-1,1 0,-1 0,0 0,0 1,0-1,0 0,1 0,-1 0,-1 1,1-1,0 0,0 0,0 1,-1-1,1 0,-1 0,1 1,0-2,-8 124,7-1,6 22,-5-144,3 21,-1 1,-1-1,0 1,-2 0,-1-1,-1 1,0-1,-2 0,-1 0,0-1,-2 1,0-1,-3 2,9-20,0 0,0-1,-1 1,0 0,1-1,-1 1,0-1,0 0,0 0,0 0,-1 0,1-1,0 1,-1-1,1 0,-1 0,1 0,-1 0,0-1,1 1,-1-1,0 0,0 0,1-1,-1 1,0-1,1 0,-1 1,1-2,-1 1,1 0,-1-1,1 1,0-1,-3-2,6 3,0 0,0 1,1-1,-1 0,0 1,0-1,1 0,-1 0,0 1,1-1,-1 0,0 1,1-1,-1 1,1-1,-1 0,1 1,-1-1,1 1,0-1,-1 1,1 0,0-1,-1 1,1 0,0-1,-1 1,1 0,0 0,0 0,-1-1,1 1,0 0,0 0,-1 0,1 0,0 0,0 1,-1-1,1 0,0 0,0 0,-1 1,1-1,1 0,344-25,-196 22,-130 9,-30-4</inkml:trace>
  <inkml:trace contextRef="#ctx0" brushRef="#br0" timeOffset="94">789 7535,'-9'10,"0"-1,0 1,1 1,0-1,1 1,0 1,0-1,2 1,-1 0,2 1,-1-1,2 1,0 0,0 0,1 0,1 0,0 0,1 1,0-1,1 0,2 10,-1-17,1 1,0-1,0 1,1-1,-1 0,1 0,1-1,-1 1,1-1,0 0,0 0,1-1,-1 1,1-1,0 0,0-1,0 1,1-1,-1-1,1 1,0-1,0 0,0-1,5 1,-1 0,0 0,0-2,0 1,0-1,0-1,0 0,0-1,0 0,-1 0,1-1,-1 0,1-1,-1-1,0 1,7-6,-4 0,-1-1,0 0,-1-1,0-1,-1 1,-1-2,0 1,0-1,-1-1,-1 1,-1-1,0-1,-1 1,0-1,-1 0,-1 0,-1 0,0 0,-1-1,-1 1,0 0,-2-1,1 1,-3-6,3 14,-1 0,1 1,-1-1,-1 0,0 1,0-1,0 1,-1 0,0 0,0 0,-1 1,0 0,0-1,0 2,-1-1,0 0,0 1,0 1,-1-1,0 1,0 0,0 0,0 1,-1 0,1 0,-1 1,1 0,-1 0,0 0,0 1,0 1,-3-1,3 2,-1 0,0 0,0 1,1 0,-1 0,1 1,0 0,-1 0,1 1,1 0,-1 1,1 0,-1 0,1 0,1 1,-1 0,1 1,0-1,1 1,-1 0,-3 7,1 0,0 1,1 0,0 0,2 1,0-1,0 1,2 0,0 1,0-1,2 0,0 5,2 49</inkml:trace>
  <inkml:trace contextRef="#ctx0" brushRef="#br0" timeOffset="95">1725 7776,'95'-170,"31"-70,-100 179,-19 57,-8 23,1-15,-3 349,-17-111,8-147,9-59</inkml:trace>
  <inkml:trace contextRef="#ctx0" brushRef="#br0" timeOffset="96">762 8778,'-16'6,"1"0,0 0,0 1,0 1,1 1,0 0,1 1,0 0,1 1,0 0,0 1,-4 7,9-11,1 0,0 1,0-1,1 1,0 1,1-1,0 1,0-1,1 1,0 0,1 1,0-1,1 0,0 1,0-1,1 0,1 1,-1-1,2 0,0 2,0-4,1 0,-1-1,2 1,-1-1,1 0,0 0,1 0,-1-1,1 1,1-1,-1 0,1-1,0 1,0-1,1 0,-1-1,1 0,0 0,0 0,1-1,3 1,6 2,0 0,0-2,1 0,0-1,0-1,0 0,0-2,0 0,3-1,-9 1,1 0,-1-1,0-1,0 0,1 0,-1-2,-1 1,1-1,0-1,-1 0,0-1,0 0,-1 0,0-2,0 1,0-1,-1 0,0-1,-1 0,0 0,0-1,-1 0,0-1,-1 1,0-1,-1-1,0 1,-1-1,0 1,-1-1,1-3,-3 1,-1 0,0 0,-1 0,0 0,-1 1,-1-1,0 0,-1 1,0-1,-1 1,-1 1,0-1,-1 1,0 0,-1 0,0 1,0 0,-2 0,1 1,-1 0,-1 1,1 0,-2 1,1 0,-1 0,0 2,-1-1,0 2,0-1,0 2,-4-1,11 3,-1 1,0 0,1 0,-1 1,1 0,-1 0,0 1,1 0,-1 0,1 0,-1 1,1 0,0 0,0 0,-1 1,2 0,-1 0,0 1,1 0,-1 0,1 0,0 0,1 1,-1 0,1 0,0 0,0 1,0-1,1 1,0 0,-1 2,0 2,1-1,1 0,0 1,0-1,1 1,0 0,0 0,1-1,1 1,0 0,0 0,1-1,0 1,0-1,1 1,0-1,1 0,0 0,1-1,0 1,0-1,1 0,-1 0,2-1,0 1,38 39</inkml:trace>
  <inkml:trace contextRef="#ctx0" brushRef="#br0" timeOffset="97">1725 8913,'33'-96,"4"1,49-88,-61 145,-19 44,-10 62,-60 388,48-315,10-85</inkml:trace>
  <inkml:trace contextRef="#ctx0" brushRef="#br0" timeOffset="98">161 9701,'1459'-14,"-486"-6,284-14,-1117 34,1142-14,-331 3,-499 9,640-62,-993 55,1151-37,-193 72,28 15,602 45,-612-21,-297-40,-559-24,-1 10,137 28,-53 2,-288-36,-30-1,-19-5,-5 0</inkml:trace>
  <inkml:trace contextRef="#ctx0" brushRef="#br0" timeOffset="99">4171 7469,'-7'4,"0"0,0 0,0 1,0 1,1-1,0 1,0 0,0 0,1 1,0-1,0 1,0 0,1 1,1-1,-1 1,1 0,0 0,1 0,0 0,0 0,0 0,1 1,1-1,-1 1,1-1,1 0,0 1,0-1,0 1,1-1,1 0,-1 0,1 0,0-1,3 5,1-2,0-1,1 0,0 0,1 0,-1-2,1 1,1-1,0 0,0-1,0 0,0 0,1-1,0-1,0 0,1 0,-1-1,1-1,-1 0,1 0,0-1,0-1,-1 0,1-1,0 0,0 0,-1-1,1-1,-1 0,1-1,-1 0,0 0,-1-1,1-1,-1 0,0 0,0-1,-1 0,0-1,0 0,-1 0,0-1,0 0,-1-1,0 1,-1-1,0-2,-1 0,-1-1,0 0,-1 0,-1-1,0 1,0-1,-2 1,0-1,0 1,-1-1,-1 1,0 0,-1-1,0 1,-3-4,4 8,-1 1,-1-1,1 1,-1 0,-1 1,0-1,0 1,0 0,-1 0,0 0,0 1,-1 0,0 0,0 1,0-1,-1 2,1-1,-1 1,0 0,-1 1,1 0,-1 0,-4-1,3 3,0 0,0 0,0 1,0 1,0-1,0 2,0-1,0 1,0 1,0 0,1 0,-1 1,1 0,0 0,0 1,1 1,0-1,-1 1,-1 3,-3 2,0 1,1 1,1 0,0 0,0 1,1 1,1 0,0 0,2 1,-6 12,-9 45,8-7</inkml:trace>
  <inkml:trace contextRef="#ctx0" brushRef="#br0" timeOffset="100">4198 8778,'162'-262,"-133"216,-22 48,-8 66,-36 520,36-519</inkml:trace>
  <inkml:trace contextRef="#ctx0" brushRef="#br0" timeOffset="101">736 10637,'3'-52,"2"1,3 0,1 1,11-26,-6 15,39-171,-47 206,-4 41,-38 366,35-368,0 0,2-1,-1 1,2 0,0 0,0 0,1-1,1 1,0-1,0 0,1 0,6 8,14 12</inkml:trace>
  <inkml:trace contextRef="#ctx0" brushRef="#br0" timeOffset="102">1350 10356,'-3'6,"0"0,1 1,-1-1,1 1,1 0,-1-1,1 1,0 0,1 0,0 0,0 0,0 0,1-1,0 1,0 0,1 0,0-1,0 1,0-1,1 1,0-1,1 0,-1 0,1 0,0-1,0 1,1-1,-1 0,1 0,1-1,2 3,5 1,-1-1,1-1,0 0,0-1,1 0,0-1,0-1,0 0,0-1,0-1,0 0,1 0,-1-2,0 0,0 0,0-1,0-1,0 0,0-1,0-1,-1 0,0-1,0 0,-1-1,1-1,-2 0,1 0,8-9,-15 12,0 0,-1 0,0-1,0 1,0-1,-1 0,0 0,0 0,-1 0,1-1,-1 1,-1-1,1 1,-1-1,0 0,-1 1,1-1,-1 0,-1 0,1 0,-1 1,-1-1,1 0,-1 1,0-1,0 1,-1 0,0 0,0 0,0 0,-1 0,0 1,0-1,-2-2,0 1,0-1,0 1,-1 0,0 1,-1 0,1 0,-1 0,0 1,-1 0,1 1,-1 0,0 0,0 1,0 0,0 1,-1-1,1 2,-1 0,1 0,-1 0,0 1,1 1,-1 0,1 0,-1 1,1 0,-1 0,1 1,0 0,0 1,1 0,-1 1,1-1,0 2,0-1,0 1,-5 6,3 0,0 0,1 1,0 0,1 0,1 1,0 0,-3 12,-13 39</inkml:trace>
  <inkml:trace contextRef="#ctx0" brushRef="#br0" timeOffset="103">856 11386,'48'-101,"-30"66,-1 0,-2 0,-1-2,1-14,-13 37,-12 42,-7 25,3 1,2 0,2 1,3 1,0 55,8-91,1 1,0-1,2 1,0-1,1 0,2 1,14 32</inkml:trace>
  <inkml:trace contextRef="#ctx0" brushRef="#br0" timeOffset="104">1564 11345,'-4'6,"0"0,0 0,1 0,0 0,0 1,0-1,1 1,0 0,0-1,1 1,-1 0,2 0,-1 0,1 0,0 0,0 1,1-1,0 0,0-1,1 1,0 0,0 0,0 0,1-1,0 0,1 1,-1-1,1 0,0-1,1 1,-1-1,1 0,1 1,6 3,1-2,0 0,1 0,-1-1,1 0,0-2,1 1,-1-2,1 0,-1-1,1 0,0-1,0-1,0 0,0-1,0-1,-1 0,1-1,-1 0,1-1,-1-1,1-1,-7 2,1 0,-1-1,0 0,-1-1,1 1,-1-2,-1 1,1-1,-1 0,0 0,0 0,-1-1,0 0,0 0,-1 0,0-1,-1 0,0 1,0-1,-1 0,0 0,0-1,-1 1,0 0,-1-1,0 1,-1 0,0-1,0 1,-1 0,0 0,0 0,-1 0,1 1,-1 0,0 1,0-1,-1 1,0 0,0 0,0 0,-1 1,0-1,-1 1,1 0,-1 1,0-1,-1 1,1 0,-1 1,0 0,0 0,0 0,-1 1,1 0,-1 0,0 1,0 0,0 0,0 1,0 0,0 1,0 0,0 0,-1 0,1 1,0 0,0 1,0 0,1 0,-1 1,0 0,-2 1,-4 5,0 0,1 0,-1 1,2 1,0 1,0-1,1 2,0 0,1 0,1 1,0 0,1 0,-26 48</inkml:trace>
  <inkml:trace contextRef="#ctx0" brushRef="#br0" timeOffset="105">13 12241,'210'-23,"305"-25,797-2,-122-36,605-2,-254 47,1103 30,-1173 43,-166 69,-251-22,8 8,-287-4,-112 6,-487-70,-208-27,-6-4</inkml:trace>
  <inkml:trace contextRef="#ctx0" brushRef="#br0" timeOffset="106">4264 10102,'-8'5,"0"0,0 1,0 0,1 0,0 1,0 0,0 0,1 1,0 0,1 0,-1 0,2 1,-1-1,1 1,0 0,1 0,0 1,1-1,0 1,0-1,1 1,0 0,1 0,0-1,1 1,0 0,0 0,1-1,0 1,0-1,2 0,-1 1,1-1,0-1,3 5,-1-4,2 0,-1 0,2-1,-1 0,1 0,0-1,0 0,1-1,0 0,0 0,0-1,1-1,0 1,0-2,0 0,0 0,1-1,-1 0,1-1,-1 0,1-1,8-1,-10 1,-1 0,1-1,-1-1,1 0,-1 0,0-1,0 0,0 0,0-1,0 0,-1-1,1 0,-1 0,-1-1,1 0,-1 0,0-1,0 0,-1 0,0 0,0-1,-1 0,0 0,0-1,-1 1,0-1,1-4,-2-1,-1-1,0 1,-1-1,-1 1,-1-1,0 1,0-1,-1 1,-1-1,-1 1,0 0,-1 1,0-1,-1 1,0 0,-1 0,-1 1,0-1,-1 2,0-1,0 2,-2-1,1 1,-1 0,0 1,-1 1,0 0,-1 0,0 1,0 1,0 0,-1 1,1 0,-2 1,3 2,-1 1,0 1,1 0,-1 1,0 0,1 1,-1 0,1 1,0 0,0 1,0 0,0 1,1 1,0 0,0 0,0 1,1 0,0 1,0 0,1 1,0 0,1 0,0 1,0 0,1 0,0 1,1 0,0 0,1 1,-2 6,-28 74,12-4</inkml:trace>
  <inkml:trace contextRef="#ctx0" brushRef="#br0" timeOffset="107">4211 11252,'134'-189,"-52"54,-70 127,-9 30,-23 249,9 123,11-313</inkml:trace>
  <inkml:trace contextRef="#ctx0" brushRef="#br0" timeOffset="108">1017 12976,'68'-213,"-5"0,-54 191,-9 22,1 0,-1 0,1 0,-1 0,1 0,-1 0,1 0,-1 1,1-1,-1 0,1 0,-1 1,0-1,1 0,-1 0,0 1,1-1,-1 1,0-1,1 0,-1 1,0-1,1 1,-1-1,0 1,0-1,0 0,0 1,1-1,-1 1,0-1,0 1,0-1,0 1,0-1,0 1,0-1,0 1,0-1,-1 1,1-1,0 1,0-1,0 1,0-1,-1 1,1-1,0 0,0 1,-1-1,1 1,-3 137,0-93,2 1,2-1,2 1,2-1,6 24,10 1,3-13</inkml:trace>
  <inkml:trace contextRef="#ctx0" brushRef="#br0" timeOffset="109">1685 12789,'4'-19,"3"-14,1-1,2 1,1 1,8-15,-19 46,0 0,0 0,0 1,0-1,0 0,0 1,0-1,0 0,0 1,1-1,-1 0,0 1,0-1,1 0,-1 1,0-1,1 1,-1-1,1 0,-1 1,0-1,1 1,-1-1,1 1,0 0,-1-1,1 1,-1 0,1-1,0 1,-1 0,1-1,0 1,-1 0,1 0,0 0,-1 0,1 0,0 0,-1 0,1 0,0 0,-1 0,1 0,0 0,-1 0,1 1,0-1,-1 0,1 0,0 1,-1-1,1 0,-1 1,1-1,-1 1,1-1,-1 1,1-1,-1 1,1-1,-1 1,1-1,-1 1,0 0,4 11,-1 1,0-1,-1 1,0 0,-1 0,-1 0,0 0,-1 6,1-6,-7 107,-6 1,-5-2,-15 43,15-82</inkml:trace>
  <inkml:trace contextRef="#ctx0" brushRef="#br0" timeOffset="110">1002 14167,'27'-339,"-13"160,-8 226,7 84,5-1,13 35,-17-106</inkml:trace>
  <inkml:trace contextRef="#ctx0" brushRef="#br0" timeOffset="111">1671 14019,'49'-242,"-45"224,7 50,0 103,-5-1,-6 1,-7 10,1-79</inkml:trace>
  <inkml:trace contextRef="#ctx0" brushRef="#br0" timeOffset="112">4438 12508,'-7'4,"0"1,0-1,1 1,-1 1,1-1,0 1,0 0,1 0,0 1,0 0,1 0,-1 0,1 0,1 1,0-1,0 1,0 0,1 0,0 0,1 0,-1 0,2 1,-1-1,1 0,0 0,1 1,0-1,0 0,1 0,0 0,1 0,-1 0,4 5,0 0,1-1,1-1,0 1,0-1,1 0,1-1,0 0,0-1,1 0,0 0,0-1,1-1,0 0,1 0,-1-2,1 1,0-1,1-1,-1-1,1 0,0 0,-1-1,1-1,0-1,0 0,0 0,0-2,0 1,0-2,-1 0,1 0,-1-2,9-3,-7 3,-1-2,1 1,-1-2,-1 0,1 0,-1-1,-1-1,1 0,-2-1,0 0,0-1,-1 0,0-1,-1 0,-1 0,0-1,0 0,-2-1,0 1,0-1,-2-1,1 1,-2 0,0-1,-1 0,-1 0,0-3,-1 12,-1 1,0-1,0 1,0-1,0 1,-1 0,0 0,-1-1,1 2,-1-1,-1 0,1 0,-1 1,1 0,-1 0,-1 0,1 0,-1 1,0-1,0 1,0 0,-1 1,1-1,-1 1,0 0,0 1,0-1,0 1,-4 0,-8 0,0 1,0 1,0 1,0 1,0 0,0 2,1 0,-1 0,1 2,0 0,1 1,-1 1,1 0,1 1,0 1,0 0,1 2,0-1,-7 9,7-7,0 1,0 1,2 0,0 1,0 0,2 1,0 0,1 1,0 0,2 0,0 1,1 0,1 0,-2 17,0 24</inkml:trace>
  <inkml:trace contextRef="#ctx0" brushRef="#br0" timeOffset="113">4466 13979,'1'-17,"2"1,0 0,1 0,0 0,1 0,1 1,1 0,5-9,-5 7,85-160,-77 166,-16 41,-11 44,-3 10,3 0,4 1,4 0,4 12,9-6,3-13</inkml:trace>
  <inkml:trace contextRef="#ctx0" brushRef="#br0" timeOffset="114">6350 13699,'2'18,"1"10,0 8,0 7,-2 7,-2 9,-2 7,1 10,0 9,0 6,1 6,5 3,6-1,4-3,2-6,-2-19</inkml:trace>
  <inkml:trace contextRef="#ctx0" brushRef="#br0" timeOffset="115">13797 15182,'0'-1,"0"0,1 0,-1 0,0 0,1 0,-1 0,1 0,-1 0,1 0,0 0,-1 0,1 0,0 0,0 0,0 1,0-1,-1 0,1 1,0-1,0 1,0-1,0 1,0-1,1 1,-1 0,0-1,0 1,0 0,0 0,0 0,0 0,0 0,1 0,-1 0,0 0,0 0,0 0,0 1,0-1,1 1,240 25,-164-14,486 63,84-19,-604-55,-37-2,-21-3</inkml:trace>
  <inkml:trace contextRef="#ctx0" brushRef="#br1" timeOffset="117">12406 4380,'-1'0,"0"-1,-1 0,1 0,-1 1,1-1,-1 1,1-1,-1 1,1 0,-1 0,1 0,-1-1,1 1,-1 1,0-1,1 0,-1 0,1 1,-1-1,1 0,-1 1,1 0,0-1,-1 1,1 0,0 0,-1 0,1-1,0 1,0 1,0-1,0 0,0 0,0 0,0 1,0-1,0 0,0 1,1-1,-1 0,1 1,-1-1,1 1,-1-1,1 1,0 0,0-1,0 1,0-1,0 1,0-1,0 1,1 0,-3 8,1 0,0-1,1 1,0 0,0 0,1 0,0 0,1-1,0 1,1 0,0-1,1 0,-1 0,2 0,-1 0,1-1,5 7,-3-7,-1 0,1 0,0-1,1 0,0-1,0 0,0 0,1 0,-1-1,1-1,1 1,-1-2,1 1,-1-1,1-1,0 1,0-2,0 1,6-1,-13-1,1 1,1 0,0-1,0 1,0-1,0 0,0-1,0 1,0-1,0 0,-1 0,1 0,0 0,0-1,-1 0,1 0,-1 0,0-1,0 0,0 0,0 0,0 0,0 0,-1-1,0 1,1-1,-1 0,-1 0,2-2,35-182,-34 159,0 11,-2 0,0-1,-1 1,-1-1,0 1,-2-1,-2-13,1 26,-1 0,-1 0,1 1,-1-1,0 0,0 1,-1 0,1 0,-1 1,0-1,-1 1,1 0,-1 0,0 1,0-1,0 1,0 1,0-1,-1 1,1 0,-1 1,1-1,-1 1,0 1,0-1,1 1,-1 0,0 1,0 0,-2 0,4-1,-1 1,1-1,0 1,-1 0,1 1,0-1,0 1,0 0,0 0,0 1,0-1,1 1,-1 0,1 0,-3 3,-6 4,0 0,0 1,1 1,0 0,1 1,0 0,1 0,1 1,0 0,1 1,1 0,0 1,1-1,-2 9,-31 94,26-92</inkml:trace>
  <inkml:trace contextRef="#ctx0" brushRef="#br1" timeOffset="118">13436 4473,'16'-13,"12"-29,-2-1,-3-1,-1-1,-2 0,-2-2,2-14,-20 116,-21 53,-11 106,32 1,0-213,-1 1,1-1,0 1,-1-1,1 1,-1-1,0 1,0-1,0 0,0 1,0-1,0 0,-1 0,1 0,-1 0,1 0,-1 0,0 0,0-1,0 1,0-1,0 1,0-1,0 0,0 1,-1-1,1 0,0-1,-1 1,1 0,-1-1,1 1,-1-1,1 0,-1 0,1 0,-1 0,0 0,-78-1,432 1,-325-6,-32 4</inkml:trace>
  <inkml:trace contextRef="#ctx0" brushRef="#br1" timeOffset="119">12406 5810,'2'-12,"0"0,1 0,1 0,0 0,0 1,1-1,0 1,1 0,1 0,-1 1,2 0,-1 0,2 0,3-6,210-323,-221 339,15-20,-16 20,0 0,0 0,0 1,0-1,-1 0,1 1,0-1,0 0,0 1,0-1,0 0,0 0,0 1,0-1,0 0,0 1,0-1,0 0,1 0,-1 1,0-1,0 0,0 1,0-1,0 0,1 0,-1 1,0-1,0 0,0 0,1 0,-1 1,0-1,0 0,1 0,-1 0,0 0,0 0,1 1,-1-1,0 0,1 0,-1 0,0 0,0 0,1 0,-1 0,0 0,1 0,-1 0,0 0,0 0,1 0,-1 0,0 0,1 0,-1-1,0 1,0 0,1 0,-1 0,0 0,0-1,1 1,-1 0,0 0,0 0,-19 128,-78 454,95-538,4-33</inkml:trace>
  <inkml:trace contextRef="#ctx0" brushRef="#br1" timeOffset="120">13316 5838,'14'-32,"1"1,2 1,1 1,1 0,2 1,27-41,-19 24,-1-2,-2-1,-2-1,11-38,-49 155,2 0,3 1,4 0,2 0,5 24,-3-20,-27 143,26-203,-11 68,0-67,5-12</inkml:trace>
  <inkml:trace contextRef="#ctx0" brushRef="#br1" timeOffset="121">13368 6119,'14'0,"13"0,12 0,10 0,8 0,4 0,-2 0,-6 0,-11 0,-11 2,-19 3,-10 1</inkml:trace>
  <inkml:trace contextRef="#ctx0" brushRef="#br1" timeOffset="122">12460 6185,'16'-2,"16"-1,15 0,10-1,7-1,2 1,-6 1,-9 1,-19-2,-30 1,-14 0</inkml:trace>
  <inkml:trace contextRef="#ctx0" brushRef="#br0" timeOffset="123">15829 4782,'27'-35,"-1"-1,-2-1,-2-1,-1-1,-2-1,-2-1,-1 0,-3-1,6-30,-19 122,2-1,2 0,11 47,-13-82,7 43,27 257,-34-255</inkml:trace>
  <inkml:trace contextRef="#ctx0" brushRef="#br0" timeOffset="124">15789 6091,'266'-285,"-245"260,-21 26,0-1,0 1,0-1,0 0,1 1,-1-1,0 0,0 1,0-1,0 0,0 1,0-1,1 0,-1 0,0 1,0-1,1 0,-1 1,0-1,0 0,1 0,-1 0,0 1,0-1,1 0,-1 0,0 0,1 0,-1 1,0-1,1 0,-1 0,0 0,1 0,-1 0,1 0,-1 0,0 0,1 0,-1 0,0 0,1 0,-1 0,0-1,1 1,-1 0,-24 127,-10 90,32-160,4 1,1-1,10 43,-1-28</inkml:trace>
  <inkml:trace contextRef="#ctx0" brushRef="#br2" timeOffset="125">12005 7335,'4'2,"0"-1,0 0,0 0,1 0,-1 0,0-1,0 1,1-1,-1 0,0 0,0-1,1 0,-1 1,0-1,0-1,0 1,0 0,0-1,0 0,-1 0,1 0,0-1,-1 1,0-1,1 0,-1 0,0 0,0 0,0-1,10-6,33-23,-2-2,-1-1,-1-3,-3-2,-1-1,-1-2,-33 37,30-59,-34 66,0 1,0-1,0 0,0 0,0 1,0-1,0 0,0 0,0 0,-1 0,1 1,0-1,0 0,0 0,0 0,-1 0,1 1,0-1,0 0,0 0,-1 0,1 0,0 0,0 0,-1 0,1 0,0 0,0 0,0 0,-1 0,1 0,0 0,0 0,-1 0,1 0,0 0,0 0,0 0,-1 0,1 0,0 0,0 0,-1 0,1-1,0 1,0 0,0 0,0 0,-1 0,1-1,0 1,0 0,0 0,0 0,0 0,0-1,-1 1,1 0,0 0,0-1,0 1,0 0,0 0,0 0,0-1,-7 13,0-1,0 1,1 1,1-1,0 1,1 0,1 0,-1 0,2 3,-3 3,-103 438,108-456,-3 13,0 0,1 0,0 1,1 0,1-1,1 1,0 1,3 4</inkml:trace>
  <inkml:trace contextRef="#ctx0" brushRef="#br2" timeOffset="126">13383 7175,'-7'-2,"1"1,-1 1,1 0,-1-1,1 2,-1-1,1 1,0 0,-1 0,1 1,0 0,0 0,0 0,0 1,0 0,1 0,-1 1,1-1,0 1,0 0,0 1,0-1,1 1,-1 0,1 0,1 0,-1 1,1-1,0 1,0 0,-1 4,1 0,1-1,0 1,0-1,1 1,0-1,1 1,0 0,1-1,0 1,0 0,1-1,0 0,1 1,0-1,0 0,1 0,1-1,-1 1,1-1,0 0,3 3,0 0,1 0,0-1,1 0,0 0,1-1,0-1,0 1,1-2,0 0,0 0,0-1,1 0,0-1,8 1,-8-3,0 0,1-1,-1-1,0 0,0-1,1 0,-1-1,0 0,0-1,0-1,0 0,0-1,0 0,-1-1,0 0,0-1,0-1,-1 0,0 0,0-1,0 0,-1-1,-1-1,0 1,0-1,-1-1,0 1,0-2,-2 1,1-1,-1 0,-1 0,0 0,1-6,-3 6,0 0,-1-1,0 1,-1 0,0-1,-1 1,0-1,-1 0,-1 1,0 0,0-1,-1 1,-1 0,0 0,-1 1,0-1,0 1,-1 0,-1 0,0 1,-1 0,1 0,-2 1,0 0,0 0,0 1,-1 0,0 1,-1 0,1 1,-2 0,1 0,0 1,-1 1,0 0,0 1,0 0,-10-1,5 5,0 0,0 1,1 1,-1 1,0 0,1 1,0 1,0 0,1 1,0 1,0 1,0 0,1 0,1 2,0 0,0 0,1 1,0 0,-2 6,-46 48</inkml:trace>
  <inkml:trace contextRef="#ctx0" brushRef="#br2" timeOffset="127">12500 8404,'-6'0,"-1"-1,0 1,0 0,1 0,-1 1,0-1,1 2,-1-1,0 1,1 0,0 0,-1 1,1 0,0 0,1 0,-1 1,0 0,1 0,0 0,0 1,0-1,1 1,-1 1,1-1,0 1,1-1,-1 1,0 2,-1 3,0 0,0 0,2 0,-1 1,1 0,1-1,0 1,1 0,0 0,0 0,2 0,-1 0,2 0,-1 0,4 8,1-2,2 1,0-1,1-1,1 0,0 0,1-1,1 0,1-1,0 0,1-1,0-1,1 0,1-1,0-1,0 0,2-1,-1-1,1 0,0-2,0 0,1-1,0 0,0-2,2 0,-13-3,0 0,1 0,-1 0,1-1,-1-1,1 1,-1-1,0-1,1 0,-1 0,0 0,0-1,0 0,-1-1,1 0,-1 0,1 0,-1-1,-1 0,1 0,-1-1,0 0,0 0,-1-1,1 1,-2-1,1 0,0-2,2-12,0 1,-2-1,0 0,-2 0,0 0,-1 0,-2-1,0 1,-1-1,-1 1,-1 0,-1 0,-1 0,0 0,-2 1,0 0,-2 0,0 1,-9-13,12 16,-2 1,0 1,0-1,-1 1,-1 1,-1 0,0 0,0 1,-1 0,-1 1,0 1,0 0,-1 1,0 0,-13-5,23 12,-1 1,0-1,0 1,1 1,-1-1,0 1,0 0,0 0,0 0,0 0,1 1,-1 0,0 0,0 0,1 1,-1 0,1 0,-1 0,1 0,0 1,0-1,0 1,0 0,0 0,1 1,-1-1,1 1,-1 1,-5 6,1 1,1 0,0 0,0 1,1 0,1 0,0 0,1 1,-1 3,-9 58,5-5</inkml:trace>
  <inkml:trace contextRef="#ctx0" brushRef="#br2" timeOffset="128">13542 8538,'-7'4,"0"1,0 0,0 0,0 0,1 1,0 0,0 0,1 1,0 0,0-1,0 2,1-1,0 1,0-1,1 1,0 0,1 0,-1 1,2-1,-1 0,1 1,0-1,1 1,0-1,0 1,1-1,0 1,0-1,1 0,1 1,0 1,6 9,2-1,0-1,1 1,1-2,0 0,1 0,1-1,0-1,1 0,1-2,0 0,1 0,0-2,0 0,1-1,1-1,-1-1,20 5,-30-8,1-1,0 0,0 0,0-1,0 0,0 0,1-1,-1-1,0 0,0 0,1-1,-1 0,0-1,0 0,0-1,0 0,0 0,0-1,-1 0,0-1,0 0,0-1,-1 0,1 0,2-3,1-9,-1-1,-1 0,-1 0,-1-1,0 0,-1 0,-2-1,0 0,-1 0,-1 0,-1-1,-1 1,0-1,-2 1,-2-14,2 14,0 0,-1 1,-1-1,-1 1,-1 0,-1 0,-1 0,0 1,-1 0,-1 0,-1 1,-1 0,-1 1,-12-16,17 27,0 1,0-1,-1 1,1 1,-1-1,0 1,0 0,-1 1,1 0,-1 1,0-1,0 2,1-1,-1 1,0 0,0 1,0 0,0 1,0 0,0 0,0 1,0 0,-7 3,-16 5,0 2,0 2,1 0,1 3,-14 9,-52 36</inkml:trace>
  <inkml:trace contextRef="#ctx0" brushRef="#br2" timeOffset="129">15962 7456,'-4'1,"-1"1,1 0,-1 0,1 1,0-1,-1 1,1 0,1 0,-1 0,0 1,1-1,0 1,0 0,0 0,0 0,0 0,1 1,0-1,0 1,0-1,0 1,1 0,0 1,-3 4,1 1,0-1,1 0,1 1,-1 0,2-1,-1 1,2 0,-1-1,1 1,1-1,0 1,0-1,1 0,1 1,-1-1,2-1,-1 1,1-1,1 1,0-2,0 1,1-1,0 0,0 0,1 0,0-1,0-1,1 1,-1-1,2-1,0 1,-4-2,1 0,-1-1,1 0,0 0,1-1,-1 1,0-2,1 1,-1-1,1 0,-1 0,1-1,-1 0,1-1,0 0,-1 0,1 0,-1-1,0 0,0 0,0-1,0 0,0 0,0-1,-1 0,1 0,-1-1,4-3,2-7,0-1,-1 0,-1-1,0 0,-2-1,0 0,-1 0,0-1,-2 0,0 0,-2 0,0 0,0-1,-2 0,-1 1,0-1,-1 1,-2-1,0-1,1 5,-1 0,0 1,-1 0,-1-1,0 1,-1 1,-1-1,0 1,-6-9,9 18,1 0,-1-1,0 2,-1-1,1 0,-1 1,0 0,0 0,0 0,0 1,-1-1,1 1,-1 1,0-1,0 1,0 0,0 0,0 1,-1 0,1 0,0 0,-1 1,1 0,-1 0,0 1,0 0,0 0,1 1,-1 0,1 0,-1 1,1 0,0 0,0 0,0 1,1 0,-1 0,1 0,0 1,0 0,0 0,1 0,0 0,0 1,0-1,0 1,1 0,-2 5,-3 7,1 1,1 0,0 0,2 1,0-1,1 1,1 4,-2 36,2-6</inkml:trace>
  <inkml:trace contextRef="#ctx0" brushRef="#br2" timeOffset="130">15909 8591,'-5'6,"0"-1,1 0,0 1,0 0,0 0,1 0,0 1,0-1,0 1,1 0,0 0,0 0,1 0,0 0,0 0,1 3,-2 5,1-1,0 1,2-1,-1 1,2-1,0 0,1 1,0-1,1 0,1-1,0 1,0-1,2 0,0 0,0-1,1 1,0-2,1 1,1-1,0-1,0 0,1 0,0-1,1 0,0-1,0 0,1-1,0-1,0 0,0-1,5 2,-10-4,0-1,0 1,0-1,0-1,1 1,-1-2,0 1,0-1,1 0,-1-1,0 1,1-2,-1 1,0-1,0-1,0 1,-1-1,1-1,0 1,-1-1,0-1,0 1,0-1,-1 0,0-1,0 0,0 0,0 0,-1 0,0-1,0-1,2-15,0-1,-2 0,-1-1,-1 0,-1 1,-1-1,-1 0,-2-14,2 33,1-13,-1 0,-1 0,-1 0,-1 1,0-1,-1 1,-1-1,-1 1,0 1,-2-1,0 1,0 0,-12-15,18 30,0 0,0 0,-1 0,1 0,-1 0,0 0,1 0,-1 1,0 0,0-1,0 1,0 0,0 1,0-1,0 0,0 1,0 0,-1-1,1 1,0 1,0-1,0 0,0 1,0-1,0 1,0 0,0 0,0 0,0 1,0-1,0 1,1-1,-1 1,1 0,-1 0,1 0,0 1,-1-1,0 1,-18 18,1 1,1 0,1 2,0 0,-2 7,-37 49,19-33</inkml:trace>
  <inkml:trace contextRef="#ctx0" brushRef="#br0" timeOffset="131">16390 4527,'-20'-32,"17"25,-1 0,1 1,-1-1,-1 1,1 0,-1 0,0 1,-1-1,1 1,-1 0,0 1,0-1,0 1,-1 1,-5-4,-3 2,-1-1,0 2,0 0,0 1,-1 0,1 2,-1 0,1 0,-1 2,1 0,0 1,-3 1,9 2,0 1,1 0,0 1,0-1,0 2,1-1,0 1,1 0,0 1,0 0,0 0,1 1,1-1,0 1,0 0,1 1,0-1,1 1,0 0,0 3,-4 12,1-1,1 1,1 0,2 0,0 0,2 0,1 0,2 12,-1-27,-1 0,2-1,-1 1,2-1,-1 1,1-1,1 0,0 0,0-1,1 1,1-1,-1 0,1-1,0 0,1 0,0 0,1-1,-1-1,1 1,0-1,1-1,0 1,0-2,0 1,0-2,0 1,1-1,4 0,-5 0,1-2,-1 1,1-1,-1-1,1 1,-1-2,1 0,-1 0,1-1,-1 0,0 0,0-1,0-1,0 0,0 0,-1-1,0 0,0-1,0 0,-1 0,0-1,0 0,0 0,6-15,-1 0,-1 0,-1-1,-1-1,-2 1,0-2,-1 1,-1-1,2-22,-4 32,-1-1,0 1,-1-1,-1 0,0 0,-1 1,-1-1,-1 0,0 0,0 1,-2-1,0 1,-1 0,0 0,-2 0,1 1,-2 0,0 0,-3-2,4 7,-1 0,0 1,0 1,-1-1,0 1,0 1,-1 0,0 0,0 1,-1 0,1 0,-1 1,0 1,0 0,0 1,0 0,-1 0,1 1,0 1,-1 0,1 0,-1 1,1 1,0 0,-1 0,1 1,0 1,1-1,-1 2,1 0,0 0,0 1,0 0,1 0,0 1,0 1,-4 8,1 0,0 1,2 0,0 1,1 0,1 0,0 1,2 0,0 0,1 1,1 0,1 0,0 0,2 0,0 0,2 0,1 11,-1-18,0 1,1 0,0 0,1-1,1 1,0-1,1 0,0 0,1-1,0 1,1-1,1-1,0 1,0-1,1 0,0-1,1 0,0-1,1 0,0-1,0 0,1 0,0-1,1-1,10 4,-9-4,1-1,0-1,0 0,0-2,1 1,-1-2,1 0,-1-1,3 0,-11-1,0 0,1 0,-2 0,1-1,0 0,0 0,0 0,-1-1,1 0,-1-1,0 1,0-1,0-1,-1 1,1-1,-1 0,0 0,-1 0,1 0,3-7,0-6,0-1,-1 0,-1-1,-1 0,-1 1,0-2,-2 1,0 0,-2 0,0-1,-1 1,-1 0,-1 0,0 0,-2 0,0 0,-2 1,-4-10,4 11,0 1,-1 0,-1 1,0 0,-2 0,1 1,-3 0,9 10,0 0,0 0,0 1,-1 0,0-1,0 2,0-1,0 1,0-1,-1 2,0-1,0 1,1-1,-1 1,0 1,-1-1,1 1,0 1,0-1,0 1,-1 0,-3 0,1 3,1 0,0 1,0 0,1 0,-1 0,1 1,0 0,0 1,0 0,1 0,0 0,0 1,1-1,0 1,0 1,0-1,1 1,0 0,0 0,-29 54</inkml:trace>
  <inkml:trace contextRef="#ctx0" brushRef="#br0" timeOffset="132">16149 5797,'1'-4,"2"-68,-3 70,0 0,0 1,0-1,0 0,-1 1,1-1,-1 1,1-1,-1 0,0 1,1-1,-1 1,0 0,0-1,0 1,0 0,0-1,0 1,0 0,-1 0,1 0,0 0,-1 0,1 0,-1 0,1 1,-1-1,1 1,-1-1,1 1,-1-1,0 1,1 0,-1-1,0 1,1 0,-1 0,1 1,-1-1,0 0,-6 3,0 1,0 0,0 1,0 0,1 0,0 0,0 1,0 0,0 0,1 1,1 0,-1 0,1 0,0 1,0 0,1 0,0 0,1 0,-2 6,-4 7,1 0,2 1,0 0,1 0,1 0,1 1,1-1,1 1,1 0,1-1,1 1,5 21,-5-30,1-1,1 1,0-1,1 0,1 0,0 0,1-1,0 0,0 0,2-1,-1 0,1 0,1-1,0 0,0-1,1 0,0-1,1 0,0-1,0 0,8 3,-10-5,0-1,0 0,0-1,0 0,0 0,1-1,0-1,-1 0,1 0,0-1,-1 0,1-1,0 0,-1-1,1 0,-1 0,0-1,1-1,-1 0,-1 0,1-1,-1 0,0-1,0 0,0 0,-1-1,0 0,1-1,4-12,0 0,-2-2,0 1,-1-1,-1 0,-1-1,-1 0,-2-1,0 1,-1-1,-1 0,-2 0,0 0,-1-1,1-3,-1 0,-1 0,-2 0,0 1,-7-25,7 43,1 0,-1 0,0 0,-1 1,0 0,0-1,-1 2,0-1,0 0,-1 1,0 0,0 0,-1 1,0 0,0 0,0 1,-1-1,1 2,-8-4,4 3,1 1,-1 1,1 0,-1 1,0 0,0 0,0 1,-1 1,1 0,0 0,0 1,0 1,0 0,0 0,0 1,1 0,-1 1,1 0,0 1,-8 5,4-2,1 1,0 0,1 1,0 1,1-1,0 2,0 0,1 0,1 1,0 0,1 0,0 1,1 1,-2 5,1 1,2-1,0 1,1 0,1 0,1 1,1-1,1 1,1 0,1-1,0 1,3 6,-2-15,1 0,0-1,1 1,0-1,1 0,1 0,-1 0,2-1,0 1,0-2,1 1,0-1,1 0,0-1,1 0,0 0,0-1,1-1,1 1,-4-2,0-1,1 0,-1 0,1-1,0 0,0 0,0-1,1 0,-1-1,1 0,-1-1,1 0,0 0,-1-1,1 0,0-1,0 0,-1 0,1-1,-1-1,1 1,-1-2,0 1,0-1,0 0,-1-1,1 0,3-4,0-8,0 0,-1-1,-1-1,-1 0,-1 0,0-1,-1 0,-2 0,0 0,-1-1,-1 0,0 0,-2 0,-1-6,3-2,-1 1,-1 0,-2-1,0 1,-2 0,-3-7,6 32,-1 0,1-1,-1 1,0 0,0 0,-1-1,1 1,-1 0,1 0,-1 1,0-1,0 0,0 0,0 1,-1-1,1 1,-1 0,0 0,1 0,-1 0,0 0,0 1,0-1,0 1,-1 0,1 0,0 0,0 0,-1 1,1-1,-1 1,1 0,0 0,-1 0,1 0,-2 1,-15 3,-1 2,1 0,0 1,1 1,-1 1,2 1,-1 0,-4 6,-6 0,-48 29</inkml:trace>
  <inkml:trace contextRef="#ctx0" brushRef="#br1" timeOffset="134">16323 4621,'2'2,"4"3,2 4,0-1</inkml:trace>
  <inkml:trace contextRef="#ctx0" brushRef="#br0" timeOffset="135">12754 10316,'1'-5,"1"-1,-1 1,1 0,0-1,1 1,-1 0,1 0,0 1,0-1,1 1,-1-1,1 1,3-3,4-5,49-62,13-14,50-81,-99 133,-24 47,-62 204,2 39,21-88,36-154,3-9,0 0,0-1,0 1,-1 0,1 0,-1 0,0 0,0 0,0-1,0 1,-1 0,1-1,-1 1,1-1,-1 0,0 1,0-1,0 0,0 0,0 0,-1 0,1-1,-1 1,1 0,-1-1,1 0,-2 1,-111-19,149 14,-31 3,162 0,59 11,-206-9</inkml:trace>
  <inkml:trace contextRef="#ctx0" brushRef="#br0" timeOffset="136">13730 10249,'0'-1,"-1"1,1-1,-1 1,1-1,-1 1,1-1,-1 0,1 1,0-1,-1 0,1 1,0-1,0 0,-1 1,1-1,0 0,0 0,0 1,0-1,0 0,0 0,0 1,0-1,0 0,0 1,1-1,-1 0,0 1,0-1,1 0,-1 1,0-1,1 0,-1 1,1-1,61-105,-32 63,101-165,-131 208,0 0,0 0,0 1,0-1,0 0,0 0,0 1,1-1,-1 0,0 0,0 0,0 1,0-1,1 0,-1 0,0 0,0 1,0-1,1 0,-1 0,0 0,0 0,1 0,-1 0,0 0,0 0,1 1,-1-1,0 0,0 0,1 0,-1 0,0 0,0 0,1 0,-1-1,0 1,0 0,1 0,-1 0,0 0,0 0,1 0,-1 0,0 0,0-1,1 1,-1 0,0 0,0 0,0-1,0 1,1 0,-1 0,-2 26,2-26,-109 537,92-404,17-131,0-1,1 0,-1 0,0 0,0 1,-1-1,1 0,0 0,0 1,-1-1,1 0,0 0,-1 0,1 0,-1 0,0 1,1-1,-1 0,0 0,1-1,-1 1,0 0,0 0,0 0,0 0,0-1,0 1,0 0,0-1,0 1,-1-1,1 1,0-1,0 0,0 1,0-1,-1 0,1 0,0 0,0 0,-1 0,1 0,0 0,0-1,-1 1,1 0,0 0,0-1,0 1,0-1,0 0,0 1,-1-1,1 0,-119-54,120 55,0 0,1 0,-1 0,0-1,0 1,0 0,0 0,1 0,-1 0,0-1,0 1,0 0,0 0,0 0,0-1,0 1,0 0,0 0,1 0,-1-1,0 1,0 0,0 0,0 0,0-1,0 1,0 0,0 0,-1 0,1-1,0 1,0 0,0 0,0 0,0-1,0 1,0 0,0 0,0 0,-1-1,1 1,26 3,-25-3,40 6,252 25,-211-33,-68-1</inkml:trace>
  <inkml:trace contextRef="#ctx0" brushRef="#br0" timeOffset="137">12847 11278,'-6'-1,"1"-2,0 1,0-1,0 1,0 1,0-1,-1 1,1 0,-1 0,1 0,-1 1,1 0,-1 0,1 0,-1 1,1 0,-1 0,1 0,-1 1,1 0,0 0,0 0,0 1,0-1,0 1,1 0,-1 0,1 1,-4 3,2 5,0 0,1 0,0 0,1 0,0 1,1 0,1 0,0 0,0 0,2 0,-1 0,2 1,0-1,0 0,1 0,3 7,-1-4,1-2,1 1,0 0,1-1,1 0,0-1,1 0,1 0,-1-1,2 0,0-1,0 0,1-1,1 0,-1 0,2-2,-5-1,1-1,0 0,0-1,0 0,1-1,0 0,0-1,0 0,0-1,0 0,0 0,1-1,-1-1,0 0,1-1,-1 0,1 0,-1-1,0-1,0 0,0 0,3-3,-5 1,0 0,-1 0,0-1,0 0,0 0,-1-1,0 0,0 0,-1-1,0 0,0 0,-1 0,0-1,-1 1,1-1,-2-1,1 1,-1-2,3-9,-2 0,0-1,-1 0,-1 1,-1-1,0 0,-2 0,-1-2,0 3,-1 0,0 1,-2 0,0 0,-1 0,-1 1,-5-9,8 19,0 0,-1 0,0 1,0-1,-1 1,1 0,-1 1,-1 0,1 0,-1 0,0 0,-1 1,1 1,-1-1,0 1,0 0,-5-1,7 4,0-1,0 1,-1 0,1 0,0 1,-1 0,1 0,0 0,-1 1,1 0,0 0,0 1,0-1,0 1,0 1,0-1,0 1,1 0,-1 0,1 1,0 0,0 0,0 0,0 0,1 1,0 0,0 0,-3 4,0 1,0 2,0-1,1 1,0 0,1 0,1 0,0 1,0 0,1-1,1 2,0-1,1 0,0 7,10 54,8-8</inkml:trace>
  <inkml:trace contextRef="#ctx0" brushRef="#br0" timeOffset="138">15962 10356,'-9'27,"1"1,2 1,0-1,2 1,1 0,2 0,1 12,0-38,0 1,0-1,1 1,-1-1,1 0,0 1,0-1,0 1,1-1,-1 0,1 0,-1 0,1 0,0 0,0 0,1-1,-1 1,1 0,-1-1,1 0,0 0,0 0,-1 0,2 0,-1 0,0-1,0 0,0 1,1-1,-1 0,1-1,-1 1,1-1,9-1,0 0,0-2,0 0,0 0,0-1,-1-1,0 0,0 0,0-1,-1-1,0 0,0-1,0 0,-1 0,7-9,1 2,-2 0,0-1,0-1,-2-1,0 0,-1-1,-1 0,-1-1,-1 0,0-1,-2 0,0 0,3-19,-9 35,-1-1,0 1,0-1,-1 0,0 0,0 1,0-1,-1 0,1 0,-1 1,-1-1,1 0,-1 1,0-1,0 1,-1 0,1 0,-1 0,0 0,-1 0,1 1,-1-1,0 1,0 0,0 0,-1 0,1 1,-1 0,0-1,0 2,0-1,0 1,-8-2,1 0,0 1,-1 1,1 0,-1 1,0 0,0 1,0 0,1 1,-1 0,0 1,1 1,0 0,-1 1,1 0,0 1,1 0,-1 1,1 0,0 1,1 0,-1 1,1 0,1 0,0 1,0 0,1 1,0 0,0 0,1 1,1 0,-5 9,-18 43,7-3</inkml:trace>
  <inkml:trace contextRef="#ctx0" brushRef="#br0" timeOffset="139">15868 11238,'0'16,"1"1,0-1,1 0,1 0,0 0,1 0,1 0,0-1,2 1,-1-2,2 1,0-1,0 0,2 0,0-1,0-1,1 1,0-2,1 0,1 0,0-1,0 0,1-1,0-1,0 0,1-1,0-1,0 0,-5-2,-1 0,1 0,-1-1,1 0,0-1,0 0,0-1,0 0,1 0,-1-1,0-1,0 1,0-2,0 1,0-1,0-1,0 0,0 0,-1-1,0-1,0 1,0-1,0-1,-1 1,1-2,5-5,-6-1,-2-1,0 1,0-1,-1-1,-1 1,0-1,-1 0,0 1,-2-1,0 0,0 0,-1-1,-1 1,-1 0,0 0,-1 1,0-1,-1 0,-1 1,0 0,-5-9,3 8,1 1,-2 0,0 0,-1 1,0 0,-1 0,0 1,-1 0,-10-8,17 16,-2 0,1 0,0 0,-1 1,0 0,1 0,-1 0,-1 1,1 0,0 0,0 0,-1 1,1 0,-1 0,1 1,-1-1,1 2,-1-1,0 1,1 0,0 0,-1 0,1 1,-6 3,-3 2,0 2,1-1,0 2,0 0,1 1,1 0,0 1,-7 8,-37 44</inkml:trace>
  <inkml:trace contextRef="#ctx0" brushRef="#br0" timeOffset="140">12741 12562,'-8'10,"1"0,1 0,0 1,0 0,1 0,0 0,1 0,1 1,0 0,0 0,1 0,0 0,1 0,1 1,0-1,0 0,2 0,-1 1,1-1,1 0,0-1,1 1,0-1,1 1,0-1,5 6,1-2,1-1,0-1,2 1,-1-2,2 0,-1-1,2 0,-1-1,1-1,1-1,0 0,0-1,0-1,1 0,0-1,0-2,0 1,1-2,-1 0,1-2,-1 0,14-2,-25 1,1 0,0-1,-1 0,0 0,1 0,-1-1,0-1,0 1,0-1,-1 0,1 0,-1-1,0 0,-1 0,1 0,-1-1,0 0,0 0,0 0,-1-1,0 0,-1 1,1-1,-1 0,-1-1,1 1,1-8,-3-5,-1-1,0 1,-1-1,-1 1,-1-1,-1 1,-1 0,-1 0,0 1,-2 0,0 0,-1 1,-1-1,0 2,-2 0,0 0,-6-5,4 3,-1 0,-1 1,-1 1,-1 1,0 0,-1 1,-1 1,-9-5,20 14,0 0,0 0,-1 1,0 0,0 1,0 0,0 0,0 1,-1 1,1 0,-1 0,1 1,-1 0,1 1,-1 0,1 0,0 1,-1 1,1 0,-3 1,5 0,0 1,-1 0,2 0,-1 0,1 1,-1 0,2 1,-1 0,1 0,0 0,0 1,1-1,0 1,0 1,1-1,0 1,1-1,0 1,0 0,1 0,0 1,0-1,1 0,0 1,1-1,0 1,1-1,0 0,0 1,1-1,0 0,1 0,0 1,29 60,8-8</inkml:trace>
  <inkml:trace contextRef="#ctx0" brushRef="#br0" timeOffset="141">13890 12802,'-5'1,"1"-1,0 1,0 0,0 0,-1 1,1-1,0 1,1 0,-1 0,0 0,0 1,1-1,-1 1,1 0,0 0,0 0,0 0,0 0,1 1,-1-1,1 1,0 0,0 0,0 0,1 0,-1 0,1 0,0 0,0 0,0 1,1-1,0 0,-1 0,1 1,1-1,-1 0,1 1,0-1,1 6,2 0,-1 0,1 0,1 0,0-1,0 0,1 0,0 0,0-1,1 0,1 0,-1-1,1 1,0-2,0 1,8 3,1 1,1-1,-1-1,2 0,-1-2,1 0,0-1,1-1,9 1,-17-3,-1-1,1-1,0 0,-1 0,1-1,0 0,0-1,0-1,-1 0,1 0,-1-1,1-1,-1 0,0 0,-1-1,1-1,-1 0,0 0,0-1,-1 0,0 0,0-1,0-1,-1 1,-1-1,1-1,0-2,-1-2,0 0,-1-1,-1 0,0 1,-1-2,-1 1,0 0,-1-1,-1 1,0-1,-1 1,-1-1,-1 1,0-1,0 1,-2-1,0 1,-5-11,6 16,-1 0,-1 0,0 0,0 0,-1 1,0 0,0 0,-1 0,0 1,-1 0,0 1,0 0,-1 0,1 0,-2 1,1 1,-1 0,1 0,-1 0,-1 1,1 1,0 0,-1 0,0 1,0 1,0-1,0 2,-8 0,-1 2,1 0,0 1,0 1,0 0,0 2,1 0,-1 1,2 1,-15 9,-12 8,1 3,2 1,-23 21,-40 42,14-6</inkml:trace>
  <inkml:trace contextRef="#ctx0" brushRef="#br0" timeOffset="142">12887 14367,'21'-67,"3"2,2 1,15-21,2-8,36-85,-68 160,-10 18,-1 0,1 0,-1 0,1 1,-1-1,1 0,0 0,-1 0,1 1,-1-1,1 0,-1 0,1 1,-1-1,0 1,1-1,-1 0,1 1,-1-1,0 1,1-1,-1 1,0-1,1 1,-1-1,0 1,0-1,0 1,1 0,-1-1,0 1,0-1,0 1,0-1,0 1,0 0,0-1,0 1,0-1,-1 1,1 0,0-1,0 1,0-1,-1 1,1-1,1 251,-2-132,-2 32,15 128,-11-267,19 68,-12-68</inkml:trace>
  <inkml:trace contextRef="#ctx0" brushRef="#br0" timeOffset="143">13930 14246,'-8'10,"0"1,1-1,0 1,0 0,1 1,1 0,0 0,0 0,1 0,1 1,0 0,1-1,0 2,1-7,1 1,0-1,0 1,0-1,1 0,0 1,1-1,0 0,0 0,0 0,1 0,0 0,0 0,1-1,-1 1,2-1,-1 0,1-1,-1 1,2-1,-1 0,1 0,1 1,6 2,1-1,0 0,0-1,0-1,1 0,-1-1,1 0,1-1,-1-1,0-1,0 0,1-1,-1 0,0-1,1-1,-1 0,0-2,0 1,-1-2,1 0,-1-1,0 0,0-1,2-2,-3 0,-1-1,0 0,-1-1,0 0,0-1,-1 0,-1-1,0 0,-1 0,0-1,-1 0,-1 0,0-1,-1 0,3-13,-2 6,-2-1,0 1,-2-1,0 0,-1 0,-2 0,0 0,-2 0,0 0,-4-11,5 24,-1 1,0-1,0 1,-1 0,0 0,0 1,-1-1,0 1,-1 0,0 0,0 1,0-1,-1 1,0 1,-1-1,1 2,-1-1,-1 1,1 0,-1 0,1 1,-1 0,-1 1,1 0,0 0,-2 1,-11 1,0 2,0 0,0 2,0 0,1 1,-1 2,1 0,0 1,1 1,0 1,0 1,0 0,2 2,-1 0,2 1,-1 1,-13 14,-100 101,79-68</inkml:trace>
  <inkml:trace contextRef="#ctx0" brushRef="#br0" timeOffset="144">13008 13926,'0'-1,"1"1,-1-1,1 1,-1-1,1 1,-1 0,1-1,0 1,-1 0,1-1,-1 1,1 0,0-1,0 1,-1 0,1 0,0 0,-1 0,1 0,0 0,0 0,-1 0,1 0,0 0,-1 0,1 0,0 1,-1-1,1 0,0 0,-1 1,1-1,0 0,-1 1,1-1,-1 1,1-1,-1 1,1-1,-1 1,1-1,-1 1,1 0,-1-1,0 1,1 0,-1 0,-7 37,-14 0,-2-1,-1-1,-2-1,-1-1,-12 8,13-11,-117 137,132-151,24-25,161-195,36-38,-163 198,-47 42,0 1,1-1,-1 1,0-1,1 1,-1 0,0-1,1 1,-1-1,1 1,-1 0,0 0,1-1,-1 1,1 0,-1 0,1-1,-1 1,1 0,-1 0,1 0,-1 0,1 0,-1 0,1 0,-1 0,1 0,0 0,-1 0,1 0,-1 0,1 0,-1 0,1 1,-1-1,0 0,1 0,-1 1,1-1,-1 0,1 1,-1-1,0 0,1 1,-1-1,0 0,1 1,-1-1,0 1,1-1,-1 1,0-1,0 1,0-1,1 1,-1-1,0 1,0-1,0 1,0-1,0 1,-3 36,3-35,-17 155,8 1,9 126,1-174,-1-106,0-2,1-1,-1 1,1 0,-1-1,0 1,0-1,0 1,0 0,0-1,0 1,0 0,0-1,-1 1,1-1,0 1,-1-1,0 1,1-1,-1 1,0-1,0 1,0-1,0 0,0 1,0-1,0 0,0 0,0 0,-1 0,1 0,0 0,-1 0,1 0,-1-1,1 1,-1 0,1-1,-1 0,1 1,-1-1,1 0,-1 1,-204-8,383 10,114 18,-353-18,-182-3,219 2,25-2,0 0,1 0,-1 1,0-1,0 0,0 0,0 0,1 0,-1 0,0 0,0 1,0-1,0 0,0 0,0 0,1 1,-1-1,0 0,0 0,0 0,0 1,0-1,0 0,0 0,0 0,0 1,0-1,0 0,0 0,0 0,0 1,0-1,0 0,0 0,0 0,0 1,-1-1,1 0,0 0,0 0,0 1,0-1,26 6,24 3,1-3,0-2,-1-2,1-2,10-4,-17-1</inkml:trace>
  <inkml:trace contextRef="#ctx0" brushRef="#br0" timeOffset="145">14130 14099,'-10'-5,"-1"0,0 0,0 1,0 1,0 0,0 1,-1 0,1 0,-1 1,0 1,1 0,-1 1,0 0,1 0,-1 1,1 1,0 0,0 1,0 0,0 0,0 1,1 1,-7 4,6 2,0 0,1 1,0 0,1 0,0 1,1 0,1 0,0 1,1 0,1 0,1 1,0 0,0-1,2 1,0 1,1-1,0 13,1-19,0 1,1-1,0 0,1 0,0 0,1 0,0-1,0 1,1 0,0-1,1 0,0 0,0-1,1 1,0-1,1 0,-1-1,1 1,1-1,0-1,0 1,0-2,1 1,-1-1,1 0,0-1,1 0,-1 0,4 0,-3-1,1-1,0 0,-1 0,1-1,0-1,0 0,0 0,0-1,0-1,0 1,-1-2,1 1,-1-2,1 1,-1-2,0 1,-1-1,1-1,-1 1,0-2,0 1,-1-1,0-1,0 1,0-1,-1-1,-1 1,5-8,-3 2,0 0,-1 0,-1-1,0 0,-1-1,0 1,-2-1,0 0,0 0,-2 0,0 0,-1 0,0-1,-1 1,-1 0,-1 0,0 0,-1 1,0-1,-2 1,0 0,0 0,-2 1,0 0,0-1,4 10,-1 0,1 1,-1-1,1 1,-1 0,-1 0,1 0,0 1,-1 0,0 0,0 0,0 1,0 0,0 0,0 1,0-1,-1 1,1 1,0-1,-1 1,-2 0,-29 6</inkml:trace>
  <inkml:trace contextRef="#ctx0" brushRef="#br0" timeOffset="146">15093 13070,'-34'185,"8"1,-1 155,18 375,10-629,0 142,-1-203</inkml:trace>
  <inkml:trace contextRef="#ctx0" brushRef="#br0" timeOffset="147">16055 13351,'112'-334,"-65"196,-41 126,-5 22,-78 347,22-62,40-216</inkml:trace>
  <inkml:trace contextRef="#ctx0" brushRef="#br0" timeOffset="148">15868 14326,'151'-253,"-117"206,-26 50,-12 60,-13 58,5 2,5 97,8-149</inkml:trace>
  <inkml:trace contextRef="#ctx0" brushRef="#br0" timeOffset="149">15227 15343,'540'14,"180"-3,-690-12,-4 1,-1-1,0 0,0-2,0-1,0-1,15-6,-20 1</inkml:trace>
  <inkml:trace contextRef="#ctx0" brushRef="#br0" timeOffset="150">15789 12348,'16'6,"16"6,19 2,21 1,19 1,17-1,10-3,4-3,-4-3,-10-3,-14-1,-19-2,-20-3,-17-1,-19 3,-18 4,-18 5,-6 2</inkml:trace>
  <inkml:trace contextRef="#ctx0" brushRef="#br0" timeOffset="151">12125 13471,'-2'16,"-1"12,0 10,-1 13,-3 15,-5 18,-4 21,-7 24,-6 26,-7 23,-7 19,-5 15,6-30</inkml:trace>
  <inkml:trace contextRef="#ctx0" brushRef="#br0" timeOffset="152">8957 13872,'-11'-4,"-2"-2,2 4,4 6,4 6,3 6,0 0</inkml:trace>
  <inkml:trace contextRef="#ctx0" brushRef="#br0" timeOffset="153">8877 14300,'0'16,"-3"7,0 5,0-3</inkml:trace>
  <inkml:trace contextRef="#ctx0" brushRef="#br0" timeOffset="154">8837 14794,'2'23,"1"14,-2 8,-2-4</inkml:trace>
  <inkml:trace contextRef="#ctx0" brushRef="#br1" timeOffset="155">1424 3896</inkml:trace>
  <inkml:trace contextRef="#ctx0" brushRef="#br1" timeOffset="156">2058 3877,'-106'-31,"-80"-13,-1 7,149 32</inkml:trace>
  <inkml:trace contextRef="#ctx0" brushRef="#br1" timeOffset="157">2729 6542</inkml:trace>
  <inkml:trace contextRef="#ctx0" brushRef="#br2" timeOffset="158">543 9152,'17'7,"43"12,1-2,0-3,0-3,2-3,-1-2,-40-5</inkml:trace>
  <inkml:trace contextRef="#ctx0" brushRef="#br2" timeOffset="159">1818 7015,'-46'1,"-119"8</inkml:trace>
  <inkml:trace contextRef="#ctx0" brushRef="#br2" timeOffset="160">1818 7015</inkml:trace>
  <inkml:trace contextRef="#ctx0" brushRef="#br0" timeOffset="161">13850 11732,'-10'11,"7"-8,-1 1,0-1,1 0,-1 0,-1 0,1-1,0 1,-1-1,1 0,-1-1,0 1,1-1,-1 1,0-2,0 1,-1 0,5-2,0 1,0-1,1 1,-1-1,0 0,0 1,1-1,-1 0,1 1,-1-1,1 0,-1 0,1 0,-1 0,1 1,0-1,0 0,-1 0,1 0,0 0,0 0,0 0,0 0,0 0,0 0,0 0,0 0,0 0,1 1,-1-1,0 0,0 0,1 0,-1 0,1 0,-1 1,1-1,-1 0,1 0,-1 1,1-1,0 0,-1 1,1-1,0 0,0 1,0-1,-1 1,1 0,0-1,0 1,1-1,87-7,-66 8,206 14,-217-13</inkml:trace>
  <inkml:trace contextRef="#ctx0" brushRef="#br0" timeOffset="162">14860 3980,'64'7,"134"17,1-9,22-8,-108-7,-113 0,1 0,0 1,-1-1,1 0,-1 0,1 0,0 0,-1 1,1-1,-1 0,1 0,0 0,-1 0,1 0,-1-1,1 1,0 0,-1 0,1 0,-1 0,1-1,-1 1,1 0,0 0,-1-1,1 1,-1-1,1 1,-1 0,0-1,1 1,-1-1,1 1,-1-1,0 1,1-1,-1 1,0-1,0 0,0 1,1-1,-1 1,0-1,0 0,0 1,0-1,0 1,0-1,0 0,0 1,0-1,0 0,-6-10</inkml:trace>
  <inkml:trace contextRef="#ctx0" brushRef="#br1" timeOffset="156">96 3913</inkml:trace>
  <inkml:trace contextRef="#ctx0" brushRef="#br1" timeOffset="155">406 3913,'-36'10,"-18"7,43-13</inkml:trace>
  <inkml:trace contextRef="#ctx0" brushRef="#br0" timeOffset="12">1555 3892,'858'-26,"-442"3,184-2,-302 49,-164-20,-118-14,-16 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2,'0'-2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629 14,'1'-2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27 916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0,'0'1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82 0,'15'134,"-15"-121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1133 369,'78'-151,"-69"67,-6 20,5-2,-9 66,-1-1,1 0,0 1,0-1,-1 1,1 0,0-1,-1 1,1 0,-1 0,1 0,0 0,-1 0,1 0,0 0,-1 1,1-1,0 0,-1 1,1-1,0 1,0 0,-1-1,1 1,0 0,0-1,0 1,0 0,0 0,0 0,0 0,-2 1,-25 14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962 0,'0'0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1151 56,'0'0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1294 115,'0'-1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90 0,'0'1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84 4323,'-12'86,"-28"156,40-196,-10 110,2-100,3-1,2 1,3 36,-5 86,4-149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0,'-1'1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228 9,'0'0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32,'0'-7,"-1"1,0-1,0 1,0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11 449,'2'-26,"1"0,1-1,1 1,8-21,-2 4,31-184,-42 226,5-24,-5 25,0 1,0-1,1 0,-1 0,0 1,0-1,0 0,0 0,0 0,1 1,-1-1,0 0,0 0,0 0,0 1,1-1,-1 0,0 0,0 0,1 0,-1 0,0 0,0 1,1-1,-1 0,0 0,0 0,1 0,-1 0,0 0,0 0,1 0,-1 0,0 0,1 0,-1 0,0-1,0 1,1 0,-1 0,0 0,0 0,0 0,1 0,-1-1,0 1,0 0,1 0,-1 0,0 0,0-1,0 1,0 0,0 0,1-1,-1 1,0 0,0 0,0-1,0 1,0 0,4 11,-1 0,-1 1,0-1,-1 1,0-1,0 1,-1 0,-1-1,0 5,-1 17,2 28,-1 87,-14 97,3-131,11-112,1-1,-1 1,1 0,-1-1,0 1,0-1,1 1,-1-1,0 1,-1-1,1 0,0 1,0-1,-1 0,1 0,0 0,-1 0,1 0,-1 0,1 0,-1 0,0-1,1 1,-1-1,0 1,1-1,-1 0,0 1,0-1,1 0,-1 0,0 0,0-1,1 1,-1 0,0-1,0 1,1-1,-1 1,-1-2,-29 2,219-29,-14 13,-149 15</inkml:trace>
  <inkml:trace contextRef="#ctx0" brushRef="#br0" timeOffset="1">719 35,'2'5,"6"5,5 11,11 9,9 5,9 6,8 4,5 0,0-1,-3-2,-3-3,-8-3,-8-5,-8-6,-6-4,-6-4,-5-8,-4-4</inkml:trace>
  <inkml:trace contextRef="#ctx0" brushRef="#br0" timeOffset="2">1213 35,'-3'-2,"-1"0,1 0,-1 1,0 0,1-1,-1 1,0 1,0-1,0 0,0 1,0 0,0 0,0 0,0 1,0-1,1 1,-1 0,0 0,0 0,0 0,1 1,-1-1,1 1,-1 0,1 0,0 1,0-1,0 1,0-1,0 1,0 0,1 0,-1 0,1 0,0 1,0-1,-1 2,-62 154,22-43,9-51,-3-3,-3 0,-2-3,-16 14,37-56,17-22</inkml:trace>
  <inkml:trace contextRef="#ctx0" brushRef="#br0" timeOffset="3">599 397,'-7'-3,"0"3,8 2,13 1,20 1,20-1,22-3,20-4,14-6,5-3,-4-2,-14 1,-18 4,-22 3,-24 3,-18 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0 482,'1'-19,"88"-169,22-86,-108 309,-13 150,-30 156,18-128,22-212,0 0,1 0,-1 0,0-1,0 1,0 0,0 0,0 0,0 0,0 0,0 0,0 0,-1 0,1 0,0 0,0-1,-1 1,1 0,-1 0,1 0,-1 0,1-1,-1 1,1 0,-1-1,0 1,1 0,-1-1,0 1,0-1,1 1,-1-1,0 1,0-1,0 0,0 1,1-1,-1 0,0 0,0 1,0-1,0 0,0 0,0 0,0 0,0 0,0 0,0-1,1 1,-1 0,0 0,0-1,0 1,0 0,0-1,1 1,-1-1,0 1,0-1,1 0,-1 1,0-1,1 0,-1 0,-31-22,51 15,246 6,-45 11,-186-7</inkml:trace>
  <inkml:trace contextRef="#ctx0" brushRef="#br0" timeOffset="1">775 174,'-2'-7,"1"2,6 10,9 12,8 12,10 11,9 10,8 8,3 2,2 1,1-1,-3-1,-3-7,-5-5,-8-9,-8-5,-6-9,-7-9</inkml:trace>
  <inkml:trace contextRef="#ctx0" brushRef="#br0" timeOffset="2">1404 147,'-16'-4,"-10"2,-4 7,-3 9,0 9,4 10,2 8,1 9,0 4,-2 5,-3 2,-3-4,0-3,-2-8,4-6,4-10,8-11</inkml:trace>
  <inkml:trace contextRef="#ctx0" brushRef="#br0" timeOffset="3">682 495,'-25'-5,"41"0,415 1,7 5,-394 4,-59 0,-61-2,50-2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0,'-16'11,"-28"24,-6 9</inkml:trace>
  <inkml:trace contextRef="#ctx0" brushRef="#br0">358 46,'-8'-2,"-24"-9,0 2,-1 1,-1 2,1 1,-1 2,-8 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1259 187,'-46'-10,"-1"-2,2-2,0-2,-10-7,-90-30,103 39,-1 2,0 2,-1 1,0 3,0 1,0 3,0 1,-1 2,1 2,0 3,0 1,1 1,-19 8,48-10,1 0,-1 0,1 1,0 1,1 0,0 1,0 0,1 1,0 0,1 1,0 0,0 1,1 0,1 0,0 1,1 0,0 0,1 1,1-1,0 1,-1 6,-1 2,1 0,0 0,2 1,1 0,1 0,0 0,2 0,1 0,0 0,2 0,1 0,1-1,0 0,2 0,1 0,0 0,2-1,0-1,1 0,8 9,8-1,1-1,2-2,1-1,0-1,2-2,1-1,0-1,1-2,1-2,1-1,0-2,0-2,5 0,7 5,1-3,1-2,0-2,0-2,0-2,1-3,-1-2,1-2,-1-2,5-3,-37 3,1-1,-1 0,0-1,0-1,-1-1,0-1,0 0,-1-1,-1-1,0-1,0 0,-2-1,1 0,-2-1,0-1,-1 0,0-1,5-13,-3 5,-2-1,-1 0,-1-1,-1-1,-2 1,0-1,-2 0,-1-1,-1 1,-2-1,-1 0,-1 1,-1-1,-2 1,-1 0,-1-1,-1 2,-3-6,3 17,-1 0,-1 1,0 0,-1 0,0 1,-1 1,-1 0,0 0,0 1,-2 1,1 0,-2 0,1 2,-1 0,-1 0,1 2,-1 0,-1 0,1 2,-1 0,0 1,-15-2,-108-12,2 12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257 143,'-4'-4,"-2"0,2 8,7 12,7 15,9 11,10 13,9 5,8 4,7 1,3-5,0-5,-4-8,-3-9,-8-11,-8-10,-11-9</inkml:trace>
  <inkml:trace contextRef="#ctx0" brushRef="#br0" timeOffset="1">712 156,'-18'3,"-11"6,-5 10,-1 13,1 9,1 12,3 9,-2 1,-1 3,0-3,1-9,4-8,6-12</inkml:trace>
  <inkml:trace contextRef="#ctx0" brushRef="#br0" timeOffset="2">70 464,'-16'0,"-7"0,2 0,11 0,20 0,20 0,25-3,22-4,20-4,12 0,5-1,-4 2,-9 3,-13 3,-12 3,-14 3,-18 1</inkml:trace>
  <inkml:trace contextRef="#ctx0" brushRef="#br0" timeOffset="3">1206 397,'3'-52,"2"1,2 0,3 1,2 0,2 0,4-4,-3 15,-6 51,-7 27,-1 1,-3-1,-1 0,-3 14,2-20,-14 98,-27 95,32-190,6-28</inkml:trace>
  <inkml:trace contextRef="#ctx0" brushRef="#br0" timeOffset="4">1166 624,'-4'-4,"0"-3,6 2,11 0,15-1,14 1,12-1,5 0,2 2,-10 1</inkml:trace>
  <inkml:trace contextRef="#ctx0" brushRef="#br0" timeOffset="5">1755 597,'9'-2,"5"-1,-2 0,-9 1,-18 0,-5 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187 130,'-7'12,"0"12,6 12,10 11,13 8,13 5,10 3,7-2,1-3,-1-6,-6-8,-8-9,-8-10,-9-10</inkml:trace>
  <inkml:trace contextRef="#ctx0" brushRef="#br0" timeOffset="1">507 211,'-13'3,"-10"4,-5 11,-2 11,-1 13,5 9,5 9,3 2,1 0,0-1,2-5,-2-6,2-13</inkml:trace>
  <inkml:trace contextRef="#ctx0" brushRef="#br0" timeOffset="2">0 492,'16'5,"16"1,20-1,18 0,18-4,14-4,8-7,2-3,-7-4,-13-2,-21 3</inkml:trace>
  <inkml:trace contextRef="#ctx0" brushRef="#br0" timeOffset="3">1136 332,'46'-72,"-17"30,-2-2,-2-1,-2-1,5-19,-23 47,-11 34,-7 33,3 1,2 1,3 0,1-1,3 43,1-26,-4 0,-12 66,14-121,-1 0,0 1,-1-1,-1 0,1-1,-2 1,0-1,-5 8,-6 2</inkml:trace>
  <inkml:trace contextRef="#ctx0" brushRef="#br0" timeOffset="4">1136 720,'2'-5,"8"-3,11-1,16-1,12-1,13 1,6 3,1 2,-11 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0 520,'144'-264,"-22"27,-108 219,-14 18,1 0,-1 0,0 0,1 0,-1 0,1 0,-1 0,0 0,1 1,-1-1,1 0,-1 0,0 0,1 1,-1-1,0 0,1 0,-1 1,0-1,1 0,-1 1,0-1,0 0,0 1,1-1,-1 1,0-1,0 0,0 1,0-1,0 1,0-1,1 0,-1 1,0-1,0 1,0-1,0 1,-1-1,1 0,0 1,0-1,0 1,0-1,0 0,0 1,-1-1,1 0,0 1,0-1,-1 0,1 1,0-1,0 0,-1 1,1-1,0 0,-1 0,1 1,-56 303,51-268,2 1,1 0,2 0,1 0,3 0,0 0,3 1,7 10</inkml:trace>
  <inkml:trace contextRef="#ctx0" brushRef="#br0" timeOffset="1">629 159,'16'9,"14"10,11 10,6 8,3 7,1 1,-4 4,-4-1,-4-3,-4-8,-4-7,-2-9,-4-10,-6-7</inkml:trace>
  <inkml:trace contextRef="#ctx0" brushRef="#br0" timeOffset="2">1136 159,'-16'0,"-9"5,-6 7,-2 10,1 9,3 9,2 9,0 5,4 5,0 1,-2 0,-2-3,2-10,5-12</inkml:trace>
  <inkml:trace contextRef="#ctx0" brushRef="#br0" timeOffset="3">588 453,'7'0,"14"0,21-2,21-4,22-2,15-2,8-3,-4 2,-10 3,-17 2,-21 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0 494,'28'-82,"-4"-1,8-53,11-42,-36 163,-2 21,0 28,-2 471,7-420,-1-59</inkml:trace>
  <inkml:trace contextRef="#ctx0" brushRef="#br0" timeOffset="1">481 160,'16'7,"12"6,11 9,9 7,4 5,2 6,-1 5,-4 5,-4 0,-4-2,-4-6,-4-8,0-11,-2-8,-6-7</inkml:trace>
  <inkml:trace contextRef="#ctx0" brushRef="#br0" timeOffset="2">1069 173,'-18'9,"-13"10,-5 11,-2 9,1 8,3 4,5 0,2-1,4-2,4-8,2-8,0-9,2-9</inkml:trace>
  <inkml:trace contextRef="#ctx0" brushRef="#br0" timeOffset="3">494 428,'16'0,"19"0,22-3,23-4,22-7,15-2,7-4,-7 0,-16 1,-25 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69,'2'5,"5"7,7 10,9 7,10 8,9 5,8 2,5 2,2 0,0-2,-2-6,-4-3,-8-6,-9-8,-11-7</inkml:trace>
  <inkml:trace contextRef="#ctx0" brushRef="#br0" timeOffset="1">494 69,'-15'9,"-13"12,-6 12,-1 12,-3 11,2 8,2 4,2 0,2-5,2-6,3-11,4-13,5-12</inkml:trace>
  <inkml:trace contextRef="#ctx0" brushRef="#br0" timeOffset="2">0 376,'14'7,"20"2,23-5,19-9,18-10,11-6,3-1,-3 2,-10 5,-14 7,-20 10,-19 4</inkml:trace>
  <inkml:trace contextRef="#ctx0" brushRef="#br0" timeOffset="3">1083 337,'43'-297,"-32"257,-6 46,8 126,-9 321,-7-367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144 1,'-2'0,"1"0,6 4,6 7,6 10,7 11,6 11,5 7,5 7,3 5,4 1,1-4,4-4,-2-8,-4-9,-6-11,-9-13,-10-8</inkml:trace>
  <inkml:trace contextRef="#ctx0" brushRef="#br0" timeOffset="1">612 14,'-9'1,"-1"0,1 1,-1 1,1-1,0 1,0 1,0 0,1 0,-1 1,1 0,0 0,0 1,1 0,0 0,0 1,0 0,1 0,0 0,0 1,1 0,0 0,-235 291,219-277,5-8</inkml:trace>
  <inkml:trace contextRef="#ctx0" brushRef="#br0" timeOffset="2">10 282,'-9'-13,"30"14,-12 0,104 1,0-5,0-5,-1-5,0-5,-1-5,80-28,-170 46,-22 5,1 0,0 0,0 0,0 0,-1 0,1 0,0-1,0 1,0 0,0 0,-1 0,1 0,0 0,0 0,0-1,0 1,0 0,0 0,-1 0,1 0,0-1,0 1,0 0,0 0,0 0,0 0,0-1,0 1,0 0,0 0,0 0,0-1,0 1,0 0,0 0,0 0,0-1,0 1,0 0,0 0,0 0,0 0,0-1,1 1,-1 0,0 0,0 0,0 0,0-1,0 1,0 0,1 0,-1 0,0 0,0 0,0 0,0 0,-2-2,-8-5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1 501,'196'-457,"-174"414,-21 43,0 1,0 0,0 0,0 0,0 0,0 0,0 0,-1 0,1 0,0 0,-1 0,1 0,-1 0,1 0,-1 0,1 1,-1-1,0 0,0 0,0 1,0-1,0 0,0 0,0 1,0-1,0 0,0 0,-1 1,1 0,-15 315,12 30,4-346,-1 0,0 1,0-1,0 0,-1 1,1-1,0 0,0 1,-1-1,1 0,-1 0,1 1,-1-1,1 0,-1 0,0 0,0 0,0 0,1 0,-1 0,0 0,0 0,0 0,-1 0,1 0,0-1,0 1,0 0,0-1,-1 1,1-1,0 0,-1 1,1-1,0 0,-1 0,1 0,0 0,-1 0,1 0,0 0,-1 0,1 0,0-1,0 1,-1 0,1-1,0 0,0 1,-1-1,1 1,0-1,0 0,0 0,0 0,0 0,0 0,0 0,0 0,1 0,0 0,0 1,0-1,0 0,0 0,0 1,1-1,-1 0,0 1,0-1,1 0,-1 1,0-1,1 0,-1 1,1-1,-1 1,0-1,1 0,-1 1,1-1,0 1,-1 0,1-1,-1 1,1-1,0 1,-1 0,1 0,0-1,0 1,-1 0,1 0,0 0,-1 0,1 0,0 0,0 0,-1 0,1 0,0 0,0 0,-1 0,1 0,0 1,-1-1,1 0,0 1,1-2,93-9,1 5,20 3,-93 2,-2-1,-15 0,0 1,1 0,-1 0,1 0,-1 0,0 1,1 0,-1 1,0-1,0 1,0 1,0 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28,'15'-11,"180"7,100 43,208-37,-288-15,43-1,-11 1,161 5,145 3,-340 19,104 21,-127-5,-99-27,-91-3,0 0,-1 0,1 0,0 0,-1 0,1 0,0-1,-1 1,1 0,0 0,-1 0,1 0,0 0,0-1,-1 1,1 0,0 0,0 0,-1-1,1 1,0 0,0 0,0-1,-1 1,1 0,0-1,0 1,0 0,0-1,0 1,0 0,0-1,0 1,0 0,-1-1,1 1,1 0,-1-1,0 1,0 0,0 0,0-1,0 1,0 0,0-1,0 1,0 0,1-1,-1 1,0 0,0 0,0-1,1 1,-1 0,0 0,0-1,1 1,-1 0,0 0,0 0,1 0,-1-1,0 1,1 0,-1 0,1 0,-14-12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454 139,'4'-29,"-1"-16,-1 1,-2 23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0,'0'0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0,'0'0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0,'0'0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1164 1794,'-10'-112,"4"0,7-52,0 60,-1 32,-1-79,6 1,6 0,18-70,-21 182,-1-1,-2 0,-2 0,-2-38,-33-12,20 64,6 12,1 1,-2 0,0 0,0 1,-1 0,0 0,-1 1,0 0,-1 0,0 1,0 1,-1 0,0 0,-1 1,0 0,0 1,0 0,-11-3,-25-1,0 1,0 3,-1 1,0 3,-27 3,69-1,-14 0,-1 1,1 0,0 2,0 1,1 1,-1 0,1 2,0 0,1 1,0 1,0 1,0 1,2 0,-1 1,1 1,-14 15,15-12,1 1,0 0,2 1,0 1,1 0,1 1,0 0,2 1,1 0,0 0,-3 16,-62 135,59-148,2 1,0 0,2 1,0 0,2 1,1 0,1 0,-1 18,6 11,3 1,2-1,2 0,3 0,2-1,17 48,-7-28,-3 1,-3 1,-4 0,-3 1,-4 11,9 431,-14-411,-2 0,5 1,5 0,5-1,10 35,-12-100,-3 0,-1 0,-2 0,-2 11,-4 263,-24 4,38-94,-5-168,-3 0,-3 0,-2 0,-6 26,-6-1,-1 6,4 0,3 20,8 566,5-481,0-97,-5 0,-6 23,-23 110,11-102,-1 112,19 892,-1-585,-32-74,8-225,-24 127,33-87,14 3,1 478,14-340,-15 349,-3-647,-1-60,4 0,3 0,3-1,11 55,76 254,-73-292,3-1,4-1,35 77,-38-110,3-2,1 0,17 20,11 16,-39-57,1-2,2 0,1-1,1-1,1-1,1-1,1 0,2-2,16 11,-21-25,1 0,-1-2,1 0,1-1,0-2,-1 0,1-2,0 0,0-1,0-2,1 0,-2-2,1 0,0-1,-1-2,1 0,19-9,-18 7,-1-2,0 0,0-1,-1-1,0-2,-1 0,-1-1,0-1,-1 0,-1-2,0 0,-2-1,0-1,-1 0,-1-2,-1 1,-1-1,-1-1,-1 0,2-8,77-272,-80 281,0 2,-1-1,-1 1,0-2,-2 1,-1 0,0-1,-1-11,3-181,-1-161,-32 118,3 7,22-161,16 46,-28 48,-30-33,37 268,3 0,5-45,-1-21,-53-213,81 62,-26 271,2 0,1 0,1 0,1 1,1 0,2 1,1 0,1 0,4-4,0-6,-1-1,-1-1,-2 0,-2 0,-2-1,-1 0,-2-1,-2 1,-1-307,-7 252,-4 0,-19-81,10 70,-17-115,34 170,-13-138,-10 88,-18-120,38 182,-3 0,-1 0,-2 1,-7-18,8 28,2 0,1 0,1-1,2 1,-1-25,1 8,-1 0,-2 0,-9-27,5 13,2-1,3 0,3 0,2-15,0 65,0 1,-1-1,0 1,0 0,-1 0,0-1,0 1,-1 0,0 1,-1-1,0 0,0 1,-2-3,-1-3,1 0,0-1,1 0,0 0,1 0,1-1,-2-13,-7-27,-30-52,-22-20,48 95,11 24,0-1,1 0,0-1,1 1,0-1,0 1,1-1,0 0,0-6,-24-131,27-254,1 378,0 1,2-1,0 1,2 0,0 0,5-8,19-79,-21 55,2 0,3 1,1 0,22-46,-23 66,-1-1,-2 0,-1-1,1-15,46-102,-30 11,12-91,15-45,-46 221,-3-1,-2 1,-3-21,6-101,5 86,-3 28,-2 0,-3 0,-4-34,-25-277,20 314,5 34,-2 0,0 0,-2 0,-1 1,-1 0,-2 0,0 1,-4-6,1 11,2-1,0 1,2-1,0-1,1 0,2 0,0 0,1-2,-32-147,17 54,18 114,0 1,0 0,0 0,0 0,-1 0,1 0,-1 0,1 1,-1-1,0 0,0 1,0-1,0 1,0 0,0-1,0 1,0 0,0 0,-1 0,1 1,0-1,-1 1,1-1,-1 1,1-1,-28-7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135 188,'-2'-2,"1"1,0 0,-1 0,1 0,-1 0,0 0,1 0,-1 0,0 0,1 0,-1 1,0-1,0 1,0 0,0-1,1 1,-1 0,0 0,0 0,0 0,0 0,0 1,0-1,1 1,-1-1,0 1,0-1,1 1,-1 0,0 0,1 0,-1 0,1 0,-1 0,1 0,-1 1,1-1,0 1,0-1,0 1,-1 0,-7 12,0 1,2 1,-1 0,2-1,0 2,1-1,1 1,0 0,1 0,1 0,1 0,0 0,2 6,-2-17,0 0,1-1,0 1,0 0,1 0,0-1,0 1,0 0,1-1,-1 1,1-1,1 0,-1 1,1-1,0 0,0 0,0-1,1 1,0-1,-1 0,2 0,-1 0,0 0,1-1,0 1,0-1,0 0,3 1,3-2,1-1,0 0,0 0,-1-1,1-1,0 0,-1 0,1-1,0-1,-1 0,0 0,0-1,0-1,0 0,-1 0,0-1,0 0,0-1,-1 0,0-1,6-6,-6 6,-1 0,0-1,-1 1,0-2,0 1,-1-1,0 0,-1 0,0-1,-1 0,0 0,-1 0,0 0,0 0,-1-1,-1 1,0-1,0 1,-1-1,-1 0,0 1,-1-1,0 1,0 0,-1-1,-1 1,0 0,0 1,-1-1,-1 1,0 0,0 0,-2-1,4 4,-1 0,-1 1,1-1,-1 1,0 0,-1 0,1 1,-1 0,0 0,-1 0,1 1,-1 0,0 1,0-1,0 2,0-1,-1 1,1 0,0 1,-1 0,0 0,1 1,-1 0,1 1,-1 0,1 0,-1 0,1 1,0 1,-1 0,1 0,0 0,1 1,-1 0,1 0,-5 4,5-2,1 0,0 0,0 0,0 1,1 0,0 0,0 0,1 0,0 1,0 0,1 0,0 0,0 0,1 1,0-1,0 1,1-1,0 1,1-1,0 1,0 0,1-1,0 1,1-1,-1 1,2-1,-1 0,1 1,0-1,4 5,20 25</inkml:trace>
  <inkml:trace contextRef="#ctx0" brushRef="#br0" timeOffset="1">710 1,'6'4,"10"12,11 13,12 12,11 7,8 4,4 4,-3-2,-3-3,-8-6,-9-5,-12-8,-9-9</inkml:trace>
  <inkml:trace contextRef="#ctx0" brushRef="#br0" timeOffset="2">1150 28,'-16'2,"-11"8,-10 9,-3 10,-3 9,1 10,2 6,3 4,4 3,7-1,5-4,7-6,5-10,4-12</inkml:trace>
  <inkml:trace contextRef="#ctx0" brushRef="#br0" timeOffset="3">643 335,'4'-2,"16"-1,22 0,24-1,22-3,14-1,4 0,-6 1,-15 2,-19 5,-21 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0 596,'56'-64,"-4"-2,-2-3,-3-1,27-60,3-39,-64 143,-6 24,-8 73,-6 33,4 0,5 0,4-1,19 101,-13-154</inkml:trace>
  <inkml:trace contextRef="#ctx0" brushRef="#br0" timeOffset="1">748 115,'-7'14,"-1"16,-1 11,7 11,12 8,16 4,15 1,12-1,8-5,3-8,-3-6,-6-8,-12-6,-10-9,-10-5,-10-5</inkml:trace>
  <inkml:trace contextRef="#ctx0" brushRef="#br0" timeOffset="2">1136 302,'-18'9,"-13"12,-8 12,-6 14,-3 10,0 7,2 1,4 0,4-6,5-7,5-11,7-12</inkml:trace>
  <inkml:trace contextRef="#ctx0" brushRef="#br0" timeOffset="3">628 543,'9'-3,"14"3,20 0,22 0,24-1,16-4,7 0,-3 0,-12 1,-23 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14 370,'0'0,"0"0,0-1,0 1,-1 0,1 0,0-1,0 1,0 0,-1 0,1-1,0 1,0 0,-1 0,1 0,0-1,-1 1,1 0,0 0,-1 0,1 0,0 0,-1 0,1 0,0 0,0 0,-1 0,1 0,0 0,-1 0,1 0,0 0,-1 0,1 0,0 0,-1 0,1 0,0 0,-1 1,1-1,0 0,0 0,-1 0,1 1,0-1,0 0,-1 0,1 1,0-1,0 0,11-30,-8 25,22-45,-3 0,-1-1,-3-2,-2 0,3-24,-52 358,-28 60,58-327,2-20</inkml:trace>
  <inkml:trace contextRef="#ctx0" brushRef="#br0" timeOffset="1">549 116,'-5'0,"2"6,4 10,10 11,10 10,10 6,12 4,7 1,1-1,0-1,-4-4,-6-5,-8-4,-9-5,-9-6,-7-6</inkml:trace>
  <inkml:trace contextRef="#ctx0" brushRef="#br0" timeOffset="2">1003 102,'-13'5,"-12"8,-6 9,-4 9,0 12,3 6,7 5,5 2,3-1,6-2,1-5,-2-3,0-8,-4-7,1-10</inkml:trace>
  <inkml:trace contextRef="#ctx0" brushRef="#br0" timeOffset="3">469 437,'18'-2,"22"-4,22-2,22-5,16-2,7 2,0-1,-10 4,-15 2,-16 4,-20 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75,'-4'1,"0"0,-1 1,1-1,0 1,0 0,0 0,0 0,1 1,-1-1,1 1,-1 0,1 0,0 0,0 0,0 1,0-1,1 1,-1 0,1 0,0 0,-1 4,-24 92,24-79,1 1,2 0,0 0,1-1,1 1,1 0,0-1,6 16,-7-30,0 1,1-1,0 0,0 0,0 0,1 0,0 0,1-1,-1 1,1-1,0 0,1-1,-1 0,1 1,0-2,1 1,-1-1,1 0,0 0,0 0,0-1,0-1,0 1,1-1,6 1,-5-2,0 0,0-1,0 0,-1 0,1-1,0 0,0-1,0 0,-1-1,1 1,-1-1,0-1,0 0,0 0,0-1,-1 1,1-2,-1 1,-1-1,1 0,-1 0,4-6,-1 1,-1 0,0 0,0-1,-1 0,-1-1,0 0,-1 0,0 0,-1 0,-1-1,0 1,-1-1,0 0,-1-4,-1 2,-1-1,0 1,-1-1,-1 1,-1 0,0 0,-1 0,0 1,-2 0,0 0,0 0,-1 1,-2-1,5 8,0 0,0 0,-1 0,0 0,0 1,-1 0,1 0,-1 1,-1 0,1 0,-1 1,0 0,0 0,0 1,0 0,-1 0,1 1,-1 0,0 0,1 1,-1 1,0-1,0 1,-8 1,9 1,-1 0,1 0,0 1,0 0,1 1,-1 0,0 0,1 0,0 1,0 0,1 0,-1 1,1 0,0 0,1 0,-1 1,1 0,1 0,-1 0,1 0,0 1,1 0,0 0,0 0,1 0,0 0,0 1,1-1,0 0,0 1,1-1,0 1,1-1,0 1,0-1,2 5,16 35,7-9</inkml:trace>
  <inkml:trace contextRef="#ctx0" brushRef="#br0" timeOffset="1">762 22,'5'18,"5"15,11 11,13 6,12 2,10 2,8-2,5-4,0-5,-5-6,-8-8,-13-6,-10-8,-11-7,-10-7</inkml:trace>
  <inkml:trace contextRef="#ctx0" brushRef="#br0" timeOffset="2">1243 22,'-16'13,"-10"17,-7 14,-4 11,-2 7,2 5,3 0,3-3,4-4,4-9,4-11,5-11</inkml:trace>
  <inkml:trace contextRef="#ctx0" brushRef="#br0" timeOffset="3">762 262,'0'9,"12"3,19 0,25-5,23-8,19-8,14-5,0-1,-11 4,-23 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66,'7'9,"6"10,7 9,5 8,6 8,5 4,2 4,0 3,1-3,-3-2,-3-3,-1-7,-3-9,-4-8,-1-10,-5-6</inkml:trace>
  <inkml:trace contextRef="#ctx0" brushRef="#br0" timeOffset="1">561 107,'-16'20,"-7"19,0 11,1 8,5 7,3 0,2-3,0-4,0-6,-2-9,1-10</inkml:trace>
  <inkml:trace contextRef="#ctx0" brushRef="#br0" timeOffset="2">0 481,'23'0,"25"0,28-3,25-4,21-9,13-5,1-5,-5 1,-12 2,-16 0,-25 4</inkml:trace>
  <inkml:trace contextRef="#ctx0" brushRef="#br0" timeOffset="3">1243 254,'0'13,"11"113,-10-120,1-1,-1 0,1 0,0 0,1 0,-1 0,1 0,0 0,0-1,1 0,-1 1,1-1,0-1,0 1,0 0,1-1,-1 0,1 0,0 0,0-1,3 2,1-1,0 0,1-1,0 0,-1 0,1-1,0-1,0 1,0-1,0-1,-1 0,1-1,0 1,0-2,-1 1,0-1,1-1,-1 0,0 0,-1-1,1 0,-1 0,0-1,0 0,-1-1,0 0,0 0,0 0,-1-1,0 0,-1 0,1 0,-2-1,1 0,-1 0,-1 0,1 0,-1-1,-1 1,0-1,0-7,-1 4,0-1,-1 0,-1 1,0-1,-1 1,-1 0,0-1,0 1,-2 0,1 1,-2-1,1 1,-2 0,-4-7,6 12,0 0,0 0,0 1,-1-1,0 1,0 1,0-1,-1 1,0 0,0 1,0-1,-1 2,1-1,-1 1,0 0,0 0,0 1,-1 0,1 1,0-1,-1 2,1-1,0 1,-1 1,-2 0,0 1,1 0,-1 1,1 1,-1-1,1 2,0-1,0 1,1 1,-1 0,1 0,1 1,-1 0,1 0,0 1,1 0,-3 5,-5 6,1 1,1 1,0 0,2 0,1 1,1 1,-3 9,-12 48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135 184,'33'61,"222"303,-205-303,-39-48</inkml:trace>
  <inkml:trace contextRef="#ctx0" brushRef="#br0" timeOffset="1">455 251,'-11'12,"-6"12,-1 12,2 8,0 8,1 5,-2-1,0-1,1-5,0-6,2-9,2-8,1-9,3-9,2-6</inkml:trace>
  <inkml:trace contextRef="#ctx0" brushRef="#br0" timeOffset="2">1 559,'22'-7,"25"-5,21-4,20-2,11 0,7 0,-4 4,-7 4,-13 4,-18 2,-18 3,-19-1,-17-3,-16 0,-7 0</inkml:trace>
  <inkml:trace contextRef="#ctx0" brushRef="#br0" timeOffset="3">1110 291,'0'2,"-2"1,1 0,0 1,1-1,-1 0,0 1,1-1,0 1,0-1,0 1,0-1,0 0,1 1,0-1,0 1,0-1,0 2,18-15,4-19,-1-2,-1-1,-2 0,7-17,-10 19,-1-2,-1 1,-2-1,2-11,-54 199,33-125,2 0,1 0,1 0,2 1,1-1,1 1,2-1,2 0,7 29,4-14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1 294,'1'-59,"3"0,3 0,11-46,-14 94,-4 34,-10 93,-2 40,6 81,10-136,1-13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1,'18'2,"16"8,8 11,6 11,4 11,0 10,-1 8,-2 4,-1-2,0-4,-2-9,-3-7,-5-12,-7-11,-6-10,-7-8</inkml:trace>
  <inkml:trace contextRef="#ctx0" brushRef="#br0" timeOffset="1">562 53,'-16'3,"-12"9,-8 15,-5 13,-2 12,-1 8,3 3,1 0,4-4,2-7,3-13,7-13</inkml:trace>
  <inkml:trace contextRef="#ctx0" brushRef="#br0" timeOffset="2">27 321,'3'14,"15"4,24-3,28-6,24-10,19-6,10-5,4-2,-21 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0,'5'9,"6"10,7 8,9 9,8 8,7 5,6 3,3 4,1 2,-3 0,-4-3,-6-4,-7-3,-6-9,-7-8,-2-14,-6-9</inkml:trace>
  <inkml:trace contextRef="#ctx0" brushRef="#br0" timeOffset="1">589 80,'-16'7,"-10"9,-4 11,-3 9,1 9,0 5,4 3,2 0,4-3,0-4,2-9,-1-11,5-9</inkml:trace>
  <inkml:trace contextRef="#ctx0" brushRef="#br0" timeOffset="2">1 387,'18'7,"22"0,23-4,20-6,15-8,11-4,3-4,-2 1,-8 2,-10 1,-11 3,-21 3</inkml:trace>
  <inkml:trace contextRef="#ctx0" brushRef="#br0" timeOffset="3">1177 241,'-2'9,"0"0,1 0,0 0,1 0,0 0,0 1,1-1,0 0,1 0,0 0,0 0,1 0,0-1,0 1,1-1,0 0,1 0,0 0,0 0,1-1,-1 0,2 0,-1-1,6 5,-2-5,0 0,0-1,0 0,1-1,-1 0,1-1,0 0,0-1,1 0,-1 0,0-2,1 1,-1-1,0-1,1 0,-1 0,0-2,3 0,-6 1,0 0,-1 0,1-1,-1 0,0 0,0-1,0 0,0 0,0-1,-1 0,0 0,0 0,-1-1,1 0,-1 0,0 0,-1-1,1 1,-1-1,-1 0,1 0,-1-1,-1 1,1-1,-1 0,0-1,-1-2,-1-1,1 0,-2 1,0-1,0 0,-1 1,-1 0,0-1,0 1,-1 0,-1 0,0 1,0 0,-1-1,0 2,-1-1,0 1,0 0,-1 0,0 1,-8-6,10 8,-1 0,0 0,-1 1,1 0,-1 0,0 1,0 0,0 1,-1-1,1 1,-1 1,0 0,0 0,1 1,-1 0,0 0,-1 1,1 0,0 1,0 0,1 0,-1 1,0 0,0 1,1 0,-1 0,1 1,-1 0,-7 7,1 1,0 1,1 1,0 0,1 0,0 1,2 1,-1 0,2 1,0 0,1 1,-29 54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3.26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1409,'136'-80,"3"6,4 6,70-20,-51 20,1360-654,-1433 674,27-16,4 4,2 6,78-22,-160 70,-38 11,-7 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4.36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1351,'46'-16,"374"-132,-291 99,1207-474,-59 29,-969 378,-303 115,2-2,-16 2,-3 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5.620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1114,'-23'4,"27"-4,42-13,458-173,979-370,-1263 472,-68 22,2 8,146-31,-50 8,-242 77,-11 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6.79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1 894,'45'-8,"0"-2,0-2,32-14,-44 14,920-313,-563 191,-57 17,336-69,-441 138,-187 36,-38 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7.95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0 808,'40'-9,"-2"0,0-3,0-1,7-5,-17 7,850-329,31 42,-710 223,-198 75,-1 0,0 0,1 0,-1 0,1 0,-1 0,1 0,-1 0,0 0,1 0,-1 0,1 0,-1 0,0-1,1 1,-1 0,1 0,-1 0,0-1,1 1,-1 0,0-1,0 1,1 0,-1-1,0 1,0 0,1-1,-1 1,0 0,0-1,0 1,1-1,-1 1,0 0,0-1,0 1,0-1,0 1,0-1,0 1,0 0,0-1,0 1,0-1,0 1,-1 0,1-1,0 1,0-1,0 1,0 0,-1-1,1 1,0 0,0-1,-1 1,1-1,-10-4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0:32.5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95,'451'-15,"53"-25,-312 29,48 10,-144 1,67-12,-152 3,-14 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1:45.5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2579 3814,'-1'0,"0"0,0 0,0 0,0 0,0 0,0 0,1 0,-1 1,0-1,0 0,0 1,1-1,-1 0,0 1,0-1,1 1,-1 0,0-1,1 1,-1-1,1 1,-1 0,1 0,-1-1,1 1,-1 0,1 0,0-1,-1 1,1 0,0 0,0 0,-1 0,1-1,0 1,0 0,0 0,0 0,0 0,-6 27,1 0,1 0,2 0,1 1,1 12,0-36,4 127,15 83,0-9,-13 17,-10 0,-9 0,-16 43,3-16,7 117,12-139,2-174</inkml:trace>
  <inkml:trace contextRef="#ctx0" brushRef="#br0" timeOffset="2200.857">2512 3866,'-2'-2,"-1"-1,1 1,1-1,-1 0,0 0,1 0,-1 0,1 0,0 0,0 0,0 0,0-1,1 1,-1 0,1 0,0-1,0 1,0 0,0-1,0 1,1 0,0 0,0-1,0 1,0 0,0 0,0 0,1 0,0 0,-1 0,1 1,0-1,0 0,2 0,6-1,0 1,-1 0,2 1,-1 0,0 0,0 1,1 1,-1-1,2 2,29-3,144-17,-76 5,0 6,0 3,73 9,85 18,212-11,473-24,73-28,-41 34,-212 15,20 8,63 9,-17 18,-391-22,-41-11,-39 10,-364-20,-1 0,0-1,0 1,1 0,-1 0,0 0,1 0,-1 0,0 0,1 0,-1 1,0-1,0 1,0 0,1 0,-1 0,0 0,0 0,0 0,0 0,-1 1,1-1,0 1,0-1,-1 1,1 0,-1-1,0 1,1 0,-1 0,1 1,21 152,-20-114,-1-11,27 293,42 170,-40-332,7 133,-32-204,4 46,21 106,-5-116,-10-66,-4 2,-2 0,-3 0,-2 0,-3 1,-5 39,-33 218,36-28,-7-246,4-34</inkml:trace>
  <inkml:trace contextRef="#ctx0" brushRef="#br0" timeOffset="4423.965">2499 6300,'14'45,"-1"1,-3 0,-2 1,-1 0,-3 1,-2-1,-2 1,-3 16,5 109,7-95,3 0,3 0,4-1,3-1,28 62,-36-99,-2 1,-2 0,-1 1,-2 0,-2 0,-1 22,-5-62,1-1,0 1,-1-1,1 1,0 0,0-1,0 1,0 0,-1-1,1 1,0 0,0 0,0-1,0 1,0 0,1-1,-1 1,0 0,0-1,0 1,1 0,-1-1,0 1,1 0,-1-1,0 1,1-1,-1 1,1-1,-1 1,1-1,-1 1,1-1,-1 1,1-1,-1 0,1 1,0-1,-1 0,1 1,0-1,-1 0,1 0,0 0,-1 0,1 0,0 0,0 0,-1 0,1 0,0 0,-1 0,1 0,0 0,-1 0,1-1,0 1,-1 0,1 0,-1-1,1 1,0-1,-1 1,1 0,-1-1,1 0,27-13,0 0,1 2,1 1,0 2,0 0,1 2,0 2,13-1,255-6,-263 12,627-8,371-17,1338 35,-1554-12,-98 15,280 45,-145-21,-284-12,-334-15,-112 4,47-9,-106-6,-64 1,-1 1,0-1,1 0,-1 0,0 0,1 0,-1 0,1-1,-1 1,0 0,1 0,-1-1,0 1,0-1,1 0,-1 1,0-1,0 0,0 1,0-1,1 0,-1 0,0 0,-1 0,1 0,0 0,0-1,0 1,-1 0,1 0,-1 0,1-1,-1 1,1 0,-1-1,0 1,1 0,-1-1,0 1,0-2,-17-137,7 89,-21-143,16 80,-5 1,-5 1,-34-92,14 93</inkml:trace>
  <inkml:trace contextRef="#ctx0" brushRef="#br0" timeOffset="5919.952">2686 5778,'1010'8,"1265"-2,-1093 33,469 18,-656-32,-311-7,-234 1,-237-17,-248 6,20-6</inkml:trace>
  <inkml:trace contextRef="#ctx0" brushRef="#br0" timeOffset="6984.815">6883 3720,'25'1295,"-14"-1112,8-1,9-1,14 28,28 59,-21-86,16 124,-56-215,-4 1,-4 0,-10 72,1 43,31 12,-22-212,-3-6</inkml:trace>
  <inkml:trace contextRef="#ctx0" brushRef="#br0" timeOffset="7907.87">4476 3934,'2'-4,"-2"4,0-1,0 0,0 0,0 1,0-1,0 0,0 0,1 1,-1-1,0 0,0 0,0 1,1-1,-1 0,0 1,1-1,-1 1,1-1,-1 0,1 1,-1-1,1 1,-1-1,1 1,-1-1,1 1,0 0,-1-1,1 1,0 0,-1-1,1 1,0 0,-1 0,1-1,0 1,0 0,-1 0,1 0,0 0,0 0,-1 0,1 0,0 1,0-1,-1 0,1 0,0 1,-1-1,1 0,0 1,-1-1,1 0,0 1,-1-1,1 1,-1-1,1 1,-1-1,1 1,-1-1,1 1,-1 0,0 0,7 17,-1 1,-1 0,-1 0,0 0,0 17,0-4,158 978,-121-735,-12 0,-7 249,7 56,-18-182,-10-230,-2-149,2-1,0 1,1 0,0-1,2 0,0 1,1-2,1 1,2 4,-8-22,0 1,1 0,-1 0,0 0,1 0,-1 0,1-1,-1 1,1 0,-1 0,1 0,0-1,-1 1,1 0,0-1,-1 1,1-1,0 1,0-1,0 1,-1-1,1 0,0 1,0-1,0 0,0 0,0 1,0-1,0 0,0 0,0 0,0 0,-1 0,1 0,0-1,0 1,0 0,0 0,0-1,0 1,0-1,7-7</inkml:trace>
  <inkml:trace contextRef="#ctx0" brushRef="#br0" timeOffset="9091.874">9036 3773,'4'62,"3"0,2 0,3-1,3 0,8 17,9 40,-1 30,-6 1,-7 1,-7 0,-7 94,-6 647,41-499,-18-230,-2 124,-20-23,42-43,-42-41,-9-195,1-1</inkml:trace>
  <inkml:trace contextRef="#ctx0" brushRef="#br0" timeOffset="11172.042">961 2089,'-31'-32,"46"59,257 361,-186-282,4-5,5-3,4-4,84 59,-88-76,-41-36,-1 2,-2 2,-3 3,-1 1,-3 3,17 26,-41-44,2 0,2-2,1 0,1-2,2-1,2 0,2-2,-14-14,0 1,-2 1,0 0,0 1,-2 1,0 0,-1 1,4 8,-11-16,-12-15</inkml:trace>
  <inkml:trace contextRef="#ctx0" brushRef="#br0" timeOffset="12217.324">480 2704,'-14'-3,"1"1,-1 1,0 0,1 0,-1 2,0-1,0 2,1 0,-1 1,1 0,0 1,0 0,0 1,0 0,1 1,0 1,-8 5,2 1,-1 0,2 1,0 1,1 1,0 0,1 1,1 0,1 2,0-1,-3 9,7-12,1 0,1 0,0 0,1 1,1-1,0 2,1-1,1 0,0 1,1 0,1-1,1 1,0 0,2 0,-1 0,1-12,-1-1,1 1,0-1,0 1,1-1,-1 0,1 0,0 0,0 0,0-1,1 1,-1-1,1 0,0 0,0 0,0 0,0-1,0 1,1-1,-1 0,1-1,-1 1,1-1,0 0,-1 0,1 0,2 0,7 0,0 0,0-1,0-1,0 0,0-1,0 0,0-2,-1 1,1-1,15-9,-1 0,-1-1,0-2,-1-1,0-1,-2-1,0-1,-1-1,-2-1,0-1,-1-1,-1-1,-1-1,-2 0,-1-1,0-1,-2 0,-2-1,6-19,-11 32,0 0,-2-1,1 1,-2-1,0 0,-1 0,-1 0,-1 0,0 0,-1 0,-1 0,0 0,-1 0,-6-16,6 28,0 0,0 0,0 0,-1 1,0 0,1-1,-2 1,1 1,0-1,-1 1,0 0,1 0,-1 0,0 0,-1 1,1 0,0 0,-1 0,1 1,-1 0,0 0,1 0,-1 1,0 0,1 0,-1 0,0 1,1 0,-1 0,1 0,-1 1,1-1,-1 1,1 1,0-1,0 1,0 0,0 0,-3 4,-2 0,1 0,0 1,1 1,0-1,0 2,1-1,0 1,1 0,0 0,0 0,1 1,1 0,0 0,0 1,1-1,0 1,1-1,0 10,-1 8,2 0,2 0,0 0,2 0,1 0,1 0,3 3,13 39,3-2,3-1,33 58,-9-18,-24-37,-20-48</inkml:trace>
  <inkml:trace contextRef="#ctx0" brushRef="#br0" timeOffset="12501.505">800 3346,'49'-303,"-46"285,-8 56,-8 46,3 1,5 0,2 1,6 20,20 24,-10-85</inkml:trace>
  <inkml:trace contextRef="#ctx0" brushRef="#br0" timeOffset="13180.239">1937 2089,'-8'0,"0"1,0 0,1 1,-1 0,1 0,-1 1,1 0,0 0,0 0,0 1,0 0,1 1,-1-1,1 1,1 1,-4 2,-75 102,72-90,1 0,1 1,0 0,1 1,2 0,0 0,1 1,2 0,0 0,1 0,2 0,0 1,2 16,0-36,-1 1,0-1,1 1,0-1,0 1,1-1,-1 0,1 1,0-1,0 0,0 0,1 0,-1 0,1-1,0 1,0-1,0 0,1 0,-1 0,1 0,-1 0,1-1,0 1,0-1,0 0,1 0,-1-1,0 1,1-1,-1 0,1 0,-1-1,1 1,-1-1,1 0,-1 0,1-1,0 1,-1-1,3 0,6-6,-1-1,1 1,-1-2,-1 0,1 0,-2-1,1-1,-1 1,-1-2,0 1,-1-1,0-1,0 1,-2-1,1-1,-2 1,3-10,13-25,-2-1,-3-1,-2 0,-2-1,-2-1,-2 0,-1-19,-6 66,0 1,0-1,-1 1,1-1,-1 1,0-1,0 1,-1-1,1 0,-1 1,0 0,0-1,-1 1,1-1,-1 1,0 0,0 0,0 0,-1 0,1 1,-1-1,0 0,0 1,0 0,-1 0,1 0,-1 0,0 0,0 1,1 0,-2 0,1 0,0 0,0 0,-1 1,1 0,-1 0,0 1,0 1,0-1,0 1,0 1,0-1,1 1,-1 0,1 0,-1 0,1 0,0 1,0 0,0 0,0 0,0 0,1 1,-1-1,1 1,0 0,0 0,0 0,1 1,-44 102,40-66,1 0,2 1,2-1,1 1,3-1,1 1,2-1,2 0,1-1,2 0,2-1,2 0,2-1,1 0,15 21,35 39,-53-84</inkml:trace>
  <inkml:trace contextRef="#ctx0" brushRef="#br0" timeOffset="13485.399">2137 2717,'-1'6,"-9"102,10-103,0 1,1-1,-1 0,1 1,0-1,1 0,-1 0,1 0,0 0,0 0,1-1,-1 1,1-1,0 1,1-1,-1 0,1 0,2 2,-3-3,1-1,-1 0,1 0,-1 0,1-1,0 1,0-1,0 0,0 0,0 0,0-1,0 1,0-1,0 0,0 0,0 0,0-1,0 1,0-1,0 0,0 0,-1-1,1 1,0-1,-1 0,1 0,-1 0,3-2,4-2,0-1,-1-1,0 0,0 0,0-1,-1 0,-1-1,0 1,1-3,-3 3,1 0,-2-1,0 0,0 0,0 0,-2-1,1 1,-1-1,-1 1,0-1,0-3,-1 10,0 0,0 0,0 1,0-1,-1 0,0 1,0-1,0 0,0 1,0-1,-1 1,1 0,-1-1,0 1,0 0,-1 0,1 0,0 0,-1 1,0-1,0 1,0-1,0 1,0 0,0 0,0 0,-1 1,1-1,0 1,-1 0,0 0,1 0,-3 0,-3 0,0 1,0 1,0 0,-1 0,1 1,1 0,-1 0,0 1,0 0,1 1,0 0,0 0,0 1,0 0,1 0,-1 1,2 0,-1 0,0 1,1-1,0 1,1 1,0-1,0 1,0 0,-17 32</inkml:trace>
  <inkml:trace contextRef="#ctx0" brushRef="#br0" timeOffset="13901.289">2658 2316,'14'25,"11"20,11 15,10 9,6 7,4-1,1-4,-1-7,-7-12,-9-13,-9-13,-8-15,-7-10</inkml:trace>
  <inkml:trace contextRef="#ctx0" brushRef="#br0" timeOffset="14161.501">3154 2356,'-19'5,"-12"12,-10 15,-8 18,-4 17,-4 14,0 12,1 7,4-1,9-17</inkml:trace>
  <inkml:trace contextRef="#ctx0" brushRef="#br0" timeOffset="14617.252">3420 3452,'-2'2,"0"1,0-1,0 1,0 0,0 0,1 0,-1 0,1 0,0 0,0 0,0 0,0 1,1-1,-1 0,1 1,0-1,0 0,0 1,0-1,1 0,-1 1,1-1,0 0,0 0,0 0,0 0,1 0,-1 0,1 0,0 0,-1 0,1 0,1-1,-1 1,0-1,1 0,-1 0,1 0,0 0,-1 0,1 0,0 0,4 0,0-1,0 1,0-1,0 0,0-1,0 0,1 0,-1 0,0-1,0 0,0 0,0-1,-1 0,1 0,0-1,-1 0,1 0,-1 0,0-1,0 0,0 0,-1-1,1 1,-1-1,0 0,-1-1,1 1,-1-1,0 0,0 0,-1 0,0 0,0-1,0 1,-1-1,0 0,0 0,-1 0,1 0,-2 0,1 0,-1 0,0 0,-1-5,0 6,0 0,0 0,-1 0,0 0,0 0,0 1,-1-1,1 1,-1-1,-1 1,1 0,-1 0,0 1,0-1,0 1,-1 0,0 0,1 0,-1 1,-1-1,1 1,0 0,-1 1,0-1,1 1,-1 0,0 1,0 0,0-1,0 2,0-1,0 1,-1 0,1 0,0 1,0-1,0 1,0 1,0-1,0 1,1 0,-1 1,-2 0,5-1,0 1,0-1,1 0,-1 1,1 0,-1-1,1 1,0 0,0 0,0 1,1-1,-1 0,1 0,-1 1,1-1,0 1,0-1,1 1,-1 0,1-1,0 1,0 0,0-1,0 1,1-1,-1 1,1 0,0-1,0 1,0-1,1 0,-1 1,1-1,0 0,0 0,0 0,0 0,0 0,1 0,2 1,33 26,5-7</inkml:trace>
  <inkml:trace contextRef="#ctx0" brushRef="#br0" timeOffset="14902.032">3875 3452,'-1'3,"1"0,-1 1,1-1,0 0,0 0,0 1,0-1,0 0,1 0,-1 1,1-1,0 0,0 0,0 0,1 0,-1 0,1 0,0 0,-1 0,1-1,1 1,-1-1,0 1,0-1,1 0,-1 0,1 0,0 0,0 0,0-1,0 1,0-1,0 0,0 0,0 0,0 0,0-1,1 1,1-1,7 3,1-1,0 0,0-1,0-1,-1 0,1-1,0 0,0-1,-1-1,1 1,1-2,-8 2,0 0,-1 0,1 0,0-1,-1 0,0 0,1 0,-1 0,-1-1,1 0,0 0,-1-1,0 1,0-1,0 0,0 0,-1 0,0 0,0 0,-1-1,1 0,-1 1,0-1,0-1,-2 0,1 1,-1 0,0-1,0 1,-1 0,0-1,0 1,0 0,-1 0,0-1,0 1,-1 1,0-1,0 0,0 1,0-1,-1 1,0 0,0 0,0 1,-1-1,0 1,0 0,0 0,0 0,0 1,-1 0,0 0,-4-2,4 2,-1 0,1 1,0-1,-1 1,1 0,-1 1,0 0,1 0,-1 0,0 1,0 0,1 0,-1 1,0 0,0 0,1 0,-1 1,1 0,-1 1,1-1,0 1,0 0,0 1,0-1,1 1,-1 0,1 1,0 0,1-1,0 0,1 1,0 0,0 0,0 0,0 0,1 1,0-1,0 0,0 1,1 0,0-1,0 1,0 0,1 0,0-1,0 1,0 0,1 0,0 0,0-1,2 6,12 31</inkml:trace>
  <inkml:trace contextRef="#ctx0" brushRef="#br0" timeOffset="15418.09">5613 3239,'-10'9,"0"1,0 1,1 0,0 0,1 0,0 1,1 1,0-1,1 1,1 0,0 1,1-1,0 1,1 0,-1 6,4-15,0-1,1 1,-1 0,1-1,0 1,0 0,0-1,1 0,0 1,-1-1,1 0,1 0,-1 0,1 0,0 0,-1 0,2-1,-1 1,0-1,1 0,-1 0,1 0,0-1,0 1,0-1,0 0,1 0,-1-1,0 1,4 0,5 2,0-1,1-1,-1 0,0-1,1 0,-1-1,0-1,1 0,-1 0,5-2,-11 1,1 0,-1 0,1-1,-1 0,0 0,0 0,0-1,-1 0,1 0,-1-1,0 0,0 0,-1-1,1 1,-1-1,-1 0,1 0,-1-1,0 0,0 1,-1-1,0-1,0 1,0 0,-1-1,-1 1,1-1,-1 1,0-6,0 7,0-1,-1 0,1 0,-1 0,-1 0,0 0,0 0,0 1,-1-1,1 0,-2 1,1-1,-1 1,0 0,0 0,-1 0,0 0,0 0,0 1,0 0,-1 0,0 0,0 0,-1 1,1 0,-1 0,0 0,0 1,0 0,0 0,-1 1,1-1,-1 1,0 1,0-1,1 1,-1 0,0 1,-5 0,6 1,0 0,0 0,0 0,0 1,0 0,0 1,1-1,-1 1,1 0,-1 1,1-1,0 1,0 0,1 0,-1 0,1 1,0 0,0 0,1 0,-1 0,1 0,0 1,0 0,1-1,0 1,0 0,0 0,1 0,0 0,0 1,0-1,1 0,0 0,0 0,1 1,-1-1,2 1,7 40</inkml:trace>
  <inkml:trace contextRef="#ctx0" brushRef="#br0" timeOffset="15668.193">6107 3439,'4'-51,"1"1,3 0,2 0,10-25,-30 101,1 0,1 1,2 0,0 0,2 1,1-1,2 1,0 0,2-1,1 1,1 0,1-1,2 0,6 19,6-6</inkml:trace>
  <inkml:trace contextRef="#ctx0" brushRef="#br0" timeOffset="16281.367">8032 3252,'3'-21,"0"-13,0-5,0-4,-2 4,0 11,0 17,-1 17,0 16,0 16,0 14,0 8,2 6,1 1,4-5,4-7,-1-15</inkml:trace>
  <inkml:trace contextRef="#ctx0" brushRef="#br0" timeOffset="16535.081">8367 3239,'0'-19,"0"-14,0-9,0-2,0 2,0 6,0 14,0 20,0 18,0 21,0 18,5 15,5 10,9 2,9-4,1-14</inkml:trace>
  <inkml:trace contextRef="#ctx0" brushRef="#br0" timeOffset="17101.214">10079 3318,'0'-16,"2"-12,1-5,2-5,0 0,2 4,-1 6,-1 12,-1 15,-4 18,-2 17,-3 13,0 13,0 6,4 0,6-7,5-8,0-13</inkml:trace>
  <inkml:trace contextRef="#ctx0" brushRef="#br0" timeOffset="17451.653">10466 3292,'-3'6,"1"1,0-1,1 1,-1 0,1-1,1 1,-1 0,1 0,0-1,1 1,0 0,0 0,0-1,1 1,0-1,0 1,0-1,1 0,0 0,0 0,1 0,0 0,0-1,0 0,0 1,1-2,0 1,5 4,2 0,-1 0,1 0,1-1,0 0,0-1,0-1,1 0,0 0,0-2,0 0,0 0,15 0,-24-3,0 0,0-1,0 0,0 0,0 0,0-1,0 1,0-1,0 0,0-1,0 1,0-1,-1 0,1 0,-1-1,1 1,-1-1,0 0,0 0,0-1,-1 1,1-1,-1 1,1-1,-1 0,-1-1,1 1,0 0,-1-1,0 1,0-1,0 0,-1 0,0 0,1-5,0-1,-1-1,0 0,-1 1,-1-1,1 0,-2 1,0-1,0 0,-1 1,0 0,-1 0,-1 0,1 0,-2 1,-4-8,7 13,0 0,-1-1,0 1,0 1,0-1,-1 0,0 1,1 0,-2 0,1 1,0-1,-1 1,1 0,-1 1,0-1,0 1,0 0,0 1,0-1,-1 1,1 0,0 1,-1 0,1 0,0 0,-1 1,1 0,0 0,-3 1,-13 6,1 1,0 1,1 1,0 1,1 1,0 0,1 1,-12 13,23-21,-57 49</inkml:trace>
  <inkml:trace contextRef="#ctx0" brushRef="#br0" timeOffset="18435.63">1563 4855,'-3'11,"1"0,-1-1,2 1,0 0,0 0,1 0,0 0,1-1,1 1,-1 0,2 0,-1-1,1 1,1-1,0 0,1 0,0 0,0-1,1 1,0-1,0-1,1 1,0-1,1 0,0-1,0 0,1 0,0-1,0 0,0 0,1-1,0 0,0-1,0 0,3 1,0-1,1-1,-1 0,1 0,-1-2,1 1,0-2,0 0,-1-1,1 0,0-1,-1 0,1-1,-1-1,4-1,-8 2,-1 0,0-1,0 0,0 0,-1-1,0 0,0 0,0-1,0 1,-1-2,0 1,0-1,-1 0,1 0,-2 0,1-1,-1 1,0-1,0 0,-1-1,-1 1,1-1,-1 1,0-4,-1 1,-1 1,0-1,-1 0,0 1,-1-1,0 1,-1 0,0-1,0 1,-1 1,-1-1,1 0,-2 1,1 0,-1 0,-1 1,1-1,-1 2,-1-1,1 1,-2 0,1 0,0 1,-1 0,0 1,-1 0,1 0,-1 1,0 0,0 1,0 0,-1 0,1 1,-1 1,1 0,-1 0,1 1,-8 1,3 1,0 1,0 1,0 0,0 2,1-1,0 2,0 0,0 0,1 1,0 1,1 0,0 1,0 1,1-1,0 2,1 0,0 0,1 0,1 1,0 1,1-1,0 1,1 1,0-1,0 5,-18 56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28.6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59 1,'0'13,"0"19,0 19,0 17,0 13,-2 7,-1-1,-2-6,-1-10,0-12,-3-14,1-15</inkml:trace>
  <inkml:trace contextRef="#ctx0" brushRef="#br0" timeOffset="630.696">394 107,'-24'11,"0"1,1 1,1 1,0 1,1 1,1 1,0 1,1 0,-1 4,-136 148,135-137,21-32,0-1,0 1,-1 0,1-1,0 1,0 0,0 0,0-1,0 1,0 0,0 0,0-1,0 1,0 0,1-1,-1 1,0 0,0-1,1 1,-1 0,0-1,1 1,-1-1,1 1,-1 0,1-1,-1 1,1-1,-1 1,1-1,0 0,-1 1,1-1,-1 0,1 1,0-1,-1 0,1 1,0-1,0 0,-1 0,1 0,0 0,-1 0,1 0,0 0,0 0,-1 0,104 4,-59 6,-1 2,0 2,-1 1,-1 3,32 18,-16-9,-55-26,-1 1,0 0,0 0,0-1,1 0,-1 1,0-1,1 0,-1 0,0 0,1 0,-1 0,1-1,0 1,-1-1,1 0,0 0,-1 0,1 0,-1 0,1 0,0-1,-1 1,1-1,-1 0,1 0,-1 0,1 0,-1 0,0 0,0-1,1 1,-1-1,0 0,0 1,-1-1,1 0,0 0,61-137,-23 39,-41 128,-11 21,2 1,3 1,1-1,3 1,2 0,2-1,4 17,15 42,-16-86</inkml:trace>
  <inkml:trace contextRef="#ctx0" brushRef="#br0" timeOffset="950.472">554 936,'13'0,"15"0,15 3,14 0,11-1,-5 1</inkml:trace>
  <inkml:trace contextRef="#ctx0" brushRef="#br0" timeOffset="951.472">1383 1029,'-2'0,"-1"0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27.0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214 161,'3'20,"2"14,1 10,-1 7,-1 4,-2 1,0 1,-4-3,-3-6,-1-7,1-7,1-11</inkml:trace>
  <inkml:trace contextRef="#ctx0" brushRef="#br0" timeOffset="443.065">0 54,'16'-2,"14"-1,16 0,11 0,8 4,-1 6,-4 5,-10 9,-12 5,-11 2,-18 2,-17-1,-19 0,-14-3,-6-3,-2-4,2-5,10-4</inkml:trace>
  <inkml:trace contextRef="#ctx0" brushRef="#br0" timeOffset="726.888">668 1,'-11'13,"-4"15,0 12,6 12,4 10,2 9,3 3,1 1,-1-4,1-7,-2-12,-3-12,-2-14</inkml:trace>
  <inkml:trace contextRef="#ctx0" brushRef="#br0" timeOffset="994.248">374 268,'11'0,"16"2,16 3,17 4,17 3,8 4,2 0,-14-2</inkml:trace>
  <inkml:trace contextRef="#ctx0" brushRef="#br0" timeOffset="1343.066">895 776,'23'-35,"-2"-1,-1-1,-3 0,0-1,7-31,-17 47,-1-1,-2 0,0 0,-1 0,-1-1,-1-18,-11 10,12 41,6-3,0 0,0 0,0-1,1 0,0-1,0 0,0 0,0-1,1 0,1 0,4 2,13 3,-21-7,0 1,-1 0,1 0,0 0,0 1,-1 0,0 0,1 1,-1 0,0 0,5 5,-10-6,0 1,0 0,0 0,-1 0,1 0,-1 0,0 0,0 0,-1 0,1 0,-1 0,0 0,0 0,0 0,0 0,-1-1,1 1,-1 0,0-1,0 0,0 1,-1-1,1 0,-2 1,1 1,-11 17,7-11,-1 0,2 1,0 0,0 0,1 0,0 0,-2 13,8-20,-1 0,1-1,0 1,0-1,0 1,1-1,0 1,0-1,0 0,0 0,0 0,1 0,0 0,0-1,0 1,0-1,1 0,-1 0,1 0,0 0,0 0,0-1,0 0,0 0,0 0,1 0,-1-1,1 0,-1 0,1 0,-1 0,1-1,3 1,31 6,1-1,0-2,-1-1,1-3,10-1,35-3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35.8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1365 37,'-14'-6,"0"0,-1 0,0 2,0 0,0 0,0 2,0 0,-1 0,1 2,-1 0,1 0,-1 2,1 0,-1 0,1 2,-14 4,0 1,0 2,1 0,1 2,0 1,0 1,2 1,0 1,0 1,2 2,1 0,0 1,1 2,2 0,0 1,2 0,0 2,2 0,1 1,1 0,-5 16,-55 333,46-264,4 1,5 5,-54 408,-15-79,40-258,-20-38,62-142,1 1,0-1,0 1,1 0,0 0,0 0,2 1,-1-1,1 0,0 6,-21 109,10-78,-9 50,4 1,4 10,8-3,5-1,6 24,-4-77,1 588,12-366,-15-224,0 25,3 1,10 52,-2-55,-4 1,-1 67,-7 772,-1-884,0 1,-2-1,-1 0,-1 0,-2-1,-10 27,8-21,2 1,1-1,2 1,1 0,2 0,1 0,2 15,-28 233,27-237,0-15,-1 0,-2 0,0 0,-8 27,1-18,1 1,2 0,2 1,2 0,1 0,2 6,3 0,1-1,2 1,5 12,8 44,-13-65,1 0,2 0,1-1,2 0,10 19,-13-39,-1 1,0 0,-2 0,0 1,-1-1,-1 1,0 1,0 14,2 44,5 0,2 0,4-1,10 22,13 93,14 45,-43-204,-2 0,0 0,-3 1,-1 0,-1 0,-2 11,-1 2,13 153,50 121,-54-266,-2 0,-2 0,-3 0,-2 8,9 293,-21 138,-17 94,29-34,27-268,-5-82,-16-102,4-1,4-1,4 0,5-1,5-2,8 13,-27-84,1-1,1 0,1-1,1 0,2-1,0-1,1 0,1-1,1-1,1-1,0-1,2-1,0 0,1-2,0 0,5 0,-7-6,0 0,0-2,1 0,0-2,0 0,0-2,1 0,-1-1,1-1,-1-2,1 0,-1-1,1-1,-1-2,0 0,-1-1,1-1,17-9,-20 9,0-1,-1-1,0-1,-1-1,0 0,-1-1,0-1,-1 0,0-1,-1-1,-1 0,0-1,-1 0,-1-1,5-11,1-19,-3-1,-2 0,-2 0,-2-2,-2 1,-1-45,-2 35,-3 0,-2 0,-2-1,-3 2,-7-22,-59-305,-19-50,54 246,-4-104,23 152,4 55,-4 1,-27-75,26 87,3-1,3-1,4 0,3 0,2-62,3 33,-4 1,-5 0,-8-18,3 37,-50-252,-52-136,78 343,2 16,5-1,5-2,6-1,3-16,16 53,4 0,9-59,1-29,-11 160,3-110,4 1,24-115,-5 124,5 1,20-43,-9 18,17-99,-50 194,36-127,36-79,-51 158,-5 0,-3-2,-4-1,-3-10,34-432,-42 243,-16-53,17-39,0 269,-5-1,-4 1,-6 0,-16-82,-8 49,6 27,4-1,4-10,-1-167,17-165,2 420,1 1,3-1,1 1,2 0,1 0,15-35,26-40,-36 87,-1 0,-2-2,0 1,-2-1,-1-1,-1 0,-1 0,1-25,-7 23,1 0,2 0,1 0,1 0,6-17,5-2,5-16,-3-2,-3 0,0-13,-8-25,-4-1,-6-39,3 135,0-10,-1 1,-1-1,-1 1,-1-1,-1 1,0 0,-1 1,-2-1,0 1,-1 1,0 0,-2 0,0 0,-1 2,0-1,-16-13,-6-1,3 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39.1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1,'9'20,"12"19,12 13,11 10,10 6,5 0,1-3,-3-7,-6-12,-9-11,-13-11</inkml:trace>
  <inkml:trace contextRef="#ctx0" brushRef="#br0" timeOffset="250.452">428 54,'-16'7,"-9"11,-11 15,-5 12,-2 10,1 7,3 2,7-3,5-7,8-13</inkml:trace>
  <inkml:trace contextRef="#ctx0" brushRef="#br0" timeOffset="533.148">1 269,'31'0,"32"2,30 3,23 1,14 1,-1 0,-14-1,-27-2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36.7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227 1,'10'18,"8"20,12 17,9 13,7 8,5 5,1 0,-2-4,-5-9,-8-14,-10-15</inkml:trace>
  <inkml:trace contextRef="#ctx0" brushRef="#br0" timeOffset="249.688">642 108,'-16'11,"-12"16,-11 14,-4 11,-3 7,-1 4,5 1,3-5,3-9,7-13</inkml:trace>
  <inkml:trace contextRef="#ctx0" brushRef="#br0" timeOffset="461.053">0 415,'23'-9,"32"-3,37-1,34-2,27 3,-11 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41.9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195 146,'-13'12,"0"1,0 0,2 0,-1 2,2-1,0 1,1 1,0 0,2 0,-1 1,2-1,0 2,-2 13,2-9,0 1,2 0,1-1,0 2,2-1,0 0,2 0,1 0,1 2,-2-14,1-1,0 1,1-1,0 0,1 0,0 0,1 0,0-1,0 0,1 0,0 0,1 0,-1-1,2-1,-1 1,1-1,0 0,1-1,0 1,7 2,-8-5,1 0,0-1,1 0,-1-1,1 0,-1 0,1-1,-1 0,1-1,0 0,-1 0,1-1,0-1,-1 1,0-2,1 1,-1-1,0-1,0 1,0-2,-1 1,1-1,-1 0,0-1,-1 0,1 0,-1-1,-1 0,1 0,-1 0,0-1,3-6,3-6,-1-2,-1 0,-1 0,-1 0,-1-1,-1 0,-1-1,-1 1,-1-1,-2 0,0 0,-1 0,-1 0,-1 0,-2 1,0-1,-1 1,-2 0,0 0,-6-11,6 17,-1 0,0 1,-1 0,-1 0,-1 1,0 1,-1 0,0 0,-3 0,10 8,-2 1,1-1,-1 2,1-1,-1 1,0 0,-1 0,1 1,-1 0,1 0,-1 1,0 0,0 0,0 1,0 0,0 1,-1 0,1 0,0 0,0 1,-4 1,1 1,1 0,0 1,0 0,1 1,-1 0,1 0,0 1,0 0,1 1,-1-1,1 2,1-1,0 1,0 1,0-1,1 1,1 0,-1 0,-3 10,0 0,1 1,1 0,1 1,1-1,1 1,0 0,2 1,0-1,1 11,7 64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44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118 173,'-9'9,"1"1,0 0,0 0,1 0,0 1,1 0,1 1,-1-1,2 1,0 0,0 0,1 0,1 1,0-1,0 1,1-1,1 1,0 0,2 9,0-17,-1 0,1 0,1-1,-1 1,1 0,-1-1,1 0,1 0,-1 0,1 0,-1 0,1-1,0 1,0-1,1 0,-1-1,0 1,1-1,0 1,0-1,0-1,-1 1,6 0,3 1,0-1,-1 0,1-1,0 0,0-1,0-1,0 0,0-1,2-1,-3 2,0-1,0-1,0 0,-1 0,1-2,-1 1,0-1,0-1,0 0,-1 0,0-1,0-1,0 0,-1 0,-1 0,1-1,-1-1,-1 1,0-1,0-1,-1 1,0-1,-1 0,0 0,-1-1,0 1,-1-1,0 0,-1 0,-1 0,1-10,-3 11,-1 1,0-1,0 0,-1 1,-1-1,0 1,0 0,-1 0,0 0,-1 1,0 0,0 0,-1 1,0-1,-1 1,0 1,0-1,0 2,-1-1,0 1,-1 0,1 1,-1 0,0 1,0 0,-1 0,1 1,-1 0,0 1,1 0,-1 1,0 0,0 1,0 0,0 1,0 0,-9 2,5 2,1 0,-1 1,1 1,1 0,-1 1,1 0,1 1,-1 0,-9 11,-38 38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38.2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499 436,'4'16,"7"19,8 19,12 17,12 9,12 5,13 0,9-6,2-9,0-15,-6-17,-9-16,-12-17,-13-19,-12-6</inkml:trace>
  <inkml:trace contextRef="#ctx0" brushRef="#br0" timeOffset="284.637">1114 557,'-18'-5,"-13"3,-10 9,-8 13,-2 13,-1 15,1 11,5 7,6 1,9-4,8-8,8-11,6-13</inkml:trace>
  <inkml:trace contextRef="#ctx0" brushRef="#br0" timeOffset="566.57">552 797,'23'7,"26"4,24 3,21-1,12-3,3-3,-12-5,-21-3</inkml:trace>
  <inkml:trace contextRef="#ctx0" brushRef="#br0" timeOffset="5808.63">593 2655,'27'-69,"3"0,3 2,4 1,31-42,-56 92,-12 16,1 0,-1 0,1 0,-1 0,1 0,-1 0,1 0,-1 1,1-1,-1 0,1 0,-1 1,1-1,-1 0,0 0,1 1,-1-1,1 0,-1 1,0-1,1 1,-1-1,0 1,0-1,1 0,-1 1,0-1,0 1,0-1,1 1,-1-1,0 1,0-1,0 1,0-1,0 1,0 0,0-1,0 1,0-1,0 1,0-1,-1 1,1-1,0 1,0-1,0 1,-1-1,1 0,-18 200,9-131,-45 448,44-441</inkml:trace>
  <inkml:trace contextRef="#ctx0" brushRef="#br0" timeOffset="10030.979">1475 369,'-45'-46,"4"3,-2 1,-3 3,-33-24,52 50,0 1,0 0,-1 3,0 0,-1 1,0 2,0 1,0 2,-1 0,0 2,1 1,-1 2,1 1,-1 1,1 1,0 2,-12 5,14-6,1 1,-1 1,1 2,1 1,0 0,1 2,0 1,1 1,0 1,2 1,0 1,0 1,2 0,1 2,0 0,1 1,-3 7,-10 33,3 1,2 1,3 1,3 1,3 1,-5 54,-75 525,78-467,8 1,8 0,13 75,54 238,-51-404,-2-10,5 0,3-1,3-1,3-1,4-2,3 0,3-2,5 1,-23-45,1 0,1-1,1 0,1-2,2-1,23 19,-36-34,1 0,0-1,1 0,0-1,0-1,0 0,1 0,0-1,0-1,0-1,1 0,-1-1,1 0,-1-1,1-1,13-1,6-4,-1-2,0-1,-1-2,0-1,-1-1,0-2,-1-1,0-2,25-18,-31 17,-1 0,-2-1,0-1,0-1,-2 0,-1-2,-1 0,0-2,-2 1,12-27,11-36,-3-1,16-65,-51 151,215-743,-148 502,-11-3,-11-2,9-210,-50 385,-3-1,-3 1,-4 0,-2 0,-4 1,-3 0,-6-8,9 41,-1 1,-1 1,-3 1,-1 0,-1 1,-2 1,-2 1,0 0,-3 2,0 1,-2 2,-1 0,-26-18,36 32,0 1,-1 0,0 2,-1 0,0 1,-1 1,0 1,0 1,0 1,-1 1,0 1,-1 1,-1 1,-32 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37.3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493 796,'23'18,"16"18,14 16,6 12,5 8,0 4,-4-1,-3-4,-4-6,-7-8,-8-13,-10-13,-8-12</inkml:trace>
  <inkml:trace contextRef="#ctx0" brushRef="#br0" timeOffset="293.303">975 916,'-21'0,"-15"7,-14 11,-9 14,-4 13,3 13,3 7,11 2,12-4,12-12</inkml:trace>
  <inkml:trace contextRef="#ctx0" brushRef="#br0" timeOffset="558.56">480 1077,'16'2,"23"3,31 1,32-1,33-1,28-1,20-4,8-6,-27-2</inkml:trace>
  <inkml:trace contextRef="#ctx0" brushRef="#br0" timeOffset="5058.237">681 3176,'9'-38,"1"0,2 1,1 1,2 0,2 1,1 0,2 2,1 0,1 1,26-18,-47 49,0 1,0-1,0 1,0-1,0 1,0 0,0 0,0-1,0 1,0 0,0 0,0 0,0 0,0 0,0 0,0 0,0 1,0-1,0 0,0 0,0 1,0-1,0 1,0-1,0 1,0-1,0 1,0 0,0-1,-1 1,1 0,0 0,0 0,-1-1,1 1,-1 0,1 0,-1 0,1 0,-1 0,0 0,1 0,-1 0,0 0,0 0,0 0,1 0,-1 0,0 0,-1 1,1-1,0 0,0 0,0 0,-1 0,1 0,-1 1,-3 190,3 206,6-314</inkml:trace>
  <inkml:trace contextRef="#ctx0" brushRef="#br0" timeOffset="9379.314">1523 1170,'-3'-225,"0"208,0 1,-2 0,0 1,0-1,-1 1,-1 0,-1 0,0 1,-1 0,0 0,-1 1,-1 0,0 1,-1 0,-5-3,-6-5,-1 1,-1 1,-1 1,0 1,-1 2,0 0,-28-8,-19 0,-1 2,-66-7,-33-8,163 32,-1 0,1 0,0 1,-1 1,1 0,-1 0,0 1,1 1,-1 0,1 0,-1 1,1 1,0 0,0 0,-2 2,-13 8,1 2,0 1,1 2,1 0,1 1,1 1,0 1,1 1,2 0,0 2,-1 4,2 0,1 1,1 0,2 2,1-1,1 2,2-1,-5 31,-21 234,25-184,-25 204,-20 253,49-363,10 1,8-2,9 0,26 92,-37-240,2-1,3 0,2-1,3-1,2-1,2 0,3-2,1-1,3-1,2-2,2-1,20 18,-43-51,0-1,1 0,1-1,0 0,0-1,1-1,0 0,1-1,0-1,0 0,1-1,-1-1,1 0,0-2,1 0,-1-1,1 0,-1-1,1-1,-1-1,1-1,-1 0,13-4,-3-3,0 0,-1-2,0-1,0-1,-1-1,-1-2,-1 0,0-1,-1-1,-1-2,0 0,-2-1,13-18,4-9,-3-2,-1-2,-3-1,-2-1,-3-1,-1-3,18-60,-5-2,-6-1,-5-2,-3-12,40-503,-51 495,-4 49,24-272,-17-2,-27-275,8 570,-3 1,-3 0,-3 1,-4 0,-2 1,-7-6,20 58,-2 1,0 0,0 0,-2 1,0 0,-1 1,0 1,-1 0,-1 0,0 1,-1 1,-60-36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54.5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0,'16'0,"23"2,28 1,28 0,22 2,14-1,4 0,-22-1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57.6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0,'42'154,"-7"1,8 109,-14 138,-17 1,-31 259,4-200,12-360,5 1,4-1,4 0,5 0,19 61,-22-121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58.1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11,'23'0,"21"0,18-2,14-1,2 0,-5 1,-13 2,-17 5,-15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58.4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1,'14'9,"15"5,20 1,18-3,20-3,12-3,6-3,-16-2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58.8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 1,'7'20,"11"19,14 16,18 14,13 10,11 4,3 0,-2-5,-10-7,-12-11,-17-13,-13-15</inkml:trace>
  <inkml:trace contextRef="#ctx0" brushRef="#br0" timeOffset="283.498">400 14,'-18'9,"-13"12,-10 17,-7 17,-5 17,-2 13,3 8,9 1,11-3,14-11,10-19</inkml:trace>
  <inkml:trace contextRef="#ctx0" brushRef="#br0" timeOffset="583.431">694 429,'-9'11,"0"-1,0 1,1 0,0 1,1 0,1 0,0 1,0-1,1 1,1 0,0 1,1 0,2-10,1 0,0 0,0 1,1-1,-1 0,1 0,0 0,0 0,0 0,0 0,1 0,-1-1,1 1,0 0,0-1,1 1,-1-1,1 0,-1 0,1 0,0 0,0 0,1-1,-1 1,1-1,-1 0,1 0,-1 0,2 0,4 2,0-1,0 0,0-1,1 0,-1 0,1-1,0 0,-1 0,1-1,0-1,-1 0,2 0,-1-1,0 0,0-1,0 0,0-1,-1 0,1 0,-1-1,0 0,0-1,-1 0,0 0,0-1,0 0,-1-1,0 1,0-1,-1-1,0 1,0-1,-1 0,-1-1,1 1,-1-1,-1 1,3-10,-2 6,0-1,0 1,-1-1,-1 1,0-1,-1 0,0 0,-1 0,-1 0,0 0,-1 1,0-1,-2 0,1 1,-1 0,-1-1,-1 2,1-1,-2 1,-6-10,9 18,0 0,0 0,-1 1,1 0,-1 0,0 0,0 0,0 1,0 0,0 0,0 0,-1 0,1 1,0 0,-1 0,1 1,-1-1,0 1,1 0,-1 1,1-1,-1 1,1 0,-1 1,1-1,0 1,0 0,-5 3,0 0,0 0,0 1,1 1,0-1,0 2,1-1,-1 1,2 0,-1 1,1 0,1 0,0 0,0 1,0 0,3-3,0 0,0 0,0 1,1-1,0 1,0-1,1 1,0 0,0 0,1-1,0 1,0 0,1 0,0 0,0-1,1 1,0 0,0-1,1 0,2 6,20 27</inkml:trace>
  <inkml:trace contextRef="#ctx0" brushRef="#br0" timeOffset="1117.345">1269 269,'-17'80,"2"1,5 0,3 1,3 4,2-45,-2-13,-1-40,1-76,4 0,3-1,11-51,-12 120,0 0,1 1,1-1,1 1,1 0,1 0,0 1,1 0,9-14,-14 29,-1 0,1-1,0 2,0-1,0 0,1 1,-1-1,1 1,-1 0,1 0,0 0,0 1,0 0,0-1,0 1,0 0,0 1,0-1,0 1,0 0,1 0,-1 0,0 1,3 0,95 33,-92-29,-1 1,1 0,-1 0,0 1,0 0,-1 1,0-1,0 2,-1-1,6 9,-11-14,0 0,0 1,0-1,0 1,-1 0,1 0,-1 0,0 0,0 0,0 0,-1 0,1 0,-1 0,0 0,0 0,-1 0,1 0,-1 0,0 0,0 0,0 0,0 0,-1 0,1-1,-1 1,0-1,-1 1,1-1,0 0,-3 3,-9 7,0 0,-1-1,0-1,-1-1,-1 0,1-1,-16 6,-36 22,-2 19,68-53,0-1,0 1,0-1,1 1,-1 0,0 0,1 0,0 0,0 0,0 0,0 0,0 0,1 0,-1 0,1 0,0 1,0-1,0 0,0 0,1 1,-1-1,1 0,0 0,0 0,0 0,1 1,6 8,1-2,0 1,1-1,0 0,1-1,0-1,0 1,1-2,0 0,0 0,1-1,0 0,0-1,13 3,29 11,0-3,1-1,0-3,36 1,-28-6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51.4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1,'8'224,"18"66,-9-118,17 418,-31 260,-4-788,-3 43,6 0,4 0,6 16,1-51</inkml:trace>
  <inkml:trace contextRef="#ctx0" brushRef="#br0" timeOffset="2550.524">763 309,'-8'-1,"1"1,0 0,0 0,0 1,-1-1,1 2,0-1,0 1,0 0,1 0,-1 1,0 0,1 0,0 1,0-1,0 1,0 1,0-1,1 1,0 0,0 0,0 1,-1 2,-6 8,0 0,2 1,0 1,0 0,2 0,1 1,-5 16,3-8,2 0,1 1,2-1,0 1,2 0,1 0,1 0,1 0,3 8,-4-31,0-1,0 1,1-1,0 1,-1-1,2 0,-1 1,1-1,-1 0,1 0,0 0,0 0,1 0,-1 0,1-1,0 1,0-1,0 0,1 0,-1 0,1 0,-1-1,1 1,0-1,0 0,0 0,0 0,0-1,1 1,-1-1,0 0,1 0,-1-1,1 1,0-1,3-2,-1 0,1 0,-1-1,0 1,0-2,0 1,0-1,0 0,-1 0,1-1,-1 0,-1 0,1 0,-1-1,0 0,0 0,0-1,65-120,-56 87,-2-2,-1 0,-2 0,-3 0,-1-1,-2 0,-2 0,-1 0,-7-41,7 74,-1 0,0 0,-1 0,0 0,0 1,-1-1,-1 1,1-1,-2 1,1 0,-1 0,0 1,-1 0,-3-4,7 10,1 1,-1-1,0 1,0 0,0 0,0 0,0 0,0 0,0 0,0 0,0 1,0-1,0 1,-1-1,1 1,0 0,0 0,-1 0,1 0,0 0,0 1,-1-1,1 1,0-1,0 1,0 0,0 0,0 0,0 0,0 0,0 0,0 1,1-1,-1 1,-50 62,41-40,2 0,1 0,1 1,1 0,1 0,1 0,1 1,2 0,0-1,2 1,1-1,0 1,2-1,2 1,0-2,1 1,1-1,2 0,0 0,1-1,2-1,0 0,16 19,-6-11,1-1,1-1,2-1,1-1,1-1,0-2,3-1,-15-11</inkml:trace>
  <inkml:trace contextRef="#ctx0" brushRef="#br0" timeOffset="2867.239">1083 857,'-14'91,"14"-88,1 0,-1 0,1 0,-1 0,1 0,0 0,0-1,1 1,-1 0,1-1,-1 1,1-1,0 1,-1-1,1 0,1 0,-1 0,0 0,0 0,1 0,-1-1,1 1,-1-1,1 0,0 1,0-1,-1 0,1-1,2 1,6 1,-1 0,0-1,0-1,1 0,-1 0,0-1,1 0,-1-1,0 0,0-1,0 0,0 0,-1-1,1 0,-1-1,0 0,-1-1,1 0,-1 0,0 0,0-1,-1-1,0 1,4-7,-8 10,-1 0,0 0,1 0,-2 0,1-1,-1 1,1-1,-1 1,0-1,-1 0,1 1,-1-1,0 0,0 1,0-1,-1 0,0 1,0-1,0 0,0 1,-1-1,0 1,0 0,0 0,0-1,-1 1,1 1,-1-1,0 0,0 1,0-1,-1 1,0 0,1 0,-1 0,0 1,0-1,0 1,0 0,-4-1,-9-2,0 1,0 0,0 1,0 1,-1 1,1 0,-1 1,1 1,-1 1,1 1,0 0,0 1,0 0,0 2,1 0,-1 1,-1 2,-17 5</inkml:trace>
  <inkml:trace contextRef="#ctx0" brushRef="#br0" timeOffset="3633.509">1792 335,'9'16,"10"15,13 12,10 14,7 8,4 4,1 2,-6-2,-5-6,-8-9,-10-12,-10-12</inkml:trace>
  <inkml:trace contextRef="#ctx0" brushRef="#br0" timeOffset="3799.143">2220 363,'-12'15,"-10"20,-12 17,-15 18,-15 15,-14 12,-13 9,-9 5,13-17</inkml:trace>
  <inkml:trace contextRef="#ctx0" brushRef="#br0" timeOffset="4648.591">482 2114,'-16'28,"2"0,2 0,0 2,2 0,1 0,1 0,2 1,1 0,0 20,4-43,0-1,1 0,0 0,0 1,0-1,1 0,0 0,1 0,-1 0,2 0,-1 0,1 0,0 0,0-1,0 0,1 1,0-1,1-1,-1 1,1-1,0 1,0-1,1-1,-1 1,1-1,0 0,1 0,-1-1,2 1,0-2,0 0,1-1,-1 0,0 0,1-1,-1 0,0-1,1 0,-1 0,0 0,0-1,0-1,0 1,0-1,0-1,-1 1,0-1,6-5,3-1,-1 0,-1-2,0 0,-1 0,0-1,-1-1,-1 0,3-5,0-3,0 0,-2-1,0-1,-2 0,-1-1,0 0,-2 0,-1-1,-1 1,-2-1,0-1,-2 1,0 0,-2 0,-1-1,-1 1,-7-25,7 38,-2 0,1 0,-2 1,1 0,-2 0,0 1,0-1,-1 2,-2-3,7 9,0 0,-1 1,0-1,1 1,-1 0,-1 0,1 0,0 0,-1 1,1 0,-1 0,0 0,1 0,-1 1,0 0,0 0,0 0,0 0,0 1,-1 0,1 0,0 1,0-1,0 1,-2 0,-1 2,1 0,-1 0,0 1,1 0,0 0,0 1,0 0,0 0,1 0,0 1,0 0,1 0,-1 0,1 1,1 0,-1 0,1 0,0 1,1-1,0 1,0 0,-3 10,0 0,1 0,2 0,0 0,0 1,2-1,0 1,1 0,1 0,7 26,1-1,2-1,2 0,2-1,1 0,3-1,1-1,2-1,2-1,14 16,-10-14,2-2,1-1,2-1,7 3,-13-14</inkml:trace>
  <inkml:trace contextRef="#ctx0" brushRef="#br0" timeOffset="4982.859">1057 2621,'-6'15,"1"-1,1 1,0 0,1 0,1 0,0 0,1 0,1 7,0-16,1 0,0 1,0-1,0 0,1 0,0 0,0-1,0 1,1 0,0-1,0 0,0 1,1-1,-1 0,1-1,1 1,-1-1,0 0,1 0,0 0,0 0,1-1,2 2,1-1,0 1,1-2,-1 1,1-2,-1 1,1-1,0 0,0-1,0-1,0 1,0-1,0-1,-1 0,1 0,0-1,0-1,2 0,-6 1,1 0,-1-1,0 1,0-1,0-1,0 1,-1-1,1 0,-1 0,0-1,0 1,-1-1,1 0,-1-1,0 1,-1-1,1 1,-1-1,0 0,0-1,-1 1,0 0,0-1,0 1,-1-1,0 1,0-3,-1 1,0 0,-1 0,1 1,-1-1,-1 0,0 0,0 1,0-1,-1 1,0 0,0 0,-1 0,0 0,0 1,-1-1,0 1,0 0,0 0,-1 1,1 0,-1 0,-1 0,1 0,-1 1,0 0,0 1,0 0,0 0,0 0,-1 1,1 0,-1 0,0 1,0 0,1 0,-1 1,0 0,0 1,0-1,1 1,-1 1,-2 0,6-1,1 0,-1 1,1-1,-1 1,1 0,-1 0,1 0,0 0,0 0,0 1,0 0,0-1,1 1,-1 0,1 0,0 1,0-1,0 0,0 1,0-1,1 1,0 0,0-1,0 1,0 0,0 1,1 24</inkml:trace>
  <inkml:trace contextRef="#ctx0" brushRef="#br0" timeOffset="5233.328">1604 2140,'7'23,"9"18,13 12,14 6,9 4,7 1,1-2,-5-4,-7-8,-11-10,-13-9,-10-11</inkml:trace>
  <inkml:trace contextRef="#ctx0" brushRef="#br0" timeOffset="5483.713">2046 2274,'-18'9,"-18"12,-16 14,-10 12,-7 10,2 6,6 2,11-3,11-8,12-14</inkml:trace>
  <inkml:trace contextRef="#ctx0" brushRef="#br0" timeOffset="5649.869">1524 1966,'23'-2,"28"-3,28-1,25-1,18 0,9-1,-18 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4:49.9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202 41,'-3'18,"1"22,-1 20,3 16,1 13,1 8,0 2,-3-6,-1-18</inkml:trace>
  <inkml:trace contextRef="#ctx0" brushRef="#br0" timeOffset="542.618">616 1,'-369'335,"164"-156,173-149,31-29,1-1,0 0,-1 0,1 0,-1 0,1 0,-1 1,1-1,-1 0,1 0,0 1,-1-1,1 0,0 1,-1-1,1 0,0 1,-1-1,1 0,0 1,0-1,-1 1,1-1,0 1,0-1,0 0,0 1,0-1,-1 1,1-1,0 1,0-1,0 1,0-1,0 1,1-1,-1 1,0-1,0 1,0-1,0 0,0 1,1-1,-1 1,0-1,0 1,1-1,-1 0,0 1,0-1,1 0,-1 1,1-1,-1 0,0 1,1-1,-1 0,1 0,-1 0,1 1,29-3,-28 2,16-3,0 0,0 1,0 1,0 1,0 0,0 2,0 0,0 1,0 0,0 2,-1 0,17 7,-11 2,0 1,0 0,-2 2,0 1,-1 0,4 7,-7-8,0 0,1-1,1 0,0-2,1 0,1-2,0 0,3 0,-18-9,1-1,-1 0,1 0,-1 0,1-1,0 0,0-1,0 1,-1-1,1 0,0-1,0 0,0 0,-1 0,1-1,0 0,-1-1,0 1,1-1,-1 0,0-1,-1 1,1-1,-1 0,1-1,-1 1,0-1,-1 0,1 0,-1-1,0 1,0-1,2-6,2-7,-1 0,-1-1,-1 0,0 0,-2-1,0 1,-1-1,-2 1,0-1,-1-6,-9-13,1 47,3 7,1-1,0 1,0 0,1 0,1 1,1-1,-1 9,1-10,-7 47,3 0,2 1,3-1,3 0,2 0,8 33,0-42</inkml:trace>
  <inkml:trace contextRef="#ctx0" brushRef="#br0" timeOffset="826.482">1084 376,'16'0,"19"0,19 0,17 0,12-3,3 0,-4 2,-16 4,-19 2</inkml:trace>
  <inkml:trace contextRef="#ctx0" brushRef="#br0" timeOffset="1109.547">1191 696,'18'7,"20"2,19 0,18-2,18-2,12-2,-11-2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00.3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399 1,'-14'4,"-13"11,-12 17,-8 20,-7 23,-1 23,1 19,8 14,12 9,12 1,16-3,21-9,21-10,20-15,17-13,10-15,4-19,-13-18</inkml:trace>
  <inkml:trace contextRef="#ctx0" brushRef="#br0" timeOffset="550.587">840 643,'-15'2,"1"0,-1 2,1 0,0 0,1 1,-1 1,1 0,0 1,1 1,-1 0,1 0,1 1,0 1,0 0,1 0,0 1,1 0,0 1,-1 3,-1 1,0 1,1 0,1 0,1 1,1 0,0 0,1 1,-2 13,6-25,1 1,0 0,0-1,0 1,1 0,0-1,1 1,0 0,0-1,1 1,-1-1,2 1,-1-1,1 0,0 0,1 0,-1 0,1 0,1-1,-1 0,1 0,0 0,2 1,1-1,1-1,0 1,0-1,0-1,0 0,1 0,0-1,0 0,0-1,0 0,0 0,0-1,1-1,-1 1,0-2,1 1,-1-2,0 1,0-1,0-1,0 0,0 0,-1-1,1 0,-1-1,0 0,0 0,-1-1,1 0,-1-1,-1 0,1 0,-1 0,0-1,-1 0,0-1,0 1,-1-1,2-4,4-14,-1 0,0-1,-3 0,0 0,-1-1,-2 1,-1-1,-2-1,0 1,-3-2,4 1,-2 0,-2 0,-1 0,-1 1,-1-1,-1 1,-2 0,-1 0,-8-14,13 36,0 0,0 0,-1 0,1 1,-2 0,1 0,-1 1,1-1,-2 1,1 0,-6-3,9 6,0 1,0-1,0 1,-1-1,1 1,0 0,-1 0,1 1,-1-1,1 1,0-1,-1 1,1 0,-1 1,1-1,-1 0,1 1,-1 0,1 0,0 0,-1 0,1 0,0 1,0 0,0-1,0 1,-2 2,-2 4,0 1,1-1,0 1,1 1,0-1,0 1,1 0,0 0,1 0,0 0,0 0,1 1,1 0,0-1,0 1,1 0,0 4,0 27,2 1,1-1,2 0,2 0,2-1,1 0,2 0,3-1,0-1,3 0,1-2,2 0,20 27,132 179,-147-190,-20-35</inkml:trace>
  <inkml:trace contextRef="#ctx0" brushRef="#br0" timeOffset="916.936">1254 1311,'-35'94,"34"-91,1 0,0 0,-1 0,1 1,1-1,-1 0,0 0,1 0,0 1,-1-1,1 0,1 0,-1 0,0 0,1-1,-1 1,1 0,0 0,0-1,0 1,0-1,0 0,1 0,-1 0,1 0,-1 0,1 0,0-1,1 1,2 0,0 0,0-1,0 0,0 0,0 0,1-1,-1 0,0-1,0 1,0-1,0 0,0 0,0-1,0 0,0 0,0 0,-1-1,1 0,-1 0,0 0,0-1,0 0,0 0,0 0,-1 0,0-1,0 0,0 0,-1 0,1 0,-1 0,0-1,-1 1,1-1,-1 0,-1 0,1 0,-1 0,0 0,1-4,0-1,-1 0,0 0,0 0,-1 0,-1 0,0-1,0 1,-1 0,0 0,-1 1,0-1,-1 1,-1-3,3 8,0 1,-1-1,1 0,-1 1,0 0,0 0,-1 0,1 0,-1 0,0 1,0-1,0 1,0 0,-1 0,1 1,-1-1,0 1,0 0,0 1,0-1,0 1,0 0,0 0,0 0,0 1,0-1,-1 1,-4 1,3 0,0 1,0-1,0 1,0 1,0-1,1 1,-1 0,1 1,0-1,0 1,0 1,0-1,1 1,0 0,0 0,0 0,0 2,-17 24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02.3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35 375,'2'16,"8"16,11 15,11 12,12 11,9 4,5-1,2-5,-3-6,-8-12,-11-11,-12-18,-9-12</inkml:trace>
  <inkml:trace contextRef="#ctx0" brushRef="#br0" timeOffset="301.57">449 429,'-18'9,"-13"12,-10 14,-8 12,-3 12,-4 10,0 4,5-2,8-5,12-9,11-15</inkml:trace>
  <inkml:trace contextRef="#ctx0" brushRef="#br0" timeOffset="566.464">676 0,'7'23,"9"23,11 22,7 18,6 17,-1 13,-6 11,-9 5,-15 2,-21-5,-26-5,-30-11,-2-24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07.7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1,'-3'4,"3"4,2 3,2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08.0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1,'7'9,"9"-2,8-6,1-3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10.6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11,'25'-3,"27"0,22 1,19-1,12 4,2 3,-6 4,-18 2,-23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10.8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0,'25'5,"29"1,28 0,25-1,16-2,7-3,-20-2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08.9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164 436,'0'0,"0"1,0 0,0-1,0 1,0 0,1-1,-1 1,0 0,0-1,0 1,1 0,-1-1,0 1,0-1,1 1,-1-1,1 1,-1-1,1 1,-1-1,0 1,1-1,0 1,-1-1,1 0,-1 1,1-1,-1 0,1 1,0-1,-1 0,1 0,0 0,-1 1,1-1,0 0,-1 0,1 0,0 0,-1 0,1 0,0-1,-1 1,1 0,0 0,-1 0,1-1,-1 1,1 0,0-1,-1 1,1 0,-1-1,1 1,-1-1,1 1,0-1,19-38,-15 20,-1-1,0 1,-2-1,0 1,-2-1,0 0,-1 1,-1-1,0 1,-2-1,0 1,-1 0,-1 0,-1 1,-1 0,0 0,-6-8,12 23,1-1,-1 1,0-1,0 1,0 0,-1 0,1 0,-1 0,0 1,1-1,-1 1,0-1,-1 1,1 0,0 0,-1 0,1 1,-1-1,1 1,-1 0,0 0,1 0,-1 0,0 1,0-1,0 1,1 0,-1 0,0 1,0-1,0 1,1 0,-3 0,2 1,0 0,1 0,-1 1,0-1,1 1,0 0,0-1,-1 2,2-1,-1 0,0 0,1 1,-1 0,1-1,0 1,0 0,1 0,-1 0,1 0,0 0,0 1,0-1,1 0,-1 1,1-1,0 0,0 0,1 1,-1-1,1 0,0 1,0-1,0 0,1 0,0 0,-1 0,1 0,1-1,-1 1,0-1,1 1,0-1,1 1,8 1,1 0,0-1,0 0,0-1,1-1,-1 0,1-1,-1-1,1 0,-1 0,1-1,-1-1,1-1,-1 0,8-3,23-5,-1-2,0-2,-1-2,16-11,-52 25,-6 3,1-1,0 0,-1 0,1 0,0 1,-1-1,1 0,0 0,0 1,0-1,-1 1,1-1,0 1,0-1,0 1,0 0,0-1,0 1,0 0,0 0,0-1,0 1,0 0,0 0,0 0,0 0,0 1,0-1,0 0,0 0,0 1,0-1,0 0,0 1,0-1,0 1,0-1,-1 1,1-1,0 1,0 0,0 0,-1-1,1 1,0 0,-1 0,1 0,-1 0,1-1,-1 1,0 0,1 0,-1 0,0 0,1 0,-1 0,0 1,-21 177,15-69,4 1,6 0,4 0,21 97,-24-176,2 6,-2 1,-1-1,-2 1,-3 25,1-58,0 0,-1 0,0 1,0-1,0 0,-1 0,0 0,0 0,-1-1,1 1,-1-1,-1 1,1-1,-1 0,1 0,-2 0,1-1,0 1,-1-1,0 0,0 0,0-1,-3 2,-2-1,1 0,0-1,-1-1,0 1,0-2,0 1,1-1,-1-1,0 0,0 0,0-1,0 0,0-1,0 0,0 0,1-1,-1-1,1 1,-8-6,0 1,1-1,1-1,-1 0,2-1,-1-1,2 0,-1-1,2-1,0 0,-4-6,8 8,1 0,0-1,0 1,2-1,-1 0,2-1,0 1,0-1,1 0,0-9,2 18,1-1,-1 1,1-1,0 1,1 0,-1-1,1 1,0-1,1 1,-1 0,1 0,0 0,0 0,1 0,-1 0,1 1,0-1,1 1,-1 0,1-1,-1 2,1-1,0 0,1 1,-1 0,1 0,-1 0,5-1,10-3,1 2,0 0,0 2,0 0,0 1,1 1,-1 1,0 0,12 3,9-1,156 8,-142-6</inkml:trace>
  <inkml:trace contextRef="#ctx0" brushRef="#br0" timeOffset="291.343">1060 850,'-12'18,"-5"13,0 10,2 10,5 5,5 2,9 0,8 0,6-6,5-7,-1-11</inkml:trace>
  <inkml:trace contextRef="#ctx0" brushRef="#br0" timeOffset="558.749">1367 556,'20'-2,"19"3,18 5,16 2,8 5,5 3,-1 1,-9-1,-12-2,-17-4</inkml:trace>
  <inkml:trace contextRef="#ctx0" brushRef="#br0" timeOffset="841.223">1568 876,'18'9,"25"3,24 0,29-7,23-7,21-5,11-6,-19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05.4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396 600,'0'-19,"1"-8,-2 1,0-1,-2 1,-1-1,-2-6,4 27,0-1,0 1,-1 0,1-1,-1 1,0 1,-1-1,0 0,0 1,0-1,0 1,-1 0,0 1,0-1,0 1,-1 0,1 0,-1 1,0 0,0 0,0 0,-1 0,0 1,-2 0,-1 0,1 1,-1 1,1-1,-1 1,1 1,-1 0,1 0,-1 1,1 0,0 0,-1 1,1 1,1 0,-1 0,1 0,-1 1,1 0,0 1,1 0,0 0,0 0,0 1,0 0,1 1,1-1,-1 1,1 1,0-1,1 0,0 1,0 0,1 0,0 0,1 1,0 0,-1 4,0 1,1 0,1 0,1 0,0-1,0 1,2 0,0 0,0 0,2-1,0 0,0 1,1-1,1-1,1 1,0-1,0 0,1-1,1 1,0-2,1 1,0-1,0-1,1 0,1 0,0-1,0-1,1 0,0-1,0 0,0-1,12 4,-4-5,0-2,0 0,1-1,-1-1,0-1,1-1,-1-1,0-1,0-1,0 0,0-2,-1 0,0-2,0 0,-1-1,0-1,0 0,-1-2,-1 0,0-1,0-1,5-7,22-26,-43 41,-12 18,8-7,0 0,0 0,0 0,1 0,-1 0,1 1,1-1,-1 1,1-1,0 1,0-1,0 1,1 0,0-1,0 1,1 0,-1 0,1-1,1 1,-1-1,1 1,0-1,0 1,0-1,1 0,0 0,0 0,0-1,0 1,1-1,0 1,1 0,5 1,0 1,1-1,0-1,0 1,0-2,1 0,0 0,0-1,0-1,0 0,0 0,0-1,1-1,-1 0,0-1,0 0,1-1,-1 0,0-1,11-4,-20 6,-1 0,1 0,0 0,-1 0,1-1,-1 1,1-1,-1 1,1-1,-1 0,0 0,0 0,0 0,0 0,-1-1,1 1,0-1,-1 1,0-1,0 1,1-1,-2 0,1 0,0 0,0 1,-1-1,0 0,1 0,-1 0,0 0,0 0,-1 0,1 1,-1-1,1 0,-1 0,0 0,-7-8,1 1,-2 0,1 0,-2 1,1 0,-1 0,0 1,-1 0,0 1,0 0,-1 1,1 1,-2-1,-5 0,-74-21,85 32,27 2,14-3,0-1,1-3,-1 0,1-2,7-3,20 0,-27 2,85 3,-114 2,-1 0,0 0,0 0,0 1,-1-1,1 1,-1 1,1-1,-1 0,0 1,0 0,0 0,-1 0,0 1,0-1,0 1,0-1,0 1,-1 0,0 0,0 0,0 1,-1-1,0 0,0 1,0-1,-1 0,0 1,0 4,1-2,0 1,1-1,-1 0,2 0,-1 0,1 0,0-1,1 1,0-1,0 0,0 0,1 0,2 1,-5-5,1-1,0 1,-1-1,1 0,0 0,1 0,-1-1,0 1,0-1,1 0,-1 0,1 0,-1 0,1 0,-1-1,1 0,-1 1,1-1,0-1,-1 1,1 0,-1-1,1 0,-1 0,1 0,-1 0,0-1,1 1,-1-1,0 0,0 1,0-2,0 1,4-4,0 1,0-2,-1 1,0-1,0 0,0 0,-1 0,0-1,-1 0,0 0,0 0,2-7,-1-1,-1 1,0-1,-1 1,-1-1,-1 0,0 0,-1 0,-1 0,-1-8,2 24,0 1,0-1,0 1,-1-1,1 0,0 1,0-1,0 0,0 1,-1-1,1 0,0 1,0-1,-1 0,1 1,0-1,-1 0,1 0,0 1,-1-1,1 0,0 0,-1 0,1 0,0 1,-1-1,1 0,0 0,-1 0,1 0,-1 0,1 0,0 0,-1 0,1 0,-1 0,1 0,0 0,-1 0,1-1,0 1,-1 0,1 0,-1 0,1 0,0-1,-1 1,1 0,0 0,0-1,-1 1,-1 8,0 0,1 0,0 0,0 0,1 1,0-1,0 0,1 0,0 0,1 1,0-1,0 0,0-1,1 1,0 0,1-1,0 0,0 1,0-2,1 1,0 0,1-1,-1 0,1 0,0-1,0 1,1-2,0 1,0 0,0-1,0-1,1 1,1 0,47 15,0-6</inkml:trace>
  <inkml:trace contextRef="#ctx0" brushRef="#br0" timeOffset="778.126">2281 693,'-16'-2,"1"1,-1 0,0 2,1 0,-1 0,1 1,0 1,0 1,-9 3,17-4,0 0,0 0,1 0,0 1,0 0,0 0,0 1,0-1,1 1,0 1,0-1,0 1,1 0,0 0,0 0,0 0,1 1,0 0,0-1,0 1,1 2,0-3,1 0,0 0,1 0,-1 0,1 1,0-1,1 0,-1 0,1 0,1 0,-1 0,1 0,0 0,0 0,1-1,-1 1,1-1,1 0,-1 0,1 0,0 0,0 0,0-1,0 1,1-1,0-1,0 1,0-1,0 1,1-1,-1-1,1 1,0-1,0 0,-1 0,1-1,1 0,-1 0,2 0,7 0,0 0,1-1,-1 0,0-1,0-1,0-1,0 0,0 0,0-2,-1 0,0-1,0 0,0-1,-1 0,11-9,-6 4,0-1,-2-1,1-1,-2 0,0-1,-1-1,0 0,-1-1,-1 0,8-18,-9 7,-2-1,-1 0,-1 0,-1 0,-2-1,-1 0,-2 0,-1 0,-1 0,-1 0,-2 1,-1-1,-2 1,-1 0,-1 0,-1 1,-13-24,17 37,0 0,-2 0,0 0,0 1,-2 0,0 1,0 0,-1 1,-9-9,18 20,1 0,-1 1,1-1,-1 0,0 1,0 0,0-1,0 1,0 0,0 0,0 0,0 0,0 0,0 0,-1 1,1-1,0 1,-1 0,1 0,0-1,0 1,-1 1,1-1,0 0,-1 1,1-1,0 1,0-1,0 1,-1 0,1 0,0 0,0 0,0 1,0-1,1 0,-1 1,0-1,0 1,1 0,-1 0,-4 10,1-1,1 1,0-1,0 1,1 0,1 1,0-1,0 0,1 1,1-1,0 1,2 9,1 29,2 1,2-1,2 0,3 0,2-1,2-1,2-1,2 0,10 14,-24-47,1 0,1-1,0 0,1 0,0-1,1 0,1 0,0-1,0-1,1 0,1-1,0 0,0 0,1-2,0 0,15 7,-23-14,-1 0,1-1,-1 1,1-1,-1 0,1 0,-1-1,1 1,-1-1,0-1,1 1,-1-1,0 0,0 0,0 0,0-1,0 1,0-1,-1-1,0 1,1 0,-1-1,0 0,-1 0,1 0,-1-1,2-2,4-6,-1 0,0-1,0-1,-2 1,0-1,0 0,-2 0,4-16,-3-12,-4 37,-1 31,-2-5,2 1,1-1,1 0,0 1,2-1,0 1,-3-16,0-1,1 1,-1 0,1-1,0 0,1 1,-1-1,1 0,-1 0,1 0,1 0,-1-1,0 1,1-1,0 0,0 0,0 0,0 0,0-1,0 1,1-1,-1-1,1 1,0 0,-1-1,1 0,0 0,1 0,0-1,0 0,0 0,0-1,0 0,0 0,0 0,-1-1,1 0,0 0,-1 0,0-1,1 1,-1-1,0-1,0 1,-1-1,1 0,-1 0,0 0,0 0,0-1,0 0,-1 1,3-6,2-3,-1-1,0 0,0 0,-2-1,0 1,0-1,-1-1,1-13,-2-40,-5 82,0 1,1-1,0 0,1 1,1-1,0 1,0-1,2 0,-1 0,2 0,0 0,0 0,1-1,1 0,0 0,1 0,0-1,0 0,2 0,-1-1,1 0,0 0,1-1,8 5,17 4</inkml:trace>
  <inkml:trace contextRef="#ctx0" brushRef="#br0" timeOffset="1434.967">3444 439,'16'0,"0"1,1 1,-1 0,0 1,0 0,-1 2,1 0,-1 0,0 2,0 0,-1 0,0 2,0 0,-1 0,0 1,0 1,-1 0,-1 0,0 2,-1-1,0 1,0 1,-2-1,0 2,3 7,2 11,-1 1,-2 1,-1-1,-2 2,-1-1,-2 1,-2 0,-1 0,-2 1,8 89,-8-117,1 0,1 0,-1 0,2-1,-1 1,1 0,0-1,1 1,0-1,0 1,1-1,0 0,1-1,0 1,0-1,0 0,1 0,0 0,0-1,1 0,-1 0,1-1,1 0,-1 0,1-1,3 2,-8-4,0-1,1 1,-1-1,1 0,0 0,-1 0,1-1,0 1,0-1,-1 0,1 0,0 0,-1 0,1-1,0 0,0 1,-1-1,1-1,-1 1,1 0,-1-1,0 0,1 0,-1 0,0 0,0 0,0-1,-1 1,1-1,-1 0,1 0,-1 0,0 0,0 0,0 0,0 0,-1-1,1 1,-1-1,-1-7,-1 1,0 0,0-1,-2 1,1 0,-1 0,0 0,-1 1,0-1,-1 1,0 0,0 0,-1 0,0 1,0 0,-4-3,-38-54,-2 2,-4 3,-2 2,-39-30,-15 9,106 70,25 12,-15-2,32 3,1-2,0-1,0-2,0-2,0-1,0-2,-1-2,24-8,165-53,-225 68,-1 1,1 0,-1 0,1 0,-1 0,1 0,-1 0,1 0,-1 1,0-1,1 0,-1 1,1-1,-1 1,0-1,1 1,-1 0,0 0,0 0,1 0,-1 0,0 0,0 0,0 0,0 0,0 0,0 0,-1 1,1-1,0 0,-1 1,1-1,-1 0,1 1,-1-1,0 1,1-1,-1 1,0-1,0 1,0-1,0 1,0-1,0 1,-1-1,1 0,0 1,-1-1,0 1,-1 65,0-53,1 0,0 1,1-1,0 1,1-1,1 0,0 1,1-1,1 0,0-1,1 1,0-1,2 3,-5-13,0 1,0-1,1-1,-1 1,1 0,-1-1,1 1,0-1,0 0,0 0,0 0,1 0,-1 0,0-1,1 1,-1-1,1 0,-1 0,1 0,0-1,2 1,17-3</inkml:trace>
  <inkml:trace contextRef="#ctx0" brushRef="#br0" timeOffset="1708.536">4126 265,'-16'-2,"-5"3,7 5,18 5,22 5,25 7,3 0</inkml:trace>
  <inkml:trace contextRef="#ctx0" brushRef="#br0" timeOffset="2006.952">5102 680,'-18'-21,"-1"1,-1 1,-1 1,0 0,-1 2,-1 0,-21-9,41 22,-1 1,0-1,-1 1,1 0,0 0,-1 1,1-1,-1 1,1 0,-1 0,1 0,-1 1,0 0,0 0,1 0,-1 0,0 1,1 0,-1 0,1 0,-1 0,1 1,-1-1,1 1,0 0,0 1,0-1,0 1,0 0,0 0,1 0,-3 3,1 2,-1 0,1 0,1 0,-1 1,2 0,-1 0,1 0,0 1,1-1,0 1,1-1,0 1,1 0,-1-1,2 1,-1 0,2-1,-1 1,1-1,0 1,1-1,0 0,1 0,0 0,0 0,1-1,0 0,4 4,-4-7,0 0,0-1,1 0,-1 0,1-1,0 0,0 0,0 0,1 0,-1-1,1 0,0-1,-1 1,1-1,0-1,0 1,-1-1,1 0,0-1,0 1,0-1,-1-1,1 1,0-1,-1-1,0 1,1-1,-1 0,0 0,0-1,-1 0,1 0,-1 0,0 0,0-1,0 0,-1 0,1-1,-1 1,-1-1,2-2,0 0,0-1,-1 1,0-2,0 1,-1 0,0-1,-1 1,0-1,-1 0,1 1,-2-1,0 0,0 0,0 0,-2 0,1 1,-1-1,0 0,-1 1,-2-4,6 13,-1-1,0 1,0-1,0 1,0-1,0 1,0-1,0 1,-1-1,1 1,0 0,0-1,0 1,0-1,0 1,-1-1,1 1,0 0,0-1,-1 1,1 0,0-1,-1 1,1 0,0-1,-1 1,1 0,-1-1,1 1,0 0,-1 0,1 0,-1 0,1-1,-1 1,1 0,-1 0,1 0,0 0,-1 0,1 0,-1 0,1 0,-1 0,1 0,-1 0,1 1,-1-1,1 0,0 0,-1 0,1 0,-1 1,1-1,0 0,-1 1,1-1,0 0,-1 1,1-1,0 0,-1 1,1-1,-7 34,7-26,0 0,1-1,0 1,1 0,0 0,0 0,0-1,1 1,1-1,-1 0,1 0,0 0,1 0,-1-1,1 1,0-1,1 0,0-1,0 0,0 0,0 0,3 1,10 6,1 0,1-2,0 0,0-1,0-1,1-1,7 0,190 26,-115-27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12.8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22 134,'4'9,"9"14,11 17,15 16,12 11,12 9,8 4,3 0,-1-4,-9-8,-15-16</inkml:trace>
  <inkml:trace contextRef="#ctx0" brushRef="#br0" timeOffset="296.765">410 0,'-18'14,"-16"18,-10 19,-7 19,-5 17,2 8,4 5,7-4,8-8,10-21</inkml:trace>
  <inkml:trace contextRef="#ctx0" brushRef="#br0" timeOffset="604.956">704 388,'-8'13,"-5"5,1 0,1 1,0 0,2 0,0 2,1-1,1 1,1 0,1 0,-1 9,6-25,1-1,-1 1,0 0,1-1,0 1,0 0,0-1,1 1,0-1,0 0,0 1,0-1,0 0,1 0,0-1,0 1,0 0,0-1,1 0,-1 0,1 0,0 0,0 0,0-1,0 0,0 0,0 0,1 0,-1 0,1-1,-1 0,2 0,16 4,1-1,-1-1,1-1,-1-1,1-1,3-1,-4 1,-1-1,1-1,-1-2,0 0,0-1,0 0,0-2,-1-1,0 0,-1-2,0 0,11-8,-25 13,1 1,-1-1,0 0,-1 0,1-1,-1 1,0-1,0 0,-1 0,0 0,0-1,0 1,-1-1,0 0,0 0,-1 1,0-1,0 0,0 0,-1 0,0 0,0 0,-1 0,0 0,0 0,-1 0,0 0,0 1,-1-1,-2-4,-2-4,0 0,-2 1,0 0,0 0,-2 1,1 0,-2 1,1 1,-2-1,0 2,0 0,0 0,-1 1,-1 1,0 1,0 0,0 0,-1 2,0 0,0 0,0 2,0 0,-17 0,24 3,-1 1,1 1,0 0,-1 0,1 1,1 0,-1 0,0 1,1 1,-1-1,1 1,1 0,-1 1,1 0,0 0,0 1,0 0,1 0,0 0,1 1,0 0,0 0,0 0,1 1,1-1,-1 1,1 0,1 0,-1 0,2 0,-1 1,1-1,1 1,0-1,0 0,1 1,0-1,0 1,2 4,20 49,7-9</inkml:trace>
  <inkml:trace contextRef="#ctx0" brushRef="#br0" timeOffset="1153.914">1520 120,'-8'6,"0"1,1 0,0 0,0 0,1 0,0 1,0 0,1 1,0-1,0 1,1 0,0 0,1 0,0 1,0-1,1 1,0 0,1 0,0 0,1 1,-8 57,4 1,2 0,6 41,-3-59,-1-9,-2-26,-3-19,-4-25,-3-47,4 0,4-1,3-44,1 98,2-1,1 1,0 0,1 0,2 0,5-13,-9 29,0 0,0 0,1 0,0 1,0-1,1 1,-1 0,1 0,0 0,1 0,-1 1,1 0,0 0,0 0,0 0,1 1,-1 0,1 0,-1 0,1 1,0 0,0 0,0 0,1 1,3-1,6 3,0 0,0 1,0 1,-1 0,1 1,-1 1,0 0,0 1,0 1,-1 0,0 1,0 1,-1 0,0 0,-1 2,4 3,-11-11,-1 0,0 0,0 0,0 0,0 1,-1 0,1-1,-1 1,0 1,0-1,0 0,-1 1,0 0,0-1,0 1,0 0,-1 0,1 0,-1 0,0 0,-1 0,0 0,1 1,-2-1,1 0,0 0,-1 0,0 0,-1 2,-7 1,0 1,0-1,-1-1,0 0,-1 0,1-1,-1-1,0 1,-1-2,1 0,-1 0,0-1,0 0,0-1,-2 0,-56 10,-58 18,125-28,0-1,0 0,1 1,-1-1,0 1,1 0,0 0,-1 0,1 0,0 1,0-1,0 0,0 1,0-1,1 1,-1 0,1 0,0 0,0-1,0 1,0 0,0 0,0 1,1-1,0 0,-1 0,1 0,0 0,1 0,-1 0,1 0,-1 0,1 0,0 0,0 0,0 0,0 0,1 0,-1 0,1-1,0 1,5 8,0-2,0 1,1-1,0 0,1 0,0-1,0-1,1 1,0-1,0-1,1 0,0-1,7 4,153 44,-95-39,1-4,46 0,-54-7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10.0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167 0,'2'20,"3"24,4 21,1 21,0 16,-2 9,-2 1,-3-5,-3-8,-5-18,-1-22</inkml:trace>
  <inkml:trace contextRef="#ctx0" brushRef="#br0" timeOffset="282.027">528 241,'-45'23,"2"3,1 2,1 1,1 3,-16 17,30-27,20-16,-44 35,3 2,2 2,-11 16,55-60,-2 1,1 0,0 0,-1 1,1-1,0 1,0-1,0 1,1-1,-1 1,1 0,-1 0,1 0,0 0,0 0,0 0,1 0,-1 1,1-1,-1 0,1 0,0 0,0 1,1-1,-1 0,1 0,-1 0,1 0,0 0,1 1,4 2,1 0,-1-1,1 0,1-1,-1 0,0 0,1 0,0-1,0 0,0-1,0 1,1-2,6 2,-2 0,630 123,-503-96,-138-29,1 0,0-1,-1 0,1 1,0-1,-1 0,1 0,0-1,-1 1,1 0,0-1,-1 0,1 0,-1 1,1-2,-1 1,0 0,1 0,-1-1,0 1,0-1,0 0,0 1,0-1,0 0,0 0,-1-1,1 1,-1 0,0 0,1-1,-1 1,0-1,0 1,7-27,-1 0,-2-1,-1 0,-1 1,-1-13,-1 24,-4-101,3 119,0-1,0 1,0-1,1 1,-1-1,0 1,0-1,0 0,0 1,0-1,0 1,0-1,0 1,0-1,0 0,-1 1,1-1,0 1,0-1,0 1,-1-1,1 1,0-1,-1 1,1-1,0 1,-1 0,1-1,-1 1,1-1,-1 1,1 0,0-1,-1 1,1 0,-1 0,1 0,-1-1,0 1,1 0,-1 0,1 0,-1 0,1 0,-1 0,0 0,1 0,-1 0,1 0,-1 0,1 0,-1 0,1 0,-1 1,1-1,-1 0,1 0,-1 1,1-1,-1 0,1 1,-1-1,0 1,-16 36,13-22,0 0,1 0,1 0,0 0,1 1,0-1,2 1,0-1,0 1,2-1,0 0,0 0,2 0,0 0,0-1,1 0,1 0,1 0,0-1,0 0,1-1,1 0,0 0,1-1,0 0,6 4,42 20,-2-10</inkml:trace>
  <inkml:trace contextRef="#ctx0" brushRef="#br0" timeOffset="1946.62">234 749,'0'18,"4"15,4 14,6 10,-1 4,-1-8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15.2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341 0,'-16'7,"-14"11,-11 14,-8 18,-3 18,2 18,6 17,11 16,11 11,18 4,19-4,21-7,18-13,15-16,10-18,-9-22</inkml:trace>
  <inkml:trace contextRef="#ctx0" brushRef="#br0" timeOffset="653.828">970 535,'-12'1,"1"0,0 1,0 0,0 0,0 1,0 1,1 0,-1 1,1 0,0 0,1 1,-1 0,1 1,0 0,1 0,0 1,0 0,-2 3,-10 13,1 1,1 1,1 0,2 1,-13 29,19-40,1 0,1 0,0 0,1 1,1 0,0 0,2 1,0-1,1 1,0 0,1 0,2-1,0 6,-1-21,1 0,-1 0,1 0,0 1,-1-1,1 0,0 0,0 0,1 0,-1 0,0-1,1 1,-1 0,1-1,-1 1,1-1,0 1,0-1,0 0,0 1,0-1,0 0,0-1,0 1,0 0,0 0,0-1,1 0,-1 1,0-1,1 0,3 0,0-1,0 0,0 0,-1 0,1-1,0 1,-1-1,1-1,-1 1,0-1,4-3,15-12,-1-1,-1-1,-1 0,-1-2,-1-1,0 0,-2-1,-1-1,-1-1,-1 0,8-24,-8 20,-2 0,0-1,-3 0,0-1,-2 0,-2 0,-1-1,-1 1,-2-1,-1 0,-1 0,1 28,0 0,-1 0,1 1,-1-1,0 0,0 1,-1-1,1 0,-1 1,0-1,0 1,0 0,-1 0,0 0,1 0,-2 0,1 1,0-1,-1 1,1 0,-1 0,0 0,0 0,0 1,0-1,-1 1,-2-1,1 2,0 1,0-1,-1 1,1 1,0-1,0 1,1 0,-1 0,0 1,0-1,0 2,1-1,-1 0,1 1,0 0,0 0,0 1,0-1,0 1,1 0,-1 1,0 1,-6 5,1 1,1 0,0 0,1 1,0 0,1 1,0 0,-1 6,2 0,1 0,1 1,1 0,1 0,1 0,0 0,2 0,0 0,2-1,0 1,1 0,1-1,1 0,1 0,1 0,0-1,2 0,0-1,1 0,1-1,4 6,46 58,3-3,41 38,-52-64,-37-38</inkml:trace>
  <inkml:trace contextRef="#ctx0" brushRef="#br0" timeOffset="950.601">1264 1029,'0'7,"1"0,1 0,-1 0,1 0,0-1,1 1,0-1,0 0,0 1,1-1,0-1,0 1,0 0,1-1,0 0,0 0,0 0,0-1,1 0,0 0,0 0,0-1,0 0,1 0,-1 0,1-1,-1 0,1 0,0-1,0 0,0 0,0-1,0 1,0-1,0-1,0 0,0 0,0 0,1-1,-3 0,-1 0,1 0,-1 0,0 0,0-1,0 0,0 0,0 0,-1 0,1 0,-1-1,0 0,0 1,0-1,-1-1,1 1,-1 0,0 0,0-1,0 1,-1-1,0 0,0 1,0-1,0 0,-1 0,1 0,-1 0,-1 1,1-1,-1 0,1 0,-1 0,-1 1,1-1,-1 1,0-1,0 1,0-1,0 1,-1 0,0 0,0 0,0 0,0 1,-1-1,1 1,-1 0,0 0,0 0,0 1,-3-2,1 1,0 1,0 0,-1 0,1 1,-1 0,1 0,-1 1,1-1,-1 1,0 1,1-1,-1 1,1 0,-1 1,1 0,0 0,0 0,0 0,-6 4,9-4,-1 0,1-1,0 2,-1-1,1 0,0 1,0 0,1-1,-1 1,0 0,1 0,0 1,0-1,0 0,0 1,0-1,1 1,-1 0,1 0,0-1,0 1,1 0,-1 0,1 0,-1 0,1 0,1 0,-1 0,1 0,-1 0,1-1,1 5,13 25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16.8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0,'21'16,"10"14,6 9,-2 5,-7 4,-10 2,-20 0,-20-1,-21-5,-3-10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17.9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0,'20'5,"21"12,17 18,14 18,9 21,2 20,-7 20,-15 14,-26 12,-37 6,-42 2,-44-3,-39-6,2-29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17.1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0,'18'20,"20"19,19 16,16 12,12 9,2 2,-2 0,-9-3,-12-6,-18-9,-16-12,-16-14,-10-13</inkml:trace>
  <inkml:trace contextRef="#ctx0" brushRef="#br0" timeOffset="206.775">576 107,'-14'-4,"-13"0,-9 8,-10 15,-6 17,-6 19,-4 16,0 9,2 6,9 0,9-4,12-10,11-17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9:29.6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53 410,'-1'-4,"0"1,0-1,0 0,0 0,1 0,0 1,0-1,0 0,0 0,0 0,1 0,0 1,0-1,0 0,0 1,0-1,1 1,0-1,-1 1,1-1,1 1,-1 0,2-2,0-2,165-288,-160 277,-8 48,-50 297,48-324,-2 30,-1 0,-2 0,-1 0,-1 0,-2-1,-2-1,0 0,-2 0,-2-1,-4 4,19-32,0 0,0 0,-1 0,1 0,-1 0,1 0,-1-1,0 1,0-1,0 1,0-1,0 0,0 1,0-1,0 0,0 0,-1-1,1 1,0 0,0-1,-1 1,1-1,-1 0,1 0,0 0,-1 0,1 0,-1 0,1-1,0 1,-1-1,1 0,-2 0,-16-9,268 9,-238 1,8 0,0 1,0 0,0 1,0 1,-1 1,5 1,-22-5,1 0,-1 0,1 0,-1 0,0-1,1 1,-1 0,1 0,-1 0,0 0,1 0,-1 1,1-1,-1 0,0 0,1 0,-1 0,1 0,-1 0,0 1,1-1,-1 0,0 0,1 1,-1-1,0 0,1 0,-1 1,0-1,0 0,1 1,-1-1,0 1,0-1,0 0,0 1,1-1,-1 0,0 1,0-1,0 1,0-1,0 1,0-1,0 0,0 1,0-1,0 1,0-1,0 0,0 1,-1-1,1 1,0-1,0 0,0 1,0-1,-1 0,1 1,0-1,-12 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4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14942,'43'-8,"679"-17,866 58,2591 125,-3971-153,1846 33,-183-40,-1262-10,388 3,32 26,-815 1,-205-10,-34-4,-10-2</inkml:trace>
  <inkml:trace contextRef="#ctx0" brushRef="#br0" timeOffset="1">1030 155,'-18'-3,"0"1,0 1,0 0,0 2,0 0,-13 2,26-2,0 0,0 1,0-1,0 1,0 0,0 0,1 1,-1-1,1 1,0 0,0 0,0 0,0 1,0 0,1-1,-1 1,1 1,0-1,1 0,-1 1,1-1,-1 1,1 0,1-1,-2 4,1 0,1 1,-1-1,1 0,1 1,0-1,0 0,0 1,1-1,0 0,1 1,0-1,0 0,1 0,0 0,0-1,1 1,0-1,0 1,1-1,0-1,5 6,13 14,1-1,2-2,0-1,23 15,-18-13,-8-6,-11-11,0 1,-1 1,0 0,-1 1,0 0,0 0,-1 1,-1 0,0 1,0 0,1 3,-8-13,-1 1,1-1,-1 0,0 0,0 1,1-1,-1 0,-1 0,1 1,0-1,0 0,-1 0,0 0,1 1,-1-1,0 0,0 0,0 0,0 0,0 0,-1-1,1 1,0 0,-1 0,1-1,-1 1,0-1,0 1,0-1,1 0,-3 1,-65 27,-14-14,80-15,0 1,-1-1,1 0,0 0,-1-1,1 1,0-1,-1 0,1 1,0-2,0 1,0 0,0 0,0-1,0 0,0 1,0-1,1 0,-1-1,1 1,-1 0,1-1,-2-1,3-3,0 1,0-1,1 0,0 1,0-1,1 1,0-1,0 1,0-1,1 1,0 0,0-1,0 1,1 0,0 0,0 1,1-1,0 1,-1-1,2 1,-1 1,1-1,2-2,90-105,-66 78,0-1,-2-1,-2-2,-2 0,10-21,-24 37,0-1,-2 1,-1-2,0 1,-2-1,-1 0,-1 0,0-1,-2 1,-1-2,-11-5,10 31,0-1,0 1,-1 0,1-1,0 1,-1 0,1-1,0 1,-1 0,1 0,0-1,-1 1,1 0,-1 0,1 0,0-1,-1 1,1 0,-1 0,1 0,-1 0,1 0,0 0,-1 0,1 0,-1 0,1 0,-1 0,1 0,-1 1,1-1,0 0,-1 0,1 0,-1 0,1 1,0-1,-1 0,1 0,0 1,-1-1,1 0,0 1,0-1,-1 0,1 1,0-1,0 1,-1-1,1 0,0 1,0-1,0 1,0-1,0 0,0 1,0-1,0 1,0-1,0 1,0-1,0 1,0-1,0 0,0 1,0-1,0 1,-5 17,1 0,1 1,1 0,0-1,2 1,0 12,0-3,5 105,5-2,7 1,11 31,-26-150,4 19,0-8</inkml:trace>
  <inkml:trace contextRef="#ctx0" brushRef="#br0" timeOffset="2">1030 477,'210'-12,"168"15,-245 9,-133-11,0-1,0 1,0-1,-1 1,1 0,0-1,0 1,0-1,0 1,-1-1,1 1,0-1,0 1,-1-1,1 1,0-1,-1 1,1-1,-1 0,1 1,0-1,-1 0,1 1,-1-1,1 0,-1 0,1 1,-1-1,1 0,-1 0,0 0,1 1,-1-1,1 0,-1 0,1 0,-1 0,1 0,-1 0,0-1,1 1,-1 0,1 0,-1 0,1 0,-1-1,1 1,-1 0,1 0,-1-1,-2 2,-18 3,0 2,0 0,1 1,0 2,0 0,0 1,14-7,0 1,0 0,0 0,0 0,1 0,0 1,0 0,0 0,1 1,-1-1,1 1,0 0,1 0,0 0,0 1,0-1,1 1,-1-1,2 1,-2 4,3-9,0 1,0-1,0 0,0 1,0-1,0 0,0 1,1-1,-1 1,1-1,0 0,0 0,0 0,0 1,0-1,0 0,1 0,-1 0,1 0,-1-1,1 1,0 0,-1-1,1 1,0-1,0 1,0-1,0 0,0 0,1 0,-1 0,0 0,0-1,1 1,-1-1,2 1,3 0,0 0,-1 0,1-1,0 0,0 0,0-1,0 0,0 0,0 0,-1-1,1 0,1-1,0-1,-1-1,0 1,0-1,0-1,0 1,-1-1,0 0,0-1,0 1,-1-1,0 0,-1-1,0 1,0-1,0 0,-1 0,0 0,0 0,1-9,-5 28,0-1,1 1,1-1,0 1,0-1,1 1,0-1,1 0,0 0,1 0,0 0,0-1,1 1,1-1,-1-1,1 1,1-1,0 0,0 0,0 0,1-1,0-1,0 1,5 1,-12-7,0 0,0 0,1-1,-1 1,1-1,-1 1,1-1,-1 1,1-1,-1 0,1 1,-1-1,1 0,-1 0,1 0,-1 0,1-1,0 1,-1 0,1-1,-1 1,0-1,1 1,-1-1,1 0,-1 1,0-1,1 0,-1 0,0 0,0 0,0 0,0 0,0-1,0 1,0 0,0 0,0-1,-1 1,1-1,0 1,-1-1,1 1,-1-1,0 1,1-2,7-78,-8 75,-2-142,3 145,1 0,0 0,-1 0,1 0,0 0,0 1,1-1,-1 1,1 0,-1-1,1 1,0 0,-1 0,1 1,0-1,0 1,0-1,1 1,-1 0,0 0,0 0,1 1,-1-1,0 1,1 0,-1 0,1 0,-1 0,0 1,1-1,-1 1,0 0,2 0,9-1,-8-1,-1 0,0 1,0 0,1 0,-1 0,0 0,0 1,0 0,1 0,-1 0,0 0,0 1,-1 0,1 0,0 1,0-1,-1 1,0 0,1 0,-1 0,0 1,-1 0,1-1,-1 1,1 0,-1 1,-1-1,1 1,0-1,-1 1,0 0,0 0,1 5,1 150,-3-157,0 0,0 0,0 1,1-1,-1-1,1 1,0 0,0 0,0-1,0 1,0-1,1 1,-1-1,1 0,-1 0,1 0,0 0,0 0,0-1,0 0,0 1,0-1,0 0,0 0,0-1,1 1,-1-1,0 1,3-1,6 1,0-1,-1-1,1 0,-1 0,1-1,-1 0,1-1,-1 0,3-1,-1 0,0-1,0-1,0 0,0 0,-1-1,0-1,-1 0,0 0,0-1,0-1,-1 0,-1 0,0-1,0 0,-1-1,-1 0,0 0,0 0,-1-1,-1 0,3-11,-7 22,0 0,0-1,-1 1,1 0,-1 0,0-1,0 1,0 0,0 0,0-1,0 1,0 0,-1 0,1-1,-1 1,0 0,0 0,1 0,-1 0,-1 0,1 0,0 0,0 0,-1 1,1-1,-1 0,1 1,-1-1,0 1,0-1,0 1,0 0,0 0,0 0,0 0,0 0,0 0,0 1,0-1,-1 1,1-1,0 1,0 0,-1 0,1 0,0 0,0 0,-2 1,0 0,1 1,-1-1,1 1,-1 0,1 0,-1 0,1 0,0 1,0-1,0 1,0 0,1 0,-1 0,1 0,0 0,0 0,0 1,0-1,0 1,1 0,-1-1,1 1,0 0,0 0,1 0,-1 0,1-1,0 1,0 0,0 0,0 0,1 0,0 0,0 0,0 0,0-1,0 1,2 3,2 1,0 1,1-1,0 0,0-1,1 1,0-1,0-1,1 1,0-1,0 0,0-1,1 0,-1 0,9 2,131 41,-83-35</inkml:trace>
  <inkml:trace contextRef="#ctx0" brushRef="#br0" timeOffset="3">1096 1305,'0'14,"-2"16,-3 16,-3 16,-3 14,-1 10,-1 5,-1 0,2-5,4-16</inkml:trace>
  <inkml:trace contextRef="#ctx0" brushRef="#br0" timeOffset="4">936 1439,'-31'-153,"32"150,0 1,0-1,1 0,-1 1,1 0,0-1,-1 1,1 0,0 0,0 0,0 0,1 0,-1 0,0 1,1-1,-1 1,1-1,0 1,-1 0,1 0,0 0,0 1,-1-1,1 0,0 1,0 0,0 0,0 0,0 0,0 0,-1 1,1-1,0 1,2 0,-2-1,20 0,1 1,-1 1,0 1,0 2,0 0,0 1,-1 1,0 1,9 5,-29-13,1 1,-1 0,1 0,-1 0,0 1,1-1,-1 1,0-1,0 1,0 0,0-1,0 1,-1 0,1 0,0 0,-1 1,0-1,1 0,-1 1,0-1,0 0,0 1,-1-1,1 1,0 0,-1-1,0 1,0-1,0 1,0 0,0 1,-4 2,1 0,-1 0,-1 0,1-1,-1 1,0-1,0 0,-1 0,1-1,-1 0,0 0,0 0,-1-1,-3 2,2 0,-170 87,151-77</inkml:trace>
  <inkml:trace contextRef="#ctx0" brushRef="#br0" timeOffset="5">1324 1640,'14'-335,"-15"333,1 0,0 0,-1 1,1-1,0 0,0 1,0-1,0 0,1 0,-1 1,0-1,1 0,-1 1,1-1,0 0,-1 1,1-1,0 1,0-1,0 1,0-1,0 1,0 0,1-1,-1 1,0 0,1 0,-1 0,0 0,1 0,-1 0,1 1,0-1,-1 0,1 1,0 0,-1-1,1 1,0 0,0-1,-1 1,1 0,0 0,0 1,0-1,37 6,1 1,-1 3,-1 1,6 4,-39-14,0 0,0 0,0 1,-1 0,1 0,-1 0,1 0,-1 1,0 0,0-1,0 2,0-1,0 0,-1 1,1 0,-1-1,0 1,-1 1,1-1,0 0,-1 1,0-1,0 1,-1 0,1-1,-1 1,0 0,0 2,-27 152,26-156,0 0,0 1,0-1,0 0,1 0,0 1,0-1,0 0,0 0,0 0,0 0,1 0,0 0,-1-1,1 1,0-1,0 1,1-1,-1 1,0-1,1 0,-1 0,1 0,0 0,0-1,-1 1,1-1,0 0,1 0,-1 0,0 0,0 0,0-1,0 1,1-1,-1 0,0 0,0 0,1 0,-1-1,1 1,7-1,0 0,0 0,0-1,0 0,0-1,0 0,-1-1,1 0,-1-1,0 0,-1 0,1-1,-1-1,6-4,-9 6,-1 0,1 0,-1 0,0-1,0 0,-1 0,1 0,-2 0,1-1,-1 0,1 0,-2 1,1-2,-1 1,0 0,-1 0,0-1,0 1,0-1,-1 1,0-1,-1-2,1 9,1 0,-1-1,0 1,0 0,0-1,0 1,-1 0,1-1,0 1,0 0,-1-1,1 1,-1 0,1-1,-1 1,0 0,1 0,-1 0,0 0,0 0,0 0,0 0,0 0,0 0,0 0,0 0,0 1,0-1,0 0,-1 1,1-1,0 1,-1-1,1 1,0 0,-1-1,1 1,0 0,-1 0,1 0,0 0,-1 0,1 0,0 0,-1 1,1-1,0 0,-1 1,1-1,0 1,0 0,-1-1,1 1,0 0,0 0,0-1,0 1,0 0,0 1,-3 5,0 1,1-1,0 1,0 0,1 0,0 0,0 0,1 1,0-1,1 0,0 1,0-1,1 0,0 1,0-1,1 0,0 0,0 0,1 0,0 0,1 1,-1-1,1 0,0-1,0 1,1-1,-1 0,2 0,-1 0,1-1,0 0,0 0,0-1,1 1,0-1,0-1,1 1,-1-1,1-1,0 1,0-1,0-1,0 0,1 0,-1 0,1-1,-1 0,1-1,-1 0,2 0,18-7</inkml:trace>
  <inkml:trace contextRef="#ctx0" brushRef="#br0" timeOffset="6">2206 1386,'1'-6,"0"-1,0 1,1 0,-1 0,1 0,1 0,-1 0,1 0,0 1,1-1,-1 1,1 0,0 0,0 0,1 0,0 1,-1 0,1 0,1 0,-1 1,0-1,1 1,5-2,-7 4,1 0,0 1,0-1,1 1,-1 0,0 0,0 0,0 1,0 0,0 0,0 0,-1 1,1-1,0 1,-1 0,1 1,-1-1,1 1,-1 0,0 0,0 0,-1 1,1-1,0 1,-1 0,0 0,0 0,0 0,-1 0,1 1,-1-1,0 1,-1 0,2 4,3 19,-2 1,-2 0,0 0,-2 0,0 0,-3 0,0 0,-2-1,-5 16,2 5,3-17,-11 112,16-135,0-1,0 1,1-1,1 1,-1-1,1 1,1-1,0 0,0 0,0 0,1-1,0 1,1-1,-1 0,2 1,-3-4,-1-1,1-1,-1 1,1 0,0-1,0 1,0-1,1 0,-1 0,0 0,1 0,-1-1,1 1,0-1,0 0,-1 0,1 0,0-1,0 1,0-1,0 0,0 0,-1 0,1-1,0 0,0 1,0-1,-1 0,1-1,0 1,-1-1,1 1,-1-1,0 0,1-1,-1 1,0 0,0-1,-1 0,1 1,0-1,-1 0,0-1,1 1,-1 0,-1-1,1 1,0-1,-1 1,1-3,0-3,-1 0,0 0,0 0,-1 0,0 0,-1 0,0 0,0 0,-1 1,0-1,0 0,-1 1,-1-1,1 1,-1 0,0 0,-1 0,-5-6,-1-1,-1 0,-1 0,0 1,0 1,-2 0,1 1,-2 1,-7-5,-3 3,0 0,-1 2,0 1,-1 1,-9-1,36 10,-21-8,22 2,75-10,518-81,-526 88</inkml:trace>
  <inkml:trace contextRef="#ctx0" brushRef="#br0" timeOffset="7">1872 2629,'-33'53,"2"1,3 1,3 2,1 1,4 0,-5 27,23-77,-3 5,1 1,1 0,0 0,1 0,1 0,0 0,1 1,0-1,2 10,-2-21,1-1,-1 1,1-1,0 1,0-1,0 1,0-1,0 0,1 0,-1 0,1 1,-1-1,1-1,0 1,-1 0,1 0,0-1,0 1,0-1,1 1,-1-1,0 0,1 0,-1 0,0 0,1 0,-1-1,1 1,-1-1,1 0,-1 1,1-1,0 0,-1-1,2 1,4-1,0-1,0 1,0-2,0 1,0-1,0 0,-1-1,1 0,-1 0,3-2,12-13,0-1,-2-1,0-1,-1 0,-2-1,0-1,-1-1,-2-1,0 0,-2 0,-1-1,-1-1,-1 0,0-9,-2 17,-1 0,0-1,-2 0,0 0,-2 0,0 0,-1 0,-1-1,-2 1,0 0,-1 0,0 0,-2 0,-1 1,0 0,-2 0,-5-10,11 26,0-1,0 1,0 0,-1 0,0 1,1-1,-2 0,1 1,0 0,-1 0,1 0,-1 0,0 0,0 1,0-1,0 1,0 0,-1 1,1-1,0 1,-1 0,0 0,1 0,-1 0,1 1,-1 0,0 0,1 0,-1 1,0-1,1 1,-1 0,1 1,-1-1,1 1,0 0,-1 0,-3 2,-1 7,1 1,0 0,0 0,1 0,1 1,0 0,1 0,0 1,1 0,0 0,1 0,1 0,0 0,1 0,1 1,1 13,-3 19,2-1,2 1,2-1,2 0,2 0,8 21,-10-42,2-1,1 0,1 0,1-1,1 0,1-1,1-1,1 0,1-1,1 0,0-2,13 11,-25-24,1 0,0-1,0 1,0-1,0 0,1-1,-1 0,1 0,0 0,0-1,0 1,0-2,1 1,-1-1,1 0,0-1,10-2</inkml:trace>
  <inkml:trace contextRef="#ctx0" brushRef="#br0" timeOffset="8">2206 3244,'-2'5,"1"1,0-1,0 1,0 0,1 0,-1-1,1 1,1 0,-1 0,1 0,0-1,0 1,1-1,0 1,0-1,0 1,1-1,-1 0,1 0,0 0,1 0,-1-1,1 1,0-1,0 0,0 0,1-1,3 3,-1-2,1 0,-1-1,1-1,0 1,0-1,0 0,0-1,0 0,0 0,0-1,0 0,0 0,0-1,1 0,-1 0,0-1,-1 0,1-1,0 0,-1 0,1 0,-1-1,0 0,0-1,0 1,-1-1,0-1,1 1,-2-1,1 0,-1 0,0-1,4-5,0 0,-1-1,0 0,-1 0,0-1,-1 0,-1 0,0-1,-1 0,-1 1,0-1,-1 0,0 0,-2-1,1 1,-2 0,0 0,-2-4,3 15,0 0,-1-1,0 1,0 0,0 0,-1 0,1 0,-1 0,0 0,0 1,-1-1,1 1,-1-1,1 1,-1 0,0 0,0 0,-1 0,1 0,0 1,-1 0,0-1,0 1,1 1,-1-1,0 1,0-1,-1 1,1 0,0 0,0 1,0-1,-1 1,1 0,-4 1,-4 3,0 1,0 0,0 1,1 1,0-1,0 2,1 0,0 0,0 1,1 0,0 0,0 1,1 0,1 1,0 0,0 0,0 2,-27 44</inkml:trace>
  <inkml:trace contextRef="#ctx0" brushRef="#br0" timeOffset="9">843 2535,'-24'4,"0"1,0 1,0 1,1 0,1 2,-1 1,1 1,1 1,0 1,1 0,0 2,-2 3,9-7,-1 1,2 1,0 0,0 1,1 0,1 1,0 0,1 0,1 1,1 0,0 1,1 0,0 0,2 0,0 1,-1 12,4-25,0 1,0-1,1 1,-1-1,1 1,0-1,1 1,-1-1,1 1,0-1,1 1,-1-1,1 0,0 0,1 0,-1 0,1 0,0 0,0-1,0 1,1-1,-1 0,1 0,0 0,1-1,-1 1,0-1,1 0,0 0,0-1,0 1,0-1,0 0,0 0,0-1,1 0,2 1,1-3,0 1,0-2,0 1,0-1,0 0,0-1,0 0,-1-1,0 0,1 0,-1 0,-1-1,1-1,3-2,93-93,-84 79,-1-2,0 0,-2-1,-1-1,-2-1,0 0,-1-1,-2 0,-1-1,-1 0,-2 0,-1-1,0-7,-5 30,1 0,-2 1,1-1,-1 0,0 0,0 0,-1 0,0 1,0-1,-1 0,0 1,0-1,0 1,-1-1,0 1,0 0,0 0,-1 1,0-1,0 1,-1-1,1 1,-1 1,0-1,-1 1,1 0,-1 0,0 0,0 1,0 0,0 0,-1 0,1 2,1-1,0 2,-1-1,1 1,0 0,-1 0,1 0,-1 1,1-1,0 1,0 1,-1-1,1 1,0 0,0 0,1 0,-1 1,0 0,1 0,-1 0,1 0,0 1,0-1,1 1,-1 0,1 0,-1 1,1-1,1 1,-1 0,-4 6,2 1,-1-1,2 1,-1 0,2 1,-1-1,2 1,0-1,0 1,1 0,1 0,0 5,7 28,1 1,2-1,3 0,1-1,5 6,15 49,-4-6,-4 0,-5 2,10 97,-29-170</inkml:trace>
  <inkml:trace contextRef="#ctx0" brushRef="#br0" timeOffset="10">1070 3485,'14'-43,"4"-8,-2-1,-3 0,-2-1,-1-10,-11 256,18 17,-13-174</inkml:trace>
  <inkml:trace contextRef="#ctx0" brushRef="#br0" timeOffset="11">361 3979,'-9'-7,"-8"-4,-2-1,-2 2,0 3,-2 2,-2 3,1 1,6 0</inkml:trace>
  <inkml:trace contextRef="#ctx0" brushRef="#br0" timeOffset="12">67 3926,'0'-1,"1"0,-1 0,1 0,-1 0,1 0,0 1,0-1,-1 0,1 1,0-1,0 0,0 1,0-1,-1 1,1-1,0 1,0-1,0 1,0 0,0 0,0-1,0 1,0 0,0 0,0 0,1 0,-1 0,0 0,0 1,0-1,0 0,0 0,0 1,0-1,307-1</inkml:trace>
  <inkml:trace contextRef="#ctx0" brushRef="#br0" timeOffset="13">3249 209,'-16'25,"4"114,12-114,27 451,1 114,-29-132,-11-268,5-120,3-1,3 1,3-1,7 35,3-30,-2-22,-2 1,-3 0,-2 27,-29 381,19-78,1-276,-3 32,7 0,6 1,1-6,-9 116,1-182,4 0,3 0,10 55,47 452,-49-248,-12-199,12 82,59 313,-55-401,17 203,-31-168,-3-61,4 0,5 0,7 24,-4-58,-3 0,-2 1,-3 0,-5 51,-6 10,8 114,14 686,-6-657,-12 0,-14 44,5-146,8 0,9 47,2-93,-5 0,-14 110,-75 397,32-128,39-348,5 148,13 668,5-834,5 1,8 10,3 27,-9-53,-5 1,-6 35,-12-92,1-40</inkml:trace>
  <inkml:trace contextRef="#ctx0" brushRef="#br0" timeOffset="14">3850 3792,'145'22,"-16"3,-45-8,1-3,48 0,359 4,-29 7,380-26,-169-26,-525 27,125-2,33-14,-249 11,180-15,40 9,235 25,-67 0,89-1,-90 1,-75-7,104 0,-291-8,171 1</inkml:trace>
  <inkml:trace contextRef="#ctx0" brushRef="#br0" timeOffset="15">3917 623,'0'-9,"0"2,0 8,0 16,0 19,0 18,0 17,0 14,0 9,0 1,0-3,2-6,4-9,0-11,-1-16</inkml:trace>
  <inkml:trace contextRef="#ctx0" brushRef="#br0" timeOffset="16">4037 1065,'17'12,"0"1,-2 1,1 0,-2 1,0 1,-1 0,0 1,-1 0,-1 1,-1 1,-1-1,0 2,-2-1,0 1,-1 0,-1 0,1 9,15 36,-20-65,1 0,0 1,-1-1,1 0,0 0,-1 0,1-1,0 1,-1 0,1 0,0-1,-1 1,1-1,-1 0,1 1,-1-1,1 0,-1 0,0 0,1 0,-1 0,0 0,0 0,1-1,-1 1,0 0,0-1,-1 1,1-1,0 1,0-1,-1 1,1-1,-1 1,1-1,-1 0,2-1,12-25,-1 0,-2-1,0 0,-2-1,-2 0,3-18,6-22,-6 119,-6-28,1-1,0 1,2-1,0 0,1 0,2-1,-1 0,2-1,1 0,0-1,11 12,-21-27,1 1,0-1,0 1,0-1,0 0,0 0,0 0,1 0,-1-1,1 1,-1-1,1 0,0 0,-1-1,1 1,0-1,0 1,-1-1,1 0,0 0,0-1,-1 1,1-1,0 0,-1 0,1 0,0-1,-1 1,0-1,1 0,2-1,5-5,-1 0,0 0,0-1,0 0,-1-1,-1 0,1 0,3-9,13-23,-2-2,-2 0,-3-2,-1 0,-2-1,-2 0,-2-1,-3-1,-1 1,-2-7,0 8,-1-1,-3 1,-1-1,-3 0,-1 1,-11-41,14 80,0 1,-1 0,0 0,0 0,0 0,-1 0,0 1,-1-1,0 1,0 0,0 0,0 0,-1 1,0-1,0 1,-1 1,1-1,-2 0,5 4,0 0,-1 1,1-1,0 1,0-1,-1 1,1 0,0 0,0 0,-1 0,1 0,0 1,0-1,-1 1,1-1,0 1,0 0,0 0,0 0,0 0,0 0,0 0,0 0,0 1,0-1,1 1,-1 0,1-1,-1 1,1 0,0 0,-1 0,1 1,-34 73,27-25,2 0,2 1,2-1,2 1,3-1,2 0,2 0,2 0,8 19,-10-34,8 46,3 0,4 0,3-2,19 34,-40-104,0 0,1 0,0 0,1-1,0 0,0 0,1 0,0-1,1 0,0 0,0-1,1 0,-1-1,2 0,2 2,10-2</inkml:trace>
  <inkml:trace contextRef="#ctx0" brushRef="#br0" timeOffset="17">4505 837,'-14'-2,"1"1,11 6,22 4,28 3,28 1,23 2,9 2,0 5,-17-1</inkml:trace>
  <inkml:trace contextRef="#ctx0" brushRef="#br0" timeOffset="18">5080 1586,'16'-19,"0"0,-1-2,-2 0,0 0,-1-2,-1 1,-1-1,-1-1,-1 0,-2 0,0 0,-1-1,-1 0,-2 0,0-3,-2 23,0 0,1 0,-2-1,1 1,0 0,-1 0,0 0,0 0,-1 1,0-1,1 0,-1 0,-1 1,1-1,-1 1,0 0,0 0,0 0,0 0,-2-1,4 4,0 1,1 0,-1-1,0 1,1 0,-1 0,0 0,0-1,1 1,-1 0,0 0,1 0,-1 0,0 0,0 1,1-1,-1 0,0 0,1 0,-1 1,0-1,1 0,-1 0,0 1,1-1,-1 1,1-1,-1 1,1-1,-1 1,1-1,-1 1,1-1,-1 1,1 0,-1-1,1 1,0-1,0 1,-1 0,1 0,0-1,0 1,0 0,0-1,0 1,0 0,0 0,0-1,0 1,0 0,0-1,0 1,0 0,1 0,-1-1,0 1,0 0,1-1,-1 1,1-1,-1 1,0 0,1-1,-1 1,1-1,-1 1,1-1,0 1,4 3,1 1,0-1,0 0,0 0,0-1,0 0,1 0,0-1,-1 1,1-1,0-1,0 1,3-1,-3 1,91 13,-71-12,0 1,-1 1,1 2,-1 0,11 6,-35-12,1-1,-1 1,0 0,0 0,0 0,0 1,0-1,0 0,0 1,0-1,0 1,-1 0,1-1,-1 1,1 0,-1 0,0 0,0 0,1 0,-1 1,-1-1,1 0,0 0,-1 1,1-1,-1 0,0 1,1-1,-1 1,0-1,-1 0,1 1,0-1,-1 0,1 1,-1-1,-55 98,18-44,35-52,0 0,0 0,0 1,1-1,0 1,-1-1,2 1,-1 0,0 0,1 0,0 0,0 0,1 0,-1 0,1 1,0-1,0 0,1 0,0 0,0 0,0 0,0 0,1 0,0 0,0 0,0-1,0 1,1-1,0 1,2 1,5 1,1-1,-1 0,1-1,1 0,-1-1,1 0,-1-1,1 0,0-1,0 0,0-1,0 0,4-1,13 2,1-1,-1-1,1-2,-1-1,0-1,0-1,9-4,-23 1,-14 1</inkml:trace>
  <inkml:trace contextRef="#ctx0" brushRef="#br0" timeOffset="19">4051 2642,'-2'-4,"-1"0,4 4,7 6,7 8,10 12,7 12,7 12,7 8,4 3,0 1,-1-1,-4-7,-8-8,-8-7,-11-12,-9-12</inkml:trace>
  <inkml:trace contextRef="#ctx0" brushRef="#br0" timeOffset="20">4385 2602,'-14'16,"-11"14,-8 16,-7 14,-7 12,-2 10,-1 5,1 1,3-5,11-17</inkml:trace>
  <inkml:trace contextRef="#ctx0" brushRef="#br0" timeOffset="21">4813 3110,'-3'4,"-1"1,1 0,0-1,0 1,1 0,-1 0,1 1,0-1,1 0,-1 1,1-1,0 1,0-1,1 1,0-1,0 1,0 0,0-1,1 1,0-1,0 1,1-1,0 1,-1-1,2 0,-1 0,1 0,0 0,0 0,0-1,0 1,1-1,0 0,2 2,0-1,1 0,-1 0,2 0,-1-1,0 0,1-1,-1 0,1 0,0-1,0 1,0-2,0 1,1-1,-1 0,0-1,1 0,-1-1,0 1,0-1,1-1,-1 0,0 0,0 0,0-1,-1 0,1-1,-1 0,0 0,0-1,0 1,0-1,-1-1,0 1,0-1,0 0,-1-1,0 1,0-1,-1 0,4-8,-4 5,-1-1,-1 1,1-1,-2 0,1 0,-2 0,1 0,-1 0,-1 0,0 0,-1 0,0 1,0-1,-1 0,-1 1,0 0,0-1,-1 2,0-1,-1 0,0 1,0 0,-1 1,0-1,-1 1,0 1,0-1,-1 1,-4-2,9 7,0 0,0 1,0-1,0 1,0 0,0 0,0 1,0-1,0 1,0 0,-1 0,1 0,0 1,0 0,0-1,0 1,0 1,0-1,0 0,0 1,0 0,1 0,-1 0,1 1,-1-1,1 1,0 0,0-1,0 1,0 1,1-1,-1 0,1 1,0-1,0 1,0 0,0 1,-32 98,26-52</inkml:trace>
  <inkml:trace contextRef="#ctx0" brushRef="#br0" timeOffset="22">6190 196,'-13'63,"11"-50,-18 94,4 1,0 107,43 61,-13 103,12 85,-27-34,-25-203,18 215,-8-90,0-208,6-1,6 82,-22 105,12 166,15 26,10-331,13 32,6 69,24 148,-10-114,-20 162,46 20,-60-370,-6 0,-6 11,0-9,-6 490,3 251,-1-727,0-44,6 1,8 56,23 191,-18 239,-5-185,-1 96,-9-313,2 336,-27-134,41-49,-6-252,-2 5,-11-99,-1-4</inkml:trace>
  <inkml:trace contextRef="#ctx0" brushRef="#br0" timeOffset="23">6657 851,'-14'51,"4"-27,1 1,2-1,1 2,1-1,0 1,2-1,2 1,0 0,1 0,2 0,1 0,0 0,6 14,-5-31,1 0,1 1,-1-2,2 1,-1-1,1 0,0 0,1 0,0-1,0-1,1 1,0-1,0-1,0 0,0 0,1 0,0-2,0 1,0-1,0 0,1-1,-1-1,1 1,0-2,-1 1,1-1,-1-1,1 0,-1-1,1 0,-1 0,0-1,1 0,-2-1,1 0,6-4,14-9</inkml:trace>
  <inkml:trace contextRef="#ctx0" brushRef="#br0" timeOffset="24">6618 1078,'-5'-2,"1"-1,6 0,9 1,12-2,11-5,12-3,6-1,1-2,-5 1,-10-3,-10 2</inkml:trace>
  <inkml:trace contextRef="#ctx0" brushRef="#br0" timeOffset="25">6591 704,'2'-7,"10"-2,14 0,17 2,17 2,9 2,0 4,-5 3,-14 3</inkml:trace>
  <inkml:trace contextRef="#ctx0" brushRef="#br0" timeOffset="26">6925 1011,'5'16,"7"12,8 8,8 5,7 4,7 2,2-1,-1-3,-4-5,-6-4,-8-5,-9-6,-9-7,-6-5</inkml:trace>
  <inkml:trace contextRef="#ctx0" brushRef="#br0" timeOffset="27">7286 1065,'-18'2,"-16"8,-10 11,-10 11,-4 10,-1 6,2 4,6 3,12-2,13-5,10-11</inkml:trace>
  <inkml:trace contextRef="#ctx0" brushRef="#br0" timeOffset="28">7567 1132,'-5'-3,"-1"2,1-1,-1 1,1-1,-1 1,1 1,-1-1,0 1,1 0,-1 1,1-1,-1 1,0 0,1 0,-1 1,1 0,0 0,0 0,0 0,0 1,0 0,0 0,0 0,1 1,0-1,0 1,-2 2,0 2,0 0,1 1,0 0,0 1,1-1,0 1,0-1,1 1,1 0,-1 0,1 9,1-14,0 0,1 0,0-1,0 1,0 0,1 0,-1 0,1 0,0 0,1-1,-1 1,1 0,0-1,0 1,0-1,1 0,0 0,0 0,0 0,0 0,0-1,1 1,-1-1,1 0,3 2,1-1,0 0,0-1,1 0,0 0,-1-1,1 0,0 0,0-1,0 0,0-1,1 0,-1 0,0-1,0 0,0-1,-1 0,7-2,0-1,0 0,0-1,-1 0,0-1,0-1,-1 0,0-1,0-1,10-9,-15 12,-1-1,1 0,-1-1,-1 1,0-1,0-1,0 1,-2-1,1 0,-1 0,0 0,-1-1,0 1,-1-1,0 0,-1 1,0-6,-4 75,4-49,1-1,0 0,0 0,1 0,0 0,0 0,1 0,0-1,0 0,1 1,0-2,1 1,0-1,0 0,1 0,-1 0,9 5,-1-4</inkml:trace>
  <inkml:trace contextRef="#ctx0" brushRef="#br0" timeOffset="29">7928 677,'-14'4,"-4"7,3 5,13 3,14 0,5-3</inkml:trace>
  <inkml:trace contextRef="#ctx0" brushRef="#br0" timeOffset="30">8288 490,'-9'20,"-5"21,-1 17,3 14,3 9,4 7,-1 1,2 0,-1-2,0-4,-1-8,-2-9,-2-11,1-16</inkml:trace>
  <inkml:trace contextRef="#ctx0" brushRef="#br0" timeOffset="31">8035 1078,'493'38,"-435"-29,-61-1,-96 36,81-37,2 0,-1 0,1 2,0 0,1 1,0 1,0 0,1 1,1 0,0 1,-3 4,15-15,0-1,-1 1,1-1,0 1,0 0,0-1,0 1,0 0,1 0,-1 0,0-1,1 1,0 0,-1 0,1 0,0 0,0 0,0 0,0 0,0 0,0 0,1 0,-1 0,1 0,-1 0,1 0,0-1,0 1,0 0,0 0,0-1,0 1,0 0,0-1,1 0,-1 1,1-1,-1 0,1 1,-1-1,1 0,0 0,0 0,-1 0,3 0,9 2,1-1,-1 0,1-1,0-1,-1 0,1-1,0 0,-1-1,1 0,-1-1,0-1,0 0,0-1,0 0,-1-1,0-1,0 0,-8 5,1 0,-1-1,0 1,0-1,0 0,-1 0,1-1,-1 1,0-1,0 1,0-1,0 0,-1 0,3-5,-5 9,0-1,0 1,0-1,-1 1,1-1,0 1,0-1,0 1,-1-1,1 1,0-1,0 1,-1-1,1 1,0 0,-1-1,1 1,-1 0,1-1,0 1,-1 0,1-1,-1 1,1 0,-1 0,1-1,-1 1,1 0,-1 0,1 0,-1 0,1 0,-1 0,1 0,-1 0,1 0,-1 0,1 0,-1 0,0 0,1 0,-1 0,1 1,0-1,-1 0,1 0,-1 1,1-1,-1 0,1 1,-1-1,1 0,0 1,-1-1,1 1,0-1,-1 0,1 1,0-1,0 1,-1-1,-2 3,-1-1,0 1,1-1,0 1,0 0,0 0,0 0,0 1,0-1,1 1,0 0,0-1,0 1,0 0,0 0,1 0,0 0,0 1,0-1,0 0,0 0,1 1,0-1,0 0,0 1,1-1,-1 0,1 1,0-1,0 0,1 0,-1 0,1 0,0 0,0 0,0 0,1-1,-1 1,1-1,0 0,0 0,0 0,0 0,0 0,1 0,-1-1,2 1,1 0,0-1,1-1,-1 1,0-1,1 0,-1 0,0 0,1-1,-1 0,1-1,-1 1,1-1,-1 0,0-1,1 0,-1 0,0 0,0-1,-1 1,1-2,0 1,1-2,3-2,0-2,0 1,-1-1,0-1,0 1,-1-1,0-1,-1 0,-1 0,6-11,13-41,-3-1,-3-1,-2-1,-4-1,5-62,-3 22,-6 0,-3-84,-6 190,0-9,0 1,-1-1,0 0,0 1,-1-1,0 1,-1-1,-3-7,6 16,-1 0,-1 0,1 0,0 0,0 0,0 0,0 0,-1 0,1 1,0-1,-1 0,1 1,-1-1,1 1,-1-1,1 1,-1 0,1 0,-1 0,1 0,-1 0,1 0,-1 0,1 0,-1 0,1 1,-1-1,1 1,0-1,-1 1,1 0,-1-1,1 1,0 0,0 0,0 0,-1 0,1 0,0 0,0 0,0 0,0 1,1-1,-1 0,0 0,0 1,1-1,-1 1,1-1,-1 0,1 2,-16 25,1 1,2 1,1 0,1 0,2 1,1 1,1-1,2 1,1 0,1 11,0 13,3 1,2-1,2 1,3-1,2 0,3-1,2 0,2-1,11 19,-23-58,2-1,0 1,1-1,0-1,1 1,0-1,1-1,1 0,0 0,1-1,5 5,-13-14,0 0,0 0,0 0,0-1,0 0,0 1,0-1,0 0,0-1,1 1,-1 0,0-1,1 0,-1 0,0 0,1 0,-1 0,0-1,1 0,-1 1,0-1,0 0,0-1,0 1,0 0,0-1,0 0,0 0,0 0,-1 0,3-2,4-4,1-2,-1 0,-1 0,0 0,0-1,-1 0,3-6,-2 3,0-1,-1 0,-1-1,0 1,-1-1,2-11,-7 27,-1 1,1-1,0 0,-1 0,1 0,0-1,-1 1,1 0,0 0,-1 0,1 0,0 0,0 0,-1 0,1 0,0-1,0 1,-1 0,1 0,0 0,0-1,-1 1,1 0,0 0,0-1,0 1,-1 0,1 0,0-1,0 1,0 0,0-1,0 1,0 0,0 0,0-1,-1 1,1 0,0-1,0 1,0 0,1-1,-1 1,0 0,0-1,0 1,0 0,0 0,0-1,0 1,0 0,-16 25,11-18,1 1,0-1,0 1,1 0,0 0,0 1,1-1,0 1,1-1,0 1,0 0,1 0,0-1,0 1,1 0,0-1,0 1,1-1,0 1,1-1,0 0,0 1,1-2,0 1,1 0,-1-1,1 0,1 0,-1 0,1-1,0 1,6 3,24 9,-1-5</inkml:trace>
  <inkml:trace contextRef="#ctx0" brushRef="#br0" timeOffset="32">9505 1159,'-16'-5,"-9"-1,-4 0,2 1,3 0,0-3,3-1,5 1</inkml:trace>
  <inkml:trace contextRef="#ctx0" brushRef="#br0" timeOffset="33">8863 878,'16'-2,"19"-1,22 0,19 3,15 3,5 4,-1 3,-18 0</inkml:trace>
  <inkml:trace contextRef="#ctx0" brushRef="#br0" timeOffset="34">9612 1198,'-4'18,"-5"14,-2 9,1 5,1 4,3 0,2-4,5-5,5-7,6-10,1-11,0-7</inkml:trace>
  <inkml:trace contextRef="#ctx0" brushRef="#br0" timeOffset="35">9653 865,'-16'-9,"-8"1,-4 5,3 2</inkml:trace>
  <inkml:trace contextRef="#ctx0" brushRef="#br0" timeOffset="36">6899 2548,'-2'14,"8"-17,9-23,-4-4,-2 0,0-1,-2-1,-2 1,-1-1,-1 0,-1 0,-3-11,1 40,1-1,-1 1,0-1,0 1,0-1,-1 1,1 0,-1-1,1 1,-1-1,0 1,-1 0,1 0,0-1,-1 1,0 0,0 0,-1-1,1 4,0 0,0 1,0-1,0 1,0-1,0 1,0 0,0 0,1 0,-1 0,0 0,1 0,-1 0,1 0,-1 1,1-1,-1 1,1-1,0 1,0 0,0-1,0 1,0 0,0 0,0 0,1 0,-1-1,1 1,-1 0,1 0,0 0,-1 2,0-2,0 1,0 0,1 0,-1 0,0 0,1 0,0 0,0 0,0 0,0 0,0 0,0 0,1 0,0-1,-1 1,1 0,0 0,1 0,-1-1,0 1,1 0,-1-1,1 1,0-1,0 0,0 0,0 1,0-1,0-1,1 1,0 0,10 4,0-1,0-1,0 0,1-1,-1 0,1-1,0-1,0 0,0-1,0 0,0-1,-1-1,1 0,0-1,7-3,96-33,-100 33,-19 25,-17 19,2 1,1 0,2 1,2 0,2 2,1-1,1 11,-3 229,11-225,-8 24,7-78,0 1,0 0,1-1,-2 1,1-1,0 0,0 1,-1-1,0 0,1 0,-1 0,0 0,0 0,0 0,0-1,0 1,0-1,-1 1,1-1,0 0,-1 0,1 0,-1 0,1 0,-1 0,0-1,1 0,-1 1,-3-1,0 0,0-1,1 0,-1 0,0 0,1-1,-1 1,1-1,-1-1,1 1,0-1,0 0,0 0,0 0,1-1,-1 0,1 0,-2-2,-64-84,63 79,1-1,0 1,1-1,0 0,1 0,0-1,1 1,1-1,0 0,0 0,1-5,2 15,0 0,0 1,0 0,1-1,-1 1,1 0,-1 0,1-1,0 1,0 0,0 1,0-1,0 0,0 1,1-1,-1 1,0 0,1-1,-1 1,1 0,0 1,-1-1,1 0,0 1,-1-1,1 1,0 0,-1 0,1 0,0 0,0 1,-1-1,2 1,1-1,133-2,-93 2</inkml:trace>
  <inkml:trace contextRef="#ctx0" brushRef="#br0" timeOffset="37">7380 2870,'9'-19,"5"-9,3-8,0 0,1 4,-4 6,-4 8,-4 13,-2 14,-3 14,-1 13,0 11,-1 7,0 3,1-1,2-6,0-8,1-13</inkml:trace>
  <inkml:trace contextRef="#ctx0" brushRef="#br0" timeOffset="38">7968 2389,'0'13,"-5"17,-3 16,-3 14,-2 8,2 7,2 1,5-3,6-7,6-12,5-14,0-13</inkml:trace>
  <inkml:trace contextRef="#ctx0" brushRef="#br0" timeOffset="39">8369 2402,'-287'214,"103"-62,183-152,1 0,-1 0,0 0,0 1,0-1,0 0,1 1,-1-1,0 1,0-1,1 1,-1-1,0 1,1 0,-1-1,1 1,-1 0,1 0,-1-1,1 1,-1 0,1 0,0-1,-1 1,1 0,0 0,0 0,0 0,0 0,-1-1,1 1,0 0,1 0,-1 0,0 0,0 0,0 0,0-1,1 1,-1 0,0 0,1 0,-1-1,1 1,-1 0,1 0,-1-1,1 1,-1 0,1-1,0 1,-1-1,1 1,0-1,-1 1,1-1,0 1,0-1,0 0,0 1,0-1,165 1,-155-3,0 1,0 0,0 1,0 1,0 0,0 0,0 1,0 0,0 1,0 0,-1 1,0 0,0 1,0 0,0 0,-1 1,1 0,-1 1,-1 0,0 1,5 4,4 16,-4-3</inkml:trace>
  <inkml:trace contextRef="#ctx0" brushRef="#br0" timeOffset="40">8449 3057,'0'-18,"-1"-15,1 0,1 0,2 0,1 0,2 0,1 1,9-26,-5 37,-11 20,0 1,0 0,0-1,0 1,0 0,0 0,0-1,0 1,0 0,1-1,-1 1,0 0,0-1,0 1,0 0,0 0,1-1,-1 1,0 0,0 0,1 0,-1-1,0 1,0 0,1 0,-1 0,0 0,0-1,1 1,-1 0,0 0,1 0,-1 0,0 0,1 0,-1 0,0 0,0 0,1 0,-1 0,0 0,1 0,-1 0,0 0,1 0,-1 0,0 1,0-1,1 0,-1 0,0 0,0 0,1 1,-1-1,0 0,0 0,1 0,-1 1,0-1,0 0,0 0,0 1,1-1,-1 0,0 1,6 90,-7-69,0-1,-2 70,3-1,8 45,-1-80</inkml:trace>
  <inkml:trace contextRef="#ctx0" brushRef="#br0" timeOffset="41">9091 2202,'-2'18,"-1"15,0 11,0 7,4 4,1 4,0-8</inkml:trace>
  <inkml:trace contextRef="#ctx0" brushRef="#br0" timeOffset="42">8877 3378,'0'16,"0"12,0 8,0 4,0 3,0-1,0-4,0-4,0-7</inkml:trace>
  <inkml:trace contextRef="#ctx0" brushRef="#br0" timeOffset="43">8904 4421,'-5'16,"-1"9,0 6,1 2,2-1,1-5</inkml:trace>
  <inkml:trace contextRef="#ctx0" brushRef="#br0" timeOffset="44">8797 5156,'-5'13,"-1"12,1 6,0 2,4 3,6-1,6-1,-1-7</inkml:trace>
  <inkml:trace contextRef="#ctx0" brushRef="#br0" timeOffset="45">8824 6132,'-2'16,"-2"12,1 8,1 7,0 3,3 0,2 0,2-2,1-1,-2-8</inkml:trace>
  <inkml:trace contextRef="#ctx0" brushRef="#br0" timeOffset="46">8850 7040,'-4'21,"-2"13,0 10,-1 5,1 0,1 1,1-1,2-4,1-3,0-9</inkml:trace>
  <inkml:trace contextRef="#ctx0" brushRef="#br0" timeOffset="47">8810 8164,'-9'20,"-6"14,1 8,2 3,3 2,3-1,3-2,1-8</inkml:trace>
  <inkml:trace contextRef="#ctx0" brushRef="#br0" timeOffset="48">8623 9033,'-2'14,"-4"10,1 12,0 5,1 6,3 3,5 3,6-2,3-1,0-11</inkml:trace>
  <inkml:trace contextRef="#ctx0" brushRef="#br0" timeOffset="49">8784 10102,'0'21,"0"15,0 9,0 5,0 2,2 1,3 0,3-2,1 2,-3-8</inkml:trace>
  <inkml:trace contextRef="#ctx0" brushRef="#br0" timeOffset="50">8850 11225,'-2'16,"-3"14,-1 9,1 7,1 3,1-1,4-1,1-5,3-2,0-7</inkml:trace>
  <inkml:trace contextRef="#ctx0" brushRef="#br0" timeOffset="51">8863 12134,'-6'19,"-6"11,-2 12,-1 4,2 1,3-2,4-5,2-2,2-5,2-9</inkml:trace>
  <inkml:trace contextRef="#ctx0" brushRef="#br0" timeOffset="52">8797 12802,'-3'19,"0"9,3 6,1-3</inkml:trace>
  <inkml:trace contextRef="#ctx0" brushRef="#br0" timeOffset="53">8971 13377,'0'14,"2"4,3-1,3-5,0-5</inkml:trace>
  <inkml:trace contextRef="#ctx0" brushRef="#br0" timeOffset="54">9638 2776,'-4'-30,"8"-19,3-10,-2-1,-4 0,-2 1,-2-1,-5-10,7 64,1 1,-1 0,0 1,0-1,0 0,0 0,-1 0,0 1,0-1,0 1,-1-1,0 1,-2-3,5 7,-1-1,1 1,-1 0,1 0,0 0,-1 0,1 0,-1 0,1 0,-1 0,1 0,0 0,-1 0,1 0,-1 0,1 0,0 1,-1-1,1 0,-1 0,1 0,0 1,-1-1,1 0,0 0,-1 1,1-1,0 0,-1 1,1-1,0 0,0 1,-1-1,1 0,0 1,0-1,0 1,0-1,0 0,-1 1,1-1,0 1,0-1,0 1,0-1,0 0,0 1,0-1,0 1,1-1,-1 1,0-1,0 0,0 1,0-1,0 1,1-1,-1 0,0 1,1-1,2 6,0 0,1 0,0-1,0 1,1-1,-1 0,1 0,0-1,1 0,-1 0,1 0,-1 0,1-1,0 0,1 0,-1 0,0-1,1 0,0-1,-1 1,1-1,1 0,205 33,-211-32,0-1,0 1,0 0,0-1,0 1,0 0,0 1,-1-1,1 0,-1 0,0 1,1-1,-1 1,0-1,0 1,-1-1,1 1,0-1,-1 1,0 0,0 0,0-1,0 1,0 0,0-1,0 1,-1 0,0-1,1 1,-1-1,0 1,-1 0,0 19,-4 115,-3 9,9 71,0-29,0-180,1 5,-1-1,0 0,0 1,-1-1,-1 0,0 0,-1 0,0 0,-1 0,0 0,-1-1,0 0,-1 0,-4 5,8-13,-1-1,0 1,0-1,0 0,0 0,0 0,0 0,0-1,-1 0,1 1,-1-1,1 0,-1 0,1-1,-1 1,0-1,1 0,-1 0,0 0,1 0,-1-1,0 1,1-1,-1 0,1 0,-1-1,1 1,0 0,-4-3,-3-1,1-1,-1 0,1-1,0 0,0-1,1 0,0 0,1 0,-1-2,-2-2,0-1,1 0,1-1,0 0,0 0,2-1,0 0,0 0,2-1,-1 1,2-1,0 0,2 0,-1-5,3 17,-1 0,1 0,0 0,0 0,1 1,-1-1,1 0,0 0,0 1,0 0,0-1,1 1,-1 0,1 0,0 0,0 0,0 0,0 1,0 0,1-1,-1 1,1 0,3-1,94-31,-84 30,189-33,-168 34</inkml:trace>
  <inkml:trace contextRef="#ctx0" brushRef="#br0" timeOffset="55">10280 2910,'-5'2,"0"1,0-1,0 1,1 0,-1 1,1-1,0 1,0-1,0 1,0 1,1-1,-1 0,1 1,0 0,1-1,-1 1,1 1,0-1,0 0,0 0,1 1,0-1,0 1,0-1,1 1,0-1,0 1,0-1,1 1,0-1,0 1,0-1,1 0,1 5,0-3,0 0,1 0,-1 0,2-1,-1 1,1-1,0 0,0 0,0-1,1 1,0-1,0 0,1-1,-1 0,1 0,0 0,0-1,0 0,0 0,1 0,-1-1,1-1,0 1,-1-1,1 0,0-1,0 0,-1 0,1-1,4 0,-9 0,0 0,0-1,0 1,-1-1,1 1,0-1,-1 0,1 0,-1 0,0 0,0 0,0-1,0 1,0-1,0 1,0-1,-1 0,0 1,1-1,-1 0,0 0,0 0,0 0,-1 0,1 0,-1-3,-8-82,7 82,-1-1,0 1,0 0,-1 0,1 1,-1-1,-1 1,1-1,-1 1,0 0,0 0,0 0,-1 1,1 0,-1 0,0 0,-1 0,1 1,-1 0,1 0,-1 0,0 1,0-1,0 2,0-1,-1 1,1 0,0 0,-1 0,1 1,0 0,-1 0,1 1,-1 0,1 0,0 0,0 1,0 0,-6 3,7-3,0 1,1 0,-1 0,0 1,1-1,0 1,0 0,0 0,0 0,0 1,1-1,0 1,0 0,0 0,1 0,0 0,0 1,0-1,0 0,1 1,0 0,0-1,1 1,-1 0,1 4,6 20</inkml:trace>
  <inkml:trace contextRef="#ctx0" brushRef="#br0" timeOffset="56">10762 2402,'-9'20,"-3"19,0 13,3 12,3 7,1 4,3 1,1-3,1-8,1-9,-1-13,1-13</inkml:trace>
  <inkml:trace contextRef="#ctx0" brushRef="#br0" timeOffset="57">11003 2455,'-48'46,"3"2,-28 37,-1 2,-4 5,76-88,1-1,0 1,0 0,0 0,0 0,1 0,-1 0,1 0,0 0,0 0,1 0,-1 0,1 0,0 0,0 0,0 0,0 0,1-1,0 1,-1 0,1-1,1 1,-1-1,0 0,1 0,0 0,0 0,2 2,6 9,-1 2,1-1,0-1,2 1,-1-2,2 0,0-1,0 0,1-1,0 0,1-2,0 1,1-2,0 0,0-2,13 4,-1-4</inkml:trace>
  <inkml:trace contextRef="#ctx0" brushRef="#br0" timeOffset="58">11110 3043,'-1'4,"-1"-1,1 0,1 1,-1-1,0 1,1-1,0 1,0-1,0 1,0-1,0 1,1-1,0 1,0-1,0 0,0 1,0-1,0 0,1 0,0 0,-1 0,1 0,0 0,1 0,-1-1,0 1,1-1,0 1,-1-1,1 0,0 0,0 0,0-1,0 1,1-1,-1 1,0-1,1 0,1 1,1 0,0-1,0 0,0 0,0 0,1 0,-1-1,0 0,0-1,0 1,0-1,0 0,0 0,0-1,0 0,0 0,-1-1,1 1,-1-1,1 0,3-3,-4-1,0 1,0-1,-1 0,0 0,0-1,0 1,-1-1,-1 0,1 0,-1 1,0-2,-1 1,0 0,0 0,-1 0,0-1,0 1,-1 0,0 0,-1 0,0 0,0 0,0 0,-1 0,-1-1,1 4,0-1,-1 1,0-1,0 1,0 0,-1 1,1-1,-1 1,0 0,0 0,-1 0,1 1,-1 0,0 0,0 0,0 1,0-1,0 2,-1-1,1 1,0 0,-1 0,1 0,-1 1,1 0,-1 1,1-1,-1 1,1 1,-3-1,1 0,0 1,-1 0,1 0,0 1,1 0,-1 1,0-1,1 2,0-1,0 1,0 0,1 0,-1 1,1 0,1 0,-1 0,1 1,0 0,0 0,1 0,-1 2,-2 21,8-4</inkml:trace>
  <inkml:trace contextRef="#ctx0" brushRef="#br0" timeOffset="59">11430 209,'1'442,"5"-347,5-1,4 0,7 15,14 85,-14-55,-6 1,-6 0,-6 1,-9 42,-7-12,7-1,9 34,0-109,-3 1,-7 34,-5 54,7-1,9 5,1-104,-4 1,-3-1,-5 1,-15 76,7-89,2 1,4 0,3 0,4 56,39 593,-31 208,-2-792,14 220,50 228,-48-388,4 24,-7 98,-18-101,-4-28,9 1,8 0,8-2,24 82,-1-94,-9 1,-7 2,-7 18,-12 548,-3-545,-3-46,7 0,19 92,25-6,-28-132,-3 1,4 92,-17 273,-1 111,-3-438,22 122,-27-260,0-7,-1 1,0 0,1-1,0 1,0-1,0 1,1-1,-1 1,1-1,0 0,1 1,-1-1,2 1,9-5,-8-5</inkml:trace>
  <inkml:trace contextRef="#ctx0" brushRef="#br0" timeOffset="60">12219 811,'-12'-4,"-1"0,0 1,1 0,-1 1,-1 1,1 0,0 1,0 0,0 1,0 0,0 1,0 1,0 0,0 1,1 0,0 1,-1 0,2 1,-1 0,1 1,0 0,0 1,1 0,-9 9,15-11,1 0,-1-1,1 2,0-1,0 0,1 1,0-1,0 1,1 0,-1-1,1 1,1 0,-1 0,1 0,1 0,-1 0,1 0,0-1,1 1,-1 0,2 0,-1-1,0 0,1 1,1-1,-1 0,1 0,0-1,0 1,0-1,1 0,0 0,0 0,4 2,92 81,-79-71,-1 0,0 1,-2 1,0 1,-1 1,16 22,-33-41,1 0,-1 0,0 0,1 0,-1 1,0-1,0 0,-1 0,1 1,0-1,-1 0,1 1,-1-1,0 1,0-1,0 1,0-1,0 0,0 1,-1-1,1 1,-1-1,1 0,-1 1,0-1,0 0,0 0,-1 0,1 0,0 0,-1 0,1 0,-1 0,0 0,0-1,1 1,-1-1,-1 2,-11 3,1 1,-1-1,0-1,-1-1,1 0,-1-1,0 0,0-1,0-1,0 0,0-1,0-1,-9-2,-27-15,50 17,0 0,0 1,0-1,0 0,0 0,0 0,0 0,0 0,0 0,0 0,1 0,-1 0,1 0,-1 0,0-1,1 1,0 0,-1 0,1-1,0 1,0 0,-1 0,1-1,0 1,0 0,1-1,-1 1,0 0,0-1,1 1,-1 0,0 0,1 0,-1-1,1 1,0 0,-1 0,1 0,0 0,0 0,18-19,4 0</inkml:trace>
  <inkml:trace contextRef="#ctx0" brushRef="#br0" timeOffset="61">12406 865,'0'-9,"0"1,0 9,-4 14,-5 13,-2 13,1 13,1 9,1 5,1 0,2-2,2-4,4-7,1-7,3-8,1-10,-1-14,-2-10</inkml:trace>
  <inkml:trace contextRef="#ctx0" brushRef="#br0" timeOffset="62">12166 1132,'122'5,"105"19,-30-2,-168-19,-22 2,-24 1,12-5,-9 1,1 1,-1 1,1 0,0 1,1 0,-1 1,1 0,0 1,0 1,1-1,0 2,1 0,0 0,0 1,1 0,0 1,0-1,2 2,-1-1,-5 13,12-21,0 0,0 1,1-1,-1 1,1-1,0 1,-1 0,2-1,-1 1,0-1,1 1,-1-1,1 1,0-1,0 0,1 1,-1-1,1 0,-1 0,1 0,0 0,0 0,1 0,-1 0,0-1,1 1,0-1,-1 0,1 0,0 0,0 0,0 0,1 0,-1-1,0 0,1 0,-1 0,0 0,1 0,-1 0,1-1,0 0,1 0,1 0,1 0,-1-1,0 0,1 0,-1-1,0 1,0-1,0-1,0 1,0-1,-1 0,1 0,-1-1,1 1,-1-1,-1-1,1 1,0-1,-1 1,0-1,0 0,-1-1,1 1,-1-1,0 0,-1 1,1-1,-1 0,0-1,-1 0,0 24,1 1,0-1,1 0,1 0,1 0,0 0,2 1,34 44,-39-60,-1-1,1 1,-1-1,1 1,-1-1,1 0,0 0,0 1,0-1,0-1,-1 1,1 0,0 0,1-1,-1 1,0-1,0 1,0-1,0 0,0 0,0 0,0 0,0-1,1 1,-1 0,0-1,0 0,0 1,0-1,0 0,0 0,-1 0,2 0,6-8,-1-1,0 1,-1-1,0 0,0-1,-1 0,-1 0,0 0,0-1,-1 0,0 1,0-8,33-161,-37 178,0 0,0 0,0 1,1-1,-1 0,0 0,1 1,0-1,-1 1,1-1,0 0,0 1,0-1,0 1,0 0,0-1,1 1,-1 0,0 0,1-1,-1 1,0 0,1 1,0-1,-1 0,1 0,-1 1,1-1,0 0,0 1,-1 0,1-1,0 1,0 0,-1 0,1 0,0 0,0 0,1 1,8 0,0 0,1 1,-1 1,0 0,0 0,-1 1,1 0,-1 1,0 0,0 1,0 0,-1 1,0-1,0 2,1 1,-7-3,0 1,-1 0,0-1,0 1,0 0,-1 0,0 0,0 0,-1 0,0 0,0 0,-1 0,0 0,0 0,0 0,-1 0,0 0,-1-1,1 1,-1-1,-4 6,-7 33,11-40,1 0,1 0,-1 0,1 1,-1-1,2 0,-1 1,0-1,1 1,0-1,1 1,-1-1,1 1,0-1,0 1,1-1,-1 0,1 1,1-1,-1 0,1-1,-1 1,1 0,1-1,-1 1,1-1,0 0,2 2,4-1,0-1,-1-1,1 1,1-2,-1 1,0-1,1-1,-1 0,1 0,-1-1,1-1,-1 0,1 0,-1-1,0 0,0-1,0 0,0 0,0-1,0-1,-1 0,2-1,-1-1,-1-1,-1 0,1 0,-1-1,-1 0,0 0,0 0,-1-1,0 0,0-1,-1 1,-1-1,0 0,0 0,-1-1,-1 1,0-1,0 1,-1-1,-1 1,0-1,0-2,0 12,1 1,-1 0,1-1,-1 1,0-1,1 1,-1-1,0 1,0 0,0-1,0 1,0-1,-1 1,1-1,0 1,-1 0,1-1,-1 1,1 0,-1-1,0 1,1 0,-1 0,0 0,0-1,0 1,0 0,0 0,0 0,0 0,0 1,0-1,-1 0,1 0,0 1,0-1,-1 1,1-1,0 1,-1-1,1 1,-1 0,1 0,-1 0,1 0,0 0,-1 0,0 0,-2 4,0 0,1 0,-1 1,1 0,-1-1,1 1,1 0,-1 1,1-1,0 0,0 1,0-1,1 1,0-1,0 1,1 0,-1 0,1-1,0 1,1 0,0 3,1 5,1 0,1 0,0-1,0 1,2-1,0 0,0 0,1-1,1 1,0-2,0 1,1-1,1-1,0 1,6 4,25 22</inkml:trace>
  <inkml:trace contextRef="#ctx0" brushRef="#br0" timeOffset="63">12125 2028,'93'254,"-89"-245,-1 0,0 1,1-1,0 0,1 0,0 0,0-1,1 0,0 0,0 0,1-1,0 0,0 0,1-1,3 2,-10-8,0 1,0-1,0 1,0-1,0 0,1 0,-1 0,0 1,0-1,1 0,-1-1,0 1,0 0,0 0,1 0,-1-1,0 1,0-1,0 1,0-1,0 1,0-1,0 0,0 1,0-1,0 0,0 0,0 0,0 0,-1 0,1 1,0-2,-1 1,1 0,0 0,-1 0,0 0,1 0,-1-1,14-49,-7-130,-8 94,0 85,1-1,-1 1,1 0,0-1,0 1,-1-1,1 1,1 0,-1-1,0 1,1 0,-1-1,1 1,0 0,-1-1,1 1,0 0,0 0,1 0,-1 0,0 0,1 0,-1 0,1 0,0 1,0-1,-1 0,1 1,0 0,0-1,0 1,1 0,-1 0,0 0,0 0,1 1,-1-1,0 1,1-1,-1 1,0 0,1 0,1 0,16 7,-2 1</inkml:trace>
  <inkml:trace contextRef="#ctx0" brushRef="#br0" timeOffset="64">12660 2174,'-2'16,"-1"12,0 6,1 2,0 1,3-3,2-3,2-7,2-7,1-6</inkml:trace>
  <inkml:trace contextRef="#ctx0" brushRef="#br0" timeOffset="65">12621 1947,'2'9,"10"8,12 3,11 0,0-3</inkml:trace>
  <inkml:trace contextRef="#ctx0" brushRef="#br0" timeOffset="66">13021 2215,'-2'16,"-1"9,0 6,0 2,2-1,2-3,6-4,4-4,2-6,0-5</inkml:trace>
  <inkml:trace contextRef="#ctx0" brushRef="#br0" timeOffset="67">12994 1947,'-9'-4,"-3"2,3 11,9 12,13 10,9 9,2-2</inkml:trace>
  <inkml:trace contextRef="#ctx0" brushRef="#br0" timeOffset="68">13275 2415,'28'-89,"-4"-1,-4-1,-4 0,3-91,-19 117,0 65,0 0,0 1,0-1,0 0,0 1,0-1,-1 0,1 1,0-1,0 0,0 1,0-1,0 0,-1 1,1-1,0 0,0 1,-1-1,1 0,0 0,-1 0,1 1,0-1,0 0,-1 0,1 0,0 1,-1-1,1 0,0 0,-1 0,1 0,-1 0,1 0,0 0,-1 0,1 0,0 0,-1 0,1 0,0 0,-1 0,1 0,-1 0,1-1,0 1,-1 0,1 0,0 0,0-1,-1 1,1 0,0 0,-1-1,1 1,0 0,0 0,0-1,-1 1,1 0,0-1,0 1,0 0,0-1,-1 1,1 0,0-1,-12 22,1 0,1 1,1 0,1 0,1 1,1 0,-1 8,1-14,1 1,1 0,0-1,2 1,0 1,1-1,0 0,2 0,0 0,1 1,1-1,0-1,2 1,0 0,1-1,1 0,0 0,1-1,1 0,0-1,2 1,-1-2,6 6,-8-12,0 0,1 0,0-1,0 0,1-1,-1 0,1 0,1-1,-1 0,1-1,0 0,0-1,0 0,0-1,1 0,6 0,2-6</inkml:trace>
  <inkml:trace contextRef="#ctx0" brushRef="#br0" timeOffset="69">13329 2095,'7'-3,"13"0,20 0,18 0,18 2,10 2,1 2,-7-1,-15 3,-19 0</inkml:trace>
  <inkml:trace contextRef="#ctx0" brushRef="#br0" timeOffset="70">12312 3110,'-14'5,"-1"0,1 0,0 2,0 0,1 0,0 1,0 1,0 0,2 1,-1 0,1 1,1 0,-1 1,-4 9,-1-3,2 1,0 1,1 0,2 1,0 0,1 1,1 0,1 0,0 1,-1 13,8-33,0-1,0 1,1 0,-1-1,0 1,1 0,0 0,-1 0,1-1,0 1,1 0,-1 0,0 0,1-1,0 1,-1 0,1-1,0 1,0 0,1-1,-1 1,0-1,1 0,0 1,-1-1,1 0,0 0,0 0,0 0,1-1,-1 1,0 0,1-1,-1 1,1-1,-1 0,1 0,-1 0,1 0,0-1,0 1,-1-1,1 1,0-1,2 0,10-4,-1 0,1-1,-1-1,0 0,-1 0,0-2,0 0,0 0,-1-1,0 0,-1-1,0-1,5-7,2 0,-2-2,0 0,-1-1,-1 0,-1-1,-1-1,-1 0,-1 0,-1-1,-1 0,-2-1,0 0,-1 0,-2 0,0-1,-2 1,-1-21,0 42,0-1,0 1,0-1,0 1,-1 0,0 0,0-1,0 1,0 0,-1 0,1 0,-1 0,0 0,-1 0,1 1,0-1,-1 1,0-1,0 1,0 0,0 0,-1 1,1-1,-1 0,1 1,-1 0,0 0,0 0,0 1,0-1,0 1,0 0,-1 0,0 1,-1 0,1 1,0-1,-1 1,1 1,0-1,0 1,0 0,0 0,0 0,0 0,1 1,-1 0,1 0,0 1,0-1,0 1,0-1,0 1,1 1,0-1,0 0,-2 5,-3 4,1 1,0-1,1 2,1-1,0 0,1 1,-2 14,3-5,2 0,0-1,1 1,1-1,1 1,2-1,0 1,1-1,1 0,9 18,13 29,4-2,31 48,-34-67,-17-32</inkml:trace>
  <inkml:trace contextRef="#ctx0" brushRef="#br0" timeOffset="71">12540 3659,'18'-48,"68"-155,-71 192,-11 39,-5 73,8 99,-3-179,1-7</inkml:trace>
  <inkml:trace contextRef="#ctx0" brushRef="#br0" timeOffset="72">12621 2896,'11'2,"13"2,12-1,8-1,4 0,2-1,-2-1,-4-2,-7-1,-8-2,-10-3,-8 0</inkml:trace>
  <inkml:trace contextRef="#ctx0" brushRef="#br0" timeOffset="73">12821 2670,'-3'15,"0"18,3 11,1 8,0 4,0 1,0 1,-2-4,-4-3,-1-4,2-5,0-10</inkml:trace>
  <inkml:trace contextRef="#ctx0" brushRef="#br0" timeOffset="74">13409 3177,'-10'2,"1"1,-1 0,1 1,0-1,0 2,1-1,-1 2,1-1,0 1,0 0,1 0,0 1,0 0,0 1,1-1,0 1,1 0,-1 1,2 0,-4 7,-3 3,2 0,0 0,1 1,1 0,1 1,1 0,0-1,2 2,0-1,1 13,2-31,0 0,-1 0,1 0,0-1,0 1,1 0,-1 0,1 0,-1 0,1 0,0 0,0-1,0 1,0 0,1-1,-1 1,1-1,0 1,-1-1,1 0,0 0,0 1,1-2,-1 1,0 0,1 0,-1-1,1 1,-1-1,1 0,0 0,-1 0,1 0,0 0,0 0,0-1,0 1,0-1,1 0,7-2,0-1,0 0,0-1,0 0,-1 0,1-1,-1-1,-1 0,1 0,-1-1,0 0,0 0,-1-1,0 0,0-1,-1 0,0 0,-1 0,5-9,2-4,0-1,-1-1,-2 0,0-1,-2 0,0 0,-2-1,-1 1,-1-2,-1 1,-2 0,0 0,-2-14,-1 27,0 0,0 1,-1 0,0-1,-1 1,-1 0,0 1,-6-11,9 18,0 0,-1 0,0 0,1 0,-1 1,0-1,-1 1,1 0,0 0,-1 0,0 1,0-1,0 1,0 0,0 0,0 0,0 0,-1 1,1 0,-1 0,1 0,-1 0,1 1,-1 0,1 0,-2 0,2 1,0 0,-1 0,1 0,0 0,0 1,0 0,0 0,1 0,-1 0,0 0,1 1,0 0,-1-1,1 1,0 1,1-1,-1 0,0 1,1-1,0 1,0 0,0 0,0 0,-1 3,-1 5,0 0,1 1,0-1,1 1,0 0,1 0,1 11,6 21,1 0,3 0,2-1,1 0,3-1,1-1,2 0,2-2,2 0,8 8,0 8,-31-55,1 1,0-1,0 1,0-1,1 1,-1-1,0 0,0 0,1 1,-1-1,1 0,-1 0,1 0,-1-1,1 1,0 0,-1-1,1 1,0-1,0 1,-1-1,1 0,0 1,0-1,0 0,-1-1,1 1,0 0,0 0,0-1,-1 1,1-1,0 1,-1-1,1 0,0 0,0 0,59-41,-56 37,68-59,-69 83,-4-14,0 1,0-1,1 1,-1-1,1 0,0 1,1-1,-1 0,1 0,0 0,0 0,1 0,0 0,-1-1,2 1,-1-1,0 0,1 0,0 0,0 0,0-1,0 0,0 1,1-1,4 2,0 0,0 0,0-1,0 0,1 0,-1-1,1 0,0-1,0 0,0-1,0 0,7 0,-13-1,0-1,0 1,0-1,0 1,0-1,-1 0,1-1,0 1,-1-1,1 1,-1-1,1 0,-1-1,0 1,0 0,0-1,0 0,0 1,-1-1,1 0,-1-1,0 1,0 0,0-1,0 1,1-4,1-3,-1 0,-1 0,1 0,-1-1,-1 1,0 0,-1-1,0 1,-1-8,1 14,0 1,0-1,-1 0,1 1,-1-1,0 0,0 1,0-1,-1 1,1 0,-1-1,0 1,0 0,0 0,0 0,-1 0,1 0,-1 1,0-1,0 1,0 0,0-1,0 1,0 1,0-1,-1 0,1 1,-1 0,1 0,-1 0,1 0,-1 0,0 1,1-1,-1 1,-3 0,-4 1,0 1,0-1,0 2,1 0,-1 0,1 0,0 2,0-1,0 1,0 1,1-1,0 2,0-1,1 1,-1 1,-3 4,-5 9</inkml:trace>
  <inkml:trace contextRef="#ctx0" brushRef="#br0" timeOffset="75">13662 2896,'23'2,"19"4,11 2,6 3,0-2,-4-1,-6-2,-10-3,-8-1,-11-2</inkml:trace>
  <inkml:trace contextRef="#ctx0" brushRef="#br0" timeOffset="76">13958 2749,'-14'21,"-5"17,2 17,5 10,8 5,6 3,5-5,1-14</inkml:trace>
  <inkml:trace contextRef="#ctx0" brushRef="#br0" timeOffset="77">14465 436,'18'156,"-3"24,-7 52,-7-169,2 1,3-1,3 1,12 41,19 41,-14-56,-3 1,-5 1,-3 0,-4 18,7 295,85 262,-85-463,-8 79,3-42,12 14,-13-133,2 95,-12 101,-2-97,7-95,6-1,10 29,12 111,-16-19,-3-26,21 74,53 254,-36-37,-30-272,-8 98,-9 681,-1-174,-34-196,2 151,-2-227,-12 150,54-565,-8-121,-2 0,-1 1,-2-1,-2 12,-8 70,8-118,1 0,0-1,0 1,0 0,0-1,0 1,1 0,-1-1,0 1,0 0,0-1,0 1,0 0,0-1,0 1,1 0,-1-1,0 1,0 0,0 0,1-1,-1 1,0 0,0 0,1 0,-1-1,0 1,1 0,-1 0,0 0,0 0,1-1,-1 1,0 0,1 0,-1 0,0 0,1 0,-1 0,0 0,1 0,-1 0,0 0,1 0,-1 0,0 0,1 1,-1-1,0 0,1 0,-1 0,0 0,1 0,-1 1,0-1,0 0,1 0,-1 1,0-1,0 0,1 0,-1 1,0-1,7-16</inkml:trace>
  <inkml:trace contextRef="#ctx0" brushRef="#br0" timeOffset="78">15628 3953,'471'26,"-119"-3,-155-18,81-13,-258 7,-8 2</inkml:trace>
  <inkml:trace contextRef="#ctx0" brushRef="#br0" timeOffset="79">15428 1466,'0'-11,"0"-2,0 8,0 17,0 19,-3 21,0 15,-2 12,0 6,0 3,2-3,0-6,2-11,1-11,-1-16</inkml:trace>
  <inkml:trace contextRef="#ctx0" brushRef="#br0" timeOffset="80">15521 2014,'22'2,"0"-1,0-1,0-1,0-1,-1-1,1-1,-1 0,1-2,-1-1,-1 0,1-2,-1 0,-1-1,16-11,-31 19,-1-1,0 0,0 0,1 1,-1-2,-1 1,1 0,-1-1,1 1,-1-1,0 0,0 0,0 0,-1 0,1 0,-1 0,0 0,-1 0,1 0,0-1,-1 1,0 0,0-1,-1 1,1 0,-1 0,0-1,0 1,-1-2,-1 4,-1 0,0 1,0-1,0 1,0 0,0 0,-1 0,1 1,0-1,0 1,-1 0,1 0,0 0,0 1,0 0,-1-1,1 2,0-1,0 0,0 1,0 0,1 0,-1 0,0 0,1 0,-1 1,1 0,-8 3,1 2,0-1,1 1,0 1,0 0,0 0,1 0,1 1,0 1,0-1,1 1,0 0,1 0,-1 4,3-9,1 0,0 0,1 1,-1-1,1 1,0-1,1 1,0-1,0 1,0 0,0-1,1 1,1-1,-1 1,1-1,0 0,0 1,1-1,0 0,0-1,0 1,1 0,-1-1,1 0,1 0,-1 0,3 2,2 0,0 0,1-1,-1 0,1 0,1-1,-1 0,1-1,2 1,36 9</inkml:trace>
  <inkml:trace contextRef="#ctx0" brushRef="#br0" timeOffset="81">16216 1854,'-21'-6,"0"1,-1 1,1 1,-1 1,0 1,0 0,0 2,-6 1,25-2,0 1,0-1,1 0,-1 1,0-1,1 1,-1 0,0 0,1 0,-1 0,1 0,-1 1,1-1,0 1,0 0,0-1,0 1,0 0,0 0,0 0,0 1,1-1,-1 0,1 1,0-1,-1 1,1-1,0 1,1-1,-1 1,0 0,1 0,0-1,-1 1,1 0,0 0,0-1,1 1,-1 0,1 0,-1-1,1 1,0 1,7 11,0-1,0 0,2 0,-1-1,2 0,0 0,0-2,1 1,1-1,5 3,11 11,44 54,-72-78,0 0,0 0,-1 0,1 0,0-1,-1 1,1 0,-1 0,1 1,-1-1,0 0,1 0,-1 0,0 0,0 0,0 0,0 0,0 1,0-1,0 0,0 0,0 0,0 0,-1 0,1 0,0 0,-1 0,1 1,-1-1,1 0,-1-1,0 1,1 0,-1 0,0 0,0 0,1 0,-1-1,0 1,0 0,0-1,0 1,0-1,0 1,0-1,0 1,0-1,0 0,-1 1,1-1,0 0,0 0,0 0,0 0,0 0,-4 1,1 0,0 0,0 0,-1-1,1 1,0-1,-1 0,1-1,0 1,-1-1,1 0,0 0,0 0,-1 0,1-1,0 0,3 1,1 0,-1-1,1 1,0-1,-1 1,1-1,0 1,0-1,0 1,0-1,0 1,0-1,0 1,0-1,1 1,-1-1,1 1,-1-1,1 1,-1-1,1 1,0 0,0-1,0 1,-1 0,1 0,0 0,1 0,-1 0,0 0,0 0,0 0,1 0,-1 0,-1 1,187-168,-131 116,-40 49,-16 25,0-20,-1 7,-4 18,1 0,2 0,0 0,2 0,1 0,1 0,2 0,0 0,2-1,13 10,-10-27</inkml:trace>
  <inkml:trace contextRef="#ctx0" brushRef="#br0" timeOffset="82">16430 1573,'-9'-11,"-3"2,3 11,9 13,13 13,7 12,1-2</inkml:trace>
  <inkml:trace contextRef="#ctx0" brushRef="#br0" timeOffset="83">16591 2161,'10'-20,"-1"0,-2-1,1-1,-2 1,-1-1,-1 0,-1 0,-1 0,0-1,-2 1,-1-13,2-17,-1 52,1 1,-1 0,0-1,1 1,-1-1,0 1,1-1,-1 1,1-1,-1 1,1-1,0 1,-1-1,1 1,-1-1,1 0,0 1,-1-1,1 0,0 0,-1 0,1 1,0-1,-1 0,1 0,0 0,-1 0,1 0,0 0,0 0,-1 0,1-1,0 1,-1 0,1 0,0 0,-1-1,1 1,0 0,-1-1,1 1,-1-1,1 1,-1-1,1 1,-1-1,1 1,-1-1,1 1,-1-1,0 0,1 1,-1-1,0 1,0-1,1 0,-1 0,0 1,0-1,0 0,0 1,0-1,0 0,0 1,0-1,0 0,0 0,0 1,0-1,-1 0,6 4,140 75,-142-77,0 0,-1 1,1-1,-1 1,1-1,-1 1,1 0,-1 0,0 1,0-1,0 0,0 1,-1-1,1 1,0-1,-1 1,0 0,0 0,0 0,0-1,0 1,0 0,-1 0,0 0,1 0,-1 1,0-1,0 0,-1 0,1 0,-1 0,1 0,-1 0,0 0,-27 56,22-50,0 1,1-1,1 1,-1 1,2-1,-1 0,1 1,1 0,0 0,1 0,0 0,0 0,1 7,2-13,0 0,0-1,1 1,-1-1,1 1,0-1,0 0,0 0,1-1,-1 1,1-1,0 1,0-1,0 0,1-1,-1 1,1-1,-1 0,1 0,0 0,0-1,0 1,0-1,0 0,0-1,0 1,0-1,0 0,0 0,0-1,0 0,0 1,0-2,0 1,0 0,0-1,-1 0,1 0,0-1,-1 1,0-1,1 0,7-7,-1 0,0 0,-1-1,0 0,0-1,-1 0,-1 0,0-1,0 0,-2-1,0 0,0 0,-1 0,-1 0,2-12,-1-19,-6 44,0 0,1 1,-1-1,0 1,0-1,0 1,1-1,-1 1,0 0,0-1,0 1,0 0,0 0,0 0,0-1,0 1,0 0,0 0,0 1,0-1,0 0,0 0,1 0,-1 1,0-1,0 0,0 1,0-1,0 1,0-1,1 1,-1-1,0 1,0-1,1 1,-1 0,0 0,1-1,-1 1,1 0,-1 0,1 0,-1-1,1 1,0 0,-1 0,1 0,-5 7,0 1,1-1,0 1,0-1,1 1,0 0,1 1,0-1,0 0,1 1,0-1,1 1,0-1,0 0,1 1,0-1,1 1,0-1,1 0,0 0,0 0,1 0,0-1,0 1,1-1,4 5,61 61,-37-50</inkml:trace>
  <inkml:trace contextRef="#ctx0" brushRef="#br0" timeOffset="84">15695 2655,'0'16,"4"13,7 9,10 8,10 3,10-2,4-5,4-7,-2-8,-2-7,-5-8,-6-11,-9-4</inkml:trace>
  <inkml:trace contextRef="#ctx0" brushRef="#br0" timeOffset="85">16243 2562,'-3'2,"-1"-1,1 0,-1 1,1-1,0 1,0 0,0 0,0 1,0-1,0 0,0 1,1 0,-1 0,1 0,0 0,0 0,-2 3,-11 21,1 2,1-1,2 2,0 0,2 0,2 0,0 1,2 1,2-1,-19 83,-32 65,35-123,2 1,3 0,-3 28,16-11,6-50</inkml:trace>
  <inkml:trace contextRef="#ctx0" brushRef="#br0" timeOffset="86">16243 3378,'-2'8,"1"1,-1-1,1 1,1-1,-1 1,1-1,1 1,0-1,0 1,1-1,0 0,0 0,1 1,0-1,0-1,1 1,0 0,0-1,1 0,0 0,0 0,1-1,0 0,0 0,0 0,1-1,0 0,0 0,0 0,1-1,-1 0,7 2,-7-5,0 1,0-1,0 0,1-1,-1 0,0 0,0 0,0-1,0 0,0 0,0-1,0 0,0 0,-1-1,1 1,-1-2,1 1,-1-1,0 0,-1 0,1 0,-1-1,1 0,-1 0,-1 0,1-1,-1 0,0 1,0-2,-1 1,0 0,0-1,0 1,1-6,1 1,-1 0,0-1,0 0,-1 0,0 0,-1 0,-1 0,0 0,-1 0,0-1,-1 1,0 0,0 0,-2-1,0 2,0-1,-1-2,2 12,1-1,0 1,-1-1,1 1,-1 0,0 0,0 0,0 0,0 0,0 0,0 1,0-1,0 1,-1-1,1 1,-1 0,1 0,-1 0,0 0,1 0,-1 1,0-1,1 1,-1 0,0-1,0 1,1 1,-1-1,0 0,0 1,-5 1,0 0,-1 1,1 0,0 1,1-1,-1 2,1-1,0 1,-4 2,-128 120,68-54</inkml:trace>
  <inkml:trace contextRef="#ctx0" brushRef="#br0" timeOffset="87">723 4848,'-4'1,"0"-1,1 1,0-1,-1 1,1 0,-1 0,1 1,0-1,0 1,0-1,0 1,0 0,0 0,0 1,0-1,1 0,-1 1,1 0,0-1,0 1,0 0,0 0,0 0,1 1,-1-1,1 0,0 1,0 0,-17 102,16-98,2 0,-1 0,1 0,0 0,1 0,0 0,0 0,1 0,0 0,0 0,1 0,0-1,1 0,-1 1,1-1,0 0,1-1,0 1,0-1,0 0,1 0,0-1,0 1,1-1,-1-1,1 1,4 1,-1-2,0-1,0 1,1-2,-1 0,1 0,-1 0,1-2,0 1,0-1,-1-1,1 0,0 0,-1-1,1-1,-1 0,0 0,1-1,-2 0,1-1,0 0,-1 0,0-1,5-5,-6 2,-1-1,0 0,-1 0,0 0,-1-1,0 0,0 0,-1-1,-1 1,0-1,-1 0,0 0,-1 0,0 0,0 0,-2 0,1 0,-2 0,1 1,-2-1,1 0,-2 1,0-1,0 1,-1 0,0 0,-1 1,0-1,-1 1,0 0,0 1,-1 0,0 0,-1 1,0 0,0 0,-1 1,0 1,0-1,-1 1,1 1,-1 0,-1 1,-4-2,7 3,-1 1,1 0,0 0,-1 1,0 0,1 1,-1 0,1 0,-1 1,0 0,1 1,0 0,-1 1,1 0,0 0,0 1,1 0,-1 0,1 1,0 0,0 1,0 0,1 0,0 0,0 1,0 0,1 1,0-1,1 1,0 0,0 1,-2 5,4-6,1 0,0 0,0 1,0-1,1 1,1 0,-1-1,1 1,1-1,0 1,0 0,0-1,1 1,1-1,-1 0,1 0,1 0,-1 0,2 0,-1-1,1 0,0 0,0 0,1 0,-1-1,2 0,3 3,28 20</inkml:trace>
  <inkml:trace contextRef="#ctx0" brushRef="#br0" timeOffset="88">1751 4848,'-3'9,"1"0,-1 0,2 0,-1 0,1 0,1 1,-1-1,2 0,-1 1,1-1,0 0,1 0,0 0,1 0,0 0,0-1,1 1,0-1,1 0,-1 0,2 0,-1-1,1 1,3 2,1-1,1-1,0-1,0 0,0-1,0 0,1 0,0-1,1-1,-1 0,1-1,-1 0,1-1,0 0,0-1,0-1,0 0,0 0,0-2,0 1,0-2,-1 0,1 0,-1-1,1 0,-1-2,-1 1,1-1,-1-1,0 0,0 0,-1-1,0-1,-1 0,1 0,-2 0,4-6,-6 8,-1 1,0-1,-1 0,0 0,0-1,0 1,-1-1,0 0,-1 0,0 0,0 0,0 0,-1 0,0 0,-1-1,0 1,0 0,-1-1,0 1,0 0,-1 0,0 0,-1 0,0 0,0 0,0 1,-1-1,0 1,-1 0,0 0,0 1,-3-5,-5 1,-1 1,0 0,0 1,-1 0,0 1,0 1,-1 0,0 2,1-1,-2 2,1 0,0 1,-1 0,1 2,-1 0,1 0,-1 2,1 0,0 1,-1 1,-10 3,19-5,0 0,0 1,0-1,0 2,0-1,1 1,-1 0,1 1,0-1,0 2,1-1,-1 1,1-1,0 2,1-1,0 1,0 0,0 0,1 0,0 1,0-1,1 1,0 0,0 0,1 0,0 1,0-1,1 0,0 1,1-1,-1 1,2-1,0 6,33 60,-14-46</inkml:trace>
  <inkml:trace contextRef="#ctx0" brushRef="#br0" timeOffset="89">0 6947,'31'-11,"-27"10,352 0,314-10,426-19,-1023 30,793-15,-222-13,605-45,-661 68,262-12,-761 12,947-48,-78 21,-51 20,425 12,27-54,-346 55,-187 40,106-37,-230 41,-151 15,-301-48,-117 0,42-1,-160-19,-19-1</inkml:trace>
  <inkml:trace contextRef="#ctx0" brushRef="#br0" timeOffset="90">829 5891,'-5'-2,"0"0,0 0,0 0,0 1,-1-1,1 1,0 1,-1-1,1 1,0 0,-1 0,1 0,0 1,-1 0,1 0,0 0,0 0,0 1,0 0,0 0,0 1,0-1,1 1,-1 0,1 0,-3 3,-4 8,1 0,0 1,1 0,1 0,0 1,1 0,1 0,0 1,1 0,1 0,1 0,-1 8,1-7,0 1,1-1,1 1,1-1,1 1,2 17,-2-29,1-1,-1 1,1 0,1-1,-1 1,1-1,0 1,0-1,1 0,0-1,0 1,0-1,1 1,0-1,0 0,0-1,0 1,1-1,5 3,-1-2,1-1,-1 0,1 0,-1-1,1 0,0-1,0 0,0-1,1 0,-1-1,0 0,0-1,0 0,0-1,0 0,0-1,0 0,0 0,-1-1,0-1,0 0,0 0,0-1,-1 0,0-1,0 0,-1 0,1-1,-2 0,1 0,-1-1,-1 0,1 0,-2-1,5-9,-5 3,-1 0,-1-1,-1 1,0-1,-1 0,-1 0,0 1,-2-1,1 0,-2 1,-1-1,0 1,-1 0,0 0,-1 1,-1 0,-1 0,0 0,-1 1,0 0,-1 0,-1 2,0-1,-4-2,6 6,1 1,-1 0,-1 0,1 1,-1 1,-1-1,1 2,-1-1,0 2,0-1,-3 1,9 2,1 1,-1 0,0 1,0-1,0 1,0 0,0 0,0 0,1 0,-1 1,0 0,0 0,0 1,1-1,-1 1,1 0,-1 0,1 0,0 1,0 0,0-1,0 2,0-1,1 0,-1 1,1-1,0 1,-1 1,-1 4,1 0,0 0,1 0,-1 0,2 1,-1-1,1 1,1 0,0-1,0 1,1 0,0 0,1 0,0 0,1-1,0 1,0-1,1 1,0-1,1 0,0 0,0 0,1 0,0-1,0 0,1 0,1 1,41 51</inkml:trace>
  <inkml:trace contextRef="#ctx0" brushRef="#br0" timeOffset="91">1832 5998,'-11'26,"1"1,1 0,2 1,0-1,2 1,1 0,2 1,0-1,2 1,2 13,0-35,0 0,0 0,0 0,1 0,0-1,1 1,0-1,0 0,0 0,0 0,1 0,0-1,0 0,1 0,-1 0,1-1,0 0,0 0,1 0,-1-1,1 0,-1 0,1-1,0 0,0 0,0 0,1-1,-1 0,0-1,0 1,1-1,-1-1,2 0,4 1,0 0,0-1,0-1,0 0,0-1,-1-1,1 0,-1 0,0-1,0-1,0 0,-1 0,0-1,0-1,-1 0,0 0,0-1,-1 0,0-1,0 0,-2-1,1 1,-1-1,0-1,-1 1,-1-1,0 0,0-1,-1 1,-1-1,0 0,-1 0,0 0,-1-3,-2 4,-1 1,0-1,-1 0,-1 1,1 0,-2 0,0 0,0 0,-1 1,0 0,0 0,-1 0,-1 1,0 0,0 1,-1 0,1 0,-2 0,1 1,-1 1,0 0,-1 0,1 1,-1 0,0 1,-1 0,-1 0,1 0,0 0,0 1,0 1,0 0,-1 0,1 1,-1 1,1 0,-1 0,1 2,0-1,-1 2,1-1,0 2,0-1,0 2,1 0,0 0,0 1,0 0,0 1,1 0,0 1,1 0,-6 7,11-12,1 1,0 0,0 0,1 0,-1 0,1 1,0-1,0 1,0-1,1 1,0 0,0 0,0 0,0 0,1-1,-1 1,1 0,1 0,-1 0,1 0,0 0,0 0,0 0,0-1,1 1,0-1,0 1,0-1,1 1,0-1,-1 0,1 0,1 0,0 0,39 38</inkml:trace>
  <inkml:trace contextRef="#ctx0" brushRef="#br0" timeOffset="92">4238 4554,'-12'14,"1"1,1 0,0 1,1 0,0 1,1-1,1 1,1 1,1 0,-3 12,6-22,0 0,1 1,0-1,1 1,0-1,0 1,1-1,0 1,0-1,1 0,0 0,0 1,1-1,0-1,0 1,1 0,0-1,1 0,0 0,0 0,0 0,1-1,5 6,-3-7,-1 0,1-1,-1 0,1 0,0-1,1 0,-1 0,1-1,-1 0,1-1,-1 0,1 0,0 0,0-1,-1-1,1 0,0 0,-1 0,1-1,-1-1,1 1,-1-1,0-1,0 1,0-1,-1-1,1 0,-1 0,0 0,0-1,-1 1,0-2,0 1,0-1,-1 0,0 0,0 0,-1-1,0 0,0 0,0-3,2-4,-1 1,-1-1,0 0,-1-1,-1 1,0-1,-2 1,1-1,-2 1,0-1,-1 1,0-1,-1 1,-2-4,3 11,-1-1,0 1,0 0,-1 0,0 0,0 0,-1 0,0 1,0 0,-1 0,0 0,0 1,0 0,-1 0,0 1,0-1,-1 2,0-1,1 1,-1 0,-1 0,1 1,0 1,-1-1,-2 1,3 0,0 2,1-1,-1 1,0 0,0 1,1 0,-1 0,0 1,1-1,-1 2,1-1,0 1,0 0,0 1,0-1,1 1,-1 1,1-1,0 1,0 0,0 1,1 0,0-1,0 1,1 1,-5 6,-3 7,1 1,0 1,1 0,2 0,0 1,1 0,1 1,1 1,-7 57</inkml:trace>
  <inkml:trace contextRef="#ctx0" brushRef="#br0" timeOffset="93">4105 5998,'-5'3,"12"-16,16-19,25-33,-4-2,-2-2,22-51,-41 76,-22 45,0 0,0 0,-1 0,1 0,0 0,-1 0,1 0,-1 0,1 1,-1-1,1 0,-1 0,0 0,0 1,0-1,0 0,1 0,-1 0,-1 1,1-1,0 0,0 0,0 1,-1-1,1 0,-1 0,1 1,0-2,-8 124,7-1,6 22,-5-144,3 21,-1 1,-1-1,0 1,-2 0,-1-1,-1 1,0-1,-2 0,-1 0,0-1,-2 1,0-1,-3 2,9-20,0 0,0-1,-1 1,0 0,1-1,-1 1,0-1,0 0,0 0,0 0,-1 0,1-1,0 1,-1-1,1 0,-1 0,1 0,-1 0,0-1,1 1,-1-1,0 0,0 0,1-1,-1 1,0-1,1 0,-1 1,1-2,-1 1,1 0,-1-1,1 1,0-1,-3-2,6 3,0 0,0 1,1-1,-1 0,0 1,0-1,1 0,-1 0,0 1,1-1,-1 0,0 1,1-1,-1 1,1-1,-1 0,1 1,-1-1,1 1,0-1,-1 1,1 0,0-1,-1 1,1 0,0-1,-1 1,1 0,0 0,0 0,-1-1,1 1,0 0,0 0,-1 0,1 0,0 0,0 1,-1-1,1 0,0 0,0 0,-1 1,1-1,1 0,344-25,-196 22,-130 9,-30-4</inkml:trace>
  <inkml:trace contextRef="#ctx0" brushRef="#br0" timeOffset="94">789 7535,'-9'10,"0"-1,0 1,1 1,0-1,1 1,0 1,0-1,2 1,-1 0,2 1,-1-1,2 1,0 0,0 0,1 0,1 0,0 0,1 1,0-1,1 0,2 10,-1-17,1 1,0-1,0 1,1-1,-1 0,1 0,1-1,-1 1,1-1,0 0,0 0,1-1,-1 1,1-1,0 0,0-1,0 1,1-1,-1-1,1 1,0-1,0 0,0-1,5 1,-1 0,0 0,0-2,0 1,0-1,0-1,0 0,0-1,0 0,-1 0,1-1,-1 0,1-1,-1-1,0 1,7-6,-4 0,-1-1,0 0,-1-1,0-1,-1 1,-1-2,0 1,0-1,-1-1,-1 1,-1-1,0-1,-1 1,0-1,-1 0,-1 0,-1 0,0 0,-1-1,-1 1,0 0,-2-1,1 1,-3-6,3 14,-1 0,1 1,-1-1,-1 0,0 1,0-1,0 1,-1 0,0 0,0 0,-1 1,0 0,0-1,0 2,-1-1,0 0,0 1,0 1,-1-1,0 1,0 0,0 0,0 1,-1 0,1 0,-1 1,1 0,-1 0,0 0,0 1,0 1,-3-1,3 2,-1 0,0 0,0 1,1 0,-1 0,1 1,0 0,-1 0,1 1,1 0,-1 1,1 0,-1 0,1 0,1 1,-1 0,1 1,0-1,1 1,-1 0,-3 7,1 0,0 1,1 0,0 0,2 1,0-1,0 1,2 0,0 1,0-1,2 0,0 5,2 49</inkml:trace>
  <inkml:trace contextRef="#ctx0" brushRef="#br0" timeOffset="95">1725 7776,'95'-170,"31"-70,-100 179,-19 57,-8 23,1-15,-3 349,-17-111,8-147,9-59</inkml:trace>
  <inkml:trace contextRef="#ctx0" brushRef="#br0" timeOffset="96">762 8778,'-16'6,"1"0,0 0,0 1,0 1,1 1,0 0,1 1,0 0,1 1,0 0,0 1,-4 7,9-11,1 0,0 1,0-1,1 1,0 1,1-1,0 1,0-1,1 1,0 0,1 1,0-1,1 0,0 1,0-1,1 0,1 1,-1-1,2 0,0 2,0-4,1 0,-1-1,2 1,-1-1,1 0,0 0,1 0,-1-1,1 1,1-1,-1 0,1-1,0 1,0-1,1 0,-1-1,1 0,0 0,0 0,1-1,3 1,6 2,0 0,0-2,1 0,0-1,0-1,0 0,0-2,0 0,3-1,-9 1,1 0,-1-1,0-1,0 0,1 0,-1-2,-1 1,1-1,0-1,-1 0,0-1,0 0,-1 0,0-2,0 1,0-1,-1 0,0-1,-1 0,0 0,0-1,-1 0,0-1,-1 1,0-1,-1-1,0 1,-1-1,0 1,-1-1,1-3,-3 1,-1 0,0 0,-1 0,0 0,-1 1,-1-1,0 0,-1 1,0-1,-1 1,-1 1,0-1,-1 1,0 0,-1 0,0 1,0 0,-2 0,1 1,-1 0,-1 1,1 0,-2 1,1 0,-1 0,0 2,-1-1,0 2,0-1,0 2,-4-1,11 3,-1 1,0 0,1 0,-1 1,1 0,-1 0,0 1,1 0,-1 0,1 0,-1 1,1 0,0 0,0 0,-1 1,2 0,-1 0,0 1,1 0,-1 0,1 0,0 0,1 1,-1 0,1 0,0 0,0 1,0-1,1 1,0 0,-1 2,0 2,1-1,1 0,0 1,0-1,1 1,0 0,0 0,1-1,1 1,0 0,0 0,1-1,0 1,0-1,1 1,0-1,1 0,0 0,1-1,0 1,0-1,1 0,-1 0,2-1,0 1,38 39</inkml:trace>
  <inkml:trace contextRef="#ctx0" brushRef="#br0" timeOffset="97">1725 8913,'33'-96,"4"1,49-88,-61 145,-19 44,-10 62,-60 388,48-315,10-85</inkml:trace>
  <inkml:trace contextRef="#ctx0" brushRef="#br0" timeOffset="98">161 9701,'1459'-14,"-486"-6,284-14,-1117 34,1142-14,-331 3,-499 9,640-62,-993 55,1151-37,-193 72,28 15,602 45,-612-21,-297-40,-559-24,-1 10,137 28,-53 2,-288-36,-30-1,-19-5,-5 0</inkml:trace>
  <inkml:trace contextRef="#ctx0" brushRef="#br0" timeOffset="99">4171 7469,'-7'4,"0"0,0 0,0 1,0 1,1-1,0 1,0 0,0 0,1 1,0-1,0 1,0 0,1 1,1-1,-1 1,1 0,0 0,1 0,0 0,0 0,0 0,1 1,1-1,-1 1,1-1,1 0,0 1,0-1,0 1,1-1,1 0,-1 0,1 0,0-1,3 5,1-2,0-1,1 0,0 0,1 0,-1-2,1 1,1-1,0 0,0-1,0 0,0 0,1-1,0-1,0 0,1 0,-1-1,1-1,-1 0,1 0,0-1,0-1,-1 0,1-1,0 0,0 0,-1-1,1-1,-1 0,1-1,-1 0,0 0,-1-1,1-1,-1 0,0 0,0-1,-1 0,0-1,0 0,-1 0,0-1,0 0,-1-1,0 1,-1-1,0-2,-1 0,-1-1,0 0,-1 0,-1-1,0 1,0-1,-2 1,0-1,0 1,-1-1,-1 1,0 0,-1-1,0 1,-3-4,4 8,-1 1,-1-1,1 1,-1 0,-1 1,0-1,0 1,0 0,-1 0,0 0,0 1,-1 0,0 0,0 1,0-1,-1 2,1-1,-1 1,0 0,-1 1,1 0,-1 0,-4-1,3 3,0 0,0 0,0 1,0 1,0-1,0 2,0-1,0 1,0 1,0 0,1 0,-1 1,1 0,0 0,0 1,1 1,0-1,-1 1,-1 3,-3 2,0 1,1 1,1 0,0 0,0 1,1 1,1 0,0 0,2 1,-6 12,-9 45,8-7</inkml:trace>
  <inkml:trace contextRef="#ctx0" brushRef="#br0" timeOffset="100">4198 8778,'162'-262,"-133"216,-22 48,-8 66,-36 520,36-519</inkml:trace>
  <inkml:trace contextRef="#ctx0" brushRef="#br0" timeOffset="101">736 10637,'3'-52,"2"1,3 0,1 1,11-26,-6 15,39-171,-47 206,-4 41,-38 366,35-368,0 0,2-1,-1 1,2 0,0 0,0 0,1-1,1 1,0-1,0 0,1 0,6 8,14 12</inkml:trace>
  <inkml:trace contextRef="#ctx0" brushRef="#br0" timeOffset="102">1350 10356,'-3'6,"0"0,1 1,-1-1,1 1,1 0,-1-1,1 1,0 0,1 0,0 0,0 0,0 0,1-1,0 1,0 0,1 0,0-1,0 1,0-1,1 1,0-1,1 0,-1 0,1 0,0-1,0 1,1-1,-1 0,1 0,1-1,2 3,5 1,-1-1,1-1,0 0,0-1,1 0,0-1,0-1,0 0,0-1,0-1,0 0,1 0,-1-2,0 0,0 0,0-1,0-1,0 0,0-1,0-1,-1 0,0-1,0 0,-1-1,1-1,-2 0,1 0,8-9,-15 12,0 0,-1 0,0-1,0 1,0-1,-1 0,0 0,0 0,-1 0,1-1,-1 1,-1-1,1 1,-1-1,0 0,-1 1,1-1,-1 0,-1 0,1 0,-1 1,-1-1,1 0,-1 1,0-1,0 1,-1 0,0 0,0 0,0 0,-1 0,0 1,0-1,-2-2,0 1,0-1,0 1,-1 0,0 1,-1 0,1 0,-1 0,0 1,-1 0,1 1,-1 0,0 0,0 1,0 0,0 1,-1-1,1 2,-1 0,1 0,-1 0,0 1,1 1,-1 0,1 0,-1 1,1 0,-1 0,1 1,0 0,0 1,1 0,-1 1,1-1,0 2,0-1,0 1,-5 6,3 0,0 0,1 1,0 0,1 0,1 1,0 0,-3 12,-13 39</inkml:trace>
  <inkml:trace contextRef="#ctx0" brushRef="#br0" timeOffset="103">856 11386,'48'-101,"-30"66,-1 0,-2 0,-1-2,1-14,-13 37,-12 42,-7 25,3 1,2 0,2 1,3 1,0 55,8-91,1 1,0-1,2 1,0-1,1 0,2 1,14 32</inkml:trace>
  <inkml:trace contextRef="#ctx0" brushRef="#br0" timeOffset="104">1564 11345,'-4'6,"0"0,0 0,1 0,0 0,0 1,0-1,1 1,0 0,0-1,1 1,-1 0,2 0,-1 0,1 0,0 0,0 1,1-1,0 0,0-1,1 1,0 0,0 0,0 0,1-1,0 0,1 1,-1-1,1 0,0-1,1 1,-1-1,1 0,1 1,6 3,1-2,0 0,1 0,-1-1,1 0,0-2,1 1,-1-2,1 0,-1-1,1 0,0-1,0-1,0 0,0-1,0-1,-1 0,1-1,-1 0,1-1,-1-1,1-1,-7 2,1 0,-1-1,0 0,-1-1,1 1,-1-2,-1 1,1-1,-1 0,0 0,0 0,-1-1,0 0,0 0,-1 0,0-1,-1 0,0 1,0-1,-1 0,0 0,0-1,-1 1,0 0,-1-1,0 1,-1 0,0-1,0 1,-1 0,0 0,0 0,-1 0,1 1,-1 0,0 1,0-1,-1 1,0 0,0 0,0 0,-1 1,0-1,-1 1,1 0,-1 1,0-1,-1 1,1 0,-1 1,0 0,0 0,0 0,-1 1,1 0,-1 0,0 1,0 0,0 0,0 1,0 0,0 1,0 0,0 0,-1 0,1 1,0 0,0 1,0 0,1 0,-1 1,0 0,-2 1,-4 5,0 0,1 0,-1 1,2 1,0 1,0-1,1 2,0 0,1 0,1 1,0 0,1 0,-26 48</inkml:trace>
  <inkml:trace contextRef="#ctx0" brushRef="#br0" timeOffset="105">13 12241,'210'-23,"305"-25,797-2,-122-36,605-2,-254 47,1103 30,-1173 43,-166 69,-251-22,8 8,-287-4,-112 6,-487-70,-208-27,-6-4</inkml:trace>
  <inkml:trace contextRef="#ctx0" brushRef="#br0" timeOffset="106">4264 10102,'-8'5,"0"0,0 1,0 0,1 0,0 1,0 0,0 0,1 1,0 0,1 0,-1 0,2 1,-1-1,1 1,0 0,1 0,0 1,1-1,0 1,0-1,1 1,0 0,1 0,0-1,1 1,0 0,0 0,1-1,0 1,0-1,2 0,-1 1,1-1,0-1,3 5,-1-4,2 0,-1 0,2-1,-1 0,1 0,0-1,0 0,1-1,0 0,0 0,0-1,1-1,0 1,0-2,0 0,0 0,1-1,-1 0,1-1,-1 0,1-1,8-1,-10 1,-1 0,1-1,-1-1,1 0,-1 0,0-1,0 0,0 0,0-1,0 0,-1-1,1 0,-1 0,-1-1,1 0,-1 0,0-1,0 0,-1 0,0 0,0-1,-1 0,0 0,0-1,-1 1,0-1,1-4,-2-1,-1-1,0 1,-1-1,-1 1,-1-1,0 1,0-1,-1 1,-1-1,-1 1,0 0,-1 1,0-1,-1 1,0 0,-1 0,-1 1,0-1,-1 2,0-1,0 2,-2-1,1 1,-1 0,0 1,-1 1,0 0,-1 0,0 1,0 1,0 0,-1 1,1 0,-2 1,3 2,-1 1,0 1,1 0,-1 1,0 0,1 1,-1 0,1 1,0 0,0 1,0 0,0 1,1 1,0 0,0 0,0 1,1 0,0 1,0 0,1 1,0 0,1 0,0 1,0 0,1 0,0 1,1 0,0 0,1 1,-2 6,-28 74,12-4</inkml:trace>
  <inkml:trace contextRef="#ctx0" brushRef="#br0" timeOffset="107">4211 11252,'134'-189,"-52"54,-70 127,-9 30,-23 249,9 123,11-313</inkml:trace>
  <inkml:trace contextRef="#ctx0" brushRef="#br0" timeOffset="108">1017 12976,'68'-213,"-5"0,-54 191,-9 22,1 0,-1 0,1 0,-1 0,1 0,-1 0,1 0,-1 1,1-1,-1 0,1 0,-1 1,0-1,1 0,-1 0,0 1,1-1,-1 1,0-1,1 0,-1 1,0-1,1 1,-1-1,0 1,0-1,0 0,0 1,1-1,-1 1,0-1,0 1,0-1,0 1,0-1,0 1,0-1,0 1,0-1,-1 1,1-1,0 1,0-1,0 1,0-1,-1 1,1-1,0 0,0 1,-1-1,1 1,-3 137,0-93,2 1,2-1,2 1,2-1,6 24,10 1,3-13</inkml:trace>
  <inkml:trace contextRef="#ctx0" brushRef="#br0" timeOffset="109">1685 12789,'4'-19,"3"-14,1-1,2 1,1 1,8-15,-19 46,0 0,0 0,0 1,0-1,0 0,0 1,0-1,0 0,0 1,1-1,-1 0,0 1,0-1,1 0,-1 1,0-1,1 1,-1-1,1 0,-1 1,0-1,1 1,-1-1,1 1,0 0,-1-1,1 1,-1 0,1-1,0 1,-1 0,1-1,0 1,-1 0,1 0,0 0,-1 0,1 0,0 0,-1 0,1 0,0 0,-1 0,1 0,0 0,-1 0,1 1,0-1,-1 0,1 0,0 1,-1-1,1 0,-1 1,1-1,-1 1,1-1,-1 1,1-1,-1 1,1-1,-1 1,1-1,-1 1,0 0,4 11,-1 1,0-1,-1 1,0 0,-1 0,-1 0,0 0,-1 6,1-6,-7 107,-6 1,-5-2,-15 43,15-82</inkml:trace>
  <inkml:trace contextRef="#ctx0" brushRef="#br0" timeOffset="110">1002 14167,'27'-339,"-13"160,-8 226,7 84,5-1,13 35,-17-106</inkml:trace>
  <inkml:trace contextRef="#ctx0" brushRef="#br0" timeOffset="111">1671 14019,'49'-242,"-45"224,7 50,0 103,-5-1,-6 1,-7 10,1-79</inkml:trace>
  <inkml:trace contextRef="#ctx0" brushRef="#br0" timeOffset="112">4438 12508,'-7'4,"0"1,0-1,1 1,-1 1,1-1,0 1,0 0,1 0,0 1,0 0,1 0,-1 0,1 0,1 1,0-1,0 1,0 0,1 0,0 0,1 0,-1 0,2 1,-1-1,1 0,0 0,1 1,0-1,0 0,1 0,0 0,1 0,-1 0,4 5,0 0,1-1,1-1,0 1,0-1,1 0,1-1,0 0,0-1,1 0,0 0,0-1,1-1,0 0,1 0,-1-2,1 1,0-1,1-1,-1-1,1 0,0 0,-1-1,1-1,0-1,0 0,0 0,0-2,0 1,0-2,-1 0,1 0,-1-2,9-3,-7 3,-1-2,1 1,-1-2,-1 0,1 0,-1-1,-1-1,1 0,-2-1,0 0,0-1,-1 0,0-1,-1 0,-1 0,0-1,0 0,-2-1,0 1,0-1,-2-1,1 1,-2 0,0-1,-1 0,-1 0,0-3,-1 12,-1 1,0-1,0 1,0-1,0 1,-1 0,0 0,-1-1,1 2,-1-1,-1 0,1 0,-1 1,1 0,-1 0,-1 0,1 0,-1 1,0-1,0 1,0 0,-1 1,1-1,-1 1,0 0,0 1,0-1,0 1,-4 0,-8 0,0 1,0 1,0 1,0 1,0 0,0 2,1 0,-1 0,1 2,0 0,1 1,-1 1,1 0,1 1,0 1,0 0,1 2,0-1,-7 9,7-7,0 1,0 1,2 0,0 1,0 0,2 1,0 0,1 1,0 0,2 0,0 1,1 0,1 0,-2 17,0 24</inkml:trace>
  <inkml:trace contextRef="#ctx0" brushRef="#br0" timeOffset="113">4466 13979,'1'-17,"2"1,0 0,1 0,0 0,1 0,1 1,1 0,5-9,-5 7,85-160,-77 166,-16 41,-11 44,-3 10,3 0,4 1,4 0,4 12,9-6,3-13</inkml:trace>
  <inkml:trace contextRef="#ctx0" brushRef="#br0" timeOffset="114">6350 13699,'2'18,"1"10,0 8,0 7,-2 7,-2 9,-2 7,1 10,0 9,0 6,1 6,5 3,6-1,4-3,2-6,-2-19</inkml:trace>
  <inkml:trace contextRef="#ctx0" brushRef="#br0" timeOffset="115">13797 15182,'0'-1,"0"0,1 0,-1 0,0 0,1 0,-1 0,1 0,-1 0,1 0,0 0,-1 0,1 0,0 0,0 0,0 1,0-1,-1 0,1 1,0-1,0 1,0-1,0 1,0-1,1 1,-1 0,0-1,0 1,0 0,0 0,0 0,0 0,0 0,1 0,-1 0,0 0,0 0,0 0,0 1,0-1,1 1,240 25,-164-14,486 63,84-19,-604-55,-37-2,-21-3</inkml:trace>
  <inkml:trace contextRef="#ctx0" brushRef="#br1" timeOffset="117">12406 4380,'-1'0,"0"-1,-1 0,1 0,-1 1,1-1,-1 1,1-1,-1 1,1 0,-1 0,1 0,-1-1,1 1,-1 1,0-1,1 0,-1 0,1 1,-1-1,1 0,-1 1,1 0,0-1,-1 1,1 0,0 0,-1 0,1-1,0 1,0 1,0-1,0 0,0 0,0 0,0 1,0-1,0 0,0 1,1-1,-1 0,1 1,-1-1,1 1,-1-1,1 1,0 0,0-1,0 1,0-1,0 1,0-1,0 1,1 0,-3 8,1 0,0-1,1 1,0 0,0 0,1 0,0 0,1-1,0 1,1 0,0-1,1 0,-1 0,2 0,-1 0,1-1,5 7,-3-7,-1 0,1 0,0-1,1 0,0-1,0 0,0 0,1 0,-1-1,1-1,1 1,-1-2,1 1,-1-1,1-1,0 1,0-2,0 1,6-1,-13-1,1 1,1 0,0-1,0 1,0-1,0 0,0-1,0 1,0-1,0 0,-1 0,1 0,0 0,0-1,-1 0,1 0,-1 0,0-1,0 0,0 0,0 0,0 0,0 0,-1-1,0 1,1-1,-1 0,-1 0,2-2,35-182,-34 159,0 11,-2 0,0-1,-1 1,-1-1,0 1,-2-1,-2-13,1 26,-1 0,-1 0,1 1,-1-1,0 0,0 1,-1 0,1 0,-1 1,0-1,-1 1,1 0,-1 0,0 1,0-1,0 1,0 1,0-1,-1 1,1 0,-1 1,1-1,-1 1,0 1,0-1,1 1,-1 0,0 1,0 0,-2 0,4-1,-1 1,1-1,0 1,-1 0,1 1,0-1,0 1,0 0,0 0,0 1,0-1,1 1,-1 0,1 0,-3 3,-6 4,0 0,0 1,1 1,0 0,1 1,0 0,1 0,1 1,0 0,1 1,1 0,0 1,1-1,-2 9,-31 94,26-92</inkml:trace>
  <inkml:trace contextRef="#ctx0" brushRef="#br1" timeOffset="118">13436 4473,'16'-13,"12"-29,-2-1,-3-1,-1-1,-2 0,-2-2,2-14,-20 116,-21 53,-11 106,32 1,0-213,-1 1,1-1,0 1,-1-1,1 1,-1-1,0 1,0-1,0 0,0 1,0-1,0 0,-1 0,1 0,-1 0,1 0,-1 0,0 0,0-1,0 1,0-1,0 1,0-1,0 0,0 1,-1-1,1 0,0-1,-1 1,1 0,-1-1,1 1,-1-1,1 0,-1 0,1 0,-1 0,0 0,-78-1,432 1,-325-6,-32 4</inkml:trace>
  <inkml:trace contextRef="#ctx0" brushRef="#br1" timeOffset="119">12406 5810,'2'-12,"0"0,1 0,1 0,0 0,0 1,1-1,0 1,1 0,1 0,-1 1,2 0,-1 0,2 0,3-6,210-323,-221 339,15-20,-16 20,0 0,0 0,0 1,0-1,-1 0,1 1,0-1,0 0,0 1,0-1,0 0,0 0,0 1,0-1,0 0,0 1,0-1,0 0,1 0,-1 1,0-1,0 0,0 1,0-1,0 0,1 0,-1 1,0-1,0 0,0 0,1 0,-1 1,0-1,0 0,1 0,-1 0,0 0,0 0,1 1,-1-1,0 0,1 0,-1 0,0 0,0 0,1 0,-1 0,0 0,1 0,-1 0,0 0,0 0,1 0,-1 0,0 0,1 0,-1-1,0 1,0 0,1 0,-1 0,0 0,0-1,1 1,-1 0,0 0,0 0,-19 128,-78 454,95-538,4-33</inkml:trace>
  <inkml:trace contextRef="#ctx0" brushRef="#br1" timeOffset="120">13316 5838,'14'-32,"1"1,2 1,1 1,1 0,2 1,27-41,-19 24,-1-2,-2-1,-2-1,11-38,-49 155,2 0,3 1,4 0,2 0,5 24,-3-20,-27 143,26-203,-11 68,0-67,5-12</inkml:trace>
  <inkml:trace contextRef="#ctx0" brushRef="#br1" timeOffset="121">13368 6119,'14'0,"13"0,12 0,10 0,8 0,4 0,-2 0,-6 0,-11 0,-11 2,-19 3,-10 1</inkml:trace>
  <inkml:trace contextRef="#ctx0" brushRef="#br1" timeOffset="122">12460 6185,'16'-2,"16"-1,15 0,10-1,7-1,2 1,-6 1,-9 1,-19-2,-30 1,-14 0</inkml:trace>
  <inkml:trace contextRef="#ctx0" brushRef="#br0" timeOffset="123">15829 4782,'27'-35,"-1"-1,-2-1,-2-1,-1-1,-2-1,-2-1,-1 0,-3-1,6-30,-19 122,2-1,2 0,11 47,-13-82,7 43,27 257,-34-255</inkml:trace>
  <inkml:trace contextRef="#ctx0" brushRef="#br0" timeOffset="124">15789 6091,'266'-285,"-245"260,-21 26,0-1,0 1,0-1,0 0,1 1,-1-1,0 0,0 1,0-1,0 0,0 1,0-1,1 0,-1 0,0 1,0-1,1 0,-1 1,0-1,0 0,1 0,-1 0,0 1,0-1,1 0,-1 0,0 0,1 0,-1 1,0-1,1 0,-1 0,0 0,1 0,-1 0,1 0,-1 0,0 0,1 0,-1 0,0 0,1 0,-1 0,0-1,1 1,-1 0,-24 127,-10 90,32-160,4 1,1-1,10 43,-1-28</inkml:trace>
  <inkml:trace contextRef="#ctx0" brushRef="#br2" timeOffset="125">12005 7335,'4'2,"0"-1,0 0,0 0,1 0,-1 0,0-1,0 1,1-1,-1 0,0 0,0-1,1 0,-1 1,0-1,0-1,0 1,0 0,0-1,0 0,-1 0,1 0,0-1,-1 1,0-1,1 0,-1 0,0 0,0 0,0-1,10-6,33-23,-2-2,-1-1,-1-3,-3-2,-1-1,-1-2,-33 37,30-59,-34 66,0 1,0-1,0 0,0 0,0 1,0-1,0 0,0 0,0 0,-1 0,1 1,0-1,0 0,0 0,0 0,-1 0,1 1,0-1,0 0,0 0,-1 0,1 0,0 0,0 0,-1 0,1 0,0 0,0 0,0 0,-1 0,1 0,0 0,0 0,-1 0,1 0,0 0,0 0,0 0,-1 0,1 0,0 0,0 0,-1 0,1-1,0 1,0 0,0 0,0 0,-1 0,1-1,0 1,0 0,0 0,0 0,0 0,0-1,-1 1,1 0,0 0,0-1,0 1,0 0,0 0,0 0,0-1,-7 13,0-1,0 1,1 1,1-1,0 1,1 0,1 0,-1 0,2 3,-3 3,-103 438,108-456,-3 13,0 0,1 0,0 1,1 0,1-1,1 1,0 1,3 4</inkml:trace>
  <inkml:trace contextRef="#ctx0" brushRef="#br2" timeOffset="126">13383 7175,'-7'-2,"1"1,-1 1,1 0,-1-1,1 2,-1-1,1 1,0 0,-1 0,1 1,0 0,0 0,0 0,0 1,0 0,1 0,-1 1,1-1,0 1,0 0,0 1,0-1,1 1,-1 0,1 0,1 0,-1 1,1-1,0 1,0 0,-1 4,1 0,1-1,0 1,0-1,1 1,0-1,1 1,0 0,1-1,0 1,0 0,1-1,0 0,1 1,0-1,0 0,1 0,1-1,-1 1,1-1,0 0,3 3,0 0,1 0,0-1,1 0,0 0,1-1,0-1,0 1,1-2,0 0,0 0,0-1,1 0,0-1,8 1,-8-3,0 0,1-1,-1-1,0 0,0-1,1 0,-1-1,0 0,0-1,0-1,0 0,0-1,0 0,-1-1,0 0,0-1,0-1,-1 0,0 0,0-1,0 0,-1-1,-1-1,0 1,0-1,-1-1,0 1,0-2,-2 1,1-1,-1 0,-1 0,0 0,1-6,-3 6,0 0,-1-1,0 1,-1 0,0-1,-1 1,0-1,-1 0,-1 1,0 0,0-1,-1 1,-1 0,0 0,-1 1,0-1,0 1,-1 0,-1 0,0 1,-1 0,1 0,-2 1,0 0,0 0,0 1,-1 0,0 1,-1 0,1 1,-2 0,1 0,0 1,-1 1,0 0,0 1,0 0,-10-1,5 5,0 0,0 1,1 1,-1 1,0 0,1 1,0 1,0 0,1 1,0 1,0 1,0 0,1 0,1 2,0 0,0 0,1 1,0 0,-2 6,-46 48</inkml:trace>
  <inkml:trace contextRef="#ctx0" brushRef="#br2" timeOffset="127">12500 8404,'-6'0,"-1"-1,0 1,0 0,1 0,-1 1,0-1,1 2,-1-1,0 1,1 0,0 0,-1 1,1 0,0 0,1 0,-1 1,0 0,1 0,0 0,0 1,0-1,1 1,-1 1,1-1,0 1,1-1,-1 1,0 2,-1 3,0 0,0 0,2 0,-1 1,1 0,1-1,0 1,1 0,0 0,0 0,2 0,-1 0,2 0,-1 0,4 8,1-2,2 1,0-1,1-1,1 0,0 0,1-1,1 0,1-1,0 0,1-1,0-1,1 0,1-1,0-1,0 0,2-1,-1-1,1 0,0-2,0 0,1-1,0 0,0-2,2 0,-13-3,0 0,1 0,-1 0,1-1,-1-1,1 1,-1-1,0-1,1 0,-1 0,0 0,0-1,0 0,-1-1,1 0,-1 0,1 0,-1-1,-1 0,1 0,-1-1,0 0,0 0,-1-1,1 1,-2-1,1 0,0-2,2-12,0 1,-2-1,0 0,-2 0,0 0,-1 0,-2-1,0 1,-1-1,-1 1,-1 0,-1 0,-1 0,0 0,-2 1,0 0,-2 0,0 1,-9-13,12 16,-2 1,0 1,0-1,-1 1,-1 1,-1 0,0 0,0 1,-1 0,-1 1,0 1,0 0,-1 1,0 0,-13-5,23 12,-1 1,0-1,0 1,1 1,-1-1,0 1,0 0,0 0,0 0,0 0,1 1,-1 0,0 0,0 0,1 1,-1 0,1 0,-1 0,1 0,0 1,0-1,0 1,0 0,0 0,1 1,-1-1,1 1,-1 1,-5 6,1 1,1 0,0 0,0 1,1 0,1 0,0 0,1 1,-1 3,-9 58,5-5</inkml:trace>
  <inkml:trace contextRef="#ctx0" brushRef="#br2" timeOffset="128">13542 8538,'-7'4,"0"1,0 0,0 0,0 0,1 1,0 0,0 0,1 1,0 0,0-1,0 2,1-1,0 1,0-1,1 1,0 0,1 0,-1 1,2-1,-1 0,1 1,0-1,1 1,0-1,0 1,1-1,0 1,0-1,1 0,1 1,0 1,6 9,2-1,0-1,1 1,1-2,0 0,1 0,1-1,0-1,1 0,1-2,0 0,1 0,0-2,0 0,1-1,1-1,-1-1,20 5,-30-8,1-1,0 0,0 0,0-1,0 0,0 0,1-1,-1-1,0 0,0 0,1-1,-1 0,0-1,0 0,0-1,0 0,0 0,0-1,-1 0,0-1,0 0,0-1,-1 0,1 0,2-3,1-9,-1-1,-1 0,-1 0,-1-1,0 0,-1 0,-2-1,0 0,-1 0,-1 0,-1-1,-1 1,0-1,-2 1,-2-14,2 14,0 0,-1 1,-1-1,-1 1,-1 0,-1 0,-1 0,0 1,-1 0,-1 0,-1 1,-1 0,-1 1,-12-16,17 27,0 1,0-1,-1 1,1 1,-1-1,0 1,0 0,-1 1,1 0,-1 1,0-1,0 2,1-1,-1 1,0 0,0 1,0 0,0 1,0 0,0 0,0 1,0 0,-7 3,-16 5,0 2,0 2,1 0,1 3,-14 9,-52 36</inkml:trace>
  <inkml:trace contextRef="#ctx0" brushRef="#br2" timeOffset="129">15962 7456,'-4'1,"-1"1,1 0,-1 0,1 1,0-1,-1 1,1 0,1 0,-1 0,0 1,1-1,0 1,0 0,0 0,0 0,0 0,1 1,0-1,0 1,0-1,0 1,1 0,0 1,-3 4,1 1,0-1,1 0,1 1,-1 0,2-1,-1 1,2 0,-1-1,1 1,1-1,0 1,0-1,1 0,1 1,-1-1,2-1,-1 1,1-1,1 1,0-2,0 1,1-1,0 0,0 0,1 0,0-1,0-1,1 1,-1-1,2-1,0 1,-4-2,1 0,-1-1,1 0,0 0,1-1,-1 1,0-2,1 1,-1-1,1 0,-1 0,1-1,-1 0,1-1,0 0,-1 0,1 0,-1-1,0 0,0 0,0-1,0 0,0 0,0-1,-1 0,1 0,-1-1,4-3,2-7,0-1,-1 0,-1-1,0 0,-2-1,0 0,-1 0,0-1,-2 0,0 0,-2 0,0 0,0-1,-2 0,-1 1,0-1,-1 1,-2-1,0-1,1 5,-1 0,0 1,-1 0,-1-1,0 1,-1 1,-1-1,0 1,-6-9,9 18,1 0,-1-1,0 2,-1-1,1 0,-1 1,0 0,0 0,0 0,0 1,-1-1,1 1,-1 1,0-1,0 1,0 0,0 0,0 1,-1 0,1 0,0 0,-1 1,1 0,-1 0,0 1,0 0,0 0,1 1,-1 0,1 0,-1 1,1 0,0 0,0 0,0 1,1 0,-1 0,1 0,0 1,0 0,0 0,1 0,0 0,0 1,0-1,0 1,1 0,-2 5,-3 7,1 1,1 0,0 0,2 1,0-1,1 1,1 4,-2 36,2-6</inkml:trace>
  <inkml:trace contextRef="#ctx0" brushRef="#br2" timeOffset="130">15909 8591,'-5'6,"0"-1,1 0,0 1,0 0,0 0,1 0,0 1,0-1,0 1,1 0,0 0,0 0,1 0,0 0,0 0,1 3,-2 5,1-1,0 1,2-1,-1 1,2-1,0 0,1 1,0-1,1 0,1-1,0 1,0-1,2 0,0 0,0-1,1 1,0-2,1 1,1-1,0-1,0 0,1 0,0-1,1 0,0-1,0 0,1-1,0-1,0 0,0-1,5 2,-10-4,0-1,0 1,0-1,0-1,1 1,-1-2,0 1,0-1,1 0,-1-1,0 1,1-2,-1 1,0-1,0-1,0 1,-1-1,1-1,0 1,-1-1,0-1,0 1,0-1,-1 0,0-1,0 0,0 0,0 0,-1 0,0-1,0-1,2-15,0-1,-2 0,-1-1,-1 0,-1 1,-1-1,-1 0,-2-14,2 33,1-13,-1 0,-1 0,-1 0,-1 1,0-1,-1 1,-1-1,-1 1,0 1,-2-1,0 1,0 0,-12-15,18 30,0 0,0 0,-1 0,1 0,-1 0,0 0,1 0,-1 1,0 0,0-1,0 1,0 0,0 1,0-1,0 0,0 1,0 0,-1-1,1 1,0 1,0-1,0 0,0 1,0-1,0 1,0 0,0 0,0 0,0 1,0-1,0 1,1-1,-1 1,1 0,-1 0,1 0,0 1,-1-1,0 1,-18 18,1 1,1 0,1 2,0 0,-2 7,-37 49,19-33</inkml:trace>
  <inkml:trace contextRef="#ctx0" brushRef="#br0" timeOffset="131">16390 4527,'-20'-32,"17"25,-1 0,1 1,-1-1,-1 1,1 0,-1 0,0 1,-1-1,1 1,-1 0,0 1,0-1,0 1,-1 1,-5-4,-3 2,-1-1,0 2,0 0,0 1,-1 0,1 2,-1 0,1 0,-1 2,1 0,0 1,-3 1,9 2,0 1,1 0,0 1,0-1,0 2,1-1,0 1,1 0,0 1,0 0,0 0,1 1,1-1,0 1,0 0,1 1,0-1,1 1,0 0,0 3,-4 12,1-1,1 1,1 0,2 0,0 0,2 0,1 0,2 12,-1-27,-1 0,2-1,-1 1,2-1,-1 1,1-1,1 0,0 0,0-1,1 1,1-1,-1 0,1-1,0 0,1 0,0 0,1-1,-1-1,1 1,0-1,1-1,0 1,0-2,0 1,0-2,0 1,1-1,4 0,-5 0,1-2,-1 1,1-1,-1-1,1 1,-1-2,1 0,-1 0,1-1,-1 0,0 0,0-1,0-1,0 0,0 0,-1-1,0 0,0-1,0 0,-1 0,0-1,0 0,0 0,6-15,-1 0,-1 0,-1-1,-1-1,-2 1,0-2,-1 1,-1-1,2-22,-4 32,-1-1,0 1,-1-1,-1 0,0 0,-1 1,-1-1,-1 0,0 0,0 1,-2-1,0 1,-1 0,0 0,-2 0,1 1,-2 0,0 0,-3-2,4 7,-1 0,0 1,0 1,-1-1,0 1,0 1,-1 0,0 0,0 1,-1 0,1 0,-1 1,0 1,0 0,0 1,0 0,-1 0,1 1,0 1,-1 0,1 0,-1 1,1 1,0 0,-1 0,1 1,0 1,1-1,-1 2,1 0,0 0,0 1,0 0,1 0,0 1,0 1,-4 8,1 0,0 1,2 0,0 1,1 0,1 0,0 1,2 0,0 0,1 1,1 0,1 0,0 0,2 0,0 0,2 0,1 11,-1-18,0 1,1 0,0 0,1-1,1 1,0-1,1 0,0 0,1-1,0 1,1-1,1-1,0 1,0-1,1 0,0-1,1 0,0-1,1 0,0-1,0 0,1 0,0-1,1-1,10 4,-9-4,1-1,0-1,0 0,0-2,1 1,-1-2,1 0,-1-1,3 0,-11-1,0 0,1 0,-2 0,1-1,0 0,0 0,0 0,-1-1,1 0,-1-1,0 1,0-1,0-1,-1 1,1-1,-1 0,0 0,-1 0,1 0,3-7,0-6,0-1,-1 0,-1-1,-1 0,-1 1,0-2,-2 1,0 0,-2 0,0-1,-1 1,-1 0,-1 0,0 0,-2 0,0 0,-2 1,-4-10,4 11,0 1,-1 0,-1 1,0 0,-2 0,1 1,-3 0,9 10,0 0,0 0,0 1,-1 0,0-1,0 2,0-1,0 1,0-1,-1 2,0-1,0 1,1-1,-1 1,0 1,-1-1,1 1,0 1,0-1,0 1,-1 0,-3 0,1 3,1 0,0 1,0 0,1 0,-1 0,1 1,0 0,0 1,0 0,1 0,0 0,0 1,1-1,0 1,0 1,0-1,1 1,0 0,0 0,-29 54</inkml:trace>
  <inkml:trace contextRef="#ctx0" brushRef="#br0" timeOffset="132">16149 5797,'1'-4,"2"-68,-3 70,0 0,0 1,0-1,0 0,-1 1,1-1,-1 1,1-1,-1 0,0 1,1-1,-1 1,0 0,0-1,0 1,0 0,0-1,0 1,0 0,-1 0,1 0,0 0,-1 0,1 0,-1 0,1 1,-1-1,1 1,-1-1,1 1,-1-1,0 1,1 0,-1-1,0 1,1 0,-1 0,1 1,-1-1,0 0,-6 3,0 1,0 0,0 1,0 0,1 0,0 0,0 1,0 0,0 0,1 1,1 0,-1 0,1 0,0 1,0 0,1 0,0 0,1 0,-2 6,-4 7,1 0,2 1,0 0,1 0,1 0,1 1,1-1,1 1,1 0,1-1,1 1,5 21,-5-30,1-1,1 1,0-1,1 0,1 0,0 0,1-1,0 0,0 0,2-1,-1 0,1 0,1-1,0 0,0-1,1 0,0-1,1 0,0-1,0 0,8 3,-10-5,0-1,0 0,0-1,0 0,0 0,1-1,0-1,-1 0,1 0,0-1,-1 0,1-1,0 0,-1-1,1 0,-1 0,0-1,1-1,-1 0,-1 0,1-1,-1 0,0-1,0 0,0 0,-1-1,0 0,1-1,4-12,0 0,-2-2,0 1,-1-1,-1 0,-1-1,-1 0,-2-1,0 1,-1-1,-1 0,-2 0,0 0,-1-1,1-3,-1 0,-1 0,-2 0,0 1,-7-25,7 43,1 0,-1 0,0 0,-1 1,0 0,0-1,-1 2,0-1,0 0,-1 1,0 0,0 0,-1 1,0 0,0 0,0 1,-1-1,1 2,-8-4,4 3,1 1,-1 1,1 0,-1 1,0 0,0 0,0 1,-1 1,1 0,0 0,0 1,0 1,0 0,0 0,0 1,1 0,-1 1,1 0,0 1,-8 5,4-2,1 1,0 0,1 1,0 1,1-1,0 2,0 0,1 0,1 1,0 0,1 0,0 1,1 1,-2 5,1 1,2-1,0 1,1 0,1 0,1 1,1-1,1 1,1 0,1-1,0 1,3 6,-2-15,1 0,0-1,1 1,0-1,1 0,1 0,-1 0,2-1,0 1,0-2,1 1,0-1,1 0,0-1,1 0,0 0,0-1,1-1,1 1,-4-2,0-1,1 0,-1 0,1-1,0 0,0 0,0-1,1 0,-1-1,1 0,-1-1,1 0,0 0,-1-1,1 0,0-1,0 0,-1 0,1-1,-1-1,1 1,-1-2,0 1,0-1,0 0,-1-1,1 0,3-4,0-8,0 0,-1-1,-1-1,-1 0,-1 0,0-1,-1 0,-2 0,0 0,-1-1,-1 0,0 0,-2 0,-1-6,3-2,-1 1,-1 0,-2-1,0 1,-2 0,-3-7,6 32,-1 0,1-1,-1 1,0 0,0 0,-1-1,1 1,-1 0,1 0,-1 1,0-1,0 0,0 0,0 1,-1-1,1 1,-1 0,0 0,1 0,-1 0,0 0,0 1,0-1,0 1,-1 0,1 0,0 0,0 0,-1 1,1-1,-1 1,1 0,0 0,-1 0,1 0,-2 1,-15 3,-1 2,1 0,0 1,1 1,-1 1,2 1,-1 0,-4 6,-6 0,-48 29</inkml:trace>
  <inkml:trace contextRef="#ctx0" brushRef="#br1" timeOffset="134">16323 4621,'2'2,"4"3,2 4,0-1</inkml:trace>
  <inkml:trace contextRef="#ctx0" brushRef="#br0" timeOffset="135">12754 10316,'1'-5,"1"-1,-1 1,1 0,0-1,1 1,-1 0,1 0,0 1,0-1,1 1,-1-1,1 1,3-3,4-5,49-62,13-14,50-81,-99 133,-24 47,-62 204,2 39,21-88,36-154,3-9,0 0,0-1,0 1,-1 0,1 0,-1 0,0 0,0 0,0-1,0 1,-1 0,1-1,-1 1,1-1,-1 0,0 1,0-1,0 0,0 0,0 0,-1 0,1-1,-1 1,1 0,-1-1,1 0,-2 1,-111-19,149 14,-31 3,162 0,59 11,-206-9</inkml:trace>
  <inkml:trace contextRef="#ctx0" brushRef="#br0" timeOffset="136">13730 10249,'0'-1,"-1"1,1-1,-1 1,1-1,-1 1,1-1,-1 0,1 1,0-1,-1 0,1 1,0-1,0 0,-1 1,1-1,0 0,0 0,0 1,0-1,0 0,0 0,0 1,0-1,0 0,0 1,1-1,-1 0,0 1,0-1,1 0,-1 1,0-1,1 0,-1 1,1-1,61-105,-32 63,101-165,-131 208,0 0,0 0,0 1,0-1,0 0,0 0,0 1,1-1,-1 0,0 0,0 0,0 1,0-1,1 0,-1 0,0 0,0 1,0-1,1 0,-1 0,0 0,0 0,1 0,-1 0,0 0,0 0,1 1,-1-1,0 0,0 0,1 0,-1 0,0 0,0 0,1 0,-1-1,0 1,0 0,1 0,-1 0,0 0,0 0,1 0,-1 0,0 0,0-1,1 1,-1 0,0 0,0 0,0-1,0 1,1 0,-1 0,-2 26,2-26,-109 537,92-404,17-131,0-1,1 0,-1 0,0 0,0 1,-1-1,1 0,0 0,0 1,-1-1,1 0,0 0,-1 0,1 0,-1 0,0 1,1-1,-1 0,0 0,1-1,-1 1,0 0,0 0,0 0,0 0,0-1,0 1,0 0,0-1,0 1,-1-1,1 1,0-1,0 0,0 1,0-1,-1 0,1 0,0 0,0 0,-1 0,1 0,0 0,0-1,-1 1,1 0,0 0,0-1,0 1,0-1,0 0,0 1,-1-1,1 0,-119-54,120 55,0 0,1 0,-1 0,0-1,0 1,0 0,0 0,1 0,-1 0,0-1,0 1,0 0,0 0,0 0,0-1,0 1,0 0,0 0,1 0,-1-1,0 1,0 0,0 0,0 0,0-1,0 1,0 0,0 0,-1 0,1-1,0 1,0 0,0 0,0 0,0-1,0 1,0 0,0 0,0 0,-1-1,1 1,26 3,-25-3,40 6,252 25,-211-33,-68-1</inkml:trace>
  <inkml:trace contextRef="#ctx0" brushRef="#br0" timeOffset="137">12847 11278,'-6'-1,"1"-2,0 1,0-1,0 1,0 1,0-1,-1 1,1 0,-1 0,1 0,-1 1,1 0,-1 0,1 0,-1 1,1 0,-1 0,1 0,-1 1,1 0,0 0,0 0,0 1,0-1,0 1,1 0,-1 0,1 1,-4 3,2 5,0 0,1 0,0 0,1 0,0 1,1 0,1 0,0 0,0 0,2 0,-1 0,2 1,0-1,0 0,1 0,3 7,-1-4,1-2,1 1,0 0,1-1,1 0,0-1,1 0,1 0,-1-1,2 0,0-1,0 0,1-1,1 0,-1 0,2-2,-5-1,1-1,0 0,0-1,0 0,1-1,0 0,0-1,0 0,0-1,0 0,0 0,1-1,-1-1,0 0,1-1,-1 0,1 0,-1-1,0-1,0 0,0 0,3-3,-5 1,0 0,-1 0,0-1,0 0,0 0,-1-1,0 0,0 0,-1-1,0 0,0 0,-1 0,0-1,-1 1,1-1,-2-1,1 1,-1-2,3-9,-2 0,0-1,-1 0,-1 1,-1-1,0 0,-2 0,-1-2,0 3,-1 0,0 1,-2 0,0 0,-1 0,-1 1,-5-9,8 19,0 0,-1 0,0 1,0-1,-1 1,1 0,-1 1,-1 0,1 0,-1 0,0 0,-1 1,1 1,-1-1,0 1,0 0,-5-1,7 4,0-1,0 1,-1 0,1 0,0 1,-1 0,1 0,0 0,-1 1,1 0,0 0,0 1,0-1,0 1,0 1,0-1,0 1,1 0,-1 0,1 1,0 0,0 0,0 0,0 0,1 1,0 0,0 0,-3 4,0 1,0 2,0-1,1 1,0 0,1 0,1 0,0 1,0 0,1-1,1 2,0-1,1 0,0 7,10 54,8-8</inkml:trace>
  <inkml:trace contextRef="#ctx0" brushRef="#br0" timeOffset="138">15962 10356,'-9'27,"1"1,2 1,0-1,2 1,1 0,2 0,1 12,0-38,0 1,0-1,1 1,-1-1,1 0,0 1,0-1,0 1,1-1,-1 0,1 0,-1 0,1 0,0 0,0 0,1-1,-1 1,1 0,-1-1,1 0,0 0,0 0,-1 0,2 0,-1 0,0-1,0 0,0 1,1-1,-1 0,1-1,-1 1,1-1,9-1,0 0,0-2,0 0,0 0,0-1,-1-1,0 0,0 0,0-1,-1-1,0 0,0-1,0 0,-1 0,7-9,1 2,-2 0,0-1,0-1,-2-1,0 0,-1-1,-1 0,-1-1,-1 0,0-1,-2 0,0 0,3-19,-9 35,-1-1,0 1,0-1,-1 0,0 0,0 1,0-1,-1 0,1 0,-1 1,-1-1,1 0,-1 1,0-1,0 1,-1 0,1 0,-1 0,0 0,-1 0,1 1,-1-1,0 1,0 0,0 0,-1 0,1 1,-1 0,0-1,0 2,0-1,0 1,-8-2,1 0,0 1,-1 1,1 0,-1 1,0 0,0 1,0 0,1 1,-1 0,0 1,1 1,0 0,-1 1,1 0,0 1,1 0,-1 1,1 0,0 1,1 0,-1 1,1 0,1 0,0 1,0 0,1 1,0 0,0 0,1 1,1 0,-5 9,-18 43,7-3</inkml:trace>
  <inkml:trace contextRef="#ctx0" brushRef="#br0" timeOffset="139">15868 11238,'0'16,"1"1,0-1,1 0,1 0,0 0,1 0,1 0,0-1,2 1,-1-2,2 1,0-1,0 0,2 0,0-1,0-1,1 1,0-2,1 0,1 0,0-1,0 0,1-1,0-1,0 0,1-1,0-1,0 0,-5-2,-1 0,1 0,-1-1,1 0,0-1,0 0,0-1,0 0,1 0,-1-1,0-1,0 1,0-2,0 1,0-1,0-1,0 0,0 0,-1-1,0-1,0 1,0-1,0-1,-1 1,1-2,5-5,-6-1,-2-1,0 1,0-1,-1-1,-1 1,0-1,-1 0,0 1,-2-1,0 0,0 0,-1-1,-1 1,-1 0,0 0,-1 1,0-1,-1 0,-1 1,0 0,-5-9,3 8,1 1,-2 0,0 0,-1 1,0 0,-1 0,0 1,-1 0,-10-8,17 16,-2 0,1 0,0 0,-1 1,0 0,1 0,-1 0,-1 1,1 0,0 0,0 0,-1 1,1 0,-1 0,1 1,-1-1,1 2,-1-1,0 1,1 0,0 0,-1 0,1 1,-6 3,-3 2,0 2,1-1,0 2,0 0,1 1,1 0,0 1,-7 8,-37 44</inkml:trace>
  <inkml:trace contextRef="#ctx0" brushRef="#br0" timeOffset="140">12741 12562,'-8'10,"1"0,1 0,0 1,0 0,1 0,0 0,1 0,1 1,0 0,0 0,1 0,0 0,1 0,1 1,0-1,0 0,2 0,-1 1,1-1,1 0,0-1,1 1,0-1,1 1,0-1,5 6,1-2,1-1,0-1,2 1,-1-2,2 0,-1-1,2 0,-1-1,1-1,1-1,0 0,0-1,0-1,1 0,0-1,0-2,0 1,1-2,-1 0,1-2,-1 0,14-2,-25 1,1 0,0-1,-1 0,0 0,1 0,-1-1,0-1,0 1,0-1,-1 0,1 0,-1-1,0 0,-1 0,1 0,-1-1,0 0,0 0,0 0,-1-1,0 0,-1 1,1-1,-1 0,-1-1,1 1,1-8,-3-5,-1-1,0 1,-1-1,-1 1,-1-1,-1 1,-1 0,-1 0,0 1,-2 0,0 0,-1 1,-1-1,0 2,-2 0,0 0,-6-5,4 3,-1 0,-1 1,-1 1,-1 1,0 0,-1 1,-1 1,-9-5,20 14,0 0,0 0,-1 1,0 0,0 1,0 0,0 0,0 1,-1 1,1 0,-1 0,1 1,-1 0,1 1,-1 0,1 0,0 1,-1 1,1 0,-3 1,5 0,0 1,-1 0,2 0,-1 0,1 1,-1 0,2 1,-1 0,1 0,0 0,0 1,1-1,0 1,0 1,1-1,0 1,1-1,0 1,0 0,1 0,0 1,0-1,1 0,0 1,1-1,0 1,1-1,0 0,0 1,1-1,0 0,1 0,0 1,29 60,8-8</inkml:trace>
  <inkml:trace contextRef="#ctx0" brushRef="#br0" timeOffset="141">13890 12802,'-5'1,"1"-1,0 1,0 0,0 0,-1 1,1-1,0 1,1 0,-1 0,0 0,0 1,1-1,-1 1,1 0,0 0,0 0,0 0,0 0,1 1,-1-1,1 1,0 0,0 0,0 0,1 0,-1 0,1 0,0 0,0 0,0 1,1-1,0 0,-1 0,1 1,1-1,-1 0,1 1,0-1,1 6,2 0,-1 0,1 0,1 0,0-1,0 0,1 0,0 0,0-1,1 0,1 0,-1-1,1 1,0-2,0 1,8 3,1 1,1-1,-1-1,2 0,-1-2,1 0,0-1,1-1,9 1,-17-3,-1-1,1-1,0 0,-1 0,1-1,0 0,0-1,0-1,-1 0,1 0,-1-1,1-1,-1 0,0 0,-1-1,1-1,-1 0,0 0,0-1,-1 0,0 0,0-1,0-1,-1 1,-1-1,1-1,0-2,-1-2,0 0,-1-1,-1 0,0 1,-1-2,-1 1,0 0,-1-1,-1 1,0-1,-1 1,-1-1,-1 1,0-1,0 1,-2-1,0 1,-5-11,6 16,-1 0,-1 0,0 0,0 0,-1 1,0 0,0 0,-1 0,0 1,-1 0,0 1,0 0,-1 0,1 0,-2 1,1 1,-1 0,1 0,-1 0,-1 1,1 1,0 0,-1 0,0 1,0 1,0-1,0 2,-8 0,-1 2,1 0,0 1,0 1,0 0,0 2,1 0,-1 1,2 1,-15 9,-12 8,1 3,2 1,-23 21,-40 42,14-6</inkml:trace>
  <inkml:trace contextRef="#ctx0" brushRef="#br0" timeOffset="142">12887 14367,'21'-67,"3"2,2 1,15-21,2-8,36-85,-68 160,-10 18,-1 0,1 0,-1 0,1 1,-1-1,1 0,0 0,-1 0,1 1,-1-1,1 0,-1 0,1 1,-1-1,0 1,1-1,-1 0,1 1,-1-1,0 1,1-1,-1 1,0-1,1 1,-1-1,0 1,0-1,0 1,1 0,-1-1,0 1,0-1,0 1,0-1,0 1,0 0,0-1,0 1,0-1,-1 1,1 0,0-1,0 1,0-1,-1 1,1-1,1 251,-2-132,-2 32,15 128,-11-267,19 68,-12-68</inkml:trace>
  <inkml:trace contextRef="#ctx0" brushRef="#br0" timeOffset="143">13930 14246,'-8'10,"0"1,1-1,0 1,0 0,1 1,1 0,0 0,0 0,1 0,1 1,0 0,1-1,0 2,1-7,1 1,0-1,0 1,0-1,1 0,0 1,1-1,0 0,0 0,0 0,1 0,0 0,0 0,1-1,-1 1,2-1,-1 0,1-1,-1 1,2-1,-1 0,1 0,1 1,6 2,1-1,0 0,0-1,0-1,1 0,-1-1,1 0,1-1,-1-1,0-1,0 0,1-1,-1 0,0-1,1-1,-1 0,0-2,0 1,-1-2,1 0,-1-1,0 0,0-1,2-2,-3 0,-1-1,0 0,-1-1,0 0,0-1,-1 0,-1-1,0 0,-1 0,0-1,-1 0,-1 0,0-1,-1 0,3-13,-2 6,-2-1,0 1,-2-1,0 0,-1 0,-2 0,0 0,-2 0,0 0,-4-11,5 24,-1 1,0-1,0 1,-1 0,0 0,0 1,-1-1,0 1,-1 0,0 0,0 1,0-1,-1 1,0 1,-1-1,1 2,-1-1,-1 1,1 0,-1 0,1 1,-1 0,-1 1,1 0,0 0,-2 1,-11 1,0 2,0 0,0 2,0 0,1 1,-1 2,1 0,0 1,1 1,0 1,0 1,0 0,2 2,-1 0,2 1,-1 1,-13 14,-100 101,79-68</inkml:trace>
  <inkml:trace contextRef="#ctx0" brushRef="#br0" timeOffset="144">13008 13926,'0'-1,"1"1,-1-1,1 1,-1-1,1 1,-1 0,1-1,0 1,-1 0,1-1,-1 1,1 0,0-1,0 1,-1 0,1 0,0 0,-1 0,1 0,0 0,0 0,-1 0,1 0,0 0,-1 0,1 0,0 1,-1-1,1 0,0 0,-1 1,1-1,0 0,-1 1,1-1,-1 1,1-1,-1 1,1-1,-1 1,1-1,-1 1,1 0,-1-1,0 1,1 0,-1 0,-7 37,-14 0,-2-1,-1-1,-2-1,-1-1,-12 8,13-11,-117 137,132-151,24-25,161-195,36-38,-163 198,-47 42,0 1,1-1,-1 1,0-1,1 1,-1 0,0-1,1 1,-1-1,1 1,-1 0,0 0,1-1,-1 1,1 0,-1 0,1-1,-1 1,1 0,-1 0,1 0,-1 0,1 0,-1 0,1 0,-1 0,1 0,0 0,-1 0,1 0,-1 0,1 0,-1 0,1 1,-1-1,0 0,1 0,-1 1,1-1,-1 0,1 1,-1-1,0 0,1 1,-1-1,0 0,1 1,-1-1,0 1,1-1,-1 1,0-1,0 1,0-1,1 1,-1-1,0 1,0-1,0 1,0-1,0 1,-3 36,3-35,-17 155,8 1,9 126,1-174,-1-106,0-2,1-1,-1 1,1 0,-1-1,0 1,0-1,0 1,0 0,0-1,0 1,0 0,0-1,-1 1,1-1,0 1,-1-1,0 1,1-1,-1 1,0-1,0 1,0-1,0 0,0 1,0-1,0 0,0 0,0 0,-1 0,1 0,0 0,-1 0,1 0,-1-1,1 1,-1 0,1-1,-1 0,1 1,-1-1,1 0,-1 1,-204-8,383 10,114 18,-353-18,-182-3,219 2,25-2,0 0,1 0,-1 1,0-1,0 0,0 0,0 0,1 0,-1 0,0 0,0 1,0-1,0 0,0 0,0 0,1 1,-1-1,0 0,0 0,0 0,0 1,0-1,0 0,0 0,0 0,0 1,0-1,0 0,0 0,0 0,0 1,0-1,0 0,0 0,0 0,0 1,-1-1,1 0,0 0,0 0,0 1,0-1,26 6,24 3,1-3,0-2,-1-2,1-2,10-4,-17-1</inkml:trace>
  <inkml:trace contextRef="#ctx0" brushRef="#br0" timeOffset="145">14130 14099,'-10'-5,"-1"0,0 0,0 1,0 1,0 0,0 1,-1 0,1 0,-1 1,0 1,1 0,-1 1,0 0,1 0,-1 1,1 1,0 0,0 1,0 0,0 0,0 1,1 1,-7 4,6 2,0 0,1 1,0 0,1 0,0 1,1 0,1 0,0 1,1 0,1 0,1 1,0 0,0-1,2 1,0 1,1-1,0 13,1-19,0 1,1-1,0 0,1 0,0 0,1 0,0-1,0 1,1 0,0-1,1 0,0 0,0-1,1 1,0-1,1 0,-1-1,1 1,1-1,0-1,0 1,0-2,1 1,-1-1,1 0,0-1,1 0,-1 0,4 0,-3-1,1-1,0 0,-1 0,1-1,0-1,0 0,0 0,0-1,0-1,0 1,-1-2,1 1,-1-2,1 1,-1-2,0 1,-1-1,1-1,-1 1,0-2,0 1,-1-1,0-1,0 1,0-1,-1-1,-1 1,5-8,-3 2,0 0,-1 0,-1-1,0 0,-1-1,0 1,-2-1,0 0,0 0,-2 0,0 0,-1 0,0-1,-1 1,-1 0,-1 0,0 0,-1 1,0-1,-2 1,0 0,0 0,-2 1,0 0,0-1,4 10,-1 0,1 1,-1-1,1 1,-1 0,-1 0,1 0,0 1,-1 0,0 0,0 0,0 1,0 0,0 0,0 1,0-1,-1 1,1 1,0-1,-1 1,-2 0,-29 6</inkml:trace>
  <inkml:trace contextRef="#ctx0" brushRef="#br0" timeOffset="146">15093 13070,'-34'185,"8"1,-1 155,18 375,10-629,0 142,-1-203</inkml:trace>
  <inkml:trace contextRef="#ctx0" brushRef="#br0" timeOffset="147">16055 13351,'112'-334,"-65"196,-41 126,-5 22,-78 347,22-62,40-216</inkml:trace>
  <inkml:trace contextRef="#ctx0" brushRef="#br0" timeOffset="148">15868 14326,'151'-253,"-117"206,-26 50,-12 60,-13 58,5 2,5 97,8-149</inkml:trace>
  <inkml:trace contextRef="#ctx0" brushRef="#br0" timeOffset="149">15227 15343,'540'14,"180"-3,-690-12,-4 1,-1-1,0 0,0-2,0-1,0-1,15-6,-20 1</inkml:trace>
  <inkml:trace contextRef="#ctx0" brushRef="#br0" timeOffset="150">15789 12348,'16'6,"16"6,19 2,21 1,19 1,17-1,10-3,4-3,-4-3,-10-3,-14-1,-19-2,-20-3,-17-1,-19 3,-18 4,-18 5,-6 2</inkml:trace>
  <inkml:trace contextRef="#ctx0" brushRef="#br0" timeOffset="151">12125 13471,'-2'16,"-1"12,0 10,-1 13,-3 15,-5 18,-4 21,-7 24,-6 26,-7 23,-7 19,-5 15,6-30</inkml:trace>
  <inkml:trace contextRef="#ctx0" brushRef="#br0" timeOffset="152">8957 13872,'-11'-4,"-2"-2,2 4,4 6,4 6,3 6,0 0</inkml:trace>
  <inkml:trace contextRef="#ctx0" brushRef="#br0" timeOffset="153">8877 14300,'0'16,"-3"7,0 5,0-3</inkml:trace>
  <inkml:trace contextRef="#ctx0" brushRef="#br0" timeOffset="154">8837 14794,'2'23,"1"14,-2 8,-2-4</inkml:trace>
  <inkml:trace contextRef="#ctx0" brushRef="#br1" timeOffset="155">1424 3896</inkml:trace>
  <inkml:trace contextRef="#ctx0" brushRef="#br1" timeOffset="156">2058 3877,'-106'-31,"-80"-13,-1 7,149 32</inkml:trace>
  <inkml:trace contextRef="#ctx0" brushRef="#br1" timeOffset="157">2729 6542</inkml:trace>
  <inkml:trace contextRef="#ctx0" brushRef="#br2" timeOffset="158">543 9152,'17'7,"43"12,1-2,0-3,0-3,2-3,-1-2,-40-5</inkml:trace>
  <inkml:trace contextRef="#ctx0" brushRef="#br2" timeOffset="159">1818 7015,'-46'1,"-119"8</inkml:trace>
  <inkml:trace contextRef="#ctx0" brushRef="#br2" timeOffset="160">1818 7015</inkml:trace>
  <inkml:trace contextRef="#ctx0" brushRef="#br0" timeOffset="161">13850 11732,'-10'11,"7"-8,-1 1,0-1,1 0,-1 0,-1 0,1-1,0 1,-1-1,1 0,-1-1,0 1,1-1,-1 1,0-2,0 1,-1 0,5-2,0 1,0-1,1 1,-1-1,0 0,0 1,1-1,-1 0,1 1,-1-1,1 0,-1 0,1 0,-1 0,1 1,0-1,0 0,-1 0,1 0,0 0,0 0,0 0,0 0,0 0,0 0,0 0,0 0,0 0,1 1,-1-1,0 0,0 0,1 0,-1 0,1 0,-1 1,1-1,-1 0,1 0,-1 1,1-1,0 0,-1 1,1-1,0 0,0 1,0-1,-1 1,1 0,0-1,0 1,1-1,87-7,-66 8,206 14,-217-13</inkml:trace>
  <inkml:trace contextRef="#ctx0" brushRef="#br0" timeOffset="162">14860 3980,'64'7,"134"17,1-9,22-8,-108-7,-113 0,1 0,0 1,-1-1,1 0,-1 0,1 0,0 0,-1 1,1-1,-1 0,1 0,0 0,-1 0,1 0,-1-1,1 1,0 0,-1 0,1 0,-1 0,1-1,-1 1,1 0,0 0,-1-1,1 1,-1-1,1 1,-1 0,0-1,1 1,-1-1,1 1,-1-1,0 1,1-1,-1 1,0-1,0 0,0 1,1-1,-1 1,0-1,0 0,0 1,0-1,0 1,0-1,0 0,0 1,0-1,0 0,-6-10</inkml:trace>
  <inkml:trace contextRef="#ctx0" brushRef="#br1" timeOffset="156">96 3913</inkml:trace>
  <inkml:trace contextRef="#ctx0" brushRef="#br1" timeOffset="155">406 3913,'-36'10,"-18"7,43-13</inkml:trace>
  <inkml:trace contextRef="#ctx0" brushRef="#br0" timeOffset="12">1555 3892,'858'-26,"-442"3,184-2,-302 49,-164-20,-118-14,-16 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2,'0'-2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629 14,'1'-2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27 916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0,'0'1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82 0,'15'134,"-15"-121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1133 369,'78'-151,"-69"67,-6 20,5-2,-9 66,-1-1,1 0,0 1,0-1,-1 1,1 0,0-1,-1 1,1 0,-1 0,1 0,0 0,-1 0,1 0,0 0,-1 1,1-1,0 0,-1 1,1-1,0 1,0 0,-1-1,1 1,0 0,0-1,0 1,0 0,0 0,0 0,0 0,-2 1,-25 14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962 0,'0'0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1151 56,'0'0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1294 115,'0'-1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90 0,'0'1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84 4323,'-12'86,"-28"156,40-196,-10 110,2-100,3-1,2 1,3 36,-5 86,4-149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0,'-1'1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228 9,'0'0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32,'0'-7,"-1"1,0-1,0 1,0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11 449,'2'-26,"1"0,1-1,1 1,8-21,-2 4,31-184,-42 226,5-24,-5 25,0 1,0-1,1 0,-1 0,0 1,0-1,0 0,0 0,0 0,1 1,-1-1,0 0,0 0,0 0,0 1,1-1,-1 0,0 0,0 0,1 0,-1 0,0 0,0 1,1-1,-1 0,0 0,0 0,1 0,-1 0,0 0,0 0,1 0,-1 0,0 0,1 0,-1 0,0-1,0 1,1 0,-1 0,0 0,0 0,0 0,1 0,-1-1,0 1,0 0,1 0,-1 0,0 0,0-1,0 1,0 0,0 0,1-1,-1 1,0 0,0 0,0-1,0 1,0 0,4 11,-1 0,-1 1,0-1,-1 1,0-1,0 1,-1 0,-1-1,0 5,-1 17,2 28,-1 87,-14 97,3-131,11-112,1-1,-1 1,1 0,-1-1,0 1,0-1,1 1,-1-1,0 1,-1-1,1 0,0 1,0-1,-1 0,1 0,0 0,-1 0,1 0,-1 0,1 0,-1 0,0-1,1 1,-1-1,0 1,1-1,-1 0,0 1,0-1,1 0,-1 0,0 0,0-1,1 1,-1 0,0-1,0 1,1-1,-1 1,-1-2,-29 2,219-29,-14 13,-149 15</inkml:trace>
  <inkml:trace contextRef="#ctx0" brushRef="#br0" timeOffset="1">719 35,'2'5,"6"5,5 11,11 9,9 5,9 6,8 4,5 0,0-1,-3-2,-3-3,-8-3,-8-5,-8-6,-6-4,-6-4,-5-8,-4-4</inkml:trace>
  <inkml:trace contextRef="#ctx0" brushRef="#br0" timeOffset="2">1213 35,'-3'-2,"-1"0,1 0,-1 1,0 0,1-1,-1 1,0 1,0-1,0 0,0 1,0 0,0 0,0 0,0 1,0-1,1 1,-1 0,0 0,0 0,0 0,1 1,-1-1,1 1,-1 0,1 0,0 1,0-1,0 1,0-1,0 1,0 0,1 0,-1 0,1 0,0 1,0-1,-1 2,-62 154,22-43,9-51,-3-3,-3 0,-2-3,-16 14,37-56,17-22</inkml:trace>
  <inkml:trace contextRef="#ctx0" brushRef="#br0" timeOffset="3">599 397,'-7'-3,"0"3,8 2,13 1,20 1,20-1,22-3,20-4,14-6,5-3,-4-2,-14 1,-18 4,-22 3,-24 3,-18 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0 482,'1'-19,"88"-169,22-86,-108 309,-13 150,-30 156,18-128,22-212,0 0,1 0,-1 0,0-1,0 1,0 0,0 0,0 0,0 0,0 0,0 0,0 0,-1 0,1 0,0 0,0-1,-1 1,1 0,-1 0,1 0,-1 0,1-1,-1 1,1 0,-1-1,0 1,1 0,-1-1,0 1,0-1,1 1,-1-1,0 1,0-1,0 0,0 1,1-1,-1 0,0 0,0 1,0-1,0 0,0 0,0 0,0 0,0 0,0 0,0-1,1 1,-1 0,0 0,0-1,0 1,0 0,0-1,1 1,-1-1,0 1,0-1,1 0,-1 1,0-1,1 0,-1 0,-31-22,51 15,246 6,-45 11,-186-7</inkml:trace>
  <inkml:trace contextRef="#ctx0" brushRef="#br0" timeOffset="1">775 174,'-2'-7,"1"2,6 10,9 12,8 12,10 11,9 10,8 8,3 2,2 1,1-1,-3-1,-3-7,-5-5,-8-9,-8-5,-6-9,-7-9</inkml:trace>
  <inkml:trace contextRef="#ctx0" brushRef="#br0" timeOffset="2">1404 147,'-16'-4,"-10"2,-4 7,-3 9,0 9,4 10,2 8,1 9,0 4,-2 5,-3 2,-3-4,0-3,-2-8,4-6,4-10,8-11</inkml:trace>
  <inkml:trace contextRef="#ctx0" brushRef="#br0" timeOffset="3">682 495,'-25'-5,"41"0,415 1,7 5,-394 4,-59 0,-61-2,50-2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0,'-16'11,"-28"24,-6 9</inkml:trace>
  <inkml:trace contextRef="#ctx0" brushRef="#br0">358 46,'-8'-2,"-24"-9,0 2,-1 1,-1 2,1 1,-1 2,-8 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1259 187,'-46'-10,"-1"-2,2-2,0-2,-10-7,-90-30,103 39,-1 2,0 2,-1 1,0 3,0 1,0 3,0 1,-1 2,1 2,0 3,0 1,1 1,-19 8,48-10,1 0,-1 0,1 1,0 1,1 0,0 1,0 0,1 1,0 0,1 1,0 0,0 1,1 0,1 0,0 1,1 0,0 0,1 1,1-1,0 1,-1 6,-1 2,1 0,0 0,2 1,1 0,1 0,0 0,2 0,1 0,0 0,2 0,1 0,1-1,0 0,2 0,1 0,0 0,2-1,0-1,1 0,8 9,8-1,1-1,2-2,1-1,0-1,2-2,1-1,0-1,1-2,1-2,1-1,0-2,0-2,5 0,7 5,1-3,1-2,0-2,0-2,0-2,1-3,-1-2,1-2,-1-2,5-3,-37 3,1-1,-1 0,0-1,0-1,-1-1,0-1,0 0,-1-1,-1-1,0-1,0 0,-2-1,1 0,-2-1,0-1,-1 0,0-1,5-13,-3 5,-2-1,-1 0,-1-1,-1-1,-2 1,0-1,-2 0,-1-1,-1 1,-2-1,-1 0,-1 1,-1-1,-2 1,-1 0,-1-1,-1 2,-3-6,3 17,-1 0,-1 1,0 0,-1 0,0 1,-1 1,-1 0,0 0,0 1,-2 1,1 0,-2 0,1 2,-1 0,-1 0,1 2,-1 0,-1 0,1 2,-1 0,0 1,-15-2,-108-12,2 12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257 143,'-4'-4,"-2"0,2 8,7 12,7 15,9 11,10 13,9 5,8 4,7 1,3-5,0-5,-4-8,-3-9,-8-11,-8-10,-11-9</inkml:trace>
  <inkml:trace contextRef="#ctx0" brushRef="#br0" timeOffset="1">712 156,'-18'3,"-11"6,-5 10,-1 13,1 9,1 12,3 9,-2 1,-1 3,0-3,1-9,4-8,6-12</inkml:trace>
  <inkml:trace contextRef="#ctx0" brushRef="#br0" timeOffset="2">70 464,'-16'0,"-7"0,2 0,11 0,20 0,20 0,25-3,22-4,20-4,12 0,5-1,-4 2,-9 3,-13 3,-12 3,-14 3,-18 1</inkml:trace>
  <inkml:trace contextRef="#ctx0" brushRef="#br0" timeOffset="3">1206 397,'3'-52,"2"1,2 0,3 1,2 0,2 0,4-4,-3 15,-6 51,-7 27,-1 1,-3-1,-1 0,-3 14,2-20,-14 98,-27 95,32-190,6-28</inkml:trace>
  <inkml:trace contextRef="#ctx0" brushRef="#br0" timeOffset="4">1166 624,'-4'-4,"0"-3,6 2,11 0,15-1,14 1,12-1,5 0,2 2,-10 1</inkml:trace>
  <inkml:trace contextRef="#ctx0" brushRef="#br0" timeOffset="5">1755 597,'9'-2,"5"-1,-2 0,-9 1,-18 0,-5 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187 130,'-7'12,"0"12,6 12,10 11,13 8,13 5,10 3,7-2,1-3,-1-6,-6-8,-8-9,-8-10,-9-10</inkml:trace>
  <inkml:trace contextRef="#ctx0" brushRef="#br0" timeOffset="1">507 211,'-13'3,"-10"4,-5 11,-2 11,-1 13,5 9,5 9,3 2,1 0,0-1,2-5,-2-6,2-13</inkml:trace>
  <inkml:trace contextRef="#ctx0" brushRef="#br0" timeOffset="2">0 492,'16'5,"16"1,20-1,18 0,18-4,14-4,8-7,2-3,-7-4,-13-2,-21 3</inkml:trace>
  <inkml:trace contextRef="#ctx0" brushRef="#br0" timeOffset="3">1136 332,'46'-72,"-17"30,-2-2,-2-1,-2-1,5-19,-23 47,-11 34,-7 33,3 1,2 1,3 0,1-1,3 43,1-26,-4 0,-12 66,14-121,-1 0,0 1,-1-1,-1 0,1-1,-2 1,0-1,-5 8,-6 2</inkml:trace>
  <inkml:trace contextRef="#ctx0" brushRef="#br0" timeOffset="4">1136 720,'2'-5,"8"-3,11-1,16-1,12-1,13 1,6 3,1 2,-11 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0 520,'144'-264,"-22"27,-108 219,-14 18,1 0,-1 0,0 0,1 0,-1 0,1 0,-1 0,0 0,1 1,-1-1,1 0,-1 0,0 0,1 1,-1-1,0 0,1 0,-1 1,0-1,1 0,-1 1,0-1,0 0,0 1,1-1,-1 1,0-1,0 0,0 1,0-1,0 1,0-1,1 0,-1 1,0-1,0 1,0-1,0 1,-1-1,1 0,0 1,0-1,0 1,0-1,0 0,0 1,-1-1,1 0,0 1,0-1,-1 0,1 1,0-1,0 0,-1 1,1-1,0 0,-1 0,1 1,-56 303,51-268,2 1,1 0,2 0,1 0,3 0,0 0,3 1,7 10</inkml:trace>
  <inkml:trace contextRef="#ctx0" brushRef="#br0" timeOffset="1">629 159,'16'9,"14"10,11 10,6 8,3 7,1 1,-4 4,-4-1,-4-3,-4-8,-4-7,-2-9,-4-10,-6-7</inkml:trace>
  <inkml:trace contextRef="#ctx0" brushRef="#br0" timeOffset="2">1136 159,'-16'0,"-9"5,-6 7,-2 10,1 9,3 9,2 9,0 5,4 5,0 1,-2 0,-2-3,2-10,5-12</inkml:trace>
  <inkml:trace contextRef="#ctx0" brushRef="#br0" timeOffset="3">588 453,'7'0,"14"0,21-2,21-4,22-2,15-2,8-3,-4 2,-10 3,-17 2,-21 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0 494,'28'-82,"-4"-1,8-53,11-42,-36 163,-2 21,0 28,-2 471,7-420,-1-59</inkml:trace>
  <inkml:trace contextRef="#ctx0" brushRef="#br0" timeOffset="1">481 160,'16'7,"12"6,11 9,9 7,4 5,2 6,-1 5,-4 5,-4 0,-4-2,-4-6,-4-8,0-11,-2-8,-6-7</inkml:trace>
  <inkml:trace contextRef="#ctx0" brushRef="#br0" timeOffset="2">1069 173,'-18'9,"-13"10,-5 11,-2 9,1 8,3 4,5 0,2-1,4-2,4-8,2-8,0-9,2-9</inkml:trace>
  <inkml:trace contextRef="#ctx0" brushRef="#br0" timeOffset="3">494 428,'16'0,"19"0,22-3,23-4,22-7,15-2,7-4,-7 0,-16 1,-25 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69,'2'5,"5"7,7 10,9 7,10 8,9 5,8 2,5 2,2 0,0-2,-2-6,-4-3,-8-6,-9-8,-11-7</inkml:trace>
  <inkml:trace contextRef="#ctx0" brushRef="#br0" timeOffset="1">494 69,'-15'9,"-13"12,-6 12,-1 12,-3 11,2 8,2 4,2 0,2-5,2-6,3-11,4-13,5-12</inkml:trace>
  <inkml:trace contextRef="#ctx0" brushRef="#br0" timeOffset="2">0 376,'14'7,"20"2,23-5,19-9,18-10,11-6,3-1,-3 2,-10 5,-14 7,-20 10,-19 4</inkml:trace>
  <inkml:trace contextRef="#ctx0" brushRef="#br0" timeOffset="3">1083 337,'43'-297,"-32"257,-6 46,8 126,-9 321,-7-367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144 1,'-2'0,"1"0,6 4,6 7,6 10,7 11,6 11,5 7,5 7,3 5,4 1,1-4,4-4,-2-8,-4-9,-6-11,-9-13,-10-8</inkml:trace>
  <inkml:trace contextRef="#ctx0" brushRef="#br0" timeOffset="1">612 14,'-9'1,"-1"0,1 1,-1 1,1-1,0 1,0 1,0 0,1 0,-1 1,1 0,0 0,0 1,1 0,0 0,0 1,0 0,1 0,0 0,0 1,1 0,0 0,-235 291,219-277,5-8</inkml:trace>
  <inkml:trace contextRef="#ctx0" brushRef="#br0" timeOffset="2">10 282,'-9'-13,"30"14,-12 0,104 1,0-5,0-5,-1-5,0-5,-1-5,80-28,-170 46,-22 5,1 0,0 0,0 0,0 0,-1 0,1 0,0-1,0 1,0 0,0 0,-1 0,1 0,0 0,0 0,0-1,0 1,0 0,0 0,-1 0,1 0,0-1,0 1,0 0,0 0,0 0,0 0,0-1,0 1,0 0,0 0,0 0,0-1,0 1,0 0,0 0,0 0,0-1,0 1,0 0,0 0,0 0,0 0,0-1,1 1,-1 0,0 0,0 0,0 0,0-1,0 1,0 0,1 0,-1 0,0 0,0 0,0 0,0 0,-2-2,-8-5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1 501,'196'-457,"-174"414,-21 43,0 1,0 0,0 0,0 0,0 0,0 0,0 0,-1 0,1 0,0 0,-1 0,1 0,-1 0,1 0,-1 0,1 1,-1-1,0 0,0 0,0 1,0-1,0 0,0 0,0 1,0-1,0 0,0 0,-1 1,1 0,-15 315,12 30,4-346,-1 0,0 1,0-1,0 0,-1 1,1-1,0 0,0 1,-1-1,1 0,-1 0,1 1,-1-1,1 0,-1 0,0 0,0 0,0 0,1 0,-1 0,0 0,0 0,0 0,-1 0,1 0,0-1,0 1,0 0,0-1,-1 1,1-1,0 0,-1 1,1-1,0 0,-1 0,1 0,0 0,-1 0,1 0,0 0,-1 0,1 0,0-1,0 1,-1 0,1-1,0 0,0 1,-1-1,1 1,0-1,0 0,0 0,0 0,0 0,0 0,0 0,0 0,1 0,0 0,0 1,0-1,0 0,0 0,0 1,1-1,-1 0,0 1,0-1,1 0,-1 1,0-1,1 0,-1 1,1-1,-1 1,0-1,1 0,-1 1,1-1,0 1,-1 0,1-1,-1 1,1-1,0 1,-1 0,1 0,0-1,0 1,-1 0,1 0,0 0,-1 0,1 0,0 0,0 0,-1 0,1 0,0 0,0 0,-1 0,1 0,0 1,-1-1,1 0,0 1,1-2,93-9,1 5,20 3,-93 2,-2-1,-15 0,0 1,1 0,-1 0,1 0,-1 0,0 1,1 0,-1 1,0-1,0 1,0 1,0 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28,'15'-11,"180"7,100 43,208-37,-288-15,43-1,-11 1,161 5,145 3,-340 19,104 21,-127-5,-99-27,-91-3,0 0,-1 0,1 0,0 0,-1 0,1 0,0-1,-1 1,1 0,0 0,-1 0,1 0,0 0,0-1,-1 1,1 0,0 0,0 0,-1-1,1 1,0 0,0 0,0-1,-1 1,1 0,0-1,0 1,0 0,0-1,0 1,0 0,0-1,0 1,0 0,-1-1,1 1,1 0,-1-1,0 1,0 0,0 0,0-1,0 1,0 0,0-1,0 1,0 0,1-1,-1 1,0 0,0 0,0-1,1 1,-1 0,0 0,0-1,1 1,-1 0,0 0,0 0,1 0,-1-1,0 1,1 0,-1 0,1 0,-14-12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454 139,'4'-29,"-1"-16,-1 1,-2 23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0,'0'0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0,'0'0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0,'0'0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1164 1794,'-10'-112,"4"0,7-52,0 60,-1 32,-1-79,6 1,6 0,18-70,-21 182,-1-1,-2 0,-2 0,-2-38,-33-12,20 64,6 12,1 1,-2 0,0 0,0 1,-1 0,0 0,-1 1,0 0,-1 0,0 1,0 1,-1 0,0 0,-1 1,0 0,0 1,0 0,-11-3,-25-1,0 1,0 3,-1 1,0 3,-27 3,69-1,-14 0,-1 1,1 0,0 2,0 1,1 1,-1 0,1 2,0 0,1 1,0 1,0 1,0 1,2 0,-1 1,1 1,-14 15,15-12,1 1,0 0,2 1,0 1,1 0,1 1,0 0,2 1,1 0,0 0,-3 16,-62 135,59-148,2 1,0 0,2 1,0 0,2 1,1 0,1 0,-1 18,6 11,3 1,2-1,2 0,3 0,2-1,17 48,-7-28,-3 1,-3 1,-4 0,-3 1,-4 11,9 431,-14-411,-2 0,5 1,5 0,5-1,10 35,-12-100,-3 0,-1 0,-2 0,-2 11,-4 263,-24 4,38-94,-5-168,-3 0,-3 0,-2 0,-6 26,-6-1,-1 6,4 0,3 20,8 566,5-481,0-97,-5 0,-6 23,-23 110,11-102,-1 112,19 892,-1-585,-32-74,8-225,-24 127,33-87,14 3,1 478,14-340,-15 349,-3-647,-1-60,4 0,3 0,3-1,11 55,76 254,-73-292,3-1,4-1,35 77,-38-110,3-2,1 0,17 20,11 16,-39-57,1-2,2 0,1-1,1-1,1-1,1-1,1 0,2-2,16 11,-21-25,1 0,-1-2,1 0,1-1,0-2,-1 0,1-2,0 0,0-1,0-2,1 0,-2-2,1 0,0-1,-1-2,1 0,19-9,-18 7,-1-2,0 0,0-1,-1-1,0-2,-1 0,-1-1,0-1,-1 0,-1-2,0 0,-2-1,0-1,-1 0,-1-2,-1 1,-1-1,-1-1,-1 0,2-8,77-272,-80 281,0 2,-1-1,-1 1,0-2,-2 1,-1 0,0-1,-1-11,3-181,-1-161,-32 118,3 7,22-161,16 46,-28 48,-30-33,37 268,3 0,5-45,-1-21,-53-213,81 62,-26 271,2 0,1 0,1 0,1 1,1 0,2 1,1 0,1 0,4-4,0-6,-1-1,-1-1,-2 0,-2 0,-2-1,-1 0,-2-1,-2 1,-1-307,-7 252,-4 0,-19-81,10 70,-17-115,34 170,-13-138,-10 88,-18-120,38 182,-3 0,-1 0,-2 1,-7-18,8 28,2 0,1 0,1-1,2 1,-1-25,1 8,-1 0,-2 0,-9-27,5 13,2-1,3 0,3 0,2-15,0 65,0 1,-1-1,0 1,0 0,-1 0,0-1,0 1,-1 0,0 1,-1-1,0 0,0 1,-2-3,-1-3,1 0,0-1,1 0,0 0,1 0,1-1,-2-13,-7-27,-30-52,-22-20,48 95,11 24,0-1,1 0,0-1,1 1,0-1,0 1,1-1,0 0,0-6,-24-131,27-254,1 378,0 1,2-1,0 1,2 0,0 0,5-8,19-79,-21 55,2 0,3 1,1 0,22-46,-23 66,-1-1,-2 0,-1-1,1-15,46-102,-30 11,12-91,15-45,-46 221,-3-1,-2 1,-3-21,6-101,5 86,-3 28,-2 0,-3 0,-4-34,-25-277,20 314,5 34,-2 0,0 0,-2 0,-1 1,-1 0,-2 0,0 1,-4-6,1 11,2-1,0 1,2-1,0-1,1 0,2 0,0 0,1-2,-32-147,17 54,18 114,0 1,0 0,0 0,0 0,-1 0,1 0,-1 0,1 1,-1-1,0 0,0 1,0-1,0 1,0 0,0-1,0 1,0 0,0 0,-1 0,1 1,0-1,-1 1,1-1,-1 1,1-1,-28-7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135 188,'-2'-2,"1"1,0 0,-1 0,1 0,-1 0,0 0,1 0,-1 0,0 0,1 0,-1 1,0-1,0 1,0 0,0-1,1 1,-1 0,0 0,0 0,0 0,0 0,0 1,0-1,1 1,-1-1,0 1,0-1,1 1,-1 0,0 0,1 0,-1 0,1 0,-1 0,1 0,-1 1,1-1,0 1,0-1,0 1,-1 0,-7 12,0 1,2 1,-1 0,2-1,0 2,1-1,1 1,0 0,1 0,1 0,1 0,0 0,2 6,-2-17,0 0,1-1,0 1,0 0,1 0,0-1,0 1,0 0,1-1,-1 1,1-1,1 0,-1 1,1-1,0 0,0 0,0-1,1 1,0-1,-1 0,2 0,-1 0,0 0,1-1,0 1,0-1,0 0,3 1,3-2,1-1,0 0,0 0,-1-1,1-1,0 0,-1 0,1-1,0-1,-1 0,0 0,0-1,0-1,0 0,-1 0,0-1,0 0,0-1,-1 0,0-1,6-6,-6 6,-1 0,0-1,-1 1,0-2,0 1,-1-1,0 0,-1 0,0-1,-1 0,0 0,-1 0,0 0,0 0,-1-1,-1 1,0-1,0 1,-1-1,-1 0,0 1,-1-1,0 1,0 0,-1-1,-1 1,0 0,0 1,-1-1,-1 1,0 0,0 0,-2-1,4 4,-1 0,-1 1,1-1,-1 1,0 0,-1 0,1 1,-1 0,0 0,-1 0,1 1,-1 0,0 1,0-1,0 2,0-1,-1 1,1 0,0 1,-1 0,0 0,1 1,-1 0,1 1,-1 0,1 0,-1 0,1 1,0 1,-1 0,1 0,0 0,1 1,-1 0,1 0,-5 4,5-2,1 0,0 0,0 0,0 1,1 0,0 0,0 0,1 0,0 1,0 0,1 0,0 0,0 0,1 1,0-1,0 1,1-1,0 1,1-1,0 1,0 0,1-1,0 1,1-1,-1 1,2-1,-1 0,1 1,0-1,4 5,20 25</inkml:trace>
  <inkml:trace contextRef="#ctx0" brushRef="#br0" timeOffset="1">710 1,'6'4,"10"12,11 13,12 12,11 7,8 4,4 4,-3-2,-3-3,-8-6,-9-5,-12-8,-9-9</inkml:trace>
  <inkml:trace contextRef="#ctx0" brushRef="#br0" timeOffset="2">1150 28,'-16'2,"-11"8,-10 9,-3 10,-3 9,1 10,2 6,3 4,4 3,7-1,5-4,7-6,5-10,4-12</inkml:trace>
  <inkml:trace contextRef="#ctx0" brushRef="#br0" timeOffset="3">643 335,'4'-2,"16"-1,22 0,24-1,22-3,14-1,4 0,-6 1,-15 2,-19 5,-21 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0 596,'56'-64,"-4"-2,-2-3,-3-1,27-60,3-39,-64 143,-6 24,-8 73,-6 33,4 0,5 0,4-1,19 101,-13-154</inkml:trace>
  <inkml:trace contextRef="#ctx0" brushRef="#br0" timeOffset="1">748 115,'-7'14,"-1"16,-1 11,7 11,12 8,16 4,15 1,12-1,8-5,3-8,-3-6,-6-8,-12-6,-10-9,-10-5,-10-5</inkml:trace>
  <inkml:trace contextRef="#ctx0" brushRef="#br0" timeOffset="2">1136 302,'-18'9,"-13"12,-8 12,-6 14,-3 10,0 7,2 1,4 0,4-6,5-7,5-11,7-12</inkml:trace>
  <inkml:trace contextRef="#ctx0" brushRef="#br0" timeOffset="3">628 543,'9'-3,"14"3,20 0,22 0,24-1,16-4,7 0,-3 0,-12 1,-23 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14 370,'0'0,"0"0,0-1,0 1,-1 0,1 0,0-1,0 1,0 0,-1 0,1-1,0 1,0 0,-1 0,1 0,0-1,-1 1,1 0,0 0,-1 0,1 0,0 0,-1 0,1 0,0 0,0 0,-1 0,1 0,0 0,-1 0,1 0,0 0,-1 0,1 0,0 0,-1 0,1 0,0 0,-1 1,1-1,0 0,0 0,-1 0,1 1,0-1,0 0,-1 0,1 1,0-1,0 0,11-30,-8 25,22-45,-3 0,-1-1,-3-2,-2 0,3-24,-52 358,-28 60,58-327,2-20</inkml:trace>
  <inkml:trace contextRef="#ctx0" brushRef="#br0" timeOffset="1">549 116,'-5'0,"2"6,4 10,10 11,10 10,10 6,12 4,7 1,1-1,0-1,-4-4,-6-5,-8-4,-9-5,-9-6,-7-6</inkml:trace>
  <inkml:trace contextRef="#ctx0" brushRef="#br0" timeOffset="2">1003 102,'-13'5,"-12"8,-6 9,-4 9,0 12,3 6,7 5,5 2,3-1,6-2,1-5,-2-3,0-8,-4-7,1-10</inkml:trace>
  <inkml:trace contextRef="#ctx0" brushRef="#br0" timeOffset="3">469 437,'18'-2,"22"-4,22-2,22-5,16-2,7 2,0-1,-10 4,-15 2,-16 4,-20 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75,'-4'1,"0"0,-1 1,1-1,0 1,0 0,0 0,0 0,1 1,-1-1,1 1,-1 0,1 0,0 0,0 0,0 1,0-1,1 1,-1 0,1 0,0 0,-1 4,-24 92,24-79,1 1,2 0,0 0,1-1,1 1,1 0,0-1,6 16,-7-30,0 1,1-1,0 0,0 0,0 0,1 0,0 0,1-1,-1 1,1-1,0 0,1-1,-1 0,1 1,0-2,1 1,-1-1,1 0,0 0,0 0,0-1,0-1,0 1,1-1,6 1,-5-2,0 0,0-1,0 0,-1 0,1-1,0 0,0-1,0 0,-1-1,1 1,-1-1,0-1,0 0,0 0,0-1,-1 1,1-2,-1 1,-1-1,1 0,-1 0,4-6,-1 1,-1 0,0 0,0-1,-1 0,-1-1,0 0,-1 0,0 0,-1 0,-1-1,0 1,-1-1,0 0,-1-4,-1 2,-1-1,0 1,-1-1,-1 1,-1 0,0 0,-1 0,0 1,-2 0,0 0,0 0,-1 1,-2-1,5 8,0 0,0 0,-1 0,0 0,0 1,-1 0,1 0,-1 1,-1 0,1 0,-1 1,0 0,0 0,0 1,0 0,-1 0,1 1,-1 0,0 0,1 1,-1 1,0-1,0 1,-8 1,9 1,-1 0,1 0,0 1,0 0,1 1,-1 0,0 0,1 0,0 1,0 0,1 0,-1 1,1 0,0 0,1 0,-1 1,1 0,1 0,-1 0,1 0,0 1,1 0,0 0,0 0,1 0,0 0,0 1,1-1,0 0,0 1,1-1,0 1,1-1,0 1,0-1,2 5,16 35,7-9</inkml:trace>
  <inkml:trace contextRef="#ctx0" brushRef="#br0" timeOffset="1">762 22,'5'18,"5"15,11 11,13 6,12 2,10 2,8-2,5-4,0-5,-5-6,-8-8,-13-6,-10-8,-11-7,-10-7</inkml:trace>
  <inkml:trace contextRef="#ctx0" brushRef="#br0" timeOffset="2">1243 22,'-16'13,"-10"17,-7 14,-4 11,-2 7,2 5,3 0,3-3,4-4,4-9,4-11,5-11</inkml:trace>
  <inkml:trace contextRef="#ctx0" brushRef="#br0" timeOffset="3">762 262,'0'9,"12"3,19 0,25-5,23-8,19-8,14-5,0-1,-11 4,-23 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66,'7'9,"6"10,7 9,5 8,6 8,5 4,2 4,0 3,1-3,-3-2,-3-3,-1-7,-3-9,-4-8,-1-10,-5-6</inkml:trace>
  <inkml:trace contextRef="#ctx0" brushRef="#br0" timeOffset="1">561 107,'-16'20,"-7"19,0 11,1 8,5 7,3 0,2-3,0-4,0-6,-2-9,1-10</inkml:trace>
  <inkml:trace contextRef="#ctx0" brushRef="#br0" timeOffset="2">0 481,'23'0,"25"0,28-3,25-4,21-9,13-5,1-5,-5 1,-12 2,-16 0,-25 4</inkml:trace>
  <inkml:trace contextRef="#ctx0" brushRef="#br0" timeOffset="3">1243 254,'0'13,"11"113,-10-120,1-1,-1 0,1 0,0 0,1 0,-1 0,1 0,0 0,0-1,1 0,-1 1,1-1,0-1,0 1,0 0,1-1,-1 0,1 0,0 0,0-1,3 2,1-1,0 0,1-1,0 0,-1 0,1-1,0-1,0 1,0-1,0-1,-1 0,1-1,0 1,0-2,-1 1,0-1,1-1,-1 0,0 0,-1-1,1 0,-1 0,0-1,0 0,-1-1,0 0,0 0,0 0,-1-1,0 0,-1 0,1 0,-2-1,1 0,-1 0,-1 0,1 0,-1-1,-1 1,0-1,0-7,-1 4,0-1,-1 0,-1 1,0-1,-1 1,-1 0,0-1,0 1,-2 0,1 1,-2-1,1 1,-2 0,-4-7,6 12,0 0,0 0,0 1,-1-1,0 1,0 1,0-1,-1 1,0 0,0 1,0-1,-1 2,1-1,-1 1,0 0,0 0,0 1,-1 0,1 1,0-1,-1 2,1-1,0 1,-1 1,-2 0,0 1,1 0,-1 1,1 1,-1-1,1 2,0-1,0 1,1 1,-1 0,1 0,1 1,-1 0,1 0,0 1,1 0,-3 5,-5 6,1 1,1 1,0 0,2 0,1 1,1 1,-3 9,-12 48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135 184,'33'61,"222"303,-205-303,-39-48</inkml:trace>
  <inkml:trace contextRef="#ctx0" brushRef="#br0" timeOffset="1">455 251,'-11'12,"-6"12,-1 12,2 8,0 8,1 5,-2-1,0-1,1-5,0-6,2-9,2-8,1-9,3-9,2-6</inkml:trace>
  <inkml:trace contextRef="#ctx0" brushRef="#br0" timeOffset="2">1 559,'22'-7,"25"-5,21-4,20-2,11 0,7 0,-4 4,-7 4,-13 4,-18 2,-18 3,-19-1,-17-3,-16 0,-7 0</inkml:trace>
  <inkml:trace contextRef="#ctx0" brushRef="#br0" timeOffset="3">1110 291,'0'2,"-2"1,1 0,0 1,1-1,-1 0,0 1,1-1,0 1,0-1,0 1,0-1,0 0,1 1,0-1,0 1,0-1,0 2,18-15,4-19,-1-2,-1-1,-2 0,7-17,-10 19,-1-2,-1 1,-2-1,2-11,-54 199,33-125,2 0,1 0,1 0,2 1,1-1,1 1,2-1,2 0,7 29,4-14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1 294,'1'-59,"3"0,3 0,11-46,-14 94,-4 34,-10 93,-2 40,6 81,10-136,1-13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1,'18'2,"16"8,8 11,6 11,4 11,0 10,-1 8,-2 4,-1-2,0-4,-2-9,-3-7,-5-12,-7-11,-6-10,-7-8</inkml:trace>
  <inkml:trace contextRef="#ctx0" brushRef="#br0" timeOffset="1">562 53,'-16'3,"-12"9,-8 15,-5 13,-2 12,-1 8,3 3,1 0,4-4,2-7,3-13,7-13</inkml:trace>
  <inkml:trace contextRef="#ctx0" brushRef="#br0" timeOffset="2">27 321,'3'14,"15"4,24-3,28-6,24-10,19-6,10-5,4-2,-21 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0,'5'9,"6"10,7 8,9 9,8 8,7 5,6 3,3 4,1 2,-3 0,-4-3,-6-4,-7-3,-6-9,-7-8,-2-14,-6-9</inkml:trace>
  <inkml:trace contextRef="#ctx0" brushRef="#br0" timeOffset="1">589 80,'-16'7,"-10"9,-4 11,-3 9,1 9,0 5,4 3,2 0,4-3,0-4,2-9,-1-11,5-9</inkml:trace>
  <inkml:trace contextRef="#ctx0" brushRef="#br0" timeOffset="2">1 387,'18'7,"22"0,23-4,20-6,15-8,11-4,3-4,-2 1,-8 2,-10 1,-11 3,-21 3</inkml:trace>
  <inkml:trace contextRef="#ctx0" brushRef="#br0" timeOffset="3">1177 241,'-2'9,"0"0,1 0,0 0,1 0,0 0,0 1,1-1,0 0,1 0,0 0,0 0,1 0,0-1,0 1,1-1,0 0,1 0,0 0,0 0,1-1,-1 0,2 0,-1-1,6 5,-2-5,0 0,0-1,0 0,1-1,-1 0,1-1,0 0,0-1,1 0,-1 0,0-2,1 1,-1-1,0-1,1 0,-1 0,0-2,3 0,-6 1,0 0,-1 0,1-1,-1 0,0 0,0-1,0 0,0 0,0-1,-1 0,0 0,0 0,-1-1,1 0,-1 0,0 0,-1-1,1 1,-1-1,-1 0,1 0,-1-1,-1 1,1-1,-1 0,0-1,-1-2,-1-1,1 0,-2 1,0-1,0 0,-1 1,-1 0,0-1,0 1,-1 0,-1 0,0 1,0 0,-1-1,0 2,-1-1,0 1,0 0,-1 0,0 1,-8-6,10 8,-1 0,0 0,-1 1,1 0,-1 0,0 1,0 0,0 1,-1-1,1 1,-1 1,0 0,0 0,1 1,-1 0,0 0,-1 1,1 0,0 1,0 0,1 0,-1 1,0 0,0 1,1 0,-1 0,1 1,-1 0,-7 7,1 1,0 1,1 1,0 0,1 0,0 1,2 1,-1 0,2 1,0 0,1 1,-29 54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3.26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1409,'136'-80,"3"6,4 6,70-20,-51 20,1360-654,-1433 674,27-16,4 4,2 6,78-22,-160 70,-38 11,-7 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4.36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1351,'46'-16,"374"-132,-291 99,1207-474,-59 29,-969 378,-303 115,2-2,-16 2,-3 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5.620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1114,'-23'4,"27"-4,42-13,458-173,979-370,-1263 472,-68 22,2 8,146-31,-50 8,-242 77,-11 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6.79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1 894,'45'-8,"0"-2,0-2,32-14,-44 14,920-313,-563 191,-57 17,336-69,-441 138,-187 36,-38 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7.95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0 808,'40'-9,"-2"0,0-3,0-1,7-5,-17 7,850-329,31 42,-710 223,-198 75,-1 0,0 0,1 0,-1 0,1 0,-1 0,1 0,-1 0,0 0,1 0,-1 0,1 0,-1 0,0-1,1 1,-1 0,1 0,-1 0,0-1,1 1,-1 0,0-1,0 1,1 0,-1-1,0 1,0 0,1-1,-1 1,0 0,0-1,0 1,1-1,-1 1,0 0,0-1,0 1,0-1,0 1,0-1,0 1,0 0,0-1,0 1,0-1,0 1,-1 0,1-1,0 1,0-1,0 1,0 0,-1-1,1 1,0 0,0-1,-1 1,1-1,-10-4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0:32.5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95,'451'-15,"53"-25,-312 29,48 10,-144 1,67-12,-152 3,-14 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1:45.5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2579 3814,'-1'0,"0"0,0 0,0 0,0 0,0 0,0 0,1 0,-1 1,0-1,0 0,0 1,1-1,-1 0,0 1,0-1,1 1,-1 0,0-1,1 1,-1-1,1 1,-1 0,1 0,-1-1,1 1,-1 0,1 0,0-1,-1 1,1 0,0 0,0 0,-1 0,1-1,0 1,0 0,0 0,0 0,0 0,-6 27,1 0,1 0,2 0,1 1,1 12,0-36,4 127,15 83,0-9,-13 17,-10 0,-9 0,-16 43,3-16,7 117,12-139,2-174</inkml:trace>
  <inkml:trace contextRef="#ctx0" brushRef="#br0" timeOffset="2200.857">2512 3866,'-2'-2,"-1"-1,1 1,1-1,-1 0,0 0,1 0,-1 0,1 0,0 0,0 0,0 0,0-1,1 1,-1 0,1 0,0-1,0 1,0 0,0-1,0 1,1 0,0 0,0-1,0 1,0 0,0 0,0 0,1 0,0 0,-1 0,1 1,0-1,0 0,2 0,6-1,0 1,-1 0,2 1,-1 0,0 0,0 1,1 1,-1-1,2 2,29-3,144-17,-76 5,0 6,0 3,73 9,85 18,212-11,473-24,73-28,-41 34,-212 15,20 8,63 9,-17 18,-391-22,-41-11,-39 10,-364-20,-1 0,0-1,0 1,1 0,-1 0,0 0,1 0,-1 0,0 0,1 0,-1 1,0-1,0 1,0 0,1 0,-1 0,0 0,0 0,0 0,0 0,-1 1,1-1,0 1,0-1,-1 1,1 0,-1-1,0 1,1 0,-1 0,1 1,21 152,-20-114,-1-11,27 293,42 170,-40-332,7 133,-32-204,4 46,21 106,-5-116,-10-66,-4 2,-2 0,-3 0,-2 0,-3 1,-5 39,-33 218,36-28,-7-246,4-34</inkml:trace>
  <inkml:trace contextRef="#ctx0" brushRef="#br0" timeOffset="4423.965">2499 6300,'14'45,"-1"1,-3 0,-2 1,-1 0,-3 1,-2-1,-2 1,-3 16,5 109,7-95,3 0,3 0,4-1,3-1,28 62,-36-99,-2 1,-2 0,-1 1,-2 0,-2 0,-1 22,-5-62,1-1,0 1,-1-1,1 1,0 0,0-1,0 1,0 0,-1-1,1 1,0 0,0 0,0-1,0 1,0 0,1-1,-1 1,0 0,0-1,0 1,1 0,-1-1,0 1,1 0,-1-1,0 1,1-1,-1 1,1-1,-1 1,1-1,-1 1,1-1,-1 1,1-1,-1 0,1 1,0-1,-1 0,1 1,0-1,-1 0,1 0,0 0,-1 0,1 0,0 0,0 0,-1 0,1 0,0 0,-1 0,1 0,0 0,-1 0,1-1,0 1,-1 0,1 0,-1-1,1 1,0-1,-1 1,1 0,-1-1,1 0,27-13,0 0,1 2,1 1,0 2,0 0,1 2,0 2,13-1,255-6,-263 12,627-8,371-17,1338 35,-1554-12,-98 15,280 45,-145-21,-284-12,-334-15,-112 4,47-9,-106-6,-64 1,-1 1,0-1,1 0,-1 0,0 0,1 0,-1 0,1-1,-1 1,0 0,1 0,-1-1,0 1,0-1,1 0,-1 1,0-1,0 0,0 1,0-1,1 0,-1 0,0 0,-1 0,1 0,0 0,0-1,0 1,-1 0,1 0,-1 0,1-1,-1 1,1 0,-1-1,0 1,1 0,-1-1,0 1,0-2,-17-137,7 89,-21-143,16 80,-5 1,-5 1,-34-92,14 93</inkml:trace>
  <inkml:trace contextRef="#ctx0" brushRef="#br0" timeOffset="5919.952">2686 5778,'1010'8,"1265"-2,-1093 33,469 18,-656-32,-311-7,-234 1,-237-17,-248 6,20-6</inkml:trace>
  <inkml:trace contextRef="#ctx0" brushRef="#br0" timeOffset="6984.815">6883 3720,'25'1295,"-14"-1112,8-1,9-1,14 28,28 59,-21-86,16 124,-56-215,-4 1,-4 0,-10 72,1 43,31 12,-22-212,-3-6</inkml:trace>
  <inkml:trace contextRef="#ctx0" brushRef="#br0" timeOffset="7907.87">4476 3934,'2'-4,"-2"4,0-1,0 0,0 0,0 1,0-1,0 0,0 0,1 1,-1-1,0 0,0 0,0 1,1-1,-1 0,0 1,1-1,-1 1,1-1,-1 0,1 1,-1-1,1 1,-1-1,1 1,-1-1,1 1,0 0,-1-1,1 1,0 0,-1-1,1 1,0 0,-1 0,1-1,0 1,0 0,-1 0,1 0,0 0,0 0,-1 0,1 0,0 1,0-1,-1 0,1 0,0 1,-1-1,1 0,0 1,-1-1,1 0,0 1,-1-1,1 1,-1-1,1 1,-1-1,1 1,-1-1,1 1,-1 0,0 0,7 17,-1 1,-1 0,-1 0,0 0,0 17,0-4,158 978,-121-735,-12 0,-7 249,7 56,-18-182,-10-230,-2-149,2-1,0 1,1 0,0-1,2 0,0 1,1-2,1 1,2 4,-8-22,0 1,1 0,-1 0,0 0,1 0,-1 0,1-1,-1 1,1 0,-1 0,1 0,0-1,-1 1,1 0,0-1,-1 1,1-1,0 1,0-1,0 1,-1-1,1 0,0 1,0-1,0 0,0 0,0 1,0-1,0 0,0 0,0 0,0 0,-1 0,1 0,0-1,0 1,0 0,0 0,0-1,0 1,0-1,7-7</inkml:trace>
  <inkml:trace contextRef="#ctx0" brushRef="#br0" timeOffset="9091.874">9036 3773,'4'62,"3"0,2 0,3-1,3 0,8 17,9 40,-1 30,-6 1,-7 1,-7 0,-7 94,-6 647,41-499,-18-230,-2 124,-20-23,42-43,-42-41,-9-195,1-1</inkml:trace>
  <inkml:trace contextRef="#ctx0" brushRef="#br0" timeOffset="11172.042">961 2089,'-31'-32,"46"59,257 361,-186-282,4-5,5-3,4-4,84 59,-88-76,-41-36,-1 2,-2 2,-3 3,-1 1,-3 3,17 26,-41-44,2 0,2-2,1 0,1-2,2-1,2 0,2-2,-14-14,0 1,-2 1,0 0,0 1,-2 1,0 0,-1 1,4 8,-11-16,-12-15</inkml:trace>
  <inkml:trace contextRef="#ctx0" brushRef="#br0" timeOffset="12217.324">480 2704,'-14'-3,"1"1,-1 1,0 0,1 0,-1 2,0-1,0 2,1 0,-1 1,1 0,0 1,0 0,0 1,0 0,1 1,0 1,-8 5,2 1,-1 0,2 1,0 1,1 1,0 0,1 1,1 0,1 2,0-1,-3 9,7-12,1 0,1 0,0 0,1 1,1-1,0 2,1-1,1 0,0 1,1 0,1-1,1 1,0 0,2 0,-1 0,1-12,-1-1,1 1,0-1,0 1,1-1,-1 0,1 0,0 0,0 0,0-1,1 1,-1-1,1 0,0 0,0 0,0 0,0-1,0 1,1-1,-1 0,1-1,-1 1,1-1,0 0,-1 0,1 0,2 0,7 0,0 0,0-1,0-1,0 0,0-1,0 0,0-2,-1 1,1-1,15-9,-1 0,-1-1,0-2,-1-1,0-1,-2-1,0-1,-1-1,-2-1,0-1,-1-1,-1-1,-1-1,-2 0,-1-1,0-1,-2 0,-2-1,6-19,-11 32,0 0,-2-1,1 1,-2-1,0 0,-1 0,-1 0,-1 0,0 0,-1 0,-1 0,0 0,-1 0,-6-16,6 28,0 0,0 0,0 0,-1 1,0 0,1-1,-2 1,1 1,0-1,-1 1,0 0,1 0,-1 0,0 0,-1 1,1 0,0 0,-1 0,1 1,-1 0,0 0,1 0,-1 1,0 0,1 0,-1 0,0 1,1 0,-1 0,1 0,-1 1,1-1,-1 1,1 1,0-1,0 1,0 0,0 0,-3 4,-2 0,1 0,0 1,1 1,0-1,0 2,1-1,0 1,1 0,0 0,0 0,1 1,1 0,0 0,0 1,1-1,0 1,1-1,0 10,-1 8,2 0,2 0,0 0,2 0,1 0,1 0,3 3,13 39,3-2,3-1,33 58,-9-18,-24-37,-20-48</inkml:trace>
  <inkml:trace contextRef="#ctx0" brushRef="#br0" timeOffset="12501.505">800 3346,'49'-303,"-46"285,-8 56,-8 46,3 1,5 0,2 1,6 20,20 24,-10-85</inkml:trace>
  <inkml:trace contextRef="#ctx0" brushRef="#br0" timeOffset="13180.239">1937 2089,'-8'0,"0"1,0 0,1 1,-1 0,1 0,-1 1,1 0,0 0,0 0,0 1,0 0,1 1,-1-1,1 1,1 1,-4 2,-75 102,72-90,1 0,1 1,0 0,1 1,2 0,0 0,1 1,2 0,0 0,1 0,2 0,0 1,2 16,0-36,-1 1,0-1,1 1,0-1,0 1,1-1,-1 0,1 1,0-1,0 0,0 0,1 0,-1 0,1-1,0 1,0-1,0 0,1 0,-1 0,1 0,-1 0,1-1,0 1,0-1,0 0,1 0,-1-1,0 1,1-1,-1 0,1 0,-1-1,1 1,-1-1,1 0,-1 0,1-1,0 1,-1-1,3 0,6-6,-1-1,1 1,-1-2,-1 0,1 0,-2-1,1-1,-1 1,-1-2,0 1,-1-1,0-1,0 1,-2-1,1-1,-2 1,3-10,13-25,-2-1,-3-1,-2 0,-2-1,-2-1,-2 0,-1-19,-6 66,0 1,0-1,-1 1,1-1,-1 1,0-1,0 1,-1-1,1 0,-1 1,0 0,0-1,-1 1,1-1,-1 1,0 0,0 0,0 0,-1 0,1 1,-1-1,0 0,0 1,0 0,-1 0,1 0,-1 0,0 0,0 1,1 0,-2 0,1 0,0 0,0 0,-1 1,1 0,-1 0,0 1,0 1,0-1,0 1,0 1,0-1,1 1,-1 0,1 0,-1 0,1 0,0 1,0 0,0 0,0 0,0 0,1 1,-1-1,1 1,0 0,0 0,0 0,1 1,-44 102,40-66,1 0,2 1,2-1,1 1,3-1,1 1,2-1,2 0,1-1,2 0,2-1,2 0,2-1,1 0,15 21,35 39,-53-84</inkml:trace>
  <inkml:trace contextRef="#ctx0" brushRef="#br0" timeOffset="13485.399">2137 2717,'-1'6,"-9"102,10-103,0 1,1-1,-1 0,1 1,0-1,1 0,-1 0,1 0,0 0,0 0,1-1,-1 1,1-1,0 1,1-1,-1 0,1 0,2 2,-3-3,1-1,-1 0,1 0,-1 0,1-1,0 1,0-1,0 0,0 0,0 0,0-1,0 1,0-1,0 0,0 0,0 0,0-1,0 1,0-1,0 0,0 0,-1-1,1 1,0-1,-1 0,1 0,-1 0,3-2,4-2,0-1,-1-1,0 0,0 0,0-1,-1 0,-1-1,0 1,1-3,-3 3,1 0,-2-1,0 0,0 0,0 0,-2-1,1 1,-1-1,-1 1,0-1,0-3,-1 10,0 0,0 0,0 1,0-1,-1 0,0 1,0-1,0 0,0 1,0-1,-1 1,1 0,-1-1,0 1,0 0,-1 0,1 0,0 0,-1 1,0-1,0 1,0-1,0 1,0 0,0 0,0 0,-1 1,1-1,0 1,-1 0,0 0,1 0,-3 0,-3 0,0 1,0 1,0 0,-1 0,1 1,1 0,-1 0,0 1,0 0,1 1,0 0,0 0,0 1,0 0,1 0,-1 1,2 0,-1 0,0 1,1-1,0 1,1 1,0-1,0 1,0 0,-17 32</inkml:trace>
  <inkml:trace contextRef="#ctx0" brushRef="#br0" timeOffset="13901.289">2658 2316,'14'25,"11"20,11 15,10 9,6 7,4-1,1-4,-1-7,-7-12,-9-13,-9-13,-8-15,-7-10</inkml:trace>
  <inkml:trace contextRef="#ctx0" brushRef="#br0" timeOffset="14161.501">3154 2356,'-19'5,"-12"12,-10 15,-8 18,-4 17,-4 14,0 12,1 7,4-1,9-17</inkml:trace>
  <inkml:trace contextRef="#ctx0" brushRef="#br0" timeOffset="14617.252">3420 3452,'-2'2,"0"1,0-1,0 1,0 0,0 0,1 0,-1 0,1 0,0 0,0 0,0 0,0 1,1-1,-1 0,1 1,0-1,0 0,0 1,0-1,1 0,-1 1,1-1,0 0,0 0,0 0,0 0,1 0,-1 0,1 0,0 0,-1 0,1 0,1-1,-1 1,0-1,1 0,-1 0,1 0,0 0,-1 0,1 0,0 0,4 0,0-1,0 1,0-1,0 0,0-1,0 0,1 0,-1 0,0-1,0 0,0 0,0-1,-1 0,1 0,0-1,-1 0,1 0,-1 0,0-1,0 0,0 0,-1-1,1 1,-1-1,0 0,-1-1,1 1,-1-1,0 0,0 0,-1 0,0 0,0-1,0 1,-1-1,0 0,0 0,-1 0,1 0,-2 0,1 0,-1 0,0 0,-1-5,0 6,0 0,0 0,-1 0,0 0,0 0,0 1,-1-1,1 1,-1-1,-1 1,1 0,-1 0,0 1,0-1,0 1,-1 0,0 0,1 0,-1 1,-1-1,1 1,0 0,-1 1,0-1,1 1,-1 0,0 1,0 0,0-1,0 2,0-1,0 1,-1 0,1 0,0 1,0-1,0 1,0 1,0-1,0 1,1 0,-1 1,-2 0,5-1,0 1,0-1,1 0,-1 1,1 0,-1-1,1 1,0 0,0 0,0 1,1-1,-1 0,1 0,-1 1,1-1,0 1,0-1,1 1,-1 0,1-1,0 1,0 0,0-1,0 1,1-1,-1 1,1 0,0-1,0 1,0-1,1 0,-1 1,1-1,0 0,0 0,0 0,0 0,0 0,1 0,2 1,33 26,5-7</inkml:trace>
  <inkml:trace contextRef="#ctx0" brushRef="#br0" timeOffset="14902.032">3875 3452,'-1'3,"1"0,-1 1,1-1,0 0,0 0,0 1,0-1,0 0,1 0,-1 1,1-1,0 0,0 0,0 0,1 0,-1 0,1 0,0 0,-1 0,1-1,1 1,-1-1,0 1,0-1,1 0,-1 0,1 0,0 0,0 0,0-1,0 1,0-1,0 0,0 0,0 0,0 0,0-1,1 1,1-1,7 3,1-1,0 0,0-1,0-1,-1 0,1-1,0 0,0-1,-1-1,1 1,1-2,-8 2,0 0,-1 0,1 0,0-1,-1 0,0 0,1 0,-1 0,-1-1,1 0,0 0,-1-1,0 1,0-1,0 0,0 0,-1 0,0 0,0 0,-1-1,1 0,-1 1,0-1,0-1,-2 0,1 1,-1 0,0-1,0 1,-1 0,0-1,0 1,0 0,-1 0,0-1,0 1,-1 1,0-1,0 0,0 1,0-1,-1 1,0 0,0 0,0 1,-1-1,0 1,0 0,0 0,0 0,0 1,-1 0,0 0,-4-2,4 2,-1 0,1 1,0-1,-1 1,1 0,-1 1,0 0,1 0,-1 0,0 1,0 0,1 0,-1 1,0 0,0 0,1 0,-1 1,1 0,-1 1,1-1,0 1,0 0,0 1,0-1,1 1,-1 0,1 1,0 0,1-1,0 0,1 1,0 0,0 0,0 0,0 0,1 1,0-1,0 0,0 1,1 0,0-1,0 1,0 0,1 0,0-1,0 1,0 0,1 0,0 0,0-1,2 6,12 31</inkml:trace>
  <inkml:trace contextRef="#ctx0" brushRef="#br0" timeOffset="15418.09">5613 3239,'-10'9,"0"1,0 1,1 0,0 0,1 0,0 1,1 1,0-1,1 1,1 0,0 1,1-1,0 1,1 0,-1 6,4-15,0-1,1 1,-1 0,1-1,0 1,0 0,0-1,1 0,0 1,-1-1,1 0,1 0,-1 0,1 0,0 0,-1 0,2-1,-1 1,0-1,1 0,-1 0,1 0,0-1,0 1,0-1,0 0,1 0,-1-1,0 1,4 0,5 2,0-1,1-1,-1 0,0-1,1 0,-1-1,0-1,1 0,-1 0,5-2,-11 1,1 0,-1 0,1-1,-1 0,0 0,0 0,0-1,-1 0,1 0,-1-1,0 0,0 0,-1-1,1 1,-1-1,-1 0,1 0,-1-1,0 0,0 1,-1-1,0-1,0 1,0 0,-1-1,-1 1,1-1,-1 1,0-6,0 7,0-1,-1 0,1 0,-1 0,-1 0,0 0,0 0,0 1,-1-1,1 0,-2 1,1-1,-1 1,0 0,0 0,-1 0,0 0,0 0,0 1,0 0,-1 0,0 0,0 0,-1 1,1 0,-1 0,0 0,0 1,0 0,0 0,-1 1,1-1,-1 1,0 1,0-1,1 1,-1 0,0 1,-5 0,6 1,0 0,0 0,0 0,0 1,0 0,0 1,1-1,-1 1,1 0,-1 1,1-1,0 1,0 0,1 0,-1 0,1 1,0 0,0 0,1 0,-1 0,1 0,0 1,0 0,1-1,0 1,0 0,0 0,1 0,0 0,0 1,0-1,1 0,0 0,0 0,1 1,-1-1,2 1,7 40</inkml:trace>
  <inkml:trace contextRef="#ctx0" brushRef="#br0" timeOffset="15668.193">6107 3439,'4'-51,"1"1,3 0,2 0,10-25,-30 101,1 0,1 1,2 0,0 0,2 1,1-1,2 1,0 0,2-1,1 1,1 0,1-1,2 0,6 19,6-6</inkml:trace>
  <inkml:trace contextRef="#ctx0" brushRef="#br0" timeOffset="16281.367">8032 3252,'3'-21,"0"-13,0-5,0-4,-2 4,0 11,0 17,-1 17,0 16,0 16,0 14,0 8,2 6,1 1,4-5,4-7,-1-15</inkml:trace>
  <inkml:trace contextRef="#ctx0" brushRef="#br0" timeOffset="16535.081">8367 3239,'0'-19,"0"-14,0-9,0-2,0 2,0 6,0 14,0 20,0 18,0 21,0 18,5 15,5 10,9 2,9-4,1-14</inkml:trace>
  <inkml:trace contextRef="#ctx0" brushRef="#br0" timeOffset="17101.214">10079 3318,'0'-16,"2"-12,1-5,2-5,0 0,2 4,-1 6,-1 12,-1 15,-4 18,-2 17,-3 13,0 13,0 6,4 0,6-7,5-8,0-13</inkml:trace>
  <inkml:trace contextRef="#ctx0" brushRef="#br0" timeOffset="17451.653">10466 3292,'-3'6,"1"1,0-1,1 1,-1 0,1-1,1 1,-1 0,1 0,0-1,1 1,0 0,0 0,0-1,1 1,0-1,0 1,0-1,1 0,0 0,0 0,1 0,0 0,0-1,0 0,0 1,1-2,0 1,5 4,2 0,-1 0,1 0,1-1,0 0,0-1,0-1,1 0,0 0,0-2,0 0,0 0,15 0,-24-3,0 0,0-1,0 0,0 0,0 0,0-1,0 1,0-1,0 0,0-1,0 1,0-1,-1 0,1 0,-1-1,1 1,-1-1,0 0,0 0,0-1,-1 1,1-1,-1 1,1-1,-1 0,-1-1,1 1,0 0,-1-1,0 1,0-1,0 0,-1 0,0 0,1-5,0-1,-1-1,0 0,-1 1,-1-1,1 0,-2 1,0-1,0 0,-1 1,0 0,-1 0,-1 0,1 0,-2 1,-4-8,7 13,0 0,-1-1,0 1,0 1,0-1,-1 0,0 1,1 0,-2 0,1 1,0-1,-1 1,1 0,-1 1,0-1,0 1,0 0,0 1,0-1,-1 1,1 0,0 1,-1 0,1 0,0 0,-1 1,1 0,0 0,-3 1,-13 6,1 1,0 1,1 1,0 1,1 1,0 0,1 1,-12 13,23-21,-57 49</inkml:trace>
  <inkml:trace contextRef="#ctx0" brushRef="#br0" timeOffset="18435.63">1563 4855,'-3'11,"1"0,-1-1,2 1,0 0,0 0,1 0,0 0,1-1,1 1,-1 0,2 0,-1-1,1 1,1-1,0 0,1 0,0 0,0-1,1 1,0-1,0-1,1 1,0-1,1 0,0-1,0 0,1 0,0-1,0 0,0 0,1-1,0 0,0-1,0 0,3 1,0-1,1-1,-1 0,1 0,-1-2,1 1,0-2,0 0,-1-1,1 0,0-1,-1 0,1-1,-1-1,4-1,-8 2,-1 0,0-1,0 0,0 0,-1-1,0 0,0 0,0-1,0 1,-1-2,0 1,0-1,-1 0,1 0,-2 0,1-1,-1 1,0-1,0 0,-1-1,-1 1,1-1,-1 1,0-4,-1 1,-1 1,0-1,-1 0,0 1,-1-1,0 1,-1 0,0-1,0 1,-1 1,-1-1,1 0,-2 1,1 0,-1 0,-1 1,1-1,-1 2,-1-1,1 1,-2 0,1 0,0 1,-1 0,0 1,-1 0,1 0,-1 1,0 0,0 1,0 0,-1 0,1 1,-1 1,1 0,-1 0,1 1,-8 1,3 1,0 1,0 1,0 0,0 2,1-1,0 2,0 0,0 0,1 1,0 1,1 0,0 1,0 1,1-1,0 2,1 0,0 0,1 0,1 1,0 1,1-1,0 1,1 1,0-1,0 5,-18 56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5:07.1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4126 265,'-16'-2,"-5"3,7 5,18 5,22 5,25 7,3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6:13.99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1726 255,'-5'-15,"-1"0,0 1,-1 0,-1 0,0 0,-1 1,0 0,-1 1,0 0,-1 1,-1 0,0 0,0 1,-1 1,-11-6,7 6,-1 1,1 1,-2 1,1 0,-1 2,0 0,0 1,0 1,0 0,0 2,-1 0,1 1,0 1,0 1,0 1,0 1,1 0,-1 1,2 1,-1 1,1 0,0 1,0 1,1 1,0 0,-11 12,-213 196,212-190,16-18,0 0,1 1,0 0,1 1,1 0,0 1,1 0,0 0,-3 10,-34 84,32-79,0 0,1 1,2 1,2-1,0 2,-1 20,1 287,-52 120,52-338,-5 0,-23 87,13-62,6 2,6 0,7 0,8 47,-2-12,-1 46,15 54,13 117,27-28,-44-240,-5 104,-7-194,2 0,2-1,2 0,1 0,2 0,3 1,9 23,-2 1,-4 1,-2 1,0 33,11 366,-24-14,-5-337,-6-1,-4 0,-6-1,-5 1,7-35,4 1,-5 81,5 246,8-297,-5 0,-11 31,-6 51,18-103,-12 96,-44 176,46-276,3 1,-3 71,8-2,-8 0,-10 24,14-104,3 0,4 2,0 73,3-9,-7 0,-30 127,8-14,9 39,-1 4,18-190,3 0,6 0,4 0,13 71,-3-89,3 0,5-1,29 81,113 261,-149-382,-2 2,2 0,3 0,1-2,3 0,2-1,2-1,2-2,24 30,209 199,-258-272,85 86,-84-85,1 0,1 0,-1-1,0 0,1 1,-1-2,1 1,-1 0,1-1,0 0,0 0,0-1,-1 1,1-1,0 0,0 0,0 0,0-1,0 0,-1 0,1 0,0-1,3-1,0-3,0 0,0 0,-1-1,-1 0,1-1,-1 0,0 0,0 0,-1 0,-1-1,1 0,-1 0,-1 0,0 0,0-1,1-5,9-21,37-90,-5-3,-6-1,-6-2,3-47,-21 82,0 10,-4-1,-1-61,15-277,-20 394,1 1,1-1,1 1,2 1,1 0,2 0,0 1,3 0,54-142,38-221,-95 329,-3-1,-2 0,-3 0,-3-25,-2 63,5-128,-13-113,0 209,-3 0,-2 0,-3 1,-2 1,-3-3,1-6,2 0,4 0,0-17,-5-27,-31-23,40 112,0-4,2-1,1 0,1-1,0 0,3 0,0 0,1-9,-21-119,5 92,9 33,0-1,2 0,1 0,2-1,0-21,0-315,1 297,2 0,4-1,5-18,4-248,29-21,-29 108,-7 215,1 7,-2 1,0-1,-2 0,-2 0,0 0,-2 0,-1 0,-1-1,-5-14,2 0,1 0,3 0,2-19,1 29,1 12,-1 0,-1 1,0-1,-2 0,-1 1,0-1,-24-118,43-42,-9 142,2-52,-7 66,0 0,2 1,1-1,1 1,8-22,9-11,-11 31,-1 0,-1 0,-1-1,-1 0,-2-1,-1 1,0-14,-3-38,-2 5,4 0,10-56,-6 69,-3-1,-4-60,3-52,20-211,-16 172,0-27,-8 150,-15-61,9 103,2-1,2 1,3-1,2-9,-1-15,-1 11,2-126,11-50,-6 173,-3 0,-3 0,-5-41,1 72,1 0,1 0,3 0,0 0,6-25,4-20,-4 0,-4-1,-3 0,-9-69,2-228,3 344,-1 1,-2-1,-1 1,-7-19,-7-28,14 34,2-1,2 1,2-1,4-36,-1-6,-10-176,-6 162,6 61,3 0,1-1,2-35,2 74,0-13,0-1,1 1,1-1,0 1,1 0,1 0,3-9,21-55,-14 35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6:24.41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48 616,'0'-8,"-1"0,1-1,1 1,0 0,0 0,0 0,1 0,0 0,1 0,0-2,4-11,11-39,-2-1,-3 0,-2-1,-3-1,-2-20,-6 83,0-6,1-1,-1 1,0-1,-1 1,1 0,-1-1,0 1,-1 0,0-1,0 1,0 0,-1 0,1 1,-2-1,1 1,-2-3,4 7,0 0,0 1,-1-1,1 0,0 0,-1 1,1-1,-1 1,1-1,0 1,-1 0,1-1,-1 1,1 0,-1 0,1 0,-1 0,1 0,-1 1,1-1,-1 0,1 1,-1-1,1 1,0-1,-1 1,1 0,0-1,0 1,-1 0,1 0,0 0,0 0,0 0,0 0,-1 1,-29 46,30-45,0-1,1 1,-1-1,1 0,0 1,-1 0,1-1,0 1,1-1,-1 1,0-1,1 1,-1-1,1 0,0 1,0-1,0 0,0 1,0-1,0 0,1 0,-1 0,1 0,-1 0,1 0,0 0,0-1,0 1,0-1,0 1,0-1,0 0,1 0,-1 1,0-2,1 1,-1 0,1 0,99 19,-100-20,205 8,-204-8,0 0,0 0,0 0,0 0,0 1,0 0,-1-1,1 1,0 0,0 0,-1 0,1 1,0-1,-1 1,0-1,1 1,-1 0,0 0,0 0,0 0,0 0,0 0,0 1,-1-1,1 1,-1-1,1 1,-1 0,0-1,0 1,0 0,-1 0,1 0,-1 0,0-1,1 1,-1 1,-4 209,-1 298,6-481,0 1,-2-1,-1 0,-2 0,-1 0,-1 0,-1 0,-2-1,-1-1,-1 1,-9 13,17-37,0 0,0 0,-1 0,1 0,-1 0,0-1,-1 0,1 0,-1 0,0-1,0 1,0-1,0 0,0-1,-1 1,0-1,1 0,-1 0,0-1,0 0,0 0,0 0,0-1,0 1,0-1,0-1,0 1,0-1,1-1,-1 1,0-1,0 1,1-2,-1 1,1-1,-2 0,-8-10,0-1,1-1,1 0,0-1,1 0,1-1,0 0,1-1,1 0,1-1,0 0,2 0,0 0,-1-10,2 18,1-1,0 1,1-1,0 0,1 0,0 0,1 0,0 0,1-1,0 1,1 0,0 0,1 0,1 0,0 0,0 0,1 1,1-1,0 1,0 0,1 1,0-1,8-9,3 8,1 0,-1 2,2 0,-1 0,1 2,1 0,-1 1,1 2,1 0,-1 0,1 2,-1 1,1 1,0 0,19 3,-30-3,0 0,0 1,-1 0,1 1,0 0,0 0,-1 1,1 1,-1-1,0 1,0 1,0 0,0 0,0 1,-1 0,0 1,0-1,0 2,-1-1,0 1,0 0,-1 0,0 1,0 0,-1 0,0 0,0 1,-1 0,0 0,9 50,-12-49,1 0,0 0,0 0,1 0,0-1,1 1,0-1,0 0,1 0,1 0,1 2,0-3,1-1,-1 0,1-1,0 0,1 0,-1-1,1 0,0 0,1-1,-1 0,1 0,0-2,0 1,0-1,0 0,0-1,0 0,0-1,0 0,-2 0,-1 0,0 0,0-1,0 0,-1-1,1 1,0-1,0-1,-1 1,1-1,-1 0,0 0,0-1,0 0,0 0,-1-1,1 1,-1-1,0 0,-1 0,1-1,-1 0,0 1,-1-1,1-1,-1 1,2-5,-4 6,1-1,0 0,-1 0,0 0,-1 0,1 0,-1 0,0 0,-1 0,1 0,-1 0,0 0,-1 0,0 0,0 1,0-1,0 1,-1-1,0 1,0 0,0 0,-1 0,0 0,-1-1,-3-2,0 0,-1 0,1 1,-1 1,-1-1,1 2,-1-1,0 1,-1 1,1 0,-1 0,-8-1,9 2,0 0,0 1,0 0,0 1,0 0,-1 1,1 0,0 1,0 0,-1 0,1 1,0 1,1-1,-1 2,0-1,1 1,0 1,-1 0,2 0,-1 1,1 0,0 0,0 1,0 0,1 0,-4 7,9-11,0 0,0 1,1 0,0-1,0 1,0 0,0-1,1 1,-1 0,1 0,0 0,0-1,0 1,1 0,-1 0,1 0,0-1,0 1,0 0,0-1,1 1,0-1,0 1,0-1,0 0,0 0,0 0,1 0,0 0,-1 0,1-1,0 1,0-1,3 2,47 24,5-7</inkml:trace>
  <inkml:trace contextRef="#ctx0" brushRef="#br0" timeOffset="249.905">1292 509,'23'7,"23"2,22 0,18-2,5 0,-8-1,-18-2</inkml:trace>
  <inkml:trace contextRef="#ctx0" brushRef="#br0" timeOffset="441.95">1332 870,'25'9,"26"3,28-1,18-1,6-4,-14-2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6:36.77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0 515,'33'-48,"-2"-1,-3-2,-1 0,-4-2,4-16,24-115,-43 175,-4 27,5 232,-17-175,-2-2,-4 0,-2 0,-4-1,-16 32,27-73</inkml:trace>
  <inkml:trace contextRef="#ctx0" brushRef="#br0" timeOffset="233.45">93 768,'21'0,"18"0,15 0,14 0,7 0,6-2,-3-1,-12 0,-17 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6:53.40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94 1,'-2'29,"1"29,4 24,3 19,3 10,0 5,0-4,0-12,-3-16,-2-20,-2-21</inkml:trace>
  <inkml:trace contextRef="#ctx0" brushRef="#br0" timeOffset="600.064">536 121,'-151'95,"85"-52,2 2,2 3,2 3,-10 15,13 10,56-75,0 1,0 0,1 0,-1 0,1 0,-1-1,1 1,0 0,-1 0,1 0,0 0,0 0,1 0,-1 0,0 0,1 0,-1 0,1 0,-1 0,1-1,0 1,0 0,0 0,0-1,0 1,0 0,0-1,1 0,-1 1,0-1,1 0,-1 1,1-1,0 0,-1 0,1 0,0 0,1 0,76 24,-72-24,533 77,-524-75,-9-3,1 2,-1-1,1 1,-1 0,1 0,-1 1,0 0,0 0,0 1,2 2,-7-3,1 1,-1 0,0 1,0-1,-1 0,1 1,-1-1,0 0,0 1,0 0,-1-1,1 1,-1-1,0 5,1 12,0-16,0 0,0 1,0-1,1 0,-1 0,2 1,-1-1,0-1,1 1,0 0,0-1,0 1,1-1,-1 0,1 0,0 0,0-1,0 0,1 1,-1-1,1-1,0 1,0-1,0 1,0-2,0 1,0 0,1-1,4 1,-3-1,0 1,0-1,0 0,1 0,-1-1,0 0,0 0,1-1,-1 0,0 0,0-1,0 0,0 0,0-1,-1 1,1-2,-1 1,0-1,0 1,0-2,0 1,0-1,-1 0,0 0,0 0,-1-1,1 0,-1 1,0-2,-1 1,1 0,-1-3,0 2,-1-1,0 1,0-1,-1 1,0-1,0 0,-1 0,0 0,0 1,-1-1,0 0,0 1,-1-1,0 0,0 1,-1 0,0-1,0 1,-1 0,0 1,0-1,0 1,-1 0,0 0,0 0,-1 0,0 1,0 0,0 0,0 1,-1 0,1 0,-1 0,0 1,-1 0,1 0,0 1,-1 0,0 0,1 1,-1 0,-6 0,4 2,0 0,0 0,0 1,1 0,-1 1,0 0,1 0,0 1,-1 1,2-1,-1 2,0-1,1 1,0 0,0 1,-1 2,5-6,0 1,1 0,-1 0,1 0,0 0,0 0,0 1,1 0,-1-1,1 1,0 0,1 0,-1 0,1 1,0-1,0 0,1 0,-1 1,1-1,0 0,1 0,-1 1,1-1,0 0,0 0,1 0,0 0,0 0,0 0,0 0,1 0,20 28</inkml:trace>
  <inkml:trace contextRef="#ctx0" brushRef="#br0" timeOffset="873.661">1431 361,'21'5,"17"3,17 3,12 2,7 1,1 0,-7 0,-13-2,-16-3</inkml:trace>
  <inkml:trace contextRef="#ctx0" brushRef="#br0" timeOffset="1166.616">1565 669,'23'6,"23"4,22-2,18 2,12-3,6-1,-16-2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6:52.48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281 655,'-8'18,"1"0,1 0,1 1,1-1,1 1,0 0,0 11,0 3,-17 213,10 155,6-134,-11 49,7-262,1-34,0-32,-15-197,-57-288,23 173,46 220,10 102,0 1,0-1,0 1,1 0,-1-1,0 1,1 0,-1-1,1 1,-1 0,1 0,0 0,0-1,-1 1,1 0,0 0,0 0,0 0,0 0,0 0,0 1,0-1,1 0,-1 0,0 1,0-1,1 1,-1-1,0 1,1-1,-1 1,0 0,1 0,-1 0,0 0,1 0,-1 0,1 0,0 0,58 16,-55-14,39 14,-1 1,-1 3,-1 1,-1 3,-1 0,2 5,-39-27,1-1,0 1,1 0,-1 0,0 0,0 0,0 0,-1 1,1-1,0 1,-1 0,0 0,0 0,0 0,0 0,0 0,0 1,-1-1,0 1,1-1,-1 1,-1-1,1 1,0 0,-1-1,0 1,0 0,0-1,-1 4,-2-3,0-1,-1 1,0-1,0 0,0 0,0-1,0 1,-1-1,1 0,-1 0,1-1,-1 1,0-1,0 0,0 0,-11 3,0-1,0 0,0-1,0 0,0-2,0 0,-1 0,1-2,0 0,0-1,-15-5,30 8,0 0,-1 0,1-1,0 1,-1-1,1 1,0-1,0 1,-1-1,1 0,0 1,0-1,0 0,0 0,0 0,0 0,0 0,0 0,1 0,-1 0,0 0,1-1,-1 1,0 0,1 0,0-1,-1 1,1 0,0-1,-1 1,1 0,0-1,0 1,0 0,0-1,1 1,-1 0,0-1,0 1,1 0,-1-1,1 1,-1 0,1 0,0-1,-1 1,1 0,0 0,0 0,0 0,1-1,58-49,276-152,-307 182,-1-1,-1-2,-1 0,-1-2,-1-1,-2 0,-1-2,-1-1,-1 0,-1-1,-3-1,0-1,-2 0,-1-1,-1-4,-3 8,0 0,-3-1,0 0,-2 0,-2 0,-1 0,-1-1,-1 1,-2 0,-1 0,-2 1,0-1,-5-7,-29-16,39 53,1 0,0 0,-1 1,1-1,0 0,-1 1,1 0,-1-1,1 1,-1 0,1-1,-1 1,1 0,-1 0,1 0,-1 0,1 1,-1-1,1 0,0 1,-1-1,1 1,-1-1,1 1,0 0,-1-1,1 1,0 0,0 0,0 0,-1 0,1 0,0 0,0 0,1 1,-1-1,0 0,0 0,0 1,1-1,-1 0,1 2,-7 10,1 1,1 0,1 1,0-1,1 1,0 0,0 7,-6 76,4 1,5-1,4 0,4 0,4 0,14 42,-18-92,2 0,3-1,1 0,3-1,1-1,19 32,-37-76,3 5,0 1,1-1,-1 0,1 0,0-1,1 1,-1-1,1 0,0 0,1-1,-1 1,1-1,0 0,0 0,0-1,0 0,1 0,13-3</inkml:trace>
  <inkml:trace contextRef="#ctx0" brushRef="#br0" timeOffset="249.952">534 482,'-16'-10,"-7"-4,2 0,14 6,26 10,31 8,33 8,29 7,19 6,6 8,-20-4</inkml:trace>
  <inkml:trace contextRef="#ctx0" brushRef="#br0" timeOffset="650.083">1216 1364,'8'0,"-1"-1,1 0,-1 0,1 0,-1-1,0 0,1-1,-1 1,0-1,-1-1,1 1,0-1,-1 0,0-1,0 0,0 0,-1 0,0 0,0-1,0 0,0 0,-1 0,0-1,-1 1,1-1,-1 0,5-12,-1 0,-1 0,-1 0,0-1,-1 1,-2-1,0 0,-1 0,-1-7,1 13,-1-1,-1 1,0-1,-1 1,-1 0,0 0,-1 0,0 0,-1 0,-1 1,0 0,0 0,-2 0,0 1,0 0,-1 1,-6-7,13 16,0 0,0 0,0 0,0 0,0 1,-1-1,1 1,-1-1,1 1,-1 0,1 0,-1 0,1 0,-1 1,0-1,0 1,1-1,-1 1,0 0,0 0,1 0,-1 1,0-1,0 1,1-1,-1 1,0 0,1 0,-1 0,1 0,-1 1,1-1,-1 1,3 0,1 1,-1-1,0 0,0 1,1-1,-1 1,1-1,0 0,0 0,0 1,0-1,0 0,0 0,1 0,-1 0,1 0,-1-1,1 1,0 0,0-1,-1 1,1-1,0 1,0-1,1 0,-1 0,0 0,0 0,2 0,21 9,0-1,1-1,0-1,1-1,-1-1,1-2,24 0,-33-1,237 24,-254-26,2 0,-1 0,0 0,1 0,-1 0,0 1,1-1,-1 1,0-1,0 1,0 0,1 0,-1 0,0 0,0 0,0 1,-1-1,1 1,0-1,0 1,-1 0,1-1,-1 1,1 0,-1 0,0 0,0 0,0 0,0 0,0 1,0 1,-2 2,-1 0,1 0,-1 0,-1-1,1 1,-1 0,0-1,0 0,-1 0,1 0,-2 1,-6 11,6-10,-4 5,1-1,0 2,1-1,0 1,1 0,1 1,0-1,0 1,2 0,0 0,-1 8,4-19,1 0,-1 0,1 1,0-1,-1 0,1 0,1 0,-1 0,0 0,1 0,-1-1,1 1,0 0,0-1,0 1,0-1,1 0,-1 0,0 0,1 0,0 0,-1 0,1-1,0 1,0-1,0 0,0 0,0 0,1 0,96 15,-96-16,49 2,-1-3,1-2,34-8,-8-1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6:49.69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526 420,'-21'-8,"-1"1,0 1,0 1,-1 1,0 1,1 1,-1 1,0 1,0 1,0 0,1 2,-1 1,1 1,-17 6,27-7,0 1,0 0,1 1,-1 0,1 1,0 1,1-1,0 2,0-1,1 1,0 1,0 0,5-5,0 1,0-1,1 0,0 1,0 0,1 0,-1 0,1 0,0 0,1 0,-1 1,1-1,1 0,-1 1,1-1,0 1,1-1,-1 1,1-1,0 0,1 1,0-1,0 0,0 0,1 0,10 14,1-2,0 0,2-1,0 0,1-1,0-1,2-1,-1 0,2-2,0 0,0-1,1-1,18 6,57 28,-51-25,-1 2,-1 1,-1 3,20 16,-58-39,0 1,0-1,0 1,0 0,0 0,0 1,-1-1,0 1,0-1,0 1,0 0,0 0,-1 1,1-1,-1 0,-1 1,1-1,0 1,-1 0,0 0,0-1,-1 1,1 0,-1 0,0 0,0 0,-1 0,0 3,-4-1,-1 1,0-1,0 0,-1-1,0 1,0-1,-1-1,0 1,0-1,0-1,0 0,-1 0,1 0,-1-1,0 0,0-1,0 0,-1 0,1-1,-2 0,-70-3,78 1,0 1,0-1,1 0,-1 0,0 0,1 0,-1 0,1-1,-1 1,1-1,0 0,0 1,0-1,-1 0,2 0,-1-1,0 1,0 0,1 0,-1-1,1 1,0-1,0 0,0 1,0-1,-1-2,3-2,-1 0,1-1,0 2,1-1,0 0,0 0,0 0,1 1,0-1,0 1,1 0,-1 0,2 0,-1 1,0-1,1 1,0 0,0 0,1 1,-1-1,3 0,25-19,0 2,1 1,1 1,1 3,1 0,1 3,-1 1,2 2,0 1,43 2,-79 10,0 0,-1 0,1 1,-1-1,1 1,-1 0,0-1,0 1,0 0,-1 0,1 0,-1 0,1 1,-1-1,0 0,0 1,0-1,-1 0,1 1,-1-1,0 1,0-1,0 1,-1-1,1 1,-1-1,0 1,1-1,-2 1,1 7,-1 21,3 101,-1-128,1-1,0 1,0 0,1-1,0 1,-1-1,1 0,1 0,-1 1,0-2,1 1,0 0,0 0,0-1,1 1,-1-1,1 0,-1 0,1-1,0 1,0-1,1 0,-1 0,0 0,4 1,20 1,-3-6</inkml:trace>
  <inkml:trace contextRef="#ctx0" brushRef="#br0" timeOffset="857.711">687 594,'31'2,"0"2,-1 1,1 1,-1 2,-1 1,3 2,-32-11,31 10,0 1,-1 2,-1 1,0 1,5 5,-23-13,0 1,0 0,-1 1,0 0,-1 0,0 1,-1 0,0 1,0 0,-1 0,-1 1,0 0,0 0,0 2,17 96,-22-96,0-1,1 0,0 1,1-1,0 0,1 0,1-1,0 1,0-1,2 0,-1 0,2-1,-1 0,1 0,10 9,-15-17,1 0,-1-1,1 1,0-1,0 0,0 0,0 0,0 0,0 0,0-1,1 0,-1 0,1 0,-1-1,1 1,-1-1,1 0,-1-1,1 1,-1-1,1 1,-1-1,0-1,1 1,-1-1,0 1,0-1,0 0,0-1,0 1,-1-1,1 0,-1 1,1-2,-1 1,0 0,0-1,-1 1,1-1,-1 0,1-1,6-14,0-2,-1 1,-2-1,0 0,-1 0,-1-1,1-10,2-11,-4 118,-3-73,8 103,-7-101,0 0,1 1,-1-1,1 0,-1 0,1 0,1 0,-1-1,1 1,-1-1,1 1,0-1,0 0,0 0,1 0,-1 0,1-1,-1 1,1-1,0 0,0 0,2 0,2 0,-1 0,0-1,1 0,-1 0,0-1,1 1,-1-2,1 1,-1-1,1-1,-1 1,0-1,0 0,0-1,0 0,0 0,0 0,-1-1,1 0,1-2,8-6,0 0,-1-1,-1 0,0-1,-1-1,0 0,1-4,1-4,-1 0,-1-1,-1-1,-1 0,5-17,-14 33,-6 15,-8 17,6-11,0 0,2 0,-1 0,2 1,-1-1,2 1,0 0,0 0,1 0,1 0,0 0,1 0,0-1,3 10,-2-17,0-1,0 0,1 0,0 0,-1 0,1-1,1 1,-1-1,1 1,-1-1,1 0,0-1,0 1,0-1,0 0,1 1,-1-2,0 1,1-1,0 1,-1-1,1 0,0-1,0 1,9 0,0 0,-1 0,1-2,0 1,0-2,-1 0,12-3,-14 2,-1 0,1 0,-1 0,0-2,-1 1,1-1,-1-1,0 1,0-2,0 1,-1-1,0 0,-1-1,1 0,-1 0,-1-1,0 0,0 0,-1 0,0-1,0 1,-1-1,1-5,8-60,-14 93,0-1,1 1,1-1,1 0,0 1,1-1,1 0,4 9,-6-19,1 0,0 0,0 0,1 0,0-1,0 1,0-1,1 0,0-1,0 1,1-1,-1 0,1 0,0 0,1-1,-1 0,1 0,0-1,0 0,5 2,16 2</inkml:trace>
  <inkml:trace contextRef="#ctx0" brushRef="#br0" timeOffset="1130.87">2411 461,'-16'2,"-5"8,3 11,14 11,19 12,7-2</inkml:trace>
  <inkml:trace contextRef="#ctx0" brushRef="#br0" timeOffset="1978.937">2825 982,'38'-59,"-3"-1,-2-2,-4-2,-2 0,-3-2,-2-1,-4 0,-3-2,2-29,-14 79,-1-1,0 1,-2 0,0 0,-1-1,-1 1,-1 0,-1 0,-1 1,0-1,-6-11,10 26,-1 0,1 0,-1 0,-1 1,1-1,0 1,-1-1,1 1,-1 0,0 0,0 0,-1 1,1-1,0 1,-1 0,0 0,1 0,-1 0,0 0,0 1,0 0,0 0,0 0,0 0,0 0,-1 1,1 0,0 0,0 0,0 1,0-1,-1 1,1 0,-3 1,-4 4,0 1,0 1,1-1,0 2,0-1,1 1,0 1,1 0,0 0,0 1,1 0,1 0,0 0,0 1,1 0,0 0,-1 8,-12 32,2 1,2 1,2 0,3 1,2 0,3 0,2 1,3-1,2 1,8 39,-6-62,2-1,1-1,1 1,2-1,1-1,1 0,2-1,16 24,-21-38,0-1,1 0,1-1,0 0,0-1,2 0,-1-1,1 0,1-1,0-1,0 0,1-2,0 1,0-2,1 0,0-1,4 0,-6-2,0-1,-1 0,1-1,0-1,0-1,0 0,0-1,-1 0,1-1,-1-1,0 0,1-1,-2 0,1-1,-1-1,0 0,0-1,-1-1,0 1,0-2,-1 0,-1 0,1-1,-2 0,1-1,-2 0,0 0,0-1,-1 0,0-1,-2 1,1-1,-2 0,0-1,1-3,-5 14,1-1,-1 0,0 0,0 0,0 0,-1 1,0-1,0 0,0 1,0-1,-1 0,1 1,-1-1,-1 1,1 0,0 0,-1 0,0 0,0 0,0 1,0-1,-1 1,0 0,1 0,-1 0,0 0,0 1,-1-1,1 1,0 0,-1 1,1-1,-1 1,0 0,0 0,1 0,-1 1,0-1,0 1,0 0,-2 1,-3 0,0 1,0 0,0 1,1 0,-1 0,1 1,0 0,0 1,0 0,0 1,1-1,0 2,0-1,1 1,-1 0,2 1,-1-1,-1 4,4-6,0 0,0 0,1 1,0-1,0 1,1 0,-1 0,1 0,0 0,1 0,-1 0,1 0,1 1,-1-1,1 0,0 1,0-1,1 0,0 1,0-1,0 0,1 0,0 0,0 0,1 0,0 0,0-1,0 1,3 2,-1-2,0 0,0 0,1-1,0 0,0 0,0-1,1 1,0-1,0-1,0 1,0-1,0 0,1-1,-1 0,1 0,-1-1,1 1,0-2,0 1,-1-1,1 0,0-1,0 0,0 0,-1-1,1 0,-1 0,1-1,-1 0,0 0,0 0,0-1,-1 0,1-1,-1 1,0-1,0-1,0 1,-1-1,0 0,0 0,1-2,0-6,-1 0,0-1,-1 1,0-1,-2 0,1-1,-2 1,0-15,1 48,1 0,1 0,0 0,1-1,1 1,5 10,-8-23,-1 0,1 0,0 0,0 0,0 0,0-1,1 1,0-1,0 0,0 0,1 0,-1-1,1 0,0 1,0-2,0 1,0 0,0-1,0 0,1-1,-1 1,1-1,1 0,-3-1,-1 0,1 0,-1 0,0-1,1 1,-1-1,0 0,1 0,-1-1,0 1,0-1,0 1,0-1,0 0,0 0,-1 0,1 0,-1-1,1 1,-1-1,0 0,0 1,0-1,0 0,-1 0,1 0,-1 0,1-2,25-94,-23 48,-2 1,-2 0,-6-35,2 24,4 60,-1 0,1-1,0 1,-1 0,1-1,0 1,0-1,0 1,0 0,0-1,0 1,0 0,0-1,0 1,1 0,-1-1,1 1,-1 0,1-1,-1 1,1 0,0 0,-1 0,1 0,0 0,0-1,0 1,0 1,0-1,0 0,0 0,0 0,1 1,-1-1,0 0,0 1,1-1,-1 1,0-1,1 1,-1 0,0 0,2 0,116 20,-77-10,-15-5,-13-3,0 1,-1 0,1 1,0 0,-1 1,0 1,0 0,9 6,-20-8,1 0,0-1,-1 1,0 0,0 0,0 0,-1 1,1-1,-1 0,0 1,0-1,0 0,-1 1,0-1,0 1,0-1,0 1,-1-1,1 1,-1-1,0 1,-1-1,1 0,-1 0,0 0,0 0,0 0,0 0,-2 2,-2 8,4-9,-22 84,23-85,1-1,0 1,1-1,-1 1,0 0,1-1,0 0,0 1,0-1,0 1,1-1,-1 0,1 0,0 0,0 0,0 0,0 0,0 0,1-1,-1 1,1-1,0 0,0 1,2 0,9 4,-1 0,1-1,0-1,0-1,1 0,-1-1,1 0,6 0,208 15,-108-15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6:56.57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1 338,'45'-67,"103"-170,-135 211,-8 18,-6 21,-16 110,6 0,5 1,0-10,5-102,0 18,-1 1,-1-1,-2 0,-1-1,-1 1,-6 14,-15-1,27-43,1 1,-1 0,1-1,-1 1,0 0,0-1,1 1,-1-1,0 1,0-1,1 0,-1 1,0-1,0 0,0 1,0-1,0 0,1 0,-1 0,0 0,0 0,0 0,0 0,0 0,0 0,0 0,0 0,1-1,-1 1,0 0,0-1,0 1,0-1,1 1,-1-1,0 1,1-1,-1 1,0-1,1 0,-1 1,0-1,1 0,-1 1,1-1,0 0,-1 0,1 0,-1 0,1 0,-1 0,-1-1,1 1,-1-1,1 0,0 0,0 0,0 1,0-1,0 0,1 0,-1 0,0 0,1-1,-1 1,1 0,0 0,0 0,0 0,0 0,0 0,0 0,1-1,-1 1,1 0,-1 0,1 0,0 0,0 0,0 0,0 1,0-1,0 0,1 0,-1 1,0-1,1 1,-1-1,1 1,0-1,-1 1,1 0,0 0,0 0,0 0,22 0,-1 0,0 2,1 1,-1 1,0 1,0 1,0 1,-4-2,111 26,-79-18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7:00.83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1,'0'11,"2"11,1 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7:01.10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1,'3'9,"6"3,3-1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6:58.35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271 589,'67'119,"-66"-118,0 0,0-1,0 1,1 0,-1-1,0 1,0-1,1 1,-1-1,0 0,1 1,-1-1,1 0,-1 0,0 0,1 0,-1 0,1 0,-1-1,0 1,1 0,-1-1,0 1,1-1,-1 1,0-1,0 0,1 0,-1 1,0-1,0 0,0 0,0 0,0 0,0 0,0 0,-1 0,1-1,0 1,0 0,-1 0,1-1,-1 1,1 0,-1-1,0 1,0 0,1-1,-1 1,0-1,0 1,0 0,0-1,-1 0,5-13,0 1,-1-1,-1-1,-1 1,0 0,-1 0,0-1,-1 1,-1 0,0 0,-3-6,3 14,0 0,0 0,0 1,-1-1,0 1,0 0,-1 0,0 0,0 0,0 1,-1-1,0 1,0 0,0 0,0 1,-1 0,0 0,0 0,0 1,0-1,-1 2,1-1,-1 1,1 0,-6-1,4 1,1 2,-1-1,0 1,1 0,-1 0,0 1,1 0,-1 0,0 1,1 0,0 1,-1-1,1 1,0 1,0-1,1 1,-1 1,1-1,0 1,0 0,0 0,1 1,0-1,-5 7,0 2,0 1,1 0,1 0,0 1,1 0,0 1,1-1,1 1,1 0,-1 11,1-13,2 1,-1-1,2 1,0-1,1 1,0 0,2-1,-1 1,2 0,0-1,1 0,1 0,0 0,1-1,0 1,1-1,1-1,1 1,-1-1,2-1,0 0,0 0,1-1,1 0,0-1,0 0,1-1,9 5,-4-6,1 0,1-2,-1 0,1-1,0-1,0-1,0 0,1-2,-1 0,1-2,-1 0,0-1,0-1,0-1,0-1,0 0,-1-2,0 0,0-1,-1-1,0-1,0 0,-1-2,-1 1,0-2,0-1,-1 0,-1 0,9-13,6-39,-29 74,0 0,1 0,0 0,0 1,1-1,0 0,0-1,1 1,0 0,0-1,1 1,0-1,0 0,1 0,0-1,0 1,0-1,1 0,0-1,0 1,1-1,-1 0,1-1,0 0,1 0,-1 0,0-1,1 0,0 0,0-1,0 0,0 0,0-1,0 0,0-1,1 0,-7 0,0 0,-1 1,1-1,-1-1,1 1,-1 0,1 0,0-1,-1 1,1 0,-1-1,1 0,-1 1,0-1,1 0,-1 0,0 0,1 0,-1 0,0 0,0 0,0 0,0 0,0 0,0-1,0 1,0 0,-1-1,1 1,0-1,-1 1,1-1,-1 1,0-1,1 1,-1-1,0 0,0 1,0-1,0 1,0-1,-1 1,1-1,0 0,-1 1,0-2,-35-65,20 51,-1 2,-1 0,0 1,-1 1,-1 1,0 0,-21-8,10 4,31 16,1 0,-1 0,0 0,1 0,-1 0,0 0,0 0,1 0,-1 0,0 0,0 0,1-1,-1 1,0 0,0 0,1 0,-1 0,0 0,0-1,1 1,-1 0,0 0,0 0,0-1,1 1,-1 0,0 0,0-1,0 1,0 0,0 0,0-1,1 1,-1 0,0 0,0-1,0 1,0 0,0-1,0 1,0 0,0 0,0-1,0 1,0 0,-1-1,395-17,-393 18,121 7,-117-6,0 0,0 0,0 1,0-1,0 1,-1 0,1 1,-1-1,0 1,1 0,-1 0,0 0,-1 0,1 1,-1 0,1 0,-1 0,0 0,-1 0,1 0,-1 1,2 3,16 150,-19-156,0 0,0 0,0 0,1 0,-1 0,0 0,1 0,-1-1,1 1,0 0,0-1,-1 1,1-1,0 0,0 0,0 0,1 0,-1 0,0 0,0 0,0-1,1 1,-1-1,0 0,0 1,1-1,-1 0,0 0,1-1,-1 1,0 0,1-1,-1 0,0 1,2-2,73-35,-65 28,-1 0,-1 0,1-1,-2 0,1-1,-1 0,-1-1,0 0,-1 0,0-1,-1 0,0 0,-1 0,0-1,-2 1,1-1,-2 0,1-6,-11-18,7 38,1-1,-1 0,1 1,-1-1,1 1,-1-1,0 1,1 0,-1-1,0 1,1 0,-1-1,0 1,0 0,1 0,-1 0,0 0,0-1,1 1,-1 0,0 0,0 0,1 1,-1-1,0 0,0 0,1 0,-1 0,0 1,1-1,-1 0,0 1,1-1,-1 1,0-1,1 1,-1-1,1 1,-1-1,1 1,-1-1,1 1,-1 0,1-1,0 1,-1 0,1-1,-4 6,0 0,0-1,1 1,-1 1,2-1,-1 0,1 1,0-1,0 1,0 0,1 0,0 0,1 0,0-1,0 1,0 0,1 0,0 0,0 0,0 0,1-1,0 1,1-1,-1 1,3 3,1-2,1 1,0-1,0 0,1 0,0-1,0 0,1-1,0 0,0 0,0-1,1 0,0 0,0-1,0-1,7 2,47 14</inkml:trace>
  <inkml:trace contextRef="#ctx0" brushRef="#br0" timeOffset="1052.234">2451 735,'-6'-2,"1"0,0 1,-1-1,1 1,-1 0,1 0,-1 0,1 1,-1 0,0 0,1 1,-1-1,1 1,-1 0,1 1,-1-1,1 1,0 0,0 1,0-1,0 1,0 0,0 0,1 0,-1 1,1 0,0 0,-101 35,97-33,0 0,1 1,0 0,0 0,0 1,1-1,0 1,0 1,1-1,0 1,1 0,0 0,0 0,1 1,0-1,0 1,1 0,1 0,0 0,0 0,1 0,0 0,1 0,0 2,1-6,0-1,1 1,-1 0,1-1,0 0,1 1,-1-1,1 0,0-1,1 1,-1-1,1 0,0 0,0 0,0-1,0 1,1-1,-1 0,1-1,0 0,-1 0,5 1,8 2,0-1,0 0,0-2,0 0,1-1,-1-1,3 0,3-2,0-1,-1-1,1-1,-1-1,0-1,0-1,-1-1,0-1,-1-1,0-1,0-1,-1 0,-1-2,-1 0,0-1,-1-1,0-1,-2 0,0-1,-1-1,-1 0,-1-1,6-14,4-19,-3-1,-2-1,-2-1,-3 0,-3-1,-2 0,-1-37,-4 63,-1 0,-1 0,-1 0,-2 0,-2 1,-5-21,10 48,-1 0,1 0,-1 1,0-1,0 0,0 1,0-1,0 0,-1 1,0 0,0-1,0 1,0 0,0 0,-1 0,1 0,-1 1,0-1,0 1,0-1,0 1,0 0,0 0,0 0,-1 1,1-1,-1 1,0 0,1 0,-1 0,0 1,1-1,-1 1,0 0,0 0,0 0,1 0,-1 0,0 1,0 0,0 0,-6 6,0 1,1 0,0 0,1 1,0 0,0 1,1-1,0 2,1-1,0 1,1-1,0 2,1-1,0 0,0 1,1 0,1 0,0 0,0 5,-1 12,1 1,1-1,1 1,2 0,1-1,1 0,2 1,1-2,1 1,1-1,2 0,0-1,3 1,35 64,3-2,4-3,7 1,-63-88,13 19,-7-8,0-1,2 0,-1 0,1 0,0-1,1 0,0 0,1-1,0 0,0-1,0 0,4 1,-9-8,-1 0,0 0,0 0,1-1,-1 1,0-1,1 0,-1 0,0-1,0 1,0-1,0 0,-1 0,1 0,0-1,-1 1,1-1,-1 0,0 0,0 0,0 0,0 0,-1-1,1 1,-1-1,0 0,0 0,0 0,1-4,14-22,-2-2,-1 0,-1-1,-1-1,-3 0,0 0,-2-1,0-19,-6 33,-5 20,-19 79,21-66,0-4,0 1,1-1,0 1,0-1,0 1,1 0,1-1,0 1,0-1,0 1,1-1,0 0,1 1,0-1,0 0,1-1,0 1,0 0,1-1,0 0,0 0,1-1,-1 1,7 3,-2-3,0 0,1-1,0-1,0 0,1 0,-1-1,1-1,0 0,0 0,1-2,-1 1,0-1,0-1,1 0,-1-1,0 0,12-3,-18 2,0-1,-1 1,1-1,-1 0,0 0,0-1,0 0,0 0,0 0,-1 0,0-1,0 1,0-1,0 0,-1 0,0-1,0 1,0-1,-1 0,0 1,0-1,0 0,0-2,15-142,-17 150,-2-68,2 68,-1 0,1 0,0 0,0 0,-1 0,1 0,0 0,0 0,-1 0,1 0,0 1,0-1,-1 0,1-1,0 1,-1 0,1 0,0 0,0 0,-1 0,1 0,0 0,0 0,-1 0,1 0,0-1,0 1,0 0,-1 0,1 0,0 0,0-1,0 1,0 0,-1 0,1 0,0-1,0 1,0 0,0 0,0-1,0 1,0 0,0 0,-1-1,1 1,0 0,0-1,0 1,0 0,0 0,0-1,1 1,-1 0,0 0,0-1,0 1,0 0,0 0,-7 21,2-1,1-1,1 0,1 1,1-1,1 1,1 16,0-29,0 1,0-1,1 0,0 0,0 0,1 0,0-1,0 1,0-1,1 1,0-1,0 0,1-1,0 1,0-1,0 0,0 0,1 0,0-1,0 1,37 16,-2-7</inkml:trace>
  <inkml:trace contextRef="#ctx0" brushRef="#br0" timeOffset="1633.61">3947 615,'9'1,"0"-1,0 1,0 1,0 0,0 0,0 1,-1 0,1 0,-1 1,0 0,0 1,0 0,-1 0,1 1,-1-1,-1 2,1-1,-1 1,0 0,2 2,1 5,1 0,-2 1,0-1,-1 1,0 1,-1 0,-1 0,0 0,-1 0,0 12,0 17,-3 1,-1-1,-2 1,-7 28,-2 97,10-160,1 0,0 0,0 0,2 0,-1 0,1 0,1 0,0 0,0-1,1 0,1 1,0-1,0-1,1 1,0-1,0 0,1 0,0-1,1 0,0 0,0-1,1 0,0 0,0-1,0 0,9 3,-9-5,1-1,-1 0,1 0,0-1,0 0,0-1,0 0,0-1,4 0,-11 0,1 0,-1 0,1-1,-1 1,0-1,1 0,-1 0,0 0,0 0,0-1,0 1,0-1,0 0,0 0,-1 0,1 0,0 0,-1-1,0 1,0-1,1 0,-1 1,-1-1,1 0,0 0,-1 0,0 0,1-1,-1-1,-1-6,-1 0,0-1,0 1,-1 0,-1-1,0 1,0 1,-1-1,-1 0,0 1,0 0,-1 0,0 0,0 1,-1 0,-1 0,0 1,-6-6,-28-30,-1 1,-2 3,-2 1,-1 3,-2 2,-1 2,-6 0,-1-7,58 38,0 0,0 0,0 0,0 0,0 0,0 0,1 0,-1 0,0 0,1 0,-1 0,1 0,-1 0,1 0,-1 0,1 1,-1-1,1 0,0 0,0 1,-1-1,1 0,0 1,0-1,0 1,0-1,0 1,0-1,0 1,0-1,0 1,0 0,0 0,0 0,0-1,0 1,0 0,1 0,-2 0,58-16,1 2,59-5,-69 11,-42 7,75-12,0 3,35 3,-114 6,0 1,0-1,0 1,0 0,0 0,0 1,-1-1,1 0,0 1,0 0,0 0,0 0,-1 0,1 0,-1 0,1 1,-1-1,1 1,-1 0,0-1,1 1,-1 0,0 0,0 1,-1-1,1 0,0 1,-1-1,0 1,1 0,1 9,-1 0,0 0,-1 1,0-1,-1 0,0 1,-2 7,3 57,-1-70,1 1,0-1,1 0,-1 0,1 0,1 0,-1 0,1-1,1 1,-1-1,1 0,0 0,0 0,1 0,-1-1,1 1,1-1,-1 0,1-1,5 4,-9-7,-1-1,0 1,0-1,1 0,-1 1,1-1,-1 0,0 0,1 0,-1 0,0 0,1 0,-1 0,1 0,-1-1,0 1,1 0,-1-1,0 1,0-1,1 0,-1 1,0-1,0 0,0 0,1 0,10-12</inkml:trace>
  <inkml:trace contextRef="#ctx0" brushRef="#br0" timeOffset="1852.307">4496 401,'27'23,"23"16,16 14,-3-3</inkml:trace>
  <inkml:trace contextRef="#ctx0" brushRef="#br0" timeOffset="2184.618">5338 976,'-26'-30,"8"8,0 0,-2 2,0 0,-1 1,-1 1,-1 1,-15-8,34 22,0 1,-1 0,1 0,0 0,-1 0,1 1,-1-1,0 1,1 0,-1 1,0-1,0 1,1 0,-1 0,0 0,0 1,1 0,-1 0,0 0,1 0,-1 1,1 0,-1 0,1 0,0 0,0 1,0-1,0 1,0 0,1 0,-1 1,1-1,0 1,-2 3,-2 3,1 1,0 0,0 1,1 0,1-1,0 2,0-1,1 0,1 1,0-1,1 1,0 0,2 12,-1-20,0 1,0 0,1-1,0 1,0 0,1-1,0 1,0-1,0 0,0 1,1-1,0 0,0 0,0-1,1 1,-1-1,1 0,0 0,1 0,-1 0,1 0,-1-1,1 0,0 0,0-1,0 1,1-1,-1 0,1 0,-1-1,4 1,-2-1,0 0,0-1,0 1,0-1,0-1,0 1,0-1,0-1,-1 1,1-1,0 0,-1-1,1 0,-1 0,0 0,0 0,0-1,0 0,0-1,-1 1,0-1,0 0,0 0,3-6,0 0,0 0,-1-1,0-1,-1 1,0-1,-1 0,-1 0,0-1,-1 1,0-1,-1 0,0-1,-2 9,1 1,0 0,0-1,-1 1,0-1,0 1,-1 0,0-1,1 1,-2 0,1 0,-1-1,0-1,1 7,1 0,0-1,-1 1,1 0,0 0,-1 0,1 0,0-1,-1 1,1 0,0 0,-1 0,1 0,0 0,-1 0,1 0,-1 0,1 0,0 0,-1 0,1 0,0 1,-1-1,1 0,0 0,-1 0,1 0,0 1,-1-1,1 0,0 0,-1 1,1-1,0 0,0 0,-1 1,1-1,0 0,0 1,0-1,0 0,-1 1,1-1,0 0,0 1,0-1,0 0,0 1,0-1,0 1,0-1,0 0,0 1,0-1,0 0,0 1,-2 7,-1 1,1-1,1 1,0-1,0 1,1 0,0 0,0-1,1 1,0 0,0-1,1 1,0-1,1 1,0-1,0 0,1 0,0-1,0 1,1-1,4 6,2 1,0-1,1-1,0 0,1 0,1-2,-1 1,2-2,-1 0,1 0,13 4,12 3,0-3,2 0,-1-3,11 0,55 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7:04.9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0 420,'142'-207,"-131"186,-1-1,-1 0,-1 0,-1-1,-1 0,-1-1,-1 1,-1-1,-5 15,-3 20,-5 25,2 1,1 0,2 0,2 0,1 32,2-53,9 387,-12-320,-2-53</inkml:trace>
  <inkml:trace contextRef="#ctx0" brushRef="#br0" timeOffset="316.454">14 807,'9'0,"15"2,16 4,18 0,14 1,10 0,3-1,-5-2,-12-2,-18-1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7:04.38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0,'18'3,"22"2,23 3,20 3,15 1,9 1,-2 1,-11-3,-18 0,-23-2</inkml:trace>
  <inkml:trace contextRef="#ctx0" brushRef="#br0" timeOffset="266.117">135 228,'18'7,"25"4,27 3,29-1,27-1,24 0,19 1,-20-3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7:03.51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141 0,'0'18,"2"20,1 21,3 19,-1 17,2 10,-1 4,0-2,-3-4,-1-12,0-16,-4-18,-1-20</inkml:trace>
  <inkml:trace contextRef="#ctx0" brushRef="#br0" timeOffset="599.993">609 294,'-27'6,"0"1,0 1,1 1,0 1,0 2,1 0,1 2,-22 16,-30 19,2 2,-50 49,52-25,71-73,0-1,1 0,-1 0,0 1,0-1,1 1,-1-1,1 0,-1 1,1-1,-1 1,1-1,0 1,0 0,0-1,0 1,0-1,0 1,0-1,1 1,-1-1,0 1,1-1,-1 1,1-1,0 0,-1 1,1-1,0 0,0 1,0-1,0 0,0 0,0 0,0 0,0 0,1 0,-1 0,1 1,62 22,-58-22,377 96,-61 4,-191-78,-124-22,0 0,0 1,0 0,0 0,-1 0,1 1,-1 0,0 0,0 1,2 2,33 22,-30-24,-1 0,1-1,0 0,0-1,0 0,0-1,1 0,-1 0,8-1,-15-1,0 0,0 0,0 0,0-1,0 1,0-1,0 0,0 0,0 0,-1-1,1 1,0-1,-1 0,1 0,-1 0,0-1,0 1,0-1,0 1,0-1,0 0,-1 0,0-1,1 1,-1 0,0-1,0 1,-1-1,1 0,-1-8,1 0,-2 1,0-1,0 0,-1 1,0-1,-1 1,-1-1,0 1,0 0,-1-1,0 2,-1-1,0 1,-1-1,0 1,-1 1,0-1,-5-4,6 6,0-1,-1 2,0-1,0 1,-1 0,0 0,0 1,-1 0,1 1,-1 0,-1 0,1 1,0 0,-1 1,0 0,0 0,0 1,0 0,0 1,-1 0,1 1,0 0,-1 1,1 0,0 0,0 1,0 0,0 1,0 0,1 1,-1 0,1 0,-2 2,6-4,0 1,0 0,0 0,1 0,-1 0,1 1,-1 0,1 0,0 0,1 0,-1 1,1-1,0 1,0 0,0 0,1 0,-1 0,1 1,1-1,-1 1,1-1,0 1,0-1,0 1,1 0,0 0,0-1,1 1,-1 0,1-1,1 1,-1-1,1 1,1 3,3-2,0 0,0 0,0-1,1 0,0 0,0-1,0 0,1 0,-1-1,1 0,1 0,-1-1,1 0,57 20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7:02.8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153 643,'8'-20,"-2"1,0-1,-1 0,-2-1,0 1,-1-1,0-17,-1 21,3-12,-2-1,-1 1,-1-1,-1 1,-2 0,-1-1,-1 1,-2 1,-1-1,-1 1,-1 0,-7-12,-34-12,50 51,-1 0,0 0,1 0,-1 1,0-1,0 1,0-1,0 1,0-1,1 1,-1 0,0 0,0 0,0 0,0 0,0 1,0-1,0 1,0-1,1 1,-1-1,0 1,0 0,1 0,-1 0,0 0,1 0,-1 0,1 1,-1-1,1 0,0 1,0-1,-1 1,1 0,-1 0,0 0,0 1,1-1,-1 1,0-1,1 1,0-1,0 1,0 0,0-1,0 1,0 0,1 0,-1 0,1 0,0 0,0 0,0-1,0 1,0 0,1 0,0 0,-1 0,1 0,0-1,0 1,0 0,1-1,-1 1,1-1,-1 1,1-1,0 0,1 2,7 1,-1 0,1-1,0 0,0 0,0-1,0-1,1 1,-1-2,1 0,0 0,-1 0,7-2,-8 2,63-3,0-2,0-3,-1-4,40-11,-74 14,-29 7,-5-1,-1 1,1 0,0-1,0 1,0 0,0 1,0-1,0 0,0 1,0 0,0 0,1 0,-1 0,0 0,0 1,0-1,0 1,0 0,0 0,0 0,0 0,-1 0,1 1,0-1,-1 1,1 0,-1 0,1 0,-1 0,0 0,0 0,0 1,0-1,0 1,0-1,-1 1,0 0,1 0,10 134,-11-84,3 52,4-1,6 1,23 87,54 130,-87-243,-5-77,0 1,1-1,-1 1,0-1,-1 0,1 0,0 1,-1-1,1 0,-1 0,0 0,1 0,-1 0,0-1,0 1,0-1,0 1,-1-1,1 0,0 0,-1 0,1 0,-1 0,1 0,-1 0,1-1,-1 0,-1 1,-11-2,-1 0,1 0,-1-2,1 0,0 0,0-1,1-1,-1-1,1 0,0-1,0-1,1 0,0 0,-1-3,-2 2,1-1,1-1,0 0,0-1,1-1,1 0,0 0,1-1,0-1,1 0,1 0,-6-13,14 24,0 1,0-1,0 0,0 1,1-1,-1 0,1 1,0-1,0 0,0 0,1 1,-1-1,1 0,0 0,0 1,0-1,1 1,-1-1,1 1,0 0,0 0,0-1,0 1,1 0,0 0,4-4,1 0,0 1,0 0,0 0,1 1,-1 0,1 0,0 1,3 0,30-11,2 3,0 1,0 2,0 2,1 2,0 2,1 2,-21 0,1 2,-1 0,0 1,1 2,-1 0,1 2,-20-4,0 0,0 0,0 0,0 0,0 1,0 0,-1 0,0 1,1-1,-1 1,-1 1,1-1,0 0,-1 1,0 0,0 0,-1 0,1 1,-1-1,0 1,-1 0,1 0,-1 0,0 0,-1 0,1 3,1 9,-3-13,0-1,0 0,0 0,1 0,-1 1,1-1,0 0,1 0,-1 0,1 0,-1 0,1-1,1 1,-1 0,0-1,1 0,-1 1,1-1,0 0,0 0,1-1,-1 1,0-1,3 2,7 0,-1 0,1-1,0-1,0 0,1-1,-1 0,0-1,0 0,1-1,-1 0,0-2,0 1,0-1,-1-1,1-1,7-3,-15 7,1-1,-1 1,0-1,0-1,0 1,0-1,-1 0,1 0,-1 0,1 0,-1-1,0 0,0 0,-1 0,1 0,-1-1,0 1,0-1,0 0,-1 0,0 0,0 0,0 0,0 0,-1-1,0 1,0-1,-1 1,1 0,-1-1,0 1,-1-1,1 1,-1-1,0 1,0-1,-1 1,0-2,-7-3,0 0,0 0,-1 1,0 0,0 0,-1 1,0 1,-1 0,1 0,-1 1,-1 1,1 0,-1 1,0 0,0 1,0 0,-1 1,1 1,0 0,-1 0,1 2,-1-1,1 2,0-2,1 1,-1 0,0 1,1 1,0 0,0 0,0 1,0 1,0 0,1 0,0 1,0 1,0 0,1 0,0 1,1 1,0-1,0 1,-5 7,13-13,-1 0,1 0,-1 0,1 0,0 1,0-1,1 0,-1 1,1-1,-1 0,1 1,0-1,0 0,0 1,1-1,-1 0,1 1,0-1,0 0,0 0,0 0,1 0,-1 0,1 0,0 0,0 0,0 0,0-1,0 1,1-1,-1 0,1 0,-1 0,1 0,0 0,0 0,0 0,0-1,0 0,44 24</inkml:trace>
  <inkml:trace contextRef="#ctx0" brushRef="#br0" timeOffset="218.597">1784 442,'28'2,"26"1,25 2,22 3,12 2,2 1,-4 2,-17 1,-24-3</inkml:trace>
  <inkml:trace contextRef="#ctx0" brushRef="#br0" timeOffset="400.375">2105 736,'16'7,"21"4,27 1,32-2,30-3,22-2,-13-3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6:15.16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1859 2585,'54'-73,"-13"19,-1-2,-4-2,-1-1,25-63,-16-20,-67 216,4-1,4 1,2 1,4 0,3 1,3-1,4 1,3 0,3 0,7 2</inkml:trace>
  <inkml:trace contextRef="#ctx0" brushRef="#br0" timeOffset="507.52">4078 2532,'31'-46,"-3"0,-2-2,-1-2,-3 0,-2-1,-3 0,-1-2,-3 0,3-34,-17 59,-9 26,-30 78,37-66,-28 87,5 2,5 0,3 2,5 0,2 53,7-64</inkml:trace>
  <inkml:trace contextRef="#ctx0" brushRef="#br0" timeOffset="2507.964">6043 2345,'9'25,"10"22,13 16,12 12,11 4,4 0,0-7,-6-8,-8-13,-11-16</inkml:trace>
  <inkml:trace contextRef="#ctx0" brushRef="#br0" timeOffset="2743.371">6498 2372,'-19'21,"-16"19,-15 18,-7 12,-3 8,1 1,7 0,7-7,7-12,8-13,9-15</inkml:trace>
  <inkml:trace contextRef="#ctx0" brushRef="#br0" timeOffset="2958.569">5776 2626,'25'7,"33"6,39 4,37 1,27-2,11-2,-4-4,-26-2,-35-4</inkml:trace>
  <inkml:trace contextRef="#ctx0" brushRef="#br0" timeOffset="1682.498">8731 2319,'2'18,"8"17,11 19,15 14,14 11,11 6,5 0,0-4,-4-8,-11-10,-14-13,-13-16</inkml:trace>
  <inkml:trace contextRef="#ctx0" brushRef="#br0" timeOffset="1960.658">9185 2465,'-23'11,"-16"18,-14 17,-10 15,-7 10,0 7,3 2,6-6,8-12,14-15</inkml:trace>
  <inkml:trace contextRef="#ctx0" brushRef="#br0" timeOffset="2224.53">8543 2786,'27'0,"32"0,31 0,25 0,18 0,5 0,-8 0,-26 0</inkml:trace>
  <inkml:trace contextRef="#ctx0" brushRef="#br0" timeOffset="5118.647">1698 4684,'3'-27,"0"-1,1 1,2 0,1 0,10-25,-12 34,20-58,3 0,3 2,3 2,14-17,-28 57,-9 21,-9 23,-54 161,37-125,1 1,2 0,3 1,2 1,2-1,2 1,3-1,1 1,3 0,10 48,10-26</inkml:trace>
  <inkml:trace contextRef="#ctx0" brushRef="#br0" timeOffset="5525.016">3744 4538,'9'-23,"10"-19,8-13,7-9,2-3,-1 6,-3 8,-9 23,-9 27,-11 31,-10 30,-5 24,-1 19,2 10,8 2,13-5,18-11,5-23</inkml:trace>
  <inkml:trace contextRef="#ctx0" brushRef="#br0" timeOffset="6526.091">7688 4190,'20'23,"19"18,15 14,16 12,13 5,9 0,4-4,-2-8,-7-10,-10-14,-14-13,-18-10</inkml:trace>
  <inkml:trace contextRef="#ctx0" brushRef="#br0" timeOffset="6793.102">8463 4137,'-16'2,"-14"8,-14 15,-15 20,-13 25,-18 25,-17 24,-22 20,-21 14,13-18</inkml:trace>
  <inkml:trace contextRef="#ctx0" brushRef="#br0" timeOffset="5924.547">6030 4190,'11'16,"11"19,11 19,8 16,7 13,4 6,0-2,-1-3,-6-12,-8-14,-8-16,-8-16</inkml:trace>
  <inkml:trace contextRef="#ctx0" brushRef="#br0" timeOffset="6179.482">6444 4190,'-18'16,"-15"19,-11 17,-8 15,-3 13,1 6,2 0,3-6,6-11,10-19</inkml:trace>
  <inkml:trace contextRef="#ctx0" brushRef="#br0" timeOffset="6358.04">5909 4591,'19'-7,"18"-2,23 1,25 3,26 3,23 1,16 0,9-3,-2-4,-10-4,-31 0</inkml:trace>
  <inkml:trace contextRef="#ctx0" brushRef="#br0" timeOffset="20274.727">3476 647,'-84'0,"0"4,0 3,-73 16,42 2,1 5,1 4,2 6,2 4,2 5,2 5,-27 22,-454 343,492-347,2 5,4 3,-10 17,69-64,1 0,1 2,2 1,1 1,3 1,1 0,1 2,2 0,2 1,-1 14,-10 75,6 0,5 1,6 16,-5 37,5-87,-7 39,6-1,6 1,5 0,7 0,12 48,11-48,7-1,5-1,6-3,6-2,23 33,-17-46,5-3,5-3,5-3,4-4,4-3,5-4,4-3,24 12,-33-38,4-3,1-4,4-4,1-4,3-5,2-3,18 1,218 62,4-14,236 29,-206-58,3-17,242-4,-45-38,1-25,451-78,-600 32,-4-18,-3-19,163-72,-354 96,-4-9,16-19,-134 55,-1-5,-3-4,-3-3,-3-5,30-33,-66 49,-3-3,-3-2,-2-2,-2-1,-4-3,-2-2,-3-1,-3-1,-3-2,-3-2,-3 0,9-56,-8 1,-5-1,-6-1,-6-1,-6 0,-5 1,-5-1,-7 1,-10-26,4 47,-4 2,-5 1,-5 1,-4 2,-5 1,-4 3,-4 2,-5 2,-51-64,10 35,-6 5,-4 4,-6 4,-81-57,-44-16,-251-143,188 143,-9 14,-6 13,-193-60,286 141,-3 9,-3 10,-1 11,-3 9,-194-2,-102 27,-63 37,-36 36,44 13</inkml:trace>
  <inkml:trace contextRef="#ctx0" brushRef="#br1" timeOffset="159469.169">1 4658,'19'-17,"19"-30,-2-3,-2-1,-2-1,34-52,-56 90,-9 14,-1 0,0 0,1 0,-1 0,1 0,-1 1,0-1,1 0,-1 0,0 0,1 0,-1 0,0 0,1 1,-1-1,0 0,0 0,1 0,-1 1,0-1,0 0,1 0,-1 1,0-1,0 0,0 1,1-1,-1 0,0 0,0 1,0-1,0 0,0 1,0-1,0 1,0-1,0 0,0 1,0-1,0 0,0 1,0-1,0 0,0 1,0-1,0 0,0 1,0-1,-1 0,1 1,0-1,0 0,0 0,-1 1,1-1,0 0,0 1,-35 305,-4 101,31-343,8-66,0-1,1 1,-1-1,0 1,0-1,-1 0,1 1,-1-1,1 1,-1-1,0 1,0-1,0 1,0 0,0-1,0 1,-1 0,1 0,-1 0,0 0,1 0,-1 0,0 1,0-1,0 0,0 1,0 0,-1-1,1 1,-2-1,-52-2,50 12,22-1,20 1,1-2,-1-1,1-2,36-1,-20-1,118 12,-171-14,1 1,0 0,-1 0,1 0,0 0,-1 0,1 0,0 0,-1 0,1 0,0 0,-1 0,1 0,0 1,-1-1,1 0,0 0,-1 1,1-1,-1 0,1 1,-1-1,1 1,-1-1,1 1,-1-1,1 1,-1-1,1 1,-1-1,0 1,1-1,-1 1,0 0,1-1,-1 1,0 0,0-1,0 1,0 0,0 0,-12 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4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348 14942,'43'-8,"679"-17,866 58,2591 125,-3971-153,1846 33,-183-40,-1262-10,388 3,32 26,-815 1,-205-10,-34-4,-10-2</inkml:trace>
  <inkml:trace contextRef="#ctx0" brushRef="#br0" timeOffset="1">1030 155,'-18'-3,"0"1,0 1,0 0,0 2,0 0,-13 2,26-2,0 0,0 1,0-1,0 1,0 0,0 0,1 1,-1-1,1 1,0 0,0 0,0 0,0 1,0 0,1-1,-1 1,1 1,0-1,1 0,-1 1,1-1,-1 1,1 0,1-1,-2 4,1 0,1 1,-1-1,1 0,1 1,0-1,0 0,0 1,1-1,0 0,1 1,0-1,0 0,1 0,0 0,0-1,1 1,0-1,0 1,1-1,0-1,5 6,13 14,1-1,2-2,0-1,23 15,-18-13,-8-6,-11-11,0 1,-1 1,0 0,-1 1,0 0,0 0,-1 1,-1 0,0 1,0 0,1 3,-8-13,-1 1,1-1,-1 0,0 0,0 1,1-1,-1 0,-1 0,1 1,0-1,0 0,-1 0,0 0,1 1,-1-1,0 0,0 0,0 0,0 0,0 0,-1-1,1 1,0 0,-1 0,1-1,-1 1,0-1,0 1,0-1,1 0,-3 1,-65 27,-14-14,80-15,0 1,-1-1,1 0,0 0,-1-1,1 1,0-1,-1 0,1 1,0-2,0 1,0 0,0 0,0-1,0 0,0 1,0-1,1 0,-1-1,1 1,-1 0,1-1,-2-1,3-3,0 1,0-1,1 0,0 1,0-1,1 1,0-1,0 1,0-1,1 1,0 0,0-1,0 1,1 0,0 0,0 1,1-1,0 1,-1-1,2 1,-1 1,1-1,2-2,90-105,-66 78,0-1,-2-1,-2-2,-2 0,10-21,-24 37,0-1,-2 1,-1-2,0 1,-2-1,-1 0,-1 0,0-1,-2 1,-1-2,-11-5,10 31,0-1,0 1,-1 0,1-1,0 1,-1 0,1-1,0 1,-1 0,1 0,0-1,-1 1,1 0,-1 0,1 0,0-1,-1 1,1 0,-1 0,1 0,-1 0,1 0,0 0,-1 0,1 0,-1 0,1 0,-1 0,1 0,-1 1,1-1,0 0,-1 0,1 0,-1 0,1 1,0-1,-1 0,1 0,0 1,-1-1,1 0,0 1,0-1,-1 0,1 1,0-1,0 1,-1-1,1 0,0 1,0-1,0 1,0-1,0 0,0 1,0-1,0 1,0-1,0 1,0-1,0 1,0-1,0 0,0 1,0-1,0 1,-5 17,1 0,1 1,1 0,0-1,2 1,0 12,0-3,5 105,5-2,7 1,11 31,-26-150,4 19,0-8</inkml:trace>
  <inkml:trace contextRef="#ctx0" brushRef="#br0" timeOffset="2">1030 477,'210'-12,"168"15,-245 9,-133-11,0-1,0 1,0-1,-1 1,1 0,0-1,0 1,0-1,0 1,-1-1,1 1,0-1,0 1,-1-1,1 1,0-1,-1 1,1-1,-1 0,1 1,0-1,-1 0,1 1,-1-1,1 0,-1 0,1 1,-1-1,1 0,-1 0,0 0,1 1,-1-1,1 0,-1 0,1 0,-1 0,1 0,-1 0,0-1,1 1,-1 0,1 0,-1 0,1 0,-1-1,1 1,-1 0,1 0,-1-1,-2 2,-18 3,0 2,0 0,1 1,0 2,0 0,0 1,14-7,0 1,0 0,0 0,0 0,1 0,0 1,0 0,0 0,1 1,-1-1,1 1,0 0,1 0,0 0,0 1,0-1,1 1,-1-1,2 1,-2 4,3-9,0 1,0-1,0 0,0 1,0-1,0 0,0 1,1-1,-1 1,1-1,0 0,0 0,0 0,0 1,0-1,0 0,1 0,-1 0,1 0,-1-1,1 1,0 0,-1-1,1 1,0-1,0 1,0-1,0 0,0 0,1 0,-1 0,0 0,0-1,1 1,-1-1,2 1,3 0,0 0,-1 0,1-1,0 0,0 0,0-1,0 0,0 0,0 0,-1-1,1 0,1-1,0-1,-1-1,0 1,0-1,0-1,0 1,-1-1,0 0,0-1,0 1,-1-1,0 0,-1-1,0 1,0-1,0 0,-1 0,0 0,0 0,1-9,-5 28,0-1,1 1,1-1,0 1,0-1,1 1,0-1,1 0,0 0,1 0,0 0,0-1,1 1,1-1,-1-1,1 1,1-1,0 0,0 0,0 0,1-1,0-1,0 1,5 1,-12-7,0 0,0 0,1-1,-1 1,1-1,-1 1,1-1,-1 1,1-1,-1 0,1 1,-1-1,1 0,-1 0,1 0,-1 0,1-1,0 1,-1 0,1-1,-1 1,0-1,1 1,-1-1,1 0,-1 1,0-1,1 0,-1 0,0 0,0 0,0 0,0 0,0-1,0 1,0 0,0 0,0-1,-1 1,1-1,0 1,-1-1,1 1,-1-1,0 1,1-2,7-78,-8 75,-2-142,3 145,1 0,0 0,-1 0,1 0,0 0,0 1,1-1,-1 1,1 0,-1-1,1 1,0 0,-1 0,1 1,0-1,0 1,0-1,1 1,-1 0,0 0,0 0,1 1,-1-1,0 1,1 0,-1 0,1 0,-1 0,0 1,1-1,-1 1,0 0,2 0,9-1,-8-1,-1 0,0 1,0 0,1 0,-1 0,0 0,0 1,0 0,1 0,-1 0,0 0,0 1,-1 0,1 0,0 1,0-1,-1 1,0 0,1 0,-1 0,0 1,-1 0,1-1,-1 1,1 0,-1 1,-1-1,1 1,0-1,-1 1,0 0,0 0,1 5,1 150,-3-157,0 0,0 0,0 1,1-1,-1-1,1 1,0 0,0 0,0-1,0 1,0-1,1 1,-1-1,1 0,-1 0,1 0,0 0,0 0,0-1,0 0,0 1,0-1,0 0,0 0,0-1,1 1,-1-1,0 1,3-1,6 1,0-1,-1-1,1 0,-1 0,1-1,-1 0,1-1,-1 0,3-1,-1 0,0-1,0-1,0 0,0 0,-1-1,0-1,-1 0,0 0,0-1,0-1,-1 0,-1 0,0-1,0 0,-1-1,-1 0,0 0,0 0,-1-1,-1 0,3-11,-7 22,0 0,0-1,-1 1,1 0,-1 0,0-1,0 1,0 0,0 0,0-1,0 1,0 0,-1 0,1-1,-1 1,0 0,0 0,1 0,-1 0,-1 0,1 0,0 0,0 0,-1 1,1-1,-1 0,1 1,-1-1,0 1,0-1,0 1,0 0,0 0,0 0,0 0,0 0,0 0,0 1,0-1,-1 1,1-1,0 1,0 0,-1 0,1 0,0 0,0 0,-2 1,0 0,1 1,-1-1,1 1,-1 0,1 0,-1 0,1 0,0 1,0-1,0 1,0 0,1 0,-1 0,1 0,0 0,0 0,0 1,0-1,0 1,1 0,-1-1,1 1,0 0,0 0,1 0,-1 0,1-1,0 1,0 0,0 0,0 0,1 0,0 0,0 0,0 0,0-1,0 1,2 3,2 1,0 1,1-1,0 0,0-1,1 1,0-1,0-1,1 1,0-1,0 0,0-1,1 0,-1 0,9 2,131 41,-83-35</inkml:trace>
  <inkml:trace contextRef="#ctx0" brushRef="#br0" timeOffset="3">1096 1305,'0'14,"-2"16,-3 16,-3 16,-3 14,-1 10,-1 5,-1 0,2-5,4-16</inkml:trace>
  <inkml:trace contextRef="#ctx0" brushRef="#br0" timeOffset="4">936 1439,'-31'-153,"32"150,0 1,0-1,1 0,-1 1,1 0,0-1,-1 1,1 0,0 0,0 0,0 0,1 0,-1 0,0 1,1-1,-1 1,1-1,0 1,-1 0,1 0,0 0,0 1,-1-1,1 0,0 1,0 0,0 0,0 0,0 0,0 0,-1 1,1-1,0 1,2 0,-2-1,20 0,1 1,-1 1,0 1,0 2,0 0,0 1,-1 1,0 1,9 5,-29-13,1 1,-1 0,1 0,-1 0,0 1,1-1,-1 1,0-1,0 1,0 0,0-1,0 1,-1 0,1 0,0 0,-1 1,0-1,1 0,-1 1,0-1,0 0,0 1,-1-1,1 1,0 0,-1-1,0 1,0-1,0 1,0 0,0 1,-4 2,1 0,-1 0,-1 0,1-1,-1 1,0-1,0 0,-1 0,1-1,-1 0,0 0,0 0,-1-1,-3 2,2 0,-170 87,151-77</inkml:trace>
  <inkml:trace contextRef="#ctx0" brushRef="#br0" timeOffset="5">1324 1640,'14'-335,"-15"333,1 0,0 0,-1 1,1-1,0 0,0 1,0-1,0 0,1 0,-1 1,0-1,1 0,-1 1,1-1,0 0,-1 1,1-1,0 1,0-1,0 1,0-1,0 1,0 0,1-1,-1 1,0 0,1 0,-1 0,0 0,1 0,-1 0,1 1,0-1,-1 0,1 1,0 0,-1-1,1 1,0 0,0-1,-1 1,1 0,0 0,0 1,0-1,37 6,1 1,-1 3,-1 1,6 4,-39-14,0 0,0 0,0 1,-1 0,1 0,-1 0,1 0,-1 1,0 0,0-1,0 2,0-1,0 0,-1 1,1 0,-1-1,0 1,-1 1,1-1,0 0,-1 1,0-1,0 1,-1 0,1-1,-1 1,0 0,0 2,-27 152,26-156,0 0,0 1,0-1,0 0,1 0,0 1,0-1,0 0,0 0,0 0,0 0,1 0,0 0,-1-1,1 1,0-1,0 1,1-1,-1 1,0-1,1 0,-1 0,1 0,0 0,0-1,-1 1,1-1,0 0,1 0,-1 0,0 0,0 0,0-1,0 1,1-1,-1 0,0 0,0 0,1 0,-1-1,1 1,7-1,0 0,0 0,0-1,0 0,0-1,0 0,-1-1,1 0,-1-1,0 0,-1 0,1-1,-1-1,6-4,-9 6,-1 0,1 0,-1 0,0-1,0 0,-1 0,1 0,-2 0,1-1,-1 0,1 0,-2 1,1-2,-1 1,0 0,-1 0,0-1,0 1,0-1,-1 1,0-1,-1-2,1 9,1 0,-1-1,0 1,0 0,0-1,0 1,-1 0,1-1,0 1,0 0,-1-1,1 1,-1 0,1-1,-1 1,0 0,1 0,-1 0,0 0,0 0,0 0,0 0,0 0,0 0,0 0,0 0,0 1,0-1,0 0,-1 1,1-1,0 1,-1-1,1 1,0 0,-1-1,1 1,0 0,-1 0,1 0,0 0,-1 0,1 0,0 0,-1 1,1-1,0 0,-1 1,1-1,0 1,0 0,-1-1,1 1,0 0,0 0,0-1,0 1,0 0,0 1,-3 5,0 1,1-1,0 1,0 0,1 0,0 0,0 0,1 1,0-1,1 0,0 1,0-1,1 0,0 1,0-1,1 0,0 0,0 0,1 0,0 0,1 1,-1-1,1 0,0-1,0 1,1-1,-1 0,2 0,-1 0,1-1,0 0,0 0,0-1,1 1,0-1,0-1,1 1,-1-1,1-1,0 1,0-1,0-1,0 0,1 0,-1 0,1-1,-1 0,1-1,-1 0,2 0,18-7</inkml:trace>
  <inkml:trace contextRef="#ctx0" brushRef="#br0" timeOffset="6">2206 1386,'1'-6,"0"-1,0 1,1 0,-1 0,1 0,1 0,-1 0,1 0,0 1,1-1,-1 1,1 0,0 0,0 0,1 0,0 1,-1 0,1 0,1 0,-1 1,0-1,1 1,5-2,-7 4,1 0,0 1,0-1,1 1,-1 0,0 0,0 0,0 1,0 0,0 0,0 0,-1 1,1-1,0 1,-1 0,1 1,-1-1,1 1,-1 0,0 0,0 0,-1 1,1-1,0 1,-1 0,0 0,0 0,0 0,-1 0,1 1,-1-1,0 1,-1 0,2 4,3 19,-2 1,-2 0,0 0,-2 0,0 0,-3 0,0 0,-2-1,-5 16,2 5,3-17,-11 112,16-135,0-1,0 1,1-1,1 1,-1-1,1 1,1-1,0 0,0 0,0 0,1-1,0 1,1-1,-1 0,2 1,-3-4,-1-1,1-1,-1 1,1 0,0-1,0 1,0-1,1 0,-1 0,0 0,1 0,-1-1,1 1,0-1,0 0,-1 0,1 0,0-1,0 1,0-1,0 0,0 0,-1 0,1-1,0 0,0 1,0-1,-1 0,1-1,0 1,-1-1,1 1,-1-1,0 0,1-1,-1 1,0 0,0-1,-1 0,1 1,0-1,-1 0,0-1,1 1,-1 0,-1-1,1 1,0-1,-1 1,1-3,0-3,-1 0,0 0,0 0,-1 0,0 0,-1 0,0 0,0 0,-1 1,0-1,0 0,-1 1,-1-1,1 1,-1 0,0 0,-1 0,-5-6,-1-1,-1 0,-1 0,0 1,0 1,-2 0,1 1,-2 1,-7-5,-3 3,0 0,-1 2,0 1,-1 1,-9-1,36 10,-21-8,22 2,75-10,518-81,-526 88</inkml:trace>
  <inkml:trace contextRef="#ctx0" brushRef="#br0" timeOffset="7">1872 2629,'-33'53,"2"1,3 1,3 2,1 1,4 0,-5 27,23-77,-3 5,1 1,1 0,0 0,1 0,1 0,0 0,1 1,0-1,2 10,-2-21,1-1,-1 1,1-1,0 1,0-1,0 1,0-1,0 0,1 0,-1 0,1 1,-1-1,1-1,0 1,-1 0,1 0,0-1,0 1,0-1,1 1,-1-1,0 0,1 0,-1 0,0 0,1 0,-1-1,1 1,-1-1,1 0,-1 1,1-1,0 0,-1-1,2 1,4-1,0-1,0 1,0-2,0 1,0-1,0 0,-1-1,1 0,-1 0,3-2,12-13,0-1,-2-1,0-1,-1 0,-2-1,0-1,-1-1,-2-1,0 0,-2 0,-1-1,-1-1,-1 0,0-9,-2 17,-1 0,0-1,-2 0,0 0,-2 0,0 0,-1 0,-1-1,-2 1,0 0,-1 0,0 0,-2 0,-1 1,0 0,-2 0,-5-10,11 26,0-1,0 1,0 0,-1 0,0 1,1-1,-2 0,1 1,0 0,-1 0,1 0,-1 0,0 0,0 1,0-1,0 1,0 0,-1 1,1-1,0 1,-1 0,0 0,1 0,-1 0,1 1,-1 0,0 0,1 0,-1 1,0-1,1 1,-1 0,1 1,-1-1,1 1,0 0,-1 0,-3 2,-1 7,1 1,0 0,0 0,1 0,1 1,0 0,1 0,0 1,1 0,0 0,1 0,1 0,0 0,1 0,1 1,1 13,-3 19,2-1,2 1,2-1,2 0,2 0,8 21,-10-42,2-1,1 0,1 0,1-1,1 0,1-1,1-1,1 0,1-1,1 0,0-2,13 11,-25-24,1 0,0-1,0 1,0-1,0 0,1-1,-1 0,1 0,0 0,0-1,0 1,0-2,1 1,-1-1,1 0,0-1,10-2</inkml:trace>
  <inkml:trace contextRef="#ctx0" brushRef="#br0" timeOffset="8">2206 3244,'-2'5,"1"1,0-1,0 1,0 0,1 0,-1-1,1 1,1 0,-1 0,1 0,0-1,0 1,1-1,0 1,0-1,0 1,1-1,-1 0,1 0,0 0,1 0,-1-1,1 1,0-1,0 0,0 0,1-1,3 3,-1-2,1 0,-1-1,1-1,0 1,0-1,0 0,0-1,0 0,0 0,0-1,0 0,0 0,0-1,1 0,-1 0,0-1,-1 0,1-1,0 0,-1 0,1 0,-1-1,0 0,0-1,0 1,-1-1,0-1,1 1,-2-1,1 0,-1 0,0-1,4-5,0 0,-1-1,0 0,-1 0,0-1,-1 0,-1 0,0-1,-1 0,-1 1,0-1,-1 0,0 0,-2-1,1 1,-2 0,0 0,-2-4,3 15,0 0,-1-1,0 1,0 0,0 0,-1 0,1 0,-1 0,0 0,0 1,-1-1,1 1,-1-1,1 1,-1 0,0 0,0 0,-1 0,1 0,0 1,-1 0,0-1,0 1,1 1,-1-1,0 1,0-1,-1 1,1 0,0 0,0 1,0-1,-1 1,1 0,-4 1,-4 3,0 1,0 0,0 1,1 1,0-1,0 2,1 0,0 0,0 1,1 0,0 0,0 1,1 0,1 1,0 0,0 0,0 2,-27 44</inkml:trace>
  <inkml:trace contextRef="#ctx0" brushRef="#br0" timeOffset="9">843 2535,'-24'4,"0"1,0 1,0 1,1 0,1 2,-1 1,1 1,1 1,0 1,1 0,0 2,-2 3,9-7,-1 1,2 1,0 0,0 1,1 0,1 1,0 0,1 0,1 1,1 0,0 1,1 0,0 0,2 0,0 1,-1 12,4-25,0 1,0-1,1 1,-1-1,1 1,0-1,1 1,-1-1,1 1,0-1,1 1,-1-1,1 0,0 0,1 0,-1 0,1 0,0 0,0-1,0 1,1-1,-1 0,1 0,0 0,1-1,-1 1,0-1,1 0,0 0,0-1,0 1,0-1,0 0,0 0,0-1,1 0,2 1,1-3,0 1,0-2,0 1,0-1,0 0,0-1,0 0,-1-1,0 0,1 0,-1 0,-1-1,1-1,3-2,93-93,-84 79,-1-2,0 0,-2-1,-1-1,-2-1,0 0,-1-1,-2 0,-1-1,-1 0,-2 0,-1-1,0-7,-5 30,1 0,-2 1,1-1,-1 0,0 0,0 0,-1 0,0 1,0-1,-1 0,0 1,0-1,0 1,-1-1,0 1,0 0,0 0,-1 1,0-1,0 1,-1-1,1 1,-1 1,0-1,-1 1,1 0,-1 0,0 0,0 1,0 0,0 0,-1 0,1 2,1-1,0 2,-1-1,1 1,0 0,-1 0,1 0,-1 1,1-1,0 1,0 1,-1-1,1 1,0 0,0 0,1 0,-1 1,0 0,1 0,-1 0,1 0,0 1,0-1,1 1,-1 0,1 0,-1 1,1-1,1 1,-1 0,-4 6,2 1,-1-1,2 1,-1 0,2 1,-1-1,2 1,0-1,0 1,1 0,1 0,0 5,7 28,1 1,2-1,3 0,1-1,5 6,15 49,-4-6,-4 0,-5 2,10 97,-29-170</inkml:trace>
  <inkml:trace contextRef="#ctx0" brushRef="#br0" timeOffset="10">1070 3485,'14'-43,"4"-8,-2-1,-3 0,-2-1,-1-10,-11 256,18 17,-13-174</inkml:trace>
  <inkml:trace contextRef="#ctx0" brushRef="#br0" timeOffset="11">361 3979,'-9'-7,"-8"-4,-2-1,-2 2,0 3,-2 2,-2 3,1 1,6 0</inkml:trace>
  <inkml:trace contextRef="#ctx0" brushRef="#br0" timeOffset="12">67 3926,'0'-1,"1"0,-1 0,1 0,-1 0,1 0,0 1,0-1,-1 0,1 1,0-1,0 0,0 1,0-1,-1 1,1-1,0 1,0-1,0 1,0 0,0 0,0-1,0 1,0 0,0 0,0 0,1 0,-1 0,0 0,0 1,0-1,0 0,0 0,0 1,0-1,307-1</inkml:trace>
  <inkml:trace contextRef="#ctx0" brushRef="#br0" timeOffset="13">3249 209,'-16'25,"4"114,12-114,27 451,1 114,-29-132,-11-268,5-120,3-1,3 1,3-1,7 35,3-30,-2-22,-2 1,-3 0,-2 27,-29 381,19-78,1-276,-3 32,7 0,6 1,1-6,-9 116,1-182,4 0,3 0,10 55,47 452,-49-248,-12-199,12 82,59 313,-55-401,17 203,-31-168,-3-61,4 0,5 0,7 24,-4-58,-3 0,-2 1,-3 0,-5 51,-6 10,8 114,14 686,-6-657,-12 0,-14 44,5-146,8 0,9 47,2-93,-5 0,-14 110,-75 397,32-128,39-348,5 148,13 668,5-834,5 1,8 10,3 27,-9-53,-5 1,-6 35,-12-92,1-40</inkml:trace>
  <inkml:trace contextRef="#ctx0" brushRef="#br0" timeOffset="14">3850 3792,'145'22,"-16"3,-45-8,1-3,48 0,359 4,-29 7,380-26,-169-26,-525 27,125-2,33-14,-249 11,180-15,40 9,235 25,-67 0,89-1,-90 1,-75-7,104 0,-291-8,171 1</inkml:trace>
  <inkml:trace contextRef="#ctx0" brushRef="#br0" timeOffset="15">3917 623,'0'-9,"0"2,0 8,0 16,0 19,0 18,0 17,0 14,0 9,0 1,0-3,2-6,4-9,0-11,-1-16</inkml:trace>
  <inkml:trace contextRef="#ctx0" brushRef="#br0" timeOffset="16">4037 1065,'17'12,"0"1,-2 1,1 0,-2 1,0 1,-1 0,0 1,-1 0,-1 1,-1 1,-1-1,0 2,-2-1,0 1,-1 0,-1 0,1 9,15 36,-20-65,1 0,0 1,-1-1,1 0,0 0,-1 0,1-1,0 1,-1 0,1 0,0-1,-1 1,1-1,-1 0,1 1,-1-1,1 0,-1 0,0 0,1 0,-1 0,0 0,0 0,1-1,-1 1,0 0,0-1,-1 1,1-1,0 1,0-1,-1 1,1-1,-1 1,1-1,-1 0,2-1,12-25,-1 0,-2-1,0 0,-2-1,-2 0,3-18,6-22,-6 119,-6-28,1-1,0 1,2-1,0 0,1 0,2-1,-1 0,2-1,1 0,0-1,11 12,-21-27,1 1,0-1,0 1,0-1,0 0,0 0,0 0,1 0,-1-1,1 1,-1-1,1 0,0 0,-1-1,1 1,0-1,0 1,-1-1,1 0,0 0,0-1,-1 1,1-1,0 0,-1 0,1 0,0-1,-1 1,0-1,1 0,2-1,5-5,-1 0,0 0,0-1,0 0,-1-1,-1 0,1 0,3-9,13-23,-2-2,-2 0,-3-2,-1 0,-2-1,-2 0,-2-1,-3-1,-1 1,-2-7,0 8,-1-1,-3 1,-1-1,-3 0,-1 1,-11-41,14 80,0 1,-1 0,0 0,0 0,0 0,-1 0,0 1,-1-1,0 1,0 0,0 0,0 0,-1 1,0-1,0 1,-1 1,1-1,-2 0,5 4,0 0,-1 1,1-1,0 1,0-1,-1 1,1 0,0 0,0 0,-1 0,1 0,0 1,0-1,-1 1,1-1,0 1,0 0,0 0,0 0,0 0,0 0,0 0,0 0,0 1,0-1,1 1,-1 0,1-1,-1 1,1 0,0 0,-1 0,1 1,-34 73,27-25,2 0,2 1,2-1,2 1,3-1,2 0,2 0,2 0,8 19,-10-34,8 46,3 0,4 0,3-2,19 34,-40-104,0 0,1 0,0 0,1-1,0 0,0 0,1 0,0-1,1 0,0 0,0-1,1 0,-1-1,2 0,2 2,10-2</inkml:trace>
  <inkml:trace contextRef="#ctx0" brushRef="#br0" timeOffset="17">4505 837,'-14'-2,"1"1,11 6,22 4,28 3,28 1,23 2,9 2,0 5,-17-1</inkml:trace>
  <inkml:trace contextRef="#ctx0" brushRef="#br0" timeOffset="18">5080 1586,'16'-19,"0"0,-1-2,-2 0,0 0,-1-2,-1 1,-1-1,-1-1,-1 0,-2 0,0 0,-1-1,-1 0,-2 0,0-3,-2 23,0 0,1 0,-2-1,1 1,0 0,-1 0,0 0,0 0,-1 1,0-1,1 0,-1 0,-1 1,1-1,-1 1,0 0,0 0,0 0,0 0,-2-1,4 4,0 1,1 0,-1-1,0 1,1 0,-1 0,0 0,0-1,1 1,-1 0,0 0,1 0,-1 0,0 0,0 1,1-1,-1 0,0 0,1 0,-1 1,0-1,1 0,-1 0,0 1,1-1,-1 1,1-1,-1 1,1-1,-1 1,1-1,-1 1,1-1,-1 1,1 0,-1-1,1 1,0-1,0 1,-1 0,1 0,0-1,0 1,0 0,0-1,0 1,0 0,0 0,0-1,0 1,0 0,0-1,0 1,0 0,1 0,-1-1,0 1,0 0,1-1,-1 1,1-1,-1 1,0 0,1-1,-1 1,1-1,-1 1,1-1,0 1,4 3,1 1,0-1,0 0,0 0,0-1,0 0,1 0,0-1,-1 1,1-1,0-1,0 1,3-1,-3 1,91 13,-71-12,0 1,-1 1,1 2,-1 0,11 6,-35-12,1-1,-1 1,0 0,0 0,0 0,0 1,0-1,0 0,0 1,0-1,0 1,-1 0,1-1,-1 1,1 0,-1 0,0 0,0 0,1 0,-1 1,-1-1,1 0,0 0,-1 1,1-1,-1 0,0 1,1-1,-1 1,0-1,-1 0,1 1,0-1,-1 0,1 1,-1-1,-55 98,18-44,35-52,0 0,0 0,0 1,1-1,0 1,-1-1,2 1,-1 0,0 0,1 0,0 0,0 0,1 0,-1 0,1 1,0-1,0 0,1 0,0 0,0 0,0 0,0 0,1 0,0 0,0 0,0-1,0 1,1-1,0 1,2 1,5 1,1-1,-1 0,1-1,1 0,-1-1,1 0,-1-1,1 0,0-1,0 0,0-1,0 0,4-1,13 2,1-1,-1-1,1-2,-1-1,0-1,0-1,9-4,-23 1,-14 1</inkml:trace>
  <inkml:trace contextRef="#ctx0" brushRef="#br0" timeOffset="19">4051 2642,'-2'-4,"-1"0,4 4,7 6,7 8,10 12,7 12,7 12,7 8,4 3,0 1,-1-1,-4-7,-8-8,-8-7,-11-12,-9-12</inkml:trace>
  <inkml:trace contextRef="#ctx0" brushRef="#br0" timeOffset="20">4385 2602,'-14'16,"-11"14,-8 16,-7 14,-7 12,-2 10,-1 5,1 1,3-5,11-17</inkml:trace>
  <inkml:trace contextRef="#ctx0" brushRef="#br0" timeOffset="21">4813 3110,'-3'4,"-1"1,1 0,0-1,0 1,1 0,-1 0,1 1,0-1,1 0,-1 1,1-1,0 1,0-1,1 1,0-1,0 1,0 0,0-1,1 1,0-1,0 1,1-1,0 1,-1-1,2 0,-1 0,1 0,0 0,0 0,0-1,0 1,1-1,0 0,2 2,0-1,1 0,-1 0,2 0,-1-1,0 0,1-1,-1 0,1 0,0-1,0 1,0-2,0 1,1-1,-1 0,0-1,1 0,-1-1,0 1,0-1,1-1,-1 0,0 0,0 0,0-1,-1 0,1-1,-1 0,0 0,0-1,0 1,0-1,-1-1,0 1,0-1,0 0,-1-1,0 1,0-1,-1 0,4-8,-4 5,-1-1,-1 1,1-1,-2 0,1 0,-2 0,1 0,-1 0,-1 0,0 0,-1 0,0 1,0-1,-1 0,-1 1,0 0,0-1,-1 2,0-1,-1 0,0 1,0 0,-1 1,0-1,-1 1,0 1,0-1,-1 1,-4-2,9 7,0 0,0 1,0-1,0 1,0 0,0 0,0 1,0-1,0 1,0 0,-1 0,1 0,0 1,0 0,0-1,0 1,0 1,0-1,0 0,0 1,0 0,1 0,-1 0,1 1,-1-1,1 1,0 0,0-1,0 1,0 1,1-1,-1 0,1 1,0-1,0 1,0 0,0 1,-32 98,26-52</inkml:trace>
  <inkml:trace contextRef="#ctx0" brushRef="#br0" timeOffset="22">6190 196,'-13'63,"11"-50,-18 94,4 1,0 107,43 61,-13 103,12 85,-27-34,-25-203,18 215,-8-90,0-208,6-1,6 82,-22 105,12 166,15 26,10-331,13 32,6 69,24 148,-10-114,-20 162,46 20,-60-370,-6 0,-6 11,0-9,-6 490,3 251,-1-727,0-44,6 1,8 56,23 191,-18 239,-5-185,-1 96,-9-313,2 336,-27-134,41-49,-6-252,-2 5,-11-99,-1-4</inkml:trace>
  <inkml:trace contextRef="#ctx0" brushRef="#br0" timeOffset="23">6657 851,'-14'51,"4"-27,1 1,2-1,1 2,1-1,0 1,2-1,2 1,0 0,1 0,2 0,1 0,0 0,6 14,-5-31,1 0,1 1,-1-2,2 1,-1-1,1 0,0 0,1 0,0-1,0-1,1 1,0-1,0-1,0 0,0 0,1 0,0-2,0 1,0-1,0 0,1-1,-1-1,1 1,0-2,-1 1,1-1,-1-1,1 0,-1-1,1 0,-1 0,0-1,1 0,-2-1,1 0,6-4,14-9</inkml:trace>
  <inkml:trace contextRef="#ctx0" brushRef="#br0" timeOffset="24">6618 1078,'-5'-2,"1"-1,6 0,9 1,12-2,11-5,12-3,6-1,1-2,-5 1,-10-3,-10 2</inkml:trace>
  <inkml:trace contextRef="#ctx0" brushRef="#br0" timeOffset="25">6591 704,'2'-7,"10"-2,14 0,17 2,17 2,9 2,0 4,-5 3,-14 3</inkml:trace>
  <inkml:trace contextRef="#ctx0" brushRef="#br0" timeOffset="26">6925 1011,'5'16,"7"12,8 8,8 5,7 4,7 2,2-1,-1-3,-4-5,-6-4,-8-5,-9-6,-9-7,-6-5</inkml:trace>
  <inkml:trace contextRef="#ctx0" brushRef="#br0" timeOffset="27">7286 1065,'-18'2,"-16"8,-10 11,-10 11,-4 10,-1 6,2 4,6 3,12-2,13-5,10-11</inkml:trace>
  <inkml:trace contextRef="#ctx0" brushRef="#br0" timeOffset="28">7567 1132,'-5'-3,"-1"2,1-1,-1 1,1-1,-1 1,1 1,-1-1,0 1,1 0,-1 1,1-1,-1 1,0 0,1 0,-1 1,1 0,0 0,0 0,0 0,0 1,0 0,0 0,0 0,1 1,0-1,0 1,-2 2,0 2,0 0,1 1,0 0,0 1,1-1,0 1,0-1,1 1,1 0,-1 0,1 9,1-14,0 0,1 0,0-1,0 1,0 0,1 0,-1 0,1 0,0 0,1-1,-1 1,1 0,0-1,0 1,0-1,1 0,0 0,0 0,0 0,0 0,0-1,1 1,-1-1,1 0,3 2,1-1,0 0,0-1,1 0,0 0,-1-1,1 0,0 0,0-1,0 0,0-1,1 0,-1 0,0-1,0 0,0-1,-1 0,7-2,0-1,0 0,0-1,-1 0,0-1,0-1,-1 0,0-1,0-1,10-9,-15 12,-1-1,1 0,-1-1,-1 1,0-1,0-1,0 1,-2-1,1 0,-1 0,0 0,-1-1,0 1,-1-1,0 0,-1 1,0-6,-4 75,4-49,1-1,0 0,0 0,1 0,0 0,0 0,1 0,0-1,0 0,1 1,0-2,1 1,0-1,0 0,1 0,-1 0,9 5,-1-4</inkml:trace>
  <inkml:trace contextRef="#ctx0" brushRef="#br0" timeOffset="29">7928 677,'-14'4,"-4"7,3 5,13 3,14 0,5-3</inkml:trace>
  <inkml:trace contextRef="#ctx0" brushRef="#br0" timeOffset="30">8288 490,'-9'20,"-5"21,-1 17,3 14,3 9,4 7,-1 1,2 0,-1-2,0-4,-1-8,-2-9,-2-11,1-16</inkml:trace>
  <inkml:trace contextRef="#ctx0" brushRef="#br0" timeOffset="31">8035 1078,'493'38,"-435"-29,-61-1,-96 36,81-37,2 0,-1 0,1 2,0 0,1 1,0 1,0 0,1 1,1 0,0 1,-3 4,15-15,0-1,-1 1,1-1,0 1,0 0,0-1,0 1,0 0,1 0,-1 0,0-1,1 1,0 0,-1 0,1 0,0 0,0 0,0 0,0 0,0 0,0 0,1 0,-1 0,1 0,-1 0,1 0,0-1,0 1,0 0,0 0,0-1,0 1,0 0,0-1,1 0,-1 1,1-1,-1 0,1 1,-1-1,1 0,0 0,0 0,-1 0,3 0,9 2,1-1,-1 0,1-1,0-1,-1 0,1-1,0 0,-1-1,1 0,-1-1,0-1,0 0,0-1,0 0,-1-1,0-1,0 0,-8 5,1 0,-1-1,0 1,0-1,0 0,-1 0,1-1,-1 1,0-1,0 1,0-1,0 0,-1 0,3-5,-5 9,0-1,0 1,0-1,-1 1,1-1,0 1,0-1,0 1,-1-1,1 1,0-1,0 1,-1-1,1 1,0 0,-1-1,1 1,-1 0,1-1,0 1,-1 0,1-1,-1 1,1 0,-1 0,1-1,-1 1,1 0,-1 0,1 0,-1 0,1 0,-1 0,1 0,-1 0,1 0,-1 0,1 0,-1 0,0 0,1 0,-1 0,1 1,0-1,-1 0,1 0,-1 1,1-1,-1 0,1 1,-1-1,1 0,0 1,-1-1,1 1,0-1,-1 0,1 1,0-1,0 1,-1-1,-2 3,-1-1,0 1,1-1,0 1,0 0,0 0,0 0,0 1,0-1,1 1,0 0,0-1,0 1,0 0,0 0,1 0,0 0,0 1,0-1,0 0,0 0,1 1,0-1,0 0,0 1,1-1,-1 0,1 1,0-1,0 0,1 0,-1 0,1 0,0 0,0 0,0 0,1-1,-1 1,1-1,0 0,0 0,0 0,0 0,0 0,1 0,-1-1,2 1,1 0,0-1,1-1,-1 1,0-1,1 0,-1 0,0 0,1-1,-1 0,1-1,-1 1,1-1,-1 0,0-1,1 0,-1 0,0 0,0-1,-1 1,1-2,0 1,1-2,3-2,0-2,0 1,-1-1,0-1,0 1,-1-1,0-1,-1 0,-1 0,6-11,13-41,-3-1,-3-1,-2-1,-4-1,5-62,-3 22,-6 0,-3-84,-6 190,0-9,0 1,-1-1,0 0,0 1,-1-1,0 1,-1-1,-3-7,6 16,-1 0,-1 0,1 0,0 0,0 0,0 0,0 0,-1 0,1 1,0-1,-1 0,1 1,-1-1,1 1,-1-1,1 1,-1 0,1 0,-1 0,1 0,-1 0,1 0,-1 0,1 0,-1 0,1 1,-1-1,1 1,0-1,-1 1,1 0,-1-1,1 1,0 0,0 0,0 0,-1 0,1 0,0 0,0 0,0 0,0 1,1-1,-1 0,0 0,0 1,1-1,-1 1,1-1,-1 0,1 2,-16 25,1 1,2 1,1 0,1 0,2 1,1 1,1-1,2 1,1 0,1 11,0 13,3 1,2-1,2 1,3-1,2 0,3-1,2 0,2-1,11 19,-23-58,2-1,0 1,1-1,0-1,1 1,0-1,1-1,1 0,0 0,1-1,5 5,-13-14,0 0,0 0,0 0,0-1,0 0,0 1,0-1,0 0,0-1,1 1,-1 0,0-1,1 0,-1 0,0 0,1 0,-1 0,0-1,1 0,-1 1,0-1,0 0,0-1,0 1,0 0,0-1,0 0,0 0,0 0,-1 0,3-2,4-4,1-2,-1 0,-1 0,0 0,0-1,-1 0,3-6,-2 3,0-1,-1 0,-1-1,0 1,-1-1,2-11,-7 27,-1 1,1-1,0 0,-1 0,1 0,0-1,-1 1,1 0,0 0,-1 0,1 0,0 0,0 0,-1 0,1 0,0-1,0 1,-1 0,1 0,0 0,0-1,-1 1,1 0,0 0,0-1,0 1,-1 0,1 0,0-1,0 1,0 0,0-1,0 1,0 0,0 0,0-1,-1 1,1 0,0-1,0 1,0 0,1-1,-1 1,0 0,0-1,0 1,0 0,0 0,0-1,0 1,0 0,-16 25,11-18,1 1,0-1,0 1,1 0,0 0,0 1,1-1,0 1,1-1,0 1,0 0,1 0,0-1,0 1,1 0,0-1,0 1,1-1,0 1,1-1,0 0,0 1,1-2,0 1,1 0,-1-1,1 0,1 0,-1 0,1-1,0 1,6 3,24 9,-1-5</inkml:trace>
  <inkml:trace contextRef="#ctx0" brushRef="#br0" timeOffset="32">9505 1159,'-16'-5,"-9"-1,-4 0,2 1,3 0,0-3,3-1,5 1</inkml:trace>
  <inkml:trace contextRef="#ctx0" brushRef="#br0" timeOffset="33">8863 878,'16'-2,"19"-1,22 0,19 3,15 3,5 4,-1 3,-18 0</inkml:trace>
  <inkml:trace contextRef="#ctx0" brushRef="#br0" timeOffset="34">9612 1198,'-4'18,"-5"14,-2 9,1 5,1 4,3 0,2-4,5-5,5-7,6-10,1-11,0-7</inkml:trace>
  <inkml:trace contextRef="#ctx0" brushRef="#br0" timeOffset="35">9653 865,'-16'-9,"-8"1,-4 5,3 2</inkml:trace>
  <inkml:trace contextRef="#ctx0" brushRef="#br0" timeOffset="36">6899 2548,'-2'14,"8"-17,9-23,-4-4,-2 0,0-1,-2-1,-2 1,-1-1,-1 0,-1 0,-3-11,1 40,1-1,-1 1,0-1,0 1,0-1,-1 1,1 0,-1-1,1 1,-1-1,0 1,-1 0,1 0,0-1,-1 1,0 0,0 0,-1-1,1 4,0 0,0 1,0-1,0 1,0-1,0 1,0 0,0 0,1 0,-1 0,0 0,1 0,-1 0,1 0,-1 1,1-1,-1 1,1-1,0 1,0 0,0-1,0 1,0 0,0 0,0 0,1 0,-1-1,1 1,-1 0,1 0,0 0,-1 2,0-2,0 1,0 0,1 0,-1 0,0 0,1 0,0 0,0 0,0 0,0 0,0 0,0 0,1 0,0-1,-1 1,1 0,0 0,1 0,-1-1,0 1,1 0,-1-1,1 1,0-1,0 0,0 0,0 1,0-1,0-1,1 1,0 0,10 4,0-1,0-1,0 0,1-1,-1 0,1-1,0-1,0 0,0-1,0 0,0-1,-1-1,1 0,0-1,7-3,96-33,-100 33,-19 25,-17 19,2 1,1 0,2 1,2 0,2 2,1-1,1 11,-3 229,11-225,-8 24,7-78,0 1,0 0,1-1,-2 1,1-1,0 0,0 1,-1-1,0 0,1 0,-1 0,0 0,0 0,0 0,0-1,0 1,0-1,-1 1,1-1,0 0,-1 0,1 0,-1 0,1 0,-1 0,0-1,1 0,-1 1,-3-1,0 0,0-1,1 0,-1 0,0 0,1-1,-1 1,1-1,-1-1,1 1,0-1,0 0,0 0,0 0,1-1,-1 0,1 0,-2-2,-64-84,63 79,1-1,0 1,1-1,0 0,1 0,0-1,1 1,1-1,0 0,0 0,1-5,2 15,0 0,0 1,0 0,1-1,-1 1,1 0,-1 0,1-1,0 1,0 0,0 1,0-1,0 0,0 1,1-1,-1 1,0 0,1-1,-1 1,1 0,0 1,-1-1,1 0,0 1,-1-1,1 1,0 0,-1 0,1 0,0 0,0 1,-1-1,2 1,1-1,133-2,-93 2</inkml:trace>
  <inkml:trace contextRef="#ctx0" brushRef="#br0" timeOffset="37">7380 2870,'9'-19,"5"-9,3-8,0 0,1 4,-4 6,-4 8,-4 13,-2 14,-3 14,-1 13,0 11,-1 7,0 3,1-1,2-6,0-8,1-13</inkml:trace>
  <inkml:trace contextRef="#ctx0" brushRef="#br0" timeOffset="38">7968 2389,'0'13,"-5"17,-3 16,-3 14,-2 8,2 7,2 1,5-3,6-7,6-12,5-14,0-13</inkml:trace>
  <inkml:trace contextRef="#ctx0" brushRef="#br0" timeOffset="39">8369 2402,'-287'214,"103"-62,183-152,1 0,-1 0,0 0,0 1,0-1,0 0,1 1,-1-1,0 1,0-1,1 1,-1-1,0 1,1 0,-1-1,1 1,-1 0,1 0,-1-1,1 1,-1 0,1 0,0-1,-1 1,1 0,0 0,0 0,0 0,0 0,-1-1,1 1,0 0,1 0,-1 0,0 0,0 0,0 0,0-1,1 1,-1 0,0 0,1 0,-1-1,1 1,-1 0,1 0,-1-1,1 1,-1 0,1-1,0 1,-1-1,1 1,0-1,-1 1,1-1,0 1,0-1,0 0,0 1,0-1,165 1,-155-3,0 1,0 0,0 1,0 1,0 0,0 0,0 1,0 0,0 1,0 0,-1 1,0 0,0 1,0 0,0 0,-1 1,1 0,-1 1,-1 0,0 1,5 4,4 16,-4-3</inkml:trace>
  <inkml:trace contextRef="#ctx0" brushRef="#br0" timeOffset="40">8449 3057,'0'-18,"-1"-15,1 0,1 0,2 0,1 0,2 0,1 1,9-26,-5 37,-11 20,0 1,0 0,0-1,0 1,0 0,0 0,0-1,0 1,0 0,1-1,-1 1,0 0,0-1,0 1,0 0,0 0,1-1,-1 1,0 0,0 0,1 0,-1-1,0 1,0 0,1 0,-1 0,0 0,0-1,1 1,-1 0,0 0,1 0,-1 0,0 0,1 0,-1 0,0 0,0 0,1 0,-1 0,0 0,1 0,-1 0,0 0,1 0,-1 0,0 1,0-1,1 0,-1 0,0 0,0 0,1 1,-1-1,0 0,0 0,1 0,-1 1,0-1,0 0,0 0,0 1,1-1,-1 0,0 1,6 90,-7-69,0-1,-2 70,3-1,8 45,-1-80</inkml:trace>
  <inkml:trace contextRef="#ctx0" brushRef="#br0" timeOffset="41">9091 2202,'-2'18,"-1"15,0 11,0 7,4 4,1 4,0-8</inkml:trace>
  <inkml:trace contextRef="#ctx0" brushRef="#br0" timeOffset="42">8877 3378,'0'16,"0"12,0 8,0 4,0 3,0-1,0-4,0-4,0-7</inkml:trace>
  <inkml:trace contextRef="#ctx0" brushRef="#br0" timeOffset="43">8904 4421,'-5'16,"-1"9,0 6,1 2,2-1,1-5</inkml:trace>
  <inkml:trace contextRef="#ctx0" brushRef="#br0" timeOffset="44">8797 5156,'-5'13,"-1"12,1 6,0 2,4 3,6-1,6-1,-1-7</inkml:trace>
  <inkml:trace contextRef="#ctx0" brushRef="#br0" timeOffset="45">8824 6132,'-2'16,"-2"12,1 8,1 7,0 3,3 0,2 0,2-2,1-1,-2-8</inkml:trace>
  <inkml:trace contextRef="#ctx0" brushRef="#br0" timeOffset="46">8850 7040,'-4'21,"-2"13,0 10,-1 5,1 0,1 1,1-1,2-4,1-3,0-9</inkml:trace>
  <inkml:trace contextRef="#ctx0" brushRef="#br0" timeOffset="47">8810 8164,'-9'20,"-6"14,1 8,2 3,3 2,3-1,3-2,1-8</inkml:trace>
  <inkml:trace contextRef="#ctx0" brushRef="#br0" timeOffset="48">8623 9033,'-2'14,"-4"10,1 12,0 5,1 6,3 3,5 3,6-2,3-1,0-11</inkml:trace>
  <inkml:trace contextRef="#ctx0" brushRef="#br0" timeOffset="49">8784 10102,'0'21,"0"15,0 9,0 5,0 2,2 1,3 0,3-2,1 2,-3-8</inkml:trace>
  <inkml:trace contextRef="#ctx0" brushRef="#br0" timeOffset="50">8850 11225,'-2'16,"-3"14,-1 9,1 7,1 3,1-1,4-1,1-5,3-2,0-7</inkml:trace>
  <inkml:trace contextRef="#ctx0" brushRef="#br0" timeOffset="51">8863 12134,'-6'19,"-6"11,-2 12,-1 4,2 1,3-2,4-5,2-2,2-5,2-9</inkml:trace>
  <inkml:trace contextRef="#ctx0" brushRef="#br0" timeOffset="52">8797 12802,'-3'19,"0"9,3 6,1-3</inkml:trace>
  <inkml:trace contextRef="#ctx0" brushRef="#br0" timeOffset="53">8971 13377,'0'14,"2"4,3-1,3-5,0-5</inkml:trace>
  <inkml:trace contextRef="#ctx0" brushRef="#br0" timeOffset="54">9638 2776,'-4'-30,"8"-19,3-10,-2-1,-4 0,-2 1,-2-1,-5-10,7 64,1 1,-1 0,0 1,0-1,0 0,0 0,-1 0,0 1,0-1,0 1,-1-1,0 1,-2-3,5 7,-1-1,1 1,-1 0,1 0,0 0,-1 0,1 0,-1 0,1 0,-1 0,1 0,0 0,-1 0,1 0,-1 0,1 0,0 1,-1-1,1 0,-1 0,1 0,0 1,-1-1,1 0,0 0,-1 1,1-1,0 0,-1 1,1-1,0 0,0 1,-1-1,1 0,0 1,0-1,0 1,0-1,0 0,-1 1,1-1,0 1,0-1,0 1,0-1,0 0,0 1,0-1,0 1,1-1,-1 1,0-1,0 0,0 1,0-1,0 1,1-1,-1 0,0 1,1-1,2 6,0 0,1 0,0-1,0 1,1-1,-1 0,1 0,0-1,1 0,-1 0,1 0,-1 0,1-1,0 0,1 0,-1 0,0-1,1 0,0-1,-1 1,1-1,1 0,205 33,-211-32,0-1,0 1,0 0,0-1,0 1,0 0,0 1,-1-1,1 0,-1 0,0 1,1-1,-1 1,0-1,0 1,-1-1,1 1,0-1,-1 1,0 0,0 0,0-1,0 1,0 0,0-1,0 1,-1 0,0-1,1 1,-1-1,0 1,-1 0,0 19,-4 115,-3 9,9 71,0-29,0-180,1 5,-1-1,0 0,0 1,-1-1,-1 0,0 0,-1 0,0 0,-1 0,0 0,-1-1,0 0,-1 0,-4 5,8-13,-1-1,0 1,0-1,0 0,0 0,0 0,0 0,0-1,-1 0,1 1,-1-1,1 0,-1 0,1-1,-1 1,0-1,1 0,-1 0,0 0,1 0,-1-1,0 1,1-1,-1 0,1 0,-1-1,1 1,0 0,-4-3,-3-1,1-1,-1 0,1-1,0 0,0-1,1 0,0 0,1 0,-1-2,-2-2,0-1,1 0,1-1,0 0,0 0,2-1,0 0,0 0,2-1,-1 1,2-1,0 0,2 0,-1-5,3 17,-1 0,1 0,0 0,0 0,1 1,-1-1,1 0,0 0,0 1,0 0,0-1,1 1,-1 0,1 0,0 0,0 0,0 0,0 1,0 0,1-1,-1 1,1 0,3-1,94-31,-84 30,189-33,-168 34</inkml:trace>
  <inkml:trace contextRef="#ctx0" brushRef="#br0" timeOffset="55">10280 2910,'-5'2,"0"1,0-1,0 1,1 0,-1 1,1-1,0 1,0-1,0 1,0 1,1-1,-1 0,1 1,0 0,1-1,-1 1,1 1,0-1,0 0,0 0,1 1,0-1,0 1,0-1,1 1,0-1,0 1,0-1,1 1,0-1,0 1,0-1,1 0,1 5,0-3,0 0,1 0,-1 0,2-1,-1 1,1-1,0 0,0 0,0-1,1 1,0-1,0 0,1-1,-1 0,1 0,0 0,0-1,0 0,0 0,1 0,-1-1,1-1,0 1,-1-1,1 0,0-1,0 0,-1 0,1-1,4 0,-9 0,0 0,0-1,0 1,-1-1,1 1,0-1,-1 0,1 0,-1 0,0 0,0 0,0-1,0 1,0-1,0 1,0-1,-1 0,0 1,1-1,-1 0,0 0,0 0,0 0,-1 0,1 0,-1-3,-8-82,7 82,-1-1,0 1,0 0,-1 0,1 1,-1-1,-1 1,1-1,-1 1,0 0,0 0,0 0,-1 1,1 0,-1 0,0 0,-1 0,1 1,-1 0,1 0,-1 0,0 1,0-1,0 2,0-1,-1 1,1 0,0 0,-1 0,1 1,0 0,-1 0,1 1,-1 0,1 0,0 0,0 1,0 0,-6 3,7-3,0 1,1 0,-1 0,0 1,1-1,0 1,0 0,0 0,0 0,0 1,1-1,0 1,0 0,0 0,1 0,0 0,0 1,0-1,0 0,1 1,0 0,0-1,1 1,-1 0,1 4,6 20</inkml:trace>
  <inkml:trace contextRef="#ctx0" brushRef="#br0" timeOffset="56">10762 2402,'-9'20,"-3"19,0 13,3 12,3 7,1 4,3 1,1-3,1-8,1-9,-1-13,1-13</inkml:trace>
  <inkml:trace contextRef="#ctx0" brushRef="#br0" timeOffset="57">11003 2455,'-48'46,"3"2,-28 37,-1 2,-4 5,76-88,1-1,0 1,0 0,0 0,0 0,1 0,-1 0,1 0,0 0,0 0,1 0,-1 0,1 0,0 0,0 0,0 0,0 0,1-1,0 1,-1 0,1-1,1 1,-1-1,0 0,1 0,0 0,0 0,2 2,6 9,-1 2,1-1,0-1,2 1,-1-2,2 0,0-1,0 0,1-1,0 0,1-2,0 1,1-2,0 0,0-2,13 4,-1-4</inkml:trace>
  <inkml:trace contextRef="#ctx0" brushRef="#br0" timeOffset="58">11110 3043,'-1'4,"-1"-1,1 0,1 1,-1-1,0 1,1-1,0 1,0-1,0 1,0-1,0 1,1-1,0 1,0-1,0 0,0 1,0-1,0 0,1 0,0 0,-1 0,1 0,0 0,1 0,-1-1,0 1,1-1,0 1,-1-1,1 0,0 0,0 0,0-1,0 1,1-1,-1 1,0-1,1 0,1 1,1 0,0-1,0 0,0 0,0 0,1 0,-1-1,0 0,0-1,0 1,0-1,0 0,0 0,0-1,0 0,0 0,-1-1,1 1,-1-1,1 0,3-3,-4-1,0 1,0-1,-1 0,0 0,0-1,0 1,-1-1,-1 0,1 0,-1 1,0-2,-1 1,0 0,0 0,-1 0,0-1,0 1,-1 0,0 0,-1 0,0 0,0 0,0 0,-1 0,-1-1,1 4,0-1,-1 1,0-1,0 1,0 0,-1 1,1-1,-1 1,0 0,0 0,-1 0,1 1,-1 0,0 0,0 0,0 1,0-1,0 2,-1-1,1 1,0 0,-1 0,1 0,-1 1,1 0,-1 1,1-1,-1 1,1 1,-3-1,1 0,0 1,-1 0,1 0,0 1,1 0,-1 1,0-1,1 2,0-1,0 1,0 0,1 0,-1 1,1 0,1 0,-1 0,1 1,0 0,0 0,1 0,-1 2,-2 21,8-4</inkml:trace>
  <inkml:trace contextRef="#ctx0" brushRef="#br0" timeOffset="59">11430 209,'1'442,"5"-347,5-1,4 0,7 15,14 85,-14-55,-6 1,-6 0,-6 1,-9 42,-7-12,7-1,9 34,0-109,-3 1,-7 34,-5 54,7-1,9 5,1-104,-4 1,-3-1,-5 1,-15 76,7-89,2 1,4 0,3 0,4 56,39 593,-31 208,-2-792,14 220,50 228,-48-388,4 24,-7 98,-18-101,-4-28,9 1,8 0,8-2,24 82,-1-94,-9 1,-7 2,-7 18,-12 548,-3-545,-3-46,7 0,19 92,25-6,-28-132,-3 1,4 92,-17 273,-1 111,-3-438,22 122,-27-260,0-7,-1 1,0 0,1-1,0 1,0-1,0 1,1-1,-1 1,1-1,0 0,1 1,-1-1,2 1,9-5,-8-5</inkml:trace>
  <inkml:trace contextRef="#ctx0" brushRef="#br0" timeOffset="60">12219 811,'-12'-4,"-1"0,0 1,1 0,-1 1,-1 1,1 0,0 1,0 0,0 1,0 0,0 1,0 1,0 0,0 1,1 0,0 1,-1 0,2 1,-1 0,1 1,0 0,0 1,1 0,-9 9,15-11,1 0,-1-1,1 2,0-1,0 0,1 1,0-1,0 1,1 0,-1-1,1 1,1 0,-1 0,1 0,1 0,-1 0,1 0,0-1,1 1,-1 0,2 0,-1-1,0 0,1 1,1-1,-1 0,1 0,0-1,0 1,0-1,1 0,0 0,0 0,4 2,92 81,-79-71,-1 0,0 1,-2 1,0 1,-1 1,16 22,-33-41,1 0,-1 0,0 0,1 0,-1 1,0-1,0 0,-1 0,1 1,0-1,-1 0,1 1,-1-1,0 1,0-1,0 1,0-1,0 0,0 1,-1-1,1 1,-1-1,1 0,-1 1,0-1,0 0,0 0,-1 0,1 0,0 0,-1 0,1 0,-1 0,0 0,0-1,1 1,-1-1,-1 2,-11 3,1 1,-1-1,0-1,-1-1,1 0,-1-1,0 0,0-1,0-1,0 0,0-1,0-1,-9-2,-27-15,50 17,0 0,0 1,0-1,0 0,0 0,0 0,0 0,0 0,0 0,0 0,1 0,-1 0,1 0,-1 0,0-1,1 1,0 0,-1 0,1-1,0 1,0 0,-1 0,1-1,0 1,0 0,1-1,-1 1,0 0,0-1,1 1,-1 0,0 0,1 0,-1-1,1 1,0 0,-1 0,1 0,0 0,0 0,18-19,4 0</inkml:trace>
  <inkml:trace contextRef="#ctx0" brushRef="#br0" timeOffset="61">12406 865,'0'-9,"0"1,0 9,-4 14,-5 13,-2 13,1 13,1 9,1 5,1 0,2-2,2-4,4-7,1-7,3-8,1-10,-1-14,-2-10</inkml:trace>
  <inkml:trace contextRef="#ctx0" brushRef="#br0" timeOffset="62">12166 1132,'122'5,"105"19,-30-2,-168-19,-22 2,-24 1,12-5,-9 1,1 1,-1 1,1 0,0 1,1 0,-1 1,1 0,0 1,0 1,1-1,0 2,1 0,0 0,0 1,1 0,0 1,0-1,2 2,-1-1,-5 13,12-21,0 0,0 1,1-1,-1 1,1-1,0 1,-1 0,2-1,-1 1,0-1,1 1,-1-1,1 1,0-1,0 0,1 1,-1-1,1 0,-1 0,1 0,0 0,0 0,1 0,-1 0,0-1,1 1,0-1,-1 0,1 0,0 0,0 0,0 0,1 0,-1-1,0 0,1 0,-1 0,0 0,1 0,-1 0,1-1,0 0,1 0,1 0,1 0,-1-1,0 0,1 0,-1-1,0 1,0-1,0-1,0 1,0-1,-1 0,1 0,-1-1,1 1,-1-1,-1-1,1 1,0-1,-1 1,0-1,0 0,-1-1,1 1,-1-1,0 0,-1 1,1-1,-1 0,0-1,-1 0,0 24,1 1,0-1,1 0,1 0,1 0,0 0,2 1,34 44,-39-60,-1-1,1 1,-1-1,1 1,-1-1,1 0,0 0,0 1,0-1,0-1,-1 1,1 0,0 0,1-1,-1 1,0-1,0 1,0-1,0 0,0 0,0 0,0 0,0-1,1 1,-1 0,0-1,0 0,0 1,0-1,0 0,0 0,-1 0,2 0,6-8,-1-1,0 1,-1-1,0 0,0-1,-1 0,-1 0,0 0,0-1,-1 0,0 1,0-8,33-161,-37 178,0 0,0 0,0 1,1-1,-1 0,0 0,1 1,0-1,-1 1,1-1,0 0,0 1,0-1,0 1,0 0,0-1,1 1,-1 0,0 0,1-1,-1 1,0 0,1 1,0-1,-1 0,1 0,-1 1,1-1,0 0,0 1,-1 0,1-1,0 1,0 0,-1 0,1 0,0 0,0 0,1 1,8 0,0 0,1 1,-1 1,0 0,0 0,-1 1,1 0,-1 1,0 0,0 1,0 0,-1 1,0-1,0 2,1 1,-7-3,0 1,-1 0,0-1,0 1,0 0,-1 0,0 0,0 0,-1 0,0 0,0 0,-1 0,0 0,0 0,0 0,-1 0,0 0,-1-1,1 1,-1-1,-4 6,-7 33,11-40,1 0,1 0,-1 0,1 1,-1-1,2 0,-1 1,0-1,1 1,0-1,1 1,-1-1,1 1,0-1,0 1,1-1,-1 0,1 1,1-1,-1 0,1-1,-1 1,1 0,1-1,-1 1,1-1,0 0,2 2,4-1,0-1,-1-1,1 1,1-2,-1 1,0-1,1-1,-1 0,1 0,-1-1,1-1,-1 0,1 0,-1-1,0 0,0-1,0 0,0 0,0-1,0-1,-1 0,2-1,-1-1,-1-1,-1 0,1 0,-1-1,-1 0,0 0,0 0,-1-1,0 0,0-1,-1 1,-1-1,0 0,0 0,-1-1,-1 1,0-1,0 1,-1-1,-1 1,0-1,0-2,0 12,1 1,-1 0,1-1,-1 1,0-1,1 1,-1-1,0 1,0 0,0-1,0 1,0-1,-1 1,1-1,0 1,-1 0,1-1,-1 1,1 0,-1-1,0 1,1 0,-1 0,0 0,0-1,0 1,0 0,0 0,0 0,0 0,0 1,0-1,-1 0,1 0,0 1,0-1,-1 1,1-1,0 1,-1-1,1 1,-1 0,1 0,-1 0,1 0,0 0,-1 0,0 0,-2 4,0 0,1 0,-1 1,1 0,-1-1,1 1,1 0,-1 1,1-1,0 0,0 1,0-1,1 1,0-1,0 1,1 0,-1 0,1-1,0 1,1 0,0 3,1 5,1 0,1 0,0-1,0 1,2-1,0 0,0 0,1-1,1 1,0-2,0 1,1-1,1-1,0 1,6 4,25 22</inkml:trace>
  <inkml:trace contextRef="#ctx0" brushRef="#br0" timeOffset="63">12125 2028,'93'254,"-89"-245,-1 0,0 1,1-1,0 0,1 0,0 0,0-1,1 0,0 0,0 0,1-1,0 0,0 0,1-1,3 2,-10-8,0 1,0-1,0 1,0-1,0 0,1 0,-1 0,0 1,0-1,1 0,-1-1,0 1,0 0,0 0,1 0,-1-1,0 1,0-1,0 1,0-1,0 1,0-1,0 0,0 1,0-1,0 0,0 0,0 0,0 0,-1 0,1 1,0-2,-1 1,1 0,0 0,-1 0,0 0,1 0,-1-1,14-49,-7-130,-8 94,0 85,1-1,-1 1,1 0,0-1,0 1,-1-1,1 1,1 0,-1-1,0 1,1 0,-1-1,1 1,0 0,-1-1,1 1,0 0,0 0,1 0,-1 0,0 0,1 0,-1 0,1 0,0 1,0-1,-1 0,1 1,0 0,0-1,0 1,1 0,-1 0,0 0,0 0,1 1,-1-1,0 1,1-1,-1 1,0 0,1 0,1 0,16 7,-2 1</inkml:trace>
  <inkml:trace contextRef="#ctx0" brushRef="#br0" timeOffset="64">12660 2174,'-2'16,"-1"12,0 6,1 2,0 1,3-3,2-3,2-7,2-7,1-6</inkml:trace>
  <inkml:trace contextRef="#ctx0" brushRef="#br0" timeOffset="65">12621 1947,'2'9,"10"8,12 3,11 0,0-3</inkml:trace>
  <inkml:trace contextRef="#ctx0" brushRef="#br0" timeOffset="66">13021 2215,'-2'16,"-1"9,0 6,0 2,2-1,2-3,6-4,4-4,2-6,0-5</inkml:trace>
  <inkml:trace contextRef="#ctx0" brushRef="#br0" timeOffset="67">12994 1947,'-9'-4,"-3"2,3 11,9 12,13 10,9 9,2-2</inkml:trace>
  <inkml:trace contextRef="#ctx0" brushRef="#br0" timeOffset="68">13275 2415,'28'-89,"-4"-1,-4-1,-4 0,3-91,-19 117,0 65,0 0,0 1,0-1,0 0,0 1,0-1,-1 0,1 1,0-1,0 0,0 1,0-1,0 0,-1 1,1-1,0 0,0 1,-1-1,1 0,0 0,-1 0,1 1,0-1,0 0,-1 0,1 0,0 1,-1-1,1 0,0 0,-1 0,1 0,-1 0,1 0,0 0,-1 0,1 0,0 0,-1 0,1 0,0 0,-1 0,1 0,-1 0,1-1,0 1,-1 0,1 0,0 0,0-1,-1 1,1 0,0 0,-1-1,1 1,0 0,0 0,0-1,-1 1,1 0,0-1,0 1,0 0,0-1,-1 1,1 0,0-1,-12 22,1 0,1 1,1 0,1 0,1 1,1 0,-1 8,1-14,1 1,1 0,0-1,2 1,0 1,1-1,0 0,2 0,0 0,1 1,1-1,0-1,2 1,0 0,1-1,1 0,0 0,1-1,1 0,0-1,2 1,-1-2,6 6,-8-12,0 0,1 0,0-1,0 0,1-1,-1 0,1 0,1-1,-1 0,1-1,0 0,0-1,0 0,0-1,1 0,6 0,2-6</inkml:trace>
  <inkml:trace contextRef="#ctx0" brushRef="#br0" timeOffset="69">13329 2095,'7'-3,"13"0,20 0,18 0,18 2,10 2,1 2,-7-1,-15 3,-19 0</inkml:trace>
  <inkml:trace contextRef="#ctx0" brushRef="#br0" timeOffset="70">12312 3110,'-14'5,"-1"0,1 0,0 2,0 0,1 0,0 1,0 1,0 0,2 1,-1 0,1 1,1 0,-1 1,-4 9,-1-3,2 1,0 1,1 0,2 1,0 0,1 1,1 0,1 0,0 1,-1 13,8-33,0-1,0 1,1 0,-1-1,0 1,1 0,0 0,-1 0,1-1,0 1,1 0,-1 0,0 0,1-1,0 1,-1 0,1-1,0 1,0 0,1-1,-1 1,0-1,1 0,0 1,-1-1,1 0,0 0,0 0,0 0,1-1,-1 1,0 0,1-1,-1 1,1-1,-1 0,1 0,-1 0,1 0,0-1,0 1,-1-1,1 1,0-1,2 0,10-4,-1 0,1-1,-1-1,0 0,-1 0,0-2,0 0,0 0,-1-1,0 0,-1-1,0-1,5-7,2 0,-2-2,0 0,-1-1,-1 0,-1-1,-1-1,-1 0,-1 0,-1-1,-1 0,-2-1,0 0,-1 0,-2 0,0-1,-2 1,-1-21,0 42,0-1,0 1,0-1,0 1,-1 0,0 0,0-1,0 1,0 0,-1 0,1 0,-1 0,0 0,-1 0,1 1,0-1,-1 1,0-1,0 1,0 0,0 0,-1 1,1-1,-1 0,1 1,-1 0,0 0,0 0,0 1,0-1,0 1,0 0,-1 0,0 1,-1 0,1 1,0-1,-1 1,1 1,0-1,0 1,0 0,0 0,0 0,0 0,1 1,-1 0,1 0,0 1,0-1,0 1,0-1,0 1,1 1,0-1,0 0,-2 5,-3 4,1 1,0-1,1 2,1-1,0 0,1 1,-2 14,3-5,2 0,0-1,1 1,1-1,1 1,2-1,0 1,1-1,1 0,9 18,13 29,4-2,31 48,-34-67,-17-32</inkml:trace>
  <inkml:trace contextRef="#ctx0" brushRef="#br0" timeOffset="71">12540 3659,'18'-48,"68"-155,-71 192,-11 39,-5 73,8 99,-3-179,1-7</inkml:trace>
  <inkml:trace contextRef="#ctx0" brushRef="#br0" timeOffset="72">12621 2896,'11'2,"13"2,12-1,8-1,4 0,2-1,-2-1,-4-2,-7-1,-8-2,-10-3,-8 0</inkml:trace>
  <inkml:trace contextRef="#ctx0" brushRef="#br0" timeOffset="73">12821 2670,'-3'15,"0"18,3 11,1 8,0 4,0 1,0 1,-2-4,-4-3,-1-4,2-5,0-10</inkml:trace>
  <inkml:trace contextRef="#ctx0" brushRef="#br0" timeOffset="74">13409 3177,'-10'2,"1"1,-1 0,1 1,0-1,0 2,1-1,-1 2,1-1,0 1,0 0,1 0,0 1,0 0,0 1,1-1,0 1,1 0,-1 1,2 0,-4 7,-3 3,2 0,0 0,1 1,1 0,1 1,1 0,0-1,2 2,0-1,1 13,2-31,0 0,-1 0,1 0,0-1,0 1,1 0,-1 0,1 0,-1 0,1 0,0 0,0-1,0 1,0 0,1-1,-1 1,1-1,0 1,-1-1,1 0,0 0,0 1,1-2,-1 1,0 0,1 0,-1-1,1 1,-1-1,1 0,0 0,-1 0,1 0,0 0,0 0,0-1,0 1,0-1,1 0,7-2,0-1,0 0,0-1,0 0,-1 0,1-1,-1-1,-1 0,1 0,-1-1,0 0,0 0,-1-1,0 0,0-1,-1 0,0 0,-1 0,5-9,2-4,0-1,-1-1,-2 0,0-1,-2 0,0 0,-2-1,-1 1,-1-2,-1 1,-2 0,0 0,-2-14,-1 27,0 0,0 1,-1 0,0-1,-1 1,-1 0,0 1,-6-11,9 18,0 0,-1 0,0 0,1 0,-1 1,0-1,-1 1,1 0,0 0,-1 0,0 1,0-1,0 1,0 0,0 0,0 0,0 0,-1 1,1 0,-1 0,1 0,-1 0,1 1,-1 0,1 0,-2 0,2 1,0 0,-1 0,1 0,0 0,0 1,0 0,0 0,1 0,-1 0,0 0,1 1,0 0,-1-1,1 1,0 1,1-1,-1 0,0 1,1-1,0 1,0 0,0 0,0 0,-1 3,-1 5,0 0,1 1,0-1,1 1,0 0,1 0,1 11,6 21,1 0,3 0,2-1,1 0,3-1,1-1,2 0,2-2,2 0,8 8,0 8,-31-55,1 1,0-1,0 1,0-1,1 1,-1-1,0 0,0 0,1 1,-1-1,1 0,-1 0,1 0,-1-1,1 1,0 0,-1-1,1 1,0-1,0 1,-1-1,1 0,0 1,0-1,0 0,-1-1,1 1,0 0,0 0,0-1,-1 1,1-1,0 1,-1-1,1 0,0 0,0 0,59-41,-56 37,68-59,-69 83,-4-14,0 1,0-1,1 1,-1-1,1 0,0 1,1-1,-1 0,1 0,0 0,0 0,1 0,0 0,-1-1,2 1,-1-1,0 0,1 0,0 0,0 0,0-1,0 0,0 1,1-1,4 2,0 0,0 0,0-1,0 0,1 0,-1-1,1 0,0-1,0 0,0-1,0 0,7 0,-13-1,0-1,0 1,0-1,0 1,0-1,-1 0,1-1,0 1,-1-1,1 1,-1-1,1 0,-1-1,0 1,0 0,0-1,0 0,0 1,-1-1,1 0,-1-1,0 1,0 0,0-1,0 1,1-4,1-3,-1 0,-1 0,1 0,-1-1,-1 1,0 0,-1-1,0 1,-1-8,1 14,0 1,0-1,-1 0,1 1,-1-1,0 0,0 1,0-1,-1 1,1 0,-1-1,0 1,0 0,0 0,0 0,-1 0,1 0,-1 1,0-1,0 1,0 0,0-1,0 1,0 1,0-1,-1 0,1 1,-1 0,1 0,-1 0,1 0,-1 0,0 1,1-1,-1 1,-3 0,-4 1,0 1,0-1,0 2,1 0,-1 0,1 0,0 2,0-1,0 1,0 1,1-1,0 2,0-1,1 1,-1 1,-3 4,-5 9</inkml:trace>
  <inkml:trace contextRef="#ctx0" brushRef="#br0" timeOffset="75">13662 2896,'23'2,"19"4,11 2,6 3,0-2,-4-1,-6-2,-10-3,-8-1,-11-2</inkml:trace>
  <inkml:trace contextRef="#ctx0" brushRef="#br0" timeOffset="76">13958 2749,'-14'21,"-5"17,2 17,5 10,8 5,6 3,5-5,1-14</inkml:trace>
  <inkml:trace contextRef="#ctx0" brushRef="#br0" timeOffset="77">14465 436,'18'156,"-3"24,-7 52,-7-169,2 1,3-1,3 1,12 41,19 41,-14-56,-3 1,-5 1,-3 0,-4 18,7 295,85 262,-85-463,-8 79,3-42,12 14,-13-133,2 95,-12 101,-2-97,7-95,6-1,10 29,12 111,-16-19,-3-26,21 74,53 254,-36-37,-30-272,-8 98,-9 681,-1-174,-34-196,2 151,-2-227,-12 150,54-565,-8-121,-2 0,-1 1,-2-1,-2 12,-8 70,8-118,1 0,0-1,0 1,0 0,0-1,0 1,1 0,-1-1,0 1,0 0,0-1,0 1,0 0,0-1,0 1,1 0,-1-1,0 1,0 0,0 0,1-1,-1 1,0 0,0 0,1 0,-1-1,0 1,1 0,-1 0,0 0,0 0,1-1,-1 1,0 0,1 0,-1 0,0 0,1 0,-1 0,0 0,1 0,-1 0,0 0,1 0,-1 0,0 0,1 1,-1-1,0 0,1 0,-1 0,0 0,1 0,-1 1,0-1,0 0,1 0,-1 1,0-1,0 0,1 0,-1 1,0-1,7-16</inkml:trace>
  <inkml:trace contextRef="#ctx0" brushRef="#br0" timeOffset="78">15628 3953,'471'26,"-119"-3,-155-18,81-13,-258 7,-8 2</inkml:trace>
  <inkml:trace contextRef="#ctx0" brushRef="#br0" timeOffset="79">15428 1466,'0'-11,"0"-2,0 8,0 17,0 19,-3 21,0 15,-2 12,0 6,0 3,2-3,0-6,2-11,1-11,-1-16</inkml:trace>
  <inkml:trace contextRef="#ctx0" brushRef="#br0" timeOffset="80">15521 2014,'22'2,"0"-1,0-1,0-1,0-1,-1-1,1-1,-1 0,1-2,-1-1,-1 0,1-2,-1 0,-1-1,16-11,-31 19,-1-1,0 0,0 0,1 1,-1-2,-1 1,1 0,-1-1,1 1,-1-1,0 0,0 0,0 0,-1 0,1 0,-1 0,0 0,-1 0,1 0,0-1,-1 1,0 0,0-1,-1 1,1 0,-1 0,0-1,0 1,-1-2,-1 4,-1 0,0 1,0-1,0 1,0 0,0 0,-1 0,1 1,0-1,0 1,-1 0,1 0,0 0,0 1,0 0,-1-1,1 2,0-1,0 0,0 1,0 0,1 0,-1 0,0 0,1 0,-1 1,1 0,-8 3,1 2,0-1,1 1,0 1,0 0,0 0,1 0,1 1,0 1,0-1,1 1,0 0,1 0,-1 4,3-9,1 0,0 0,1 1,-1-1,1 1,0-1,1 1,0-1,0 1,0 0,0-1,1 1,1-1,-1 1,1-1,0 0,0 1,1-1,0 0,0-1,0 1,1 0,-1-1,1 0,1 0,-1 0,3 2,2 0,0 0,1-1,-1 0,1 0,1-1,-1 0,1-1,2 1,36 9</inkml:trace>
  <inkml:trace contextRef="#ctx0" brushRef="#br0" timeOffset="81">16216 1854,'-21'-6,"0"1,-1 1,1 1,-1 1,0 1,0 0,0 2,-6 1,25-2,0 1,0-1,1 0,-1 1,0-1,1 1,-1 0,0 0,1 0,-1 0,1 0,-1 1,1-1,0 1,0 0,0-1,0 1,0 0,0 0,0 0,0 1,1-1,-1 0,1 1,0-1,-1 1,1-1,0 1,1-1,-1 1,0 0,1 0,0-1,-1 1,1 0,0 0,0-1,1 1,-1 0,1 0,-1-1,1 1,0 1,7 11,0-1,0 0,2 0,-1-1,2 0,0 0,0-2,1 1,1-1,5 3,11 11,44 54,-72-78,0 0,0 0,-1 0,1 0,0-1,-1 1,1 0,-1 0,1 1,-1-1,0 0,1 0,-1 0,0 0,0 0,0 0,0 0,0 1,0-1,0 0,0 0,0 0,0 0,-1 0,1 0,0 0,-1 0,1 1,-1-1,1 0,-1-1,0 1,1 0,-1 0,0 0,0 0,1 0,-1-1,0 1,0 0,0-1,0 1,0-1,0 1,0-1,0 1,0-1,0 0,-1 1,1-1,0 0,0 0,0 0,0 0,0 0,-4 1,1 0,0 0,0 0,-1-1,1 1,0-1,-1 0,1-1,0 1,-1-1,1 0,0 0,0 0,-1 0,1-1,0 0,3 1,1 0,-1-1,1 1,0-1,-1 1,1-1,0 1,0-1,0 1,0-1,0 1,0-1,0 1,0-1,1 1,-1-1,1 1,-1-1,1 1,-1-1,1 1,0 0,0-1,0 1,-1 0,1 0,0 0,1 0,-1 0,0 0,0 0,0 0,1 0,-1 0,-1 1,187-168,-131 116,-40 49,-16 25,0-20,-1 7,-4 18,1 0,2 0,0 0,2 0,1 0,1 0,2 0,0 0,2-1,13 10,-10-27</inkml:trace>
  <inkml:trace contextRef="#ctx0" brushRef="#br0" timeOffset="82">16430 1573,'-9'-11,"-3"2,3 11,9 13,13 13,7 12,1-2</inkml:trace>
  <inkml:trace contextRef="#ctx0" brushRef="#br0" timeOffset="83">16591 2161,'10'-20,"-1"0,-2-1,1-1,-2 1,-1-1,-1 0,-1 0,-1 0,0-1,-2 1,-1-13,2-17,-1 52,1 1,-1 0,0-1,1 1,-1-1,0 1,1-1,-1 1,1-1,-1 1,1-1,0 1,-1-1,1 1,-1-1,1 0,0 1,-1-1,1 0,0 0,-1 0,1 1,0-1,-1 0,1 0,0 0,-1 0,1 0,0 0,0 0,-1 0,1-1,0 1,-1 0,1 0,0 0,-1-1,1 1,0 0,-1-1,1 1,-1-1,1 1,-1-1,1 1,-1-1,1 1,-1-1,1 1,-1-1,0 0,1 1,-1-1,0 1,0-1,1 0,-1 0,0 1,0-1,0 0,0 1,0-1,0 0,0 1,0-1,0 0,0 0,0 1,0-1,-1 0,6 4,140 75,-142-77,0 0,-1 1,1-1,-1 1,1-1,-1 1,1 0,-1 0,0 1,0-1,0 0,0 1,-1-1,1 1,0-1,-1 1,0 0,0 0,0 0,0-1,0 1,0 0,-1 0,0 0,1 0,-1 1,0-1,0 0,-1 0,1 0,-1 0,1 0,-1 0,0 0,-27 56,22-50,0 1,1-1,1 1,-1 1,2-1,-1 0,1 1,1 0,0 0,1 0,0 0,0 0,1 7,2-13,0 0,0-1,1 1,-1-1,1 1,0-1,0 0,0 0,1-1,-1 1,1-1,0 1,0-1,0 0,1-1,-1 1,1-1,-1 0,1 0,0 0,0-1,0 1,0-1,0 0,0-1,0 1,0-1,0 0,0 0,0-1,0 0,0 1,0-2,0 1,0 0,0-1,-1 0,1 0,0-1,-1 1,0-1,1 0,7-7,-1 0,0 0,-1-1,0 0,0-1,-1 0,-1 0,0-1,0 0,-2-1,0 0,0 0,-1 0,-1 0,2-12,-1-19,-6 44,0 0,1 1,-1-1,0 1,0-1,0 1,1-1,-1 1,0 0,0-1,0 1,0 0,0 0,0 0,0-1,0 1,0 0,0 0,0 1,0-1,0 0,0 0,1 0,-1 1,0-1,0 0,0 1,0-1,0 1,0-1,1 1,-1-1,0 1,0-1,1 1,-1 0,0 0,1-1,-1 1,1 0,-1 0,1 0,-1-1,1 1,0 0,-1 0,1 0,-5 7,0 1,1-1,0 1,0-1,1 1,0 0,1 1,0-1,0 0,1 1,0-1,1 1,0-1,0 0,1 1,0-1,1 1,0-1,1 0,0 0,0 0,1 0,0-1,0 1,1-1,4 5,61 61,-37-50</inkml:trace>
  <inkml:trace contextRef="#ctx0" brushRef="#br0" timeOffset="84">15695 2655,'0'16,"4"13,7 9,10 8,10 3,10-2,4-5,4-7,-2-8,-2-7,-5-8,-6-11,-9-4</inkml:trace>
  <inkml:trace contextRef="#ctx0" brushRef="#br0" timeOffset="85">16243 2562,'-3'2,"-1"-1,1 0,-1 1,1-1,0 1,0 0,0 0,0 1,0-1,0 0,0 1,1 0,-1 0,1 0,0 0,0 0,-2 3,-11 21,1 2,1-1,2 2,0 0,2 0,2 0,0 1,2 1,2-1,-19 83,-32 65,35-123,2 1,3 0,-3 28,16-11,6-50</inkml:trace>
  <inkml:trace contextRef="#ctx0" brushRef="#br0" timeOffset="86">16243 3378,'-2'8,"1"1,-1-1,1 1,1-1,-1 1,1-1,1 1,0-1,0 1,1-1,0 0,0 0,1 1,0-1,0-1,1 1,0 0,0-1,1 0,0 0,0 0,1-1,0 0,0 0,0 0,1-1,0 0,0 0,0 0,1-1,-1 0,7 2,-7-5,0 1,0-1,0 0,1-1,-1 0,0 0,0 0,0-1,0 0,0 0,0-1,0 0,0 0,-1-1,1 1,-1-2,1 1,-1-1,0 0,-1 0,1 0,-1-1,1 0,-1 0,-1 0,1-1,-1 0,0 1,0-2,-1 1,0 0,0-1,0 1,1-6,1 1,-1 0,0-1,0 0,-1 0,0 0,-1 0,-1 0,0 0,-1 0,0-1,-1 1,0 0,0 0,-2-1,0 2,0-1,-1-2,2 12,1-1,0 1,-1-1,1 1,-1 0,0 0,0 0,0 0,0 0,0 0,0 1,0-1,0 1,-1-1,1 1,-1 0,1 0,-1 0,0 0,1 0,-1 1,0-1,1 1,-1 0,0-1,0 1,1 1,-1-1,0 0,0 1,-5 1,0 0,-1 1,1 0,0 1,1-1,-1 2,1-1,0 1,-4 2,-128 120,68-54</inkml:trace>
  <inkml:trace contextRef="#ctx0" brushRef="#br0" timeOffset="87">723 4848,'-4'1,"0"-1,1 1,0-1,-1 1,1 0,-1 0,1 1,0-1,0 1,0-1,0 1,0 0,0 0,0 1,0-1,1 0,-1 1,1 0,0-1,0 1,0 0,0 0,0 0,1 1,-1-1,1 0,0 1,0 0,-17 102,16-98,2 0,-1 0,1 0,0 0,1 0,0 0,0 0,1 0,0 0,0 0,1 0,0-1,1 0,-1 1,1-1,0 0,1-1,0 1,0-1,0 0,1 0,0-1,0 1,1-1,-1-1,1 1,4 1,-1-2,0-1,0 1,1-2,-1 0,1 0,-1 0,1-2,0 1,0-1,-1-1,1 0,0 0,-1-1,1-1,-1 0,0 0,1-1,-2 0,1-1,0 0,-1 0,0-1,5-5,-6 2,-1-1,0 0,-1 0,0 0,-1-1,0 0,0 0,-1-1,-1 1,0-1,-1 0,0 0,-1 0,0 0,0 0,-2 0,1 0,-2 0,1 1,-2-1,1 0,-2 1,0-1,0 1,-1 0,0 0,-1 1,0-1,-1 1,0 0,0 1,-1 0,0 0,-1 1,0 0,0 0,-1 1,0 1,0-1,-1 1,1 1,-1 0,-1 1,-4-2,7 3,-1 1,1 0,0 0,-1 1,0 0,1 1,-1 0,1 0,-1 1,0 0,1 1,0 0,-1 1,1 0,0 0,0 1,1 0,-1 0,1 1,0 0,0 1,0 0,1 0,0 0,0 1,0 0,1 1,0-1,1 1,0 0,0 1,-2 5,4-6,1 0,0 0,0 1,0-1,1 1,1 0,-1-1,1 1,1-1,0 1,0 0,0-1,1 1,1-1,-1 0,1 0,1 0,-1 0,2 0,-1-1,1 0,0 0,0 0,1 0,-1-1,2 0,3 3,28 20</inkml:trace>
  <inkml:trace contextRef="#ctx0" brushRef="#br0" timeOffset="88">1751 4848,'-3'9,"1"0,-1 0,2 0,-1 0,1 0,1 1,-1-1,2 0,-1 1,1-1,0 0,1 0,0 0,1 0,0 0,0-1,1 1,0-1,1 0,-1 0,2 0,-1-1,1 1,3 2,1-1,1-1,0-1,0 0,0-1,0 0,1 0,0-1,1-1,-1 0,1-1,-1 0,1-1,0 0,0-1,0-1,0 0,0 0,0-2,0 1,0-2,-1 0,1 0,-1-1,1 0,-1-2,-1 1,1-1,-1-1,0 0,0 0,-1-1,0-1,-1 0,1 0,-2 0,4-6,-6 8,-1 1,0-1,-1 0,0 0,0-1,0 1,-1-1,0 0,-1 0,0 0,0 0,0 0,-1 0,0 0,-1-1,0 1,0 0,-1-1,0 1,0 0,-1 0,0 0,-1 0,0 0,0 0,0 1,-1-1,0 1,-1 0,0 0,0 1,-3-5,-5 1,-1 1,0 0,0 1,-1 0,0 1,0 1,-1 0,0 2,1-1,-2 2,1 0,0 1,-1 0,1 2,-1 0,1 0,-1 2,1 0,0 1,-1 1,-10 3,19-5,0 0,0 1,0-1,0 2,0-1,1 1,-1 0,1 1,0-1,0 2,1-1,-1 1,1-1,0 2,1-1,0 1,0 0,0 0,1 0,0 1,0-1,1 1,0 0,0 0,1 0,0 1,0-1,1 0,0 1,1-1,-1 1,2-1,0 6,33 60,-14-46</inkml:trace>
  <inkml:trace contextRef="#ctx0" brushRef="#br0" timeOffset="89">0 6947,'31'-11,"-27"10,352 0,314-10,426-19,-1023 30,793-15,-222-13,605-45,-661 68,262-12,-761 12,947-48,-78 21,-51 20,425 12,27-54,-346 55,-187 40,106-37,-230 41,-151 15,-301-48,-117 0,42-1,-160-19,-19-1</inkml:trace>
  <inkml:trace contextRef="#ctx0" brushRef="#br0" timeOffset="90">829 5891,'-5'-2,"0"0,0 0,0 0,0 1,-1-1,1 1,0 1,-1-1,1 1,0 0,-1 0,1 0,0 1,-1 0,1 0,0 0,0 0,0 1,0 0,0 0,0 1,0-1,1 1,-1 0,1 0,-3 3,-4 8,1 0,0 1,1 0,1 0,0 1,1 0,1 0,0 1,1 0,1 0,1 0,-1 8,1-7,0 1,1-1,1 1,1-1,1 1,2 17,-2-29,1-1,-1 1,1 0,1-1,-1 1,1-1,0 1,0-1,1 0,0-1,0 1,0-1,1 1,0-1,0 0,0-1,0 1,1-1,5 3,-1-2,1-1,-1 0,1 0,-1-1,1 0,0-1,0 0,0-1,1 0,-1-1,0 0,0-1,0 0,0-1,0 0,0-1,0 0,0 0,-1-1,0-1,0 0,0 0,0-1,-1 0,0-1,0 0,-1 0,1-1,-2 0,1 0,-1-1,-1 0,1 0,-2-1,5-9,-5 3,-1 0,-1-1,-1 1,0-1,-1 0,-1 0,0 1,-2-1,1 0,-2 1,-1-1,0 1,-1 0,0 0,-1 1,-1 0,-1 0,0 0,-1 1,0 0,-1 0,-1 2,0-1,-4-2,6 6,1 1,-1 0,-1 0,1 1,-1 1,-1-1,1 2,-1-1,0 2,0-1,-3 1,9 2,1 1,-1 0,0 1,0-1,0 1,0 0,0 0,0 0,1 0,-1 1,0 0,0 0,0 1,1-1,-1 1,1 0,-1 0,1 0,0 1,0 0,0-1,0 2,0-1,1 0,-1 1,1-1,0 1,-1 1,-1 4,1 0,0 0,1 0,-1 0,2 1,-1-1,1 1,1 0,0-1,0 1,1 0,0 0,1 0,0 0,1-1,0 1,0-1,1 1,0-1,1 0,0 0,0 0,1 0,0-1,0 0,1 0,1 1,41 51</inkml:trace>
  <inkml:trace contextRef="#ctx0" brushRef="#br0" timeOffset="91">1832 5998,'-11'26,"1"1,1 0,2 1,0-1,2 1,1 0,2 1,0-1,2 1,2 13,0-35,0 0,0 0,0 0,1 0,0-1,1 1,0-1,0 0,0 0,0 0,1 0,0-1,0 0,1 0,-1 0,1-1,0 0,0 0,1 0,-1-1,1 0,-1 0,1-1,0 0,0 0,0 0,1-1,-1 0,0-1,0 1,1-1,-1-1,2 0,4 1,0 0,0-1,0-1,0 0,0-1,-1-1,1 0,-1 0,0-1,0-1,0 0,-1 0,0-1,0-1,-1 0,0 0,0-1,-1 0,0-1,0 0,-2-1,1 1,-1-1,0-1,-1 1,-1-1,0 0,0-1,-1 1,-1-1,0 0,-1 0,0 0,-1-3,-2 4,-1 1,0-1,-1 0,-1 1,1 0,-2 0,0 0,0 0,-1 1,0 0,0 0,-1 0,-1 1,0 0,0 1,-1 0,1 0,-2 0,1 1,-1 1,0 0,-1 0,1 1,-1 0,0 1,-1 0,-1 0,1 0,0 0,0 1,0 1,0 0,-1 0,1 1,-1 1,1 0,-1 0,1 2,0-1,-1 2,1-1,0 2,0-1,0 2,1 0,0 0,0 1,0 0,0 1,1 0,0 1,1 0,-6 7,11-12,1 1,0 0,0 0,1 0,-1 0,1 1,0-1,0 1,0-1,1 1,0 0,0 0,0 0,0 0,1-1,-1 1,1 0,1 0,-1 0,1 0,0 0,0 0,0 0,0-1,1 1,0-1,0 1,0-1,1 1,0-1,-1 0,1 0,1 0,0 0,39 38</inkml:trace>
  <inkml:trace contextRef="#ctx0" brushRef="#br0" timeOffset="92">4238 4554,'-12'14,"1"1,1 0,0 1,1 0,0 1,1-1,1 1,1 1,1 0,-3 12,6-22,0 0,1 1,0-1,1 1,0-1,0 1,1-1,0 1,0-1,1 0,0 0,0 1,1-1,0-1,0 1,1 0,0-1,1 0,0 0,0 0,0 0,1-1,5 6,-3-7,-1 0,1-1,-1 0,1 0,0-1,1 0,-1 0,1-1,-1 0,1-1,-1 0,1 0,0 0,0-1,-1-1,1 0,0 0,-1 0,1-1,-1-1,1 1,-1-1,0-1,0 1,0-1,-1-1,1 0,-1 0,0 0,0-1,-1 1,0-2,0 1,0-1,-1 0,0 0,0 0,-1-1,0 0,0 0,0-3,2-4,-1 1,-1-1,0 0,-1-1,-1 1,0-1,-2 1,1-1,-2 1,0-1,-1 1,0-1,-1 1,-2-4,3 11,-1-1,0 1,0 0,-1 0,0 0,0 0,-1 0,0 1,0 0,-1 0,0 0,0 1,0 0,-1 0,0 1,0-1,-1 2,0-1,1 1,-1 0,-1 0,1 1,0 1,-1-1,-2 1,3 0,0 2,1-1,-1 1,0 0,0 1,1 0,-1 0,0 1,1-1,-1 2,1-1,0 1,0 0,0 1,0-1,1 1,-1 1,1-1,0 1,0 0,0 1,1 0,0-1,0 1,1 1,-5 6,-3 7,1 1,0 1,1 0,2 0,0 1,1 0,1 1,1 1,-7 57</inkml:trace>
  <inkml:trace contextRef="#ctx0" brushRef="#br0" timeOffset="93">4105 5998,'-5'3,"12"-16,16-19,25-33,-4-2,-2-2,22-51,-41 76,-22 45,0 0,0 0,-1 0,1 0,0 0,-1 0,1 0,-1 0,1 1,-1-1,1 0,-1 0,0 0,0 1,0-1,0 0,1 0,-1 0,-1 1,1-1,0 0,0 0,0 1,-1-1,1 0,-1 0,1 1,0-2,-8 124,7-1,6 22,-5-144,3 21,-1 1,-1-1,0 1,-2 0,-1-1,-1 1,0-1,-2 0,-1 0,0-1,-2 1,0-1,-3 2,9-20,0 0,0-1,-1 1,0 0,1-1,-1 1,0-1,0 0,0 0,0 0,-1 0,1-1,0 1,-1-1,1 0,-1 0,1 0,-1 0,0-1,1 1,-1-1,0 0,0 0,1-1,-1 1,0-1,1 0,-1 1,1-2,-1 1,1 0,-1-1,1 1,0-1,-3-2,6 3,0 0,0 1,1-1,-1 0,0 1,0-1,1 0,-1 0,0 1,1-1,-1 0,0 1,1-1,-1 1,1-1,-1 0,1 1,-1-1,1 1,0-1,-1 1,1 0,0-1,-1 1,1 0,0-1,-1 1,1 0,0 0,0 0,-1-1,1 1,0 0,0 0,-1 0,1 0,0 0,0 1,-1-1,1 0,0 0,0 0,-1 1,1-1,1 0,344-25,-196 22,-130 9,-30-4</inkml:trace>
  <inkml:trace contextRef="#ctx0" brushRef="#br0" timeOffset="94">789 7535,'-9'10,"0"-1,0 1,1 1,0-1,1 1,0 1,0-1,2 1,-1 0,2 1,-1-1,2 1,0 0,0 0,1 0,1 0,0 0,1 1,0-1,1 0,2 10,-1-17,1 1,0-1,0 1,1-1,-1 0,1 0,1-1,-1 1,1-1,0 0,0 0,1-1,-1 1,1-1,0 0,0-1,0 1,1-1,-1-1,1 1,0-1,0 0,0-1,5 1,-1 0,0 0,0-2,0 1,0-1,0-1,0 0,0-1,0 0,-1 0,1-1,-1 0,1-1,-1-1,0 1,7-6,-4 0,-1-1,0 0,-1-1,0-1,-1 1,-1-2,0 1,0-1,-1-1,-1 1,-1-1,0-1,-1 1,0-1,-1 0,-1 0,-1 0,0 0,-1-1,-1 1,0 0,-2-1,1 1,-3-6,3 14,-1 0,1 1,-1-1,-1 0,0 1,0-1,0 1,-1 0,0 0,0 0,-1 1,0 0,0-1,0 2,-1-1,0 0,0 1,0 1,-1-1,0 1,0 0,0 0,0 1,-1 0,1 0,-1 1,1 0,-1 0,0 0,0 1,0 1,-3-1,3 2,-1 0,0 0,0 1,1 0,-1 0,1 1,0 0,-1 0,1 1,1 0,-1 1,1 0,-1 0,1 0,1 1,-1 0,1 1,0-1,1 1,-1 0,-3 7,1 0,0 1,1 0,0 0,2 1,0-1,0 1,2 0,0 1,0-1,2 0,0 5,2 49</inkml:trace>
  <inkml:trace contextRef="#ctx0" brushRef="#br0" timeOffset="95">1725 7776,'95'-170,"31"-70,-100 179,-19 57,-8 23,1-15,-3 349,-17-111,8-147,9-59</inkml:trace>
  <inkml:trace contextRef="#ctx0" brushRef="#br0" timeOffset="96">762 8778,'-16'6,"1"0,0 0,0 1,0 1,1 1,0 0,1 1,0 0,1 1,0 0,0 1,-4 7,9-11,1 0,0 1,0-1,1 1,0 1,1-1,0 1,0-1,1 1,0 0,1 1,0-1,1 0,0 1,0-1,1 0,1 1,-1-1,2 0,0 2,0-4,1 0,-1-1,2 1,-1-1,1 0,0 0,1 0,-1-1,1 1,1-1,-1 0,1-1,0 1,0-1,1 0,-1-1,1 0,0 0,0 0,1-1,3 1,6 2,0 0,0-2,1 0,0-1,0-1,0 0,0-2,0 0,3-1,-9 1,1 0,-1-1,0-1,0 0,1 0,-1-2,-1 1,1-1,0-1,-1 0,0-1,0 0,-1 0,0-2,0 1,0-1,-1 0,0-1,-1 0,0 0,0-1,-1 0,0-1,-1 1,0-1,-1-1,0 1,-1-1,0 1,-1-1,1-3,-3 1,-1 0,0 0,-1 0,0 0,-1 1,-1-1,0 0,-1 1,0-1,-1 1,-1 1,0-1,-1 1,0 0,-1 0,0 1,0 0,-2 0,1 1,-1 0,-1 1,1 0,-2 1,1 0,-1 0,0 2,-1-1,0 2,0-1,0 2,-4-1,11 3,-1 1,0 0,1 0,-1 1,1 0,-1 0,0 1,1 0,-1 0,1 0,-1 1,1 0,0 0,0 0,-1 1,2 0,-1 0,0 1,1 0,-1 0,1 0,0 0,1 1,-1 0,1 0,0 0,0 1,0-1,1 1,0 0,-1 2,0 2,1-1,1 0,0 1,0-1,1 1,0 0,0 0,1-1,1 1,0 0,0 0,1-1,0 1,0-1,1 1,0-1,1 0,0 0,1-1,0 1,0-1,1 0,-1 0,2-1,0 1,38 39</inkml:trace>
  <inkml:trace contextRef="#ctx0" brushRef="#br0" timeOffset="97">1725 8913,'33'-96,"4"1,49-88,-61 145,-19 44,-10 62,-60 388,48-315,10-85</inkml:trace>
  <inkml:trace contextRef="#ctx0" brushRef="#br0" timeOffset="98">161 9701,'1459'-14,"-486"-6,284-14,-1117 34,1142-14,-331 3,-499 9,640-62,-993 55,1151-37,-193 72,28 15,602 45,-612-21,-297-40,-559-24,-1 10,137 28,-53 2,-288-36,-30-1,-19-5,-5 0</inkml:trace>
  <inkml:trace contextRef="#ctx0" brushRef="#br0" timeOffset="99">4171 7469,'-7'4,"0"0,0 0,0 1,0 1,1-1,0 1,0 0,0 0,1 1,0-1,0 1,0 0,1 1,1-1,-1 1,1 0,0 0,1 0,0 0,0 0,0 0,1 1,1-1,-1 1,1-1,1 0,0 1,0-1,0 1,1-1,1 0,-1 0,1 0,0-1,3 5,1-2,0-1,1 0,0 0,1 0,-1-2,1 1,1-1,0 0,0-1,0 0,0 0,1-1,0-1,0 0,1 0,-1-1,1-1,-1 0,1 0,0-1,0-1,-1 0,1-1,0 0,0 0,-1-1,1-1,-1 0,1-1,-1 0,0 0,-1-1,1-1,-1 0,0 0,0-1,-1 0,0-1,0 0,-1 0,0-1,0 0,-1-1,0 1,-1-1,0-2,-1 0,-1-1,0 0,-1 0,-1-1,0 1,0-1,-2 1,0-1,0 1,-1-1,-1 1,0 0,-1-1,0 1,-3-4,4 8,-1 1,-1-1,1 1,-1 0,-1 1,0-1,0 1,0 0,-1 0,0 0,0 1,-1 0,0 0,0 1,0-1,-1 2,1-1,-1 1,0 0,-1 1,1 0,-1 0,-4-1,3 3,0 0,0 0,0 1,0 1,0-1,0 2,0-1,0 1,0 1,0 0,1 0,-1 1,1 0,0 0,0 1,1 1,0-1,-1 1,-1 3,-3 2,0 1,1 1,1 0,0 0,0 1,1 1,1 0,0 0,2 1,-6 12,-9 45,8-7</inkml:trace>
  <inkml:trace contextRef="#ctx0" brushRef="#br0" timeOffset="100">4198 8778,'162'-262,"-133"216,-22 48,-8 66,-36 520,36-519</inkml:trace>
  <inkml:trace contextRef="#ctx0" brushRef="#br0" timeOffset="101">736 10637,'3'-52,"2"1,3 0,1 1,11-26,-6 15,39-171,-47 206,-4 41,-38 366,35-368,0 0,2-1,-1 1,2 0,0 0,0 0,1-1,1 1,0-1,0 0,1 0,6 8,14 12</inkml:trace>
  <inkml:trace contextRef="#ctx0" brushRef="#br0" timeOffset="102">1350 10356,'-3'6,"0"0,1 1,-1-1,1 1,1 0,-1-1,1 1,0 0,1 0,0 0,0 0,0 0,1-1,0 1,0 0,1 0,0-1,0 1,0-1,1 1,0-1,1 0,-1 0,1 0,0-1,0 1,1-1,-1 0,1 0,1-1,2 3,5 1,-1-1,1-1,0 0,0-1,1 0,0-1,0-1,0 0,0-1,0-1,0 0,1 0,-1-2,0 0,0 0,0-1,0-1,0 0,0-1,0-1,-1 0,0-1,0 0,-1-1,1-1,-2 0,1 0,8-9,-15 12,0 0,-1 0,0-1,0 1,0-1,-1 0,0 0,0 0,-1 0,1-1,-1 1,-1-1,1 1,-1-1,0 0,-1 1,1-1,-1 0,-1 0,1 0,-1 1,-1-1,1 0,-1 1,0-1,0 1,-1 0,0 0,0 0,0 0,-1 0,0 1,0-1,-2-2,0 1,0-1,0 1,-1 0,0 1,-1 0,1 0,-1 0,0 1,-1 0,1 1,-1 0,0 0,0 1,0 0,0 1,-1-1,1 2,-1 0,1 0,-1 0,0 1,1 1,-1 0,1 0,-1 1,1 0,-1 0,1 1,0 0,0 1,1 0,-1 1,1-1,0 2,0-1,0 1,-5 6,3 0,0 0,1 1,0 0,1 0,1 1,0 0,-3 12,-13 39</inkml:trace>
  <inkml:trace contextRef="#ctx0" brushRef="#br0" timeOffset="103">856 11386,'48'-101,"-30"66,-1 0,-2 0,-1-2,1-14,-13 37,-12 42,-7 25,3 1,2 0,2 1,3 1,0 55,8-91,1 1,0-1,2 1,0-1,1 0,2 1,14 32</inkml:trace>
  <inkml:trace contextRef="#ctx0" brushRef="#br0" timeOffset="104">1564 11345,'-4'6,"0"0,0 0,1 0,0 0,0 1,0-1,1 1,0 0,0-1,1 1,-1 0,2 0,-1 0,1 0,0 0,0 1,1-1,0 0,0-1,1 1,0 0,0 0,0 0,1-1,0 0,1 1,-1-1,1 0,0-1,1 1,-1-1,1 0,1 1,6 3,1-2,0 0,1 0,-1-1,1 0,0-2,1 1,-1-2,1 0,-1-1,1 0,0-1,0-1,0 0,0-1,0-1,-1 0,1-1,-1 0,1-1,-1-1,1-1,-7 2,1 0,-1-1,0 0,-1-1,1 1,-1-2,-1 1,1-1,-1 0,0 0,0 0,-1-1,0 0,0 0,-1 0,0-1,-1 0,0 1,0-1,-1 0,0 0,0-1,-1 1,0 0,-1-1,0 1,-1 0,0-1,0 1,-1 0,0 0,0 0,-1 0,1 1,-1 0,0 1,0-1,-1 1,0 0,0 0,0 0,-1 1,0-1,-1 1,1 0,-1 1,0-1,-1 1,1 0,-1 1,0 0,0 0,0 0,-1 1,1 0,-1 0,0 1,0 0,0 0,0 1,0 0,0 1,0 0,0 0,-1 0,1 1,0 0,0 1,0 0,1 0,-1 1,0 0,-2 1,-4 5,0 0,1 0,-1 1,2 1,0 1,0-1,1 2,0 0,1 0,1 1,0 0,1 0,-26 48</inkml:trace>
  <inkml:trace contextRef="#ctx0" brushRef="#br0" timeOffset="105">13 12241,'210'-23,"305"-25,797-2,-122-36,605-2,-254 47,1103 30,-1173 43,-166 69,-251-22,8 8,-287-4,-112 6,-487-70,-208-27,-6-4</inkml:trace>
  <inkml:trace contextRef="#ctx0" brushRef="#br0" timeOffset="106">4264 10102,'-8'5,"0"0,0 1,0 0,1 0,0 1,0 0,0 0,1 1,0 0,1 0,-1 0,2 1,-1-1,1 1,0 0,1 0,0 1,1-1,0 1,0-1,1 1,0 0,1 0,0-1,1 1,0 0,0 0,1-1,0 1,0-1,2 0,-1 1,1-1,0-1,3 5,-1-4,2 0,-1 0,2-1,-1 0,1 0,0-1,0 0,1-1,0 0,0 0,0-1,1-1,0 1,0-2,0 0,0 0,1-1,-1 0,1-1,-1 0,1-1,8-1,-10 1,-1 0,1-1,-1-1,1 0,-1 0,0-1,0 0,0 0,0-1,0 0,-1-1,1 0,-1 0,-1-1,1 0,-1 0,0-1,0 0,-1 0,0 0,0-1,-1 0,0 0,0-1,-1 1,0-1,1-4,-2-1,-1-1,0 1,-1-1,-1 1,-1-1,0 1,0-1,-1 1,-1-1,-1 1,0 0,-1 1,0-1,-1 1,0 0,-1 0,-1 1,0-1,-1 2,0-1,0 2,-2-1,1 1,-1 0,0 1,-1 1,0 0,-1 0,0 1,0 1,0 0,-1 1,1 0,-2 1,3 2,-1 1,0 1,1 0,-1 1,0 0,1 1,-1 0,1 1,0 0,0 1,0 0,0 1,1 1,0 0,0 0,0 1,1 0,0 1,0 0,1 1,0 0,1 0,0 1,0 0,1 0,0 1,1 0,0 0,1 1,-2 6,-28 74,12-4</inkml:trace>
  <inkml:trace contextRef="#ctx0" brushRef="#br0" timeOffset="107">4211 11252,'134'-189,"-52"54,-70 127,-9 30,-23 249,9 123,11-313</inkml:trace>
  <inkml:trace contextRef="#ctx0" brushRef="#br0" timeOffset="108">1017 12976,'68'-213,"-5"0,-54 191,-9 22,1 0,-1 0,1 0,-1 0,1 0,-1 0,1 0,-1 1,1-1,-1 0,1 0,-1 1,0-1,1 0,-1 0,0 1,1-1,-1 1,0-1,1 0,-1 1,0-1,1 1,-1-1,0 1,0-1,0 0,0 1,1-1,-1 1,0-1,0 1,0-1,0 1,0-1,0 1,0-1,0 1,0-1,-1 1,1-1,0 1,0-1,0 1,0-1,-1 1,1-1,0 0,0 1,-1-1,1 1,-3 137,0-93,2 1,2-1,2 1,2-1,6 24,10 1,3-13</inkml:trace>
  <inkml:trace contextRef="#ctx0" brushRef="#br0" timeOffset="109">1685 12789,'4'-19,"3"-14,1-1,2 1,1 1,8-15,-19 46,0 0,0 0,0 1,0-1,0 0,0 1,0-1,0 0,0 1,1-1,-1 0,0 1,0-1,1 0,-1 1,0-1,1 1,-1-1,1 0,-1 1,0-1,1 1,-1-1,1 1,0 0,-1-1,1 1,-1 0,1-1,0 1,-1 0,1-1,0 1,-1 0,1 0,0 0,-1 0,1 0,0 0,-1 0,1 0,0 0,-1 0,1 0,0 0,-1 0,1 1,0-1,-1 0,1 0,0 1,-1-1,1 0,-1 1,1-1,-1 1,1-1,-1 1,1-1,-1 1,1-1,-1 1,1-1,-1 1,0 0,4 11,-1 1,0-1,-1 1,0 0,-1 0,-1 0,0 0,-1 6,1-6,-7 107,-6 1,-5-2,-15 43,15-82</inkml:trace>
  <inkml:trace contextRef="#ctx0" brushRef="#br0" timeOffset="110">1002 14167,'27'-339,"-13"160,-8 226,7 84,5-1,13 35,-17-106</inkml:trace>
  <inkml:trace contextRef="#ctx0" brushRef="#br0" timeOffset="111">1671 14019,'49'-242,"-45"224,7 50,0 103,-5-1,-6 1,-7 10,1-79</inkml:trace>
  <inkml:trace contextRef="#ctx0" brushRef="#br0" timeOffset="112">4438 12508,'-7'4,"0"1,0-1,1 1,-1 1,1-1,0 1,0 0,1 0,0 1,0 0,1 0,-1 0,1 0,1 1,0-1,0 1,0 0,1 0,0 0,1 0,-1 0,2 1,-1-1,1 0,0 0,1 1,0-1,0 0,1 0,0 0,1 0,-1 0,4 5,0 0,1-1,1-1,0 1,0-1,1 0,1-1,0 0,0-1,1 0,0 0,0-1,1-1,0 0,1 0,-1-2,1 1,0-1,1-1,-1-1,1 0,0 0,-1-1,1-1,0-1,0 0,0 0,0-2,0 1,0-2,-1 0,1 0,-1-2,9-3,-7 3,-1-2,1 1,-1-2,-1 0,1 0,-1-1,-1-1,1 0,-2-1,0 0,0-1,-1 0,0-1,-1 0,-1 0,0-1,0 0,-2-1,0 1,0-1,-2-1,1 1,-2 0,0-1,-1 0,-1 0,0-3,-1 12,-1 1,0-1,0 1,0-1,0 1,-1 0,0 0,-1-1,1 2,-1-1,-1 0,1 0,-1 1,1 0,-1 0,-1 0,1 0,-1 1,0-1,0 1,0 0,-1 1,1-1,-1 1,0 0,0 1,0-1,0 1,-4 0,-8 0,0 1,0 1,0 1,0 1,0 0,0 2,1 0,-1 0,1 2,0 0,1 1,-1 1,1 0,1 1,0 1,0 0,1 2,0-1,-7 9,7-7,0 1,0 1,2 0,0 1,0 0,2 1,0 0,1 1,0 0,2 0,0 1,1 0,1 0,-2 17,0 24</inkml:trace>
  <inkml:trace contextRef="#ctx0" brushRef="#br0" timeOffset="113">4466 13979,'1'-17,"2"1,0 0,1 0,0 0,1 0,1 1,1 0,5-9,-5 7,85-160,-77 166,-16 41,-11 44,-3 10,3 0,4 1,4 0,4 12,9-6,3-13</inkml:trace>
  <inkml:trace contextRef="#ctx0" brushRef="#br0" timeOffset="114">6350 13699,'2'18,"1"10,0 8,0 7,-2 7,-2 9,-2 7,1 10,0 9,0 6,1 6,5 3,6-1,4-3,2-6,-2-19</inkml:trace>
  <inkml:trace contextRef="#ctx0" brushRef="#br0" timeOffset="115">13797 15182,'0'-1,"0"0,1 0,-1 0,0 0,1 0,-1 0,1 0,-1 0,1 0,0 0,-1 0,1 0,0 0,0 0,0 1,0-1,-1 0,1 1,0-1,0 1,0-1,0 1,0-1,1 1,-1 0,0-1,0 1,0 0,0 0,0 0,0 0,0 0,1 0,-1 0,0 0,0 0,0 0,0 1,0-1,1 1,240 25,-164-14,486 63,84-19,-604-55,-37-2,-21-3</inkml:trace>
  <inkml:trace contextRef="#ctx0" brushRef="#br1" timeOffset="117">12406 4380,'-1'0,"0"-1,-1 0,1 0,-1 1,1-1,-1 1,1-1,-1 1,1 0,-1 0,1 0,-1-1,1 1,-1 1,0-1,1 0,-1 0,1 1,-1-1,1 0,-1 1,1 0,0-1,-1 1,1 0,0 0,-1 0,1-1,0 1,0 1,0-1,0 0,0 0,0 0,0 1,0-1,0 0,0 1,1-1,-1 0,1 1,-1-1,1 1,-1-1,1 1,0 0,0-1,0 1,0-1,0 1,0-1,0 1,1 0,-3 8,1 0,0-1,1 1,0 0,0 0,1 0,0 0,1-1,0 1,1 0,0-1,1 0,-1 0,2 0,-1 0,1-1,5 7,-3-7,-1 0,1 0,0-1,1 0,0-1,0 0,0 0,1 0,-1-1,1-1,1 1,-1-2,1 1,-1-1,1-1,0 1,0-2,0 1,6-1,-13-1,1 1,1 0,0-1,0 1,0-1,0 0,0-1,0 1,0-1,0 0,-1 0,1 0,0 0,0-1,-1 0,1 0,-1 0,0-1,0 0,0 0,0 0,0 0,0 0,-1-1,0 1,1-1,-1 0,-1 0,2-2,35-182,-34 159,0 11,-2 0,0-1,-1 1,-1-1,0 1,-2-1,-2-13,1 26,-1 0,-1 0,1 1,-1-1,0 0,0 1,-1 0,1 0,-1 1,0-1,-1 1,1 0,-1 0,0 1,0-1,0 1,0 1,0-1,-1 1,1 0,-1 1,1-1,-1 1,0 1,0-1,1 1,-1 0,0 1,0 0,-2 0,4-1,-1 1,1-1,0 1,-1 0,1 1,0-1,0 1,0 0,0 0,0 1,0-1,1 1,-1 0,1 0,-3 3,-6 4,0 0,0 1,1 1,0 0,1 1,0 0,1 0,1 1,0 0,1 1,1 0,0 1,1-1,-2 9,-31 94,26-92</inkml:trace>
  <inkml:trace contextRef="#ctx0" brushRef="#br1" timeOffset="118">13436 4473,'16'-13,"12"-29,-2-1,-3-1,-1-1,-2 0,-2-2,2-14,-20 116,-21 53,-11 106,32 1,0-213,-1 1,1-1,0 1,-1-1,1 1,-1-1,0 1,0-1,0 0,0 1,0-1,0 0,-1 0,1 0,-1 0,1 0,-1 0,0 0,0-1,0 1,0-1,0 1,0-1,0 0,0 1,-1-1,1 0,0-1,-1 1,1 0,-1-1,1 1,-1-1,1 0,-1 0,1 0,-1 0,0 0,-78-1,432 1,-325-6,-32 4</inkml:trace>
  <inkml:trace contextRef="#ctx0" brushRef="#br1" timeOffset="119">12406 5810,'2'-12,"0"0,1 0,1 0,0 0,0 1,1-1,0 1,1 0,1 0,-1 1,2 0,-1 0,2 0,3-6,210-323,-221 339,15-20,-16 20,0 0,0 0,0 1,0-1,-1 0,1 1,0-1,0 0,0 1,0-1,0 0,0 0,0 1,0-1,0 0,0 1,0-1,0 0,1 0,-1 1,0-1,0 0,0 1,0-1,0 0,1 0,-1 1,0-1,0 0,0 0,1 0,-1 1,0-1,0 0,1 0,-1 0,0 0,0 0,1 1,-1-1,0 0,1 0,-1 0,0 0,0 0,1 0,-1 0,0 0,1 0,-1 0,0 0,0 0,1 0,-1 0,0 0,1 0,-1-1,0 1,0 0,1 0,-1 0,0 0,0-1,1 1,-1 0,0 0,0 0,-19 128,-78 454,95-538,4-33</inkml:trace>
  <inkml:trace contextRef="#ctx0" brushRef="#br1" timeOffset="120">13316 5838,'14'-32,"1"1,2 1,1 1,1 0,2 1,27-41,-19 24,-1-2,-2-1,-2-1,11-38,-49 155,2 0,3 1,4 0,2 0,5 24,-3-20,-27 143,26-203,-11 68,0-67,5-12</inkml:trace>
  <inkml:trace contextRef="#ctx0" brushRef="#br1" timeOffset="121">13368 6119,'14'0,"13"0,12 0,10 0,8 0,4 0,-2 0,-6 0,-11 0,-11 2,-19 3,-10 1</inkml:trace>
  <inkml:trace contextRef="#ctx0" brushRef="#br1" timeOffset="122">12460 6185,'16'-2,"16"-1,15 0,10-1,7-1,2 1,-6 1,-9 1,-19-2,-30 1,-14 0</inkml:trace>
  <inkml:trace contextRef="#ctx0" brushRef="#br0" timeOffset="123">15829 4782,'27'-35,"-1"-1,-2-1,-2-1,-1-1,-2-1,-2-1,-1 0,-3-1,6-30,-19 122,2-1,2 0,11 47,-13-82,7 43,27 257,-34-255</inkml:trace>
  <inkml:trace contextRef="#ctx0" brushRef="#br0" timeOffset="124">15789 6091,'266'-285,"-245"260,-21 26,0-1,0 1,0-1,0 0,1 1,-1-1,0 0,0 1,0-1,0 0,0 1,0-1,1 0,-1 0,0 1,0-1,1 0,-1 1,0-1,0 0,1 0,-1 0,0 1,0-1,1 0,-1 0,0 0,1 0,-1 1,0-1,1 0,-1 0,0 0,1 0,-1 0,1 0,-1 0,0 0,1 0,-1 0,0 0,1 0,-1 0,0-1,1 1,-1 0,-24 127,-10 90,32-160,4 1,1-1,10 43,-1-28</inkml:trace>
  <inkml:trace contextRef="#ctx0" brushRef="#br2" timeOffset="125">12005 7335,'4'2,"0"-1,0 0,0 0,1 0,-1 0,0-1,0 1,1-1,-1 0,0 0,0-1,1 0,-1 1,0-1,0-1,0 1,0 0,0-1,0 0,-1 0,1 0,0-1,-1 1,0-1,1 0,-1 0,0 0,0 0,0-1,10-6,33-23,-2-2,-1-1,-1-3,-3-2,-1-1,-1-2,-33 37,30-59,-34 66,0 1,0-1,0 0,0 0,0 1,0-1,0 0,0 0,0 0,-1 0,1 1,0-1,0 0,0 0,0 0,-1 0,1 1,0-1,0 0,0 0,-1 0,1 0,0 0,0 0,-1 0,1 0,0 0,0 0,0 0,-1 0,1 0,0 0,0 0,-1 0,1 0,0 0,0 0,0 0,-1 0,1 0,0 0,0 0,-1 0,1-1,0 1,0 0,0 0,0 0,-1 0,1-1,0 1,0 0,0 0,0 0,0 0,0-1,-1 1,1 0,0 0,0-1,0 1,0 0,0 0,0 0,0-1,-7 13,0-1,0 1,1 1,1-1,0 1,1 0,1 0,-1 0,2 3,-3 3,-103 438,108-456,-3 13,0 0,1 0,0 1,1 0,1-1,1 1,0 1,3 4</inkml:trace>
  <inkml:trace contextRef="#ctx0" brushRef="#br2" timeOffset="126">13383 7175,'-7'-2,"1"1,-1 1,1 0,-1-1,1 2,-1-1,1 1,0 0,-1 0,1 1,0 0,0 0,0 0,0 1,0 0,1 0,-1 1,1-1,0 1,0 0,0 1,0-1,1 1,-1 0,1 0,1 0,-1 1,1-1,0 1,0 0,-1 4,1 0,1-1,0 1,0-1,1 1,0-1,1 1,0 0,1-1,0 1,0 0,1-1,0 0,1 1,0-1,0 0,1 0,1-1,-1 1,1-1,0 0,3 3,0 0,1 0,0-1,1 0,0 0,1-1,0-1,0 1,1-2,0 0,0 0,0-1,1 0,0-1,8 1,-8-3,0 0,1-1,-1-1,0 0,0-1,1 0,-1-1,0 0,0-1,0-1,0 0,0-1,0 0,-1-1,0 0,0-1,0-1,-1 0,0 0,0-1,0 0,-1-1,-1-1,0 1,0-1,-1-1,0 1,0-2,-2 1,1-1,-1 0,-1 0,0 0,1-6,-3 6,0 0,-1-1,0 1,-1 0,0-1,-1 1,0-1,-1 0,-1 1,0 0,0-1,-1 1,-1 0,0 0,-1 1,0-1,0 1,-1 0,-1 0,0 1,-1 0,1 0,-2 1,0 0,0 0,0 1,-1 0,0 1,-1 0,1 1,-2 0,1 0,0 1,-1 1,0 0,0 1,0 0,-10-1,5 5,0 0,0 1,1 1,-1 1,0 0,1 1,0 1,0 0,1 1,0 1,0 1,0 0,1 0,1 2,0 0,0 0,1 1,0 0,-2 6,-46 48</inkml:trace>
  <inkml:trace contextRef="#ctx0" brushRef="#br2" timeOffset="127">12500 8404,'-6'0,"-1"-1,0 1,0 0,1 0,-1 1,0-1,1 2,-1-1,0 1,1 0,0 0,-1 1,1 0,0 0,1 0,-1 1,0 0,1 0,0 0,0 1,0-1,1 1,-1 1,1-1,0 1,1-1,-1 1,0 2,-1 3,0 0,0 0,2 0,-1 1,1 0,1-1,0 1,1 0,0 0,0 0,2 0,-1 0,2 0,-1 0,4 8,1-2,2 1,0-1,1-1,1 0,0 0,1-1,1 0,1-1,0 0,1-1,0-1,1 0,1-1,0-1,0 0,2-1,-1-1,1 0,0-2,0 0,1-1,0 0,0-2,2 0,-13-3,0 0,1 0,-1 0,1-1,-1-1,1 1,-1-1,0-1,1 0,-1 0,0 0,0-1,0 0,-1-1,1 0,-1 0,1 0,-1-1,-1 0,1 0,-1-1,0 0,0 0,-1-1,1 1,-2-1,1 0,0-2,2-12,0 1,-2-1,0 0,-2 0,0 0,-1 0,-2-1,0 1,-1-1,-1 1,-1 0,-1 0,-1 0,0 0,-2 1,0 0,-2 0,0 1,-9-13,12 16,-2 1,0 1,0-1,-1 1,-1 1,-1 0,0 0,0 1,-1 0,-1 1,0 1,0 0,-1 1,0 0,-13-5,23 12,-1 1,0-1,0 1,1 1,-1-1,0 1,0 0,0 0,0 0,0 0,1 1,-1 0,0 0,0 0,1 1,-1 0,1 0,-1 0,1 0,0 1,0-1,0 1,0 0,0 0,1 1,-1-1,1 1,-1 1,-5 6,1 1,1 0,0 0,0 1,1 0,1 0,0 0,1 1,-1 3,-9 58,5-5</inkml:trace>
  <inkml:trace contextRef="#ctx0" brushRef="#br2" timeOffset="128">13542 8538,'-7'4,"0"1,0 0,0 0,0 0,1 1,0 0,0 0,1 1,0 0,0-1,0 2,1-1,0 1,0-1,1 1,0 0,1 0,-1 1,2-1,-1 0,1 1,0-1,1 1,0-1,0 1,1-1,0 1,0-1,1 0,1 1,0 1,6 9,2-1,0-1,1 1,1-2,0 0,1 0,1-1,0-1,1 0,1-2,0 0,1 0,0-2,0 0,1-1,1-1,-1-1,20 5,-30-8,1-1,0 0,0 0,0-1,0 0,0 0,1-1,-1-1,0 0,0 0,1-1,-1 0,0-1,0 0,0-1,0 0,0 0,0-1,-1 0,0-1,0 0,0-1,-1 0,1 0,2-3,1-9,-1-1,-1 0,-1 0,-1-1,0 0,-1 0,-2-1,0 0,-1 0,-1 0,-1-1,-1 1,0-1,-2 1,-2-14,2 14,0 0,-1 1,-1-1,-1 1,-1 0,-1 0,-1 0,0 1,-1 0,-1 0,-1 1,-1 0,-1 1,-12-16,17 27,0 1,0-1,-1 1,1 1,-1-1,0 1,0 0,-1 1,1 0,-1 1,0-1,0 2,1-1,-1 1,0 0,0 1,0 0,0 1,0 0,0 0,0 1,0 0,-7 3,-16 5,0 2,0 2,1 0,1 3,-14 9,-52 36</inkml:trace>
  <inkml:trace contextRef="#ctx0" brushRef="#br2" timeOffset="129">15962 7456,'-4'1,"-1"1,1 0,-1 0,1 1,0-1,-1 1,1 0,1 0,-1 0,0 1,1-1,0 1,0 0,0 0,0 0,0 0,1 1,0-1,0 1,0-1,0 1,1 0,0 1,-3 4,1 1,0-1,1 0,1 1,-1 0,2-1,-1 1,2 0,-1-1,1 1,1-1,0 1,0-1,1 0,1 1,-1-1,2-1,-1 1,1-1,1 1,0-2,0 1,1-1,0 0,0 0,1 0,0-1,0-1,1 1,-1-1,2-1,0 1,-4-2,1 0,-1-1,1 0,0 0,1-1,-1 1,0-2,1 1,-1-1,1 0,-1 0,1-1,-1 0,1-1,0 0,-1 0,1 0,-1-1,0 0,0 0,0-1,0 0,0 0,0-1,-1 0,1 0,-1-1,4-3,2-7,0-1,-1 0,-1-1,0 0,-2-1,0 0,-1 0,0-1,-2 0,0 0,-2 0,0 0,0-1,-2 0,-1 1,0-1,-1 1,-2-1,0-1,1 5,-1 0,0 1,-1 0,-1-1,0 1,-1 1,-1-1,0 1,-6-9,9 18,1 0,-1-1,0 2,-1-1,1 0,-1 1,0 0,0 0,0 0,0 1,-1-1,1 1,-1 1,0-1,0 1,0 0,0 0,0 1,-1 0,1 0,0 0,-1 1,1 0,-1 0,0 1,0 0,0 0,1 1,-1 0,1 0,-1 1,1 0,0 0,0 0,0 1,1 0,-1 0,1 0,0 1,0 0,0 0,1 0,0 0,0 1,0-1,0 1,1 0,-2 5,-3 7,1 1,1 0,0 0,2 1,0-1,1 1,1 4,-2 36,2-6</inkml:trace>
  <inkml:trace contextRef="#ctx0" brushRef="#br2" timeOffset="130">15909 8591,'-5'6,"0"-1,1 0,0 1,0 0,0 0,1 0,0 1,0-1,0 1,1 0,0 0,0 0,1 0,0 0,0 0,1 3,-2 5,1-1,0 1,2-1,-1 1,2-1,0 0,1 1,0-1,1 0,1-1,0 1,0-1,2 0,0 0,0-1,1 1,0-2,1 1,1-1,0-1,0 0,1 0,0-1,1 0,0-1,0 0,1-1,0-1,0 0,0-1,5 2,-10-4,0-1,0 1,0-1,0-1,1 1,-1-2,0 1,0-1,1 0,-1-1,0 1,1-2,-1 1,0-1,0-1,0 1,-1-1,1-1,0 1,-1-1,0-1,0 1,0-1,-1 0,0-1,0 0,0 0,0 0,-1 0,0-1,0-1,2-15,0-1,-2 0,-1-1,-1 0,-1 1,-1-1,-1 0,-2-14,2 33,1-13,-1 0,-1 0,-1 0,-1 1,0-1,-1 1,-1-1,-1 1,0 1,-2-1,0 1,0 0,-12-15,18 30,0 0,0 0,-1 0,1 0,-1 0,0 0,1 0,-1 1,0 0,0-1,0 1,0 0,0 1,0-1,0 0,0 1,0 0,-1-1,1 1,0 1,0-1,0 0,0 1,0-1,0 1,0 0,0 0,0 0,0 1,0-1,0 1,1-1,-1 1,1 0,-1 0,1 0,0 1,-1-1,0 1,-18 18,1 1,1 0,1 2,0 0,-2 7,-37 49,19-33</inkml:trace>
  <inkml:trace contextRef="#ctx0" brushRef="#br0" timeOffset="131">16390 4527,'-20'-32,"17"25,-1 0,1 1,-1-1,-1 1,1 0,-1 0,0 1,-1-1,1 1,-1 0,0 1,0-1,0 1,-1 1,-5-4,-3 2,-1-1,0 2,0 0,0 1,-1 0,1 2,-1 0,1 0,-1 2,1 0,0 1,-3 1,9 2,0 1,1 0,0 1,0-1,0 2,1-1,0 1,1 0,0 1,0 0,0 0,1 1,1-1,0 1,0 0,1 1,0-1,1 1,0 0,0 3,-4 12,1-1,1 1,1 0,2 0,0 0,2 0,1 0,2 12,-1-27,-1 0,2-1,-1 1,2-1,-1 1,1-1,1 0,0 0,0-1,1 1,1-1,-1 0,1-1,0 0,1 0,0 0,1-1,-1-1,1 1,0-1,1-1,0 1,0-2,0 1,0-2,0 1,1-1,4 0,-5 0,1-2,-1 1,1-1,-1-1,1 1,-1-2,1 0,-1 0,1-1,-1 0,0 0,0-1,0-1,0 0,0 0,-1-1,0 0,0-1,0 0,-1 0,0-1,0 0,0 0,6-15,-1 0,-1 0,-1-1,-1-1,-2 1,0-2,-1 1,-1-1,2-22,-4 32,-1-1,0 1,-1-1,-1 0,0 0,-1 1,-1-1,-1 0,0 0,0 1,-2-1,0 1,-1 0,0 0,-2 0,1 1,-2 0,0 0,-3-2,4 7,-1 0,0 1,0 1,-1-1,0 1,0 1,-1 0,0 0,0 1,-1 0,1 0,-1 1,0 1,0 0,0 1,0 0,-1 0,1 1,0 1,-1 0,1 0,-1 1,1 1,0 0,-1 0,1 1,0 1,1-1,-1 2,1 0,0 0,0 1,0 0,1 0,0 1,0 1,-4 8,1 0,0 1,2 0,0 1,1 0,1 0,0 1,2 0,0 0,1 1,1 0,1 0,0 0,2 0,0 0,2 0,1 11,-1-18,0 1,1 0,0 0,1-1,1 1,0-1,1 0,0 0,1-1,0 1,1-1,1-1,0 1,0-1,1 0,0-1,1 0,0-1,1 0,0-1,0 0,1 0,0-1,1-1,10 4,-9-4,1-1,0-1,0 0,0-2,1 1,-1-2,1 0,-1-1,3 0,-11-1,0 0,1 0,-2 0,1-1,0 0,0 0,0 0,-1-1,1 0,-1-1,0 1,0-1,0-1,-1 1,1-1,-1 0,0 0,-1 0,1 0,3-7,0-6,0-1,-1 0,-1-1,-1 0,-1 1,0-2,-2 1,0 0,-2 0,0-1,-1 1,-1 0,-1 0,0 0,-2 0,0 0,-2 1,-4-10,4 11,0 1,-1 0,-1 1,0 0,-2 0,1 1,-3 0,9 10,0 0,0 0,0 1,-1 0,0-1,0 2,0-1,0 1,0-1,-1 2,0-1,0 1,1-1,-1 1,0 1,-1-1,1 1,0 1,0-1,0 1,-1 0,-3 0,1 3,1 0,0 1,0 0,1 0,-1 0,1 1,0 0,0 1,0 0,1 0,0 0,0 1,1-1,0 1,0 1,0-1,1 1,0 0,0 0,-29 54</inkml:trace>
  <inkml:trace contextRef="#ctx0" brushRef="#br0" timeOffset="132">16149 5797,'1'-4,"2"-68,-3 70,0 0,0 1,0-1,0 0,-1 1,1-1,-1 1,1-1,-1 0,0 1,1-1,-1 1,0 0,0-1,0 1,0 0,0-1,0 1,0 0,-1 0,1 0,0 0,-1 0,1 0,-1 0,1 1,-1-1,1 1,-1-1,1 1,-1-1,0 1,1 0,-1-1,0 1,1 0,-1 0,1 1,-1-1,0 0,-6 3,0 1,0 0,0 1,0 0,1 0,0 0,0 1,0 0,0 0,1 1,1 0,-1 0,1 0,0 1,0 0,1 0,0 0,1 0,-2 6,-4 7,1 0,2 1,0 0,1 0,1 0,1 1,1-1,1 1,1 0,1-1,1 1,5 21,-5-30,1-1,1 1,0-1,1 0,1 0,0 0,1-1,0 0,0 0,2-1,-1 0,1 0,1-1,0 0,0-1,1 0,0-1,1 0,0-1,0 0,8 3,-10-5,0-1,0 0,0-1,0 0,0 0,1-1,0-1,-1 0,1 0,0-1,-1 0,1-1,0 0,-1-1,1 0,-1 0,0-1,1-1,-1 0,-1 0,1-1,-1 0,0-1,0 0,0 0,-1-1,0 0,1-1,4-12,0 0,-2-2,0 1,-1-1,-1 0,-1-1,-1 0,-2-1,0 1,-1-1,-1 0,-2 0,0 0,-1-1,1-3,-1 0,-1 0,-2 0,0 1,-7-25,7 43,1 0,-1 0,0 0,-1 1,0 0,0-1,-1 2,0-1,0 0,-1 1,0 0,0 0,-1 1,0 0,0 0,0 1,-1-1,1 2,-8-4,4 3,1 1,-1 1,1 0,-1 1,0 0,0 0,0 1,-1 1,1 0,0 0,0 1,0 1,0 0,0 0,0 1,1 0,-1 1,1 0,0 1,-8 5,4-2,1 1,0 0,1 1,0 1,1-1,0 2,0 0,1 0,1 1,0 0,1 0,0 1,1 1,-2 5,1 1,2-1,0 1,1 0,1 0,1 1,1-1,1 1,1 0,1-1,0 1,3 6,-2-15,1 0,0-1,1 1,0-1,1 0,1 0,-1 0,2-1,0 1,0-2,1 1,0-1,1 0,0-1,1 0,0 0,0-1,1-1,1 1,-4-2,0-1,1 0,-1 0,1-1,0 0,0 0,0-1,1 0,-1-1,1 0,-1-1,1 0,0 0,-1-1,1 0,0-1,0 0,-1 0,1-1,-1-1,1 1,-1-2,0 1,0-1,0 0,-1-1,1 0,3-4,0-8,0 0,-1-1,-1-1,-1 0,-1 0,0-1,-1 0,-2 0,0 0,-1-1,-1 0,0 0,-2 0,-1-6,3-2,-1 1,-1 0,-2-1,0 1,-2 0,-3-7,6 32,-1 0,1-1,-1 1,0 0,0 0,-1-1,1 1,-1 0,1 0,-1 1,0-1,0 0,0 0,0 1,-1-1,1 1,-1 0,0 0,1 0,-1 0,0 0,0 1,0-1,0 1,-1 0,1 0,0 0,0 0,-1 1,1-1,-1 1,1 0,0 0,-1 0,1 0,-2 1,-15 3,-1 2,1 0,0 1,1 1,-1 1,2 1,-1 0,-4 6,-6 0,-48 29</inkml:trace>
  <inkml:trace contextRef="#ctx0" brushRef="#br1" timeOffset="134">16323 4621,'2'2,"4"3,2 4,0-1</inkml:trace>
  <inkml:trace contextRef="#ctx0" brushRef="#br0" timeOffset="135">12754 10316,'1'-5,"1"-1,-1 1,1 0,0-1,1 1,-1 0,1 0,0 1,0-1,1 1,-1-1,1 1,3-3,4-5,49-62,13-14,50-81,-99 133,-24 47,-62 204,2 39,21-88,36-154,3-9,0 0,0-1,0 1,-1 0,1 0,-1 0,0 0,0 0,0-1,0 1,-1 0,1-1,-1 1,1-1,-1 0,0 1,0-1,0 0,0 0,0 0,-1 0,1-1,-1 1,1 0,-1-1,1 0,-2 1,-111-19,149 14,-31 3,162 0,59 11,-206-9</inkml:trace>
  <inkml:trace contextRef="#ctx0" brushRef="#br0" timeOffset="136">13730 10249,'0'-1,"-1"1,1-1,-1 1,1-1,-1 1,1-1,-1 0,1 1,0-1,-1 0,1 1,0-1,0 0,-1 1,1-1,0 0,0 0,0 1,0-1,0 0,0 0,0 1,0-1,0 0,0 1,1-1,-1 0,0 1,0-1,1 0,-1 1,0-1,1 0,-1 1,1-1,61-105,-32 63,101-165,-131 208,0 0,0 0,0 1,0-1,0 0,0 0,0 1,1-1,-1 0,0 0,0 0,0 1,0-1,1 0,-1 0,0 0,0 1,0-1,1 0,-1 0,0 0,0 0,1 0,-1 0,0 0,0 0,1 1,-1-1,0 0,0 0,1 0,-1 0,0 0,0 0,1 0,-1-1,0 1,0 0,1 0,-1 0,0 0,0 0,1 0,-1 0,0 0,0-1,1 1,-1 0,0 0,0 0,0-1,0 1,1 0,-1 0,-2 26,2-26,-109 537,92-404,17-131,0-1,1 0,-1 0,0 0,0 1,-1-1,1 0,0 0,0 1,-1-1,1 0,0 0,-1 0,1 0,-1 0,0 1,1-1,-1 0,0 0,1-1,-1 1,0 0,0 0,0 0,0 0,0-1,0 1,0 0,0-1,0 1,-1-1,1 1,0-1,0 0,0 1,0-1,-1 0,1 0,0 0,0 0,-1 0,1 0,0 0,0-1,-1 1,1 0,0 0,0-1,0 1,0-1,0 0,0 1,-1-1,1 0,-119-54,120 55,0 0,1 0,-1 0,0-1,0 1,0 0,0 0,1 0,-1 0,0-1,0 1,0 0,0 0,0 0,0-1,0 1,0 0,0 0,1 0,-1-1,0 1,0 0,0 0,0 0,0-1,0 1,0 0,0 0,-1 0,1-1,0 1,0 0,0 0,0 0,0-1,0 1,0 0,0 0,0 0,-1-1,1 1,26 3,-25-3,40 6,252 25,-211-33,-68-1</inkml:trace>
  <inkml:trace contextRef="#ctx0" brushRef="#br0" timeOffset="137">12847 11278,'-6'-1,"1"-2,0 1,0-1,0 1,0 1,0-1,-1 1,1 0,-1 0,1 0,-1 1,1 0,-1 0,1 0,-1 1,1 0,-1 0,1 0,-1 1,1 0,0 0,0 0,0 1,0-1,0 1,1 0,-1 0,1 1,-4 3,2 5,0 0,1 0,0 0,1 0,0 1,1 0,1 0,0 0,0 0,2 0,-1 0,2 1,0-1,0 0,1 0,3 7,-1-4,1-2,1 1,0 0,1-1,1 0,0-1,1 0,1 0,-1-1,2 0,0-1,0 0,1-1,1 0,-1 0,2-2,-5-1,1-1,0 0,0-1,0 0,1-1,0 0,0-1,0 0,0-1,0 0,0 0,1-1,-1-1,0 0,1-1,-1 0,1 0,-1-1,0-1,0 0,0 0,3-3,-5 1,0 0,-1 0,0-1,0 0,0 0,-1-1,0 0,0 0,-1-1,0 0,0 0,-1 0,0-1,-1 1,1-1,-2-1,1 1,-1-2,3-9,-2 0,0-1,-1 0,-1 1,-1-1,0 0,-2 0,-1-2,0 3,-1 0,0 1,-2 0,0 0,-1 0,-1 1,-5-9,8 19,0 0,-1 0,0 1,0-1,-1 1,1 0,-1 1,-1 0,1 0,-1 0,0 0,-1 1,1 1,-1-1,0 1,0 0,-5-1,7 4,0-1,0 1,-1 0,1 0,0 1,-1 0,1 0,0 0,-1 1,1 0,0 0,0 1,0-1,0 1,0 1,0-1,0 1,1 0,-1 0,1 1,0 0,0 0,0 0,0 0,1 1,0 0,0 0,-3 4,0 1,0 2,0-1,1 1,0 0,1 0,1 0,0 1,0 0,1-1,1 2,0-1,1 0,0 7,10 54,8-8</inkml:trace>
  <inkml:trace contextRef="#ctx0" brushRef="#br0" timeOffset="138">15962 10356,'-9'27,"1"1,2 1,0-1,2 1,1 0,2 0,1 12,0-38,0 1,0-1,1 1,-1-1,1 0,0 1,0-1,0 1,1-1,-1 0,1 0,-1 0,1 0,0 0,0 0,1-1,-1 1,1 0,-1-1,1 0,0 0,0 0,-1 0,2 0,-1 0,0-1,0 0,0 1,1-1,-1 0,1-1,-1 1,1-1,9-1,0 0,0-2,0 0,0 0,0-1,-1-1,0 0,0 0,0-1,-1-1,0 0,0-1,0 0,-1 0,7-9,1 2,-2 0,0-1,0-1,-2-1,0 0,-1-1,-1 0,-1-1,-1 0,0-1,-2 0,0 0,3-19,-9 35,-1-1,0 1,0-1,-1 0,0 0,0 1,0-1,-1 0,1 0,-1 1,-1-1,1 0,-1 1,0-1,0 1,-1 0,1 0,-1 0,0 0,-1 0,1 1,-1-1,0 1,0 0,0 0,-1 0,1 1,-1 0,0-1,0 2,0-1,0 1,-8-2,1 0,0 1,-1 1,1 0,-1 1,0 0,0 1,0 0,1 1,-1 0,0 1,1 1,0 0,-1 1,1 0,0 1,1 0,-1 1,1 0,0 1,1 0,-1 1,1 0,1 0,0 1,0 0,1 1,0 0,0 0,1 1,1 0,-5 9,-18 43,7-3</inkml:trace>
  <inkml:trace contextRef="#ctx0" brushRef="#br0" timeOffset="139">15868 11238,'0'16,"1"1,0-1,1 0,1 0,0 0,1 0,1 0,0-1,2 1,-1-2,2 1,0-1,0 0,2 0,0-1,0-1,1 1,0-2,1 0,1 0,0-1,0 0,1-1,0-1,0 0,1-1,0-1,0 0,-5-2,-1 0,1 0,-1-1,1 0,0-1,0 0,0-1,0 0,1 0,-1-1,0-1,0 1,0-2,0 1,0-1,0-1,0 0,0 0,-1-1,0-1,0 1,0-1,0-1,-1 1,1-2,5-5,-6-1,-2-1,0 1,0-1,-1-1,-1 1,0-1,-1 0,0 1,-2-1,0 0,0 0,-1-1,-1 1,-1 0,0 0,-1 1,0-1,-1 0,-1 1,0 0,-5-9,3 8,1 1,-2 0,0 0,-1 1,0 0,-1 0,0 1,-1 0,-10-8,17 16,-2 0,1 0,0 0,-1 1,0 0,1 0,-1 0,-1 1,1 0,0 0,0 0,-1 1,1 0,-1 0,1 1,-1-1,1 2,-1-1,0 1,1 0,0 0,-1 0,1 1,-6 3,-3 2,0 2,1-1,0 2,0 0,1 1,1 0,0 1,-7 8,-37 44</inkml:trace>
  <inkml:trace contextRef="#ctx0" brushRef="#br0" timeOffset="140">12741 12562,'-8'10,"1"0,1 0,0 1,0 0,1 0,0 0,1 0,1 1,0 0,0 0,1 0,0 0,1 0,1 1,0-1,0 0,2 0,-1 1,1-1,1 0,0-1,1 1,0-1,1 1,0-1,5 6,1-2,1-1,0-1,2 1,-1-2,2 0,-1-1,2 0,-1-1,1-1,1-1,0 0,0-1,0-1,1 0,0-1,0-2,0 1,1-2,-1 0,1-2,-1 0,14-2,-25 1,1 0,0-1,-1 0,0 0,1 0,-1-1,0-1,0 1,0-1,-1 0,1 0,-1-1,0 0,-1 0,1 0,-1-1,0 0,0 0,0 0,-1-1,0 0,-1 1,1-1,-1 0,-1-1,1 1,1-8,-3-5,-1-1,0 1,-1-1,-1 1,-1-1,-1 1,-1 0,-1 0,0 1,-2 0,0 0,-1 1,-1-1,0 2,-2 0,0 0,-6-5,4 3,-1 0,-1 1,-1 1,-1 1,0 0,-1 1,-1 1,-9-5,20 14,0 0,0 0,-1 1,0 0,0 1,0 0,0 0,0 1,-1 1,1 0,-1 0,1 1,-1 0,1 1,-1 0,1 0,0 1,-1 1,1 0,-3 1,5 0,0 1,-1 0,2 0,-1 0,1 1,-1 0,2 1,-1 0,1 0,0 0,0 1,1-1,0 1,0 1,1-1,0 1,1-1,0 1,0 0,1 0,0 1,0-1,1 0,0 1,1-1,0 1,1-1,0 0,0 1,1-1,0 0,1 0,0 1,29 60,8-8</inkml:trace>
  <inkml:trace contextRef="#ctx0" brushRef="#br0" timeOffset="141">13890 12802,'-5'1,"1"-1,0 1,0 0,0 0,-1 1,1-1,0 1,1 0,-1 0,0 0,0 1,1-1,-1 1,1 0,0 0,0 0,0 0,0 0,1 1,-1-1,1 1,0 0,0 0,0 0,1 0,-1 0,1 0,0 0,0 0,0 1,1-1,0 0,-1 0,1 1,1-1,-1 0,1 1,0-1,1 6,2 0,-1 0,1 0,1 0,0-1,0 0,1 0,0 0,0-1,1 0,1 0,-1-1,1 1,0-2,0 1,8 3,1 1,1-1,-1-1,2 0,-1-2,1 0,0-1,1-1,9 1,-17-3,-1-1,1-1,0 0,-1 0,1-1,0 0,0-1,0-1,-1 0,1 0,-1-1,1-1,-1 0,0 0,-1-1,1-1,-1 0,0 0,0-1,-1 0,0 0,0-1,0-1,-1 1,-1-1,1-1,0-2,-1-2,0 0,-1-1,-1 0,0 1,-1-2,-1 1,0 0,-1-1,-1 1,0-1,-1 1,-1-1,-1 1,0-1,0 1,-2-1,0 1,-5-11,6 16,-1 0,-1 0,0 0,0 0,-1 1,0 0,0 0,-1 0,0 1,-1 0,0 1,0 0,-1 0,1 0,-2 1,1 1,-1 0,1 0,-1 0,-1 1,1 1,0 0,-1 0,0 1,0 1,0-1,0 2,-8 0,-1 2,1 0,0 1,0 1,0 0,0 2,1 0,-1 1,2 1,-15 9,-12 8,1 3,2 1,-23 21,-40 42,14-6</inkml:trace>
  <inkml:trace contextRef="#ctx0" brushRef="#br0" timeOffset="142">12887 14367,'21'-67,"3"2,2 1,15-21,2-8,36-85,-68 160,-10 18,-1 0,1 0,-1 0,1 1,-1-1,1 0,0 0,-1 0,1 1,-1-1,1 0,-1 0,1 1,-1-1,0 1,1-1,-1 0,1 1,-1-1,0 1,1-1,-1 1,0-1,1 1,-1-1,0 1,0-1,0 1,1 0,-1-1,0 1,0-1,0 1,0-1,0 1,0 0,0-1,0 1,0-1,-1 1,1 0,0-1,0 1,0-1,-1 1,1-1,1 251,-2-132,-2 32,15 128,-11-267,19 68,-12-68</inkml:trace>
  <inkml:trace contextRef="#ctx0" brushRef="#br0" timeOffset="143">13930 14246,'-8'10,"0"1,1-1,0 1,0 0,1 1,1 0,0 0,0 0,1 0,1 1,0 0,1-1,0 2,1-7,1 1,0-1,0 1,0-1,1 0,0 1,1-1,0 0,0 0,0 0,1 0,0 0,0 0,1-1,-1 1,2-1,-1 0,1-1,-1 1,2-1,-1 0,1 0,1 1,6 2,1-1,0 0,0-1,0-1,1 0,-1-1,1 0,1-1,-1-1,0-1,0 0,1-1,-1 0,0-1,1-1,-1 0,0-2,0 1,-1-2,1 0,-1-1,0 0,0-1,2-2,-3 0,-1-1,0 0,-1-1,0 0,0-1,-1 0,-1-1,0 0,-1 0,0-1,-1 0,-1 0,0-1,-1 0,3-13,-2 6,-2-1,0 1,-2-1,0 0,-1 0,-2 0,0 0,-2 0,0 0,-4-11,5 24,-1 1,0-1,0 1,-1 0,0 0,0 1,-1-1,0 1,-1 0,0 0,0 1,0-1,-1 1,0 1,-1-1,1 2,-1-1,-1 1,1 0,-1 0,1 1,-1 0,-1 1,1 0,0 0,-2 1,-11 1,0 2,0 0,0 2,0 0,1 1,-1 2,1 0,0 1,1 1,0 1,0 1,0 0,2 2,-1 0,2 1,-1 1,-13 14,-100 101,79-68</inkml:trace>
  <inkml:trace contextRef="#ctx0" brushRef="#br0" timeOffset="144">13008 13926,'0'-1,"1"1,-1-1,1 1,-1-1,1 1,-1 0,1-1,0 1,-1 0,1-1,-1 1,1 0,0-1,0 1,-1 0,1 0,0 0,-1 0,1 0,0 0,0 0,-1 0,1 0,0 0,-1 0,1 0,0 1,-1-1,1 0,0 0,-1 1,1-1,0 0,-1 1,1-1,-1 1,1-1,-1 1,1-1,-1 1,1-1,-1 1,1 0,-1-1,0 1,1 0,-1 0,-7 37,-14 0,-2-1,-1-1,-2-1,-1-1,-12 8,13-11,-117 137,132-151,24-25,161-195,36-38,-163 198,-47 42,0 1,1-1,-1 1,0-1,1 1,-1 0,0-1,1 1,-1-1,1 1,-1 0,0 0,1-1,-1 1,1 0,-1 0,1-1,-1 1,1 0,-1 0,1 0,-1 0,1 0,-1 0,1 0,-1 0,1 0,0 0,-1 0,1 0,-1 0,1 0,-1 0,1 1,-1-1,0 0,1 0,-1 1,1-1,-1 0,1 1,-1-1,0 0,1 1,-1-1,0 0,1 1,-1-1,0 1,1-1,-1 1,0-1,0 1,0-1,1 1,-1-1,0 1,0-1,0 1,0-1,0 1,-3 36,3-35,-17 155,8 1,9 126,1-174,-1-106,0-2,1-1,-1 1,1 0,-1-1,0 1,0-1,0 1,0 0,0-1,0 1,0 0,0-1,-1 1,1-1,0 1,-1-1,0 1,1-1,-1 1,0-1,0 1,0-1,0 0,0 1,0-1,0 0,0 0,0 0,-1 0,1 0,0 0,-1 0,1 0,-1-1,1 1,-1 0,1-1,-1 0,1 1,-1-1,1 0,-1 1,-204-8,383 10,114 18,-353-18,-182-3,219 2,25-2,0 0,1 0,-1 1,0-1,0 0,0 0,0 0,1 0,-1 0,0 0,0 1,0-1,0 0,0 0,0 0,1 1,-1-1,0 0,0 0,0 0,0 1,0-1,0 0,0 0,0 0,0 1,0-1,0 0,0 0,0 0,0 1,0-1,0 0,0 0,0 0,0 1,-1-1,1 0,0 0,0 0,0 1,0-1,26 6,24 3,1-3,0-2,-1-2,1-2,10-4,-17-1</inkml:trace>
  <inkml:trace contextRef="#ctx0" brushRef="#br0" timeOffset="145">14130 14099,'-10'-5,"-1"0,0 0,0 1,0 1,0 0,0 1,-1 0,1 0,-1 1,0 1,1 0,-1 1,0 0,1 0,-1 1,1 1,0 0,0 1,0 0,0 0,0 1,1 1,-7 4,6 2,0 0,1 1,0 0,1 0,0 1,1 0,1 0,0 1,1 0,1 0,1 1,0 0,0-1,2 1,0 1,1-1,0 13,1-19,0 1,1-1,0 0,1 0,0 0,1 0,0-1,0 1,1 0,0-1,1 0,0 0,0-1,1 1,0-1,1 0,-1-1,1 1,1-1,0-1,0 1,0-2,1 1,-1-1,1 0,0-1,1 0,-1 0,4 0,-3-1,1-1,0 0,-1 0,1-1,0-1,0 0,0 0,0-1,0-1,0 1,-1-2,1 1,-1-2,1 1,-1-2,0 1,-1-1,1-1,-1 1,0-2,0 1,-1-1,0-1,0 1,0-1,-1-1,-1 1,5-8,-3 2,0 0,-1 0,-1-1,0 0,-1-1,0 1,-2-1,0 0,0 0,-2 0,0 0,-1 0,0-1,-1 1,-1 0,-1 0,0 0,-1 1,0-1,-2 1,0 0,0 0,-2 1,0 0,0-1,4 10,-1 0,1 1,-1-1,1 1,-1 0,-1 0,1 0,0 1,-1 0,0 0,0 0,0 1,0 0,0 0,0 1,0-1,-1 1,1 1,0-1,-1 1,-2 0,-29 6</inkml:trace>
  <inkml:trace contextRef="#ctx0" brushRef="#br0" timeOffset="146">15093 13070,'-34'185,"8"1,-1 155,18 375,10-629,0 142,-1-203</inkml:trace>
  <inkml:trace contextRef="#ctx0" brushRef="#br0" timeOffset="147">16055 13351,'112'-334,"-65"196,-41 126,-5 22,-78 347,22-62,40-216</inkml:trace>
  <inkml:trace contextRef="#ctx0" brushRef="#br0" timeOffset="148">15868 14326,'151'-253,"-117"206,-26 50,-12 60,-13 58,5 2,5 97,8-149</inkml:trace>
  <inkml:trace contextRef="#ctx0" brushRef="#br0" timeOffset="149">15227 15343,'540'14,"180"-3,-690-12,-4 1,-1-1,0 0,0-2,0-1,0-1,15-6,-20 1</inkml:trace>
  <inkml:trace contextRef="#ctx0" brushRef="#br0" timeOffset="150">15789 12348,'16'6,"16"6,19 2,21 1,19 1,17-1,10-3,4-3,-4-3,-10-3,-14-1,-19-2,-20-3,-17-1,-19 3,-18 4,-18 5,-6 2</inkml:trace>
  <inkml:trace contextRef="#ctx0" brushRef="#br0" timeOffset="151">12125 13471,'-2'16,"-1"12,0 10,-1 13,-3 15,-5 18,-4 21,-7 24,-6 26,-7 23,-7 19,-5 15,6-30</inkml:trace>
  <inkml:trace contextRef="#ctx0" brushRef="#br0" timeOffset="152">8957 13872,'-11'-4,"-2"-2,2 4,4 6,4 6,3 6,0 0</inkml:trace>
  <inkml:trace contextRef="#ctx0" brushRef="#br0" timeOffset="153">8877 14300,'0'16,"-3"7,0 5,0-3</inkml:trace>
  <inkml:trace contextRef="#ctx0" brushRef="#br0" timeOffset="154">8837 14794,'2'23,"1"14,-2 8,-2-4</inkml:trace>
  <inkml:trace contextRef="#ctx0" brushRef="#br1" timeOffset="155">1424 3896</inkml:trace>
  <inkml:trace contextRef="#ctx0" brushRef="#br1" timeOffset="156">2058 3877,'-106'-31,"-80"-13,-1 7,149 32</inkml:trace>
  <inkml:trace contextRef="#ctx0" brushRef="#br1" timeOffset="157">2729 6542</inkml:trace>
  <inkml:trace contextRef="#ctx0" brushRef="#br2" timeOffset="158">543 9152,'17'7,"43"12,1-2,0-3,0-3,2-3,-1-2,-40-5</inkml:trace>
  <inkml:trace contextRef="#ctx0" brushRef="#br2" timeOffset="159">1818 7015,'-46'1,"-119"8</inkml:trace>
  <inkml:trace contextRef="#ctx0" brushRef="#br2" timeOffset="160">1818 7015</inkml:trace>
  <inkml:trace contextRef="#ctx0" brushRef="#br0" timeOffset="161">13850 11732,'-10'11,"7"-8,-1 1,0-1,1 0,-1 0,-1 0,1-1,0 1,-1-1,1 0,-1-1,0 1,1-1,-1 1,0-2,0 1,-1 0,5-2,0 1,0-1,1 1,-1-1,0 0,0 1,1-1,-1 0,1 1,-1-1,1 0,-1 0,1 0,-1 0,1 1,0-1,0 0,-1 0,1 0,0 0,0 0,0 0,0 0,0 0,0 0,0 0,0 0,0 0,1 1,-1-1,0 0,0 0,1 0,-1 0,1 0,-1 1,1-1,-1 0,1 0,-1 1,1-1,0 0,-1 1,1-1,0 0,0 1,0-1,-1 1,1 0,0-1,0 1,1-1,87-7,-66 8,206 14,-217-13</inkml:trace>
  <inkml:trace contextRef="#ctx0" brushRef="#br0" timeOffset="162">14860 3980,'64'7,"134"17,1-9,22-8,-108-7,-113 0,1 0,0 1,-1-1,1 0,-1 0,1 0,0 0,-1 1,1-1,-1 0,1 0,0 0,-1 0,1 0,-1-1,1 1,0 0,-1 0,1 0,-1 0,1-1,-1 1,1 0,0 0,-1-1,1 1,-1-1,1 1,-1 0,0-1,1 1,-1-1,1 1,-1-1,0 1,1-1,-1 1,0-1,0 0,0 1,1-1,-1 1,0-1,0 0,0 1,0-1,0 1,0-1,0 0,0 1,0-1,0 0,-6-10</inkml:trace>
  <inkml:trace contextRef="#ctx0" brushRef="#br1" timeOffset="156">96 3913</inkml:trace>
  <inkml:trace contextRef="#ctx0" brushRef="#br1" timeOffset="155">406 3913,'-36'10,"-18"7,43-13</inkml:trace>
  <inkml:trace contextRef="#ctx0" brushRef="#br0" timeOffset="12">1555 3892,'858'-26,"-442"3,184-2,-302 49,-164-20,-118-14,-16 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2,'0'-2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629 14,'1'-2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27 916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0,'0'1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82 0,'15'134,"-15"-121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1133 369,'78'-151,"-69"67,-6 20,5-2,-9 66,-1-1,1 0,0 1,0-1,-1 1,1 0,0-1,-1 1,1 0,-1 0,1 0,0 0,-1 0,1 0,0 0,-1 1,1-1,0 0,-1 1,1-1,0 1,0 0,-1-1,1 1,0 0,0-1,0 1,0 0,0 0,0 0,0 0,-2 1,-25 14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962 0,'0'0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1151 56,'0'0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1294 115,'0'-1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90 0,'0'1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84 4323,'-12'86,"-28"156,40-196,-10 110,2-100,3-1,2 1,3 36,-5 86,4-149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0,'-1'1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228 9,'0'0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32,'0'-7,"-1"1,0-1,0 1,0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11 449,'2'-26,"1"0,1-1,1 1,8-21,-2 4,31-184,-42 226,5-24,-5 25,0 1,0-1,1 0,-1 0,0 1,0-1,0 0,0 0,0 0,1 1,-1-1,0 0,0 0,0 0,0 1,1-1,-1 0,0 0,0 0,1 0,-1 0,0 0,0 1,1-1,-1 0,0 0,0 0,1 0,-1 0,0 0,0 0,1 0,-1 0,0 0,1 0,-1 0,0-1,0 1,1 0,-1 0,0 0,0 0,0 0,1 0,-1-1,0 1,0 0,1 0,-1 0,0 0,0-1,0 1,0 0,0 0,1-1,-1 1,0 0,0 0,0-1,0 1,0 0,4 11,-1 0,-1 1,0-1,-1 1,0-1,0 1,-1 0,-1-1,0 5,-1 17,2 28,-1 87,-14 97,3-131,11-112,1-1,-1 1,1 0,-1-1,0 1,0-1,1 1,-1-1,0 1,-1-1,1 0,0 1,0-1,-1 0,1 0,0 0,-1 0,1 0,-1 0,1 0,-1 0,0-1,1 1,-1-1,0 1,1-1,-1 0,0 1,0-1,1 0,-1 0,0 0,0-1,1 1,-1 0,0-1,0 1,1-1,-1 1,-1-2,-29 2,219-29,-14 13,-149 15</inkml:trace>
  <inkml:trace contextRef="#ctx0" brushRef="#br0" timeOffset="1">719 35,'2'5,"6"5,5 11,11 9,9 5,9 6,8 4,5 0,0-1,-3-2,-3-3,-8-3,-8-5,-8-6,-6-4,-6-4,-5-8,-4-4</inkml:trace>
  <inkml:trace contextRef="#ctx0" brushRef="#br0" timeOffset="2">1213 35,'-3'-2,"-1"0,1 0,-1 1,0 0,1-1,-1 1,0 1,0-1,0 0,0 1,0 0,0 0,0 0,0 1,0-1,1 1,-1 0,0 0,0 0,0 0,1 1,-1-1,1 1,-1 0,1 0,0 1,0-1,0 1,0-1,0 1,0 0,1 0,-1 0,1 0,0 1,0-1,-1 2,-62 154,22-43,9-51,-3-3,-3 0,-2-3,-16 14,37-56,17-22</inkml:trace>
  <inkml:trace contextRef="#ctx0" brushRef="#br0" timeOffset="3">599 397,'-7'-3,"0"3,8 2,13 1,20 1,20-1,22-3,20-4,14-6,5-3,-4-2,-14 1,-18 4,-22 3,-24 3,-18 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0 482,'1'-19,"88"-169,22-86,-108 309,-13 150,-30 156,18-128,22-212,0 0,1 0,-1 0,0-1,0 1,0 0,0 0,0 0,0 0,0 0,0 0,0 0,-1 0,1 0,0 0,0-1,-1 1,1 0,-1 0,1 0,-1 0,1-1,-1 1,1 0,-1-1,0 1,1 0,-1-1,0 1,0-1,1 1,-1-1,0 1,0-1,0 0,0 1,1-1,-1 0,0 0,0 1,0-1,0 0,0 0,0 0,0 0,0 0,0 0,0-1,1 1,-1 0,0 0,0-1,0 1,0 0,0-1,1 1,-1-1,0 1,0-1,1 0,-1 1,0-1,1 0,-1 0,-31-22,51 15,246 6,-45 11,-186-7</inkml:trace>
  <inkml:trace contextRef="#ctx0" brushRef="#br0" timeOffset="1">775 174,'-2'-7,"1"2,6 10,9 12,8 12,10 11,9 10,8 8,3 2,2 1,1-1,-3-1,-3-7,-5-5,-8-9,-8-5,-6-9,-7-9</inkml:trace>
  <inkml:trace contextRef="#ctx0" brushRef="#br0" timeOffset="2">1404 147,'-16'-4,"-10"2,-4 7,-3 9,0 9,4 10,2 8,1 9,0 4,-2 5,-3 2,-3-4,0-3,-2-8,4-6,4-10,8-11</inkml:trace>
  <inkml:trace contextRef="#ctx0" brushRef="#br0" timeOffset="3">682 495,'-25'-5,"41"0,415 1,7 5,-394 4,-59 0,-61-2,50-2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0,'-16'11,"-28"24,-6 9</inkml:trace>
  <inkml:trace contextRef="#ctx0" brushRef="#br0">358 46,'-8'-2,"-24"-9,0 2,-1 1,-1 2,1 1,-1 2,-8 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1259 187,'-46'-10,"-1"-2,2-2,0-2,-10-7,-90-30,103 39,-1 2,0 2,-1 1,0 3,0 1,0 3,0 1,-1 2,1 2,0 3,0 1,1 1,-19 8,48-10,1 0,-1 0,1 1,0 1,1 0,0 1,0 0,1 1,0 0,1 1,0 0,0 1,1 0,1 0,0 1,1 0,0 0,1 1,1-1,0 1,-1 6,-1 2,1 0,0 0,2 1,1 0,1 0,0 0,2 0,1 0,0 0,2 0,1 0,1-1,0 0,2 0,1 0,0 0,2-1,0-1,1 0,8 9,8-1,1-1,2-2,1-1,0-1,2-2,1-1,0-1,1-2,1-2,1-1,0-2,0-2,5 0,7 5,1-3,1-2,0-2,0-2,0-2,1-3,-1-2,1-2,-1-2,5-3,-37 3,1-1,-1 0,0-1,0-1,-1-1,0-1,0 0,-1-1,-1-1,0-1,0 0,-2-1,1 0,-2-1,0-1,-1 0,0-1,5-13,-3 5,-2-1,-1 0,-1-1,-1-1,-2 1,0-1,-2 0,-1-1,-1 1,-2-1,-1 0,-1 1,-1-1,-2 1,-1 0,-1-1,-1 2,-3-6,3 17,-1 0,-1 1,0 0,-1 0,0 1,-1 1,-1 0,0 0,0 1,-2 1,1 0,-2 0,1 2,-1 0,-1 0,1 2,-1 0,-1 0,1 2,-1 0,0 1,-15-2,-108-12,2 12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257 143,'-4'-4,"-2"0,2 8,7 12,7 15,9 11,10 13,9 5,8 4,7 1,3-5,0-5,-4-8,-3-9,-8-11,-8-10,-11-9</inkml:trace>
  <inkml:trace contextRef="#ctx0" brushRef="#br0" timeOffset="1">712 156,'-18'3,"-11"6,-5 10,-1 13,1 9,1 12,3 9,-2 1,-1 3,0-3,1-9,4-8,6-12</inkml:trace>
  <inkml:trace contextRef="#ctx0" brushRef="#br0" timeOffset="2">70 464,'-16'0,"-7"0,2 0,11 0,20 0,20 0,25-3,22-4,20-4,12 0,5-1,-4 2,-9 3,-13 3,-12 3,-14 3,-18 1</inkml:trace>
  <inkml:trace contextRef="#ctx0" brushRef="#br0" timeOffset="3">1206 397,'3'-52,"2"1,2 0,3 1,2 0,2 0,4-4,-3 15,-6 51,-7 27,-1 1,-3-1,-1 0,-3 14,2-20,-14 98,-27 95,32-190,6-28</inkml:trace>
  <inkml:trace contextRef="#ctx0" brushRef="#br0" timeOffset="4">1166 624,'-4'-4,"0"-3,6 2,11 0,15-1,14 1,12-1,5 0,2 2,-10 1</inkml:trace>
  <inkml:trace contextRef="#ctx0" brushRef="#br0" timeOffset="5">1755 597,'9'-2,"5"-1,-2 0,-9 1,-18 0,-5 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187 130,'-7'12,"0"12,6 12,10 11,13 8,13 5,10 3,7-2,1-3,-1-6,-6-8,-8-9,-8-10,-9-10</inkml:trace>
  <inkml:trace contextRef="#ctx0" brushRef="#br0" timeOffset="1">507 211,'-13'3,"-10"4,-5 11,-2 11,-1 13,5 9,5 9,3 2,1 0,0-1,2-5,-2-6,2-13</inkml:trace>
  <inkml:trace contextRef="#ctx0" brushRef="#br0" timeOffset="2">0 492,'16'5,"16"1,20-1,18 0,18-4,14-4,8-7,2-3,-7-4,-13-2,-21 3</inkml:trace>
  <inkml:trace contextRef="#ctx0" brushRef="#br0" timeOffset="3">1136 332,'46'-72,"-17"30,-2-2,-2-1,-2-1,5-19,-23 47,-11 34,-7 33,3 1,2 1,3 0,1-1,3 43,1-26,-4 0,-12 66,14-121,-1 0,0 1,-1-1,-1 0,1-1,-2 1,0-1,-5 8,-6 2</inkml:trace>
  <inkml:trace contextRef="#ctx0" brushRef="#br0" timeOffset="4">1136 720,'2'-5,"8"-3,11-1,16-1,12-1,13 1,6 3,1 2,-11 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0 520,'144'-264,"-22"27,-108 219,-14 18,1 0,-1 0,0 0,1 0,-1 0,1 0,-1 0,0 0,1 1,-1-1,1 0,-1 0,0 0,1 1,-1-1,0 0,1 0,-1 1,0-1,1 0,-1 1,0-1,0 0,0 1,1-1,-1 1,0-1,0 0,0 1,0-1,0 1,0-1,1 0,-1 1,0-1,0 1,0-1,0 1,-1-1,1 0,0 1,0-1,0 1,0-1,0 0,0 1,-1-1,1 0,0 1,0-1,-1 0,1 1,0-1,0 0,-1 1,1-1,0 0,-1 0,1 1,-56 303,51-268,2 1,1 0,2 0,1 0,3 0,0 0,3 1,7 10</inkml:trace>
  <inkml:trace contextRef="#ctx0" brushRef="#br0" timeOffset="1">629 159,'16'9,"14"10,11 10,6 8,3 7,1 1,-4 4,-4-1,-4-3,-4-8,-4-7,-2-9,-4-10,-6-7</inkml:trace>
  <inkml:trace contextRef="#ctx0" brushRef="#br0" timeOffset="2">1136 159,'-16'0,"-9"5,-6 7,-2 10,1 9,3 9,2 9,0 5,4 5,0 1,-2 0,-2-3,2-10,5-12</inkml:trace>
  <inkml:trace contextRef="#ctx0" brushRef="#br0" timeOffset="3">588 453,'7'0,"14"0,21-2,21-4,22-2,15-2,8-3,-4 2,-10 3,-17 2,-21 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0 494,'28'-82,"-4"-1,8-53,11-42,-36 163,-2 21,0 28,-2 471,7-420,-1-59</inkml:trace>
  <inkml:trace contextRef="#ctx0" brushRef="#br0" timeOffset="1">481 160,'16'7,"12"6,11 9,9 7,4 5,2 6,-1 5,-4 5,-4 0,-4-2,-4-6,-4-8,0-11,-2-8,-6-7</inkml:trace>
  <inkml:trace contextRef="#ctx0" brushRef="#br0" timeOffset="2">1069 173,'-18'9,"-13"10,-5 11,-2 9,1 8,3 4,5 0,2-1,4-2,4-8,2-8,0-9,2-9</inkml:trace>
  <inkml:trace contextRef="#ctx0" brushRef="#br0" timeOffset="3">494 428,'16'0,"19"0,22-3,23-4,22-7,15-2,7-4,-7 0,-16 1,-25 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69,'2'5,"5"7,7 10,9 7,10 8,9 5,8 2,5 2,2 0,0-2,-2-6,-4-3,-8-6,-9-8,-11-7</inkml:trace>
  <inkml:trace contextRef="#ctx0" brushRef="#br0" timeOffset="1">494 69,'-15'9,"-13"12,-6 12,-1 12,-3 11,2 8,2 4,2 0,2-5,2-6,3-11,4-13,5-12</inkml:trace>
  <inkml:trace contextRef="#ctx0" brushRef="#br0" timeOffset="2">0 376,'14'7,"20"2,23-5,19-9,18-10,11-6,3-1,-3 2,-10 5,-14 7,-20 10,-19 4</inkml:trace>
  <inkml:trace contextRef="#ctx0" brushRef="#br0" timeOffset="3">1083 337,'43'-297,"-32"257,-6 46,8 126,-9 321,-7-367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144 1,'-2'0,"1"0,6 4,6 7,6 10,7 11,6 11,5 7,5 7,3 5,4 1,1-4,4-4,-2-8,-4-9,-6-11,-9-13,-10-8</inkml:trace>
  <inkml:trace contextRef="#ctx0" brushRef="#br0" timeOffset="1">612 14,'-9'1,"-1"0,1 1,-1 1,1-1,0 1,0 1,0 0,1 0,-1 1,1 0,0 0,0 1,1 0,0 0,0 1,0 0,1 0,0 0,0 1,1 0,0 0,-235 291,219-277,5-8</inkml:trace>
  <inkml:trace contextRef="#ctx0" brushRef="#br0" timeOffset="2">10 282,'-9'-13,"30"14,-12 0,104 1,0-5,0-5,-1-5,0-5,-1-5,80-28,-170 46,-22 5,1 0,0 0,0 0,0 0,-1 0,1 0,0-1,0 1,0 0,0 0,-1 0,1 0,0 0,0 0,0-1,0 1,0 0,0 0,-1 0,1 0,0-1,0 1,0 0,0 0,0 0,0 0,0-1,0 1,0 0,0 0,0 0,0-1,0 1,0 0,0 0,0 0,0-1,0 1,0 0,0 0,0 0,0 0,0-1,1 1,-1 0,0 0,0 0,0 0,0-1,0 1,0 0,1 0,-1 0,0 0,0 0,0 0,0 0,-2-2,-8-5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1 501,'196'-457,"-174"414,-21 43,0 1,0 0,0 0,0 0,0 0,0 0,0 0,-1 0,1 0,0 0,-1 0,1 0,-1 0,1 0,-1 0,1 1,-1-1,0 0,0 0,0 1,0-1,0 0,0 0,0 1,0-1,0 0,0 0,-1 1,1 0,-15 315,12 30,4-346,-1 0,0 1,0-1,0 0,-1 1,1-1,0 0,0 1,-1-1,1 0,-1 0,1 1,-1-1,1 0,-1 0,0 0,0 0,0 0,1 0,-1 0,0 0,0 0,0 0,-1 0,1 0,0-1,0 1,0 0,0-1,-1 1,1-1,0 0,-1 1,1-1,0 0,-1 0,1 0,0 0,-1 0,1 0,0 0,-1 0,1 0,0-1,0 1,-1 0,1-1,0 0,0 1,-1-1,1 1,0-1,0 0,0 0,0 0,0 0,0 0,0 0,0 0,1 0,0 0,0 1,0-1,0 0,0 0,0 1,1-1,-1 0,0 1,0-1,1 0,-1 1,0-1,1 0,-1 1,1-1,-1 1,0-1,1 0,-1 1,1-1,0 1,-1 0,1-1,-1 1,1-1,0 1,-1 0,1 0,0-1,0 1,-1 0,1 0,0 0,-1 0,1 0,0 0,0 0,-1 0,1 0,0 0,0 0,-1 0,1 0,0 1,-1-1,1 0,0 1,1-2,93-9,1 5,20 3,-93 2,-2-1,-15 0,0 1,1 0,-1 0,1 0,-1 0,0 1,1 0,-1 1,0-1,0 1,0 1,0 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28,'15'-11,"180"7,100 43,208-37,-288-15,43-1,-11 1,161 5,145 3,-340 19,104 21,-127-5,-99-27,-91-3,0 0,-1 0,1 0,0 0,-1 0,1 0,0-1,-1 1,1 0,0 0,-1 0,1 0,0 0,0-1,-1 1,1 0,0 0,0 0,-1-1,1 1,0 0,0 0,0-1,-1 1,1 0,0-1,0 1,0 0,0-1,0 1,0 0,0-1,0 1,0 0,-1-1,1 1,1 0,-1-1,0 1,0 0,0 0,0-1,0 1,0 0,0-1,0 1,0 0,1-1,-1 1,0 0,0 0,0-1,1 1,-1 0,0 0,0-1,1 1,-1 0,0 0,0 0,1 0,-1-1,0 1,1 0,-1 0,1 0,-14-12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454 139,'4'-29,"-1"-16,-1 1,-2 23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0,'0'0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0,'0'0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0,'0'0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1164 1794,'-10'-112,"4"0,7-52,0 60,-1 32,-1-79,6 1,6 0,18-70,-21 182,-1-1,-2 0,-2 0,-2-38,-33-12,20 64,6 12,1 1,-2 0,0 0,0 1,-1 0,0 0,-1 1,0 0,-1 0,0 1,0 1,-1 0,0 0,-1 1,0 0,0 1,0 0,-11-3,-25-1,0 1,0 3,-1 1,0 3,-27 3,69-1,-14 0,-1 1,1 0,0 2,0 1,1 1,-1 0,1 2,0 0,1 1,0 1,0 1,0 1,2 0,-1 1,1 1,-14 15,15-12,1 1,0 0,2 1,0 1,1 0,1 1,0 0,2 1,1 0,0 0,-3 16,-62 135,59-148,2 1,0 0,2 1,0 0,2 1,1 0,1 0,-1 18,6 11,3 1,2-1,2 0,3 0,2-1,17 48,-7-28,-3 1,-3 1,-4 0,-3 1,-4 11,9 431,-14-411,-2 0,5 1,5 0,5-1,10 35,-12-100,-3 0,-1 0,-2 0,-2 11,-4 263,-24 4,38-94,-5-168,-3 0,-3 0,-2 0,-6 26,-6-1,-1 6,4 0,3 20,8 566,5-481,0-97,-5 0,-6 23,-23 110,11-102,-1 112,19 892,-1-585,-32-74,8-225,-24 127,33-87,14 3,1 478,14-340,-15 349,-3-647,-1-60,4 0,3 0,3-1,11 55,76 254,-73-292,3-1,4-1,35 77,-38-110,3-2,1 0,17 20,11 16,-39-57,1-2,2 0,1-1,1-1,1-1,1-1,1 0,2-2,16 11,-21-25,1 0,-1-2,1 0,1-1,0-2,-1 0,1-2,0 0,0-1,0-2,1 0,-2-2,1 0,0-1,-1-2,1 0,19-9,-18 7,-1-2,0 0,0-1,-1-1,0-2,-1 0,-1-1,0-1,-1 0,-1-2,0 0,-2-1,0-1,-1 0,-1-2,-1 1,-1-1,-1-1,-1 0,2-8,77-272,-80 281,0 2,-1-1,-1 1,0-2,-2 1,-1 0,0-1,-1-11,3-181,-1-161,-32 118,3 7,22-161,16 46,-28 48,-30-33,37 268,3 0,5-45,-1-21,-53-213,81 62,-26 271,2 0,1 0,1 0,1 1,1 0,2 1,1 0,1 0,4-4,0-6,-1-1,-1-1,-2 0,-2 0,-2-1,-1 0,-2-1,-2 1,-1-307,-7 252,-4 0,-19-81,10 70,-17-115,34 170,-13-138,-10 88,-18-120,38 182,-3 0,-1 0,-2 1,-7-18,8 28,2 0,1 0,1-1,2 1,-1-25,1 8,-1 0,-2 0,-9-27,5 13,2-1,3 0,3 0,2-15,0 65,0 1,-1-1,0 1,0 0,-1 0,0-1,0 1,-1 0,0 1,-1-1,0 0,0 1,-2-3,-1-3,1 0,0-1,1 0,0 0,1 0,1-1,-2-13,-7-27,-30-52,-22-20,48 95,11 24,0-1,1 0,0-1,1 1,0-1,0 1,1-1,0 0,0-6,-24-131,27-254,1 378,0 1,2-1,0 1,2 0,0 0,5-8,19-79,-21 55,2 0,3 1,1 0,22-46,-23 66,-1-1,-2 0,-1-1,1-15,46-102,-30 11,12-91,15-45,-46 221,-3-1,-2 1,-3-21,6-101,5 86,-3 28,-2 0,-3 0,-4-34,-25-277,20 314,5 34,-2 0,0 0,-2 0,-1 1,-1 0,-2 0,0 1,-4-6,1 11,2-1,0 1,2-1,0-1,1 0,2 0,0 0,1-2,-32-147,17 54,18 114,0 1,0 0,0 0,0 0,-1 0,1 0,-1 0,1 1,-1-1,0 0,0 1,0-1,0 1,0 0,0-1,0 1,0 0,0 0,-1 0,1 1,0-1,-1 1,1-1,-1 1,1-1,-28-7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135 188,'-2'-2,"1"1,0 0,-1 0,1 0,-1 0,0 0,1 0,-1 0,0 0,1 0,-1 1,0-1,0 1,0 0,0-1,1 1,-1 0,0 0,0 0,0 0,0 0,0 1,0-1,1 1,-1-1,0 1,0-1,1 1,-1 0,0 0,1 0,-1 0,1 0,-1 0,1 0,-1 1,1-1,0 1,0-1,0 1,-1 0,-7 12,0 1,2 1,-1 0,2-1,0 2,1-1,1 1,0 0,1 0,1 0,1 0,0 0,2 6,-2-17,0 0,1-1,0 1,0 0,1 0,0-1,0 1,0 0,1-1,-1 1,1-1,1 0,-1 1,1-1,0 0,0 0,0-1,1 1,0-1,-1 0,2 0,-1 0,0 0,1-1,0 1,0-1,0 0,3 1,3-2,1-1,0 0,0 0,-1-1,1-1,0 0,-1 0,1-1,0-1,-1 0,0 0,0-1,0-1,0 0,-1 0,0-1,0 0,0-1,-1 0,0-1,6-6,-6 6,-1 0,0-1,-1 1,0-2,0 1,-1-1,0 0,-1 0,0-1,-1 0,0 0,-1 0,0 0,0 0,-1-1,-1 1,0-1,0 1,-1-1,-1 0,0 1,-1-1,0 1,0 0,-1-1,-1 1,0 0,0 1,-1-1,-1 1,0 0,0 0,-2-1,4 4,-1 0,-1 1,1-1,-1 1,0 0,-1 0,1 1,-1 0,0 0,-1 0,1 1,-1 0,0 1,0-1,0 2,0-1,-1 1,1 0,0 1,-1 0,0 0,1 1,-1 0,1 1,-1 0,1 0,-1 0,1 1,0 1,-1 0,1 0,0 0,1 1,-1 0,1 0,-5 4,5-2,1 0,0 0,0 0,0 1,1 0,0 0,0 0,1 0,0 1,0 0,1 0,0 0,0 0,1 1,0-1,0 1,1-1,0 1,1-1,0 1,0 0,1-1,0 1,1-1,-1 1,2-1,-1 0,1 1,0-1,4 5,20 25</inkml:trace>
  <inkml:trace contextRef="#ctx0" brushRef="#br0" timeOffset="1">710 1,'6'4,"10"12,11 13,12 12,11 7,8 4,4 4,-3-2,-3-3,-8-6,-9-5,-12-8,-9-9</inkml:trace>
  <inkml:trace contextRef="#ctx0" brushRef="#br0" timeOffset="2">1150 28,'-16'2,"-11"8,-10 9,-3 10,-3 9,1 10,2 6,3 4,4 3,7-1,5-4,7-6,5-10,4-12</inkml:trace>
  <inkml:trace contextRef="#ctx0" brushRef="#br0" timeOffset="3">643 335,'4'-2,"16"-1,22 0,24-1,22-3,14-1,4 0,-6 1,-15 2,-19 5,-21 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0 596,'56'-64,"-4"-2,-2-3,-3-1,27-60,3-39,-64 143,-6 24,-8 73,-6 33,4 0,5 0,4-1,19 101,-13-154</inkml:trace>
  <inkml:trace contextRef="#ctx0" brushRef="#br0" timeOffset="1">748 115,'-7'14,"-1"16,-1 11,7 11,12 8,16 4,15 1,12-1,8-5,3-8,-3-6,-6-8,-12-6,-10-9,-10-5,-10-5</inkml:trace>
  <inkml:trace contextRef="#ctx0" brushRef="#br0" timeOffset="2">1136 302,'-18'9,"-13"12,-8 12,-6 14,-3 10,0 7,2 1,4 0,4-6,5-7,5-11,7-12</inkml:trace>
  <inkml:trace contextRef="#ctx0" brushRef="#br0" timeOffset="3">628 543,'9'-3,"14"3,20 0,22 0,24-1,16-4,7 0,-3 0,-12 1,-23 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14 370,'0'0,"0"0,0-1,0 1,-1 0,1 0,0-1,0 1,0 0,-1 0,1-1,0 1,0 0,-1 0,1 0,0-1,-1 1,1 0,0 0,-1 0,1 0,0 0,-1 0,1 0,0 0,0 0,-1 0,1 0,0 0,-1 0,1 0,0 0,-1 0,1 0,0 0,-1 0,1 0,0 0,-1 1,1-1,0 0,0 0,-1 0,1 1,0-1,0 0,-1 0,1 1,0-1,0 0,11-30,-8 25,22-45,-3 0,-1-1,-3-2,-2 0,3-24,-52 358,-28 60,58-327,2-20</inkml:trace>
  <inkml:trace contextRef="#ctx0" brushRef="#br0" timeOffset="1">549 116,'-5'0,"2"6,4 10,10 11,10 10,10 6,12 4,7 1,1-1,0-1,-4-4,-6-5,-8-4,-9-5,-9-6,-7-6</inkml:trace>
  <inkml:trace contextRef="#ctx0" brushRef="#br0" timeOffset="2">1003 102,'-13'5,"-12"8,-6 9,-4 9,0 12,3 6,7 5,5 2,3-1,6-2,1-5,-2-3,0-8,-4-7,1-10</inkml:trace>
  <inkml:trace contextRef="#ctx0" brushRef="#br0" timeOffset="3">469 437,'18'-2,"22"-4,22-2,22-5,16-2,7 2,0-1,-10 4,-15 2,-16 4,-20 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75,'-4'1,"0"0,-1 1,1-1,0 1,0 0,0 0,0 0,1 1,-1-1,1 1,-1 0,1 0,0 0,0 0,0 1,0-1,1 1,-1 0,1 0,0 0,-1 4,-24 92,24-79,1 1,2 0,0 0,1-1,1 1,1 0,0-1,6 16,-7-30,0 1,1-1,0 0,0 0,0 0,1 0,0 0,1-1,-1 1,1-1,0 0,1-1,-1 0,1 1,0-2,1 1,-1-1,1 0,0 0,0 0,0-1,0-1,0 1,1-1,6 1,-5-2,0 0,0-1,0 0,-1 0,1-1,0 0,0-1,0 0,-1-1,1 1,-1-1,0-1,0 0,0 0,0-1,-1 1,1-2,-1 1,-1-1,1 0,-1 0,4-6,-1 1,-1 0,0 0,0-1,-1 0,-1-1,0 0,-1 0,0 0,-1 0,-1-1,0 1,-1-1,0 0,-1-4,-1 2,-1-1,0 1,-1-1,-1 1,-1 0,0 0,-1 0,0 1,-2 0,0 0,0 0,-1 1,-2-1,5 8,0 0,0 0,-1 0,0 0,0 1,-1 0,1 0,-1 1,-1 0,1 0,-1 1,0 0,0 0,0 1,0 0,-1 0,1 1,-1 0,0 0,1 1,-1 1,0-1,0 1,-8 1,9 1,-1 0,1 0,0 1,0 0,1 1,-1 0,0 0,1 0,0 1,0 0,1 0,-1 1,1 0,0 0,1 0,-1 1,1 0,1 0,-1 0,1 0,0 1,1 0,0 0,0 0,1 0,0 0,0 1,1-1,0 0,0 1,1-1,0 1,1-1,0 1,0-1,2 5,16 35,7-9</inkml:trace>
  <inkml:trace contextRef="#ctx0" brushRef="#br0" timeOffset="1">762 22,'5'18,"5"15,11 11,13 6,12 2,10 2,8-2,5-4,0-5,-5-6,-8-8,-13-6,-10-8,-11-7,-10-7</inkml:trace>
  <inkml:trace contextRef="#ctx0" brushRef="#br0" timeOffset="2">1243 22,'-16'13,"-10"17,-7 14,-4 11,-2 7,2 5,3 0,3-3,4-4,4-9,4-11,5-11</inkml:trace>
  <inkml:trace contextRef="#ctx0" brushRef="#br0" timeOffset="3">762 262,'0'9,"12"3,19 0,25-5,23-8,19-8,14-5,0-1,-11 4,-23 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66,'7'9,"6"10,7 9,5 8,6 8,5 4,2 4,0 3,1-3,-3-2,-3-3,-1-7,-3-9,-4-8,-1-10,-5-6</inkml:trace>
  <inkml:trace contextRef="#ctx0" brushRef="#br0" timeOffset="1">561 107,'-16'20,"-7"19,0 11,1 8,5 7,3 0,2-3,0-4,0-6,-2-9,1-10</inkml:trace>
  <inkml:trace contextRef="#ctx0" brushRef="#br0" timeOffset="2">0 481,'23'0,"25"0,28-3,25-4,21-9,13-5,1-5,-5 1,-12 2,-16 0,-25 4</inkml:trace>
  <inkml:trace contextRef="#ctx0" brushRef="#br0" timeOffset="3">1243 254,'0'13,"11"113,-10-120,1-1,-1 0,1 0,0 0,1 0,-1 0,1 0,0 0,0-1,1 0,-1 1,1-1,0-1,0 1,0 0,1-1,-1 0,1 0,0 0,0-1,3 2,1-1,0 0,1-1,0 0,-1 0,1-1,0-1,0 1,0-1,0-1,-1 0,1-1,0 1,0-2,-1 1,0-1,1-1,-1 0,0 0,-1-1,1 0,-1 0,0-1,0 0,-1-1,0 0,0 0,0 0,-1-1,0 0,-1 0,1 0,-2-1,1 0,-1 0,-1 0,1 0,-1-1,-1 1,0-1,0-7,-1 4,0-1,-1 0,-1 1,0-1,-1 1,-1 0,0-1,0 1,-2 0,1 1,-2-1,1 1,-2 0,-4-7,6 12,0 0,0 0,0 1,-1-1,0 1,0 1,0-1,-1 1,0 0,0 1,0-1,-1 2,1-1,-1 1,0 0,0 0,0 1,-1 0,1 1,0-1,-1 2,1-1,0 1,-1 1,-2 0,0 1,1 0,-1 1,1 1,-1-1,1 2,0-1,0 1,1 1,-1 0,1 0,1 1,-1 0,1 0,0 1,1 0,-3 5,-5 6,1 1,1 1,0 0,2 0,1 1,1 1,-3 9,-12 48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135 184,'33'61,"222"303,-205-303,-39-48</inkml:trace>
  <inkml:trace contextRef="#ctx0" brushRef="#br0" timeOffset="1">455 251,'-11'12,"-6"12,-1 12,2 8,0 8,1 5,-2-1,0-1,1-5,0-6,2-9,2-8,1-9,3-9,2-6</inkml:trace>
  <inkml:trace contextRef="#ctx0" brushRef="#br0" timeOffset="2">1 559,'22'-7,"25"-5,21-4,20-2,11 0,7 0,-4 4,-7 4,-13 4,-18 2,-18 3,-19-1,-17-3,-16 0,-7 0</inkml:trace>
  <inkml:trace contextRef="#ctx0" brushRef="#br0" timeOffset="3">1110 291,'0'2,"-2"1,1 0,0 1,1-1,-1 0,0 1,1-1,0 1,0-1,0 1,0-1,0 0,1 1,0-1,0 1,0-1,0 2,18-15,4-19,-1-2,-1-1,-2 0,7-17,-10 19,-1-2,-1 1,-2-1,2-11,-54 199,33-125,2 0,1 0,1 0,2 1,1-1,1 1,2-1,2 0,7 29,4-14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1 294,'1'-59,"3"0,3 0,11-46,-14 94,-4 34,-10 93,-2 40,6 81,10-136,1-13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1,'18'2,"16"8,8 11,6 11,4 11,0 10,-1 8,-2 4,-1-2,0-4,-2-9,-3-7,-5-12,-7-11,-6-10,-7-8</inkml:trace>
  <inkml:trace contextRef="#ctx0" brushRef="#br0" timeOffset="1">562 53,'-16'3,"-12"9,-8 15,-5 13,-2 12,-1 8,3 3,1 0,4-4,2-7,3-13,7-13</inkml:trace>
  <inkml:trace contextRef="#ctx0" brushRef="#br0" timeOffset="2">27 321,'3'14,"15"4,24-3,28-6,24-10,19-6,10-5,4-2,-21 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24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0,'5'9,"6"10,7 8,9 9,8 8,7 5,6 3,3 4,1 2,-3 0,-4-3,-6-4,-7-3,-6-9,-7-8,-2-14,-6-9</inkml:trace>
  <inkml:trace contextRef="#ctx0" brushRef="#br0" timeOffset="1">589 80,'-16'7,"-10"9,-4 11,-3 9,1 9,0 5,4 3,2 0,4-3,0-4,2-9,-1-11,5-9</inkml:trace>
  <inkml:trace contextRef="#ctx0" brushRef="#br0" timeOffset="2">1 387,'18'7,"22"0,23-4,20-6,15-8,11-4,3-4,-2 1,-8 2,-10 1,-11 3,-21 3</inkml:trace>
  <inkml:trace contextRef="#ctx0" brushRef="#br0" timeOffset="3">1177 241,'-2'9,"0"0,1 0,0 0,1 0,0 0,0 1,1-1,0 0,1 0,0 0,0 0,1 0,0-1,0 1,1-1,0 0,1 0,0 0,0 0,1-1,-1 0,2 0,-1-1,6 5,-2-5,0 0,0-1,0 0,1-1,-1 0,1-1,0 0,0-1,1 0,-1 0,0-2,1 1,-1-1,0-1,1 0,-1 0,0-2,3 0,-6 1,0 0,-1 0,1-1,-1 0,0 0,0-1,0 0,0 0,0-1,-1 0,0 0,0 0,-1-1,1 0,-1 0,0 0,-1-1,1 1,-1-1,-1 0,1 0,-1-1,-1 1,1-1,-1 0,0-1,-1-2,-1-1,1 0,-2 1,0-1,0 0,-1 1,-1 0,0-1,0 1,-1 0,-1 0,0 1,0 0,-1-1,0 2,-1-1,0 1,0 0,-1 0,0 1,-8-6,10 8,-1 0,0 0,-1 1,1 0,-1 0,0 1,0 0,0 1,-1-1,1 1,-1 1,0 0,0 0,1 1,-1 0,0 0,-1 1,1 0,0 1,0 0,1 0,-1 1,0 0,0 1,1 0,-1 0,1 1,-1 0,-7 7,1 1,0 1,1 1,0 0,1 0,0 1,2 1,-1 0,2 1,0 0,1 1,-29 54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3.26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1409,'136'-80,"3"6,4 6,70-20,-51 20,1360-654,-1433 674,27-16,4 4,2 6,78-22,-160 70,-38 11,-7 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4.36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1351,'46'-16,"374"-132,-291 99,1207-474,-59 29,-969 378,-303 115,2-2,-16 2,-3 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5.620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1114,'-23'4,"27"-4,42-13,458-173,979-370,-1263 472,-68 22,2 8,146-31,-50 8,-242 77,-11 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6.79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1 894,'45'-8,"0"-2,0-2,32-14,-44 14,920-313,-563 191,-57 17,336-69,-441 138,-187 36,-38 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29:47.95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0 808,'40'-9,"-2"0,0-3,0-1,7-5,-17 7,850-329,31 42,-710 223,-198 75,-1 0,0 0,1 0,-1 0,1 0,-1 0,1 0,-1 0,0 0,1 0,-1 0,1 0,-1 0,0-1,1 1,-1 0,1 0,-1 0,0-1,1 1,-1 0,0-1,0 1,1 0,-1-1,0 1,0 0,1-1,-1 1,0 0,0-1,0 1,1-1,-1 1,0 0,0-1,0 1,0-1,0 1,0-1,0 1,0 0,0-1,0 1,0-1,0 1,-1 0,1-1,0 1,0-1,0 1,0 0,-1-1,1 1,0 0,0-1,-1 1,1-1,-10-4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0:32.5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95,'451'-15,"53"-25,-312 29,48 10,-144 1,67-12,-152 3,-14 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1:45.5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2579 3814,'-1'0,"0"0,0 0,0 0,0 0,0 0,0 0,1 0,-1 1,0-1,0 0,0 1,1-1,-1 0,0 1,0-1,1 1,-1 0,0-1,1 1,-1-1,1 1,-1 0,1 0,-1-1,1 1,-1 0,1 0,0-1,-1 1,1 0,0 0,0 0,-1 0,1-1,0 1,0 0,0 0,0 0,0 0,-6 27,1 0,1 0,2 0,1 1,1 12,0-36,4 127,15 83,0-9,-13 17,-10 0,-9 0,-16 43,3-16,7 117,12-139,2-174</inkml:trace>
  <inkml:trace contextRef="#ctx0" brushRef="#br0" timeOffset="2200.857">2512 3866,'-2'-2,"-1"-1,1 1,1-1,-1 0,0 0,1 0,-1 0,1 0,0 0,0 0,0 0,0-1,1 1,-1 0,1 0,0-1,0 1,0 0,0-1,0 1,1 0,0 0,0-1,0 1,0 0,0 0,0 0,1 0,0 0,-1 0,1 1,0-1,0 0,2 0,6-1,0 1,-1 0,2 1,-1 0,0 0,0 1,1 1,-1-1,2 2,29-3,144-17,-76 5,0 6,0 3,73 9,85 18,212-11,473-24,73-28,-41 34,-212 15,20 8,63 9,-17 18,-391-22,-41-11,-39 10,-364-20,-1 0,0-1,0 1,1 0,-1 0,0 0,1 0,-1 0,0 0,1 0,-1 1,0-1,0 1,0 0,1 0,-1 0,0 0,0 0,0 0,0 0,-1 1,1-1,0 1,0-1,-1 1,1 0,-1-1,0 1,1 0,-1 0,1 1,21 152,-20-114,-1-11,27 293,42 170,-40-332,7 133,-32-204,4 46,21 106,-5-116,-10-66,-4 2,-2 0,-3 0,-2 0,-3 1,-5 39,-33 218,36-28,-7-246,4-34</inkml:trace>
  <inkml:trace contextRef="#ctx0" brushRef="#br0" timeOffset="4423.965">2499 6300,'14'45,"-1"1,-3 0,-2 1,-1 0,-3 1,-2-1,-2 1,-3 16,5 109,7-95,3 0,3 0,4-1,3-1,28 62,-36-99,-2 1,-2 0,-1 1,-2 0,-2 0,-1 22,-5-62,1-1,0 1,-1-1,1 1,0 0,0-1,0 1,0 0,-1-1,1 1,0 0,0 0,0-1,0 1,0 0,1-1,-1 1,0 0,0-1,0 1,1 0,-1-1,0 1,1 0,-1-1,0 1,1-1,-1 1,1-1,-1 1,1-1,-1 1,1-1,-1 1,1-1,-1 0,1 1,0-1,-1 0,1 1,0-1,-1 0,1 0,0 0,-1 0,1 0,0 0,0 0,-1 0,1 0,0 0,-1 0,1 0,0 0,-1 0,1-1,0 1,-1 0,1 0,-1-1,1 1,0-1,-1 1,1 0,-1-1,1 0,27-13,0 0,1 2,1 1,0 2,0 0,1 2,0 2,13-1,255-6,-263 12,627-8,371-17,1338 35,-1554-12,-98 15,280 45,-145-21,-284-12,-334-15,-112 4,47-9,-106-6,-64 1,-1 1,0-1,1 0,-1 0,0 0,1 0,-1 0,1-1,-1 1,0 0,1 0,-1-1,0 1,0-1,1 0,-1 1,0-1,0 0,0 1,0-1,1 0,-1 0,0 0,-1 0,1 0,0 0,0-1,0 1,-1 0,1 0,-1 0,1-1,-1 1,1 0,-1-1,0 1,1 0,-1-1,0 1,0-2,-17-137,7 89,-21-143,16 80,-5 1,-5 1,-34-92,14 93</inkml:trace>
  <inkml:trace contextRef="#ctx0" brushRef="#br0" timeOffset="5919.952">2686 5778,'1010'8,"1265"-2,-1093 33,469 18,-656-32,-311-7,-234 1,-237-17,-248 6,20-6</inkml:trace>
  <inkml:trace contextRef="#ctx0" brushRef="#br0" timeOffset="6984.815">6883 3720,'25'1295,"-14"-1112,8-1,9-1,14 28,28 59,-21-86,16 124,-56-215,-4 1,-4 0,-10 72,1 43,31 12,-22-212,-3-6</inkml:trace>
  <inkml:trace contextRef="#ctx0" brushRef="#br0" timeOffset="7907.87">4476 3934,'2'-4,"-2"4,0-1,0 0,0 0,0 1,0-1,0 0,0 0,1 1,-1-1,0 0,0 0,0 1,1-1,-1 0,0 1,1-1,-1 1,1-1,-1 0,1 1,-1-1,1 1,-1-1,1 1,-1-1,1 1,0 0,-1-1,1 1,0 0,-1-1,1 1,0 0,-1 0,1-1,0 1,0 0,-1 0,1 0,0 0,0 0,-1 0,1 0,0 1,0-1,-1 0,1 0,0 1,-1-1,1 0,0 1,-1-1,1 0,0 1,-1-1,1 1,-1-1,1 1,-1-1,1 1,-1-1,1 1,-1 0,0 0,7 17,-1 1,-1 0,-1 0,0 0,0 17,0-4,158 978,-121-735,-12 0,-7 249,7 56,-18-182,-10-230,-2-149,2-1,0 1,1 0,0-1,2 0,0 1,1-2,1 1,2 4,-8-22,0 1,1 0,-1 0,0 0,1 0,-1 0,1-1,-1 1,1 0,-1 0,1 0,0-1,-1 1,1 0,0-1,-1 1,1-1,0 1,0-1,0 1,-1-1,1 0,0 1,0-1,0 0,0 0,0 1,0-1,0 0,0 0,0 0,0 0,-1 0,1 0,0-1,0 1,0 0,0 0,0-1,0 1,0-1,7-7</inkml:trace>
  <inkml:trace contextRef="#ctx0" brushRef="#br0" timeOffset="9091.874">9036 3773,'4'62,"3"0,2 0,3-1,3 0,8 17,9 40,-1 30,-6 1,-7 1,-7 0,-7 94,-6 647,41-499,-18-230,-2 124,-20-23,42-43,-42-41,-9-195,1-1</inkml:trace>
  <inkml:trace contextRef="#ctx0" brushRef="#br0" timeOffset="11172.042">961 2089,'-31'-32,"46"59,257 361,-186-282,4-5,5-3,4-4,84 59,-88-76,-41-36,-1 2,-2 2,-3 3,-1 1,-3 3,17 26,-41-44,2 0,2-2,1 0,1-2,2-1,2 0,2-2,-14-14,0 1,-2 1,0 0,0 1,-2 1,0 0,-1 1,4 8,-11-16,-12-15</inkml:trace>
  <inkml:trace contextRef="#ctx0" brushRef="#br0" timeOffset="12217.324">480 2704,'-14'-3,"1"1,-1 1,0 0,1 0,-1 2,0-1,0 2,1 0,-1 1,1 0,0 1,0 0,0 1,0 0,1 1,0 1,-8 5,2 1,-1 0,2 1,0 1,1 1,0 0,1 1,1 0,1 2,0-1,-3 9,7-12,1 0,1 0,0 0,1 1,1-1,0 2,1-1,1 0,0 1,1 0,1-1,1 1,0 0,2 0,-1 0,1-12,-1-1,1 1,0-1,0 1,1-1,-1 0,1 0,0 0,0 0,0-1,1 1,-1-1,1 0,0 0,0 0,0 0,0-1,0 1,1-1,-1 0,1-1,-1 1,1-1,0 0,-1 0,1 0,2 0,7 0,0 0,0-1,0-1,0 0,0-1,0 0,0-2,-1 1,1-1,15-9,-1 0,-1-1,0-2,-1-1,0-1,-2-1,0-1,-1-1,-2-1,0-1,-1-1,-1-1,-1-1,-2 0,-1-1,0-1,-2 0,-2-1,6-19,-11 32,0 0,-2-1,1 1,-2-1,0 0,-1 0,-1 0,-1 0,0 0,-1 0,-1 0,0 0,-1 0,-6-16,6 28,0 0,0 0,0 0,-1 1,0 0,1-1,-2 1,1 1,0-1,-1 1,0 0,1 0,-1 0,0 0,-1 1,1 0,0 0,-1 0,1 1,-1 0,0 0,1 0,-1 1,0 0,1 0,-1 0,0 1,1 0,-1 0,1 0,-1 1,1-1,-1 1,1 1,0-1,0 1,0 0,0 0,-3 4,-2 0,1 0,0 1,1 1,0-1,0 2,1-1,0 1,1 0,0 0,0 0,1 1,1 0,0 0,0 1,1-1,0 1,1-1,0 10,-1 8,2 0,2 0,0 0,2 0,1 0,1 0,3 3,13 39,3-2,3-1,33 58,-9-18,-24-37,-20-48</inkml:trace>
  <inkml:trace contextRef="#ctx0" brushRef="#br0" timeOffset="12501.505">800 3346,'49'-303,"-46"285,-8 56,-8 46,3 1,5 0,2 1,6 20,20 24,-10-85</inkml:trace>
  <inkml:trace contextRef="#ctx0" brushRef="#br0" timeOffset="13180.239">1937 2089,'-8'0,"0"1,0 0,1 1,-1 0,1 0,-1 1,1 0,0 0,0 0,0 1,0 0,1 1,-1-1,1 1,1 1,-4 2,-75 102,72-90,1 0,1 1,0 0,1 1,2 0,0 0,1 1,2 0,0 0,1 0,2 0,0 1,2 16,0-36,-1 1,0-1,1 1,0-1,0 1,1-1,-1 0,1 1,0-1,0 0,0 0,1 0,-1 0,1-1,0 1,0-1,0 0,1 0,-1 0,1 0,-1 0,1-1,0 1,0-1,0 0,1 0,-1-1,0 1,1-1,-1 0,1 0,-1-1,1 1,-1-1,1 0,-1 0,1-1,0 1,-1-1,3 0,6-6,-1-1,1 1,-1-2,-1 0,1 0,-2-1,1-1,-1 1,-1-2,0 1,-1-1,0-1,0 1,-2-1,1-1,-2 1,3-10,13-25,-2-1,-3-1,-2 0,-2-1,-2-1,-2 0,-1-19,-6 66,0 1,0-1,-1 1,1-1,-1 1,0-1,0 1,-1-1,1 0,-1 1,0 0,0-1,-1 1,1-1,-1 1,0 0,0 0,0 0,-1 0,1 1,-1-1,0 0,0 1,0 0,-1 0,1 0,-1 0,0 0,0 1,1 0,-2 0,1 0,0 0,0 0,-1 1,1 0,-1 0,0 1,0 1,0-1,0 1,0 1,0-1,1 1,-1 0,1 0,-1 0,1 0,0 1,0 0,0 0,0 0,0 0,1 1,-1-1,1 1,0 0,0 0,0 0,1 1,-44 102,40-66,1 0,2 1,2-1,1 1,3-1,1 1,2-1,2 0,1-1,2 0,2-1,2 0,2-1,1 0,15 21,35 39,-53-84</inkml:trace>
  <inkml:trace contextRef="#ctx0" brushRef="#br0" timeOffset="13485.399">2137 2717,'-1'6,"-9"102,10-103,0 1,1-1,-1 0,1 1,0-1,1 0,-1 0,1 0,0 0,0 0,1-1,-1 1,1-1,0 1,1-1,-1 0,1 0,2 2,-3-3,1-1,-1 0,1 0,-1 0,1-1,0 1,0-1,0 0,0 0,0 0,0-1,0 1,0-1,0 0,0 0,0 0,0-1,0 1,0-1,0 0,0 0,-1-1,1 1,0-1,-1 0,1 0,-1 0,3-2,4-2,0-1,-1-1,0 0,0 0,0-1,-1 0,-1-1,0 1,1-3,-3 3,1 0,-2-1,0 0,0 0,0 0,-2-1,1 1,-1-1,-1 1,0-1,0-3,-1 10,0 0,0 0,0 1,0-1,-1 0,0 1,0-1,0 0,0 1,0-1,-1 1,1 0,-1-1,0 1,0 0,-1 0,1 0,0 0,-1 1,0-1,0 1,0-1,0 1,0 0,0 0,0 0,-1 1,1-1,0 1,-1 0,0 0,1 0,-3 0,-3 0,0 1,0 1,0 0,-1 0,1 1,1 0,-1 0,0 1,0 0,1 1,0 0,0 0,0 1,0 0,1 0,-1 1,2 0,-1 0,0 1,1-1,0 1,1 1,0-1,0 1,0 0,-17 32</inkml:trace>
  <inkml:trace contextRef="#ctx0" brushRef="#br0" timeOffset="13901.289">2658 2316,'14'25,"11"20,11 15,10 9,6 7,4-1,1-4,-1-7,-7-12,-9-13,-9-13,-8-15,-7-10</inkml:trace>
  <inkml:trace contextRef="#ctx0" brushRef="#br0" timeOffset="14161.501">3154 2356,'-19'5,"-12"12,-10 15,-8 18,-4 17,-4 14,0 12,1 7,4-1,9-17</inkml:trace>
  <inkml:trace contextRef="#ctx0" brushRef="#br0" timeOffset="14617.252">3420 3452,'-2'2,"0"1,0-1,0 1,0 0,0 0,1 0,-1 0,1 0,0 0,0 0,0 0,0 1,1-1,-1 0,1 1,0-1,0 0,0 1,0-1,1 0,-1 1,1-1,0 0,0 0,0 0,0 0,1 0,-1 0,1 0,0 0,-1 0,1 0,1-1,-1 1,0-1,1 0,-1 0,1 0,0 0,-1 0,1 0,0 0,4 0,0-1,0 1,0-1,0 0,0-1,0 0,1 0,-1 0,0-1,0 0,0 0,0-1,-1 0,1 0,0-1,-1 0,1 0,-1 0,0-1,0 0,0 0,-1-1,1 1,-1-1,0 0,-1-1,1 1,-1-1,0 0,0 0,-1 0,0 0,0-1,0 1,-1-1,0 0,0 0,-1 0,1 0,-2 0,1 0,-1 0,0 0,-1-5,0 6,0 0,0 0,-1 0,0 0,0 0,0 1,-1-1,1 1,-1-1,-1 1,1 0,-1 0,0 1,0-1,0 1,-1 0,0 0,1 0,-1 1,-1-1,1 1,0 0,-1 1,0-1,1 1,-1 0,0 1,0 0,0-1,0 2,0-1,0 1,-1 0,1 0,0 1,0-1,0 1,0 1,0-1,0 1,1 0,-1 1,-2 0,5-1,0 1,0-1,1 0,-1 1,1 0,-1-1,1 1,0 0,0 0,0 1,1-1,-1 0,1 0,-1 1,1-1,0 1,0-1,1 1,-1 0,1-1,0 1,0 0,0-1,0 1,1-1,-1 1,1 0,0-1,0 1,0-1,1 0,-1 1,1-1,0 0,0 0,0 0,0 0,0 0,1 0,2 1,33 26,5-7</inkml:trace>
  <inkml:trace contextRef="#ctx0" brushRef="#br0" timeOffset="14902.032">3875 3452,'-1'3,"1"0,-1 1,1-1,0 0,0 0,0 1,0-1,0 0,1 0,-1 1,1-1,0 0,0 0,0 0,1 0,-1 0,1 0,0 0,-1 0,1-1,1 1,-1-1,0 1,0-1,1 0,-1 0,1 0,0 0,0 0,0-1,0 1,0-1,0 0,0 0,0 0,0 0,0-1,1 1,1-1,7 3,1-1,0 0,0-1,0-1,-1 0,1-1,0 0,0-1,-1-1,1 1,1-2,-8 2,0 0,-1 0,1 0,0-1,-1 0,0 0,1 0,-1 0,-1-1,1 0,0 0,-1-1,0 1,0-1,0 0,0 0,-1 0,0 0,0 0,-1-1,1 0,-1 1,0-1,0-1,-2 0,1 1,-1 0,0-1,0 1,-1 0,0-1,0 1,0 0,-1 0,0-1,0 1,-1 1,0-1,0 0,0 1,0-1,-1 1,0 0,0 0,0 1,-1-1,0 1,0 0,0 0,0 0,0 1,-1 0,0 0,-4-2,4 2,-1 0,1 1,0-1,-1 1,1 0,-1 1,0 0,1 0,-1 0,0 1,0 0,1 0,-1 1,0 0,0 0,1 0,-1 1,1 0,-1 1,1-1,0 1,0 0,0 1,0-1,1 1,-1 0,1 1,0 0,1-1,0 0,1 1,0 0,0 0,0 0,0 0,1 1,0-1,0 0,0 1,1 0,0-1,0 1,0 0,1 0,0-1,0 1,0 0,1 0,0 0,0-1,2 6,12 31</inkml:trace>
  <inkml:trace contextRef="#ctx0" brushRef="#br0" timeOffset="15418.09">5613 3239,'-10'9,"0"1,0 1,1 0,0 0,1 0,0 1,1 1,0-1,1 1,1 0,0 1,1-1,0 1,1 0,-1 6,4-15,0-1,1 1,-1 0,1-1,0 1,0 0,0-1,1 0,0 1,-1-1,1 0,1 0,-1 0,1 0,0 0,-1 0,2-1,-1 1,0-1,1 0,-1 0,1 0,0-1,0 1,0-1,0 0,1 0,-1-1,0 1,4 0,5 2,0-1,1-1,-1 0,0-1,1 0,-1-1,0-1,1 0,-1 0,5-2,-11 1,1 0,-1 0,1-1,-1 0,0 0,0 0,0-1,-1 0,1 0,-1-1,0 0,0 0,-1-1,1 1,-1-1,-1 0,1 0,-1-1,0 0,0 1,-1-1,0-1,0 1,0 0,-1-1,-1 1,1-1,-1 1,0-6,0 7,0-1,-1 0,1 0,-1 0,-1 0,0 0,0 0,0 1,-1-1,1 0,-2 1,1-1,-1 1,0 0,0 0,-1 0,0 0,0 0,0 1,0 0,-1 0,0 0,0 0,-1 1,1 0,-1 0,0 0,0 1,0 0,0 0,-1 1,1-1,-1 1,0 1,0-1,1 1,-1 0,0 1,-5 0,6 1,0 0,0 0,0 0,0 1,0 0,0 1,1-1,-1 1,1 0,-1 1,1-1,0 1,0 0,1 0,-1 0,1 1,0 0,0 0,1 0,-1 0,1 0,0 1,0 0,1-1,0 1,0 0,0 0,1 0,0 0,0 1,0-1,1 0,0 0,0 0,1 1,-1-1,2 1,7 40</inkml:trace>
  <inkml:trace contextRef="#ctx0" brushRef="#br0" timeOffset="15668.193">6107 3439,'4'-51,"1"1,3 0,2 0,10-25,-30 101,1 0,1 1,2 0,0 0,2 1,1-1,2 1,0 0,2-1,1 1,1 0,1-1,2 0,6 19,6-6</inkml:trace>
  <inkml:trace contextRef="#ctx0" brushRef="#br0" timeOffset="16281.367">8032 3252,'3'-21,"0"-13,0-5,0-4,-2 4,0 11,0 17,-1 17,0 16,0 16,0 14,0 8,2 6,1 1,4-5,4-7,-1-15</inkml:trace>
  <inkml:trace contextRef="#ctx0" brushRef="#br0" timeOffset="16535.081">8367 3239,'0'-19,"0"-14,0-9,0-2,0 2,0 6,0 14,0 20,0 18,0 21,0 18,5 15,5 10,9 2,9-4,1-14</inkml:trace>
  <inkml:trace contextRef="#ctx0" brushRef="#br0" timeOffset="17101.214">10079 3318,'0'-16,"2"-12,1-5,2-5,0 0,2 4,-1 6,-1 12,-1 15,-4 18,-2 17,-3 13,0 13,0 6,4 0,6-7,5-8,0-13</inkml:trace>
  <inkml:trace contextRef="#ctx0" brushRef="#br0" timeOffset="17451.653">10466 3292,'-3'6,"1"1,0-1,1 1,-1 0,1-1,1 1,-1 0,1 0,0-1,1 1,0 0,0 0,0-1,1 1,0-1,0 1,0-1,1 0,0 0,0 0,1 0,0 0,0-1,0 0,0 1,1-2,0 1,5 4,2 0,-1 0,1 0,1-1,0 0,0-1,0-1,1 0,0 0,0-2,0 0,0 0,15 0,-24-3,0 0,0-1,0 0,0 0,0 0,0-1,0 1,0-1,0 0,0-1,0 1,0-1,-1 0,1 0,-1-1,1 1,-1-1,0 0,0 0,0-1,-1 1,1-1,-1 1,1-1,-1 0,-1-1,1 1,0 0,-1-1,0 1,0-1,0 0,-1 0,0 0,1-5,0-1,-1-1,0 0,-1 1,-1-1,1 0,-2 1,0-1,0 0,-1 1,0 0,-1 0,-1 0,1 0,-2 1,-4-8,7 13,0 0,-1-1,0 1,0 1,0-1,-1 0,0 1,1 0,-2 0,1 1,0-1,-1 1,1 0,-1 1,0-1,0 1,0 0,0 1,0-1,-1 1,1 0,0 1,-1 0,1 0,0 0,-1 1,1 0,0 0,-3 1,-13 6,1 1,0 1,1 1,0 1,1 1,0 0,1 1,-12 13,23-21,-57 49</inkml:trace>
  <inkml:trace contextRef="#ctx0" brushRef="#br0" timeOffset="18435.63">1563 4855,'-3'11,"1"0,-1-1,2 1,0 0,0 0,1 0,0 0,1-1,1 1,-1 0,2 0,-1-1,1 1,1-1,0 0,1 0,0 0,0-1,1 1,0-1,0-1,1 1,0-1,1 0,0-1,0 0,1 0,0-1,0 0,0 0,1-1,0 0,0-1,0 0,3 1,0-1,1-1,-1 0,1 0,-1-2,1 1,0-2,0 0,-1-1,1 0,0-1,-1 0,1-1,-1-1,4-1,-8 2,-1 0,0-1,0 0,0 0,-1-1,0 0,0 0,0-1,0 1,-1-2,0 1,0-1,-1 0,1 0,-2 0,1-1,-1 1,0-1,0 0,-1-1,-1 1,1-1,-1 1,0-4,-1 1,-1 1,0-1,-1 0,0 1,-1-1,0 1,-1 0,0-1,0 1,-1 1,-1-1,1 0,-2 1,1 0,-1 0,-1 1,1-1,-1 2,-1-1,1 1,-2 0,1 0,0 1,-1 0,0 1,-1 0,1 0,-1 1,0 0,0 1,0 0,-1 0,1 1,-1 1,1 0,-1 0,1 1,-8 1,3 1,0 1,0 1,0 0,0 2,1-1,0 2,0 0,0 0,1 1,0 1,1 0,0 1,0 1,1-1,0 2,1 0,0 0,1 0,1 1,0 1,1-1,0 1,1 1,0-1,0 5,-18 56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7:51.0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0,'3'17,"0"-1,1 1,1-1,0 0,2 0,-1-1,2 0,0 0,1-1,0 0,1 0,1-1,0 0,1-1,0 0,1-1,0-1,1 0,0-1,0 0,1-1,0 0,1-2,12 5,-22-10,1 0,-1 0,1 0,-1-1,1 0,-1-1,1 1,-1-1,0 0,1-1,-1 1,0-1,0 0,0-1,0 0,0 0,-1 0,1-1,-1 1,0-1,0 0,0-1,0 1,-1-1,0 0,0 0,0-1,-1 1,1-2,6-10,-1-1,-1 1,0-1,-2-1,0 1,-1-1,-1 0,0-1,-3-13,-1 32,0 1,0-1,1 1,-1-1,0 1,0-1,0 1,0-1,0 1,0-1,0 1,-1-1,1 1,0-1,0 1,0-1,0 1,-1-1,1 1,0-1,0 1,-1 0,1-1,0 1,-1-1,1 1,0 0,-1-1,1 1,-1 0,1 0,0-1,-1 1,1 0,-1 0,1-1,-1 1,1 0,-1 0,1 0,-1 0,1 0,-1 0,1 0,-1 0,1 0,-1 0,1 0,-1 0,1 0,-1 1,1-1,-1 0,1 0,-1 0,1 1,-1-1,-40 61,21-10,3 1,2 0,3 1,1 0,4 1,1 1,3 9,0 48,6-1,7 31,-1-22,-16 4,6-119,0-1,0 1,-1-1,0 0,0 1,0-1,0 0,-1 0,0 0,1 0,-1-1,-1 1,1-1,0 0,-1 0,0 0,0 0,1 0,-2-1,1 0,0 0,0 0,-1 0,-3 0,-2-1,-1 0,1-1,0 0,0-1,0 0,-1-1,1 0,1-1,-1 0,0 0,1-1,-1 0,1-1,0 0,0 0,1-1,0 0,0-1,0 0,1 0,0 0,0-1,1 0,0 0,0-1,1 0,0 0,1 0,0 0,0-1,1 0,0 0,1 0,0 0,1 0,0 0,0 0,1 0,1-4,1 3,0 1,1 0,1 0,0 0,0 0,1 1,0 0,0 0,1 0,1 0,-1 1,1 0,1 1,-1-1,1 1,1 1,-1 0,5-3,10-5,0 1,0 1,1 2,1 0,-1 1,25-5,-25 8,0 1,0 1,0 1,1 1,13 1,-36 1,0 0,0 0,-1-1,1 2,0-1,0 0,0 0,0 0,0 1,-1-1,1 1,0 0,0-1,-1 1,1 0,0 0,-1 0,1 0,-1 0,1 1,-1-1,1 0,-1 1,0-1,0 1,0-1,0 1,0-1,0 1,0 0,-1 0,1-1,0 1,-1 0,1 0,-1 0,0 0,0 0,0-1,0 1,0 0,0 0,0 0,-1 0,1 0,-1 0,1 0,-12 36,9-34,1 1,0-1,0 1,0 0,1 0,-1 0,1 0,0 0,1 1,-1-1,1 0,0 0,0 0,1 1,0-1,-1 0,2 0,-1 0,1 0,-1 0,1 0,1-1,-1 1,1-1,0 1,2 2,5 1,1-1,0 0,0-1,1-1,0 0,0 0,0-1,0 0,1-1,-1-1,1 0,0-1,0 0,0-1,-1 0,1-1,10-2,-15 3,0 0,0-1,-1 0,1-1,0 0,-1 0,1 0,-1-1,0 0,0 0,0-1,0 0,-1 0,0-1,0 0,0 0,0 0,-1-1,1 0,-1 0,-1 0,1 0,-1-1,0 0,-1 0,0 0,0 0,0 0,-1-1,0 1,-1-1,1-2,-2 1,-1 0,0-1,-1 1,0 1,0-1,-1 0,0 0,0 1,-1-1,-1 1,1 0,-1 1,0-1,-1 1,0 0,0 0,0 1,-1-1,0 1,0 1,-1 0,1 0,-1 0,-1 1,1 0,0 0,-1 1,0 0,1 1,-1 0,0 0,0 1,-1 0,1 1,0 0,0 0,0 1,0 0,0 1,0 0,0 0,0 1,1 0,-1 0,-5 4,2 0,-1 1,1 1,1-1,0 2,0 0,0 0,2 1,-1 0,1 1,1 0,0 0,1 1,0 0,-1 4,-18 46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7:48.9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93 219,'0'-2,"0"8,0 13,0 15,0 20,0 15,0 13,0 7,0 1,-2-4,-1-8,-2-9,-5-13,0-16</inkml:trace>
  <inkml:trace contextRef="#ctx0" brushRef="#br0" timeOffset="322.26">1 6,'17'-3,"1"2,0 0,-1 1,1 0,0 1,-1 1,1 1,-1 1,15 5,-30-9,22 5,1 1,-1 1,0 1,-1 1,1 1,-2 1,0 1,0 1,-1 1,18 15,-37-27,0 0,0-1,-1 1,1 0,0 0,-1 0,1 0,-1 0,1 0,-1 1,0-1,0 0,0 1,0-1,-1 1,1-1,-1 1,1-1,-1 1,0-1,0 1,0-1,0 1,-1 0,1-1,-1 1,1-1,-1 0,0 1,0-1,0 1,0-1,0 0,-1 0,1 0,-1 0,1 0,-1 0,0 0,0 0,0 0,0-1,0 1,0-1,0 0,-1 1,-20 11,-1-2,0 0,-1-1,0-1,-1-2,0 0,0-2,-19 1,26-2,-114 25,123-23</inkml:trace>
  <inkml:trace contextRef="#ctx0" brushRef="#br0" timeOffset="606.079">762 19,'-4'18,"-2"22,0 21,1 19,-1 17,-3 13,-3 3,-4-2,-2-8,-2-12,3-13,1-18,4-16,3-15</inkml:trace>
  <inkml:trace contextRef="#ctx0" brushRef="#br0" timeOffset="889.228">361 474,'9'2,"17"3,22 3,21 5,14 2,10 1,-11-2</inkml:trace>
  <inkml:trace contextRef="#ctx0" brushRef="#br0" timeOffset="1222.073">896 1035,'10'-6,"-1"-1,0 0,0 0,-1-1,0 0,0-1,-1 0,0 0,0 0,-1-1,0 0,-1 0,0 0,-1-1,0 0,0 0,-1 0,2-12,-1 1,0 0,-2-1,-1 1,0-1,-2 0,0 0,-2-3,2 19,1 0,-1 1,-1-1,1 0,-1 0,0 1,-1-1,1 1,-1-1,-1 1,1 0,-1 1,-1-2,5 7,0 1,1-1,-1 0,0 1,0-1,0 1,0-1,0 1,0-1,0 1,0-1,0 1,0-1,0 0,0 1,-1-1,1 1,0-1,0 1,0-1,0 0,-1 1,1-1,0 1,-1-1,1 0,0 1,-1-1,1 0,0 0,-1 1,1-1,0 0,-1 0,1 1,-1-1,1 0,-1 0,1 0,0 0,-1 0,1 0,-1 0,1 0,-1 0,1 0,-1 0,1 0,0 0,-1 0,1 0,-1 0,1 0,-1 0,1-1,0 1,-1 0,1 0,-1-1,1 1,5 8,1-1,0 1,1-1,0-1,0 1,0-1,1-1,-1 1,2-1,-1-1,0 1,1-1,0-1,0 0,0 0,1 0,210 59,-218-62,0 0,1 0,-1 0,0 0,1 0,-1 1,0-1,0 1,0 0,1-1,-1 1,0 0,0 0,0 0,0 0,0 1,0-1,-1 1,1-1,0 1,-1-1,1 1,-1 0,0 0,1 0,-1 0,0 0,0 0,0 0,0 0,-1 0,1 0,0 1,-1-1,0 0,1 0,-1 1,0-1,0 0,-1 0,1 2,-43 48,39-49,0 1,0-1,0 1,0 0,0 0,1 0,0 0,0 0,0 1,0-1,1 1,-1 0,1 0,1 0,-1 0,1 0,0 0,0 1,0-1,0 0,1 1,0 3,4-3,-1 0,1-1,0 0,0 1,0-1,1-1,0 1,0-1,0 0,0 0,1 0,0-1,-1 0,1 0,0 0,1-1,-1 0,0 0,1-1,-1 1,7-1,182 28,-91-21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03.96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2255 3061,'3'-33,"1"1,1 0,2 0,1 1,2 0,13-30,-5 11,8-28,-4-1,-3-1,-3-1,2-63,-11-79,-10-1,-10 1,-10 0,-14-251,34 399,0-11,-3 1,-9-34,10 92,-1 0,-2 1,0 0,-2 1,0 0,-2 0,-1 1,-1 0,-10-13,4 15,0 0,-2 1,0 1,-1 1,-1 1,0 1,-2 1,0 2,-1 0,0 2,-1 0,0 3,0 0,-28-4,-4-4,-1 3,0 3,-1 2,0 3,0 3,0 3,0 2,-48 9,49-2,0 4,0 2,1 3,1 2,1 3,1 3,1 2,-43 30,70-34,2 2,1 1,1 1,1 1,2 1,1 1,1 1,2 1,1 0,2 2,1 0,2 0,1 1,0 11,-16 63,6 1,-4 81,3-23,-9 28,9 1,5 179,22-214,1-39,-5 1,-6 0,-9 33,-9-19,8-63,4 0,2 1,5 0,2 1,6 44,45 248,-50-55,-3-213,4 0,12 92,33 168,-31-206,6-1,13 26,12 25,14 188,52 645,-58-439,-48-436,-7 1,-16 104,0-49,4-36,-33 152,-61 260,58-205,-40 253,53-386,5 74,-35 204,28-268,2 136,30 508,3-774,7 0,5-1,30 355,-37-438,-3-24,1 1,2 0,1 0,1-1,1 0,2 1,2-2,0 1,2-1,1 0,1-1,14 23,1-20,1-2,1-1,2-1,1-2,0-1,2-1,1-2,0-2,1-1,36 12,-43-16,-1-2,1 0,1-2,0-2,0 0,1-2,0-2,0 0,0-2,1-2,-1-1,0-1,0-1,0-2,0-1,-1-2,16-6,35-26,-1-3,-2-4,-2-3,-3-3,22-24,-60 49,116-90,64-71,-169 145,-3-3,-1-1,-3-2,-2-2,-2-1,13-30,-1-29,-5-1,-5-2,-5-2,-6-1,-4-1,-2-39,-6 68,44-265,102-812,-131 736,-25-343,-67 122,51 562,-24-341,16-273,13 387,-28-147,-44-326,53 430,-4 18,16-1,14-1,17-15,68-347,-32 347,-14 102,-2-104,-34 231,-5-1,-6 0,-21-108,4 78,8-2,4-55,19-86,-3 217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04.97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102 154,'-7'5,"-1"0,1 0,1 1,-1 0,1 0,0 1,0 0,1 0,0 0,0 1,1 0,0 0,0 0,1 0,0 0,0 1,1-1,-1 6,0 2,1 0,1 0,0 0,1 0,0 1,2-1,0 0,1 0,3 12,0-11,1 0,0 0,1-1,1 0,0 0,1-1,1-1,0 1,1-2,1 1,0-2,1 0,0 0,13 7,-18-13,0 0,1 0,-1-1,1-1,0 0,0 0,1 0,-1-2,1 1,0-1,-1-1,1 0,0 0,0-1,0-1,0 0,0 0,-1-1,1 0,-1-1,1 0,-1-1,0 0,0-1,3-1,-3-1,0 0,-1-1,0 0,0 0,0-1,-1 0,-1-1,0 1,0-2,0 1,-1-1,-1 0,0 0,-1 0,0-1,0 1,1-10,-1-2,-1 0,0 0,-2 0,-1-1,0 1,-2 0,-1 0,-5-22,5 28,-1-1,-1 1,0 1,-1-1,-1 1,-1 0,0 0,-1 1,-1 0,0 1,-1 0,0 0,-1 1,-1 1,0 0,0 1,-16-10,22 18,0 0,0 0,0 0,-1 1,1 0,-1 1,1 0,-1 0,0 0,1 1,-1 0,0 1,1-1,-1 2,1-1,-1 1,1 0,-1 0,1 1,0 0,0 1,0-1,1 1,-1 1,-2 2,-6 4,1 1,0 1,1 1,1 0,0 0,0 1,2 1,0-1,0 2,2 0,-31 79,13-5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05.53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233 376,'-13'14,"1"1,0 1,1-1,1 2,1-1,0 2,1-1,1 1,0 0,2 1,0-1,1 1,1 0,0 5,4-19,-1 1,1-1,0 0,0 0,0 0,1 0,0 0,0 0,0 0,1-1,-1 1,1-1,0 1,1-1,-1 0,1 0,-1-1,1 1,0-1,1 0,-1 0,0 0,1 0,0-1,0 0,0 0,7 3,0-1,1-1,-1 0,1-1,-1 0,1-1,0-1,-1 0,1 0,5-2,-1 1,0-2,1 0,-1-1,0 0,-1-2,1 0,-1 0,-1-2,1 0,-1-1,0 0,-1-1,0-1,-1 0,0-1,-1-1,0 0,-1 0,0-1,-1 0,-1-1,0 0,-1-1,-1 0,-1 0,0 0,0-1,1-14,-5 14,-1 0,-1 0,0 1,-1-1,-1 0,-1 1,0-1,-1 1,-1 0,0 0,-1 0,-1 1,-1 0,0 0,-1 1,0 0,-1 0,0 1,-2 1,1 0,-1 0,-1 1,0 1,-1 0,0 0,0 2,-1 0,-15-6,17 7,-1 1,0 0,0 1,-1 1,1 0,-1 1,0 1,0 0,0 1,0 1,0 0,0 1,1 0,-1 1,0 1,0 1,1 0,0 0,0 2,0 0,0 0,1 1,0 1,1 0,-8 6,11-4,0 1,1-1,0 2,0-1,1 1,1 0,0 0,1 1,0 0,0 0,2 0,0 0,0 0,1 1,1 0,0-1,1 1,0 0,1-1,1 1,0-1,1 1,0-1,1 0,1 0,0 0,7 11,33 64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06.42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415 171,'-8'2,"0"-1,0 1,0 1,0-1,1 1,-1 1,1-1,0 1,0 0,0 1,1 0,-1 0,1 0,0 1,1 0,0 0,-1 1,2-1,-1 1,1 0,-2 5,0 0,0 1,1-1,1 1,0 0,1 0,0 0,1 0,0 1,1-1,1 1,0-1,2 11,1-9,0 0,1-1,1 0,0 0,1 0,0-1,1 1,1-2,0 1,1-1,0 0,1-1,0 0,0 0,1-2,1 1,0-1,0-1,1 0,0 0,10 3,-12-5,2-1,-1 0,1-1,-1-1,1 0,0 0,0-1,0-1,1 0,-1-1,0 0,0-1,0-1,1 0,-1 0,-1-2,1 1,0-2,-1 0,0 0,0-1,-1 0,1-1,4-5,-5 3,0-1,-1-1,0 0,0 0,-1-1,-1 0,0-1,-1 0,0 0,-1-1,-1 1,0-1,0 0,-2-1,0 1,0-1,-1 0,-1 1,-1-1,-1-12,0 7,0 0,-2 1,-1 0,0-1,-1 2,-1-1,-1 0,0 1,-2 0,0 1,-1 0,-1 1,0 0,-1 0,-7-6,8 11,-1 1,0 0,0 0,-1 2,0-1,-1 2,0 0,0 0,0 1,-1 1,0 1,0 0,0 0,-1 2,1 0,-1 1,1 0,-1 1,0 1,1 1,0 0,-1 1,1 0,-5 3,-18 9,1 1,1 1,0 3,2 1,0 1,1 2,-28 27,-26 23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06.8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147 166,'-8'5,"1"1,0 1,1-1,0 1,0 1,0-1,1 1,0 0,1 0,0 0,0 0,0 1,1 0,1 0,-1 0,1 0,1 0,0 0,0 1,1-1,0 0,1 0,0 1,0-1,1 0,0 0,0 0,1 0,1-1,-1 1,1-1,1 0,-1 0,2 0,-1 0,1-1,0 0,0 0,7 5,-2-2,1-1,0 0,0-1,0-1,1 0,0 0,0-2,1 1,0-2,0 0,0 0,0-1,1-1,-1 0,2-1,-7-1,1 0,-1 0,0-1,0 0,1-1,-1 0,0 0,0-1,-1 0,1-1,-1 1,1-2,-1 1,-1-1,1-1,-1 1,1-1,-1 0,-1-1,0 0,0 0,0 0,-1-1,1 0,1-7,0 0,-2 0,1 0,-2-1,0 0,-1 0,0 0,-2 0,0-1,0 1,-2 0,0-1,-1 1,0 0,-1 0,-1 0,-1 0,0 1,-1 0,-1 0,0 0,-1 1,0 0,-2 0,1 1,-1 0,-4-2,9 10,0 0,0 0,0 1,-1 0,0 0,0 0,0 1,0-1,-1 1,1 1,-1-1,0 1,0 1,0-1,0 1,0 0,0 1,0-1,0 1,0 1,0 0,0 0,0 0,0 0,0 1,1 1,-7 2,-12 9,2 2,-1 0,2 2,0 0,2 2,0 0,1 1,1 1,1 1,0 1,15-21,-68 91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07.8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337 143,'-13'-3,"0"2,0-1,0 2,0 0,0 0,-1 2,1-1,0 2,1-1,-1 2,0 0,1 0,0 1,0 1,0 0,1 1,0 0,0 0,1 1,-9 9,11-8,0 1,1 0,1 1,-1-1,2 1,0 1,0-1,1 1,0-1,1 1,0 1,1-1,0 0,1 0,1 1,0-1,0 0,1 1,1-1,0 0,1 0,0 0,1 0,0 0,0-1,2 0,-1 0,2 0,-1 0,1-1,1-1,0 1,0-1,1 0,0-1,1 0,-1 0,2-1,9 5,-9-5,0-1,1 0,0-1,-1-1,2 0,-1 0,0-2,1 1,-1-1,1-1,0 0,-1-1,1 0,0-1,-1-1,1 0,-1-1,1 0,-1 0,0-1,0-1,-1 0,1-1,-1 0,0-1,-1 0,1-1,1-2,-2-1,0 0,-2-1,1 0,-1-1,-1 0,0 0,-1 0,0-1,-1 0,-1 0,0 0,-1 0,-1-1,0 0,-1 1,0-1,-1 0,-1-8,-1 3,-1-1,0 0,-2 1,0 0,-1 0,-1 1,-1-1,-1 2,0-1,-2 1,0 0,-12-14,17 24,0 1,0-1,-1 1,0 0,-1 1,1 0,-1 0,0 0,-1 1,1 0,-1 1,0 0,0 0,0 1,-1 0,1 1,-1 0,0 1,1-1,-1 2,0-1,0 2,0-1,1 1,-1 1,0 0,1 0,-1 1,1 0,-2 3,0 0,1 1,-1 0,2 1,-1 0,1 1,1 0,-1 0,1 0,1 1,0 1,0-1,1 1,1 0,0 1,0-1,1 1,0 0,1 0,1 0,0 0,0 1,1-1,1 0,0 1,2 5,16 81,14-10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08.15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177 212,'-9'20,"1"-1,1 1,1 0,0 0,2 1,0 0,2-1,0 1,1 0,1 1,1-1,1 2,-1-11,1 0,1 1,0-1,0-1,1 1,0 0,1-1,1 0,0 0,0 0,1-1,0 0,1 0,0-1,0 0,1 0,1-1,-1 0,1-1,10 6,-11-9,0 1,1-1,-1-1,1 0,0 0,0-1,0 0,0-1,1 0,-1 0,0-1,0-1,0 0,1 0,-1-1,0 0,0 0,-1-1,1-1,-1 0,1 0,-1-1,0 0,-1 0,1-1,-1-1,0 1,-1-1,1 0,3-6,0-2,0-2,-1 1,-1-2,-1 1,0-1,-1 0,-1-1,-1 1,0-1,-2 0,0 0,-1-1,-1 1,-1-1,0 1,-2 0,0-1,-1 1,-1 0,-1 0,-1 1,0-1,-1 1,-1 1,-6-10,7 15,0 1,0 0,-1 1,-1-1,0 2,0-1,-1 1,0 1,0-1,-1 2,0 0,0 0,-1 1,0 0,0 1,-1 0,1 1,-1 1,0 0,0 0,0 1,0 1,-1 1,1-1,0 2,0 0,0 1,-1 0,2 1,-1 0,0 1,-2 1,1 3,0 0,0 0,1 2,0 0,1 0,0 1,0 1,1 0,1 0,0 1,1 0,0 1,1 0,1 0,0 1,1 0,-1 5,-22 69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08.8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2366 786,'-2'-23,"1"-1,1 1,0-1,2 1,1 0,1 0,1 0,1 0,1 0,0 1,2 0,1 1,1 0,0 1,6-7,-17 28,0-1,0 1,0 0,0 0,0 0,0 0,1 0,-1 0,0 0,0-1,1 1,-1 0,1 0,-1 0,1 0,-1-1,1 1,-1 0,1-1,-1 1,1 0,0-1,0 1,-1-1,1 1,0-1,0 1,-1-1,1 0,0 1,0-1,0 0,0 0,0 1,0-1,-1 0,1 0,0 0,0 0,0 0,0 0,0 0,0-1,0 1,0 0,-1 0,1-1,0 1,0-1,0 1,-1-1,1 1,0-1,0 1,-1-1,1 1,0-1,-1 0,1 0,-1 1,1-1,-1 0,1 0,-1 1,0-1,1 0,-1 0,0 0,0 0,1 0,1 137,-4-88,-1 326,2-216,-4-99</inkml:trace>
  <inkml:trace contextRef="#ctx0" brushRef="#br0" timeOffset="385.168">776 786,'17'-53,"2"0,3 1,2 1,2 1,3 1,1 2,20-22,-43 60,41-40,-36 57,-15 75,-1-60,-67 609,62-508</inkml:trace>
  <inkml:trace contextRef="#ctx0" brushRef="#br0" timeOffset="2246.38">3343 532,'-6'-13,"0"2,0-1,-1 1,0 0,-1 0,0 1,-1 0,0 0,-1 1,0 0,0 1,-1 0,0 1,0 0,-1 1,0 0,0 0,-9-1,-78-27,-1 5,-2 4,-12 3,89 17,-569-119,436 86,-1 8,-1 6,-1 8,-1 6,0 8,-1 6,-124 22,238-20,0 3,0 1,1 3,0 2,1 1,1 3,1 2,1 2,1 2,1 1,-4 6,31-18,1 1,0 0,1 1,1 0,1 1,0 0,2 1,0 0,0 1,2 0,0 0,1 1,2-1,-1 1,2 0,0 18,1 3,2 0,1 0,2-1,3 1,0-1,3 0,1-1,3 0,5 11,2-1,3-1,1-2,3 0,2-1,1-2,3-1,1-2,2-1,1-2,2-1,32 21,23 10,2-3,3-5,3-4,2-5,36 9,4-3,3-7,2-6,1-6,2-7,1-7,1-6,1-7,8-7,-68-5,-1-5,-1-3,0-4,0-5,-2-3,14-9,-44 10,0-3,-1-3,-2-2,0-3,-3-2,-1-2,-1-3,-2-2,13-16,-37 29,-1-1,-1-1,-1-1,-2-1,-1-1,-2-1,-1-1,4-14,-12 24,-1 0,-1 0,-2-1,0 0,-2 0,0-1,-2 1,-1-1,-1 0,-2 1,0-1,-5-17,2 24,-1 0,-1 0,-1 1,0 0,-2 0,0 1,-1 0,-1 1,0 0,-1 1,-1 0,-1 1,0 1,-1 0,0 1,-1 1,-6-3,-134-72,-10 13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12.80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1,'15'37,"1"-2,1 1,2-2,1 0,2-2,2 0,0-2,7 5,-18-20,0 0,1-1,1 0,0-2,1 0,0 0,0-2,2 0,-1 0,1-2,0 0,1-2,7 2,-21-7,1 0,0-1,0 0,-1 0,1 0,0-1,-1 1,1-2,0 1,-1 0,1-1,-1 0,0-1,0 1,0-1,0 0,0 0,0 0,-1-1,0 0,1 0,-1 0,-1 0,1-1,-1 1,1-1,-1 0,-1 0,1 0,-1 0,0-1,1-1,4-16,-1 0,-1-1,-1 0,-1 0,-1 0,-2 0,0 0,-2-15,-2 29,2 40,-3 889,4-854,-3 0,-3 0,-3 0,-2 0,-21 58,30-112,0-1,-1 1,0-1,-1 0,0-1,-1 1,1-1,-2 0,1-1,-1 1,-1-1,0 0,0-1,0 0,-1-1,-5 4,11-9,-1 1,1-1,-1 0,0 0,1-1,-1 1,0-1,1 0,-1 0,0 0,1 0,-1-1,0 0,1 1,-1-1,1 0,-1-1,1 1,0-1,-1 1,1-1,0 0,0 0,0-1,0 1,1-1,-1 1,-6-7,1 0,0 0,1-1,0 0,0 0,1 0,-3-10,-3-7,1-1,2 0,0-1,3 0,0 0,2-1,0 1,3-1,0 0,2 0,1 1,1-1,2 0,-3 20,0-1,0 1,1 0,0 1,1-1,0 0,0 1,1 0,0 0,1 0,0 1,0 0,1 0,0 1,0-1,1 1,0 1,0 0,1 0,0 0,0 1,0 1,0-1,8-1,1 3,0 1,1 0,-1 2,0 0,0 1,1 1,-1 0,0 2,-1 0,1 1,-1 0,1 2,-2 0,1 1,-1 1,0 0,-1 1,0 1,-1 0,0 1,-1 0,7 8,-12-9,1 0,-2 1,1-1,-2 2,1-1,-2 1,0 0,0 0,-1 0,-1 1,0-1,0 8,3 7,-5-20,1 0,0 0,0 0,1-1,0 1,0-1,1 1,0-1,0-1,0 1,1 0,0-1,0 0,1 0,0-1,0 1,0-1,1-1,0 1,-1-1,1 0,1-1,-1 1,1-1,-1-1,1 0,0 0,7 1,-11-3,1 0,-1 0,1-1,-1 1,0-1,1 0,-1 0,0-1,1 1,-1-1,0 0,0 0,0 0,0 0,-1-1,1 0,-1 0,1 0,-1 0,0 0,0-1,-1 1,1-1,-1 0,1 0,-1 0,0 0,-1 0,1 0,-1 0,0-1,0 1,0-1,0 1,-1-1,0 1,0-4,1-3,-1 0,0-1,-1 1,0 0,0-1,-2 1,1 0,-1 0,-1 0,0 1,-1-1,0 1,0 0,-4-4,5 8,1 1,-2-1,1 1,-1 0,1 0,-1 1,-1 0,1-1,0 2,-1-1,0 1,0 0,0 0,0 0,-1 1,1 0,-1 0,1 1,-1 0,0 0,0 0,1 1,-1 0,-5 1,2 0,1 1,0 1,0 0,0 0,0 0,0 1,1 1,0-1,0 1,0 1,0 0,1 0,0 0,0 1,1 0,0 0,0 0,0 1,1 0,0 0,1 1,0-1,0 1,1 0,0 0,1 0,-2 8,3-12,1-1,0 1,0 0,0 0,1 0,-1-1,1 1,0 0,1-1,-1 1,1 0,0-1,0 0,0 1,0-1,1 0,1 2,23 22</inkml:trace>
  <inkml:trace contextRef="#ctx0" brushRef="#br0" timeOffset="279.566">1244 429,'-16'-2,"-7"-1,0 2,10 6,20 5,26 0,28 1,24-2,18 1,6 0,-10-1,-21-3</inkml:trace>
  <inkml:trace contextRef="#ctx0" brushRef="#br0" timeOffset="562.783">1350 683,'23'16,"24"10,25 2,25-1,17-2,11-6,-17-7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15.72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310 334,'-37'35,"2"1,1 1,2 2,2 1,2 2,1 0,-5 17,22-41,1 1,2 0,0 0,1 1,0 0,-1 13,6-27,1-1,-1 1,1 0,0-1,0 1,0-1,1 1,0-1,0 1,0-1,1 0,0 1,0-1,0 0,1 0,-1 0,1-1,0 1,1-1,-1 1,1-1,0 0,0 0,0-1,1 1,3 2,6-1,0 0,0-1,0 0,1-1,0 0,0-2,-1 1,1-2,0 0,0-1,0 0,0-1,-1-1,1-1,-1 0,0 0,0-1,0-1,-1-1,1 0,-2 0,1-1,-1-1,10-8,-1 0,-1-2,0 0,-1-2,-2 0,0-1,-1 0,-1-1,-1-1,-1 0,-2-1,0-1,-2 0,0 0,-2 0,-1-1,-1 0,-1-1,-2 1,-1-1,0 1,-3-7,1 15,-1 0,-1 1,-1-1,-1 1,0 0,-1 0,-1 1,-1 0,-2-4,7 15,0 0,-1 0,0 1,0-1,0 1,0 0,-1 0,0 1,0-1,0 1,0 0,-1 0,0 1,0 0,0 0,0 0,0 1,0 0,-1 0,1 0,-1 1,0 0,1 0,-1 1,0 0,1 0,-2 0,0 2,1 0,-1 0,1 0,0 1,0 0,0 0,1 1,-1 0,1 0,0 0,0 1,0 0,0 0,1 1,0 0,0-1,1 2,0-1,0 0,0 1,-2 4,-5 14,1-1,1 1,0 1,2 0,-1 15,-1 16,4 0,1 0,4 1,1-1,4 1,1-1,4 0,1-1,3 0,3-1,2 0,2-2,3 0,6 6,27 53,-38-72</inkml:trace>
  <inkml:trace contextRef="#ctx0" brushRef="#br0" timeOffset="290.842">792 1270,'95'-298,"-88"275,-5 65,-19 459,10-445,-2-14</inkml:trace>
  <inkml:trace contextRef="#ctx0" brushRef="#br0" timeOffset="1874.081">1273 723,'18'2,"11"1,5-3,-4-3,-6-3,-10-3,-12-3,-13 1,-9 3,-9 2,0 4,1 6,7 6,5 3,7 1</inkml:trace>
  <inkml:trace contextRef="#ctx0" brushRef="#br0" timeOffset="4954.905">2115 388,'-17'7,"1"0,0 1,0 1,1 0,0 1,0 1,1 0,1 1,0 0,1 1,0 1,1 0,-5 8,-1 3,2 1,1 1,0 0,2 1,2 0,0 1,-2 18,7-29,2 0,0 0,2 0,-1 1,2-1,1 0,0 2,0-16,-1 1,1-1,-1 0,1 1,0-1,1 0,-1 0,1 0,0 0,0 0,0 0,0 0,1 0,0-1,0 0,0 1,0-1,0 0,0 0,1-1,0 1,-1-1,1 1,0-1,0 0,0-1,0 1,1-1,-1 0,0 0,2 0,6-2,-1 0,1-1,-1 0,1-1,-1 0,0-1,0 0,0-1,-1 0,0-1,0 0,0-1,-1 0,0 0,0-1,-1 0,0 0,0-1,-1 0,0-1,0 1,-1-1,1-4,14-26,-2-1,-2 0,-1-2,-3 0,-1 0,-2-1,-3-1,-1 1,-1-7,0 16,-1-1,-1 1,-3-1,0 0,-2 0,-2 1,-2-1,-6-23,11 54,0-1,-1 1,1 0,-1 1,0-1,0 0,-1 0,1 1,-1 0,0-1,0 1,0 0,-1 0,0 1,1-1,-1 1,0 0,-1 0,1 0,-1 0,1 1,-1 0,0 0,0 0,0 0,0 1,0 0,0 0,0 0,0 1,0-1,-1 1,1 1,0-1,0 1,0 0,0 0,0 0,0 1,0 0,0 0,0 0,-3 4,1-1,0 2,1-1,0 1,0 0,0 0,1 1,0-1,0 1,1 0,0 1,0-1,1 1,0 0,1-1,0 1,0 4,-2 12,1 0,2 0,0 0,2 0,2 21,11 28,3-1,2 0,4-2,3 0,4-2,7 10,17 45,-42-96,-2-1,-1 1,-1 0,-1 1,2 24,-8-28</inkml:trace>
  <inkml:trace contextRef="#ctx0" brushRef="#br0" timeOffset="5257.553">2422 1070,'-2'5,"0"1,0-1,0 1,1-1,0 1,0 0,0 0,1-1,-1 1,2 0,-1 0,1-1,-1 1,1 0,1 0,-1-1,1 1,0-1,1 0,-1 0,1 1,0-2,0 1,1 0,-1 0,1-1,0 0,0 0,0 0,1 0,0-1,3 3,-3-3,-1 0,1 0,0 0,0 0,0-1,1 0,-1 0,1 0,-1-1,1 0,-1 0,1 0,0-1,-1 0,1 0,0 0,-1-1,1 1,0-2,-1 1,1 0,-1-1,0 0,1 0,-1-1,0 0,0 1,-1-2,1 1,-1 0,1-1,-1 0,3-3,-3-1,0 0,0 0,-1-1,0 1,0-1,-1 0,0 1,-1-1,0 0,0 0,-1 0,0 0,-1 0,0 0,0 0,-1 1,0-1,0 0,-1 1,0-1,-1 1,0 0,0 0,-1 1,0-1,0 1,-1 0,0 0,0 1,0-1,-1 1,0 1,-6-5,9 8,0 0,0 0,0 0,0 1,-1-1,1 1,0 0,-1 0,1 1,0-1,-1 1,1 0,-1 0,1 1,0-1,-1 1,1 0,0 0,-1 0,1 1,0-1,0 1,0 0,0 1,1-1,-1 0,0 2,-9 6,1 0,1 1,0 1,0 0,1 1,-8 12,-19 33,4-4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8:37.6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34 531,'0'0,"0"1,-1-1,1 1,0-1,-1 1,1-1,-1 1,1-1,0 1,-1-1,1 1,-1-1,0 0,1 1,-1-1,1 0,-1 0,1 1,-1-1,0 0,1 0,-1 0,0 0,1 0,-1 0,0 0,1 0,-1 0,0 0,1 0,-1 0,1 0,-1 0,0-1,1 1,-1 0,1 0,-1-1,1 1,-1 0,0-1,1 1,0-1,-1 1,1-1,-1 1,1-1,-1 1,1-1,0 1,-1-1,1 1,0-1,0 0,0 1,-1-1,1 0,63-98,164-275,-191 321,-35 58,-50 179,11 61,31-176,-3 0,-3-1,-3-1,-10 23,-39 58,65-148,0-1,0 0,0 1,0-1,0 0,0 1,0-1,0 0,-1 1,1-1,0 1,0-1,-1 1,1-1,-1 0,1 1,0-1,-1 1,1-1,-1 1,1 0,-1-1,1 1,-1-1,0 1,1 0,-1 0,1-1,-1 1,0 0,1 0,-1 0,0 0,1-1,-1 1,1 0,-1 0,0 0,1 0,-1 1,0-1,1 0,-1 0,0 0,1 0,-1 1,0-1,1 0,-1 1,1-1,-1 0,1 1,-1-1,1 1,-1-1,1 1,-1-1,1 1,0-1,-1 1,1-1,0 1,-1 0,1-1,0 1,0-1,0 1,-1 0,1-1,0 2,-3-8,0 0,-1 0,0 1,0-1,0 1,0 0,-1 1,0-1,0 1,0 0,-1 0,0 0,1 1,-1 0,-4-2,21 16,13-2,0 0,1-1,0-2,1 0,-1-2,1-1,5 0,-18-2,276 25,-268-21,-20-1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1:03.9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1792 226,'-1'-2,"2"1,-1 0,0-1,0 1,0 0,0 0,0 0,0 0,0 0,0 0,0-1,-1 1,1 0,0 0,-1 0,1 0,-1 0,1 0,-1 0,0 0,1 0,-1 0,0 1,0-1,1 0,-1 0,0 1,0-1,0 0,0 1,0-1,0 1,0-1,0 1,0 0,0-1,0 1,-1 0,1 0,0 0,0-1,0 1,0 1,0-1,0 0,-1 0,1 0,0 0,0 1,0-1,0 1,0-1,-4 8,1 1,0-1,1 1,0 0,0-1,1 2,0-1,0 0,1 0,0 0,1 1,0 7,0-10,-11 263,-68 331,72-529,-4 30,4 0,5 0,7 50,15 159,-13-21,7 14,-9 181,21-249,-25-190,-2 1,-2 0,-7 30,7-57,-7 30,3 1,2 0,2 10,1 39,0-92</inkml:trace>
  <inkml:trace contextRef="#ctx0" brushRef="#br0" timeOffset="1">1739 280,'-12'-163,"11"61,2 101,0 0,0-1,0 1,0 0,0 0,0 0,1 1,-1-1,0 0,1 0,-1 1,0-1,1 0,-1 1,1 0,-1-1,1 1,-1 0,1 0,-1 0,1 0,-1 0,1 0,0 0,-1 0,1 1,-1-1,1 0,-1 1,0 0,1-1,-1 1,0 0,1-1,-1 1,0 0,0 0,1 0,15 5,369 40,-210-22,100-3,371 9,-237-21,-154-8,275 26,-319-29,-155-5,-56 8,0 0,0 0,0 0,-1 0,1 0,0 0,0 0,-1 0,1 0,0 0,-1 0,1 0,-1 0,0 0,1 1,-1-1,0 0,0 0,0 1,0-1,0 0,0 0,0 1,0-1,0 0,0 0,-1 1,1-1,0 0,-1 0,0 0,1 0,-1 1,-1 7,-22 224,-21 69,41-137,10 62,0-6,-8-150,-3 1,-3-1,-4 0,-2-1,-10 20,-7 30,5 1,-3 68,-13 260,28 45,-4-13,18-92,-15-123,16-155,-1-125</inkml:trace>
  <inkml:trace contextRef="#ctx0" brushRef="#br0" timeOffset="2">1618 3796,'-20'136,"10"-75,-4 20,3 1,4-1,3 9,4-86,-1 1,1-1,0 1,0 0,1-1,0 1,-1-1,1 1,1-1,-1 1,1-1,0 0,0 0,0 0,0 0,1 0,-1 0,1 0,0-1,0 0,1 1,-1-1,1 0,-1-1,1 1,3 1,9 0,-1-1,1-1,0 0,0-1,0-1,0-1,0 0,0-1,0 0,14-5,7 1,163-15,0 9,112 12,24-2,899-6,-1036 36,-59-44,-21 17,-110 4,-24-9,-3-3</inkml:trace>
  <inkml:trace contextRef="#ctx0" brushRef="#br0" timeOffset="3">1953 975,'0'37,"0"-26,0-35,-3-320,-3 295,3 49,2 16,1-11,0-1,1 1,0-1,0 1,1-1,-1 0,1 1,0-1,0 0,0 0,0 0,1-1,0 1,0 0,0-1,0 0,0 0,1 0,-1 0,1 0,0-1,0 1,0-1,0 0,0 0,0-1,1 1,-1-1,1 0,-1 0,1-1,-1 1,1-1,-1 0,4 0,9-1,0 0,0-1,-1 0,1-1,-1-1,0-1,0 0,0-2,-1 1,0-2,0 0,0 0,-1-2,0-1,2 0,-20 26,-7 11,1 0,1 0,1 1,2 1,1-1,0 1,2 0,2 0,0 14,4 17,1-1,4 0,1-1,5 5,41 185,-54-244,0 0,0 0,0 0,-1 0,1 1,-1-1,1 0,-1 0,0 1,-1-1,1 0,0 0,-1 0,0 1,0-1,0 0,0 0,0 0,-1 0,1 0,-1-1,0 1,0 0,0-1,0 1,0-1,0 0,-1 0,1 1,-1-2,0 1,1 0,-4 1,0-2,1-1,-1 1,0-1,1 0,-1-1,0 1,1-1,-1 0,0-1,1 1,0-1,-1 0,1 0,0-1,0 0,0 0,0 0,1 0,-1-1,1 0,-7-5,0-1,1-1,0 0,1 0,1 0,0-1,-3-6,4 6,0 1,2-1,-1-1,1 1,1-1,0 0,1 0,1 0,0 0,0-1,1 1,1 0,0-1,2 9,0 0,1 0,-1 1,1-1,0 1,0-1,0 1,1 0,0 1,-1-1,1 1,1-1,-1 1,0 0,1 1,-1-1,1 1,0 0,0 0,0 0,0 1,0-1,0 1,1 1,-1-1,0 1,0 0,1 0,-1 0,4 1,52-3,-1 3,1 2,0 2,28 9,-15-1</inkml:trace>
  <inkml:trace contextRef="#ctx0" brushRef="#br0" timeOffset="4">1565 1884,'-24'-2,"24"2,0 0,0 1,0-1,1 0,-1 0,0 0,0 1,0-1,0 0,0 0,0 0,1 1,-1-1,0 0,0 0,0 1,0-1,0 0,0 1,0-1,0 0,0 0,0 1,0-1,0 0,-1 0,1 1,0-1,0 0,0 0,0 0,0 1,0-1,0 0,-1 0,1 1,0-1,0 0,0 0,-1 0,1 0,0 1,0-1,0 0,-1 0,1 0,0 0,0 0,-1 0,1 0,0 0,0 0,-1 0,1 0,0 0,0 0,-1 0,1 0,0 0,0 0,-1 0,1 0,86 39,-64-32,41 14,-4-3,-1 3,-1 3,19 12,-71-34,0 0,0 0,0 1,0 0,0 0,-1 0,0 0,1 1,-1-1,0 1,-1 1,1-1,-1 0,0 1,0-1,0 1,0 0,-1 0,0 0,0 1,0-1,-1 0,0 1,0-1,0 1,-1-1,1 1,-1-1,-1 1,-5 6,-1-1,0 0,-1-1,-1 1,1-2,-1 1,-1-1,0-1,0 1,-1-2,0 1,0-2,-1 1,0-2,-5 3,15-7,-237 102,211-89,22-9,14-5</inkml:trace>
  <inkml:trace contextRef="#ctx0" brushRef="#br0" timeOffset="5">2447 2044,'-1'1,"0"-1,0 1,-1-1,1 0,0 0,0 1,-1-1,1 0,0 0,0 0,-1 0,1-1,0 1,0 0,0 0,-1-1,1 1,0-1,0 1,0-1,0 1,0-1,0 0,0 0,0 1,0-1,0 0,0 0,0 0,1 0,-1 0,0 0,1 0,-1 0,1 0,-1-1,1 1,-1 0,1 0,-1-2,-9-11,6 9,0 1,-1-1,0 1,1 0,-1 0,-1 0,1 0,0 1,-1 0,0 0,0 1,1-1,-2 1,1 1,0-1,0 1,0 0,-1 0,1 1,-1 0,1 0,0 1,-1-1,1 1,0 1,0-1,0 1,0 0,0 0,-4 3,1 1,0 1,1 0,0 0,0 1,1 0,0 0,0 0,1 1,0 0,1 1,0-1,0 1,1 0,0 0,1 0,0 1,0-1,1 3,1-5,-1 1,1 0,1-1,-1 1,1 0,1-1,0 1,0 0,1-1,0 1,0-1,1 0,0 0,1 0,-1 0,1 0,1-1,0 1,0-1,0 0,1-1,4 5,6-1,0-1,0 0,1-1,0-1,1 0,-1-1,1-1,0-1,1-1,-1 0,1-1,-1-1,1-1,-1-1,1 0,4-2,-9 2,-1-1,0 0,0 0,0-2,0 0,0 0,-1-1,0 0,0-1,0-1,0 0,-1-1,6-4,7-13</inkml:trace>
  <inkml:trace contextRef="#ctx0" brushRef="#br0" timeOffset="6">2808 2004,'-7'20,"-2"19,1 11,1 7,4 2,3 1,1-4,3-4,1-8,-1-10,-1-11</inkml:trace>
  <inkml:trace contextRef="#ctx0" brushRef="#br0" timeOffset="7">3076 2018,'-50'49,"-2"-2,-2-2,-28 15,59-46,17-11,0 1,0-1,0 1,0 0,0 1,1-1,0 1,0 0,0 0,0 1,-3 5,8-7,0 0,1 0,-1 0,1 0,-1-1,1 1,1 0,-1 0,0-1,1 1,0-1,0 1,0-1,0 0,0 0,1 0,-1 0,1 0,0 0,0-1,0 0,0 1,1-1,-1 0,0 0,1-1,2 2,32 17,2 0,0-3,1-1,0-3,1-1,37 6,52 15,-95-21</inkml:trace>
  <inkml:trace contextRef="#ctx0" brushRef="#br0" timeOffset="8">2046 3034,'-2'13,"-3"17,-1 11,-2 13,-1 9,-2 5,-1-1,-1-2,2-3,0-7,3-11,2-13</inkml:trace>
  <inkml:trace contextRef="#ctx0" brushRef="#br0" timeOffset="9">2447 3061,'-259'188,"157"-119,4 0,98-69,1 0,-1 0,0 0,0 0,1 0,-1 0,0 0,1-1,-1 1,0 0,1 0,-1 0,0 0,1 0,-1 0,0 1,0-1,1 0,-1 0,0 0,1 0,-1 0,0 0,1 0,-1 1,0-1,0 0,1 0,-1 0,0 1,0-1,0 0,1 0,-1 1,0-1,0 0,0 1,0-1,0 0,1 0,-1 1,0-1,0 0,0 1,0-1,0 0,0 1,0-1,0 0,0 1,0-1,0 0,0 0,0 1,0-1,-1 0,1 1,0-1,0 0,0 0,0 1,91-16,36-1,-115 17,-1 0,0 1,0 0,0 1,0 1,0-1,-1 1,1 1,-1 0,0 1,-1 0,1 0,-1 1,0 0,-1 1,0 0,0 0,-1 1,2 1,-6-6,3 5,0 0,0 0,1-1,1 1,-1-2,1 1,0-1,1 0,0-1,0 0,0 0,1-1,0-1,0 1,0-1,0-1,1 0,-1-1,6 1,-3-3,-1-1,1 0,-1-1,0-1,0 0,0 0,11-5,27-13</inkml:trace>
  <inkml:trace contextRef="#ctx0" brushRef="#br0" timeOffset="10">3958 909,'-23'8,"0"2,1 0,0 2,1 0,1 2,0 0,0 1,2 1,0 1,0 0,2 2,0 0,-9 15,17-22,1 0,0 1,1 0,0 1,1 0,0-1,1 1,1 1,-2 11,5-21,-1 0,1 0,0 1,0-1,1 0,-1 0,1 0,0 0,1 0,-1 0,1 0,0 0,0-1,0 1,1-1,0 1,0-1,0 0,0 0,1 0,-1-1,1 1,0-1,0 0,0 0,1 0,-1 0,1-1,0 0,4 2,1 0,0-1,1-1,-1 0,0 0,1-1,-1 0,1 0,-1-2,1 1,0-1,-1-1,0 0,1 0,-1-1,0 0,0-1,-1 0,6-3,4-3,-1 0,0-1,0-1,-1-1,-1-1,0 0,-1-1,-1 0,4-7,-4 4,0-1,-2-1,0 0,-1-1,-1 0,-2-1,0 0,-1 0,-1-1,-1 1,-1-1,-1 0,-1-1,-1 1,-1 0,-1-1,-3-19,2 33,-1 0,0 1,0-1,-1 1,0 0,-1 0,0 0,0 1,-1-1,0 1,-1 1,0-1,-2-2,5 7,0 0,0 0,0 0,0 0,-1 1,1-1,-1 1,1 0,-1 1,0-1,0 1,0 0,0 0,0 0,0 1,0 0,0 0,0 0,0 0,0 1,0 0,0 0,0 1,0-1,1 1,-1 0,0 0,-3 3,0 0,0 0,1 0,0 1,0 0,0 1,1-1,0 1,0 0,1 1,0-1,0 1,1 0,0 1,0-1,1 1,0-1,0 1,1 0,0 0,1 0,0 0,0 1,1-1,0 0,1 0,0 0,1 0,-1 0,2 0,-1 0,1 0,3 4,11 21,1-1,2-1,1-1,18 20,3 5,-12-14,-1 2,-3 2,-1 0,-2 1,-3 2,-1 0,11 51,-17-40,-5-10</inkml:trace>
  <inkml:trace contextRef="#ctx0" brushRef="#br0" timeOffset="11">3891 3167,'-5'-2,"-1"1,0-1,0 1,1 0,-1 0,0 1,0 0,0 0,0 0,0 1,0 0,1 0,-1 1,0-1,1 1,-1 0,1 1,-1-1,1 1,0 0,0 0,0 1,-2 2,-9 5,1 1,-1 1,2 0,0 1,1 1,0 0,1 0,1 2,1-1,0 1,1 1,0-1,2 2,0-1,1 1,-3 18,8-32,0 0,-1 1,2 0,-1-1,1 1,-1-1,2 1,-1 0,0-1,1 1,0-1,1 1,-1-1,1 0,0 1,0-1,1 0,0 0,-1 0,2-1,-1 1,0-1,1 1,0-1,0 0,0-1,1 1,-1-1,1 0,0 0,-1 0,2-1,-1 1,2-1,0 0,1 0,0-1,-1 0,1 0,0-1,-1 0,1 0,0-1,-1 0,1 0,-1-1,1 0,-1-1,0 1,0-1,0 0,0-1,0 0,-1 0,1-1,1-1,8-7,-1-1,0 0,-1-1,-1-1,0 0,-2 0,7-11,-7 7,0 1,-1-2,-1 1,-1-1,-1 0,-1-1,-1 0,-1 0,0 0,-2 0,-1-1,0-3,-1 23,0-1,0 1,0 0,-1 0,1-1,-1 1,1 0,-1 0,0 0,0 0,-1 0,1 0,0 0,-1 0,0 0,0 1,0-1,0 1,0-1,0 1,-1 0,1 0,-1 0,0 0,1 0,-1 1,0-1,0 1,0 0,0 0,0 0,0 0,-1 0,1 1,0-1,0 1,0 0,-1 0,1 0,-6 2,0 1,1-1,0 2,-1-1,1 1,1 0,-1 1,1 0,-1 0,1 0,1 1,-1 0,1 1,0-1,0 1,1 0,0 1,0-1,1 1,0 0,1 0,-1 1,1-1,1 0,0 1,0 0,0 0,1-1,1 1,0 0,0 8,5 4,0 0,2 0,0-1,1 0,1-1,1 0,1 0,1-1,0 0,10 10,-6-6,11 17,9 9,-3 2,-2 1,-2 2,20 50,-36-45,-16-40</inkml:trace>
  <inkml:trace contextRef="#ctx0" brushRef="#br0" timeOffset="12">3690 2847,'25'-2,"27"-6,26-3,24-3,17 2,8 3,-1 2,-11 3,-25 2</inkml:trace>
  <inkml:trace contextRef="#ctx0" brushRef="#br0" timeOffset="13">4840 1095,'-2'0,"1"0,6 0,11 3,18 0,24 0,30-1,29-1,27 0,22 0,13-1,4 2,-7 4,-34 0</inkml:trace>
  <inkml:trace contextRef="#ctx0" brushRef="#br0" timeOffset="14">4666 3742,'21'0,"20"0,19 0,19 0,20 0,16 0,8 0,4 0,1 2,-6 4,-9 2,-11 0,-16-1,-22-2</inkml:trace>
  <inkml:trace contextRef="#ctx0" brushRef="#br0" timeOffset="15">1 3542,'29'11,"0"-1,2-1,-1-2,1-1,0-2,0 0,21-2,-33-1,275 8,0-13,186-31,-164 15,-272 23,-45-3,1 0,-1 0,1 0,-1 0,1 0,-1 0,1 0,-1 0,1 0,-1 0,1 0,0 0,-1 1,1-1,-1 0,1 0,-1 1,1-1,-1 0,1 0,0 1,-1-1,1 0,0 1,-1-1,1 1,0-1,0 1,-1-1,1 0,0 1,0-1,0 1,-1-1,1 1,0-1,0 1,0-1,0 1,0-1,0 1,0-1,0 1,0-1,0 1,1-1,-1 1,0-1,0 1,0-1,0 1,1-1,-1 0,0 1,1-1,-1 1,0-1,1 0,-1 1,0-1,1 0,-1 1,1-1,-1 0,0 0,1 1,-31 12</inkml:trace>
  <inkml:trace contextRef="#ctx0" brushRef="#br0" timeOffset="16">428 2044,'-14'0,"9"-1,1 1,-1 0,0 0,0 0,0 0,0 1,0-1,0 1,0 1,1-1,-1 1,0-1,1 1,0 1,-1-1,-3 3,8-4,-1 1,1-1,0 1,-1-1,1 1,0-1,0 1,0-1,0 1,0-1,0 1,1-1,-1 0,0 1,1-1,-1 1,1-1,-1 1,1-1,0 0,0 0,-1 1,1-1,0 0,0 0,0 0,0 0,1 0,-1 0,0 0,0 0,0 0,1-1,-1 1,1 0,-1-1,0 1,1-1,-1 0,1 1,-1-1,1 0,0 0,28 9,1 0,-1-3,1 0,1-2,-1-1,0-2,3-1,-8 1,942 10,-928-9</inkml:trace>
  <inkml:trace contextRef="#ctx0" brushRef="#br0" timeOffset="17">549 962,'-2'0,"1"0,8 0,14 0,17 0,20 0,21 2,20 4,15 2,10 2,0 2,-3 1,-10 1,-14 0,-21-3,-24-2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39:52.53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4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1338 608,'4'46,"-2"0,-2 1,-2-1,-2 0,-2 0,-3 5,-24 127,33-178,0-1,0 1,0 0,0 0,-1 0,1 0,0 0,0 0,0 0,-1 0,1 0,0-1,0 1,0 0,-1 0,1 0,0 0,0 0,0 0,-1 0,1 1,0-1,0 0,0 0,-1 0,1 0,0 0,0 0,0 0,0 0,-1 0,1 1,0-1,-1-27,8-73,4 0,5 0,9-19,-8 32,15-77,-31 161,-1 2,-1 0,1 1,0-1,0 1,-1-1,1 0,0 1,0-1,0 0,0 1,0-1,0 0,0 0,0 1,0-1,0 0,0 1,1-1,-1 0,0 1,0-1,1 1,-1-1,0 0,1 1,-1-1,1 1,-1-1,0 1,1-1,-1 1,1-1,0 1,-1 0,1-1,-1 1,1 0,0-1,-1 1,1 0,0 0,-1 0,1-1,0 1,-1 0,1 0,0 0,-1 0,1 0,0 0,-1 0,1 1,0-1,-1 0,1 0,0 0,-1 1,1-1,-1 0,1 1,0-1,47 91,-24-36,-2 0,-2 1,-3 2,-2 0,-3 0,-2 11,-5-38,-4-10,2 1,1-1,0 0,2-1,0 1,1-1,2 0,0 1,5 0</inkml:trace>
  <inkml:trace contextRef="#ctx0" brushRef="#br0" timeOffset="304.302">1097 862,'25'0,"22"0,21-3,15-2,9-3,3-3,-6-1,-11-1,-19 2</inkml:trace>
  <inkml:trace contextRef="#ctx0" brushRef="#br0" timeOffset="567.725">1846 848,'27'23,"0"0,-2 2,0 0,7 13,52 53,-83-90,0 1,-1-1,1 0,0 1,-1-1,1 0,0 0,0 1,0-1,0 0,0 0,1 0,-1 0,0 0,0-1,1 1,-1 0,0-1,1 1,-1 0,0-1,1 0,-1 1,1-1,-1 0,1 0,-1 0,1 0,-1 0,1 0,-1 0,1 0,-1-1,1 1,-1 0,1-1,-1 0,0 1,1-1,-1 0,0 1,1-1,-1 0,0 0,0 0,0 0,0 0,0-1,0 1,0 0,0 0,-1-1,1 1,0 0,-1-1,4-13,-1 0,0 0,-2 0,0-1,0 1,-2-1,0-3,3-67,-2 84,0 0,0 0,0 0,1 0,-1 0,1 0,-1 0,1 0,0 0,0 0,0 1,0-1,0 0,0 1,0-1,0 0,1 1,-1 0,1-1,-1 1,1 0,-1-1,1 1,0 0,0 0,-1 1,1-1,0 0,1 0,8 0</inkml:trace>
  <inkml:trace contextRef="#ctx0" brushRef="#br0" timeOffset="1473.524">2300 1115,'39'-17,"0"-2,-1-2,-1-1,-1-2,27-25,-56 44,0 0,-1-1,0 0,0 0,-1-1,1 0,-1 1,-1-2,1 1,-1-1,-1 1,1-1,-1 0,0-3,-3 9,0 0,0 0,-1 1,1-1,0 0,-1 0,0 1,1-1,-1 1,0-1,0 0,0 1,0-1,0 1,0 0,0-1,0 1,-1 0,1 0,0 0,-1 0,1 0,-1 0,1 0,-1 0,0 1,1-1,-1 0,0 1,1 0,-1-1,0 1,0 0,1 0,-1 0,0 0,0 0,0 0,1 1,-1-1,0 0,1 1,-1-1,0 1,1 0,-1 0,1 0,-1 0,1 0,-1 0,1 0,-1 1,-7 3,1 0,0 1,0 0,0 1,1 0,0 0,0 0,1 1,0 0,0 0,1 0,0 1,1 0,-1 0,2 0,-1 1,1-1,1 1,0-1,0 1,1 0,0 0,1 2,1-6,0 0,0-1,1 0,0 1,0-1,0 0,0 0,1 0,0 0,0 0,0-1,1 1,0-1,0 0,0 0,0 0,0 0,1-1,-1 0,1 0,0 0,0-1,1 1,3 0,4 2,1 0,-1-1,1-1,-1-1,1 1,0-2,0 0,0-1,9-1,-14 0,0-1,0 0,0 0,0-1,-1 0,1-1,-1 0,0 0,0-1,-1 0,1 0,-1-1,0 0,0 0,-1 0,0-1,0 0,0-1,-1 1,1-3,3-5,-1-1,0 0,-1 0,0-1,-2 0,0 0,-1-1,0 1,0-17,-5 28,-2 14,-5 19,5-20,0 0,1 0,0 1,1-1,-1 1,2-1,-1 1,1 0,0-1,0 1,1-1,0 1,0-1,1 1,0-1,1 0,-1 0,1 0,1 0,-1 0,1-1,0 1,1-1,-1 0,1 0,2 1,0-3,0 0,-1 0,2 0,-1-1,0 0,1-1,-1 0,1 0,-1 0,1-1,0 0,0-1,0 0,0 0,-1-1,1 1,0-2,0 1,-1-1,1 0,-1-1,1 0,-1 0,0-1,0 1,-1-1,1-1,-1 0,0 1,0-2,0 1,-1-1,0 0,0 0,0 0,-1-1,1 0,36-87,-35 123,-6 0,-1-24,0 0,0 0,0 1,1-1,-1 0,2 0,-1 1,0-1,1 0,0 0,0 1,1-1,-1 0,1 0,0 0,1-1,-1 1,1-1,0 1,0-1,0 0,0 0,1 0,0 0,0-1,0 1,0-1,2 1,4-2,0 0,0-1,0 0,1-1,-1 0,0-1,0 0,0 0,0-1,0 0,0-1,0 0,-1-1,1 0,-1 0,0-1,0 0,-1-1,1 1,-1-2,-1 1,1-1,-1-1,0 1,-1-1,0 0,0-1,0 1,3-10,-6 13,-1 1,1-1,-1 0,0 0,-1 1,1-1,-1 0,0-1,0 1,0 0,-1 0,0-2,-13 18,11-7,0 0,0-1,0 1,1 0,-1 0,1 0,0 0,0 0,1 0,-1 1,1-1,0 0,0 0,1 0,-1 1,1-1,0 0,0 0,0 0,0 0,1 0,-1 0,1-1,0 1,1 0,-1-1,0 1,1-1,0 0,0 0,0 0,0 0,0-1,1 1,-1-1,2 1,14 5,1-1,0-1,0-1,0 0,0-2,1 0,0-1,-1-2,16 0,55-1,-10-4</inkml:trace>
  <inkml:trace contextRef="#ctx0" brushRef="#br1" timeOffset="97751.356">21979 8869,'-4'11,"0"-1,1 1,0 0,1 1,0-1,1 0,0 0,1 1,1-1,-1 0,2 1,-1-1,2 0,-1 0,1 0,1 0,0-1,1 1,0-1,0 0,1-1,1 1,-1-1,2 0,-1-1,1 0,4 4,-1-2,1-1,0 0,0 0,1-1,0-1,1 0,0-1,0 0,0-1,0-1,1 0,0-1,-1-1,1 0,0-1,0 0,0-2,15-1,-25 1,1 0,-1-1,0 0,0 0,0 0,0 0,0-1,0 0,0 0,-1 0,0-1,1 1,-1-1,-1 0,1 0,0-1,-1 1,0-1,0 1,0-1,-1 0,0 0,0-1,0 1,0 0,0-5,0-2,0 0,-1-1,-1 1,0 0,0 0,-1-1,-1 1,0 0,0 0,-1 0,-4-9,1 7,0-1,-1 1,-1 1,0-1,-1 1,0 1,-1 0,0 0,-1 1,0 0,-1 1,-2-1,8 6,-1 0,1 1,-1 0,0 0,-1 1,1 0,-1 0,1 1,-1-1,0 2,0-1,0 1,0 1,0-1,0 1,0 1,0-1,0 1,0 1,1 0,-1 0,0 0,1 1,-4 1,-4 5,1-1,0 2,1 0,0 1,0 0,1 1,1 0,-4 6,-35 45</inkml:trace>
  <inkml:trace contextRef="#ctx0" brushRef="#br1" timeOffset="94592.434">21337 7840,'5'-11,"1"0,-1 10,-2 13,-5 14,-5 14,-2 12,-1 5,0 4,2-4,1-3,3-9,1-11,2-12,1-10</inkml:trace>
  <inkml:trace contextRef="#ctx0" brushRef="#br1" timeOffset="94901.124">21284 7693,'-61'-151,"59"147,2 4,-1-1,0 0,0 1,0-1,1 0,-1 0,0 1,1-1,-1 0,1 0,-1 0,1 0,-1 0,1 0,0 0,-1 0,1 0,0 0,0 0,0 0,0 0,0 0,0 0,0 0,0 0,0 0,0 0,1-1,-1 1,0 0,1 1,-1-1,1 0,-1 0,1 0,-1 0,1 0,0 0,-1 1,1-1,0 0,0 0,0 1,-1-1,1 1,0-1,0 1,0-1,0 1,0-1,0 1,15-1,-1 1,1 1,0 1,-1 0,0 0,10 4,3 0,-13-3,23 3,-1 2,0 2,0 1,-1 1,25 14,-59-25,1-1,-1 1,0 0,1 0,-1 0,0 0,0 0,0 1,0-1,0 1,0-1,-1 1,1 0,0-1,-1 1,1 0,-1 0,0 0,0 0,0 1,0-1,0 0,0 0,0 1,-1-1,1 0,-1 1,0-1,1 0,-1 1,0-1,-1 1,1-1,0 1,-1-1,1 0,-1 1,0-1,0 0,0 0,0 0,0 1,-8 6,-1 1,0-2,0 0,-1 0,0-1,-1 0,0 0,0-2,0 1,0-2,-2 1,10-4,-204 73,169-50,33-16</inkml:trace>
  <inkml:trace contextRef="#ctx0" brushRef="#br1" timeOffset="95251.925">21471 8174,'1'14,"2"0,0 0,1 0,0 0,1 0,0-1,1 0,1 0,0-1,1 1,0-2,1 1,0-1,4 3,-11-13,0 1,0 0,0 0,1-1,-1 1,1-1,-1 0,1 0,-1 0,1 0,0 0,-1-1,1 1,0-1,0 0,0 0,-1 0,1 0,0 0,0 0,-1-1,1 1,0-1,0 0,-1 0,1 0,-1 0,1 0,-1-1,1 1,-1-1,0 0,0 1,0-1,0 0,0 0,0-1,0 1,0-1,4-6,-1 0,0 0,0-1,-1 1,0-1,-1 0,0 0,0 0,-1 0,-1-1,0 1,0-1,-1 1,0-1,-1 1,-1-8,1 12,1 0,-1 0,-1 1,1-1,-1 1,0-1,0 1,-1 0,1 0,-1 0,-1 0,1 0,0 1,-1-1,0 1,0 0,-1 0,1 0,-1 1,1 0,-1 0,0 0,0 0,-1 1,1-1,0 2,-1-1,0 0,1 1,-5 0,5 1,0 0,0 0,0 0,0 1,1 0,-1 0,0 1,1-1,-1 1,1 0,-1 0,1 0,0 1,0 0,0-1,0 1,0 1,1-1,-1 1,1-1,0 1,0 0,1 0,-1 0,1 0,0 1,0-1,0 1,0-1,1 1,0 0,0-1,0 1,0 0,1 0,0 0,0 0,1 2,1 32</inkml:trace>
  <inkml:trace contextRef="#ctx0" brushRef="#br1" timeOffset="96081.985">21818 8014,'6'45,"-2"0,-2-1,-2 1,-2 0,-2 0,-4 9,4-6,4-47,1 0,-1-1,1 1,0 0,-1-1,1 1,0 0,-1-1,1 1,0-1,0 1,0-1,0 0,-1 1,1-1,0 0,0 0,0 0,0 1,0-1,0 0,0 0,0 0,0 0,-1-1,1 1,0 0,0 0,0 0,0-1,0 1,0 0,-1-1,1 1,0-1,0 1,-1-1,1 0,0 1,0-1,-1 1,1-1,-1 0,1 0,-1 1,1-1,-1 0,1 0,-1 0,16-16,0 0,-2-1,0-1,-1 0,-1-1,0-1,-2 1,-1-2,5-15,27-109,-42 152,-2 7,0-1,1 1,0 0,1 0,1 0,0 1,0-1,1 0,1 0,0 0,1-1,1 1,-1-1,2 1,0-1,0 0,2-1,-1 1,1-1,6 7,-6-12,1-1,0 1,0-1,0-1,0 0,1 0,0 0,0-1,0 0,0-1,0 0,6 0,24 3</inkml:trace>
  <inkml:trace contextRef="#ctx0" brushRef="#br1" timeOffset="97198.307">22486 8081,'-16'-4,"0"0,-1 1,1 1,-1 1,1 0,-1 2,1-1,-1 2,-4 1,16-2,-1 0,0 1,1-1,-1 1,1 1,0-1,0 1,0 0,0 0,0 0,1 1,-1-1,1 1,0 0,0 0,0 1,1-1,0 1,0 0,0 0,0 0,1 0,-1 1,1-1,1 1,-1-1,0 6,1-6,0 0,1-1,0 1,0 0,0-1,0 1,1 0,0 0,0-1,0 1,0-1,1 1,0-1,0 0,0 1,0-1,1 0,0-1,-1 1,2 0,-1-1,0 1,1-1,-1 0,1 0,0 0,0-1,0 0,0 1,0-1,1 0,-1-1,1 1,-1-1,1 0,-1 0,1-1,0 1,0-1,-1 0,1 0,0-1,-1 1,2-1,2-2,1 0,-1 0,1-1,-1 0,0 0,-1-1,1 0,-1 0,0-1,0 0,0 0,-1-1,0 0,-1 0,1 0,-1-1,3-7,5-9,-1 0,-2-1,-1 0,0-1,1-13,6-42,-3 0,-4-1,-4-1,-4-81,-11 83,10 81,0-1,-1 1,1-1,0 1,0-1,-1 1,1 0,0-1,-1 1,1-1,-1 1,1 0,-1-1,1 1,0 0,-1-1,1 1,-1 0,1 0,-1-1,0 1,1 0,-1 0,1 0,-1 0,1 0,-1 0,1 0,-1 0,0 0,1 0,-1 0,1 0,-1 0,1 1,-1-1,1 0,-1 0,1 0,-1 1,1-1,-1 0,1 1,-1-1,1 0,0 1,-1-1,1 1,0-1,-1 1,1-1,0 1,-1-1,1 1,0-1,0 1,0-1,-1 1,1-1,0 1,0-1,0 1,-8 14,1 1,0-1,2 1,0 1,0-1,1 1,0 6,3-14,-10 46,2-1,3 2,2-1,3 1,2-1,3 1,2-1,2 0,16 53,-20-93,2 0,-1-1,2 1,0-1,0 0,1-1,10 12,-15-21,-1-1,1 0,0 0,-1 0,1-1,1 1,-1-1,0 1,1-1,-1 0,1-1,-1 1,1 0,0-1,0 0,0 0,0 0,0-1,0 1,0-1,0 0,0 0,0 0,0 0,0-1,0 0,0 0,0 0,-1 0,1-1,0 1,-1-1,1 0,8-7,0 0,-1-1,0 0,-1-1,-1 0,1-1,-2 0,1 0,-2-1,0 0,0 0,-1-1,-1 1,0-1,-1-1,-1 1,0-1,0-4,-5-49,2 66,0 1,-1-1,1 1,-1 0,1-1,-1 1,0-1,1 1,-1 0,0 0,0-1,0 1,0 0,0 0,0 0,0 0,0 0,0 0,-1 0,1 1,0-1,-1 0,1 1,0-1,-1 1,1-1,-1 1,1 0,-1 0,1-1,-1 1,1 0,-1 0,1 1,-1-1,1 0,-1 0,1 1,-1-1,1 1,0-1,-1 1,0 0,-5 3,1 1,0 0,0 1,0-1,1 1,0 0,0 0,0 1,1-1,0 1,0 0,1 0,0 1,0-1,0 1,1-1,0 1,1 0,0 0,0 0,1-1,-1 1,2 1,-2-1,1-1,0 1,0 0,0 0,1 0,1-1,-1 1,1 0,1-1,-1 1,1-1,0 0,1 0,0 0,0-1,0 1,1-1,0 0,0 0,1-1,-1 1,1-1,1 0,-1-1,1 1,-1-1,1-1,0 1,0-1,1-1,-1 1,1-1,6 1,-10-3,0 0,0 0,0-1,1 1,-1-1,0 0,0 0,0 0,-1-1,1 0,0 1,0-1,-1 0,1-1,-1 1,0-1,0 1,0-1,0 0,0 0,0-1,-1 1,1 0,-1-1,0 1,0-3,37-104,-4-118,-35 227,-1 0,1 0,0 0,0 0,-1-1,1 1,0 0,0 0,0 0,0 0,1 0,-1 0,0 0,0 0,0 0,1 0,-1 0,1 0,-1 0,1 1,-1-1,1 0,-1 0,1 0,0 0,0 1,-1-1,1 0,0 1,0-1,0 0,0 1,-1-1,1 1,0 0,0-1,0 1,0 0,0-1,0 1,0 0,0 0,0 0,1 0,-1 0,0 0,0 0,0 0,0 1,0-1,0 0,0 1,0-1,0 0,0 1,-1-1,1 1,0 0,0-1,0 1,119 90,-116-89,0 0,0 0,-1 1,1 0,-1-1,0 1,1 1,-1-1,0 0,-1 1,1-1,-1 1,0 0,1 0,-2 0,1 0,0 0,-1 0,0 1,0-1,0 0,0 1,-1-1,0 1,0-1,0 1,0-1,-1 0,0 5,-16 40,-9 53,26-98,0 0,0-1,0 1,0 0,1 0,-1 0,1 0,0-1,0 1,0 0,1-1,0 1,-1-1,1 0,0 1,0-1,1 0,-1 0,1 0,0 0,-1-1,1 1,0-1,3 2,3 1,1-1,-1 0,1-1,-1 1,1-2,0 0,0 0,1-1,-1 0,0 0,0-1,0-1,1 1,-1-2,0 0,0 0,0 0,0-2,-1 1,1-1,-1 0,0-1,0 0,-1-1,1 0,-1 0,0 0,-1-1,1 0,-1-1,-1 0,3-4,1-7,0 0,-1-1,-2 0,0 0,-1-1,-1 0,0 0,-2-1,-1 1,0-1,-2 1,-1-12,-6-5,7 37,-1 0,1 0,-1 1,1-1,0 1,-1-1,0 0,1 1,-1-1,1 1,-1-1,0 1,1-1,-1 1,0 0,1-1,-1 1,0 0,1 0,-1-1,0 1,0 0,0 0,1 0,-1 0,0 0,0 0,1 0,-1 0,0 0,0 0,0 0,1 1,-1-1,0 0,1 1,-1-1,0 0,1 1,-1-1,0 1,1-1,-1 1,1-1,-1 1,-8 8,1-1,0 2,0-1,1 1,1 0,0 0,0 1,1 0,0 0,1 0,0 1,0 0,2-1,-1 1,2 0,-1 0,2 3,0-2,0-1,1 1,1 0,0-1,0 1,2-1,-1 0,2 0,0 0,0 0,1-1,0 0,1 0,0-1,1 0,0 0,0 0,1-1,1-1,-1 1,1-2,1 1,-1-1,1-1,1 0,10 4,80 28,-63-30</inkml:trace>
  <inkml:trace contextRef="#ctx0" brushRef="#br1" timeOffset="114302.208">24131 9658,'-17'16,"0"1,1 1,1 0,1 1,1 0,0 1,1 0,2 1,0 1,1 0,1 0,0 4,-1 39,9-63,0-1,0 1,0-1,0 1,0-1,0 0,1 1,-1-1,1 1,-1-1,1 0,-1 1,1-1,0 0,-1 0,1 1,0-1,0 0,0 0,0 0,0 0,0 0,0 0,1 0,-1-1,0 1,0 0,1-1,-1 1,1-1,-1 1,0-1,1 1,-1-1,1 0,-1 0,1 0,-1 0,0 0,1 0,-1 0,2-1,12-3,-1-2,0 0,0 0,-1-1,0-1,0 0,-1-1,0 0,0-1,-1 0,3-4,10-9,0 0,-2-2,0 0,-2-2,-1 0,-1-1,-2-1,0 0,-2-1,-1-1,-2 0,-1-1,-2 0,3-17,-9 36,0 0,-1 0,-1 0,0 0,-1-1,0 1,-2-6,3 15,-1 0,0 0,-1 1,1-1,0 0,-1 1,0-1,0 1,0-1,0 1,-1 0,1 0,-1 0,0 0,0 1,0-1,0 1,0-1,0 1,-1 0,1 0,-1 1,0-1,1 1,-1 0,-3-1,-1 1,0 1,-1 0,1 1,0 0,-1 0,1 0,0 1,0 1,0-1,0 1,1 1,-1-1,1 1,-1 1,1-1,1 1,-1 0,1 1,0 0,0 0,0 0,1 0,0 1,1 0,-1 0,1 1,0-1,1 1,0-1,-2 8,2-3,0 0,1 1,0-1,1 0,1 1,0-1,0 1,1-1,1 0,0 1,1-1,0 0,1 0,3 7,11 20,1 0,2-1,17 21,15 30,-37-60,-2 1,-2 0,0 1,-2 0,5 30,-4-22,-5-30</inkml:trace>
  <inkml:trace contextRef="#ctx0" brushRef="#br1" timeOffset="114602.073">24612 9966,'-2'3,"1"0,-1 0,0 0,1 0,0 0,0 1,0-1,0 0,0 1,1-1,-1 1,1-1,0 1,0-1,1 1,-1-1,1 1,-1-1,1 1,0-1,0 0,1 1,-1-1,1 0,-1 0,1 0,0 0,0 0,1-1,-1 1,0-1,1 1,0-1,-1 0,1 0,0 0,0 0,0 0,0-1,3 2,11 1,0 1,0-2,0 0,1-2,-1 1,1-2,-1-1,1 0,-1-1,0 0,2-2,-13 3,-1 1,1-1,-1 0,1-1,-1 0,1 0,-1 0,0 0,0-1,0 1,0-1,0-1,-1 1,0-1,1 0,-1 0,0 0,-1 0,1-1,-1 1,0-1,0 0,0 0,-1 0,0 0,0-1,0 1,-1-1,1 1,-1-1,0 1,-1-1,0 0,0 1,0-1,0 0,-1 1,0-3,-1 3,0 0,-1 0,1 1,-1-1,1 1,-1 0,-1-1,1 2,-1-1,1 0,-1 1,0-1,0 1,-1 0,1 0,-1 1,1 0,-1-1,0 1,0 1,0-1,0 1,0 0,0 0,0 0,-2 1,-5-1,0 1,0 0,1 1,-1 1,0 0,0 0,1 1,0 0,-1 1,1 1,-2 1,-43 26,6 3</inkml:trace>
  <inkml:trace contextRef="#ctx0" brushRef="#br1" timeOffset="119851.042">24305 11583,'11'3,"16"2,21 3,24 2,22 0,10-2,-4-2,-18-3</inkml:trace>
  <inkml:trace contextRef="#ctx0" brushRef="#br1" timeOffset="119101.056">24398 12212,'-16'11,"0"1,1 0,0 1,1 1,1 0,0 1,1 1,1-1,-9 17,10-16,0 1,1 1,1 0,1 0,0 1,1 0,2 0,-1 0,0 20,4-37,0 1,1 0,-1 0,1-1,0 1,0 0,0 0,0 0,0-1,1 1,-1 0,1 0,0-1,0 1,0 0,0-1,0 1,0-1,1 1,-1-1,1 0,0 0,0 1,0-1,0 0,0-1,0 1,0 0,1-1,-1 1,0-1,1 0,0 1,-1-1,1 0,-1-1,1 1,0 0,0-1,0 0,0 0,7-2,1-1,0-1,-1 0,0 0,0-1,0-1,-1 1,1-2,-2 1,1-1,-1 0,0-1,0 0,-1-1,0 1,0-2,17-18,-2-1,0-1,-3-1,0-1,-2-1,-2 0,0-2,-3 1,-1-1,-1-1,-2 0,-1-7,-9-45,2 86,0 0,-1 0,1 0,-1-1,0 1,0 0,1 0,-1 0,-1 0,1 1,0-1,0 0,-1 0,1 1,-1-1,1 1,-1-1,0 1,0-1,0 1,1 0,-1 0,0 0,0 0,0 1,-1-1,1 0,0 1,0-1,0 1,0 0,-1 0,1 0,0 0,0 0,0 0,-2 1,-5 3,-1 1,1 0,0 0,1 1,-1 0,1 0,0 1,1 0,0 1,0 0,0 0,1 0,0 1,1 0,0 0,0 0,1 0,0 1,1 0,0 0,-5 14,1 0,1 0,1 1,1-1,2 1,0 0,2 0,0 0,2 0,0 0,2 0,1 0,1-1,2 4,9 21,1 0,3-2,2 0,2-1,1-2,13 14,-26-40,-3-7</inkml:trace>
  <inkml:trace contextRef="#ctx0" brushRef="#br1" timeOffset="119416.356">24733 12786,'-2'4,"0"1,1-1,-1 1,1-1,0 1,1-1,-1 1,1 0,0 0,0-1,1 1,-1 0,1-1,0 1,0-1,0 1,1-1,0 1,0-1,0 0,0 0,1 0,-1 0,1 0,0-1,0 1,1-1,-1 0,1 0,-1 0,1 0,0-1,4 3,-1-3,1 1,1-1,-1-1,0 1,0-2,1 1,-1-1,0 0,0-1,1 1,-1-2,0 1,0-1,0-1,0 1,0-1,-1-1,1 0,-1 0,0 0,0 0,0-1,-1-1,1 1,-1-1,-1 0,1 0,-1-1,1-1,-5 5,0 0,0-1,0 1,0 0,0-1,-1 1,1-1,-1 0,0 1,0-1,-1 1,1-1,-1 1,1-1,-1 1,0-1,-1 1,1 0,0 0,-1-1,0 1,0 0,0 0,0 0,0 1,-1-1,1 1,-1-1,-3-2,1 0,-1 1,0 0,0 0,-1 0,1 1,-1 0,1 0,-1 1,0 0,0 0,0 1,-5-1,-1 1,1 1,-1 1,1 0,-1 1,1 0,0 1,0 1,0 0,1 0,-1 1,1 0,0 1,0 0,1 1,0 1,0-1,0 1,1 2,-14 13</inkml:trace>
  <inkml:trace contextRef="#ctx0" brushRef="#br1" timeOffset="98985.056">9305 7519,'0'18,"2"20,4 17,0 10,-1 6,-1 2,-1-2,-4-7,-4-13,0-17</inkml:trace>
  <inkml:trace contextRef="#ctx0" brushRef="#br1" timeOffset="99285.725">9145 7305,'14'-12,"20"-3,18 1,13 5,8 8,-2 9,-11 8,-15 6,-19 6,-19 4,-20 5,-20 2,-13-1,-8-2,-1-3,1-5,8-6,12-8</inkml:trace>
  <inkml:trace contextRef="#ctx0" brushRef="#br1" timeOffset="99915.044">9439 7854,'4'7,"0"0,0 0,0-1,1 1,0-1,1 0,-1 0,1-1,0 1,1-1,-1-1,1 1,0-1,0 0,1-1,-4 0,0-1,0-1,0 1,0-1,1 0,-1 1,0-2,1 1,-1-1,1 1,-1-1,1 0,-1-1,1 1,-1-1,1 0,-1 0,0 0,1-1,-1 0,0 1,0-2,0 1,0 0,-1-1,1 1,0-2,-1 1,0 0,-1 0,0 0,0 0,0-1,0 1,0-1,-1 1,1-1,-1 0,0 0,0 1,0-1,-1 0,1 0,-1 0,0 0,0 0,-1 0,1 0,-1 0,0 1,0-1,0 0,0 0,-1 1,1-1,-2-2,-1-2,-1 0,1 0,-1 1,0-1,-1 1,0 0,0 1,-1 0,1 0,-1 0,-1 0,0 1,3 1,-1 1,1-1,-1 2,0-1,1 0,-1 1,0 0,-1 1,1-1,0 1,0 1,0-1,-1 1,1 0,0 0,-1 1,1-1,0 2,0-1,0 1,-1-1,2 2,-1-1,0 1,0 0,1 0,0 0,-1 1,1 0,4-3,1-1,-1 1,1 0,-1-1,1 1,-1 0,1-1,-1 1,1 0,0 0,-1 0,1-1,0 1,0 0,0 0,0 0,-1 0,1-1,0 1,1 0,-1 0,0 0,0 0,0-1,0 1,1 0,-1 0,0 0,1-1,-1 1,0 0,1 0,-1-1,1 1,-1 0,1-1,0 1,-1-1,1 1,0-1,-1 1,1-1,0 1,0-1,-1 1,1-1,0 0,0 1,45 10,-6-10,0-2,0-1,0-2,0-2,16-5,78-10,-132 20,0 1,0-1,0 1,0-1,0 1,0-1,1 1,-1 0,0 0,0 0,0 0,0 0,0 1,0-1,0 1,0-1,0 1,0 0,0 0,0 0,-1 0,1 0,0 0,0 0,-1 0,1 1,-1-1,1 1,-1-1,0 1,0 0,1 0,0 9,0-1,0 1,-1 0,-1 0,0 0,0 0,-1 0,-1 3,-1 37,3-49,-1 3,1 0,-1-1,1 1,0 0,1 0,-1 0,1-1,0 1,0 0,1-1,-1 1,1-1,0 1,0-1,0 0,1 0,0 0,-1 0,1 0,1-1,0 2,0-5,-1 0,0 0,1 0,-1 0,0-1,1 1,-1-1,0 0,1 0,-1 0,0 0,0-1,0 1,0-1,0 0,-1 0,1 0,0 0,-1 0,1-1,-1 1,0-1,0 0,0 1,0-1,1-3,8-9,0 0,0-1,-2 0,0-1,0 0,-2-1,0 0,-1 0,-1 0,1-9,-23 48,14-16,1 1,-1-1,1 1,1-1,-1 1,1 0,0 0,0 0,1 0,0 0,0 0,0 0,1 0,-1 0,1-1,1 1,-1 0,1 0,0-1,1 1,-1-1,1 0,0 0,0 0,1 0,0 0,3 4,6-2,0 0,1 0,-1-1,1-1,0-1,1 0,-1 0,1-1,-1-1,1-1,0 0,0-1,14-1,31-1</inkml:trace>
  <inkml:trace contextRef="#ctx0" brushRef="#br1" timeOffset="100983.78">10722 7773,'-10'-9,"-2"1,1 1,-1 0,0 1,0 0,-1 1,0 0,0 1,0 1,-1 0,1 0,-1 1,1 1,-1 1,0 0,1 0,-1 1,1 1,-1 1,-10 2,20-4,0 0,0 1,0-1,1 1,-1-1,0 1,1 0,-1 1,1-1,-1 1,1-1,0 1,0 0,0 0,1 1,-1-1,1 0,0 1,0 0,0-1,0 1,0 0,1 0,0 0,0 0,0 0,0 0,1 0,-1 0,1 1,0-1,0 0,1 0,-1 0,1 0,0 0,0 0,0 0,1 0,0 0,-1 0,1 0,0-1,1 1,-1-1,1 0,0 1,3 1,-1 0,1-1,0 0,0 0,0-1,1 1,-1-1,1-1,0 1,0-1,0-1,0 1,0-1,0 0,0-1,0 1,1-2,-1 1,0-1,0 0,0 0,0-1,0 0,1 0,2-2,0 0,0 0,0 0,-1-2,0 1,0-1,0 0,-1-1,1 0,-2 0,1-1,-1 0,0-1,-1 1,6-10,-4-4,0 0,-2-1,0 1,-2-1,-1-1,0 1,-2 0,0-1,-2 1,0 0,-2-1,-1 1,0 0,-7-17,-17-55,28 94,0 1,-1-1,1 0,0 0,0 0,-1 0,1 1,-1-1,1 0,0 0,-1 1,1-1,-1 0,0 1,1-1,-1 1,0-1,1 0,-1 1,0 0,1-1,-1 1,0-1,0 1,0 0,1-1,-1 1,0 0,0 0,0 0,0 0,0 0,1 0,-1 0,0 0,0 0,-1 0,-17 29,9 1,2 0,1 1,2 1,1-1,1 1,2 24,0-22,2 0,1 0,2 0,2 0,2 7,-4-26,0-1,1 0,0 0,1 0,1 0,0-1,1 0,0-1,1 1,0-2,1 1,1-1,1 0,-6-6,0-1,1 1,-1-1,1 0,0-1,1 0,-1 0,1-1,-1 0,1 0,0 0,-1-1,1 0,0-1,0 0,0 0,0-1,-1 0,1 0,0-1,0 1,-1-2,0 1,1-1,-1 0,0-1,0 0,0 0,-1 0,0-1,0 0,0 0,0-1,-1 0,0 0,0 0,0 0,1-2,0 1,-1-1,0 0,-1-1,0 1,0-1,0 0,-1 0,-1 0,1 0,-2 0,1-1,-1 1,-1 0,1-1,-2 0,1 8,-1 0,0 0,1 0,-1 0,0 0,-1 0,1 0,0 0,0 1,-1-1,1 0,-1 1,0-1,1 1,-1 0,0-1,0 1,0 0,0 0,0 0,0 0,0 1,0-1,0 0,0 1,0-1,0 1,-1 0,1 0,0 0,0 0,0 0,-1 1,1-1,0 0,0 1,0 0,0-1,0 1,0 0,0 0,0 0,0 1,0-1,1 0,-1 1,0-1,1 1,-1-1,1 1,0 0,-1 0,0 1,-2 4,-1-1,1 1,1 0,-1 0,1 0,0 0,1 1,0 0,0-1,1 1,0 0,0 0,0-1,1 1,1 0,-1 0,1 0,0-1,1 1,0 0,0-1,1 1,0-1,0 0,1 0,-1 0,2 0,-1-1,1 1,0-1,0-1,0 1,1-1,0 1,0-2,3 3,64 25,-71-31,1 0,0-1,-1 0,1 1,0-1,-1 0,1-1,0 1,-1 0,1-1,0 1,-1-1,1 0,-1 0,1 0,-1 0,1 0,-1-1,0 1,0-1,0 0,0 1,0-1,0 0,0 0,0 0,1-3,3-8,-1 0,-1 0,0 0,0-1,-1 0,-1 0,0 0,-1 0,-1 0,0 0,-1-2,1-2,1-131,-1 148,0 0,0 1,0-1,0 0,0 0,0 1,0-1,0 0,0 1,0-1,1 0,-1 1,0-1,1 0,-1 1,0-1,1 0,-1 1,0-1,1 1,-1-1,1 1,-1-1,1 1,0-1,-1 1,1 0,-1-1,1 1,0 0,-1-1,1 1,0 0,-1 0,1 0,0 0,-1-1,1 1,0 0,0 0,-1 0,1 1,0-1,-1 0,1 0,0 0,-1 0,1 1,0-1,0 0,32 24,-26-17,132 96,-136-100,0 0,0 0,0 0,0 0,-1 0,0 1,1-1,-1 1,0 0,0 0,-1 0,1-1,-1 2,0-1,0 0,0 0,-1 0,1 0,-1 1,0-1,0 0,-1 0,1 0,-1 1,-1 3,-5 18,4-16,0 1,0-1,1 1,1 0,0 0,0 0,1-1,0 1,1 0,0 0,1 2,-1-10,1 0,-1 0,1 0,0 0,-1 0,1 0,1 0,-1-1,0 1,1-1,-1 1,1-1,0 0,0 0,0 0,0-1,0 1,0-1,0 1,1-1,-1 0,0 0,1 0,-1-1,1 1,-1-1,1 0,1 0,5 0,0-1,1 1,-1-2,0 1,0-2,0 1,0-1,0-1,1 0,3-3,-1 1,-1-1,1-1,-1 0,-1-1,1-1,-1 1,-1-2,0 1,-1-1,0-1,0 0,-1 0,-1-1,0 0,-1 0,0 0,-1-1,0 0,2-14,-6 25,0 0,-1 0,1 0,-1 0,1 0,-1 0,0 0,0 0,0 0,0 0,-1 0,1 0,-1 0,0 0,0 0,0 0,0 0,-1 0,1 1,-1-1,1 0,-1 1,0 0,0-1,0 1,0 0,-1 0,1 0,0 0,-1 0,0 1,1-1,-1 1,0 0,0-1,1 1,-1 1,-3-2,-2 4,0 0,1 0,-1 0,1 1,-1 0,1 1,0 0,0 0,1 0,-1 1,1 0,0 0,1 0,-1 1,1 0,0 0,0 0,1 1,0 0,0 0,0 0,1 0,0 0,-1 4,3-6,0 0,-1 0,1-1,1 1,-1 0,1 0,0 0,0 0,0 0,1 0,0-1,0 1,0 0,0 0,1-1,0 1,0-1,0 1,0-1,1 0,0 0,0 0,0 0,0 0,0-1,1 1,0-1,-1 0,1 0,1 0,124 61,-90-49</inkml:trace>
  <inkml:trace contextRef="#ctx0" brushRef="#br1" timeOffset="111509.477">19372 9765,'-12'-203,"4"-1,9 203,-1 0,0-1,0 1,0 0,0 0,0 0,0-1,0 1,0 0,0 0,-1 0,1 0,0 0,-1 0,1-1,-1 1,1 0,-1 0,0 0,1 0,-1 1,0-1,0 0,0 0,0 0,1 0,-1 1,0-1,0 1,0-1,-1 0,1 1,0 0,0-1,0 1,0 0,0-1,0 1,-1 0,1 0,0 0,0 0,0 0,-1 0,1 1,0-1,0 0,0 0,0 1,0-1,0 1,0-1,0 1,0-1,0 1,0 0,0 0,0-1,-1 2,0-1,0 0,0 0,1 0,-1 1,0-1,0 1,0-1,1 1,-1-1,1 1,0 0,-1 0,1 0,0 0,0 0,0 0,0 0,0 0,1 0,-1 1,1-1,-1 0,1 0,0 1,0-1,0 0,0 1,0-1,1 0,-1 0,1 1,-1-1,1 0,0 0,0 0,0 0,0 0,0 0,0 0,1 0,-1 0,9 1,0 0,0 0,0-2,0 1,0-1,0 0,1-1,-1-1,0 1,0-2,0 1,0-1,0-1,2 0,-10 2,194-51,-193 51,-2 0,1 1,-1-1,1 0,-1 1,1-1,-1 1,1-1,0 1,-1 0,1-1,0 1,-1 0,1 0,0 1,-1-1,1 0,-1 0,1 1,0-1,-1 1,1-1,-1 1,1 0,-1 0,1-1,-1 1,0 0,1 0,-1 0,0 1,0-1,0 0,0 0,1 1,-19 86,7-25,2 0,3 1,4 54,-4 53,3-151,0 0,-1 0,-1 0,-1 0,-1-1,-1 0,-1 1,5-12,-1-1,0 0,0 1,0-1,-1-1,0 1,-1-1,1 0,-1 0,-1 0,1-1,-1 0,0 0,0-1,0 0,0 0,-1-1,-3 2,8-4,1-1,-1 1,0 0,0-1,0 1,0-1,0 0,0 0,0 0,0-1,0 1,0-1,1 0,-1 1,0-1,0 0,0-1,1 1,-1 0,1-1,-1 1,1-1,0 0,-1 0,1 0,0 0,0 0,0-1,1 1,-1-1,0 1,1-1,0 1,0-1,0 0,0 0,0 1,0-1,-1-3,0 1,0-1,0 0,1 1,0-1,0 0,1 0,-1 1,1-1,0 0,1 0,0 0,0 0,0 1,0-1,1 0,0 1,0-1,1 1,-1 0,1 0,0 0,1 0,-1 0,1 1,0-1,0 1,0 0,1 0,-1 1,1-1,0 1,4-2,5-1,0 0,0 1,0 0,1 1,0 1,0 0,0 1,0 1,0 0,1 1,11 2,-24-1,0 0,1 0,-1 0,0 1,0-1,0 1,0 0,0 0,0 0,0 0,-1 0,1 1,-1-1,0 1,1 0,-1 0,0 0,-1 0,1 0,0 0,-1 0,0 0,0 1,0-1,0 1,0-1,-1 1,1 2,14 36,-11-35,0 0,1-1,0 1,1-1,-1 0,1 0,0-1,1 0,-1 0,1 0,0-1,7 3,-10-5,0 0,0 0,-1-1,1 1,0-1,1 0,-1 0,0-1,0 1,0-1,0 0,0 0,1 0,-1-1,0 1,0-1,0 0,0 0,0-1,0 1,0-1,-1 0,1 0,0 0,-1 0,1-1,1-4,-1 1,1-1,-1 0,-1 0,1 0,-1-1,0 0,-1 1,0-1,0 0,-1 0,0 0,0 0,-1 0,0 0,0 0,-1 0,-1-8,1 9,0 0,0 0,-1 0,0 0,0 0,-1 0,0 1,0-1,0 1,-1-1,-2-1,5 6,0 0,-1 0,1 1,-1-1,0 1,0-1,1 1,-1 0,0-1,0 1,0 0,0 0,0 1,-1-1,1 0,0 1,0-1,0 1,-1 0,1 0,0-1,0 1,-1 1,1-1,0 0,0 1,0-1,-1 1,1 0,0-1,0 1,0 0,0 0,0 0,0 1,0-1,-1 2,-6 4,0 1,1 1,0 0,0 0,1 0,0 1,1 0,0 1,1-1,-2 5,-13 28</inkml:trace>
  <inkml:trace contextRef="#ctx0" brushRef="#br1" timeOffset="112316.446">19292 12251,'-3'16,"0"15,0 10,1 8,0 5,1 2,-2 0,-2-2,-3-8,0-12</inkml:trace>
  <inkml:trace contextRef="#ctx0" brushRef="#br1" timeOffset="113039.19">19599 12251,'-300'264,"284"-252,51-11,-31-2,-1 0,1 0,0 1,0 0,-1 0,1 0,0 0,0 0,0 1,-1 0,1-1,0 2,-1-1,1 0,-1 1,1-1,-1 1,0 0,1 0,-1 0,0 1,-1-1,1 1,0 0,-1-1,3 4,26 53,-30-53,1 0,0 0,1-1,0 1,0-1,0 1,0-1,1 0,0 0,0 0,0-1,0 1,1-1,0 0,0-1,0 1,0-1,4 2,0-2,1-1,-1 0,0-1,1 0,-1-1,1 1,-1-2,1 1,-1-1,0-1,1 0,-1 0,0-1,0 0,0-1,-1 1,1-2,5-3,17 14,-11 2,-16-8,0-1,0 0,0 0,0 0,0 0,0-1,-1 0,1 0,0 0,-1 0,1 0,-1-1,0 1,0-1,0 0,0 0,0 0,-1-1,1 1,-1 0,0-1,0 0,0 1,-1-1,1 0,-1 0,0 0,1-4,0 0,0 0,-1-1,0 1,0 0,-1 0,0-1,0 1,-1 0,0-1,-1 1,-1-4,2 8,0 1,0 0,0 0,-1 0,0 0,0 0,1 0,-1 1,-1-1,1 0,0 1,-1 0,1 0,-1-1,0 1,0 1,0-1,0 0,0 1,0 0,0-1,0 1,0 0,-1 1,1-1,0 1,-1-1,1 1,-2 0,-2 1,0 0,0 1,0 0,0 0,0 1,0-1,1 1,-1 1,1-1,0 1,0 1,0-1,0 1,1 0,0 0,0 0,0 1,1 0,0 0,0 0,0 0,1 1,0-1,0 1,0 0,1 0,0 0,1 0,0 0,0 0,0 1,1-1,0 3,0 26</inkml:trace>
  <inkml:trace contextRef="#ctx0" brushRef="#br2" timeOffset="49895.119">8797 9377,'-1'-2,"2"1,-1 0,0-1,0 1,0 0,0 0,0 0,0 0,0 0,0 0,0-1,-1 1,1 0,0 0,-1 0,1 0,-1 0,1 0,-1 0,0 0,1 0,-1 0,0 1,0-1,1 0,-1 0,0 1,0-1,0 0,0 1,0-1,0 1,0-1,0 1,0 0,0-1,0 1,-1 0,1 0,0 0,0-1,0 1,0 1,0-1,0 0,-1 0,1 0,0 0,0 1,0-1,0 1,0-1,-4 8,1 1,0-1,1 1,0 0,0-1,1 2,0-1,0 0,1 0,0 0,1 1,0 7,0-10,-11 263,-68 331,72-529,-4 30,4 0,5 0,7 50,15 159,-13-21,7 14,-9 181,21-249,-25-190,-2 1,-2 0,-7 30,7-57,-7 30,3 1,2 0,2 10,1 39,0-92</inkml:trace>
  <inkml:trace contextRef="#ctx0" brushRef="#br2" timeOffset="51981.869">8744 9431,'-12'-163,"11"61,2 101,0 0,0-1,0 1,0 0,0 0,0 0,1 1,-1-1,0 0,1 0,-1 1,0-1,1 0,-1 1,1 0,-1-1,1 1,-1 0,1 0,-1 0,1 0,-1 0,1 0,0 0,-1 0,1 1,-1-1,1 0,-1 1,0 0,1-1,-1 1,0 0,1-1,-1 1,0 0,0 0,1 0,15 5,369 40,-210-22,100-3,371 9,-237-21,-154-8,275 26,-319-29,-155-5,-56 8,0 0,0 0,0 0,-1 0,1 0,0 0,0 0,-1 0,1 0,0 0,-1 0,1 0,-1 0,0 0,1 1,-1-1,0 0,0 0,0 1,0-1,0 0,0 0,0 1,0-1,0 0,0 0,-1 1,1-1,0 0,-1 0,0 0,1 0,-1 1,-1 7,-22 224,-21 69,41-137,10 62,0-6,-8-150,-3 1,-3-1,-4 0,-2-1,-10 20,-7 30,5 1,-3 68,-13 260,28 45,-4-13,18-92,-15-123,16-155,-1-125</inkml:trace>
  <inkml:trace contextRef="#ctx0" brushRef="#br2" timeOffset="53363.15">8623 12947,'-20'136,"10"-75,-4 20,3 1,4-1,3 9,4-86,-1 1,1-1,0 1,0 0,1-1,0 1,-1-1,1 1,1-1,-1 1,1-1,0 0,0 0,0 0,0 0,1 0,-1 0,1 0,0-1,0 0,1 1,-1-1,1 0,-1-1,1 1,3 1,9 0,-1-1,1-1,0 0,0-1,0-1,0-1,0 0,0-1,0 0,14-5,7 1,163-15,0 9,112 12,24-2,899-6,-1036 36,-59-44,-21 17,-110 4,-24-9,-3-3</inkml:trace>
  <inkml:trace contextRef="#ctx0" brushRef="#br2" timeOffset="54650.542">8958 10126,'0'37,"0"-26,0-35,-3-320,-3 295,3 49,2 16,1-11,0-1,1 1,0-1,0 1,1-1,-1 0,1 1,0-1,0 0,0 0,0 0,1-1,0 1,0 0,0-1,0 0,0 0,1 0,-1 0,1 0,0-1,0 1,0-1,0 0,0 0,0-1,1 1,-1-1,1 0,-1 0,1-1,-1 1,1-1,-1 0,4 0,9-1,0 0,0-1,-1 0,1-1,-1-1,0-1,0 0,0-2,-1 1,0-2,0 0,0 0,-1-2,0-1,2 0,-20 26,-7 11,1 0,1 0,1 1,2 1,1-1,0 1,2 0,2 0,0 14,4 17,1-1,4 0,1-1,5 5,41 185,-54-244,0 0,0 0,0 0,-1 0,1 1,-1-1,1 0,-1 0,0 1,-1-1,1 0,0 0,-1 0,0 1,0-1,0 0,0 0,0 0,-1 0,1 0,-1-1,0 1,0 0,0-1,0 1,0-1,0 0,-1 0,1 1,-1-2,0 1,1 0,-4 1,0-2,1-1,-1 1,0-1,1 0,-1-1,0 1,1-1,-1 0,0-1,1 1,0-1,-1 0,1 0,0-1,0 0,0 0,0 0,1 0,-1-1,1 0,-7-5,0-1,1-1,0 0,1 0,1 0,0-1,-3-6,4 6,0 1,2-1,-1-1,1 1,1-1,0 0,1 0,1 0,0 0,0-1,1 1,1 0,0-1,2 9,0 0,1 0,-1 1,1-1,0 1,0-1,0 1,1 0,0 1,-1-1,1 1,1-1,-1 1,0 0,1 1,-1-1,1 1,0 0,0 0,0 0,0 1,0-1,0 1,1 1,-1-1,0 1,0 0,1 0,-1 0,4 1,52-3,-1 3,1 2,0 2,28 9,-15-1</inkml:trace>
  <inkml:trace contextRef="#ctx0" brushRef="#br2" timeOffset="55326.986">8570 11035,'-24'-2,"24"2,0 0,0 1,0-1,1 0,-1 0,0 0,0 1,0-1,0 0,0 0,0 0,1 1,-1-1,0 0,0 0,0 1,0-1,0 0,0 1,0-1,0 0,0 0,0 1,0-1,0 0,-1 0,1 1,0-1,0 0,0 0,0 0,0 1,0-1,0 0,-1 0,1 1,0-1,0 0,0 0,-1 0,1 0,0 1,0-1,0 0,-1 0,1 0,0 0,0 0,-1 0,1 0,0 0,0 0,-1 0,1 0,0 0,0 0,-1 0,1 0,0 0,0 0,-1 0,1 0,86 39,-64-32,41 14,-4-3,-1 3,-1 3,19 12,-71-34,0 0,0 0,0 1,0 0,0 0,-1 0,0 0,1 1,-1-1,0 1,-1 1,1-1,-1 0,0 1,0-1,0 1,0 0,-1 0,0 0,0 1,0-1,-1 0,0 1,0-1,0 1,-1-1,1 1,-1-1,-1 1,-5 6,-1-1,0 0,-1-1,-1 1,1-2,-1 1,-1-1,0-1,0 1,-1-2,0 1,0-2,-1 1,0-2,-5 3,15-7,-237 102,211-89,22-9,14-5</inkml:trace>
  <inkml:trace contextRef="#ctx0" brushRef="#br2" timeOffset="55684.543">9452 11195,'-1'1,"0"-1,0 1,-1-1,1 0,0 0,0 1,-1-1,1 0,0 0,0 0,-1 0,1-1,0 1,0 0,0 0,-1-1,1 1,0-1,0 1,0-1,0 1,0-1,0 0,0 0,0 1,0-1,0 0,0 0,0 0,1 0,-1 0,0 0,1 0,-1 0,1 0,-1-1,1 1,-1 0,1 0,-1-2,-9-11,6 9,0 1,-1-1,0 1,1 0,-1 0,-1 0,1 0,0 1,-1 0,0 0,0 1,1-1,-2 1,1 1,0-1,0 1,0 0,-1 0,1 1,-1 0,1 0,0 1,-1-1,1 1,0 1,0-1,0 1,0 0,0 0,-4 3,1 1,0 1,1 0,0 0,0 1,1 0,0 0,0 0,1 1,0 0,1 1,0-1,0 1,1 0,0 0,1 0,0 1,0-1,1 3,1-5,-1 1,1 0,1-1,-1 1,1 0,1-1,0 1,0 0,1-1,0 1,0-1,1 0,0 0,1 0,-1 0,1 0,1-1,0 1,0-1,0 0,1-1,4 5,6-1,0-1,0 0,1-1,0-1,1 0,-1-1,1-1,0-1,1-1,-1 0,1-1,-1-1,1-1,-1-1,1 0,4-2,-9 2,-1-1,0 0,0 0,0-2,0 0,0 0,-1-1,0 0,0-1,0-1,0 0,-1-1,6-4,7-13</inkml:trace>
  <inkml:trace contextRef="#ctx0" brushRef="#br2" timeOffset="55985.208">9813 11155,'-7'20,"-2"19,1 11,1 7,4 2,3 1,1-4,3-4,1-8,-1-10,-1-11</inkml:trace>
  <inkml:trace contextRef="#ctx0" brushRef="#br2" timeOffset="56267.176">10081 11169,'-50'49,"-2"-2,-2-2,-28 15,59-46,17-11,0 1,0-1,0 1,0 0,0 1,1-1,0 1,0 0,0 0,0 1,-3 5,8-7,0 0,1 0,-1 0,1 0,-1-1,1 1,1 0,-1 0,0-1,1 1,0-1,0 1,0-1,0 0,0 0,1 0,-1 0,1 0,0 0,0-1,0 0,0 1,1-1,-1 0,0 0,1-1,2 2,32 17,2 0,0-3,1-1,0-3,1-1,37 6,52 15,-95-21</inkml:trace>
  <inkml:trace contextRef="#ctx0" brushRef="#br2" timeOffset="56851.225">9051 12185,'-2'13,"-3"17,-1 11,-2 13,-1 9,-2 5,-1-1,-1-2,2-3,0-7,3-11,2-13</inkml:trace>
  <inkml:trace contextRef="#ctx0" brushRef="#br2" timeOffset="57184.234">9452 12212,'-259'188,"157"-119,4 0,98-69,1 0,-1 0,0 0,0 0,1 0,-1 0,0 0,1-1,-1 1,0 0,1 0,-1 0,0 0,1 0,-1 0,0 1,0-1,1 0,-1 0,0 0,1 0,-1 0,0 0,1 0,-1 1,0-1,0 0,1 0,-1 0,0 1,0-1,0 0,1 0,-1 1,0-1,0 0,0 1,0-1,0 0,1 0,-1 1,0-1,0 0,0 1,0-1,0 0,0 1,0-1,0 0,0 1,0-1,0 0,0 0,0 1,0-1,-1 0,1 1,0-1,0 0,0 0,0 1,91-16,36-1,-115 17,-1 0,0 1,0 0,0 1,0 1,0-1,-1 1,1 1,-1 0,0 1,-1 0,1 0,-1 1,0 0,-1 1,0 0,0 0,-1 1,2 1,-6-6,3 5,0 0,0 0,1-1,1 1,-1-2,1 1,0-1,1 0,0-1,0 0,0 0,1-1,0-1,0 1,0-1,0-1,1 0,-1-1,6 1,-3-3,-1-1,1 0,-1-1,0-1,0 0,0 0,11-5,27-13</inkml:trace>
  <inkml:trace contextRef="#ctx0" brushRef="#br2" timeOffset="58045.406">10963 10060,'-23'8,"0"2,1 0,0 2,1 0,1 2,0 0,0 1,2 1,0 1,0 0,2 2,0 0,-9 15,17-22,1 0,0 1,1 0,0 1,1 0,0-1,1 1,1 1,-2 11,5-21,-1 0,1 0,0 1,0-1,1 0,-1 0,1 0,0 0,1 0,-1 0,1 0,0 0,0-1,0 1,1-1,0 1,0-1,0 0,0 0,1 0,-1-1,1 1,0-1,0 0,0 0,1 0,-1 0,1-1,0 0,4 2,1 0,0-1,1-1,-1 0,0 0,1-1,-1 0,1 0,-1-2,1 1,0-1,-1-1,0 0,1 0,-1-1,0 0,0-1,-1 0,6-3,4-3,-1 0,0-1,0-1,-1-1,-1-1,0 0,-1-1,-1 0,4-7,-4 4,0-1,-2-1,0 0,-1-1,-1 0,-2-1,0 0,-1 0,-1-1,-1 1,-1-1,-1 0,-1-1,-1 1,-1 0,-1-1,-3-19,2 33,-1 0,0 1,0-1,-1 1,0 0,-1 0,0 0,0 1,-1-1,0 1,-1 1,0-1,-2-2,5 7,0 0,0 0,0 0,0 0,-1 1,1-1,-1 1,1 0,-1 1,0-1,0 1,0 0,0 0,0 0,0 1,0 0,0 0,0 0,0 0,0 1,0 0,0 0,0 1,0-1,1 1,-1 0,0 0,-3 3,0 0,0 0,1 0,0 1,0 0,0 1,1-1,0 1,0 0,1 1,0-1,0 1,1 0,0 1,0-1,1 1,0-1,0 1,1 0,0 0,1 0,0 0,0 1,1-1,0 0,1 0,0 0,1 0,-1 0,2 0,-1 0,1 0,3 4,11 21,1-1,2-1,1-1,18 20,3 5,-12-14,-1 2,-3 2,-1 0,-2 1,-3 2,-1 0,11 51,-17-40,-5-10</inkml:trace>
  <inkml:trace contextRef="#ctx0" brushRef="#br2" timeOffset="59160.972">10896 12318,'-5'-2,"-1"1,0-1,0 1,1 0,-1 0,0 1,0 0,0 0,0 0,0 1,0 0,1 0,-1 1,0-1,1 1,-1 0,1 1,-1-1,1 1,0 0,0 0,0 1,-2 2,-9 5,1 1,-1 1,2 0,0 1,1 1,0 0,1 0,1 2,1-1,0 1,1 1,0-1,2 2,0-1,1 1,-3 18,8-32,0 0,-1 1,2 0,-1-1,1 1,-1-1,2 1,-1 0,0-1,1 1,0-1,1 1,-1-1,1 0,0 1,0-1,1 0,0 0,-1 0,2-1,-1 1,0-1,1 1,0-1,0 0,0-1,1 1,-1-1,1 0,0 0,-1 0,2-1,-1 1,2-1,0 0,1 0,0-1,-1 0,1 0,0-1,-1 0,1 0,0-1,-1 0,1 0,-1-1,1 0,-1-1,0 1,0-1,0 0,0-1,0 0,-1 0,1-1,1-1,8-7,-1-1,0 0,-1-1,-1-1,0 0,-2 0,7-11,-7 7,0 1,-1-2,-1 1,-1-1,-1 0,-1-1,-1 0,-1 0,0 0,-2 0,-1-1,0-3,-1 23,0-1,0 1,0 0,-1 0,1-1,-1 1,1 0,-1 0,0 0,0 0,-1 0,1 0,0 0,-1 0,0 0,0 1,0-1,0 1,0-1,0 1,-1 0,1 0,-1 0,0 0,1 0,-1 1,0-1,0 1,0 0,0 0,0 0,0 0,-1 0,1 1,0-1,0 1,0 0,-1 0,1 0,-6 2,0 1,1-1,0 2,-1-1,1 1,1 0,-1 1,1 0,-1 0,1 0,1 1,-1 0,1 1,0-1,0 1,1 0,0 1,0-1,1 1,0 0,1 0,-1 1,1-1,1 0,0 1,0 0,0 0,1-1,1 1,0 0,0 8,5 4,0 0,2 0,0-1,1 0,1-1,1 0,1 0,1-1,0 0,10 10,-6-6,11 17,9 9,-3 2,-2 1,-2 2,20 50,-36-45,-16-40</inkml:trace>
  <inkml:trace contextRef="#ctx0" brushRef="#br2" timeOffset="59451.119">10695 11998,'25'-2,"27"-6,26-3,24-3,17 2,8 3,-1 2,-11 3,-25 2</inkml:trace>
  <inkml:trace contextRef="#ctx0" brushRef="#br2" timeOffset="60111.768">11845 10246,'-2'0,"1"0,6 0,11 3,18 0,24 0,30-1,29-1,27 0,22 0,13-1,4 2,-7 4,-34 0</inkml:trace>
  <inkml:trace contextRef="#ctx0" brushRef="#br2" timeOffset="60901.03">11671 12893,'21'0,"20"0,19 0,19 0,20 0,16 0,8 0,4 0,1 2,-6 4,-9 2,-11 0,-16-1,-22-2</inkml:trace>
  <inkml:trace contextRef="#ctx0" brushRef="#br2" timeOffset="61730.734">7006 12693,'29'11,"0"-1,2-1,-1-2,1-1,0-2,0 0,21-2,-33-1,275 8,0-13,186-31,-164 15,-272 23,-45-3,1 0,-1 0,1 0,-1 0,1 0,-1 0,1 0,-1 0,1 0,-1 0,1 0,0 0,-1 1,1-1,-1 0,1 0,-1 1,1-1,-1 0,1 0,0 1,-1-1,1 0,0 1,-1-1,1 1,0-1,0 1,-1-1,1 0,0 1,0-1,0 1,-1-1,1 1,0-1,0 1,0-1,0 1,0-1,0 1,0-1,0 1,0-1,0 1,1-1,-1 1,0-1,0 1,0-1,0 1,1-1,-1 0,0 1,1-1,-1 1,0-1,1 0,-1 1,0-1,1 0,-1 1,1-1,-1 0,0 0,1 1,-31 12</inkml:trace>
  <inkml:trace contextRef="#ctx0" brushRef="#br2" timeOffset="62472.024">7433 11195,'-14'0,"9"-1,1 1,-1 0,0 0,0 0,0 0,0 1,0-1,0 1,0 1,1-1,-1 1,0-1,1 1,0 1,-1-1,-3 3,8-4,-1 1,1-1,0 1,-1-1,1 1,0-1,0 1,0-1,0 1,0-1,0 1,1-1,-1 0,0 1,1-1,-1 1,1-1,-1 1,1-1,0 0,0 0,-1 1,1-1,0 0,0 0,0 0,0 0,1 0,-1 0,0 0,0 0,0 0,1-1,-1 1,1 0,-1-1,0 1,1-1,-1 0,1 1,-1-1,1 0,0 0,28 9,1 0,-1-3,1 0,1-2,-1-1,0-2,3-1,-8 1,942 10,-928-9</inkml:trace>
  <inkml:trace contextRef="#ctx0" brushRef="#br2" timeOffset="63127.155">7554 10113,'-2'0,"1"0,8 0,14 0,17 0,20 0,21 2,20 4,15 2,10 2,0 2,-3 1,-10 1,-14 0,-21-3,-24-2</inkml:trace>
  <inkml:trace contextRef="#ctx0" brushRef="#br1" timeOffset="101645.484">10107 8642,'8'-25,"0"0,2 1,0 0,2 1,1 0,13-18,-26 40,0 0,0 0,0 1,0-1,1 0,-1 0,0 1,0-1,0 0,1 0,-1 1,0-1,1 0,-1 0,0 1,1-1,-1 1,1-1,-1 0,1 1,-1-1,1 1,0-1,-1 1,1-1,0 1,-1 0,1-1,0 1,0 0,-1 0,1-1,0 1,0 0,-1 0,1 0,0 0,0 0,0 0,-1 0,1 0,0 0,0 0,-1 1,1-1,0 0,0 0,-1 1,1-1,0 1,-1-1,1 0,0 1,-1-1,1 1,-1-1,1 1,-1 0,1-1,-1 1,2 180,-4 113,2-284,0-6,0 1,1-1,-1 0,-1 1,1-1,-1 1,0-1,0 0,0 1,0-1,-1 0,0 0,0 0,0 0,0 0,-1 0,-10-2,23-8,226-29,-164 23,-7 1</inkml:trace>
  <inkml:trace contextRef="#ctx0" brushRef="#br1" timeOffset="103727.241">7447 9230,'6'38,"0"-65,-5-286,-8 271,7 41,0 0,0 0,-1 0,1 0,0 0,-1 1,1-1,-1 0,1 0,-1 0,1 1,-1-1,0 0,1 1,-1-1,0 0,0 1,1-1,-1 1,0 0,0-1,0 1,0-1,1 1,-1 0,0 0,0-1,0 1,0 0,0 0,0 0,0 0,0 0,0 0,0 0,1 1,-1-1,0 0,0 0,0 1,0-1,0 1,-1-1,0 1,0 0,0-1,0 1,0 0,0 0,1 0,-1 0,0 1,1-1,-1 0,1 1,-1-1,1 1,0-1,0 1,-1 0,1-1,0 1,0 0,1 0,-1 0,0 0,1 0,-1 0,1 0,0 0,-1 0,1 0,0 0,0 0,0 0,1 0,-1 0,0 0,1 0,-1 0,1 0,0 0,0 0,-1-1,1 1,1 0,-1 0,0-1,0 1,1-1,-1 1,0-1,1 1,0-1,13 3,0-1,0 0,1-1,-1-1,0-1,1 0,5-1,-11 1,128-20,-136 20,-1 0,1 1,0-1,0 0,-1 1,1-1,0 1,-1 0,1 0,-1-1,1 1,-1 0,1 0,-1 1,0-1,0 0,1 0,-1 1,0-1,0 0,0 1,0-1,0 1,-1-1,1 1,0 0,-1-1,1 1,-1 0,0 0,1-1,-1 1,0 0,0 0,0-1,0 1,0 0,-1 0,1-1,-1 1,1 0,-1-1,1 1,-1-1,0 1,-1 1,1 9,4 424,-3-416,-1-1,-1 1,-1-1,0 0,-6 16,8-29,-1-1,0 0,0 1,0-1,-1 0,0 0,0 0,0 0,0-1,-1 1,0-1,0 0,0 0,0 0,-1-1,0 1,1-1,-1 0,0 0,-1-1,-3 2,7-4,-1 1,1-1,0 0,-1 0,1 0,-1 0,1 0,0 0,-1-1,1 1,0-1,-1 0,1 0,0 1,0-2,0 1,0 0,0 0,0-1,0 1,0-1,0 1,0-1,1 0,-1 0,1 0,-1 1,1-2,-1-1,-28-65,21 41,2-1,1 0,1 0,2 0,0-11,4 38,0 0,-1 0,1-1,0 1,0 0,0 0,0 0,1 0,-1 0,0 0,1 0,-1 1,1-1,0 0,0 1,0-1,-1 1,1 0,1 0,-1 0,0 0,0 0,0 0,0 0,1 1,-1-1,0 1,1-1,-1 1,0 0,1 0,-1 0,0 0,1 1,-1-1,2 1,4-1,140-14,-98 7</inkml:trace>
  <inkml:trace contextRef="#ctx0" brushRef="#br1" timeOffset="104051.104">8035 9377,'10'-13,"2"-10,1-2,2 0,-3 2,-2 10,-4 13,-3 15,-3 14,-3 16,-2 12,-1 9,1 3,1 3,1-12</inkml:trace>
  <inkml:trace contextRef="#ctx0" brushRef="#br1" timeOffset="105017.935">7727 11998,'0'-2,"0"3,0 11,0 15,0 14,0 9,0 8,-2 2,-1-1,0-5,1-6,0-9,1-12</inkml:trace>
  <inkml:trace contextRef="#ctx0" brushRef="#br1" timeOffset="105366.908">7955 12011,'0'9,"1"0,-2 0,1 1,-1-1,0 0,-1 0,0 0,-1 0,1-1,-2 1,1-1,-1 1,-1-1,1 0,-1-1,-1 1,1-1,-1 0,-1 0,-14 15,-2-1,0-1,-1-1,-27 16,-41 26,91-61,1 0,0 0,-1 1,1-1,-1 0,1 0,0 0,-1 0,1 0,-1 0,1 1,0-1,-1 0,1 0,0 1,-1-1,1 0,0 0,-1 1,1-1,0 0,0 1,-1-1,1 0,0 1,0-1,0 1,0-1,-1 0,1 1,0-1,0 1,0-1,0 0,0 1,0-1,0 1,0-1,0 1,0-1,0 0,1 1,-1-1,0 1,0-1,0 0,0 1,1-1,-1 0,0 1,0-1,1 0,-1 1,0-1,1 0,-1 1,0-1,1 0,-1 0,0 0,1 1,-1-1,0 0,1 0,-1 0,1 0,34 5,-24-4,7 1,-1 1,0 1,0 0,-1 2,1 0,-1 1,-1 0,15 10,11 4,-22-12</inkml:trace>
  <inkml:trace contextRef="#ctx0" brushRef="#br1" timeOffset="105617.98">8128 12466,'-10'-220,"10"179,10 51,-2 22,-1 0,-2 1,-1-1,-2 1,-2 21,1-28,-4 107,-3-76</inkml:trace>
  <inkml:trace contextRef="#ctx0" brushRef="#br1" timeOffset="115952.345">12633 9404,'-18'5,"1"1,-1 0,1 2,0 0,1 1,0 1,1 0,-1 1,2 0,0 2,0 0,1 0,1 1,0 0,1 1,1 1,0 0,1 0,1 1,-34 75,40-87,1-1,-1 1,1 0,0 0,1 0,-1 0,1 0,0 0,0 0,1-1,-1 1,1 0,0 0,0 0,1 0,0-1,-1 1,3 3,-2-5,0-1,1 1,-1-1,0 0,1 0,-1 1,1-2,0 1,0 0,0 0,0-1,0 0,0 1,0-1,0-1,1 1,-1 0,0-1,0 1,1-1,-1 0,0 0,1 0,-1-1,3 0,82-29,-62 14,-1-1,0-1,-1-1,-1-1,-1-1,-1 0,0-2,-2-1,-1-1,-1 0,-1-1,-1-1,-1 0,-2-1,-1 0,-1-1,-1 0,-1-1,-2 0,-1 0,-2 0,0-17,-3 32,-1-1,0 1,-2 0,1-1,-2 1,-3-11,5 21,1 1,-1-1,0 1,0 0,-1-1,1 1,-1 0,0 0,0 0,0 1,0-1,-1 1,1 0,-1 0,0 0,0 0,0 1,-1-1,1 1,0 0,-1 0,0 1,0-1,1 2,0-1,0 1,0 0,0 0,0 0,0 1,0-1,0 1,0 0,0 0,0 1,1-1,-1 1,0-1,1 1,-1 0,1 1,0-1,0 1,0-1,0 1,0 0,0 0,-1 3,-3 3,1 0,0 0,1 0,0 1,1 0,0 0,0 0,-1 9,0 14,3 0,0 0,2 0,2 0,1 0,1 0,2-1,1 0,2 0,1 0,1-1,4 3,39 92,-35-85,-2 0,-1 2,7 30,-18-48</inkml:trace>
  <inkml:trace contextRef="#ctx0" brushRef="#br1" timeOffset="116235.61">12955 9925,'23'-51,"-2"-1,-3-1,-1 0,5-41,-10 49,-5 56,-6 281,-1-209,-1-9</inkml:trace>
  <inkml:trace contextRef="#ctx0" brushRef="#br1" timeOffset="117499.415">12687 12105,'-30'26,"1"1,1 2,1 1,2 1,1 1,2 1,1 0,1 2,2 1,2 0,-1 7,15-41,1 0,0 1,0-1,-1 1,1-1,1 1,-1-1,0 1,1 0,-1-1,1 1,0 0,0-1,0 1,0 0,0-1,1 1,-1 0,1-1,0 1,0 0,0-1,0 1,0-1,0 0,1 1,-1-1,1 0,-1 0,1 0,0 0,1 1,3-3,0 0,0 0,1 0,-1-1,0 1,0-2,0 1,0-1,0 0,0 0,0 0,-1-1,1 0,-1 0,0 0,0-1,0 0,2-2,-1 2,21-13,-1-1,0-1,-2-1,0-2,-1 0,-1-2,-2 0,0-1,-1-1,-2-1,-1-1,-1 0,-1-1,-1-1,-2 0,-1 0,-1-6,-7 26,-1 0,0-1,-1 1,0-1,-1 1,0 0,-1-1,0 1,-2-4,4 12,-1-1,0 1,0-1,0 1,0-1,0 1,0 0,-1 0,1 0,-1 0,0 0,0 0,1 0,-1 0,0 1,0-1,-1 1,1-1,0 1,0 0,-1 0,1 0,-1 0,1 0,-1 1,1-1,-1 1,1-1,-1 1,1 0,-1 0,0 0,1 1,-1-1,1 0,-1 1,1 0,-1 0,-1 0,-6 5,0 0,1 1,-1 0,1 0,1 1,-1 1,1-1,1 1,0 0,0 1,1 0,0 0,1 0,0 1,0 0,1 0,1 0,-1 0,1 7,-6 12,2 0,1 0,1 0,1 1,2 0,2 0,0-1,2 1,1 0,2-1,1 1,1-2,5 10,-8-27,1-1,1 1,0-1,0 0,1-1,1 1,0-1,0-1,1 0,0 0,0 0,1-1,2 0,14 9</inkml:trace>
  <inkml:trace contextRef="#ctx0" brushRef="#br1" timeOffset="117768.682">12968 12639,'13'-50,"-8"29,0 0,2 0,0 0,2 1,0 0,8-12,-16 33,0-1,0 1,-1 0,1-1,0 1,0 0,0 0,-1-1,1 1,0 0,-1 0,1 0,-1 0,1 0,-1 0,1 0,-1 0,0 0,0 0,1 0,-1 0,0 1,0-1,0 0,0 0,0 0,0 0,-1 0,1 0,0 0,0 0,-1 0,1 0,-1 1,-13 277,14-273,-1-3,1 0,0 1,0-1,0 1,0-1,1 0,-1 1,1-1,0 0,0 0,0 1,0-1,0 0,1 0,0 0,0 0,3-1</inkml:trace>
  <inkml:trace contextRef="#ctx0" brushRef="#br1" timeOffset="118052.194">12407 11543,'25'-4,"29"-2,27 0,26 1,19 2,6-1,-5-3,-24 1</inkml:trace>
  <inkml:trace contextRef="#ctx0" brushRef="#br0" timeOffset="135496.2">19064 11489,'-37'-1,"-1"-1,1-3,-1-1,2-1,-28-10,-29-11,29 7,-1 3,0 2,-1 4,-51-3,-35 16,148 1,-1-1,1 2,-1-1,1 0,0 1,0-1,0 1,0 0,0 1,1-1,-1 1,1-1,0 1,0 0,0 0,1 1,0-1,0 0,0 1,0-1,0 1,1 0,-1 2,0 0,-10 32,2 1,2 1,1 0,3-1,1 2,2-1,2 0,1 0,4 14,1 58,-11 43,-5-1,-8-1,-9 17,21-136,-18 139,9 0,6 50,4-46,-7 0,-21 88,5-95,7 1,8 13,13 350,2-460,4 0,2-1,4 0,7 14,-18-79,14 50,-2 1,-4 0,-2 0,-1 20,-5-42,1-1,2 0,2 0,4 9,8 115,-14-87,12 68,-16-141,0 0,-1 0,1 1,0-1,-1 0,1 0,-1 1,1-1,-1 0,0 1,1-1,-1 0,0 1,0-1,0 0,0 1,0-1,-1 1,1-1,0 0,-1 1,1-1,0 0,-1 0,0 1,1-1,-1 0,0 0,1 0,-1 0,0 0,0 0,0 0,0 0,0 0,0 0,0 0,-1-1,1 1,0 0,0-1,-1 1,1-1,0 1,0-1,-1 0,1 0,-1 1,-151-6,-371-18,-507-32,490 21,-272-8,-60 16,-51-3,-165-7,-135-8,-14 32,-762-3,1361 17,278-2,-1451-24,730-12,141-22,409 79,308-7,98-19,100 1,0 2,0 1,-1 1,1 2,-14 2,-192 29,192-33,34-2</inkml:trace>
  <inkml:trace contextRef="#ctx0" brushRef="#br0" timeOffset="137677.132">7581 11249,'-11'-8,"0"1,-1 1,0 0,0 0,0 1,-1 1,1 0,-1 0,0 1,0 1,0 1,0-1,-1 2,1 0,0 1,-6 1,-5-3,-127 1,-268-13,394 11,-27-4,1 2,-1 3,1 2,-32 5,77-5,0 0,0 0,1 1,-1 0,0 0,1 1,-1-1,1 1,0 0,0 1,0-1,0 1,1 0,-1 0,1 0,0 1,0 0,1-1,-1 2,1-1,0 0,1 0,-1 1,1-1,0 1,0 0,0 2,-8 35,2 1,2 0,2 1,1 18,2-41,-8 485,25 36,-9-324,-8 3,-11-1,-20 87,0-11,9 113,45-30,-23-334,-2-1,-3 1,-1 0,-7 15,-14 106,23 0,6-112,-3-1,-2 0,-6 20,3-39,3-24,1 1,0 0,1 0,1 0,0 0,0 0,1 0,1 0,0 0,1 0,0-1,0 1,5 10,3 0,-3-8,-1 0,0 1,-1-1,0 1,-2 0,1 0,-2 1,0 3,3 5,-5-24,0 0,0 1,0-1,1 0,-1 1,0-1,0 0,0 0,1 1,-1-1,0 0,0 0,1 1,-1-1,0 0,1 0,-1 0,0 1,1-1,-1 0,0 0,1 0,-1 0,0 0,1 0,-1 0,1 0,-1 0,0 0,1 0,-1 0,0 0,1 0,-1 0,1 0,-1 0,0 0,1-1,-1 1,0 0,0 0,1 0,-1-1,0 1,1 0,-1 0,0-1,0 1,1 0,-1 0,0-1,0 1,0 0,1-1,-1 1,0 0,0-1,0 1,0-1,0 1,0 0,0-1,0 1,0-1,7-10,-1-1,-1 0,0 0,-1 0,0-1,-1 0,0 1,-1-1,0 0,-1 0,-1-12,0 24,0 0,1 0,-1 0,0-1,0 1,0 0,-1 0,1 0,0 0,0 0,-1 0,1 0,0 0,-1 0,1 0,-1 0,1 0,-1 0,0 0,1 0,-1 1,0-1,0 0,1 0,-1 1,0-1,0 0,0 1,0-1,0 1,0-1,0 1,0 0,0-1,0 1,0 0,0 0,0 0,-1 0,0 0,-38 22,36-17,-1 0,1 0,0 0,0 1,0-1,1 1,0 0,0 0,0 1,1-1,0 0,0 1,0-1,1 1,0 0,1-1,-1 1,1 0,1 1,1-5,0 0,0 0,1 0,-1 0,1 0,0-1,0 1,0-1,0 0,0 0,0 0,1 0,-1-1,1 1,-1-1,1 0,0 0,-1 0,1 0,0-1,0 0,0 1,-1-1,1-1,0 1,0 0,-1-1,1 0,0 0,-1 0,1 0,0-1,0 0,2 1,0-1,1 1,-1-1,0-1,0 1,0-1,-1 0,1-1,-1 1,1-1,-1 0,0 0,-1-1,1 1,-1-1,0 0,0 0,0-1,-1 1,1-1,-2 0,1 0,-1 0,1 0,-1-1,-3 5,1 0,-1 0,1-1,-1 1,0 0,0 0,0 0,0 0,0 0,0 0,-1 0,1 0,-1 0,1 0,-1 1,0-1,0 1,0-1,0 1,0 0,0 0,0 0,0 0,0 0,0 0,0 0,-1 1,-65-12,45 13,0 0,0 2,0 0,1 2,-20 6,-4 3</inkml:trace>
  <inkml:trace contextRef="#ctx0" brushRef="#br0" timeOffset="138487.075">1565 15808,'-5'-3,"-5"0,-4 1,-4-1,-4 2,-2 0,-4 0,-4 3,-4 3,-2 1,-1-1,0-1,8-1</inkml:trace>
  <inkml:trace contextRef="#ctx0" brushRef="#br0" timeOffset="140469.888">923 14565,'-13'-11,"-1"1,-1 0,0 2,0 0,-1 0,0 1,0 1,-1 1,1 0,-1 2,0-1,0 2,-1 0,1 2,0-1,0 2,-1 0,1 2,0-1,0 2,0 0,1 1,-1 1,1 1,1 0,-1 1,1 0,0 2,1-1,0 2,1 0,0 1,1 0,0 0,1 2,-1 0,3-1,0 0,0 0,1 1,1 0,1 1,0-1,0 1,2 0,0 1,0-1,2 1,0-1,1 1,0 0,1 0,1 0,0-1,2 1,-1-1,2 1,0-1,1 0,0 0,2 0,-1-1,9 12,-5-12,2-1,-1 0,2 0,0-1,0-1,1 0,0-1,1 0,0-1,0-1,1 0,0-2,1 0,0 0,-1-1,2-2,9 2,-1-1,-1-1,1-2,0-1,0 0,0-2,0-1,0-1,-1-2,0 0,0-1,15-8,-17 5,-1-1,-1-1,1-1,-2-1,0-1,-1-1,0 0,-2-2,0 0,0 0,-2-2,10-16,-17 24,-1 0,-1 0,0 0,0-1,-1 0,-1 0,0 0,-1-1,0 1,-1-1,-1 0,0 1,-1-1,0 0,-1 0,-1 0,0 1,-1-1,0 1,-1 0,-1-1,0 2,-3-5,1 4,-1 0,0 1,-1 1,0-1,-1 1,0 1,-1 0,0 0,-1 1,1 1,-2 0,1 0,-1 1,-1 1,1 0,-1 1,0 1,0 0,0 0,-1 2,1 0,-1 0,1 1,-1 1,0 1,1 0,-1 1,1 0,-1 1,1 1,-4 1,-12 8,0 1,0 1,1 1,1 2,1 1,1 1,0 1,2 1,0 2,2 0,1 1,0 2,2 0,1 0,2 2,0 0,-8 24,16-35,1 1,1-1,0 2,1-1,1 0,-1 17,5 18</inkml:trace>
  <inkml:trace contextRef="#ctx0" brushRef="#br0" timeOffset="140802.227">963 14150,'-68'-96,"68"95,0 0,0 0,-1 0,1 0,-1 0,1 0,-1 1,1-1,-1 0,0 0,1 1,-1-1,0 0,0 1,1-1,-1 0,0 1,0-1,0 1,0 0,0-1,0 1,1 0,-1-1,0 1,0 0,0 0,0 0,0 0,0 0,0 0,0 0,0 0,0 0,0 0,0 1,0-1,0 0,0 1,0-1,0 1,0-1,1 1,-1-1,0 1,0 0,1-1,-1 1,0 0,1-1,-1 1,0 0,1 0,-1 0,1 0,0 0,-1-1,1 1,-1 1,-21 106,3 120,9 24,6-115,-17 562,20-685,2 6,-1 0,-2 0,0 0,-1 0,-1 0,-1-1,-5 15,0-15</inkml:trace>
  <inkml:trace contextRef="#ctx0" brushRef="#br0" timeOffset="141085.622">589 15754,'7'-2,"11"-3,12-6,12-5,10-4,8 1,0 1,-5 4,-8 5,-11 5,-12 7,-11 6,-6 3</inkml:trace>
  <inkml:trace contextRef="#ctx0" brushRef="#br0" timeOffset="141484.884">642 13963,'-2'-2,"1"-1,8 0,14 0,18-1,17-2,17-3,13-4,5-2,-1 2,-12 0,-17 2,-23 6,-27 6,-25 7,-21 7,-14 3,2-1</inkml:trace>
  <inkml:trace contextRef="#ctx0" brushRef="#br0" timeOffset="143532.457">2273 15460,'72'43,"61"33,-3 5,14 19,-137-95,-4-4,0 0,-1 0,1 0,-1 1,1-1,-1 0,0 1,0 0,1-1,-1 1,0 0,0 0,-1 0,1 0,0 1,-1-1,1 0,-1 1,0-1,0 1,0-1,0 1,0 0,0-1,-1 1,0 0,1 0,-1-1,0 1,0 0,0 0,-1-1,1 1,-1 0,1 0,-1-1,-1 3,-87 98,-8-4,-61 49,-21 13</inkml:trace>
  <inkml:trace contextRef="#ctx0" brushRef="#br3" timeOffset="161868.317">19238 10313,'8'-5,"-28"-2,-147-13,-19 11,137 10,0-3,-1-2,-25-6,-153-28,131 36,-124-13,12-8,-107 24,114 12,111-13,64-18,21 7</inkml:trace>
  <inkml:trace contextRef="#ctx0" brushRef="#br3" timeOffset="166179.289">18891 12893,'3'17,"-2"-17,-1 1,1 0,-1 0,1-1,-1 1,1 0,-1 0,0 0,1 0,-1-1,0 1,0 0,0 0,0 0,0 0,0 0,0 0,0 0,0-1,0 1,0 0,0 0,-1 0,1 0,0 0,-1-1,1 1,-1 0,1 0,-1-1,1 1,-1 0,1-1,-1 1,0 0,1-1,-1 1,0-1,0 1,1-1,-1 1,0-1,0 0,0 1,1-1,-104-7,4 4,-105-13,110 4,-1 3,0 5,-26 5,-23-2,-151-23,37 15,250 7,-1 0,1 1,0 0,-1 0,1 1,-1 0,1 1,-1 0,1 1,0-1,0 2,0-1,0 2,0-1,-6 4,9-3,5-3,0 0,1 1,-1-1,0 0,0 0,0 0,0 0,0 0,0-1,0 1,0 0,0 0,0-1,-1 1,1-1,0 1,0-1,-1 1,1-1,0 0,-1 1,1-1,0 0,-1 0,1 0,0 0,-1 0,1-1,0 1,-1 0,1 0,0-1,-1 1,1-1,0 0,0 1,0-1,0 0,-1 1,1-1,0 0,0 0,0 0,1 0,-1 0,0 0,0 0,0-1,11-106,-11 76,-1 1,-1 0,-1 0,-2 0,-1 0,-2 1,0 0,-4-3,-15-55,16 50,2-1,2 1,1-1,2-1,2 1,1-1,2-2,5 15,0 1,2-1,1 1,1 0,1 1,10-18,18-47,-12 7,-4-1,-4-1,5-65,39-234,-34 97,-15 123,-13-124,13 124,-12 162,-1 1,1-1,-1 1,0-1,0 1,1-1,-1 0,0 1,0-1,0 0,0 1,-1-1,1 1,0-1,-1 0,1 1,-1-1,0 1,1-1,-1 1,0 0,0-1,0 1,0 0,0 0,0-1,0 1,0 0,-1 0,1 0,0 0,-1 0,1 1,-1-1,1 0,-1 1,1-1,-1 1,1-1,-1 1,1 0,-1-1,0 1,1 0,-1 0,1 0,-1 1,0-1,-7 3,0 1,1 0,0 1,0 0,0 0,1 0,0 1,0 0,0 1,1 0,0 0,0 0,0 0,1 1,1 0,-4 6,6-11,-1 0,1 0,0 1,0-1,0 0,0 1,1 0,-1-1,1 1,0 0,0 0,0 0,1-1,-1 1,1 0,0 0,0 0,0 0,1 0,-1 0,1 0,0 0,0 0,0-1,1 1,-1 0,1-1,0 1,0-1,0 0,1 0,-1 0,4 3,3-1,1-1,0-1,0 0,0 0,1-1,-1 0,0-1,1 0,-1 0,1-2,0 1,-1-1,1 0,-1-1,0-1,0 1,1-2,-7 3,0 0,1 0,-1-1,0 0,0 0,0 0,0 0,-1-1,1 1,-1-1,1 0,-1 0,0 0,0-1,0 1,-1-1,1 0,-1 1,0-1,0 0,0 0,0-1,-1 1,0 0,0 0,0-1,0 1,0-1,-1 1,0-1,0 1,0-1,-1 1,0 0,0-1,0 1,0 0,0-1,-1 1,0 0,0 0,0 0,0 0,-2-2,1 2,-1 0,1 0,-1 0,0 0,0 1,0-1,0 1,-1 0,1 0,-1 1,0-1,0 1,0 0,0 0,0 1,0 0,0-1,-1 2,1-1,0 1,-1-1,1 2,0-1,-1 0,1 1,0 0,0 0,0 1,-1 0,1 0,1 0,-1 0,0 1,0-1,1 1,0 0,-1 1,1-1,1 1,-3 2,1 1,0 0,1-1,0 2,0-1,1 0,0 1,0-1,1 1,0 0,0 0,1 0,0 0,0 0,1 0,0 0,1 1,-1-1,2 0,-1 0,1 0,0-1,1 1,0 0,0-1,0 0,1 1,0-1,1-1,-1 1,1-1,1 1,-1-2,1 1,0 0,0-1,1 0,0-1,0 0,0 0,0 0,0-1,1 0,0 0,-1-1,1 0,0 0,0-1,0 0,0 0,5-1,-4-2,-1 0,0 0,-1-1,1 0,0-1,-1 1,0-2,0 1,0-1,0 0,-1 0,0-1,0 0,0 0,-1 0,0-1,0 0,0 0,-1 0,0 0,-1-1,1 1,-2-1,1 0,-1 0,0 0,-1-1,1 1,-2 0,1 0,-1-1,-1 1,1 0,-1-1,-1 1,0 0,0 0,0 0,-1 0,0 0,-1 1,0-1,0 1,0 0,-1 0,0 0,1 4,1 0,0 0,-1 0,0 1,1-1,-1 1,0 0,0 0,-1 1,1-1,0 1,0 0,-1 0,1 0,-1 1,1-1,-1 1,1 0,-1 0,1 1,0-1,-1 1,1 0,-1 0,1 1,0-1,0 1,0 0,0 0,0 0,0 1,1-1,-1 1,1 0,-1 0,1 0,0 1,0-1,1 1,-1-1,1 1,-2 4,0-4,1 0,0 0,0 0,1 0,-1 1,1-1,0 1,0-1,1 1,-1 0,1 0,0 0,0 0,1 0,-1 0,1 0,0 0,1 0,-1 0,1 0,0 0,0 0,1-1,-1 1,1 0,0-1,0 1,1-1,-1 1,1-1,0 0,0 0,1 0,-1-1,1 1,-1-1,1 0,0 0,4 2,-2-3,0 0,0 0,0-1,0 1,0-1,0-1,0 1,0-1,1 0,-1-1,0 1,0-1,2-1,-6 1,1 1,-1-1,0 1,1-1,-1 0,0 0,0 0,0-1,0 1,0 0,0-1,-1 1,1-1,0 0,-1 1,1-1,-1 0,1 0,-1 0,0 0,0 0,0-1,0 1,0 0,-1 0,1-1,-1 1,1 0,-1-1,0 1,0 0,0-1,0 1,0 0,-1-1,1 1,-1-2,0 0,0 1,-1-1,1 1,-1-1,0 1,1 0,-2 0,1 0,0 0,-1 0,1 0,-1 0,0 1,0-1,0 1,0 0,0 0,0 0,-1 0,1 1,-1 0,1-1,-1 1,0 0,1 1,-1-1,0 0,0 1,0 0,1 0,-1 0,0 1,-2 0,-8 9,13-12,2-4,22-196,-7 118,-5 31,-2 0,-3 0,-2-1,-2-19,-7 11,-3 0,-3 1,-10-27,10 26,3-1,2 1,3-33,1 49,7-198,17-29,-5 154,-5-2,-3-94,1-44,6 41,-16 217,1 0,-1 1,0-1,0 1,0-1,0 1,0-1,0 1,0-1,0 1,0-1,0 1,-1-1,1 1,0-1,0 1,0-1,-1 1,1-1,0 1,0-1,-1 1,1-1,0 1,-1 0,1-1,-1 1,1 0,0-1,-1 1,1 0,-1-1,1 1,-1 0,1 0,-1 0,1-1,-1 1,1 0,-1 0,0 0,1 0,-1 0,0 0,-10 0</inkml:trace>
  <inkml:trace contextRef="#ctx0" brushRef="#br3" timeOffset="167217.739">18182 7787,'42'-97,"4"2,7-4,-53 100,0-1,0 1,1-1,-1 1,0-1,0 1,1-1,-1 1,0-1,1 1,-1-1,1 1,-1-1,0 0,1 1,-1-1,1 0,-1 1,1-1,-1 0,1 0,-1 1,1-1,0 0,-1 0,1 0,-1 0,1 0,-1 0,1 0,0 0,-1 0,1 0,-1 0,1 0,-1 0,1 0,-1 0,1-1,0 1,-1 0,1 0,-1-1,1 1,-1 0,0-1,1 1,-1-1,1 1,-1 0,0-1,1 1,-1-1,0 1,1-1,-1 1,0-1,0 1,0-1,1 0,-1 1,0-1,0 1,0-1,0 1,0-1,0 0,0 1,0-1,0 1,7 45,-3 63,-5-1,-4 1,-6 7,11-109,1 0,-1 0,0 0,-1 0,0 0,0 0,0 0,0 0,-1 0,0 0,0-1,-1 1,0 0,0-1,0 0,0 0,-1 0,0 0,0-1,0 1,-1-1,1 0,-1 0,0-1,0 1,-1-1,1 0,0-1,-5 2,-42-1,63 4,43 3,0-2,1-2,-1-3,14-3,-32 1,153 1,-180-3,-10 1</inkml:trace>
  <inkml:trace contextRef="#ctx0" brushRef="#br3" timeOffset="167701.363">17861 7051,'-2'0,"-1"2,0 4,3 6,1 10,3 6,3 6,3 7,2 4,0 5,2 4,-3-6</inkml:trace>
  <inkml:trace contextRef="#ctx0" brushRef="#br3" timeOffset="168343.683">18582 7051,'3'2,"0"8,2 14,3 13,2 15,4 12,4 8,5 6,5 2,-2-3,-4-13</inkml:trace>
  <inkml:trace contextRef="#ctx0" brushRef="#br3" timeOffset="169200.825">17433 7279,'3'-5,"0"3,-1 10,1 11,-2 12,3 12,-1 13,0 10,-1 9,-4 7,-10 4,-3-12</inkml:trace>
  <inkml:trace contextRef="#ctx0" brushRef="#br2" timeOffset="186034.879">7607 10032,'-1'1,"0"1,0-1,-1 0,1 0,0 0,-1 0,1 0,-1-1,1 1,-1 0,1-1,-1 1,1-1,-1 1,0-1,1 0,-1 1,1-1,-1 0,0 0,1-1,-1 1,0 0,0 0,-246 0,68-12,107 9,1-3,-56-12,108 13,-27-2,46 7,0 0,0 1,0-1,-1 0,1 1,0-1,0 1,0 0,0-1,0 1,1 0,-1-1,0 1,0 0,0 0,1 0,-1 0,0 0,1 0,-1 0,1 0,-1 0,1 0,-1 0,1 0,0 0,0 0,-1 0,1 1,0-1,0 0,0 0,0 0,0 0,1 0,-1 1,0-1,0 0,1 0,50 151,-44-116,-2-1,-1 1,-2 0,-3 24,3 36,20 213,-22-256,-2 1,-2-1,-2 0,-7 18,7-45,0-4,1 1,1 0,1-1,1 2,0-1,2 0,1 0,3 15,30 168,-34 161,14-214,-15 388,15-448,-15-90,1 1,0-1,1 0,-1 1,0-1,1 0,0 1,0-1,0 0,0 0,0 0,1 0,-1 0,1 0,0 0,0 0,0-1,0 1,1-1,-1 1,0-1,1 0,0 0,0 0,-1 0,1-1,0 1,0-1,1 0,-1 1,23 0,-1-1,1-2,-1 0,1-1,-1-2,22-5,2-14,-38 11</inkml:trace>
  <inkml:trace contextRef="#ctx0" brushRef="#br2" timeOffset="187677.132">6858 9992,'-4'-3,"-1"0,0 0,0 1,0-1,0 1,0 0,0 1,-1-1,1 1,-1 0,1 1,-1-1,1 1,-1 0,1 0,-1 1,1-1,0 1,-1 1,1-1,0 1,-1 0,1 0,0 0,0 1,1 0,-1 0,1 0,-1 0,1 1,-3 3,3-4,1-1,0 2,-1-1,1 0,0 1,1-1,-1 1,1 0,0 0,0 0,0 0,0 0,0 0,1 0,0 1,0-1,0 1,1-1,-1 1,1-1,0 1,0-1,1 1,-1-1,1 0,0 1,0-1,1 1,-1-1,1 0,0 0,0 0,1 0,-1 0,1-1,-1 1,1-1,0 1,1-1,-1 0,3 2,7-2,0 1,1-2,-1 0,0 0,1-1,-1-1,1 0,-1-1,1-1,-1 0,1-1,-1 0,0-1,0 0,-1-1,1 0,-1-1,4-4,-4 4,1 0,-2-1,1-1,-1 0,0-1,-1 0,0 0,-1-1,9-11,-15 17,0 0,-1 0,1-1,-1 1,0-1,0 1,0-1,0 0,-1 0,0 0,0 0,0 0,-1 0,0 0,0 0,0 0,0 0,-1 0,0 0,0 0,0 1,-1-1,0 0,0 0,0 1,0-1,-1 1,0-2,-6-3,0-1,0 1,-1 1,0 0,-1 0,0 1,0 0,0 1,-1 0,0 1,0 0,0 1,-1 0,0 1,1 1,-1 0,0 1,0 0,0 1,0 0,0 1,0 0,0 1,-8 3,14-4,1 1,-1 0,1 0,0 1,0 0,0 0,0 0,0 1,1-1,0 1,-1 1,1-1,1 1,-1 0,1 0,0 0,0 1,0-1,1 1,0 0,0 0,0 0,1 0,0 1,0-1,1 1,0-1,0 1,0-1,1 1,0 0,0 3,4 3,0 0,0 0,1-1,1 0,0 0,1 0,0-1,0 1,2-2,-1 1,1-1,1-1,-1 0,2 0,-1-1,1 0,0-1,1 0,0-1,0 0,0-1,5 1,-12-3,-1-1,1 1,0-1,0-1,0 1,0-1,0 0,0 0,0 0,0-1,1 1,-1-1,0-1,0 1,0-1,0 0,1 0,-1 0,0-1,-1 0,1 0,0 0,0 0,-1-1,0 0,1 0,-1 0,0-1,1-2,-1 0,0-1,0 1,-1-1,0 0,0 0,-1 0,0 0,0-1,-1 1,1 0,-2-1,1 1,-1-1,0 0,-1-6,-1-5,-1 1,-1 0,0 0,-1 0,-1 1,-4-8,-42-53,50 76,0 0,-1 0,1 0,-1 0,1 1,-1-1,0 1,1 0,-1-1,0 1,0 1,0-1,0 0,0 1,0-1,0 1,0 0,0 0,0 0,0 0,0 1,0-1,0 1,0 0,0 0,0 0,0 0,0 0,0 1,-7 6,0 0,0 0,1 1,1 0,-1 0,2 1,-1 0,1 1,1 0,0 0,0 0,1 1,0 0,1-1,1 2,0-1,0 0,1 7,0-15,1 1,0-1,0 1,1-1,-1 1,1-1,0 1,0 0,0-1,1 1,-1-1,1 1,1-1,-1 1,0-1,1 0,0 1,0-1,0 0,1 0,-1-1,1 1,0 0,0-1,0 0,1 1,-1-1,1-1,-1 1,1 0,0-1,1 1,5-1,0-1,0 1,0-2,-1 1,1-1,0-1,0 0,0 0,0-1,0 0,-1-1,1 0,-1-1,0 0,0 0,0-1,0 0,-1 0,0-1,0 0,0 0,-1-1,0 0,0-1,-1 1,0-1,-1-1,2-1,-4 5,0 0,0-1,0 1,0-1,-1 0,0 0,0 0,-1 0,1 0,-1-1,-1 1,1 0,-1-1,0 1,-1 0,1 0,-1-1,0 1,-1 0,0 0,0 0,0 0,0 0,-1 1,0-1,0 1,-1-1,0 1,0 0,0 1,0-1,-1 1,1-1,-1 1,0 1,-1-1,1 1,-1 0,-1-1,-2 3,1 0,0 1,-1 0,1 1,-1 0,1 0,0 0,-1 1,1 1,0-1,0 1,1 1,-1-1,1 1,-1 1,1-1,0 1,1 1,-1-1,1 1,0 0,1 0,-1 1,1 0,1-1,-1 2,1-1,0 1,-2 6,4-11,1 1,-1-1,1 0,0 1,0-1,0 1,1-1,-1 1,1 0,0-1,0 1,0 0,0-1,1 1,-1 0,1-1,0 1,0-1,0 1,1-1,-1 0,1 0,0 1,0-1,0 0,0 0,1-1,-1 1,1 0,-1-1,1 0,0 1,0-1,1 0,3 2,0-1,0-1,0 1,0-1,0 0,0-1,1 0,-1 0,1 0,-1-1,1 0,-1-1,1 1,-1-1,0-1,1 0,-1 0,0 0,6-3,-12 4,0 1,0-1,0 1,0-1,0 1,0-1,0 0,0 0,0 1,-1-1,1 0,0 0,0 0,-1 0,1 0,-1 0,1 0,-1 0,1 0,-1 0,0 0,1 0,-1 0,0 0,0 0,0 0,0 0,0-1,0 1,0 0,0 0,0 0,0 0,-1 0,1 0,0 0,-1 0,1 0,-1 0,1 0,-1 0,0 0,1 0,-1 0,0 0,0 0,0 1,1-1,-1 0,0 1,0-1,0 0,0 1,0-1,0 1,0 0,0-1,-1 1,1 0,0 0,0 0,0-1,-1 1,-57-8,82 15,-16-7</inkml:trace>
  <inkml:trace contextRef="#ctx0" brushRef="#br2" timeOffset="190190.409">3142 8120,'77'58,"1"-3,-42-34,-1 2,-1 1,-2 2,0 1,-1 2,-2 1,-1 1,-2 1,-1 1,-1 2,9 20,-23-29,0 1,-2 0,-2 0,0 1,-2-1,-1 1,-1 0,-1 0,-1 1,-2-1,-1 0,-1 0,-2-1,0 0,-2 1,-1-2,-2 4,-15 31,-3 0,-2-3,-3 0,-2-2,-3-2,-32 34,-12 0,82-87,1 0,-1 0,1-1,-1 1,1 0,-1 0,1-1,-1 1,0 0,1-1,-1 1,0 0,0-1,1 1,-1-1,0 0,0 1,0-1,0 0,1 1,-1-1,0 0,0 0,0 0,0 0,0 0,0 0,0 0,0 0,0 0,1 0,-1 0,0 0,0-1,0 1,0 0,0-1,0 1,1-1,-1 1,0-1,0 1,1-1,-1 0,0 1,1-1,-1 0,1 1,-1-1,1 0,-1 0,1 0,-1 1,1-1,0 0,-1 0,1 0,0 0,0 0,0 0,0 0,0 0,0 0,0 0,0-20</inkml:trace>
  <inkml:trace contextRef="#ctx0" brushRef="#br2" timeOffset="190931.173">3664 8107,'64'59,"4"-4,65 43,-54-43,-3 4,6 11,-64-53,-1-1,-1 2,0 0,-2 1,0 0,-1 2,-1-1,-1 1,-1 1,-1 0,0 0,-2 1,-1 0,-1 0,0 1,-1 9,-4-3,0-1,-2 1,-2-1,0 1,-2-1,-1 0,-2-1,0 0,-2 0,-10 16,-12 21,-4-2,-2-2,-36 43,13-24,-3-4,-12 8,69-77,6-4,0 0,-1 0,0 0,1 0,-1-1,0 1,-1-1,1 0,0 0,-1 0,1-1,-1 1,1-1,-1 1,-3 0,5-4,0 1,0-1,0 0,1 1,-1-1,1 0,-1 0,1 0,0 0,0 0,0 0,0 0,0 0,0-1,0 1,1 0,-1-1,1 1,0 0,0-1,0 1,0 0,0-1,0 1,0-1,1 0,1-24,1 0</inkml:trace>
  <inkml:trace contextRef="#ctx0" brushRef="#br2" timeOffset="191703.711">3784 8081,'0'-1,"0"1,0 0,0-1,0 1,0-1,0 1,0-1,0 1,0-1,0 1,1-1,-1 1,0 0,0-1,0 1,1-1,-1 1,0 0,0-1,1 1,-1 0,0-1,1 1,-1 0,0-1,1 1,-1 0,1 0,-1 0,1-1,-1 1,0 0,1 0,-1 0,1 0,-1 0,1 0,-1 0,1 0,-1 0,0 0,1 0,-1 0,1 0,-1 0,1 0,-1 0,1 0,-1 1,0-1,1 0,0 0,40-3,0 2,0 2,0 1,0 3,0 1,-1 2,28 9,42 18,-3 5,14 11,112 52,206 125,-394-204,-2 2,0 2,-2 1,-1 3,-2 1,-1 1,-2 3,-1 1,0 3,-25-29,-2 0,1 0,-2 1,1 0,-2 1,0-1,0 1,-2 0,1 0,-2 0,0 0,-1 1,0-1,-1 1,-1 5,0-13</inkml:trace>
  <inkml:trace contextRef="#ctx0" brushRef="#br2" timeOffset="194176.042">3918 9765,'38'5,"1"-2,0-2,0-2,-1-2,1-1,18-5,-21 4,94-11,-2-6,0-5,-2-6,-1-6,-2-5,67-36,-163 68,-2-1,0-1,0-1,-1-1,-1-1,-1-1,-1-1,0-1,-1-1,-2 0,0-2,-1 0,-1-1,3-8,-15 23,0 0,-1 0,0 0,-1-1,0 1,0-1,-1 1,0-10,-1 18,0-1,0 0,-1 1,2-1,-1 1,0-1,0 1,0-1,1 1,-1-1,1 1,-1-1,1 1,-1-1,1 1,0 0,0-1,0 1,0 0,0 0,0-1,0 1,0 0,0 0,1 0,-1 0,0 1,0-1,1 0,-1 1,1-1,-1 0,1 1,-1 0,1-1,-1 1,1 0,-1 0,1 0,0 0,-1 0,2 0,277 2,678-2,-767 11,-189-11,-1 0,1 0,-1 1,0-1,1 0,-1 1,0-1,1 1,-1 0,0-1,1 1,-1 0,0 0,0 0,0 0,0 0,0 0,0 0,0 0,0 0,-1 0,1 1,0-1,-1 0,1 0,-1 1,1-1,-1 1,1-1,-1 0,0 1,0-1,0 1,0-1,0 0,0 1,0-1,0 1,-1-1,1 1,0-1,-1 0,1 1,-1-1,0 0,1 0,-1 1,0-1,-1 7,-51 330,44-265,2 0,4 1,5 46,5 51,-28-188,11 9</inkml:trace>
  <inkml:trace contextRef="#ctx0" brushRef="#br2" timeOffset="194950.851">4439 7439,'16'23,"12"16,10 13,6 10,4 2,1 0,-1-2,-7-4,-7-8,-8-8,-8-9,-7-9</inkml:trace>
  <inkml:trace contextRef="#ctx0" brushRef="#br2" timeOffset="195200.779">4773 7479,'-20'13,"-14"15,-8 10,-3 11,-2 11,4 6,6 3,7-3,9-6,12-11,9-13</inkml:trace>
  <inkml:trace contextRef="#ctx0" brushRef="#br2" timeOffset="195567.803">4866 7720,'1'10,"1"-1,0 0,0 1,0-1,1 0,1 0,-1-1,2 1,-1-1,1 1,0-1,1-1,0 1,0-1,0 0,1 0,0-1,1 0,-1 0,1-1,0 0,0 0,1-1,0 0,-1-1,1 0,1 0,-1 0,0-1,0-1,1 0,6 0,-9-2,0 0,0-1,0 1,0-2,-1 1,1-1,-1 0,1 0,-1-1,0 1,0-2,-1 1,1 0,-1-1,0 0,0-1,-1 1,1-1,-1 1,0-1,-1-1,1 1,-1 0,0-2,2-4,-1 0,0 0,0 0,-1 0,-1 0,0-1,-1 1,0-1,-1 1,0-1,-1 1,-1-1,-1-4,2 10,-1 1,0 0,-1 0,1 0,-1 0,0 1,0-1,-1 1,0 0,0 0,0 0,0 0,-1 1,0 0,0 0,0 0,0 0,-1 1,0 0,1 0,-1 1,0-1,0 1,0 0,-1 1,1 0,0 0,-1 0,1 1,0-1,-1 2,1-1,-6 1,1 1,0 1,0-1,1 1,-1 1,1 0,0 1,0 0,0 0,1 1,-1 0,2 1,-6 4,10-7,-1 0,0 0,1 1,0-1,0 1,1 0,-1 1,1-1,0 1,0-1,1 1,0 0,0 0,0 0,0 0,1 0,0 0,1 0,-1 0,1 1,1-1,0 6,0-7,1 1,0-1,1 0,-1 0,1 0,0 0,1-1,-1 1,1-1,-1 0,1 0,1 0,-1 0,0-1,1 1,0-1,0 0,0-1,0 1,0-1,0 0,1-1,0 1,41 12</inkml:trace>
  <inkml:trace contextRef="#ctx0" brushRef="#br2" timeOffset="196134.487">5401 7613,'-17'100,"5"0,0 97,17-646,-6 443,1 1,0-1,0 0,0 0,1 1,0-1,0 1,1-1,-1 1,1-1,0 1,1 0,-1 0,1 0,0 0,0 0,1 1,-1-1,1 1,0 0,0 0,1 0,-1 1,1 0,0-1,0 1,0 1,0-1,0 1,0 0,4 0,1 2,0 0,0 1,0 0,0 1,0 0,0 1,0 0,-1 0,1 1,-1 0,0 1,0 0,-1 0,1 1,-1 0,0 1,-1 0,0 0,0 1,0-1,-1 1,2 3,-6-7,0-1,-1 1,1-1,0 1,-1-1,0 1,0 0,0 0,0 0,-1 0,0-1,1 1,-1 0,-1 0,1 0,-1 0,1 0,-1 0,0-1,0 1,-1 0,1-1,-1 1,0-1,0 1,0-1,0 0,0 0,-1 0,0 0,1 0,-1 0,0-1,-1 1,-14 9,0-1,-1-1,0-1,-1 0,0-1,0-2,0 0,-1-1,0-1,-11 1,-8 3,5 3,35-10,-1-1,1 0,-1 1,1-1,-1 1,1-1,0 1,-1-1,1 1,0-1,-1 1,1-1,0 1,0-1,-1 1,1 0,0-1,0 1,0-1,0 1,0 0,0-1,0 1,0-1,0 1,0 0,0-1,0 1,0-1,1 1,-1 0,0-1,0 1,1-1,-1 1,0-1,1 1,-1-1,0 1,1-1,-1 1,1-1,-1 0,1 1,-1-1,1 0,-1 1,1-1,-1 0,1 0,0 1,-1-1,1 0,163 97,45 14,-175-94</inkml:trace>
  <inkml:trace contextRef="#ctx0" brushRef="#br2" timeOffset="211821.253">24625 10487,'135'21,"-63"-6,378 42,-255-29,-181-26,-13-2,0 1,1-1,-1 1,1-1,-1 0,1 0,-1 1,1-1,-1 0,0-1,1 1,-1 0,1 0,-1-1,1 1,-1 0,1-1,-1 0,0 1,1-1,-1 0,0 1,0-1,0 0,1 0,-1 0,0 0,0 0,0-1,-1 1,1 0,0 0,0-1,8-16,-1 0,-1-1,-1 0,-1 0,0 0,-2-1,0 1,0-19,1-46,-4 0,-4 0,-13-72,16 144,-15-209,10 0,11-35,29-51,-18 205,-5-1,-4-15,0-151,-2-166,1 347,4 1,19-80,26-36,-36 127,-4 0,-2-2,1-76,-14-8,26 17,-26 144,0-1,0 1,-1 0,1-1,0 1,-1 0,1 0,-1-1,0 1,1 0,-1 0,0 0,0-1,1 1,-1 0,0 0,0 0,0 0,-1 1,1-1,0 0,0 0,0 1,0-1,-1 1,1-1,0 1,-1-1,1 1,0 0,-1 0,1-1,-1 1,1 0,0 0,-1 1,1-1,-1 0,-58 13,51-9,-16 1,0-1,-1-1,1-1,-1-1,1-1,-6-2,-15 1,-187-13,92 1,-4-3,-96-24,136 20,-64-11,-77-13,-33 7,11 9,-64-23,-369-64,-5 31,-56 28,-247-24,529 38,-307 16,-312 14,526-10,203 4,347 17,-814-7,-180 55,444-32,-232 22,-73-5,778-32,-951 18,490 28,-185-19,74-13,446 1,-334 12,38-1,52 0,-562 26,839-45,-703 39,323-1,-195-10,434-31,-282 12,512-10,-12 0,0 5,-37 12,-67 5,34-18,13 17,167-23,1 0,0 0,0 0,1 1,-1-1,1 1,0 0,0 0,1 1,-1-1,1 1,1 0,-1 0,1 0,0 0,0 0,0 0,1 0,0 1,1-1,-1 2,0-1,-12 54,3 0,3 1,2 1,3-1,3 1,3 5,6 122,-10 81,-1-103,1 336,14-365,-14-125,1-1,1 1,0-1,1 0,0 0,1 0,1 0,0-1,0 0,1 0,1 0,0-1,1 1,0-2,0 1,8 6,-10-15,0 1,1-1,-1 0,0 0,1-1,0 0,-1 0,1 0,-1-1,1 0,0-1,-1 1,1-1,0 0,-1-1,2 0,9-1,407-57,-342 57,77-12,-127 8,4-2,1 1,0 2,0 2,1 1,0 2,55 2,-105-1,-4 0</inkml:trace>
  <inkml:trace contextRef="#ctx0" brushRef="#br2" timeOffset="-212708.705">27 11717,'92'3,"0"4,31 9,119 13,1-10,1-11,-1-11,91-18,-292 15,-73 6,8 0</inkml:trace>
  <inkml:trace contextRef="#ctx0" brushRef="#br2" timeOffset="-210960.126">1 11770,'33'273,"-17"-59,-11 200,-6-413,1 0,0 0,-1 1,1-1,0 0,0 0,-1 1,1-1,0 0,0 0,0 1,1-1,-1 0,0 0,0 1,1-1,-1 0,1 0,-1 0,1 1,0-1,-1 0,1 0,0 0,0 0,-1 0,1 0,0 0,0-1,0 1,0 0,0 0,0-1,1 1,-1-1,0 1,0-1,0 1,1-1,-1 0,0 0,0 1,1-1,-1 0,0 0,1 0,379-6,338 16,-600-7,-127-12,-8 0</inkml:trace>
  <inkml:trace contextRef="#ctx0" brushRef="#br2" timeOffset="-210461.255">441 12011,'-2'-5,"1"4,6 6,6 9,9 7,7 8,6 7,6 4,4 2,1 0,0-2,-3-3,-6-6,-7-6,-8-5,-10-5,-6-6</inkml:trace>
  <inkml:trace contextRef="#ctx0" brushRef="#br2" timeOffset="-210194.655">842 12024,'-6'2,"-10"11,-11 11,-10 13,-7 12,-4 7,2 2,5-1,6-4,10-6,8-11</inkml:trace>
  <inkml:trace contextRef="#ctx0" brushRef="#br2" timeOffset="-209052.411">1565 11730,'8'16,"269"211,-251-203,206 164,-179-145,-53-42,0 0,0 0,0 0,0 0,-1 0,1-1,0 1,-1 0,1 0,0 0,-1-1,1 1,-1 0,1-1,-1 1,1 0,-1-1,1 1,-1 0,0-1,0 1,1-1,-1 0,0 1,0-1,1 1,-1-1,0 0,0 0,0 1,1-1,-1 0,0 0,0 0,0 0,0 0,-4 2,-222 113,185-92,-440 260,415-244</inkml:trace>
  <inkml:trace contextRef="#ctx0" brushRef="#br2" timeOffset="-206292.693">2140 12198,'284'5,"-197"-7,-46 1,50-1,1 4,76 12,-158-12,-8-1,-1-1,0 1,0 0,0-1,1 1,-1 0,0-1,1 0,-1 1,1-1,-1 0,0 0,1 0,-1 0,1 0,-1 0,0 0,1 0,-1 0,1-1,-1 1,0 0,1-1,-1 0,0 1,0-1,1 0,-1 1,0-1,0 0,0 0,0 0,0 0,0 0,0 0,0 0,-1-1,1 1,0 0,0 0,-1-1,1 1,-1-1,-4-61,4-62,14 51,-4-1,-3 1,-3-21,-4-899,27 852,-21 117,-4 21,-1-1,1 1,-1 0,0 0,0-1,-1 1,1-1,-1 1,0-1,0 1,-1 0,1-1,-1 1,-1-5,0 7,-1 1,1-1,-1 1,1-1,-1 1,0 0,0 0,1 0,-1 0,0 0,0 1,0-1,0 1,0 0,0 0,0 0,0 0,0 0,0 1,0 0,1-1,-1 1,0 0,0 0,1 0,-1 1,0-1,-12 3,-37 4,0-2,-1-3,0-2,-17-3,-5 1,-659 0,732 2,-1-1,1 1,-1-1,1 0,-1 1,0-1,1 0,-1-1,1 1,-1 0,1-1,-1 1,1-1,-1 0,1 0,0 0,-1 0,1 0,0-1,0 1,0-1,0 1,0-1,0 0,0 1,0-1,1 0,-1 0,1-1,0 1,-1 0,1 0,0-1,0 1,0 0,1-1,-1-1,2-138,-3 59,-3 0,-3 1,-5 0,-2 0,-5 1,-13-31,20 73,-4-6,1-2,3 0,2-1,2 0,-2-29,5 25,39 49,172 17,-1-10,149-17,-181 6,399-35,-544 39,-31 3,-45 2,1 2</inkml:trace>
  <inkml:trace contextRef="#ctx0" brushRef="#br2" timeOffset="-205227.175">1685 9872,'-100'163,"10"-39,90-124,0 0,-1-1,1 1,0 0,0 0,0 0,-1-1,1 1,0 0,0 0,0 0,-1 0,1 0,0-1,0 1,-1 0,1 0,0 0,0 0,-1 0,1 0,0 0,0 0,-1 0,1 0,0 0,0 0,-1 0,1 0,0 0,0 0,-1 0,1 1,0-1,0 0,-1 0,1 0,0 0,0 1,9-27,93-228,-102 252,0 0,1 0,-1-1,1 1,0 0,-1 1,1-1,0 0,0 0,0 0,0 0,1 1,-1-1,0 0,1 1,-1-1,1 1,-1 0,1-1,0 1,0 0,0 0,-1 0,1 0,0 1,0-1,0 0,0 1,0-1,0 1,1 0,-1 0,0 0,0 0,0 0,0 0,0 0,0 1,2 0,134 86,101 31,-67-49,-128-54</inkml:trace>
  <inkml:trace contextRef="#ctx0" brushRef="#br2" timeOffset="-203524.453">15080 5781,'-83'22,"58"-12,-30 10,1 1,0 4,2 1,1 3,1 1,2 3,-34 31,80-63,1-1,0 1,0-1,0 1,0-1,-1 1,1-1,0 1,0 0,0-1,0 1,0 0,1 0,-1 0,0 0,0 0,0 0,1 0,-1 0,1 0,-1 0,0 0,1 0,0 0,-1 1,1-1,0 0,0 0,-1 1,1-1,0 0,0 0,1 1,-1-1,0 0,0 0,0 0,1 1,-1-1,1 0,-1 0,1 0,-1 0,1 0,0 0,0 1,65 23,205 149,-251-162,96 61,-3 5,63 58,-103-69</inkml:trace>
  <inkml:trace contextRef="#ctx0" brushRef="#br0" timeOffset="2361.944">4639 848,'-2'3,"1"0,4 2,0 2,1 1</inkml:trace>
  <inkml:trace contextRef="#ctx0" brushRef="#br0" timeOffset="2635.602">4679 1222</inkml:trace>
  <inkml:trace contextRef="#ctx0" brushRef="#br0" timeOffset="8401.159">13223 407,'-16'22,"-15"22,-8 22,-5 19,1 14,3 8,8 4,10-3,11-8,14-13,15-14,17-13,15-16,11-16,-5-12</inkml:trace>
  <inkml:trace contextRef="#ctx0" brushRef="#br0" timeOffset="14086.661">16056 193,'5'18,"8"20,6 17,10 17,3 17,2 14,-3 14,-9 11,-20 5,-30 3,-36-1,-7-23</inkml:trace>
  <inkml:trace contextRef="#ctx0" brushRef="#br0" timeOffset="13267.322">15013 554,'9'19,"10"14,13 11,13 9,9 8,8 4,1 2,-2 2,-7-2,-9-4,-9-5,-11-8,-9-10,-9-13</inkml:trace>
  <inkml:trace contextRef="#ctx0" brushRef="#br0" timeOffset="13517.269">15428 540,'-19'9,"-11"13,-9 15,-7 16,-6 16,-4 13,-1 11,-1 3,2-4,9-17</inkml:trace>
  <inkml:trace contextRef="#ctx0" brushRef="#br0" timeOffset="11861.496">13596 688,'-15'77,"3"2,3-1,4 1,4 41,23-17,-21-100,0 0,0 0,1 0,-1 0,1 0,0 0,0 0,0-1,0 1,0-1,1 1,-1-1,1 0,0 0,0 0,0 0,0 0,0-1,0 1,0-1,0 0,0 0,1 0,-1-1,0 1,1-1,-1 1,0-1,2 0,6-4,1 1,-1-1,0-1,0 0,-1-1,1 0,-1-1,0 1,-1-2,0 0,0 0,-1 0,0-1,0 0,-1-1,5-8,7-12,-1 1,-2-2,-1 0,-2-1,-1-1,-1 0,-2 0,-1-1,-2 0,-1-1,-2 1,-1-1,-2 0,-1 1,-6-32,7 54,-1 0,0 0,-1 0,-1 0,1 0,-2 1,0-1,0 1,-1 0,0 0,-1 1,0-1,-1 1,0 1,-1-1,0 1,0 0,-3-1,7 8,1 0,-1 0,0 0,0 1,0-1,0 1,0 0,0 0,0 1,0-1,0 1,0 0,0 0,-1 0,1 0,0 1,0 0,0 0,0 0,0 0,0 1,0-1,1 1,-1 0,0 0,1 0,0 1,-1-1,0 3,-4 2,0 1,1 0,0 0,0 0,1 1,1 0,-1 1,1-1,1 1,0 0,0 1,-5 17,2 1,1 1,2-1,1 1,1 0,1-1,1 1,2 0,2 0,0-1,2 1,1 1,6 13,1-1,2 0,2 0,2-2,1 0,2-2,17 20,34 44,-61-82</inkml:trace>
  <inkml:trace contextRef="#ctx0" brushRef="#br0" timeOffset="12478.168">14198 1250,'-5'5,"2"0,-1 1,0 0,1 0,0 0,0 0,1 1,0-1,0 1,0-1,1 1,0-1,0 1,1 0,0 0,0 0,1-1,-1 1,1 0,1-1,-1 1,1 0,1-1,-1 0,1 0,0 1,0-2,1 1,0 0,0-1,0 1,0-1,1 0,0-1,3 2,-3-2,0-1,0 1,1-2,-1 1,1 0,0-1,0 0,0-1,0 1,0-1,0 0,0-1,1 0,-1 1,0-2,0 1,0-1,1 0,-1 0,0-1,0 0,-1 0,1 0,0-1,-1 0,1 0,-1 0,0-1,0 1,0-1,0-1,-1 1,0 0,0-1,0 0,0 0,-1 0,0-1,0 1,1-5,-1 1,0 0,-1 0,0 0,-1-1,0 1,0-1,-1 1,-1-1,1 1,-1-1,-1 1,0-1,0 1,-1 0,0 0,-1 0,0 1,0-1,-1-1,2 5,-1-1,1 0,-1 1,0 0,0 0,-1 0,1 1,-1-1,0 1,0 0,-1 0,1 1,-1 0,0 0,0 0,0 1,0-1,0 1,0 1,-1-1,1 1,-1 0,1 1,-1 0,1 0,-1 0,1 1,-2 0,-2 2,0 1,1 0,-1 1,1 0,0 0,1 1,-1 0,1 1,0 0,0 0,1 1,0-1,1 2,0-1,0 1,0 0,1 0,1 0,-1 1,2 0,-3 8,-13 37</inkml:trace>
  <inkml:trace contextRef="#ctx0" brushRef="#br0" timeOffset="3468.607">6083 888,'-8'-47,"9"40,19-155,2-44,-21 204,-1-1,1 1,-1 0,1-1,-1 1,0 0,0-1,0 1,0 0,0-1,-1 1,1 0,-1-1,1 1,-1 0,0 0,0-1,0 1,0 0,-1 0,1 0,0 0,-1 0,1 1,-1-1,0 0,0 1,1-1,-1 1,0 0,0-1,0 1,-1 0,1 0,0 0,0 1,-1-1,1 0,0 1,-1 0,-3 2,1 1,0 0,1 0,-1 0,0 1,1 0,0 0,0 0,0 0,1 0,-1 1,1 0,0 0,0 0,0 0,1 0,0 0,0 1,0-1,1 1,0-1,-1 6,2-9,0 0,0 0,1 1,-1-1,0 0,1 0,-1 0,1 0,0-1,-1 1,1 0,0 0,0 0,0 0,0-1,1 1,-1-1,0 1,1-1,-1 1,1-1,0 0,-1 1,1-1,0 0,0 0,0-1,-1 1,1 0,0 0,0-1,0 1,0-1,0 0,2 0,74 0,-42-7,-1-1,0-2,-1-1,13-8,-43 18,-4 0,1 1,-1-1,1 0,-1 0,1 1,0-1,-1 1,1-1,0 1,0-1,-1 1,1-1,0 1,0-1,0 1,0 0,-1 0,1-1,0 1,0 0,0 0,0 0,0 0,0 0,0 0,0 0,0 1,-1-1,1 0,0 0,0 1,0-1,0 0,-1 1,1-1,0 1,0-1,-1 1,1-1,0 1,0 0,-1-1,1 1,-1 0,1-1,-1 1,1 0,-1 0,0 0,1 0,-1-1,0 1,1 0,-1 0,0 0,0 0,0 0,0 0,0 0,0 0,-26 232,28-183,2 0,2 0,3 0,2-1,2 0,2-1,2 0,5 5,-4-10,-5-17,-2 2,-1 0,-1 0,-1 0,-2 1,2 23,-8-45,0-1,0 1,-1-1,0 1,0-1,-1 1,0-1,0 0,0 1,-1-1,0 0,0-1,0 1,-1 0,0-1,0 0,0 0,-1 0,0-1,0 1,0-1,0 0,-1 0,1-1,-1 0,0 0,0 0,0-1,0 0,-1 0,1 0,-1-1,-1 0,-1 1,0 0,0-1,0 0,0-1,-1 0,1 0,0-1,0 0,0-1,0 0,0 0,0-1,0 0,1-1,-1 0,1 0,0 0,1-1,-1-1,1 1,0-1,0-1,0 1,1-1,0 0,0 0,1-1,0 0,1 0,-1 0,1 0,-2-9,3 7,1 0,0 0,0 0,1 0,1 0,-1 0,2 0,-1 0,2 0,-1 0,1 0,1 0,0 1,0-1,1 1,0-1,0 1,1 1,0-1,1 1,0 0,0 0,1 0,0 1,0 0,1 0,6-3,12-8,1 2,0 1,1 1,1 1,27-8,-35 14,33-14</inkml:trace>
  <inkml:trace contextRef="#ctx0" brushRef="#br0" timeOffset="4469.761">6778 1437,'101'-217,"-100"215,0 2,-1 1,0-1,0 0,1 1,-1-1,0 1,1-1,-1 0,0 1,1-1,-1 0,1 1,-1-1,1 0,-1 0,0 0,1 1,-1-1,1 0,-1 0,1 0,-1 0,1 0,-1 0,1 0,-1 0,1 0,-1 0,1 0,-1 0,1 0,-1 0,1-1,-1 1,1 0,-1 0,0 0,1-1,-1 1,1 0,-1-1,0 1,1 0,-1-1,0 1,1 0,-1-1,0 1,1-1,-1 1,0-1,0 1,0 0,1-1,-1 1,0-1,0 1,0-1,0 1,0-1,0 1,0-1,0 1,0-1,0 1,0-1,0 1,50 222,-9-24,-34-166</inkml:trace>
  <inkml:trace contextRef="#ctx0" brushRef="#br0" timeOffset="4735.329">7206 808,'16'0,"12"0,10 0,9 0,6 0,2 0,-2 2,-7 3,-13 1</inkml:trace>
  <inkml:trace contextRef="#ctx0" brushRef="#br0" timeOffset="5001.654">7340 1048,'16'3,"16"0,20 0,15-3,14-2,5-2,-10-1</inkml:trace>
  <inkml:trace contextRef="#ctx0" brushRef="#br0" timeOffset="5301.844">8263 554,'0'19,"0"18,0 18,0 15,0 11,0 6,0 0,0-7,0-9,0-13,2-13,3-15,1-13</inkml:trace>
  <inkml:trace contextRef="#ctx0" brushRef="#br0" timeOffset="5569.418">8624 608,'-127'158,"-30"19,-13-12,151-148,19-17,1 1,-1 0,0-1,0 1,1-1,-1 1,0-1,1 1,-1-1,0 1,1-1,-1 1,1-1,-1 1,1-1,-1 1,1-1,-1 0,1 1,-1-1,1 0,0 1,-1-1,1 0,-1 0,1 0,0 0,-1 0,1 0,0 1,-1-1,1-1,-1 1,1 0,0 0,-1 0,1 0,0 0,-1-1,1 1,-1 0,1 0,0-1,-1 1,1 0,-1-1,1 1,-1-1,1 1,-1-1,1 1,3-1,9-2,1 1,0 1,-1 0,1 1,0 0,-1 1,1 0,-1 1,1 1,-1 0,0 1,0 1,0-1,10 7,143 91,-135-85,-4-4</inkml:trace>
  <inkml:trace contextRef="#ctx0" brushRef="#br0" timeOffset="5852.328">8811 1263,'-14'-218,"14"236,-2 12,1 0,2 1,1-1,1 0,2 0,1 0,1 0,2-1,0 0,2-1,9 15,-4-18</inkml:trace>
  <inkml:trace contextRef="#ctx0" brushRef="#br0" timeOffset="6235.256">9452 928,'14'5,"15"3,17 1,12-1,7-3,2-1,-8 0,-14 0</inkml:trace>
  <inkml:trace contextRef="#ctx0" brushRef="#br0" timeOffset="6501.887">9519 1142,'20'7,"24"2,21 0,18-3,12-5,-12-4</inkml:trace>
  <inkml:trace contextRef="#ctx0" brushRef="#br0" timeOffset="6918.228">10482 661,'11'23,"11"19,11 13,8 9,7 5,4-1,2-4,-1-9,-4-9,-10-13,-10-11</inkml:trace>
  <inkml:trace contextRef="#ctx0" brushRef="#br0" timeOffset="7202.36">10869 675,'-16'9,"-12"12,-8 16,-4 16,-3 14,-1 9,0 4,4-3,8-15</inkml:trace>
  <inkml:trace contextRef="#ctx0" brushRef="#br0" timeOffset="7502.128">11150 969,'-67'80,"64"-76,1 0,-1 0,1 0,0 1,0-1,0 1,1 0,-1-1,1 1,0 0,1 0,-1 0,1 0,0 0,0 0,1 0,-1-1,1 1,1 3,2-3,-1 0,2 0,-1 0,0-1,1 0,0 1,0-2,0 1,0-1,1 1,-1-1,1-1,0 1,0-1,0 0,0-1,0 1,0-1,1 0,-1-1,0 1,1-1,-1-1,4 0,6 1,1 0,-1-2,0 0,0 0,0-2,0 0,0-1,-1 0,0-2,0 1,10-8,-19 11,1-1,-1-1,0 1,-1-1,1 0,-1 0,0 0,0-1,0 0,-1 0,0 0,0-1,-1 1,1-1,-2 0,1 0,-1 0,0 0,0 0,-1-1,0 1,0 0,-1-1,1 1,-2-1,0-4,-1 1,-1-1,0 1,-1 0,-1 0,1 0,-2 1,1 0,-2 0,1 0,-1 0,-1 1,0 1,0-1,0 1,-1 0,0 1,-1 0,0 1,0 0,0 0,-1 1,0 0,0 1,0 1,0-1,0 2,-1-1,0 2,1 0,-1 0,-11 1,17 1,0 0,0 0,0 1,0 0,0 0,1 0,-1 1,1 0,-1 0,1 0,0 0,0 1,0 0,1 0,-1 1,1-1,0 1,1 0,-1 0,1 0,0 0,0 1,0-1,1 1,0 0,0 0,0 0,1 0,0 0,0 0,0 0,1 0,0 1,0-1,1 0,0 0,0 0,0 1,14 34</inkml:trace>
  <inkml:trace contextRef="#ctx0" brushRef="#br0" timeOffset="8017.33">11845 741,'-14'46,"2"0,2 1,2 0,2 0,2 1,2-1,3 17,4-5,-5-59,0-1,0 1,0 0,0 0,0-1,0 1,0 0,0-1,0 1,0 0,0 0,0-1,0 1,0 0,0-1,0 1,0 0,0 0,0-1,0 1,1 0,-1 0,0-1,0 1,0 0,1 0,-1 0,0-1,0 1,0 0,1 0,-1 0,0-1,0 1,1 0,-1 0,0 0,0 0,1 0,-1 0,0 0,1 0,-1 0,0 0,0 0,1 0,-1 0,0 0,1 0,-1 0,0 0,0 0,1 0,-1 0,0 0,1 1,-1-1,0 0,0 0,0 0,1 0,-1 1,5-32,-1 1,-1-1,-2 0,-2-15,1 26,-11-286,10 304,0 0,1 0,-1-1,1 1,-1 0,1 0,0-1,0 1,0 0,0 0,0-1,0 1,1 0,-1-1,1 1,-1 0,1 0,0 0,0 0,0 0,0 0,1 0,-1 0,0 0,1 0,-1 1,1-1,0 1,-1-1,1 1,0-1,0 1,0 0,0 0,0 0,0 0,0 0,1 1,-1-1,0 1,0-1,1 1,18 6,-1 1,0 0,0 2,0 1,-1 0,-1 1,0 1,8 7,-22-17,-1-1,1 1,-1 0,0 0,1 0,-1 0,0 1,-1-1,1 1,0 0,-1 0,1 0,-1 0,0 0,0 0,0 1,-1-1,1 1,-1-1,1 1,-1 0,-1-1,1 1,0 0,-1 0,0-1,0 1,0 0,0 0,0 0,-1 0,0-1,0 1,0 0,0-1,-1 1,1-1,-1 1,0 0,-12 10,-1 0,0-1,-1-1,0 0,-1-1,0-1,-4 1,-19 12,31-17,-9 4,1 1,0 0,0 2,2 0,-15 15,28-27,0 1,1-1,-1 1,1 0,-1-1,1 1,0 0,0 0,0 0,0 0,0 0,0 0,0 0,0 0,1 1,-1-1,1 0,0 0,0 1,0-1,0 0,0 0,0 1,1-1,-1 0,1 0,-1 1,1-1,0 0,0 0,0 0,0 0,0 0,0 0,1 0,-1-1,0 1,1 0,1 1,8 3,-1 0,1 0,1-1,-1 0,1-1,-1 0,1-1,1-1,-1 1,0-2,0 0,6 0,-11-1,96 8,0-5,39-6,-74-1</inkml:trace>
  <inkml:trace contextRef="#ctx0" brushRef="#br0" timeOffset="17669.362">9759 2519,'16'2,"19"1,20 0,15 0,13-1,3-1,-8-1,-16 1,-17-1</inkml:trace>
  <inkml:trace contextRef="#ctx0" brushRef="#br0" timeOffset="17935.46">9787 2759,'13'3,"19"0,21 0,21-5,15-5,9-3,-12 0</inkml:trace>
  <inkml:trace contextRef="#ctx0" brushRef="#br0" timeOffset="19001.313">11899 2787,'-2'2,"-1"1</inkml:trace>
  <inkml:trace contextRef="#ctx0" brushRef="#br0" timeOffset="18436.175">11003 2493,'129'-254,"-106"203,-23 51,0 0,1 0,-1 0,0-1,1 1,-1 0,0 0,1 0,-1 0,0 0,1 0,-1 0,0 0,1 0,-1 0,1 0,-1 0,0 0,1 1,-1-1,0 0,1 0,-1 0,0 0,1 1,-1-1,0 0,0 0,1 0,-1 1,0-1,0 0,1 1,-1-1,0 0,0 0,0 1,1-1,-1 1,0-1,0 0,0 1,0-1,0 0,0 1,0-1,0 0,0 1,0-1,0 0,0 1,0-1,0 1,0-1,0 0,0 1,-1-1,1 0,0 1,0-1,0 0,-1 0,1 1,0-1,0 0,-1 1,1-1,2 52,-3 0,-2 0,-3 10,-1 9,-7 229,7-261,2-28</inkml:trace>
  <inkml:trace contextRef="#ctx0" brushRef="#br0" timeOffset="18719.017">11070 2827,'-5'0,"-1"2,5 1,12 0,15-1,14-2,13-5,9-2,5-4,-1 1,-4 2,-13 3</inkml:trace>
  <inkml:trace contextRef="#ctx0" brushRef="#br0" timeOffset="16735.371">8516 2145,'3'14,"2"15,5 17,2 14,0 11,-2 6,-4 2,-7-1,-6-5,-5-10,-1-14,3-15</inkml:trace>
  <inkml:trace contextRef="#ctx0" brushRef="#br0" timeOffset="17363.06">8851 2252,'-325'337,"272"-288,53-49,0 0,-1 0,1 1,0-1,-1 0,1 0,0 0,0 0,-1 1,1-1,0 0,0 0,-1 1,1-1,0 0,0 0,0 1,-1-1,1 0,0 1,0-1,0 0,0 1,0-1,0 0,0 1,0-1,0 0,0 1,0-1,0 0,0 1,0-1,0 0,0 1,0-1,0 0,0 1,0-1,0 0,1 0,-1 1,0-1,0 0,0 1,1-1,-1 0,0 0,0 0,1 1,-1-1,0 0,1 0,-1 0,0 1,0-1,1 0,-1 0,0 0,1 0,-1 0,0 0,1 0,-1 0,0 0,1 0,-1 0,0 0,1 0,-1 0,34-2,-25 1,4 2,-1 0,0 1,1 0,-1 1,0 1,-1-1,1 2,-1 0,1 0,-1 1,-1 1,1-1,-1 2,-1-1,1 2,-1-1,-1 1,1 0,-2 1,2 2,-2-2,1-1,0 0,0 0,1 0,0-1,0 0,1-1,0 0,1-1,-1 0,1 0,0-1,1-1,-1 1,1-2,0 0,0 0,0-1,0-1,0 0,0-1,1 0,-1-1,0 0,58-24,-68 25,0 0,-1 0,1 1,0-1,-1 0,1 1,0-1,-1 0,1 1,-1 0,1-1,-1 1,1 0,-1 0,0 0,1 0,-1 0,0 0,0 0,1 1,-1-1,0 0,0 1,0-1,-1 0,1 1,0-1,0 1,-1 0,1-1,-1 1,0-1,1 3,8 13,-6-13,0 0,0 0,1-1,-1 1,1-1,0 0,0 0,0 0,0 0,1-1,-1 0,1 0,-1 0,1 0,0-1,0 0,0 0,0 0,0 0,0-1,0 0,0 0,0 0,0-1,0 1,0-1,-1-1,1 1,1-1,0 0,0 0,1-1,-1 1,-1-1,1-1,0 1,-1-1,0 0,0 0,0-1,0 1,0-1,-1 0,0-1,0 1,-1-1,0 1,1-1,-2 0,1 0,-1 0,1-2,-3 4,1 0,0 0,-1-1,0 1,0 0,0 0,-1 0,1-1,-1 1,0 0,0 0,0 0,-1 0,1 0,-1 1,0-1,0 0,-1 1,1-1,-1 1,1 0,-1 0,0 0,-1 0,1 0,-3-1,-2-2,-1 1,1 0,-1 0,0 1,0 0,0 1,-1 0,1 1,-1-1,0 2,-1-1,1 1,-1 0,0 1,0 0,0 1,0 0,1 1,-1 0,0 0,1 1,0 1,0-1,0 2,0-1,0 2,1-1,0 1,0 1,1-1,-1 1,1 1,1 0,0 0,5-6,0 1,1-1,0 1,0-1,0 1,0 0,0-1,0 1,1 0,-1-1,1 1,0 0,0 0,0 0,0-1,0 1,1 0,-1 0,1-1,0 2,10 17</inkml:trace>
  <inkml:trace contextRef="#ctx0" brushRef="#br0" timeOffset="16118.439">6096 2533,'17'-39,"9"-24,-3 16,-3-1,-2 0,-2-1,-3-1,-1 0,-3-1,-1-9,-14 14,6 45,0 0,-1 0,1 1,-1-1,1 0,0 0,-1 0,1 1,-1-1,0 0,1 1,-1-1,0 0,1 1,-1-1,0 1,0-1,1 1,-1-1,0 1,0-1,0 1,0 0,1 0,-1-1,0 1,0 0,0 0,0 0,0 0,0 0,0 0,0 0,0 0,1 1,-1-1,0 0,0 0,0 1,0-1,0 1,1-1,-1 1,0-1,-3 3,1-1,0 1,0 0,0 0,1 0,-1 0,1 1,0-1,-1 1,2-1,-1 1,0 0,1 0,-1 0,1 0,0 0,1 0,-1 0,1 0,-1 0,1 0,0 0,1 0,-1 0,1 0,0 0,0 0,0 0,0 0,1 0,0 0,-1-1,2 2,7 2,0-1,1 0,-1-1,1 0,0 0,1-2,-1 1,1-1,0-1,-1 0,1-1,0 0,0 0,0-2,0 1,10-3,-13 3,128-1,-134 2,1 0,0 0,-1 0,1 1,-1-1,0 1,1 0,-1 0,0 0,0 1,0-1,-1 1,1-1,-1 1,1 0,-1 0,0 0,0 0,0 1,0-1,-1 0,1 1,-1-1,1 4,12 92,-13-86,55 584,-56-588,-1 117,0-121,0-1,0 1,-1 0,1 0,-1-1,0 1,-1-1,1 1,-1-1,1 0,-1 0,0 0,-1 0,1-1,-1 1,0-1,0 0,0 0,0 0,0-1,0 0,-1 1,-2 0,0-1,0 0,-1-1,1 1,0-1,-1-1,1 1,0-1,-1-1,1 1,0-1,-1-1,1 1,0-1,0 0,0-1,0 0,1 0,-1 0,1-1,-1 0,-2-2,-5-5,0 0,1-1,0 0,1-1,1 0,0-1,0 0,-4-9,7 9,0 0,0-1,1 0,1 0,0 0,1-1,1 0,0 0,2 0,-1 0,2-9,1 19,1 1,0 0,0 0,0 0,1 0,0 0,0 0,0 0,1 0,-1 1,1-1,0 1,1 0,-1 0,1 0,-1 0,1 1,0-1,1 1,-1 0,3-1,103-45,-59 32,1 3,0 2,1 2,0 2,8 3,-57 3,0 1,0 0,0 0,0 1,-1-1,1 1,0 0,0 0,0 0,0 0,0 1,0 0,0-1,0 1,0 1,0-1,-1 1,1-1,0 1,-1 0,0 0,1 1,-1-1,0 1,0 0,0-1,-1 1,1 0,-1 1,0-1,1 0,-1 1,-1-1,2 4,3 33,-6-32,0 0,1 1,1-1,-1 0,1 0,0 0,1 0,0 0,0 0,1-1,0 0,0 1,1-1,0-1,0 1,0-1,1 0,-1-1,1-1,-1-1,1 1,-1-1,1 0,0 0,0 0,1-1,-1 0,0-1,1 1,-1-1,1 0,2-1,-6 1,0-1,0-1,0 1,-1 0,1-1,0 1,0-1,0 0,0 0,-1 0,1 0,0-1,-1 1,1-1,-1 1,1-1,-1 0,0 0,0 0,0 0,0-1,0 1,0 0,-1-1,1 1,-1-1,0 0,0 0,0 1,0-1,0 0,0-1,0-4,0 0,0 1,-1-1,0 0,-1 0,0 1,0-1,0 0,-1 1,0 0,-1-1,1 1,-2 0,1 0,-1 0,0 1,0-1,-3-3,4 6,0 0,0 1,0-1,0 1,-1 0,1 0,-1 0,0 0,1 1,-1-1,0 1,-1 0,1 0,0 1,-1-1,1 1,-1 0,1 0,-1 0,1 1,-1 0,0 0,1 0,-1 0,0 1,1-1,-1 1,1 0,-1 1,1-1,-1 1,-2 2,1-1,0 1,1 0,-1 1,1-1,0 1,0 0,0 1,0-1,1 1,-2 3,4-7,1 0,-1 1,1-1,0 0,0 1,0-1,0 0,0 1,0 0,1-1,-1 1,1-1,0 1,0 0,0-1,0 1,0 0,0-1,1 1,-1-1,1 1,0-1,0 1,0-1,0 1,0-1,0 0,1 1,-1-1,1 0,0 0,-1 0,4 2,0-1,0 0,0 0,1-1,-1 1,0-1,1 0,0 0,-1-1,1 0,0 0,5 0,34 3</inkml:trace>
  <inkml:trace contextRef="#ctx0" brushRef="#br0" timeOffset="16370.135">7353 2465,'28'3,"22"0,16 0,9-1,0 0,-10-1,-16 2,-17 0</inkml:trace>
  <inkml:trace contextRef="#ctx0" brushRef="#br0" timeOffset="16568.696">7460 2693,'21'9,"22"3,20-1,17-4,12-5,-11-4</inkml:trace>
  <inkml:trace contextRef="#ctx0" brushRef="#br0" timeOffset="20524.568">6203 3950,'-1'0,"0"0,0 1,0-1,0 0,0 1,0-1,0 1,0-1,0 1,0-1,1 1,-1 0,0 0,0-1,0 1,1 0,-1 0,0 0,1 0,-1 0,1 0,-1 0,1 0,0 0,-1 0,1 0,0 0,0 0,-1 0,1 0,0 0,0 0,0 0,1 0,-1 1,0-1,0 1,0-2,0 9,0-1,0 1,0-1,1 0,0 1,1-1,0 0,0 1,1-1,0-1,1 1,-1 0,1-1,1 1,0-1,0-1,0 1,0-1,1 1,0-2,1 1,-1-1,1 0,0 0,0 0,1-1,0-1,2 2,3 1,1 0,0-1,-1-1,1-1,0 1,1-2,-1 0,1-1,-1 0,1-1,-1-1,0-1,1 1,-1-2,0 0,7-3,-13 3,0 1,-1-1,0 0,1-1,-1 0,0 0,-1-1,1 0,-1 0,0 0,0-1,-1 1,1-2,-1 1,-1 0,1-1,-1 0,0 0,-1 0,1-1,-1 1,-1-1,0 0,0 0,0 1,-1-1,0 0,-1-1,0 1,0 0,0 0,-2-6,2 13,0-1,0 1,0 0,-1 0,1 0,0 0,0 0,-1-1,1 1,-1 0,1 0,-1 0,1 0,-1 0,1 0,-1 0,0 1,0-1,1 0,-1 0,0 0,0 1,0-1,0 0,0 1,0-1,0 1,0-1,0 1,0 0,0-1,-1 1,1 0,0 0,0 0,0 0,0 0,0 0,-1 0,1 0,0 0,0 0,0 1,0-1,0 0,0 1,0-1,0 1,0-1,0 1,0 0,0-1,0 1,0 0,0 0,0 0,1-1,-1 1,0 0,1 0,-1 0,0 1,-5 9,1 1,0 1,1-1,0 1,1 0,0 0,1 0,1 0,-1 8,2-14,-5 78,5 1,3-1,7 25,0 21,-8-92,5 46,-3 1,-5-1,-3 1,-14 75,14-140,-1-1,-2 1,0-1,-1 0,0-1,-3 1,8-13,-1 0,0-1,-1 1,0-1,0 0,0 0,-1-1,1 1,-1-1,-1 0,1-1,-1 0,1 0,-1 0,0-1,-1 0,-5 2,7-4,1 0,-1-1,1 0,-1 0,0 0,1-1,-1 1,1-1,-1-1,1 1,-1-1,1 0,0 0,0 0,0-1,0 0,0 0,1 0,-1-1,0 0,-76-87,49 43,3-1,1-2,3-1,3 0,-2-12,21 58,2 4,0 0,0 1,0-1,0 0,1 0,-1 0,0 0,1 0,-1 0,1 0,0 0,-1-1,1 1,0 0,1 0,-1 0,0 0,0 0,1 0,-1 0,1 0,0 0,0 0,0 0,0 0,0 0,0 1,0-1,0 0,1 1,-1-1,83-21,304-35,-293 43</inkml:trace>
  <inkml:trace contextRef="#ctx0" brushRef="#br0" timeOffset="22379.613">7166 4284,'12'2,"14"1,15 0,14 0,9-2,4 0,1 0,-7-1,-15 0</inkml:trace>
  <inkml:trace contextRef="#ctx0" brushRef="#br0" timeOffset="22668.054">7259 4525,'14'9,"18"3,22 0,19-3,19-7,9-6,-13-3</inkml:trace>
  <inkml:trace contextRef="#ctx0" brushRef="#br0" timeOffset="25189.736">10174 3856,'-5'-2,"1"0,0 1,-1 0,0 0,1 0,-1 1,0-1,1 1,-1 0,0 0,1 1,-1 0,1-1,-1 2,0-1,1 0,0 1,-1 0,1 0,0 0,0 0,0 1,0 0,1 0,-1 0,1 0,-1 0,0 2,-10 15,2 1,0 0,1 0,2 1,0 1,1 0,1 0,1 0,1 1,2-1,0 1,1 0,2 8,-1-12,0 0,2-1,1 1,0-1,1 1,1-1,4 9,-7-23,1 0,-1 0,1 0,1 0,-1 0,1 0,0-1,0 1,0-1,0 0,1 0,0 0,0 0,0-1,0 1,0-1,1 0,-1 0,1-1,0 0,0 1,0-2,0 1,0 0,1-1,-1 0,0 0,1-1,0 0,7-2,0-1,0 0,-1-1,1 0,-1-1,0-1,-1 0,1 0,-1-1,0-1,-1 0,1 0,-2-1,1 0,-1-1,-1 0,0 0,0-1,-1 0,0-1,2-6,7-12,-2-1,-1-1,-2 0,-1-1,-1 0,-2 0,-1-1,-2 0,-1 0,-2 0,-1 0,-4-24,4 46,0 0,-1 0,0 0,-1 0,-1 1,0-1,0 1,-1-1,0 1,-1 0,-1 1,1-1,-2 1,1 0,-2 1,1 0,-1 0,-2-2,8 10,-1-1,1 0,-1 1,1 0,-1-1,0 1,1 0,-1 0,0 1,0-1,0 0,0 1,0 0,0 0,1 0,-1 0,0 0,0 1,0-1,0 1,0-1,1 1,-1 0,0 0,0 1,1-1,-1 0,1 1,-1 0,1 0,-2 1,-1 2,0 0,1 1,-1 0,1 0,1 0,-1 0,1 0,0 1,0-1,1 1,0 0,-1 5,0 18,2 1,2 0,0-1,2 1,2-1,1 1,1-1,1-1,1 0,2 0,1-1,2 0,2 3,17 42,2-2,3-1,34 45,-67-107,1 1,0-1,0 0,1 0,0 0,1-1,-1 0,1-1,0 0,1 0,0-1,0 1,0-2,0 0,1 0,-7-4,0 0,0 0,0 0,0 0,0-1,0 1,0-1,0 0,0 0,0 0,0 0,0-1,-1 1,1-1,0 0,-1 1,0-1,1 0,-1-1,0 1,0 0,0-1,1-1,36-62,-10-13,-8 146,-17-62,1 0,-1-1,1 0,0 0,0 0,0 0,1-1,0 0,-1 0,1-1,0 1,0-1,0-1,1 1,-1-1,0 0,0 0,1-1,-1 0,1 0,-1-1,0 1,1-1,-1-1,0 1,0-1,0 0,0 0,0-1,0 0,-1 0,1 0,-1-1,0 0,0 0,0 0,-1 0,1-1,-1 0,0 0,0 0,-1 0,1-1,0-2,-1 0,0 1,-1-1,1 1,-2-1,1 0,-1 0,0 1,-1-1,0 0,0 0,-1 0,0 0,0 0,-1 1,1-1,-2 0,-2-5,4 9,-1 0,0-1,0 1,-1 0,1 0,-1 0,0 1,0-1,0 1,0-1,-1 1,1 0,-1 1,0-1,0 0,0 1,0 0,0 0,-1 0,1 1,-1-1,1 1,-1 0,1 0,-1 1,0 0,1-1,-1 1,0 1,-1-1,-4 3,0 0,0 0,1 1,-1 1,1-1,0 1,0 1,1 0,0 0,0 0,0 1,1 1,0-1,0 1,0 1,-34 39</inkml:trace>
  <inkml:trace contextRef="#ctx0" brushRef="#br0" timeOffset="23904.976">8918 4016,'-10'-2,"0"1,0-1,1 2,-1-1,0 1,0 1,0 0,0 0,0 1,1 0,-1 1,1 0,-1 0,1 1,0 0,0 1,-11 6,1 1,0 1,1 0,1 1,0 1,-8 10,6-5,2 1,0 1,1 0,2 1,0 0,1 1,2 1,0 0,2 0,-1 7,7-23,1-1,0 1,1 0,0-1,1 1,0 0,0 0,1 0,0 2,-1-8,1-1,0 1,-1-1,1 1,0-1,0 0,0 0,1 1,-1-1,1 0,-1 0,1 0,-1 0,1 0,0-1,0 1,0 0,0-1,0 0,0 1,1-1,-1 0,0 0,1 0,-1 0,1-1,-1 1,1-1,-1 1,1-1,-1 0,1 0,1 0,12-2,0-2,0 1,0-2,0 0,0-1,-1 0,0-2,-1 1,0-2,0 0,0 0,0-3,22-13,-1-1,-2-2,0-2,-2 0,-2-3,26-34,-41 48,-1 0,-2-1,1 0,-2-1,-1 0,-1 0,0-1,-2 0,0-1,-2 1,0-1,-2 0,0 0,-2-3,1 20,-1-1,0 1,0 0,0-1,-1 1,0 0,-1 0,1-1,-1 1,0 0,0 0,-1 1,0-1,0 0,0 1,-1 0,0 0,0 0,0 0,0 1,-1-1,0 1,0 0,0 0,0 1,-1 0,1 0,-1 0,0 0,-2 0,-3 4,1-1,-1 1,1 1,0 0,0 0,-1 1,2 0,-1 1,0 0,1 1,-1 0,1 0,1 1,-1 0,1 1,0-1,0 2,1-1,0 1,0 0,1 1,0-1,1 1,0 0,0 1,-3 7,1 2,1-1,0 1,2 1,0-1,1 0,1 1,0 0,2-1,0 1,2 0,0-1,1 1,1-1,0 1,2-2,0 1,1 0,1-1,1-1,0 1,8 8,114 157,-92-134,-1 2,-4 1,1 5,-21-28</inkml:trace>
  <inkml:trace contextRef="#ctx0" brushRef="#br0" timeOffset="24186.161">9212 4458,'0'-18,"0"-11,0-5,0 2,0 7,0 16,0 20,-2 20,-1 16,0 11,0 5,2-1,2-5,4-9,5-11,3-12,2-10,-1-7</inkml:trace>
  <inkml:trace contextRef="#ctx0" brushRef="#br0" timeOffset="24468.028">9493 4231,'-5'2,"6"1,11 0,4-1</inkml:trace>
  <inkml:trace contextRef="#ctx0" brushRef="#br0" timeOffset="28096.444">5549 287,'-16'4,"0"2,1 0,0 1,0 1,1 0,0 0,1 2,0 0,0 0,1 1,0 1,1 0,0 1,1 0,1 0,-3 5,-3 17,2 1,2 0,0 1,3 0,1 1,2 0,1 0,3 0,0 0,3 0,5 30,78 443,-73-437,-4 0,-3 0,-3 1,-3-1,-4 1,-3-1,-3 0,-3-1,-4-1,-21 56,36-117,-1 0,0 1,0-1,-1-1,-1 1,0-1,0 0,-1 0,0 0,-1-1,0 0,0-1,-1 0,0 0,0-1,-1 0,0-1,-10 6,14-12,1 1,0-1,-1 0,1 0,0-1,-1 0,1 0,0 0,0 0,0-1,0 0,0 0,0 0,0-1,1 1,-1-1,-1-2,-4-1,10 7,0-1,0 1,0-1,1 1,-1 0,0-1,0 1,0-1,0 1,0-1,0 1,0 0,0-1,-1 1,1-1,0 1,0-1,0 1,0-1,-1 1,1-1,0 1,-1-1,1 1,0-1,-1 1,1-1,-1 0,1 1,0-1,-1 0,1 1,-1-1,1 0,-1 1,1-1,-1 0,1 0,-1 0,0 0,1 0,-1 1,1-1,-1 0,1 0,-1 0,0 0,1 0,-1-1,1 1,-1 0,11 9,0 0,1 0,0-1,1-1,-1 0,1 0,1-1,3 0,17 11,-17-10,-1 0,0 2,0 0,-1 0,-1 1,1 1,-2 1,1-1,-2 2,0 0,0 0,-1 1,-1 0,0 1,-1 0,5 12,-2 15,-3 1,-1 0,-2 0,-2 1,-1-1,-4 27,2-35,-3 286,13 543,2-685,2 19,-8 0,-14 126,-12-129,23-160,-2-35,-1 1,0 0,1-1,-1 1,0-1,1 1,-1-1,1 1,-1-1,1 1,-1-1,1 0,-1 1,1-1,-1 0,1 1,0-1,-1 0,1 0,-1 1,1-1,0 0,-1 0,1 0,0 0,-1 0,1 0,0 0,-1 0,1 0,0 0,-1 0,1-1,0 1,-1 0,1 0,-1-1,1 1,-1 0,1-1,0 1,-1 0,1-1,-1 1,0-1,1 1,18-15</inkml:trace>
  <inkml:trace contextRef="#ctx0" brushRef="#br3" timeOffset="159521.275">11858 2185,'-3'-20,"3"15,0 1,-1-1,1 0,-1 1,0-1,0 0,0 1,-1-1,0 1,0-1,0 1,0 0,0 0,-1 0,0 0,0 0,0 1,0 0,-1-1,1 1,-1 0,0 0,0 1,0-1,0 1,-2-1,-131-22,63 15,-297-88,166 71,85 13,1-6,-23-10,-627-145,631 136,63 16,0 4,-71-9,49 21,0 4,-5 4,-134-4,-113-50,-188 11,-200 33,410 22,162-2,1 7,0 7,-11 10,118-22,2 2,0 2,1 3,1 2,1 3,1 1,-21 17,35-16,1 1,1 2,2 1,2 2,0 1,3 1,0 1,3 2,-16 31,29-44,0 0,2 1,2 0,0 1,1 0,2 0,1 0,1 1,1-1,1 1,2 0,1-1,1 1,1-1,1 1,2-2,1 1,4 7,9 16,3-1,2-2,2 0,2-2,2-1,2-1,2-2,1-2,21 15,-17-10,2-2,2-2,1-3,2-1,2-2,0-3,3-2,0-2,2-2,7 0,17-8,1-3,-1-4,2-3,-1-4,80-6,-100 2,45-1,49-1,-1 6,114 19,-179-9,138 20,97-3,386-24,-397-8,-168 1,-1 7,1 6,8 8,-31 3,3 1,1-5,39-3,503-14,-533-5,-1-6,0-5,-1-7,-1-5,15-11,-107 27,0-3,-1-1,-1-2,0-1,-1-3,-1 0,-1-2,-1-2,0-1,22-24,-34 24,-1-2,-2-1,0 0,-2-1,-1-1,-1 0,-2-1,-1-1,-1 1,-2-2,2-17,-7 29,0-1,-1 1,-2-1,0 1,-1-1,-1 1,-1-1,-1 1,0 0,-2 1,-1-1,0 1,-2 0,0 1,-1 0,-1 0,0 1,-3-1,-95-123,-7 5,-22-12,109 117,-1 2,-2 1,-1 1,-1 2,-17-9,7 10</inkml:trace>
  <inkml:trace contextRef="#ctx0" brushRef="#br2" timeOffset="179744.815">17005 834,'-32'175,"21"-93,8-66,-1-1,-1 1,-1-1,0 0,0-1,-2 1,0-1,0 0,-1-1,-1 0,0-1,-1 0,-1 0,1-1,-7 3,-17 13,-1-1,-2-2,0-2,-41 17,-11-4,-2-4,-1-4,-1-5,-1-3,-66 3,12-5,-101-2,-397 11,103-12,542-14,-350-3,-15-17,119 5,-43 11,285 4,-86 1,1-3,1-5,-44-10,74 6,0 3,0 3,-1 2,-28 3,-352 14,177-1,2 0,-177-14,252-12,-49 5,136 3,89 2,11 0</inkml:trace>
  <inkml:trace contextRef="#ctx0" brushRef="#br2" timeOffset="180721.625">6016 86,'-18'31,"1"0,2 1,1 1,1 0,2 1,1 0,2 0,-1 10,-5 59,4 0,4 19,4 556,-3-622,0-55,0-10</inkml:trace>
  <inkml:trace contextRef="#ctx0" brushRef="#br2" timeOffset="182188.449">5749 554,'-6'-49,"2"0,2 0,4-38,0 68,0 0,1 0,1 1,1-1,1 1,0 0,1 1,1-1,1 1,0 1,4-4,-8 12,0 1,0-1,0 2,1-1,0 0,0 1,1 0,0 1,0-1,0 1,0 1,1-1,0 1,0 1,0 0,0 0,1 0,0 1,169-2,-111 7,1091 38,-615 2,348 11,-140-55,-363 26,331-24,656-80,-990 50,135 15,320 18,-141 32,484 5,-749-20,16 31,-193-14,-250-37,-1 1,1 0,-1 0,1 0,-1 1,0 0,0 1,-1-1,1 1,-1 0,1 0,-1 1,0 0,-1 0,1 0,-1 0,0 1,0-1,-1 1,0 0,0 0,0 1,-1-1,0 0,0 1,1 4,1 33,-2-1,-2 1,-1 0,-3-1,-1 0,-3 0,-5 18,12-56,-14 48,7-37</inkml:trace>
  <inkml:trace contextRef="#ctx0" brushRef="#br4" timeOffset="-168921.642">11350 4377,'-56'68,"-2"-4,-3-1,-3-4,-32 21,32-29,-2-4,-2-2,-2-4,-1-2,-3-4,0-3,-2-3,-2-3,-36 5,-144 19,-2-12,-1-11,-7-11,-4 3,-785 60,717-70,-207-24,-178 2,688 14,1-2,-1-1,0-2,1-2,0-1,0-2,1-1,0-2,1-1,0-2,-8-6,11-1,0-2,2 0,0-2,2-2,1 0,2-2,0 0,2-2,2 0,0-1,3-2,-7-16,9 11,1 0,2-1,2-1,2 1,1-2,3 1,1-1,2 1,3-23,-1 43,1-1,1 1,1-1,0 1,2 1,1-1,1 1,0 0,2 0,0 1,1 1,1 0,1 0,1 1,0 1,2 0,0 1,0 1,1 1,1 0,14-8,18-1,0 2,1 2,1 2,1 3,0 2,1 2,20 1,-69 8,984-128,-423 73,349 17,592 55,-1013-8,383 61,-768-55,0 5,-2 4,-1 6,6 6,-24 13,-82-42</inkml:trace>
  <inkml:trace contextRef="#ctx0" brushRef="#br4" timeOffset="-160596.897">13062 10260,'147'1,"-1"6,48 13,-66-4,0-5,0-5,0-6,30-8,-12-6,59-4,75 8,299 12,-517 12,-57-12,1 1,0-1,0-1,0 1,0-1,0 0,1 0,-1-1,0 0,0 0,0-1,6 0,-7-2,0-1,1 0,-2 0,1 0,0-1,-1 0,0 1,0-2,-1 1,1 0,-1-1,0 1,0-1,-1 0,0 0,0 0,0 0,-1 0,0-1,0 1,-1 0,1-2,17-237,-16 173,39-647,-25-153,-16 464,27-295,-23 496,13-61,-5 162,8-65,-5-80,-30-453,16 158,6 436,6 0,9-30,-6 45,24-152,0 116,-39 129,1 0,0 1,-1-1,1 1,0 0,0-1,0 1,0 0,0 0,0 0,0 1,0-1,0 0,1 1,-1-1,0 1,0 0,1 0,-1 0,0 0,0 0,1 0,-1 1,0-1,0 1,1 0,-1-1,0 1,0 0,0 0,0 0,0 0,1 2,12 2,223 61,65 2,1042 105,-1294-168,1844 167,331-19,-2202-151,394 20,268 55,-469-31,-217-45,-7-2</inkml:trace>
  <inkml:trace contextRef="#ctx0" brushRef="#br4" timeOffset="-159463.715">15789 7345,'-22'20,"-86"87,-106 79,200-174,-114 93,119-98,19-15,118-104,103-120,-193 197,-37 35,-1-1,1 1,0 0,0 0,-1 1,1-1,0 0,0 0,0 0,-1 0,1 1,0-1,0 0,-1 1,1-1,0 0,-1 1,1-1,-1 1,1-1,0 1,-1-1,1 1,-1 0,1-1,-1 1,0 0,1-1,-1 1,0 0,1-1,-1 1,0 0,0 0,1-1,-1 2,0-2,15 31,1 0,2-1,1-1,1-1,1-1,1-1,3 1,31 24,2-2,2-3,2-2,31 14,-46-31</inkml:trace>
  <inkml:trace contextRef="#ctx0" brushRef="#br4" timeOffset="-157672.26">19265 4203,'0'5,"1"-1,0 0,0 0,1 0,0-1,-1 1,1 0,0 0,1-1,-1 0,0 1,1-1,0 0,0 0,4 6,32 35,2-1,2-2,1-2,76 73,-116-109,-1 0,1 0,0 0,-1 0,0 0,0 1,0-1,0 1,-1 0,1 0,-1 0,0 0,0 0,0 0,-1 1,1-1,-1 1,0-1,-1 1,1-1,-1 1,0 0,0-1,0 1,0-1,-1 1,0 0,0-1,0 0,-1 1,0-1,-1 3,-5 3,-1-1,-1-1,0 1,0-2,-1 1,1-1,-2-1,-5 3,-403 191,299-144</inkml:trace>
  <inkml:trace contextRef="#ctx0" brushRef="#br4" timeOffset="-147025.333">23115 6315,'-7'25,"4"-18,1-1,0 1,0-1,0 1,1 0,0-1,1 1,0 0,0 0,0 0,1-1,0 6,0-11,-1 0,1 0,0 1,0-1,-1 0,1 0,0 0,0 0,0 0,0 0,0 0,0 0,0-1,1 1,-1 0,0-1,0 1,1-1,-1 1,0-1,1 1,-1-1,0 0,1 0,-1 0,0 0,1 0,-1 0,1 0,-1 0,0 0,1-1,-1 1,0 0,1-1,-1 0,0 1,1-1,45-30,-43 27,0 1,-1-1,1 0,-1 0,0-1,0 1,0-1,-1 1,0-1,0 0,0 0,0 0,-1 0,0 0,0 0,0 0,-1 0,1-1,-1 1,0 0,-1 0,0 0,1-1,-2 1,1 0,0 0,-1 0,0 0,0 1,-1-1,1 0,-1 1,0 0,0-1,-1 1,1 1,-1-1,0 0,0 1,0 0,-1-1,-2 1,0 1,0 0,1 0,-2 0,1 1,0 0,0 1,0-1,0 1,-1 1,1-1,0 1,0 1,0-1,0 1,0 0,0 1,1 0,-1 0,1 0,-4 3,5-3,0 0,1 0,0 0,-1 1,1-1,0 1,1 0,-1 0,1 0,0 1,0-1,0 1,0 0,1 0,0 0,0 0,0 0,1 0,0 1,0-1,0 0,1 1,-1-1,1 1,1-1,-1 1,1-1,1 5,0-3,1-1,-1 0,2 0,-1-1,1 1,0-1,0 0,0 0,0 0,1 0,0-1,0 0,1 0,-1 0,1 0,0-1,-1 0,1 0,1-1,-1 0,0 0,1 0,-1-1,1 0,-1 0,1 0,0-1,-1 0,1-1,-1 1,1-1,-1-1,1 1,-1-1,1 0,-1 0,0-1,0 0,0 0,-1 0,1-1,-1 0,1 0,-1 0,-1-1,1 0,4-5,-6 6,0-2,0 1,0 0,-1-1,0 1,0-1,0 1,-1-1,1 0,-1 0,-1 0,1 0,-1 0,0 0,-1 0,1 0,-1 0,0 0,-1 1,1-1,-1 0,0 1,-1-1,1 1,-1 0,-1-2,2 5,0 1,1-1,-1 1,0 0,1 0,-1 0,0 0,0 0,0 1,0-1,0 0,0 1,0 0,0-1,0 1,0 0,0 0,0 0,0 0,0 0,0 1,0-1,0 1,0-1,0 1,0 0,0 0,0 0,0 0,1 0,-1 0,0 0,1 0,-2 2,-47 54,47-53,0 1,1-1,0 1,0 0,0 0,0 0,1 0,0 0,0 1,0-1,0 0,1 0,0 1,0-1,1 0,0 0,-1 1,2-1,-1 0,0 0,1 0,0 0,0 0,1-1,0 1,-1-1,1 1,1-1,-1 0,3 2,-6-5,1-1,-1 1,1-1,-1 1,1-1,-1 0,1 1,-1-1,1 0,0 1,-1-1,1 0,-1 0,1 1,0-1,-1 0,1 0,0 0,-1 0,1 0,0 0,-1 0,1 0,0 0,-1 0,1-1,0 1,-1 0,1 0,0-1,-1 1,1 0,-1-1,1 1,-1 0,1-1,-1 1,1-1,-1 1,1-1,-1 1,1-1,-1 1,0-1,1 0,-1 1,0-1,0 0,1 1,-1-1,0 1,0-1,0 0,6-40,-6 39,23-382,-22 259,-5 0,-5 0,-13-44,14 118,2 0,2 0,3-45,46 116,-12-14,0 0,0-3,1 0,10-2,17 1,994 101,-317-24,-681-74,-63 3,-2-7</inkml:trace>
  <inkml:trace contextRef="#ctx0" brushRef="#br4" timeOffset="-146009.318">23235 4819,'274'24,"-156"-9,632 40,-325-28,180 25,-586-50</inkml:trace>
  <inkml:trace contextRef="#ctx0" brushRef="#br4" timeOffset="-144481.635">25454 4390,'0'130,"-6"0,-10 29,-2-35,-2 2,5 2,6-1,5 71,22 94,-18-287,-1 1,1 0,-1 0,0 0,-1 0,1-1,-1 1,0-1,0 1,-1-1,0 0,0 0,-3 5,-7 3</inkml:trace>
  <inkml:trace contextRef="#ctx0" brushRef="#br4" timeOffset="-142866.297">25428 4390,'31'0,"59"-2,0 3,0 5,-1 3,0 4,63 19,-96-16,-1 2,0 3,-2 2,-1 2,-1 3,-1 1,-2 3,-1 2,-1 2,-2 2,35 40,-67-63,-1-1,-1 2,0-1,-1 1,-1 1,-1 0,0 0,-1 0,0 1,-2 0,0 0,-1 0,-1 1,-1-1,0 14,2 10,-2 0,-1 0,-2 0,-3 0,0-1,-3 1,-2-2,-1 1,-2-1,-2-1,-1 0,-15 23,-2-14,-2-2,-2-2,-2-2,-1-1,-3-2,-38 28,55-49,-1 0,0-2,-1-1,0-2,-1 0,-1-2,0-2,-1 0,1-2,-1-1,-32 1,-28 1,39-5,1 2,0 3,-20 6,-128 17,166-28,25-3,0 1,1-1,-1-1,0 0,1 0,-1 0,1-1,0 0,-1 0,1-1,-1 0,-63-10,57 0,13 4</inkml:trace>
  <inkml:trace contextRef="#ctx0" brushRef="#br4" timeOffset="-142594.752">25321 5834,'0'-13,"0"-1,0 8,-3 13,-2 12,-3 13,-1 9,0 5,1 3,2 1,4-4,3-10</inkml:trace>
  <inkml:trace contextRef="#ctx0" brushRef="#br4" timeOffset="-140942.876">26858 5274,'88'8,"0"-3,36-6,-73 1,1139-12,-941 11,1064 17,-1276-14,85 3,-1 5,65 17,-153-19,-23-3,-14-4</inkml:trace>
  <inkml:trace contextRef="#ctx0" brushRef="#br4" timeOffset="-139254.545">30467 5006,'-18'220,"12"-126,3 0,5 1,3-1,5 0,7 13,-24-142,3-1,1 0,1 0,2 0,2 0,1 0,2 0,2 1,1-1,8-20,50-102,15-49,-78 200,-2-1,1 1,-1-1,0 0,0 0,-1 0,0 1,0-1,-1 0,0 0,-1 1,0-1,-1-4,3 11,1 1,-1-1,1 0,-1 1,1-1,-1 1,1-1,0 1,-1 0,1-1,0 1,-1 0,1-1,0 1,0 0,-1 0,1-1,0 1,0 0,-1 0,1 0,0 0,0 0,-1 0,1 0,0 0,0 1,-1-1,1 0,0 0,0 1,-1-1,1 0,0 1,-1-1,1 1,1-1,229 34,2-11,126-7,-280-13,355 17,-402-11,-29-4</inkml:trace>
  <inkml:trace contextRef="#ctx0" brushRef="#br4" timeOffset="-138761.554">32032 5032,'16'16,"16"14,15 12,12 7,8 7,2 3,-5 0,-8-2,-11-5,-14-4,-14-8,-10-11</inkml:trace>
  <inkml:trace contextRef="#ctx0" brushRef="#br4" timeOffset="-137539.326">30387 5848,'256'20,"69"12,-2 14,71 29,-232-37,-155-38,0 0,1-1,-1 0,0 0,0 0,0-1,0 0,0 0,0-1,0 0,-1 0,1-1,-1 0,0 0,0 0,0-1,-1 0,1 0,1-3,11-7,192-160,-96 76,4 5,56-30,-150 109,-19 11,-10 6</inkml:trace>
  <inkml:trace contextRef="#ctx0" brushRef="#br4" timeOffset="-136177.748">31016 5153,'1'12,"0"1,0-1,2 0,-1-1,1 1,1 0,0-1,1 0,0 0,1 0,0-1,1 1,0-2,0 1,1-1,0 0,1 0,0-1,0 0,1-1,0 0,0-1,1 0,-1 0,2-1,-1 0,0-1,1-1,0 0,9 2,-15-5,-1 0,1 0,0 0,0 0,0-1,-1 0,1 0,0-1,-1 0,1 0,-1 0,0 0,1-1,-1 0,0 0,-1 0,1-1,-1 1,1-1,-1 0,0-1,0 1,-1-1,1 0,2-4,-1 0,0 0,0 0,-1-1,0 1,-1-1,0 0,-1 0,0-1,0 1,-1 0,0-1,-1 1,-2-6,-5 28,2 36,2 1,1 0,5 32,-2-64,9 304,-23-228,11-89,1-1,0 0,-1 0,0 0,1 0,-1 0,0 0,-1 0,1-1,0 1,-1-1,0 0,1 0,-1 1,0-2,0 1,0 0,0-1,0 1,-1-1,1 0,0 0,-1 0,1-1,-4 1,2-1,-1 0,1 0,-1-1,1 0,0 0,0 0,-1-1,1 0,0 0,0 0,1-1,-1 1,0-1,1 0,0-1,-1 1,1-1,1 1,-2-2,-60-84,57 78,2-1,0 0,0 0,1 0,0-1,1 0,1 0,-1-7,5 16,0 1,0-1,0 0,1 0,-1 1,1-1,0 1,0 0,0-1,1 1,-1 0,1 0,0 0,-1 1,1-1,1 1,-1-1,0 1,1 0,-1 0,1 1,-1-1,1 1,0 0,-1-1,1 2,0-1,0 0,1 1,51-14,2 3,-1 2,1 3,6 2,37-5,-16 0,-15 0</inkml:trace>
  <inkml:trace contextRef="#ctx0" brushRef="#br3" timeOffset="-126256.303">1712 13094,'-5'-2,"4"-1,6 4,8 10,13 13,14 17,15 15,13 16,14 14,10 11,9 6,5 3,-2-2,-10-6,-14-10,-15-9,-20-15,-17-17</inkml:trace>
  <inkml:trace contextRef="#ctx0" brushRef="#br3" timeOffset="-125568.916">1685 13268,'2'28,"1"-1,1 0,1 1,2-1,0-1,2 0,1 0,7 12,9 4,-25-42,-1 0,1 0,-1 0,1 1,-1-1,0 0,1 0,-1 0,1 0,-1 0,1 0,-1 0,1 0,-1-1,1 1,-1 0,1 0,-1 0,1 0,-1-1,0 1,1 0,-1 0,1-1,-1 1,0 0,1-1,-1 1,0 0,1-1,-1 1,0 0,0-1,1 1,-1-1,0 1,0-1,0 1,0-1,0 1,1 0,-1-1,0 1,0-1,0 1,0-1,0 1,0-1,0 1,-1-1,1 1,0-1,2-20,-1-1,-1 1,-1-1,-1 1,-1-1,-1 1,-1 0,-5-15,4 12,-22-83,-41-97,68 201,0 3,0-1,1 1,-1-1,1 0,-1 1,1-1,-1 0,1 1,-1-1,1 0,0 0,-1 1,1-1,0 0,0 0,-1 0,1 0,0 0,0 1,0-1,0 0,0 0,0 0,0 0,1 0,-1 1,0-1,0 0,1 0,-1 0,0 1,1-1,-1 0,1 0,-1 1,1-1,-1 0,1 1,0-1,-1 1,1-1,0 1,-1-1,1 1,0-1,0 1,-1 0,1-1,0 1,0 0,0 0,0-1,0 1,127 8,-2-8,81 8,-203-9,-1 1,0 1,1-1,-1 1,0-1,0 1,0 0,0 0,1 0,-1 0,-1 1,1-1,0 1,0 0,0 0,-1 0,1 0,-1 0,0 1,0-1,0 1,0-1,0 1,0 0,0 0,-1 0,0 0,1 0,-1 0,0 0,-1 0,1 0,0 1,-1-1,-2 8,-1 0,0 0,-1-1,0 1,-1-1,0 0,0 0,-1-1,0 0,-1 0,0 0,0-1,-1 0,-6 5,9-7,-207 209,210-213,0 1,0-1,0 1,0 0,0-1,0 1,1 0,-1 0,1 0,0 0,0 1,0-1,0 0,1 0,-1 0,1 1,0-1,0 0,0 1,0-1,1 3,12 15</inkml:trace>
  <inkml:trace contextRef="#ctx0" brushRef="#br3" timeOffset="-124978.543">3008 13509,'-2'20,"4"16,5 16,7 12,6 11,3 5,3 2,1-4,-1-6,-3-11,-6-15</inkml:trace>
  <inkml:trace contextRef="#ctx0" brushRef="#br3" timeOffset="-124257.037">3263 13789,'104'262,"-81"-223,-22-39,-1 1,1-1,0 1,0-1,-1 1,1-1,0 1,0-1,0 0,0 1,-1-1,1 0,0 0,0 0,0 0,0 1,0-1,0-1,0 1,0 0,-1 0,1 0,0 0,0-1,0 1,0 0,0-1,-1 1,1-1,0 1,0-1,-1 1,1-1,0 1,-1-1,1 0,0 1,-1-1,1 0,-1 0,1 1,-1-1,1 0,-1 0,0 0,1 0,9-20,0 0,-1 0,-1-1,-1 0,-1 0,2-13,-3 13,19-80,-24 102,0 0,0 0,0 0,1 0,-1 1,0-1,0 0,0 0,0 0,0 0,0 0,1 0,-1 1,0-1,0 0,0 0,0 0,0 0,1 0,-1 0,0 0,0 0,0 0,0 0,1 0,-1 0,0 0,0 0,0 0,0 0,1 0,-1 0,0 0,0 0,0 0,0 0,1 0,-1-1,0 1,0 0,0 0,0 0,0 0,1 0,-1 0,0 0,0-1,0 1,0 0,0 0,0 0,0 0,0 0,0-1,0 1,1 0,-1 0,5 20,-4-16,4 12,-1-1,2 0,0 0,1 0,0-1,1 0,1 0,4 4,-9-13,0 0,0 0,1 0,0-1,0 0,0 1,0-2,1 1,0-1,-1 0,1 0,0 0,0-1,1 0,-1 0,0-1,1 0,-1 0,1 0,0-1,-1 0,1 0,-2-1,1 0,-1 0,0 0,-1 0,1-1,0 0,0 0,-1 0,1-1,-1 0,0 0,1 0,-2 0,1 0,0-1,-1 0,1 0,-1 0,0 0,0 0,-1 0,1-1,0-1,3-8,0 0,-1-1,-1 1,0-1,-1 0,-1 0,1-6,-2-47,-2-1,-3 1,-4 0,-2 1,-18-59,16 65,-26-114,37 175,1 0,0 0,0 1,0-1,-1 0,1 0,0 0,-1 0,1 0,0 1,0-1,-1 0,1 0,0 0,-1 0,1 0,0 0,-1 0,1 0,0 0,0 0,-1 0,1 0,0 0,-1 0,1-1,0 1,-1 0,1 0,3 43,3 0,1-1,2 1,2 1,-3-12,-6-21,17 73,3 0,4-2,4-1,3 0,-25-65,0-1,1-1,1 1,0-1,1-1,5 4,-12-12,0-1,0 0,1 0,0 0,0-1,0 0,0 0,0 0,1 0,-1-1,1 0,0 0,-1-1,1 1,0-1,0-1,0 1,0-1,4 0,-7 0,0-1,1 0,-1 0,0 0,0 0,0 0,0 0,-1-1,1 1,0-1,-1 0,1 0,-1 0,1 0,-1 0,0-1,0 1,1-2,12-21</inkml:trace>
  <inkml:trace contextRef="#ctx0" brushRef="#br3" timeOffset="-124032.679">3490 13509,'-14'2,"-6"3,-1 3,7 0,11-1,21-2,23-9,22-10,22-10,14-5,6-2,-1 4,-9 6,-21 8</inkml:trace>
  <inkml:trace contextRef="#ctx0" brushRef="#br3" timeOffset="-123694.496">4278 13736,'0'1,"0"0,0 0,0-1,1 1,-1 0,0 0,0 0,0 0,1 0,-1 0,1-1,-1 1,0 0,1 0,-1-1,1 1,0 0,-1-1,1 1,-1 0,1-1,0 1,0-1,-1 1,1-1,0 1,0-1,0 0,-1 1,1-1,0 0,0 0,0 0,0 0,0 1,0-1,0 0,-1 0,1-1,0 1,0 0,0 0,0 0,0-1,0 1,-1 0,1-1,0 1,0-1,0 1,-1-1,1 1,0-1,-1 1,1-1,0 0,3-7,0 0,-1 0,0 0,0-1,-1 1,0-1,0 0,-1 1,0-1,-1 0,0-2,1 5,0-26,-1 0,-1 1,-2-1,-1 0,-1 1,-6-17,10 47,1 1,-1-1,1 0,-1 0,1 0,-1 0,1 0,0 0,0 0,-1 0,1 0,0 0,0 0,0 0,0 0,0 0,0 0,0 0,1 0,-1 0,0 0,0 0,1 0,-1 0,1 0,-1 0,1 0,-1 1,1-1,-1 0,1 0,0 1,0-1,-1 0,1 0,0 1,0-1,0 1,0-1,0 1,-1-1,1 1,0 0,0-1,0 1,0 0,0 0,0 0,0 0,1 0,224-24,-222 24,1-1,-1-1,1 1,-1 0,1 0,-1 1,1 0,0-1,-1 2,1-1,0 0,-1 1,1 0,0 0,-1 0,1 1,-1-1,0 1,0 0,1 1,-1-1,0 1,-1-1,1 1,-1 0,1 1,-1-1,0 1,0-1,0 1,2 3,-4 3,0 1,-1-1,0 1,0-1,-1 1,-1-1,1 1,-2-1,0 0,0 0,-3 7,2-5,-15 41,12-34,0 0,1 0,1 1,1-1,-2 18,7-34,0-1,-1 1,1-1,0 1,0 0,1-1,-1 0,0 1,1-1,0 0,-1 0,1 0,0 0,0 0,0 0,0 0,1-1,-1 1,0-1,1 1,-1-1,1 0,-1 0,1 0,-1 0,1-1,0 1,0-1,-1 0,1 1,0-1,0 0,-1-1,1 1,0 0,-1-1,1 0,0 1,-1-1,1 0,-1 0,1-1,-1 1,2-1,14-5,0 0,-1-1,0 0,0-1,-1-1,0-1,-1 0,14-14,15-16</inkml:trace>
  <inkml:trace contextRef="#ctx0" brushRef="#br3" timeOffset="-122482.694">31832 3455,'-10'20,"-6"19,-9 18,-6 15,-5 14,-5 13,-3 8,0 3,0-1,3-2,4-9,6-10,4-12,4-13,4-15,2-13,5-12</inkml:trace>
  <inkml:trace contextRef="#ctx0" brushRef="#br3" timeOffset="-122248.414">31310 4231,'-2'18,"1"13,6 10,6 7,6 5,2 0,0-4,-3-7,-4-7,-9-8,-7-8,-2-8</inkml:trace>
  <inkml:trace contextRef="#ctx0" brushRef="#br3" timeOffset="-121978.899">31336 4284,'-1'8,"8"-3,0 0,0 0,1 0,0-1,0 0,0 0,0-1,0 0,1-1,0 1,-1-2,1 1,7-1,212 16,-227-17,0 0,0 0,0 0,0 0,0 0,0 0,0 0,0 0,0 0,0 0,0 1,0-1,0 0,-1 1,1-1,0 1,0-1,0 1,0-1,0 1,-1 0,1-1,0 1,-1 0,1 0,0-1,-1 1,1 0,-1 0,1 0,-1 0,0 0,1 0,-1 0,0 0,1 0,-1 0,0 0,0 0,0 0,0 0,0 0,0 0,0 0,-1 0,1 0,0 0,0 0,-1-1,1 1,-1 0,-67 119,42-82,-72 113,71-112</inkml:trace>
  <inkml:trace contextRef="#ctx0" brushRef="#br3" timeOffset="-121335.183">30842 1570,'-2'18,"-4"22,0 20,-1 16,0 13,-1 10,-1 4,-2-3,-1-6,2-12,2-21</inkml:trace>
  <inkml:trace contextRef="#ctx0" brushRef="#br3" timeOffset="-121026.942">30922 2278,'16'-1,"184"-30,-185 27,-1-1,0 0,0 0,0-1,-1-1,0-1,0 0,-1 0,0-1,0-1,-1 0,3-4,-9 9,-1 0,0-1,0 0,-1 0,1 0,-1 0,0 0,-1-1,0 1,2-7,-4 11,1 0,-1 0,0-1,0 1,0 0,0 0,0 0,0 0,-1 0,1 0,-1 0,1 0,-1 0,0 0,0 0,0 0,0 0,0 1,0-1,0 0,-1 1,1-1,-1 1,1-1,-1 1,0 0,1-1,-1 1,0 0,0 0,0 0,0 0,0 1,0-1,0 1,0-1,0 1,-8-1,1 0,-1 1,1 0,0 1,-1 0,1 0,0 1,-1 1,1-1,1 1,-1 1,0 0,1 0,0 0,-1 1,2 0,-1 1,1 0,0 0,0 1,0 0,1 0,0 0,1 1,0 0,0 0,0 0,1 0,0 1,1 0,0 0,0 0,1 0,0 0,1 0,0 1,1-1,-1 1,2 5,1-7,0 0,0 0,1 0,0 0,1 0,-1-1,1 0,1 1,0-1,0-1,0 1,1-1,0 0,0 0,0-1,1 1,-1-2,2 1,37 24</inkml:trace>
  <inkml:trace contextRef="#ctx0" brushRef="#br3" timeOffset="-120544.17">31658 2038,'-6'-2,"0"1,0 0,1 1,-1-1,0 1,0 0,0 1,0-1,0 1,0 0,1 1,-1-1,0 1,1 0,-1 1,1-1,0 1,0 0,0 0,0 1,1 0,-1-1,1 2,0-1,0 0,0 1,1 0,-1-1,1 2,0-1,1 0,-1 0,1 1,0-1,1 1,-1 0,1 0,0-1,1 1,-1 0,1 5,4 6,1-1,0 0,2 0,-1-1,2 1,0-1,1-1,0 0,1 0,1-1,0 0,1-1,3 2,36 47,-47-56,-2-4,-1 0,1 0,0 0,-1 0,1 1,-1-1,0 0,1 1,-1-1,0 1,0 0,0-1,0 1,0 0,-1 0,1-1,0 1,-1 0,1 0,-1 0,0 0,1 0,-1 0,0 0,0 0,-1 0,1 0,0 0,-1 0,1 0,-1-1,1 1,-1 0,0 0,0 0,0-1,0 1,0 0,-1 0,-4 1,0-1,0-1,0 1,0-1,0 0,0 0,0-1,-1 0,1 0,0 0,0-1,0 0,-1 0,1-1,0 0,1 0,-1 0,0 0,0-1,1 0,4 2,0 0,0 0,0 0,0 1,0-1,0 0,1 0,-1-1,0 1,1 0,-1 0,1 0,-1 0,1 0,-1-1,1 1,0 0,0 0,-1-1,1 1,0 0,0-1,0 1,1 0,-1 0,0-1,0 1,1 0,-1 0,1-1,-1 1,1 0,-1 0,1 0,0 0,-1 0,1 0,0 0,0 0,39-38,28-7,1 2,47-20,-103 57,84-40,-97 48,1-1,-1 1,1-1,0 1,-1-1,1 1,-1 0,0-1,1 1,-1 0,0 0,1-1,-1 1,0 0,1 0,-1-1,0 1,0 0,0 0,0 0,0-1,0 1,0 0,0 0,0 0,-1-1,1 1,0 0,0 0,-1-1,1 1,0 0,-1 0,1-1,-1 1,1-1,-1 1,1 0,-1-1,1 1,-1-1,0 1,1-1,-1 1,0-1,-2 6,-7 17,1 0,1 1,0 0,2 0,-1 12,6-27,0-1,0 0,1 1,0-1,0 1,1-1,0 1,0-1,1 0,0 0,1 0,0 0,0 0,0 0,1-1,0 1,1-1,0 0,9 8</inkml:trace>
  <inkml:trace contextRef="#ctx0" brushRef="#br3" timeOffset="-120243.804">32018 1771,'-2'16,"4"16,5 12,3-1</inkml:trace>
  <inkml:trace contextRef="#ctx0" brushRef="#br3" timeOffset="-119794.501">32111 2413,'35'-58,"-4"-1,-2-2,10-34,-31 75,-7 19,-1 0,-1 0,1 1,0-1,0 0,0 1,0-1,0 0,0 0,0 1,0-1,1 0,-1 1,0-1,0 0,0 1,1-1,-1 1,0-1,1 0,-1 1,1-1,-1 1,1-1,-1 1,1-1,-1 1,1-1,-1 1,1 0,-1-1,1 1,0 0,-1-1,1 1,0 0,-1 0,1 0,0 0,-1-1,1 1,0 0,-1 0,1 0,0 1,-1-1,1 0,0 0,0 0,-1 0,1 1,-1-1,1 0,0 0,-1 1,1-1,-1 1,1-1,0 0,-1 1,1 0,151 118,-150-117,0-1,0 1,-1 0,1 0,-1 0,0 0,1 0,-1 0,0 1,0-1,0 0,0 0,-1 1,1-1,-1 1,1-1,-1 0,0 1,0-1,0 1,0-1,-1 1,1-1,0 1,-1-1,0 0,0 1,0-1,0 0,0 1,-48 59,40-53,2-1,-1-2,1 0,0 1,0 0,0 0,1 1,0 0,1 0,-1 0,2 0,-1 1,1 0,0 0,1 0,0 1,1-1,0 1,0-1,1 1,0 8,4-13,0 0,0 0,1-1,0 1,0-1,0 0,0 0,0 0,1-1,0 0,0 1,0-2,0 1,0 0,1-1,-1 0,1-1,-1 1,1-1,0 0,-1 0,1-1,0 1,0-1,0-1,3 0,2 1,0-1,0 0,0 0,-1-1,1-1,-1 0,1 0,-1-1,0-1,0 0,-1 0,1 0,-1-1,0-1,-1 0,1 0,-2 0,1-1,-1 0,0-1,0 0,-1 0,-1 0,1-1,-1 1,-1-1,0-1,0 1,-1 0,-1-1,1-1,-3 11,0-1,1 0,-1 0,0 1,0-1,0 0,-1 0,1 1,0-1,-1 0,1 1,-1-1,1 0,-1 1,0-1,0 1,0-1,0 1,0-1,0 1,0 0,0-1,0 1,-1 0,1 0,0 0,-1 0,1 0,-1 0,1 1,-1-1,0 0,1 1,-1-1,0 1,1-1,-1 1,0 0,1 0,-1 0,0 0,0 0,1 0,-1 0,0 1,0-1,1 1,-1-1,1 1,-1 0,0-1,1 1,-1 0,1 0,-1 0,1 0,0 0,0 0,-1 1,-2 4,-1 0,1 1,0 0,1 0,0 0,0 0,1 0,-1 0,1 1,1-1,0 1,0-1,0 1,1 0,0-1,1 1,-1 0,1-1,1 1,0-1,0 1,0-1,1 0,0 0,0 0,1 0,2 3,18 38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6:57.3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848 269,'-1'-2,"-1"-1,1 1,-1-1,1 1,-1 0,0 0,0 0,0 0,0 0,0 0,0 0,0 1,-1-1,1 1,-1 0,1-1,-1 1,0 0,1 1,-1-1,0 0,0 1,1-1,-1 1,0 0,0 0,0 0,-6-2,-36-5,0 2,-1 2,1 2,-44 4,56 2,0 1,1 2,0 2,0 0,1 2,1 2,0 1,-14 9,35-20,0 1,1 0,-1 0,1 1,0 0,0 0,1 1,-1 0,2 0,-1 1,1 0,0 0,1 1,-1-1,-2 9,-59 178,60-159,0 0,3 1,1-1,2 1,1-1,2 1,5 27,-4-45,0 1,2-1,0 0,1 0,0 0,2-1,0 0,1 0,1-1,1 0,0-1,1-1,1 1,0-2,1 0,1 0,8 5,-7-6,1-1,1-1,0-1,0 0,0-1,2-1,-1 0,13 1,-3 2,0-3,1 0,0-2,0-1,0-1,1-2,-1-1,1-2,-1 0,1-2,-1-2,0 0,0-2,-1-2,14-5,-16-1,-1 0,-1-2,-1-1,0-1,-2-1,0 0,-1-2,-1-1,-1 0,-1-1,-2-1,0-1,-1-1,30-49,-23 42,-2-1,-1-1,-1-1,-2 0,-2-1,4-20,-10 15,-1 0,-2-1,-2 0,-2 0,-2 1,-2-12,0 38,0 0,-1 0,-1 0,0 1,-2 0,1 0,-2 0,0 1,-1 0,-1 1,0 0,-1 0,0 1,-1 0,0 1,-10-6,3 3,0 1,-1 0,-1 2,0 1,0 0,-1 1,-1 2,1 0,-1 2,-1 0,-19-2,1 4,1 2,-1 2,0 1,-15 4,-16 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7:01.5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27,'32'-12,"159"17,-69 2,163-17,218 7,135 3,-404-13,798 13,-528 14,89 20,-422-29,117-13,191 1,-297 8,2910-1,-2395 30,-161-8,422-20,138-2,-600-27,-212 26,234 31,190 44,-509-68,-186-4,-20 3,-8-3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7:11.38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1 136,'787'-27,"303"-26,-71 13,-449 31,169 2,-474 8,86 20,-129-4,119 8,199 35,-123-24,-140-24,382-9,-274-11,98 1,-295 9,196 15,-5-6,-101-7,1303 18,-1165-23,35 15,492 39,-744-41,115-11,-18-14,-104 5,200 3,-388 5,-4 0,1 1,-1-1,0 0,1 0,-1 1,0-1,1 0,-1 0,0 0,1 0,-1 1,1-1,-1 0,0 0,1 0,-1 0,1 0,-1 0,1 0,-1 0,0 0,1 0,-1 0,1 0,-1-1,0 1,1 0,-1 0,1 0,-1 0,0-1,1 1,-1 0,0 0,1-1,-1 1,0 0,0-1,1 1,-1 0,0-1,0 1,0 0,1-1,-1 1,0-1,0 1,0 0,0-1,0 1,0-1,0 1,0-1,0 1,0 0,0-1,0 1,0-1,0 1,0 0,0-1,0 1,0-1,-1 1,1 0,0-1,0 1,0 0,-10-12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7:32.1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79 371,'-16'63,"4"2,3-1,-2 56,11-117,-13 165,6-208,8-152,0 79,-4 1,-6-16,8 205,1-72,0 0,1 0,-1 0,1 0,0 0,0 0,1 0,-1 0,1-1,0 1,0-1,1 1,-1-1,1 0,0 0,0 0,0 0,1 0,0-1,-1 0,1 1,0-1,0-1,1 1,-1-1,1 1,-1-1,1-1,0 1,-1-1,1 1,0-1,0-1,0 1,0-1,0 0,0 0,0 0,2-1,4-4,1-2,-1 1,0-1,-1-1,0 0,0 0,-1-1,0 0,0-1,-1 0,-1 0,0-1,0 0,-1 0,0-1,-1 1,0-1,2-8,-1 6,5-7,-11 22,0-1,0 0,0 1,0-1,0 0,0 0,-1 1,1-1,0 0,0 0,0 1,1-1,-1 0,0 1,0-1,0 0,0 0,0 1,0-1,0 0,0 0,0 1,1-1,-1 0,0 0,0 1,0-1,1 0,-1 0,0 0,0 1,0-1,1 0,-1 0,0 0,0 0,1 0,-1 0,0 0,1 1,-1-1,0 0,0 0,1 0,-1 0,0 0,1 0,-1 0,0 0,0 0,1-1,-1 1,0 0,-18 189,16-167,-2 8,1 1,1 0,2 0,1-1,2 1,1 0,1-1,1 0,2 0,1-1,5 8,-1-14</inkml:trace>
  <inkml:trace contextRef="#ctx0" brushRef="#br0" timeOffset="993.454">493 718,'17'-4,"0"-1,0 0,-1-2,0 0,0-1,-1 0,0-1,0-1,-1 0,0-1,-1-1,0 0,-1-1,0 0,3-6,8-24,-22 42,-1 0,0 1,1-1,-1 0,0 0,0 0,0 0,0 0,0 0,0 0,0 0,0 0,0 0,0 0,0 0,-1 0,1 0,0 0,-1 0,1 1,-1-1,1 0,-1 0,1 0,-1 1,0-1,1 0,-1 0,0 1,1-1,-1 1,0-1,0 1,0-1,0 1,1-1,-1 1,0 0,0-1,0 1,0 0,0 0,0 0,0 0,0 0,0 0,0 0,-7 1,0 0,0 1,1 0,-1 0,1 1,0 0,0 0,0 1,0 0,0 0,1 1,0-1,0 2,0-1,0 0,1 1,0 0,0 0,1 1,0-1,-3 6,-36 89,41-96,2 0,-1-1,0 1,1 0,0-1,0 1,0 0,1 0,-1-1,1 1,0 0,1-1,-1 1,1-1,0 0,0 1,0-1,1 0,-1 0,1 0,0-1,1 1,7 4,0-1,1-1,0 0,1 0,-1-2,1 1,0-2,0 1,0-2,1 0,-1 0,1-2,-1 1,1-2,6 0,19 0,-1-2,1-1,-1-2,0-2,0-1,-1-2,0-2,31-15,3-18,-69 44,-1 1,1 0,0-1,-1 1,1-1,-1 0,0 0,0 1,1-1,-1 0,0 0,0 0,-1 0,1 0,0 0,-1 0,1-1,-1 1,0 0,0 0,0 0,0 0,0-1,0 1,0 0,-1 0,1 0,-1 0,0 0,1 0,-1 0,0 0,0 0,0 0,-1 0,1-1,-5-1,0 0,0 1,-1-1,1 1,-1 0,1 1,-1 0,0 0,0 0,0 1,0 0,0 0,0 0,0 1,0 1,-1-1,1 1,0 0,0 1,0-1,-1 2,-1-1,-1 0,1 0,0 1,0 0,0 1,1 0,-1 0,1 1,0 0,0 1,1-1,-1 2,1-1,0 1,1 0,0 0,0 1,1-1,-3 6,7-11,0 0,0 0,0 1,0-1,1 0,-1 0,1 1,-1-1,1 0,0 1,0-1,0 0,0 1,1-1,-1 1,0-1,1 0,0 0,0 1,-1-1,1 0,1 0,-1 0,0 0,0 0,1 0,-1 0,1 0,-1-1,1 1,0-1,0 1,0-1,0 0,0 1,0-1,1 0,5 3,0-1,0 0,0 0,0-1,0 0,1 0,-1-1,1 0,-1-1,2 0,3 0,0-1,0-1,0 0,-1-1,1 0,0-1,-1 0,0-1,0 0,0-1,-1-1,0 0,0 0,-1-1,0 0,0-1,-1 0,0-1,0 1,-1-2,-1 1,0-1,0-1,-1 1,1-4,-4-22,-18 50,12-5,-1 0,1 0,0 1,1-1,0 0,0 1,1 0,0-1,0 1,1 0,0-1,1 1,0 0,0-1,1 1,0-1,1 1,0-1,0 0,1 2,-1-7,0 0,0 1,0-1,0 0,1-1,-1 1,1-1,0 1,-1-1,1 0,0 0,0-1,0 1,1-1,-1 0,0 0,1 0,-1-1,0 1,1-1,-1 0,0-1,1 1,-1-1,2 0,6-1,-1-1,0 0,0-1,0 0,-1-1,1 0,-1 0,0-1,2-2,13-15,0 0,-1-1,-1-2,-2 0,0-1,-2-1,-1-1,-2-1,-1 0,-1-2,-1 1,-2-1,0-5,0 6,-2-2,-1 0,-1 0,-2 0,-2-1,-1 1,-1-1,-2-8,1 38,0 1,0-1,0 1,-1-1,1 1,-1-1,0 1,0 0,0-1,0 1,-1 0,1 0,-1-1,0 1,0 0,0 1,0-1,-1 0,1 1,-1-1,1 1,-1 0,0 0,0 0,0 0,0 0,0 1,-1-1,1 1,0 0,-1 0,1 0,-1 0,-6 4,-1-1,1 1,0 1,0 0,0 0,1 1,0 0,-1 1,2 0,-1 0,1 1,0 0,0 1,1-1,0 1,0 1,1-1,0 1,-4 9,-1-1,0 0,1 1,0 1,2-1,0 1,1 1,1-1,1 1,1 0,0 1,2-1,0 0,1 1,1 0,2-1,-1 1,2-1,1 0,1 0,0 0,1-1,2 1,4 9,-3-12,-1 0,2 0,1-1,0 0,0-1,2 0,0-1,1 0,0-1,1-1,0 0,1-1,0-1,1-1,9 5,35-10,-38-10</inkml:trace>
  <inkml:trace contextRef="#ctx0" brushRef="#br0" timeOffset="1843.01">1976 572,'-6'10,"0"-1,1 2,0-1,1 1,0 0,0 0,1 0,0 0,1 0,0 4,2-11,-1-1,1 1,0-1,0 1,1-1,-1 1,1-1,-1 1,1-1,0 1,0-1,1 0,-1 0,1 0,0 1,-1-1,1-1,1 1,-1 0,0 0,1-1,-1 1,1-1,0 0,0 0,-1 0,2 0,-1-1,0 1,0-1,0 1,1-1,-1 0,4 0,-1-1,0 0,0 0,1-1,-1 0,0 0,0 0,0-1,0 0,0 0,0 0,0-1,-1 0,1 0,-1 0,0-1,0 0,0 0,-1 0,1-1,-1 1,0-1,0 0,0 0,-1-1,0 1,0-1,0 1,-1-1,0 0,0 0,-1 0,1 0,-1-3,38-151,-37 204,8 644,-9-660,-1-1,-2 1,0 0,-2-1,-1 0,-1 0,-1 0,-2-1,0 0,-2 0,-10 16,19-38,0-1,0 0,0 0,-1 0,1 0,-1 0,0 0,0-1,0 1,0-1,0 0,-1 0,1 0,-1 0,1-1,-1 0,0 1,1-1,-1 0,0-1,0 1,0-1,0 1,1-1,-1-1,0 1,0 0,0-1,0 0,1 0,-1 0,0 0,1-1,-1 1,1-1,-1 0,1 0,0 0,-3-3,-8-9,2-1,0-1,0 0,2-1,0 0,1-1,0 0,2 0,0-1,1 0,1 0,-1-9,-1 8,2-1,0 0,1 0,1 0,2-1,0 1,1 0,1-1,0 1,2 0,2-7,-3 24,0 0,0 0,0 0,0 0,1 0,-1 1,1 0,0-1,0 1,1 0,-1 0,0 1,1-1,0 1,-1 0,1 0,0 0,0 0,0 0,1 1,-1 0,98-15,-69 13,22-4,-6 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7:35.1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 71,'-2'7,"1"2,4-1,2-1,4-4,0-8,-1-7,-3-3,-1-3,-5 1,-4 0,-3 4,-2 5,-3 10,-1 10,2 11,1 7,2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7:35.4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 1,'-4'5,"-5"1,0-3,0-1,4 1,12 0,14-1,5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7:35.7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1,'11'5,"14"1,15 0,15-2,13-3,12-4,4-4,-13-1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7:36.2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 17,'-17'-11,"23"6,36 4,-26 2,-1 1,0 0,1 1,-1 0,0 1,-1 1,1 1,-1 0,0 0,0 2,-1 0,0 0,0 1,2 3,-13-9,1-1,-1 1,0 0,-1 0,1 0,0 0,-1 0,0 0,1 0,-1 0,0 1,-1-1,1 0,-1 1,1-1,-1 1,0-1,0 0,-1 1,1-1,-1 1,1-1,-1 0,0 1,-1-1,1 0,0 0,-1 0,0 0,1 0,-2 0,-5 8,0 0,-1 0,0-1,-1 0,0-1,-1 0,-1 1,-172 111,145-85,39-36,0 1,0 0,0 0,0 0,0 0,0-1,0 1,0 0,1 0,-1 0,0-1,0 1,1 0,-1 0,0-1,1 1,-1 0,1-1,-1 1,1 0,-1-1,1 1,0-1,-1 1,1-1,0 1,-1-1,1 1,0-1,0 0,-1 1,1-1,0 0,0 0,-1 0,1 1,0-1,0 0,0 0,0 0,19 4,1 0,0-1,0-1,-1-1,1-1,16-3,-29 3,269-29,-193 16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7:36.5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188 670,'3'16,"0"12,-1 8,1 7,-2 3,0-1,-2-5,-4-4,-4-8,-1-9,0-8</inkml:trace>
  <inkml:trace contextRef="#ctx0" brushRef="#br0" timeOffset="753.459">0 403,'71'7,"-31"-5,1 2,-1 2,0 2,0 1,-1 2,28 12,-61-21,0 1,0 0,-1 0,1 1,-1 0,1 0,-1 0,0 0,-1 1,1 0,-1 0,0 0,0 1,0-1,-1 1,0 0,0 0,-1 0,1 0,-1 0,-1 1,1-1,-1 1,0-1,0 1,-41 222,41-227,-1 1,0 0,0-1,1 1,-1 0,1-1,0 1,0-1,0 1,0-1,0 1,1-1,-1 0,1 1,0-1,-1 0,1 0,0 0,0 0,0-1,0 1,1-1,-1 1,0-1,1 0,-1 1,1-1,-1-1,1 1,0 0,-1-1,3 1,3 0,0 0,0 0,0-1,0 0,0-1,0 0,0 0,0-1,0 0,4-2,-2 1,0-2,-1 1,1-1,-1-1,0 0,-1 0,0-1,1 0,-2 0,1-1,-1 0,-1 0,1-1,-1 0,-1 0,0 0,0-1,-1 1,0-1,0 0,-1-1,0-3,-1-1,-11 37,7-15,0-1,1 1,0 0,1-1,-1 1,1 0,0 0,1-1,0 1,0 0,0-1,1 1,0 0,0-1,1 0,0 0,0 0,0 0,1 0,-1 0,1-1,1 0,-1 0,1 0,0 0,0-1,0 0,1 0,0 0,-1-1,1 1,1-2,-1 1,0-1,1 1,1-1,-3-2,0 1,1-1,-1-1,1 1,-1-1,0 0,0 0,1 0,-1-1,0 0,0 0,0 0,0 0,-1-1,1 0,-1 0,1 0,-1-1,0 1,0-1,-1 0,1 0,-1 0,0-1,0 1,1-3,7-11,-2-1,0 0,0 0,-2-1,-1-1,1-3,20-101,-5-1,1-72,-10-9,-13 206,1-1,-1 1,1-1,-1 1,0 0,0-1,1 1,-1-1,0 1,0-1,0 1,-1-1,1 1,0-1,-1 1,1-1,0 1,-1 0,0-1,1 1,-1 0,0-1,0 1,1 0,-1 0,0 0,0 0,-1 0,1 0,0 0,0 0,0 0,-1 0,1 1,0-1,-1 0,1 1,0-1,-1 1,1 0,-1-1,1 1,-1 0,1 0,-1 0,-3 5,-1 0,0 0,1 0,0 1,1 0,-1 0,1 1,0-1,0 1,1-1,0 1,0 0,1 1,-1 4,-8 23,3 1,1-1,1 2,2-1,2 1,1-1,2 1,1-1,2 1,2-1,6 22,-5-26,2-1,1 0,2-1,0 0,2 0,2-1,0-1,2-1,3 3,-19-26,1 0,0 0,-1-1,1 1,0-1,1 1,-1-1,1 0,-1 0,1-1,0 1,0-1,0 0,0 0,1 0,-1 0,0-1,1 0,-1 0,1 0,0 0,4-1,2-6</inkml:trace>
  <inkml:trace contextRef="#ctx0" brushRef="#br0" timeOffset="1019.266">790 403,'9'-2,"19"-1,25 2,22 2,14 2,5 6,-6 6,-18 0</inkml:trace>
  <inkml:trace contextRef="#ctx0" brushRef="#br0" timeOffset="1693.165">1352 871,'7'-70,"2"-126,-8 194,-1 1,1-1,0 1,-1 0,1 0,0-1,0 1,0 0,0 0,0 0,1 0,-1 0,0 0,0 0,1 0,-1 1,0-1,1 0,-1 1,1-1,-1 1,1 0,-1-1,1 1,-1 0,1 0,-1 0,1 0,-1 0,1 0,-1 1,1-1,-1 0,1 1,-1-1,1 1,-1-1,0 1,1 0,-1 0,0 0,0-1,1 1,-1 1,12 2,195 49,-204-53,-1 1,0-1,1 1,-1 0,0 0,0 0,0 0,0 1,0-1,0 1,0-1,-1 1,1 0,0 1,-1-1,0 0,1 1,-1-1,0 1,0-1,0 1,-1 0,1 0,-1 0,0 0,1 0,-1 0,-1 1,1-1,0 0,-1 0,0 1,1-1,-2 3,-10 50,-2 53,13-105,1 0,0-1,-1 1,1-1,1 1,-1-1,0 1,1-1,0 0,0 1,0-1,0 0,0 0,1 0,-1-1,1 1,-1-1,1 1,0-1,0 0,1 0,-1 0,0-1,0 1,1-1,-1 1,3-1,3 1,1 0,-1-1,0 0,0-1,1 0,-1 0,0-1,1 0,-1-1,0 0,0 0,0-1,0 0,-1-1,1 0,-1 0,0-1,0 0,-1 0,1-1,-1 0,0 0,-1-1,1 0,-1 0,-1 0,1-1,3-8,-7 67,-2-47,1 0,0 0,0 0,0 0,0 0,1-1,0 1,-1 0,1-1,1 1,-1-1,0 1,1-1,0 0,0 0,0 0,0-1,0 1,0-1,1 1,-1-1,1 0,-1-1,1 1,0-1,0 1,0-1,0 0,0 0,0-1,0 1,0-1,0 0,0 0,1-1,-1 1,0-1,0 1,0-2,0 1,0 0,-1-1,1 1,0-1,-1 0,1 0,-1-1,1 1,-1-1,0 1,0-1,0 0,-1 0,1-1,-1 1,0 0,2-4,-1 1,0 0,-1 0,0 0,0 0,0-1,-1 1,0-1,0 0,0 1,-1-1,0 1,-1-1,0 0,1 1,-2-1,1 1,-1-1,0 1,-1 0,1 0,-1 0,0 0,-1 0,1 1,-1-1,0 1,-1 0,1 0,-1 1,0-1,0 1,0 0,-1 1,0-1,1 1,-1 0,0 0,-1 1,1 0,0 0,-1 0,1 1,-1 0,-6-1,6 3,-1 1,0-1,1 1,0 0,-1 1,1 0,0 0,0 0,0 1,1 0,0 0,-1 1,1 0,1 0,-1 0,1 1,0 0,0 0,0 0,1 0,0 1,1 0,-1 0,1 0,0 0,1 0,0 1,0-1,0 7,1-11,1 1,0-1,0 1,1-1,-1 0,1 1,0-1,-1 0,1 1,1-1,-1 0,0 0,1 0,0 0,-1 0,1 0,0-1,1 1,-1 0,0-1,1 0,-1 0,1 1,0-2,0 1,0 0,0 0,0-1,0 0,1 1,5 1,0-1,0 1,0-2,0 1,0-1,0-1,0 1,0-2,1 1,5-2,23-6</inkml:trace>
  <inkml:trace contextRef="#ctx0" brushRef="#br0" timeOffset="1969.123">2300 403,'-13'-16,"-10"-5,-7 1,-3 4,-4 8,4 14,4 12,7 12,10 10,12 8,9 4,11 2,2-7</inkml:trace>
  <inkml:trace contextRef="#ctx0" brushRef="#br0" timeOffset="2499.473">2260 951,'1'9,"14"58,-14-66,-1 1,1 0,0-1,0 1,-1-1,1 1,0-1,0 1,0-1,1 0,-1 0,0 1,0-1,1 0,-1 0,1 0,-1 0,1 0,-1-1,1 1,0 0,-1-1,1 1,0-1,-1 0,1 1,0-1,-1 0,1 0,0 0,0 0,-1-1,1 1,0 0,0-1,5-3,0-1,-1 0,1-1,-1 0,0 0,-1 0,0 0,0-1,0 0,-1 0,0 0,0-1,-1 1,0-1,0 0,0 0,-1 0,-1 0,1 0,-1-6,5-11,-1 0,-1 0,-2-1,0 1,-2-26,-13 7,13 43,0 0,-1 0,1 0,-1 0,1 1,-1-1,1 0,-1 0,0 0,1 1,-1-1,0 0,0 0,1 1,-1-1,0 1,0-1,0 1,0-1,0 1,0 0,0-1,0 1,0 0,0 0,0-1,0 1,0 0,0 0,0 0,0 1,0-1,0 0,0 0,0 0,0 1,0-1,0 0,0 1,0-1,0 1,0 0,0-1,0 1,0-1,0 1,0 0,0 0,0-1,0 1,0 0,0 0,1 0,-1 0,0 0,1 0,-1 0,1 0,-1 0,1 0,-1 0,1 1,0-1,-1 0,1 0,0 0,0 0,0 1,0-1,0 0,0 0,0 0,1 1,-1-1,0 0,1 0,-1 0,1 0,-1 0,1 0,-1 0,1 0,0 1,40 30,-18-25,0-2,0-1,1 0,0-2,22 0,-1 0,-29-1,-13-2,0 0,1 1,-1-1,0 1,1 0,-1 0,0 0,1 0,-1 1,1 0,-1-1,0 1,0 0,1 0,-1 1,0-1,0 1,0-1,0 1,-1 0,1 0,0 0,-1 1,1-1,-1 1,0-1,0 1,0 0,0 0,-1 0,1 0,-1 0,2 2,-21 161,19-163,-1-1,1 0,0 1,0-1,0 0,0 0,0 0,0 0,0 0,1 0,-1 0,1 0,0 0,-1-1,1 1,0-1,0 1,0-1,0 0,0 1,0-1,0 0,1 0,-1-1,0 1,1 0,-1-1,0 0,1 1,1-1,73-8,-66 5,-1-2,0 1,0-1,-1-1,0 0,0 0,0-1,0 0,-1-1,0 1,-1-2,0 1,0-1,-1 0,5-8,-18 30,2 0,-1 0,2 1,0-1,0 1,2 0,-1 1,2-1,0 0,1 10,0-22,1 0,-1 0,1 0,-1 0,1 0,0 0,0 0,0 0,0 0,0-1,0 1,1 0,-1-1,0 1,1-1,0 1,-1-1,1 0,0 0,-1 0,1 0,0 0,0 0,0 0,0 0,0-1,0 1,0-1,0 0,0 1,0-1,0 0,0 0,0 0,0-1,1 1,-1 0,0-1,0 0,0 1,-1-1,1 0,2 0,16-8</inkml:trace>
  <inkml:trace contextRef="#ctx0" brushRef="#br0" timeOffset="2757.707">3036 417,'-14'-7,"-2"0,2 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03.0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0,'-5'2,"-1"4,2 0,9 1,11 0,16-1,16-2,18-2,16 0,10-2,5 2,-2 3,-8 5,-19 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03.5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0 357,'117'-346,"-111"336,-6 32,0-15,-3 485,3-474,1-11,-1 0,0 1,0-1,-1 0,0 1,0-1,-1 0,0 0,0 0,-1 0,1 0,-3 2,3-8,0 0,0 0,-1-1,1 1,-1 0,1-1,-1 0,1 1,-1-1,1 0,-1 0,1-1,-1 1,1 0,0-1,-1 0,1 1,-1-1,1 0,0 0,0 0,-1-1,1 1,0 0,0-1,0 1,0-1,1 0,-1 0,-1-1,3 2,0 1,0-1,0 0,0 1,1-1,-1 0,0 1,0-1,0 0,1 1,-1-1,0 0,0 1,1-1,-1 1,1-1,-1 1,0-1,1 1,-1-1,1 1,0-1,-1 1,1 0,-1-1,1 1,-1 0,1-1,0 1,-1 0,1 0,0 0,-1 0,1-1,0 1,-1 0,1 0,0 0,-1 0,1 1,0-1,-1 0,1 0,0 0,-1 0,1 1,0-1,-1 0,1 1,-1-1,1 0,-1 1,1-1,2 0,272-4,-191-1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05.9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5,'-4'-2,"-2"-1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03.8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99 294,'0'16,"-3"12,0 8,0 5,1 2,1 1,0-3,0-4,3-5,3-7,1-7</inkml:trace>
  <inkml:trace contextRef="#ctx0" brushRef="#br0" timeOffset="284.573">58 107,'-13'-13,"-6"-8,2 6,8 6,12 12,13 11,10 8,0 2</inkml:trace>
  <inkml:trace contextRef="#ctx0" brushRef="#br0" timeOffset="602.169">246 495,'14'-1,"1"-1,-1 0,0-1,0-1,-1 0,1-1,-1 0,0-1,0-1,-1 0,0-1,0 0,-1-1,0 0,0 0,-1-1,0-1,-1 0,5-7,-11 15,-1 0,1 1,-1-1,0-1,0 1,0 0,0 0,0-1,-1 1,1-1,-1 0,0 1,0-1,-1 0,1 1,-1-1,0 0,0 0,0 0,0 1,-1-1,1 0,-1 0,0 1,0-1,0 0,-1 1,1-1,-1 1,0 0,0 0,0-1,-1 0,-3 1,0 0,0 1,-1-1,1 1,0 1,-1-1,1 1,-1 0,1 1,-1-1,0 1,1 1,-1-1,0 1,1 0,-1 1,1-1,0 1,0 1,-1-1,1 1,0 0,1 0,-1 1,1 0,-1 0,1 0,0 0,1 1,-1 0,1 0,0 0,-3 6,3-5,0 0,0 0,1 0,0 1,0-1,1 1,0-1,0 1,0 0,1 0,0 0,0 0,1 0,0 0,0 0,1 0,0 0,0 0,1 0,-1 0,1 0,1-1,0 1,-1-1,2 1,-1-1,1 0,0-1,0 1,1-1,0 1,4 3,6 1,0 0,0 0,1-2,0 0,1-1,0 0,0-2,0 0,1-1,0 0,-1-2,1 0,8-1,36 4</inkml:trace>
  <inkml:trace contextRef="#ctx0" brushRef="#br0" timeOffset="1017.521">941 227,'-15'-4,"0"0,-1 0,1 1,-1 1,0 1,1 0,-1 1,0 1,0 1,-11 2,24-4,0 1,1-1,-1 1,1 0,-1 0,1 0,0 0,-1 0,1 0,0 1,0-1,0 1,0 0,0-1,0 1,0 0,0 0,1 0,-1 0,1 1,0-1,-1 0,1 1,0-1,1 1,-1-1,0 1,1-1,-1 1,1-1,0 1,-1 0,1-1,1 1,-1 0,1 1,4 7,0 0,2 0,-1 0,1-1,1 0,0-1,0 0,1 0,0 0,0-1,1-1,8 6,-16-11,171 120,-172-121,-1-1,1 1,0-1,0 0,0 1,0 0,-1-1,1 1,0-1,-1 1,1 0,0 0,-1-1,1 1,-1 0,1 0,-1 0,0 0,1-1,-1 1,0 0,1 0,-1 0,0 0,0 0,0 0,0 0,0 0,0 0,0 0,0 0,0 0,-1 0,1-1,0 1,-1 0,1 0,0 0,-1 0,1 0,-1-1,1 1,-1 0,0 0,1-1,-1 1,0 0,1-1,-1 1,0-1,0 1,0-1,1 1,-1-1,0 0,0 1,0-1,0 0,0 0,0 1,0-1,0 0,0 0,0 0,0 0,-9 2,-1 1,1-1,-1-1,0 0,0-1,1 0,-1 0,0-1,-1-1,11 2,0 0,-1 0,1 0,0 0,-1-1,1 1,0 0,-1-1,1 1,0-1,0 0,-1 1,1-1,0 0,0 0,0 0,0 0,0 0,0 0,0 0,0 0,0 0,1 0,-1 0,0 0,1-1,-1 1,1 0,-1-1,1 1,0 0,-1-1,1 1,0 0,0-1,0 1,0 0,0-1,0 1,1-1,-1 1,0 0,1-1,-1 1,1 0,0-1,39-54,-14 36,-1 0,2 2,1 0,0 2,1 2,0 0,1 2,32-8,-60 18,0 1,0 0,0-1,1 1,-1 0,0 0,1 1,-1-1,0 0,1 1,-1 0,1-1,-1 1,1 0,-1 0,1 0,-1 1,1-1,-1 1,1-1,-1 1,0 0,1 0,-1 0,0 0,0 0,0 0,0 1,0-1,0 1,0 0,0-1,0 1,-1 0,1 0,-1 0,1 0,0 1,1 108,-6-103,2 0,-1 0,1 0,0 0,1 0,0 0,0 0,1 0,0 0,0-1,1 1,0 0,0 0,1-1,0 1,0-1,1 0,0 0,0 0,1-1,-1 1,1-1,1 0,-1-1,6 5,8-2,-3-5</inkml:trace>
  <inkml:trace contextRef="#ctx0" brushRef="#br0" timeOffset="1182.497">1221 0,'-9'14,"6"13,13 9,15 6,5-5</inkml:trace>
  <inkml:trace contextRef="#ctx0" brushRef="#br0" timeOffset="1799.934">1529 536,'4'-90,"4"0,9-34,-16 115,-2 7,1 0,0 0,-1 0,1-1,0 1,0 0,0 0,0 0,1 0,-1 0,1-1,-1 1,1 0,0 0,-1 0,1 0,0 0,0 1,1-1,-1 0,0 0,1 1,-1-1,1 0,-1 1,1 0,0-1,-1 1,1 0,0 0,0 0,0 0,0 0,0 0,0 1,0-1,0 1,0-1,1 1,-1 0,0 0,0 0,0 0,1 0,177 64,-166-59,-6-3,-1 1,1 0,0 0,-1 0,0 1,0 0,0 0,0 1,-1 0,0 0,0 1,1 0,-6-3,0 1,0-1,-1 0,1 0,-1 1,0-1,1 0,-2 0,1 1,0-1,-1 0,1 1,-1-1,0 0,0 0,0 0,-1 0,1 0,-1 0,0 0,1 0,-1-1,-1 1,-3 8,-28 79,33-87,0 0,1 1,0-1,-1 0,1 0,1 0,-1 1,0-1,1 0,-1 0,1 0,0 0,0 0,1 0,-1 0,0 0,1-1,0 1,-1 0,1-1,0 1,1-1,-1 0,0 1,1-1,-1 0,1-1,-1 1,1 0,8 2,0 0,1-1,-1 0,0-1,1 0,0-1,-1 0,1-1,0 0,-1-1,1 0,0-1,-1 0,1-1,-1 0,0-1,0 0,0-1,-1 0,0-1,0 0,0 0,0-1,-1 0,-1-1,6-5,-3 1,-1-1,1-1,-2 0,0 0,-1-1,0 0,-1 0,-1 0,-1-1,0 0,-1-1,1-3,-5 18,1 0,0 0,-1-1,1 1,-1 0,0 0,1 0,-1-1,0 1,-1 0,1-1,0 1,-1 0,1 0,-1 0,1 0,-1-1,0 1,0 0,0 0,0 0,-1 1,1-1,0 0,-1 0,0 1,1-1,-1 1,0-1,1 1,-1 0,0-1,0 1,0 0,0 0,0 1,-1-1,0 0,-2 0,0 1,0-1,0 1,0 0,0 1,0-1,0 1,0 0,1 0,-1 0,0 1,0 0,1 0,-1 0,1 1,0-1,0 1,0 0,0 0,0 0,0 1,1-1,0 1,0 0,0 0,0 0,0 0,1 1,0-1,0 1,0-1,0 1,1 0,0 0,0 0,0 0,1 0,-1 2,0 2,1-1,0 1,0 0,1-1,0 1,0-1,1 1,0-1,1 1,0-1,0 0,0 0,1-1,1 1,-1-1,1 0,0 0,1 0,0-1,0 1,6 4,0-2,0 0,0 0,1-2,0 1,0-2,1 0,0 0,0-1,0-1,1-1,-1 0,7 1,24-1,-5-1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12.1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14,'-2'0,"1"0,6 0,13 0,19 0,22 0,21-3,16-2,-9-1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12.5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16,'208'-12,"-165"11,-17-1,0 1,1 2,-1 1,0 0,5 3,-31-5,1 0,0 0,0 0,0 0,0 0,-1 0,1 0,0 0,0 1,0-1,0 0,-1 0,1 1,0-1,0 1,-1-1,1 0,0 1,-1 0,1-1,0 1,-1-1,1 1,-1 0,1-1,-1 1,1 0,-1-1,1 1,-1 0,0 0,0 0,1-1,-1 1,0 0,0 0,0 0,0 0,0-1,0 1,0 0,0 0,0 0,0 0,0 0,-1-1,1 1,0 0,-1 0,1-1,0 1,-1 0,1 0,-1-1,1 1,-1 0,1-1,-1 1,0-1,1 1,-1-1,0 1,0-1,-111 68,101-52,35-10,59-1,-57-5,-1 1,1 1,-1 1,0 1,0 1,0 2,-1 0,15 7,-36-13,0 1,1-1,-1 0,0 1,-1 0,1 0,0 0,0 0,-1 0,1 0,-1 1,0-1,1 1,-1 0,-1-1,1 1,0 0,-1 0,1 0,-1 1,0-1,0 0,0 0,0 1,-1-1,1 0,-1 1,0-1,0 1,0-1,-1 0,1 1,-1-1,0 0,1 1,-2-1,1 0,0 0,-2 3,-7 5,-1 0,-1 0,0-1,0 0,-1-1,0-1,0 0,-1 0,0-2,-1 0,1 0,-16 3,30-9,-56 19,8-4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15.5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234 641,'-16'5,"0"0,1 1,0 0,0 2,1-1,0 2,0 0,1 0,0 2,1-1,0 1,0 1,2 1,-1-1,-6 13,15-24,1 1,0-1,-1 1,1-1,0 1,0 0,0 0,0-1,1 1,-1 0,0 0,1 0,-1 0,1 0,0 0,-1 0,1 0,0 0,0 0,0 0,1 0,-1 0,0 0,1 0,0 0,-1 0,1 0,0 0,0 0,0-1,0 1,0 0,0 0,0-1,1 1,-1-1,1 0,-1 1,1-1,0 0,-1 0,1 0,0 0,0 0,0 0,-1 0,1-1,2 1,7-1,-1-1,1-1,-1 1,1-2,-1 0,0 0,0 0,0-2,0 1,-1-1,1 0,-1-1,0 0,-1-1,0 0,0 0,0-1,-1 0,0 0,3-6,6-11,-1 0,-2-1,0 0,-2-1,-1-1,-1 1,-2-2,0 1,-2-1,-1 0,-2 0,0 0,-4-29,-6-19,8 76,-1 0,1 0,0 0,0 0,0 0,-1 0,1 1,0-1,-1 0,1 0,-1 0,1 1,-1-1,0 0,1 0,-1 1,1-1,-1 1,0-1,0 0,1 1,-1-1,0 1,0 0,0-1,0 1,1 0,-1-1,0 1,0 0,0 0,0 0,0 0,0 0,0 0,0 0,0 0,1 0,-1 0,0 1,0-1,0 0,0 1,0-1,1 0,-1 1,0-1,0 1,0-1,1 1,-1 0,0-1,1 1,-34 42,26-24,0 1,1-1,2 2,0-1,1 1,1 0,0 0,2 0,1 0,0 0,2 0,0-1,1 1,2 0,0-1,2 3,-4-10,0 0,2 0,-1 0,2-1,0 0,0 0,1-1,0 1,1-2,1 1,-1-1,2 0,-1-1,1 0,1 0,0-1,0-1,0 0,2 0,-9-6,-1 0,1 0,-1-1,1 1,0-1,0 0,-1 0,1 0,0-1,-1 1,1-1,0 0,-1 0,1 0,-1 0,1-1,-1 0,0 1,0-1,0 0,0-1,0 1,0 0,0-1,-1 0,1 1,0-2,55-88,-56 88,36-101,-52 132,10-15,0 0,0 0,1 1,1-1,0 1,1 0,0 9,1-18,0 0,0 0,1 1,-1-1,1 0,0 0,0 0,1 0,-1 0,1 0,0-1,0 1,0 0,0-1,1 1,0-1,-1 0,1 0,0 0,1 0,-1-1,0 1,1-1,-1 0,2 1,26 7,0-5</inkml:trace>
  <inkml:trace contextRef="#ctx0" brushRef="#br0" timeOffset="272.234">568 307,'0'0</inkml:trace>
  <inkml:trace contextRef="#ctx0" brushRef="#br0" timeOffset="967.821">1036 601,'-15'-6,"0"1,0 0,-1 1,1 1,-1 1,0 0,0 1,1 0,-1 1,0 1,0 1,0 0,-3 2,17-4,0 1,0-1,-1 1,1-1,0 1,0 0,0 0,0 0,0 0,0 0,0 0,0 1,1-1,-1 1,0-1,1 1,-1 0,1-1,0 1,-1 0,1 0,0 0,0 0,0 0,0 0,1 1,-1-1,1 0,-1 0,1 0,0 1,-1-1,1 0,0 0,1 1,2 3,1 0,-1 0,1 0,1-1,-1 1,1-1,0 0,0-1,1 1,0-1,-1 0,1 0,0-1,1 1,4 1,-9-4,178 86,-143-61,-36-25,-1-1,1 1,0-1,-1 1,1 0,-1-1,1 1,0 0,-1-1,1 1,-1 0,0-1,1 1,-1 0,1 0,-1 0,0-1,0 1,0 0,1 0,-1 0,0 0,0 0,0-1,0 1,0 0,-1 0,1 0,0 0,0 0,0-1,-1 1,1 0,0 0,-1-1,1 1,-1 0,1 0,-1-1,1 1,-1 0,0-1,1 1,-1-1,0 1,0 0,-4 1,0 1,0-1,0 0,-1 0,1 0,-1-1,1 0,-1 0,0 0,1-1,-1 0,0 0,1 0,-1-1,0 0,-1-1,5 2,1 0,-1-1,1 1,0-1,0 0,-1 0,1 1,0-1,0 0,0 0,0 0,0 0,0 0,0 0,0 0,0 0,1-1,-1 1,0 0,1 0,-1-1,1 1,-1-1,1 1,0 0,-1-1,1 1,0-1,0 1,0 0,0-1,0 1,1-1,-1 1,1-2,20-49,148-199,-145 213,-3-1,-1 0,-1-2,-3-1,-1 0,-3 0,-1-2,4-35,-14 77,0-5,0 0,0 0,0 0,-1 0,0 0,0 0,0 0,-1 1,0-1,-1 0,1 0,-2 0,1 1,0-1,-1 1,-2-4,3 9,1 1,-1-1,1 0,-1 0,1 1,-1-1,0 1,1 0,-1-1,1 1,-1 0,0 0,1 0,-1 0,0 0,1 0,-1 1,0-1,1 0,-1 1,1 0,-1-1,0 1,1 0,0 0,-1-1,1 1,-1 0,1 0,0 1,0-1,0 0,0 0,0 1,0-1,0 0,0 1,0-1,0 1,1-1,-1 1,1 0,-1-1,1 1,-8 17,2-1,0 1,1 1,1-1,1 1,1 0,0-1,2 1,0 0,1 0,3 16,8 26,3-1,2-1,3 0,2-1,3-2,3 0,3 1,-24-43,-4-9,-1 0,1 0,0 0,0-1,0 1,1-1,0 0,0 0,1 0,-1 0,1-1,0 0,0 0,1 0,-2-4,1 0,0 0,-1-1,1 0,0 0,-1 0,1 0,-1-1,0 1,1-1,-1-1,0 1,0 0,0-1,0 0,-1 0,1 0,-1 0,0-1,0 1,0-1,0 0,0 0,-1 0,1 0,-1 1,82-123,-82 117,-5 13,-9 15,9-13,0-1,0 2,0-1,1 0,0 0,0 1,1-1,0 1,0 0,0-1,1 1,0 0,0-1,1 1,-1 0,2-1,-1 1,1-1,0 1,0-1,1 0,-1 0,1 0,1 0,-1 0,1-1,0 1,1-1,-1 0,5 3,25 10,0-7</inkml:trace>
  <inkml:trace contextRef="#ctx0" brushRef="#br0" timeOffset="1256.882">1611 521,'-21'-4,"-17"-5,-12-4,-9-3,-4-3,3 0,11 2</inkml:trace>
  <inkml:trace contextRef="#ctx0" brushRef="#br0" timeOffset="1539.348">1143 360,'77'-8,"1"4,-1 3,1 3,-1 3,16 7,-61-8,-1 1,0 2,-1 2,0 0,0 2,-1 1,0 2,-1 0,-21-9,-1-1,1 1,-1 0,-1 0,1 1,0 0,-1 0,0 0,-1 0,0 1,0 0,0 0,-1 0,1 0,-2 1,1-1,-1 1,0 0,-1 0,0 0,0-1,-1 1,0 0,0 0,-1 3,-31 167,32-176,-1 0,1-1,0 1,-1 0,1 0,0-1,0 1,0 0,1-1,-1 1,0 0,0 0,1-1,-1 1,1-1,0 1,0 0,-1-1,1 1,0-1,0 0,0 1,0-1,1 0,-1 1,0-1,0 0,1 0,-1 0,1 0,-1 0,1-1,-1 1,1 0,0-1,-1 1,1-1,0 1,-1-1,1 0,0 0,-1 0,1 0,0 0,0 0,-1 0,1 0,0-1,0 0,10-3,-1-1,0 0,0-1,0 0,-1 0,0-1,0-1,-1 0,0 0,0-1,-1 0,0-1,-1 1,0-1,3-6,33-51,-47 74,1 1,-1-1,2 1,-1 0,1 0,0 0,1 0,0 0,0 1,1-1,0 0,1 0,-1 1,1-1,1 1,1-4,1-1,0 1,0 0,0-1,0 0,0 0,1 0,0-1,0 1,0-1,0 0,0-1,1 1,-1-1,1 0,0 0,2 0,32 9</inkml:trace>
  <inkml:trace contextRef="#ctx0" brushRef="#br0" timeOffset="2153.306">2613 641,'-11'-5,"-1"1,0 0,0 0,0 1,0 1,-1 0,1 1,-1 0,-4 1,13 0,-1 0,0 1,1-1,-1 1,0 0,1 0,-1 1,1-1,0 1,-1 0,1 0,0 1,0-1,0 1,1 0,-1 0,1 0,-1 0,1 1,0-1,0 1,1 0,-1 0,1 0,0 0,0 1,0-1,1-1,0 1,0 0,0 0,0 0,1 0,0 0,0 0,0 0,0 0,0 0,1 0,0 0,0 0,0 0,0-1,1 1,-1 0,1-1,0 1,0-1,0 1,1-1,-1 0,1 0,2 2,3 3,0-1,0 0,1 0,0-1,0 0,1-1,0 0,0-1,4 2,-3-2,0 0,0 0,0-1,1-1,-1 0,1 0,-1-1,1-1,0 0,0 0,-1-2,1 1,-1-1,1-1,-1 0,0 0,0-1,0-1,-1 0,1 0,-1-1,0-1,-1 1,0-2,0 1,0-1,-1 0,6-8,0-11,-1-1,-2 0,0-1,-2 0,-2-1,0 0,-2 0,-1-1,-1 1,-2-1,-1-2,0 22,6-233,-17 161,10 82,1 0,-1 0,0 1,1-1,-1 1,0-1,0 1,0-1,1 1,-1-1,0 1,0-1,0 1,0 0,0 0,0-1,0 1,0 0,0 0,0 0,0 0,0 0,1 0,-1 0,0 1,0-1,0 0,0 0,0 1,0-1,0 1,0-1,1 1,-1-1,0 1,0-1,1 1,-1 0,0-1,1 1,-1 0,0 0,1-1,-1 1,1 0,-1 0,1 0,-13 15,0 0,1 1,1 1,1-1,0 2,1-1,1 1,0 4,-3 8,0 1,2 0,2 0,0 1,3 0,0 0,2 30,2-43,2 1,0 0,1-1,0 0,2 0,1 0,0 0,1-1,2 0,0 0,0-1,2 0,4 4,-11-15,1 0,0-1,0 1,1-1,0 0,0-1,0 0,1 0,-1 0,1 0,1-1,-1-1,0 1,1-1,0 0,0-1,0 0,0 0,0 0,0-1,0-1,0 1,1-1,-1-1,0 1,0-2,0 1,0-1,4-1,-1-2,-1-1,1 0,-1 0,0-1,-1-1,0 1,0-1,-1-1,0 0,0 0,-1-1,0 1,-1-2,0 1,0-1,-1 0,-1 0,0 0,0 0,0-7,-3 17,-1 0,1 1,-1-1,1 0,-1 0,0 1,1-1,-1 0,0 0,0 0,1 1,-1-1,0 0,0 0,0 0,0 0,0 0,0 1,0-1,-1 0,1 0,0 0,0 0,-1 1,1-1,0 0,-1 0,1 1,-1-1,1 0,-1 1,1-1,-1 0,0 1,1-1,-1 1,0-1,1 1,-1-1,0 1,0 0,1-1,-1 1,0 0,0-1,0 1,1 0,-1 0,0 0,0 0,0 0,0 0,0 0,1 0,-1 0,0 0,0 1,0-1,0 0,1 0,-1 1,0-1,-5 5,0 0,0 0,0 0,1 1,0 0,0 0,1 0,-1 1,1-1,1 1,-1 0,1 0,0 0,1 0,0 1,0-1,1 1,0 0,0-1,0 1,1 0,0-1,1 1,0 0,0-1,1 4,1-4,0-1,1 1,-1-1,1 0,0 0,1 0,-1-1,1 0,0 0,1 0,-1 0,1-1,0 0,0 0,0 0,1-1,-1 0,1 0,0-1,0 0,0 0,0 0,0-1,0 0,0-1,0 1,2-2,24-2</inkml:trace>
  <inkml:trace contextRef="#ctx0" brushRef="#br0" timeOffset="2438.981">2720 375,'5'-5,"17"3,23 7,20 4,12 4,-6-2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13.3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0 779,'87'-230,"-47"124,-39 105,0 0,0 0,0 0,0 1,0-1,0 0,1 1,-1-1,0 0,0 1,1 0,-1-1,0 1,1 0,-1 0,0-1,1 1,-1 0,0 0,1 1,-1-1,0 0,1 0,-1 1,0-1,1 1,-1-1,0 1,0-1,0 1,1 0,-1 0,0-1,0 1,0 0,0 0,0 0,0 0,-1 0,1 0,0 1,-1-1,1 0,0 0,-1 0,1 1,-1-1,0 0,1 1,-1 0,6 5,19 23,-7-10,0 2,-2 0,0 1,-1 0,-2 1,5 12,-17-34,0 1,0-1,-1 0,1 1,-1-1,1 0,-1 1,0-1,0 1,0-1,0 0,0 1,-1-1,1 1,-1-1,1 0,-1 1,0-1,0 0,0 0,0 0,-1 0,1 0,0 0,-1 0,0 0,1 0,-1-1,0 1,0-1,0 1,0-1,0 0,0 0,0 1,0-1,-1-1,1 1,0 0,-1-1,1 1,0-1,-1 0,1 1,-1-1,0 0,0 0,-1 0,1 0,0-1,0 1,0-1,0 1,0-1,0 0,0 0,0 0,0-1,1 1,-1-1,0 1,1-1,-1 0,1 0,0 0,-1 0,1-1,0 1,0-1,1 1,-1-1,0 0,1 1,0-1,0 0,-1 0,2 0,-1 0,0 0,1 0,-1 0,1 0,0 0,0-1,0 1,0 0,1 0,-1 0,1 0,1-3,4-16,1-1,1 1,1 0,1 1,2 0,-1 0,2 2,15-19,7-13,-20 30,-1 0,-1-1,0 0,-2-1,-1-1,0 1,-2-1,-1-1,-1 0,-1 0,-1 0,0-9,-4 29,0 0,-1 1,1-1,-1 0,0 0,0 0,0 1,-1-1,1 0,-1 1,0 0,-1-1,1 1,-1 0,-1-2,3 6,0-1,1 1,-1 0,0 0,0-1,0 1,1 0,-1 0,0 0,0 0,0 0,1 0,-1 0,0 0,0 0,0 1,1-1,-1 0,0 0,0 1,1-1,-1 0,0 1,1-1,-1 1,0-1,1 1,-1-1,1 1,-1 0,1-1,-1 1,1 0,-1-1,1 1,0 0,-1-1,1 1,0 0,-1 0,1-1,0 1,0 0,0 0,0 0,0-1,0 1,0 0,0 0,0 0,0 0,1-1,-1 1,0 0,0 0,1-1,-1 1,0 0,1 0,1 31,1 0,2 0,2 0,7 24,-2-7,72 367,-83-411,-1 0,1 0,-1 0,1 0,0 1,1-1,-1 0,1 0,0-1,0 1,0 0,1-1,0 1,-1-1,2 0,-1 0,0 0,1 0,0-1,0 1,0-1,2 2,9-3</inkml:trace>
  <inkml:trace contextRef="#ctx0" brushRef="#br0" timeOffset="249.94">134 257,'27'0,"30"3,30 0,20 0,-7 0</inkml:trace>
  <inkml:trace contextRef="#ctx0" brushRef="#br0" timeOffset="531.463">749 632,'-1'5,"0"-1,0 0,0 1,1-1,0 0,0 1,0-1,0 1,1-1,0 0,0 1,0-1,0 0,0 0,1 0,0 0,0 0,0 0,0 0,1 0,0-1,-1 1,1-1,1 0,-1 0,0 0,1 0,-1-1,1 0,0 1,0-1,0 0,0-1,0 1,0-1,2 2,0-2,0 1,1 0,-1-1,0 0,1-1,-1 1,1-1,-1-1,0 1,1-1,-1 0,0 0,1-1,-1 0,0 0,0 0,0-1,-1 0,1 0,-1-1,1 1,-1-1,0 0,0-1,-1 1,1-1,-1 0,0 0,-1 0,1 0,-1-1,2-4,-2 1,0 1,-1-1,-1 0,1 0,-1 1,-1-1,0 0,0 0,-1 0,0 0,0 0,-2-6,2 11,0 0,-1 0,1 0,0 1,-1-1,0 0,0 1,0-1,0 1,-1 0,0 0,1 0,-1 0,0 0,0 0,0 1,-1 0,1-1,-1 1,1 0,-1 1,0-1,1 1,-1-1,0 1,0 0,0 1,-4-1,0 2,0 1,1 0,-1 0,0 1,1 0,0 0,0 1,0 0,0 0,0 1,1 0,0 0,0 0,0 1,1 0,-1 0,2 0,-1 1,1-1,0 1,0 0,0 1,1-1,0 0,1 1,0 0,0 0,0 6,1-10,1 0,-1 0,1 1,0-1,0 0,1 0,-1 0,1 0,0 0,0 0,0 0,0 0,1 0,0 0,0-1,0 1,0 0,0-1,1 0,0 0,-1 1,1-2,0 1,1 0,-1-1,0 1,1-1,-1 0,1 0,0 0,0-1,0 1,0-1,1 0,32 10</inkml:trace>
  <inkml:trace contextRef="#ctx0" brushRef="#br0" timeOffset="1269.716">1150 257,'-9'-8,"0"1,0 0,-1 0,0 1,-1 0,1 0,-1 2,0-1,0 1,-1 1,-9-2,19 4,1 1,-1 0,0-1,1 1,-1 0,0 0,1 0,-1 1,0-1,1 0,-1 0,1 1,-1-1,0 1,1 0,-1-1,1 1,-1 0,1 0,0 0,-1 0,1 0,0 0,0 0,0 1,0-1,0 0,0 1,0-1,0 0,0 1,1-1,-1 1,0 0,1-1,0 1,-1-1,1 1,0 0,0 0,13 65,77 58,-22-37,-56-69,-1 1,-1 0,-1 1,0 0,-2 0,0 1,-2 0,0 0,1 23,-6-43,0-1,-1 1,1 0,0 0,0 0,0 0,1 0,-1 0,0 0,1-1,-1 1,1 0,-1 0,1-1,0 1,0 0,0 0,0-1,0 1,0-1,0 1,0-1,1 0,-1 1,1-1,-1 0,1 0,-1 0,1 0,0 0,-1 0,1-1,0 1,0-1,0 1,-1-1,2 1,5-6,0 1,-1-1,1 0,-1-1,0 0,-1 0,1 0,-1-1,0 0,-1 0,0-1,0 0,-1 0,1 0,0-4,6-11,-1 0,0-1,-2 0,-1-1,-1 0,-1 0,-1 0,-1-1,-2 1,0-10,-1 33,0 0,0 0,0 1,0-1,0 0,0 0,0 0,-1 1,1-1,0 0,-1 0,0 1,1-1,-1 0,0 1,0-1,0 1,0-1,0 1,0 0,0-1,-1 1,0-1,1 2,1 0,-1 0,1 1,-1-1,1 0,-1 1,1-1,0 0,-1 1,1-1,0 1,-1-1,1 1,0-1,-1 1,1-1,0 1,0-1,0 1,0-1,-1 1,1-1,0 1,0-1,0 1,0-1,0 1,0 0,0-1,0 1,1-1,-1 1,0-1,0 1,0-1,1 1,-1-1,0 1,0-1,1 1,-1-1,0 0,1 1,-1-1,1 1,-1-1,0 0,1 1,-1-1,1 0,0 1,7 4,1 1,0-2,1 1,-1-1,1 0,0-1,0 0,0-1,0 0,0 0,1-1,-1-1,1 0,-5 1,185 17,-188-17,0-1,-1 1,1-1,0 1,-1 0,1 0,0 0,-1 0,1 0,-1 1,0-1,1 1,-1 0,0 0,0 0,0 0,0 0,0 0,-1 0,1 0,0 1,-1-1,0 1,0-1,0 1,0-1,0 1,0 0,-1 0,1-1,-1 3,0 36,-1-38,0 1,0-1,0 1,1 0,-1-1,1 1,0 0,0-1,0 1,1 0,-1-1,1 1,0 0,0-1,0 1,0-1,1 0,-1 1,1-1,0 0,0 0,0 0,1 0,-1 0,1-1,-1 1,1-1,0 1,0-1,0 0,0 0,0 0,1-1,0 1,2-1,0 0,0 0,0-1,0 0,1 0,-1-1,0 0,0 0,0 0,0-1,0 1,0-1,-1-1,1 1,-1-1,1 0,-1 0,0-1,0 0,2-2,7-6,-1 0,-1-1,0-1,0 1,-1-2,3-7,-7 11,0 0,-1-1,0 1,-1-1,0-1,-1 1,1-8,-9 54,-2 72,7-101,-1 0,1-1,0 1,1 0,-1-1,1 1,0-1,0 0,0 1,1-1,-1 0,1-1,0 1,0 0,0-1,1 0,-1 1,1-1,0-1,0 1,1 0,25 10,0-5</inkml:trace>
  <inkml:trace contextRef="#ctx0" brushRef="#br0" timeOffset="1519.11">2260 137,'-14'-4,"-4"0,0 6,9 7,12 4,6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19.6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92 0,'-92'8,"135"-3,487-4,-462 3,-48-1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20.2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13,'223'-11,"-205"10,1 1,0 1,-1 0,1 1,-1 2,1 0,-1 0,2 3,-18-7,0 1,0 0,0 0,0 0,0 0,0 0,-1 0,1 0,0 1,-1-1,1 0,0 1,-1 0,0-1,1 1,-1 0,0 0,0 0,0-1,0 1,-1 0,1 0,0 1,-1-1,1 0,-1 0,0 0,0 0,0 0,0 0,0 0,0 1,0-1,-1 0,1 0,-1 0,0 0,1 0,-1 0,0 0,0 0,0 0,-1-1,1 1,-1 0,-8 12,-1-1,-1 0,0-1,-1 0,-1-1,1-1,-2 0,1-1,-4 1,10-5,-216 119,200-108,24-6,75-5,390-45,-374 32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20.9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1,'-16'362,"12"-169,-3-11,52-266,-36 71,1 1,1 1,0 0,0 0,1 1,0 0,1 1,7-4,-14 10,0-1,0 1,0 0,1 1,-1-1,1 1,-1 0,1 1,0 0,-1 0,1 0,0 1,0 0,0 1,-1-1,1 1,0 0,0 1,-1 0,5 1,-7 0,1-1,-1 1,0 0,1 1,-2-1,1 1,0-1,-1 1,0 0,0 1,0-1,0 0,0 1,-1 0,0-1,0 1,-1 0,1 0,-1 0,0 0,0 1,-1-1,1 0,-1 0,0 0,-1 0,1 1,-1-1,0 0,0 0,-1 0,1 0,-1 0,0-1,-1 1,1 0,-1-1,0 0,0 1,0-1,-1 0,1-1,-1 1,-2 1,-1 0,0-1,0 1,-1-1,0-1,0 1,0-1,0-1,0 1,-1-2,1 1,-1-1,1 0,-1-1,1 0,-1 0,0-1,1 0,-1 0,1-1,0-1,-6-1,12 3,0 0,0 0,-1 0,1 0,0-1,0 1,0 0,0-1,0 0,1 0,-1 1,0-1,1 0,-1 0,1 0,0-1,0 1,0 0,0 0,0-1,0 1,0-1,1 1,-1 0,1-1,0 1,0-1,0 1,0-1,0 1,0-1,1 1,-1-1,1 1,0 0,0-1,0 1,0 0,0-1,0 1,1 0,-1 0,0 0,1 0,0 0,0 1,0-1,14-12,1 2,0 0,1 2,0 0,1 0,0 2,1 0,-1 1,1 2,1 0,-1 1,1 0,2 2,-16 1,3-2,0 1,0 0,1 1,-1 0,0 0,1 1,-1 1,1 0,-1 0,0 1,0 0,1 1,-1 0,4 3,-11-2,0 0,0 1,-1-1,1 1,-1 0,0 0,0-1,-1 2,0-1,0 0,0 0,0 0,-1 0,0 1,0-1,0 0,-1 0,1 0,-1 1,0-1,-1 0,0 0,1 0,-2-1,1 1,-1 1,-3 14,5-19,0 0,0 1,1-1,-1 1,0-1,1 1,-1-1,1 1,-1 0,1-1,0 1,0 0,0-1,0 1,0 0,0-1,0 1,0 0,1-1,-1 1,1-1,-1 1,1 0,0-1,-1 1,1-1,0 0,0 1,0-1,0 0,0 1,0-1,1 0,-1 0,0 0,1 0,-1 0,1 0,-1 0,0-1,1 1,0-1,-1 1,21-2,1-3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21.2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1,'16'16,"16"7,4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21.7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267 741,'-6'-2,"-1"0,1 1,-1 0,0 1,0-1,1 1,-1 0,0 1,0 0,1 0,-1 0,0 1,1 0,0 0,-1 0,1 1,0 0,0 1,0-1,1 1,-1 0,1 0,-4 5,4-4,0 0,0 0,1 1,-1 0,1 0,1 0,-1 1,1-1,0 1,0 0,1 0,0 0,0 0,1 0,0 0,0 0,1 0,0 1,0-1,0 0,1 1,0-1,1 0,-1 0,1 0,1 0,-1 0,1-1,1 1,-1-1,1 0,0 0,3 3,7 2,0-2,1 0,1-1,-1 0,1-1,1-1,-1 0,1-1,5 0,-8-1,-14-4,-1 0,0 0,1 1,-1-1,1 0,-1 1,1-1,-1 1,1-1,0 0,-1 1,1-1,-1 1,1-1,0 1,-1 0,1-1,0 1,0-1,0 1,-1-1,1 1,0 0,0-1,0 1,0-1,0 1,0 0,0-1,0 1,0-1,0 1,0 0,1-1,-1 1,0-1,0 1,1 0,-1-1,0 1,1-1,-1 1,0-1,1 1,-1-1,1 0,-1 1,0-1,1 1,0-1,-1 0,1 1,-1-1,-38 13,-1-1,0-2,0-2,-1-2,-6-1,19-4,27-2,-1 1,1-1,0 0,-1 1,1-1,0 0,0 1,0-1,0 0,0 1,0-1,0 0,0 1,0-1,0 0,0 1,0-1,0 0,0 1,1-1,-1 0,0 1,0-1,1 1,-1-1,0 0,1 1,-1-1,1 1,-1-1,1 1,-1-1,1 1,-1 0,1-1,0 1,-1 0,1-1,-1 1,1 0,0 0,-1-1,1 1,0 0,-1 0,1 0,0 0,205-140,-178 116,-1-1,-1-1,-2-1,0-2,-2 0,-1-2,-2 0,-1-1,-1-1,-2 0,-1-1,7-30,2-29,-3-1,-5-1,-3-1,-2-85,-12 156,-3 74,3 102,7-1,6 0,21 89,-9-59,-1-48,-22-131,0 0,0 0,0 0,0 0,0 0,0-1,1 1,-1 0,0 0,0 0,1 0,-1 0,1 0,-1 0,1-1,-1 1,1 0,-1 0,1-1,-1 1,1 0,0-1,0 1,-1-1,1 1,0-1,0 1,0-1,-1 1,1-1,0 0,0 0,0 1,0-1,0 0,0 0,0 0,0 0,0 0,0 0,0 0,-1 0,1 0,0-1,0 1,0 0,0-1,7-10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22.0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0,'32'0,"33"0,31 2,23 4,15 4,-15 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22.9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240 618,'-15'0,"0"1,0 1,1 0,-1 1,1 1,-1 0,1 1,-12 6,19-8,1 0,0 0,0 1,0 0,0 0,1 0,-1 1,1 0,0 0,1 0,-1 1,1-1,0 1,1 0,-1 0,1 0,0 1,1-1,-2 5,3-8,1 0,-1 0,1 0,0 0,0 0,0 0,0 0,0 0,1-1,-1 1,1 0,0 0,0 0,0 0,0 0,0-1,1 1,-1 0,1-1,0 0,-1 1,1-1,0 0,1 0,-1 0,0 0,1 0,-1 0,1-1,-1 1,1-1,0 1,4 1,0-1,0 1,0-1,0-1,0 1,0-1,0 0,1-1,-1 1,0-2,0 1,1-1,-1 0,2-1,0-1,0 1,0-2,0 1,-1-1,0-1,0 1,0-2,0 1,-1-1,0 0,0 0,0-1,-1 0,0 0,-1 0,1-1,-1 0,-1 0,1 0,-2-1,1 0,-1 1,0-1,-1 0,0 0,0-1,-1 1,-1 0,1-1,-1-5,-9-10,8 25,1 0,-1-1,1 1,-1 0,1 0,-1 0,1 0,-1 0,1 0,-1 0,1 0,-1 0,0 0,1 0,-1 1,1-1,-1 0,1 0,0 0,-1 1,1-1,-1 0,1 0,-1 1,1-1,0 1,-1-1,1 0,-1 1,1-1,0 1,0-1,-1 0,1 1,0-1,0 1,-1-1,1 1,0-1,0 1,0 0,0-1,0 1,0-1,0 1,0-1,0 1,-4 12,0-1,1 1,1 0,0 0,1 1,0-1,1 0,0 0,1 1,1-1,0 0,1 0,0 0,2 3,-1-8,0 1,0-1,1 0,0-1,0 1,0-1,1 0,1 0,-1-1,1 0,0 0,0 0,1-1,-1 0,3 0,-5-2,-1-1,1 0,0 0,-1 0,1 0,0-1,0 0,0 0,1 0,-1-1,0 0,0 0,0 0,0 0,0-1,0 0,0 0,0-1,0 1,0-1,0 0,-1 0,1 0,-1-1,1 0,-1 0,2-2,4-8,0 0,-1-1,-1-1,0 1,-1-1,-1-1,-1 1,0-1,0 0,-2 0,0 0,-1-1,0 1,-2-1,0 1,-1-6,2 7,10-613,-16 825,0-85,4 0,11 74,14-54,-24-132,1 0,-1 0,0 0,1 1,-1-1,1 0,-1 0,1 0,-1 0,0 0,1 0,-1 0,1 0,-1 0,1 0,-1 0,1 0,-1 0,1 0,-1 0,1 0,-1 0,0-1,1 1,-1 0,1 0,-1-1,0 1,1 0,-1-1,0 1,1 0,-1-1,0 1,1 0,-1-1,0 1,0 0,1-1,-1 1,0-1,0 1,0-1,0 1,0-1,0 1,0-1,0 1,0-1,7-6,1 2,1 0,-1 0,1 1,0 1,0-1,0 2,0-1,1 1,-1 0,1 1,-1 0,1 1,-1 0,1 0,0 1,-1 1,1-1,-1 1,0 1,0 0,1 0,2 2,-4-2,0 1,0-1,0 1,-1 1,1-1,-1 1,0 0,0 1,-1 0,0 0,0 0,0 1,-1 0,0 0,0 0,-1 1,0 0,0 0,-1 0,0 0,2 6,-5-12,0-1,0 1,0-1,0 1,0-1,0 1,0-1,0 1,-1-1,1 0,0 1,-1-1,1 1,-1-1,0 0,1 1,-1-1,0 0,0 0,0 0,0 1,0-1,0 0,0 0,0-1,-1 1,1 0,0 0,0 0,-1-1,1 1,0-1,-1 1,1-1,-1 1,1-1,-1 0,1 0,-58-8,55 6,-1-1,1 0,1-1,-1 1,0-1,1 0,0 0,0 0,0 0,0 0,1-1,-1 1,1-1,1 1,-1-1,0 0,1 0,0 0,0 0,1 0,-1 0,1 0,0 0,0 0,1 0,0 0,0 0,0 0,0 0,1 0,0 0,0 1,0-1,0 1,1-1,0 1,-1 0,2 0,-1 0,0 0,1 1,0-1,0 1,2-1,5-4,1 0,-1 0,2 2,-1-1,1 2,0 0,0 0,1 1,0 1,-1 0,1 1,0 0,0 1,12 1,-22 0,0 0,0 0,1 1,-1-1,0 1,0 0,0 0,-1 0,1 1,0-1,0 1,-1 0,1 0,-1 0,1 1,-1-1,0 1,0 0,0 0,-1 0,1 0,-1 0,1 1,-1-1,0 1,0-1,-1 1,1 0,-1 0,0 0,0-1,0 2,4 32,11 34,-14-69,0 0,0 0,0-1,0 1,0-1,0 0,1 1,-1-1,0 0,1 0,-1-1,1 1,-1 0,1-1,-1 0,1 1,0-1,-1 0,1 0,-1-1,1 1,-1 0,1-1,0 0,-1 1,0-1,1 0,-1 0,0-1,1 1,-1 0,0-1,1 0,16-11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23.6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1 519,'6'6,"1"0,0 0,0-1,1 0,-1 0,1-1,0 0,1 0,-1-1,1 0,-1-1,1 0,0 0,0-1,2 0,-1 1,11 4,0-2,0 0,0-2,1 0,0-1,-1-1,1-1,-1-1,1-1,-1-1,0-1,0 0,-1-2,0-1,0 0,0-1,9-7,-14 6,-1-1,0-1,-1 0,0-1,-1 0,0-1,-1 0,-1-1,0 0,-2-1,1 0,-2 0,0-1,-1 0,0 0,-2 0,0-1,-1 0,0 0,-2 1,0-1,-1 0,-1 0,-1-6,2 17,-1 1,0 0,0 0,0 0,-1 0,0 0,0 1,0-1,-1 0,0 1,0-1,0 1,-1 0,1 0,-1 1,0-1,-1 1,1 0,-1 0,0 0,0 0,0 1,-1 0,1 0,-1 1,1-1,-1 1,0 0,0 1,-2-1,0 2,0 0,1 0,-1 1,0 0,1 1,-1-1,1 2,0-1,-1 1,1 0,0 0,1 1,-1 0,1 0,-1 0,1 1,0 0,1 0,-6 7,-1 1,0 2,1-1,1 1,0 1,1 0,1 0,-7 18,5 3,1 0,2 0,2 1,1 0,2 0,2 0,1 0,2 0,1 0,3-1,0 0,3 0,1 0,2-1,1-1,1 0,15 21,-24-44,47 71,-51-80,1 0,0 0,0 0,0 0,0-1,1 1,-1-1,1 0,-1 0,1 0,0-1,0 1,0-1,0 0,0 0,0 0,0 0,0-1,0 0,0 0,0 0,1 0,13-5,-1-1,1-1,-2 0,1-1,-1-1,0 0,-1-1,0-1,-1 0,1-2,-6 6,86-71,-68 66,-20 35,-13 15,-3 75,10-108,-1 0,1-1,0 1,1 0,-1-1,1 1,0-1,0 0,0 1,1-1,-1 0,1 0,0-1,0 1,1-1,-1 1,1-1,-1 0,1 0,0-1,0 1,3 1,0-1,1 0,0 0,0-1,0 0,0 0,0-1,0 0,0 0,0-1,4 0,16-2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8:23.8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 4,'-13'-3,"-6"3,2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9:17.7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31,'266'-6,"-226"5,-26 1,0-1,0 0,0 0,0-1,-1-1,1 0,7-4,-11 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9:18.7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1,'5'0,"5"0,7 0,8 0,10 0,8 0,7 0,6 0,-1 0,-5 0,-7 0,-8 0,-12 0,-13 0,-9 0,-9 0,-1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9:20.1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6,'5'0,"5"0,9 3,7 0,9 0,9-1,7 0,3-3,0-2,-2 0,-9 1,-6 0,-8 1,-8-2,-8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0:10.0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1231 214,'11'14,"-6"7,-1 1,-1-1,0 0,-2 1,-1-1,0 6,0 6,0-18,3 36,-3 0,-1-1,-3 1,-2-1,-3 0,-13 48,20-92,0 0,0 0,-1 0,1-1,-1 1,0-1,-1 0,1 0,-1 0,0 0,0 0,-1-1,1 0,-1 0,0 0,0 0,-1-1,1 0,0 0,-1-1,0 1,0-1,0 0,0-1,0 1,-4-1,-24 0,0-1,0-2,0-1,1-1,-1-3,1 0,-19-8,-69-14,-44-1,-1 7,-48 4,133 16,79 2,1-1,0 0,-1 1,1-1,0 0,0 0,0 0,0 0,0 0,1 0,-1 0,1 0,-1 0,1 0,0 0,0 0,0 0,0 0,0 0,0-1,0 1,1 0,-1 0,2-2,-2-5,3-90,-5 1,-5 0,-13-65,-4-35,24 195,0 1,0-1,1 1,-1-1,1 1,0-1,0 1,0-1,0 1,0 0,0-1,1 1,-1 0,1 0,-1 0,1 0,0 0,0 0,0 1,0-1,0 0,0 1,0 0,1 0,-1-1,0 1,1 0,-1 1,77-17,-66 16,43-4,1 3,0 2,0 2,0 3,0 3,5 3,131 22,0-7,108-4,-212-15,-87-6,0 1,0 0,0 0,0 0,-1 0,1 0,-1 0,0 0,1 1,-1-1,0 0,0 1,0-1,-1 1,1-1,-1 1,1-1,-1 1,0-1,0 1,0 0,0-1,0 1,-1-1,1 1,-1-1,0 1,0-1,0 1,0 0,-1 12,-6 51,-3-1,-3 0,-3 1,-4 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0:13.2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991 250,'-21'-19,"0"2,-1 0,0 1,-1 2,-1 0,-1 2,1 0,-2 2,0 1,0 1,0 1,-1 1,0 1,0 2,-1 1,-1 1,11 3,1 0,-1 2,1 0,0 1,0 1,1 0,0 2,0-1,0 2,1 0,0 1,1 1,-1 1,-15 13,2 2,1 0,1 2,2 1,-11 18,12-15,1 1,3 1,0 1,3 1,0 1,3 0,1 0,2 1,-1 14,8-33,0 0,2 0,0 0,1 1,1-1,1 0,1 0,0 0,2 0,0 0,1-1,1 0,1 0,1-1,0 0,1 0,1-1,1-1,5 6,2-3,0-1,1-1,1 0,1-2,0-1,1 0,0-2,1 0,0-2,1-1,0 0,1-2,-1-1,1-1,1-2,-1 0,0-2,1 0,-1-2,1-1,-1-1,0-2,0 0,0-2,-1-1,0 0,0-2,-1-1,-1-1,6-5,-3-1,-2-1,-1-1,0-2,-1 0,-2-1,0-1,-2-1,0-1,-2 0,12-27,-6 7,-3 0,-2-1,-2-1,-2 0,-3-1,2-21,-8 38,-1 1,-1-1,-2 1,-1-1,-2 1,-1-1,-1 1,-6-15,6 29,0 1,-2-1,1 2,-2-1,0 1,-1 0,-1 1,0 0,0 0,-2 1,0 1,0 0,-1 0,0 1,-1 1,-5-3,1 4,0-1,-1 2,0 1,0 0,0 1,-1 1,0 1,0 1,0 1,-1 0,1 2,0 0,-1 1,1 1,-20 5,-3 3,0 2,0 1,1 3,1 1,1 2,-27 18,-61 41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0:18.1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1404 378,'0'-4,"1"-3,-1 0,1 0,-1 1,-1-1,0 0,0 1,0-1,0 0,-1 1,0 0,-1-1,1 1,-1 0,0 0,-1 0,1 1,-4-4,-11-7,0 1,-1 1,0 1,-1 0,0 2,-1 0,-19-6,24 10,-47-20,-2 4,-1 2,-1 2,0 4,-1 3,0 3,-1 3,-62 2,111 2,1 2,-1 0,0 1,0 1,0 1,0 1,1 0,0 2,0 0,0 1,1 1,0 0,0 2,1 0,0 1,1 1,0 0,1 1,1 1,-9 9,5 7,0 1,2 0,1 1,2 1,1 0,1 1,-2 18,10-42,0 1,0 0,1 0,1 0,0 0,0 0,1 0,1 0,-1 1,2-1,0 0,0 0,1-1,0 1,1-1,0 1,1-1,0 0,3 3,13 11,1 0,1-2,1-1,1 0,1-2,1-1,0-1,1-1,1-2,1-1,0-1,8 1,31 10,0-2,2-4,0-3,0-3,1-3,1-3,-1-3,1-3,-1-4,1-3,-52 6,0-1,0 0,0-2,-1 0,1-2,-1 0,-1-1,0-1,0-1,0 0,-1-2,-1 0,0-1,-1 0,0-2,-1 0,4-6,0-2,-2 0,0-1,-1-2,-2 1,0-2,-2 1,-1-2,-1 0,-2 0,0 0,-2-1,-1 0,0-20,-5 41,1 0,-2 0,1-1,-1 1,0 0,-1 0,0 0,0 0,-1 0,0 0,0 1,-1-1,0 1,0 0,-1 0,0 1,0-1,0 1,-1 0,0 0,0 1,-1 0,0 0,1 0,-2 1,1 0,0 0,-1 1,0 0,-1 0,-48-12,54 11,1-1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49:53.7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1305 468,'-19'-13,"1"0,-2 1,0 1,0 1,-1 1,0 1,0 0,-1 2,0 0,0 2,0 0,-1 1,-276 3,246 7,-1 2,1 2,0 3,1 2,1 2,0 2,2 3,1 2,-26 18,61-38,0 1,0 1,1 0,0 1,0 0,1 1,0 0,0 1,1 0,0 0,1 1,1 1,-1-1,2 1,0 1,0-1,-4 12,7 6,0 0,2 0,2 0,0 0,3 10,-2-22,2 33,3 0,2-1,2 0,2 0,3-1,1-1,3-1,2 0,1-1,28 40,-26-54,0-1,2-2,1 0,1-2,2-1,0-1,2-2,1-1,0-1,2-2,0-2,1-1,0-2,2-1,-1-2,1-1,25 1,9 1,0-4,0-2,0-4,1-3,-1-3,0-4,0-2,41-13,-80 14,0-1,0-2,-1-1,0-1,-1-2,-1-1,-1-2,0-1,-1 0,-2-3,0 0,-1-1,-1-2,16-23,-27 30,-2-1,0 0,0 0,-2-1,-1-1,-1 1,0-2,-2 1,0 0,-2-1,0 0,-2 0,0 0,-2 0,0 1,-3-9,-5-25,-3 1,-1 1,-4 0,-1 0,-3 2,-5-5,-16-32,-3 2,-4 2,-3 2,-5 2,-10-6,45 60,-1 0,-1 2,-2 0,0 2,-1 1,-2 1,0 2,-1 0,-1 2,0 2,-2 1,-30-10,19 15,0 2,-1 1,1 3,-1 1,0 2,0 3,0 1,-8 4,-164 28</inkml:trace>
  <inkml:trace contextRef="#ctx0" brushRef="#br0" timeOffset="28294.95">1465 722,'-17'35,"5"-4,0-1,-2-1,-2 0,-7 10,-16 29,-83 192,-58 185,124-296,6 2,6 3,6 73,24-185,10-50,3-2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0:32.8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0 108,'0'0</inkml:trace>
  <inkml:trace contextRef="#ctx0" brushRef="#br0" timeOffset="359.904">0 108,'3'1,"-1"1,0-1,0 0,0 0,1-1,-1 1,0 0,1-1,-1 1,1-1,-1 0,0 0,1 0,-1 0,1 0,-1-1,1 1,-1-1,0 1,2-2,3 1,534-109,-535 109,-21 7,9 13,9-8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0:33.8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1 108,'0'-2,"4"-1,9-2,14-3,13-1,11-3,11-1,6 0,0-1,-4 3,-8 2,-17 4,-19 2,-19 4,-11 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0:36.8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92,'16'-4,"12"-4,8-1,5-1,2 1,-4 0,-4 2,-5 1,-9 3,-7-1,-6-3,-4-1,-4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0:44.3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0:29.6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1105 1573,'-12'-22,"7"14,1 0,-1 0,2-1,-1 1,1-1,0 1,1-1,0 0,1 0,-1-1,1-7,3-10,-8-78,1 89,0 0,-1 0,-1 0,0 1,-1 0,-1 1,0-1,-1 1,0 1,-1 0,-1 1,0 0,0 1,-1 0,-1 1,0 0,0 1,-1 1,-12-5,-47-18,-1 4,-1 3,-19-1,78 22,0 0,0 1,-1 0,1 2,0 0,0 0,-1 2,1 0,0 1,1 1,-1 1,-15 6,16-7,0 2,0 0,0 0,1 2,0 0,0 1,1 0,0 1,0 1,2 0,-1 1,1 0,1 1,0 0,1 1,0 0,1 0,1 1,-2 7,5-7,1 1,0 0,1-1,1 2,1-1,0 0,1 0,1 0,0 0,1 0,1 0,1 0,0 0,1-1,0 0,2 0,-1 0,2-1,0 0,1 0,2 2,18 24,1-2,3-1,1-1,1-2,2-1,1-2,9 3,-28-20,1-1,1-1,-1-1,2-1,0 0,0-2,0-1,1 0,0-2,1-1,19 2,-14-4,1 0,-1-2,0-1,0-1,25-6,-44 6,1-1,-1 0,0 0,0-1,0 0,-1-1,0 0,0 0,0-1,0 0,-1-1,0 0,0 0,-1-1,0 0,0 0,4-7,-1-6,0 0,-1 0,-1 0,0-1,-2 0,-1-1,-1 0,-1 1,-1-1,0 0,-3-21,3 21,0 17</inkml:trace>
  <inkml:trace contextRef="#ctx0" brushRef="#br0" timeOffset="17356.129">1184 411,'-1'-14,"-1"0,0 1,-1-1,-1 1,0 0,-1 0,0 0,-1 0,0 1,-1 0,-1 1,0-1,0 1,-1 1,-2-1,-13-9,-1 1,0 1,-2 1,0 2,-1 0,0 2,-1 1,-1 2,0 0,0 3,0 0,-1 2,0 1,-1 1,1 2,-13 1,19 1,0 1,-1 1,1 1,0 1,0 2,1 0,0 1,0 2,1 0,0 2,1 0,0 1,1 2,1 0,-8 8,20-14,0 0,0 0,1 1,0 0,1 0,0 1,1-1,0 1,0 1,1-1,1 1,0-1,1 1,0 0,0 0,1 0,1 0,0 0,1 0,0 0,1 0,0 0,1 0,0-1,1 1,0-1,1 0,1 0,-1 0,1-1,1 0,6 7,8 7,2-2,0 0,2-2,0 0,1-2,1-1,1-1,0-1,1-2,1-1,0-1,0-1,1-2,0-1,1-2,0-1,-1-1,1-2,25-2,-42 2,0-1,1-1,-1 0,0-1,0-1,-1 0,1-1,-1-1,1 0,-1-1,-1 0,1-1,-1-1,0 0,-1-1,0 0,0-1,-1 0,-1-1,1 0,-2 0,6-10,-6 6,-1-1,0-1,-2 1,0-1,0 0,-2-1,0 1,-1-1,-1 0,-1 0,0 1,-1-1,-1 0,-1 0,-1 0,0 0,-1 1,-1 0,0 0,-2 0,0 0,0 1,-2 0,0 1,-1 0,0 0,-1 1,-1 1,0 0,-1 0,0 1,-1 1,0 0,-5-2,-7 0,-1 0,0 2,-1 1,0 1,0 1,-1 2,-8-1,-86-11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0:40.1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1095 390,'-1'-13,"-1"0,-1 0,0 0,-1 0,0 0,-1 1,0 0,-1 0,0 1,-1-1,0 1,-1 1,-1-1,1 1,-7-5,-16-7,-1 1,-1 2,-1 1,0 1,-1 2,-1 2,0 1,-1 2,-1 1,35 8,-31-9,0 1,-1 2,0 2,0 1,0 1,0 2,0 2,-15 2,29 2,1 0,0 2,0 0,1 1,0 1,0 1,1 0,0 2,1 0,0 1,1 0,0 2,2 0,-12 14,21-24,1 0,-1 1,1 0,1-1,-1 1,1 1,0-1,0 0,1 1,0-1,0 1,0 0,1 0,0-1,1 1,-1 0,1 0,0 0,1 0,0 0,0 0,1-1,-1 1,1 0,1-1,-1 1,1-1,0 0,1 0,1 2,21 29,2-1,2-1,1-1,2-2,22 17,-23-21,2 5,2-2,1-2,31 18,-48-38,0-2,0 0,0-1,1-1,-1-1,1-1,0-1,0-1,1 0,-1-2,8-1,2 1,-29 1,7 2,1-1,0-1,0 1,0-2,0 1,-1-1,1-1,0 0,-1 0,1-1,-1 0,0-1,0 0,0 0,0-1,-1 0,0 0,0-1,0 0,-1-1,0 0,2-3,3-14,-2-1,-1 0,-1-1,-1 0,-1 0,-1-1,-2 1,0-1,-2-15,3-216,-4 256,0 0,0-1,0 1,0 0,0 0,0 0,0 0,-1 0,1 0,-1 0,1 0,-1 1,0-1,0 0,0 0,0 0,0 1,0-1,0 0,-1 1,1-1,0 1,-1 0,0-1,1 1,-1 0,0 0,1 0,-1 0,0 0,0 0,0 1,0-1,0 1,0-1,-1 1,-26-2,-2 1</inkml:trace>
  <inkml:trace contextRef="#ctx0" brushRef="#br0" timeOffset="2501.056">1041 1326,'2'-6,"0"1,0 0,-1-1,0 1,0-1,0 0,-1 1,0-1,0 1,0-1,-1 0,1 1,-1-1,-1 1,1-1,-1 1,0 0,0 0,-1 0,1 0,-1 0,0 0,-1 1,1-1,-1 1,-2-2,-6-5,-1 0,0 1,0 1,-1 0,0 1,-1 1,1 0,-2 1,1 0,-1 2,1-1,-17-1,-20-1,-1 1,-1 4,-14 1,49-1,1 1,0 0,-1 1,1 1,-1 1,1 1,0 0,0 2,1 0,-1 0,1 2,0 0,0 1,1 1,0 0,1 2,-8 6,14-6,0 0,2 1,0 0,0 1,1-1,0 1,1 0,1 1,0-1,0 1,2 0,0 0,0 0,1 0,1 0,1 0,0 0,0 0,2 0,-1 0,2 0,0-1,0 0,2 0,-1 0,2 0,0-1,0 0,1 0,0-1,1 0,0 0,1-1,0-1,1 1,10 6,2-3,1 0,0-1,1-2,0 0,0-1,1-2,0-1,1-1,-1-1,1-1,0-2,0 0,0-2,0-1,22-5,-33 6,0-1,0-1,0-1,-1 0,0-1,0 0,0-1,0-1,-1-1,0 0,-1 0,0-2,0 1,-1-2,0 0,-1 0,0-1,-1 0,0-1,-1 0,0 0,-1-1,-1-1,2-5,-4 7,-2-1,1 0,-2 0,0-1,-1 1,0-1,-1 1,0 0,-2-1,1 1,-2 0,0-1,-1 2,0-1,-1 0,0 1,-1 0,-1 0,0 0,-1 1,0 0,-1 1,0 0,-1 0,0 1,0 0,-1 1,-1 0,-1-1,-24-12,-2 0,1 3,-2 1,-1 2,0 2,-1 2,-19-3,-74-18</inkml:trace>
  <inkml:trace contextRef="#ctx0" brushRef="#br0" timeOffset="10695.564">226 497,'0'-7,"2"-2,1 3,0 6,-1 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1:20.2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0 636,'23'-11,"20"-9,-1-2,-1-1,-1-2,-1-2,-1-1,19-21,-52 45,-2 2,-1-1,1 1,0 0,-1-1,0 0,1 1,-1-1,0 0,-1 0,1 0,0-1,-1 1,0 0,0 0,0-1,0 1,0-1,0 0,-2 3,0 0,0 0,0 0,0 0,0 0,-1 0,1 1,0-1,0 0,0 1,-1-1,1 1,0-1,-1 1,1 0,0 0,-1-1,1 1,0 0,-1 0,1 0,0 1,-1-1,1 0,0 0,-1 1,1-1,0 1,0-1,-1 1,1-1,0 1,0 0,0 0,0 0,0-1,-1 2,-5 3,0 0,1 1,0 0,-1 0,2 1,-1-1,1 1,0 1,0-1,1 1,0-1,1 1,-1 1,2-1,-1 0,1 1,0-1,1 1,0-1,0 1,1 0,0 0,1-1,-1 1,2 0,-1-1,1 1,1-1,-1 0,2 1,-1-1,1-1,0 1,0 0,1-1,2 2,4 5,0-1,1-1,0 0,1-1,0 0,1-1,0 0,1-1,0-1,0 0,1-1,0-1,0-1,0 0,1-1,12 2,14-1</inkml:trace>
  <inkml:trace contextRef="#ctx0" brushRef="#br0" timeOffset="267.922">603 408,'6'23,"10"19,11 11,7 8,8 1,1-4,-3-7,-5-10,-7-9,-8-11</inkml:trace>
  <inkml:trace contextRef="#ctx0" brushRef="#br0" timeOffset="567.939">856 476,'-22'0,"-20"2,-11 8,-8 9,-1 10,9 11,12 9,14 4,12-6</inkml:trace>
  <inkml:trace contextRef="#ctx0" brushRef="#br0" timeOffset="833.878">1324 582,'-6'-2,"0"0,-1 0,1 1,0 0,-1 0,1 1,-1-1,1 1,-1 1,1-1,-1 1,1 0,-1 1,1-1,0 1,0 1,0-1,0 1,0 0,0 0,1 1,0 0,-1 0,1 0,1 0,-1 1,1 0,-1 0,1 0,1 0,-1 1,1-1,0 1,0 0,1 0,0 0,0 1,0-1,1 0,-1 1,2-1,0 0,0 0,1 0,-1 0,1 0,1 0,-1 0,1 0,0-1,0 1,1-1,-1 1,1-1,1 0,-1 0,1 0,-1 0,1-1,1 0,-1 0,1 0,-1 0,1 0,0-1,1 0,-1 0,0-1,6 3,1 0,1-1,0 0,0-1,0 0,0-1,0 0,1-1,-1-1,0 0,1 0,-1-2,10-1,-13 1,0-1,0 0,-1 0,1-1,-1 0,0 0,0-1,0 0,-1-1,0 0,0 0,0-1,-1 0,0 0,-1-1,1 0,-1 0,-1-1,1 1,-2-1,3-5,2-7,-2-1,0 1,-1-1,-1-1,0-7,-7 21,-3 25,1-1,0-1,2 1,0 0,1 0,0-1,1 1,1 0,0 0,1 0,0 0,2-1,0 1,0-1,1 0,3 5,3 0</inkml:trace>
  <inkml:trace contextRef="#ctx0" brushRef="#br0" timeOffset="1116.042">1645 275,'5'-2,"10"-1,3 0</inkml:trace>
  <inkml:trace contextRef="#ctx0" brushRef="#br0" timeOffset="1400.605">2060 88,'-12'23,"-3"18,1 19,2 15,6 10,6 7,3 2,2-5,-2-5,1-11,-5-10,-2-12,-7-12,-3-10,-2-11,1-10,4-6</inkml:trace>
  <inkml:trace contextRef="#ctx0" brushRef="#br0" timeOffset="2123.368">1832 623,'13'-6,"0"0,1 1,-1 1,1 0,-1 1,1 0,0 2,1-1,-1 2,0-1,0 2,0 0,0 1,6 2,-18-4,278 47,-209-23,-70-23,-1 0,1 0,-1 0,1 0,-1 0,0 0,0 0,0 0,0 0,1 0,-1 0,0 0,-1 0,1 0,0 1,0-1,0 0,-1 0,1 0,0 0,-1 0,1 0,-1 0,0-1,1 1,-1 0,0 0,1 0,-1 0,0-1,0 1,1 0,-1-1,0 1,0-1,0 1,0-1,0 1,0-1,0 0,0 1,0-1,0 0,0 0,0 0,0 0,-1 0,1 0,0 0,-2 2,-16 6,9-5,0 1,0 0,0 0,1 1,0 1,0-1,0 1,1 1,0 0,0 0,1 0,0 1,0 0,1 1,-1-1,2 2,4-9,0 1,0 0,1 0,-1 0,1 0,0 0,-1 0,1 0,0 0,0 0,0 0,0 0,1 0,-1 0,0 0,1 0,-1 0,1-1,0 1,0 0,0 0,0 0,0-1,0 1,0-1,0 1,1-1,-1 1,1-1,-1 0,1 1,-1-1,1 0,0 0,0 0,1 0,72 19,-66-19,0-1,0 0,0 0,0-1,0 0,0 0,-1-1,1-1,0 1,-1-1,0-1,1 1,-1-2,-1 1,1-1,-1 0,1 0,2-4,-4 1,-18 22,10-8,0 0,0 0,0 0,0 0,1 0,0 1,0-1,1 0,0 1,0-1,0 1,2 4,-2-9,0 0,1 0,-1 1,1-1,0 0,-1 0,1 0,0 0,0 0,1 0,-1 0,0-1,1 1,-1 0,1 0,-1-1,1 1,0-1,-1 0,1 1,0-1,0 0,0 0,0 0,0-1,0 1,1 0,-1-1,0 1,0-1,0 0,1 0,-1 1,0-2,0 1,1 0,1-1,4-2,0 0,1-1,-1-1,0 1,-1-1,1 0,-1-1,0 0,-1 0,1-1,-1 1,0-1,-1-1,0 1,0-1,-1 0,1 0,-2 0,1-1,-1 1,1-8,38-95,-6-2,-5-2,-4-1,5-76,-26 157,3-97,-8 131,-1 0,0 0,0 0,0 0,0 0,0 0,0 0,-1 0,1 0,0 0,0 0,-1 0,1 1,-1-1,1 0,0 0,-1 0,0 0,1 1,-1-1,0 0,1 0,-1 1,0-1,1 0,-1 1,0-1,0 1,0-1,0 1,0 0,0-1,0 1,0 0,0 0,1-1,-1 1,0 0,0 0,0 0,0 0,0 0,0 0,-37 26,26-7,0 1,1 1,1-1,1 2,1-1,1 1,1 1,1-1,0 1,2 0,0 19,-6 96,5-1,7 6,-2-128,-2 9,2 1,1-1,0 0,2 0,1 0,1 0,4 9,-9-31,0 1,0-1,0 0,0 0,0 0,1 0,-1 0,1 0,-1 0,1 0,0 0,0-1,0 1,0-1,0 0,0 1,0-1,0 0,0 0,1 0,-1-1,0 1,1 0,-1-1,1 0,-1 1,1-1,-1 0,0 0,1 0,-1-1,1 1,-1-1,1 1,-1-1,0 0,1 0,77-50,-54 25,-2-1,0-1,-2-1,14-26,-32 48,-9 12,-9 12,7-8,1-1,0 2,1-1,0 0,1 1,0 0,0 0,1 0,1 1,-1-1,2 1,-1 0,2-1,-1 3,2-10,0 1,1-1,-1 0,1 0,-1 0,1 1,0-2,0 1,1 0,-1 0,0-1,1 1,0-1,-1 0,1 0,0 0,0 0,0 0,1 0,-1-1,0 0,1 0,-1 0,1 0,-1 0,1-1,-1 1,1-1,-1 0,1 0,2 0,28 0</inkml:trace>
  <inkml:trace contextRef="#ctx0" brushRef="#br0" timeOffset="2400.46">3182 730</inkml:trace>
  <inkml:trace contextRef="#ctx0" brushRef="#br0" timeOffset="2599.774">2581 315,'23'3,"23"4,22 7,18 2,10 4,-12-2</inkml:trace>
  <inkml:trace contextRef="#ctx0" brushRef="#br0" timeOffset="2600.774">3410 689,'-7'19,"-4"12,-1 8,0 4,2 1,2-1,3-7,4-6,5-7,7-7,0-6</inkml:trace>
  <inkml:trace contextRef="#ctx0" brushRef="#br0" timeOffset="2781.253">3463 382,'0'0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3T06:51:13.9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5968 1206,'-440'13,"-484"31,775-35,24 1,1 6,0 5,-661 161,605-129,3 8,3 8,-62 39,126-52,2 6,3 4,3 4,2 6,-118 85,205-150,0 0,1 1,0 1,1 0,0 1,1 0,1 1,0 0,-6 14,-109 202,102-192,1 1,1 1,3 1,2 1,1 0,-1 16,-136 427,127-357,16-218,3 55</inkml:trace>
  <inkml:trace contextRef="#ctx0" brushRef="#br0" timeOffset="698.252">461 2195,'-87'-52,"87"52,-1 0,1-1,-1 1,1-1,-1 1,0 0,1-1,-1 1,1 0,-1 0,0 0,1-1,-1 1,0 0,1 0,-1 0,0 0,1 0,-1 0,0 0,1 0,-1 1,0-1,1 0,-1 0,0 0,1 1,-1-1,1 0,-1 1,1-1,-1 1,0-1,1 0,-1 1,1-1,0 1,-1-1,1 1,-1 0,1-1,0 1,0-1,-1 1,1 0,0-1,0 1,-1 0,6 36,7-12,2-1,1 0,0-1,2 0,0-1,2-1,0-1,2-1,0 0,0-2,4 1,19 20,2-2,-3 3,-1 1,-2 2,-2 2,-1 1,-3 2,-2 1,-2 2,3 11,-7 7,-4 2,-3 0,-3 1,-3 1,-3 0,-4 1,-2 50,-5-19,-8-93,0-32,-1-30,6 23</inkml:trace>
  <inkml:trace contextRef="#ctx0" brushRef="#br0" timeOffset="2117.902">6 858,'-2'5,"-1"5,2 11,4 11,6 13,6 15,7 18,6 16,6 17,6 17,3 14,4 13,-1 6,0 2,-3-9,-5-15,-9-31</inkml:trace>
  <inkml:trace contextRef="#ctx0" brushRef="#br0" timeOffset="3923.697">1530 403,'-71'63,"70"-63,0 0,0 1,0-1,0 0,0 0,0 0,0 0,0 0,0 0,0 0,0 0,0-1,0 1,0 0,0-1,0 1,0-1,0 1,0-1,0 1,0-1,1 1,-1-1,0 0,0 0,1 1,-1-1,0 0,1 0,-1 0,1 0,-1 0,1 0,-1 0,1 0,0 0,-1 0,1 0,0 0,0 0,0 0,0 0,0 0,0 0,0 0,0 0,0 0,1 0,-1 0,0 0,1-1,-4-12,-1 4,0 1,0 0,0 0,-1 0,-1 1,1-1,-1 1,-1 1,0-1,0 1,0 0,-1 1,0 0,0 0,0 0,-1 1,0 1,0-1,0 1,-1 1,1 0,-1 0,0 1,0 0,0 1,0 0,0 0,0 1,0 1,0-1,0 2,-2 0,0 1,1 0,-1 1,1 1,0 0,0 1,0 0,1 0,0 1,0 0,1 1,0 0,0 1,1-1,0 2,0-1,1 1,1 0,-1 1,2 0,-1 0,2 0,-1 0,2 1,-2 5,2-7,0 1,1-1,0 1,1 0,1 0,-1-1,1 1,1 0,0 0,1 0,0-1,0 1,2-1,-1 1,1-1,0 0,1-1,0 1,1-1,0 0,0 0,1-1,0 1,1-1,-1-1,1 0,5 3,-2-3,0 0,1-1,0 0,0-1,0 0,1-1,0-1,-1 0,1 0,0-1,1-1,-1 0,0-1,0-1,0 0,0 0,0-1,4-2,10-3,-1-1,0-1,0-2,-1 0,-1-2,0 0,0-2,5-5,21-14,-49 34,0 1,0-1,-1 0,1 1,0-1,0 0,0 1,0-1,0 1,-1 0,1-1,0 1,-1 0,1-1,0 1,-1 0,1 0,-1-1,1 1,-1 0,1 0,-1 0,0 0,1 0,-1-1,0 1,0 0,0 0,0 0,0 0,0 0,0 0,0 0,0 0,0 0,0 0,0 0,-1 0,1 0,0 0,-1-1,1 2,-1 0,1 3,5 78,-4-81,0 1,-1-1,1 0,0 0,0 0,1 1,-1-1,0 0,1 0,-1-1,1 1,-1 0,1 0,0-1,0 1,0-1,0 0,0 1,0-1,0 0,0 0,0 0,1 0,-1-1,0 1,1-1,-1 1,0-1,1 0,-1 0,1 0,-1 0,1 0,2-1,0 0,0 0,1-1,-1 1,-1-1,1 0,0 0,0-1,-1 0,1 1,-1-1,0-1,0 1,0-1,0 1,-1-1,1 0,-1-1,0 1,0 0,-1-1,1 0,0-2,1-1,-1 1,0-1,0 0,-1 0,0 0,0-1,-1 1,0 0,-1-1,0 1,0 0,-1-1,0 1,-1-5,0 7,0 1,-1 0,0 0,0 0,0 0,0 1,-1-1,0 1,0 0,0 0,0 0,-1 0,1 1,-1 0,0 0,0 0,0 0,0 1,-1 0,1 0,-1 1,1-1,-1 1,0 0,1 1,-1-1,0 1,1 0,-1 1,0-1,0 1,1 0,-3 1,7-2,0 0,1 0,-1 0,0 0,1 0,-1 1,0-1,0 0,1 0,-1 0,0 1,1-1,-1 0,0 1,1-1,-1 0,1 1,-1-1,0 1,1-1,-1 1,1-1,0 1,-1 0,1-1,-1 1,1-1,0 1,-1 0,1 0,0-1,0 1,0 0,-1-1,1 1,0 0,0 0,26 15,-5-14,1-1,-1 0,1-2,-1 0,1-1,-1-2,0 0,0-1,0-1,-1-1,0-1,18-10,-14 9,-1-2,0-1,-1 0,-1-2,0 0,0-2,-2 0,0-1,-1-1,0-1,-2-1,0 0,-2-1,0 0,-1-1,-1-1,-1 0,-2 0,5-17,-12 33,0-1,-1 0,-1 0,1 0,-1 0,0 0,-1 0,0 0,0 0,-3-7,3 12,0 1,0-1,0 0,0 1,-1-1,1 1,-1-1,0 1,0-1,0 1,0 0,0 0,0 0,0 0,-1 1,1-1,-1 1,1-1,-1 1,0 0,1 0,-1 0,0 0,0 0,0 1,0-1,0 1,0 0,0 0,-2 0,-2 1,1 0,-1 0,0 1,1 0,-1 0,1 0,0 1,-1 0,1 1,1-1,-1 1,0 0,1 0,0 1,0-1,0 1,1 0,-3 5,-5 4,2 2,0-1,1 1,0 0,1 1,-1 8,0 0,2 0,0 1,2 0,1 0,2 0,0 1,1-1,2 0,1 1,1-1,1 0,1 0,1 0,2-1,0 0,2-1,0 1,2-2,3 4,-13-21,1-1,1 1,-1 0,1-1,0 0,0 0,0 0,1 0,0-1,0 0,0 0,0 0,1 0,0-1,-1 0,1 0,0-1,1 1,-1-1,0-1,1 1,-1-1,1 0,-1-1,1 1,-1-1,1-1,1 1,9-5,-1-1,0-1,0 0,-1-1,1 0,-2-1,1-1,-2 0,1-1,-1-1,2-3,26-20,-54 72,12-35,-1 0,1 0,0 0,0 0,0 0,0 0,0 0,0 0,1 0,-1 0,1 0,-1 0,1 1,0-1,0 0,0 0,0 0,0 1,1-1,-1 0,1 0,-1 0,1 0,0 0,0 0,0 0,0 0,0 0,0 0,0 0,1 0,-1-1,1 1,-1-1,1 1,0-1,0 1,-1-1,1 0,0 0,0 0,1 0,5 0,-1-2,1 1,-1-1,1 0,-1 0,0-1,1 0,-1 0,0-1,-1 0,1 0,0-1,-1 0,0 0,0 0,0-1,0 0,-1 0,1 0,-1-1,-1 0,1 0,-1 0,3-6,-4 8,0 1,-1-1,0 0,0 0,0 0,-1 0,1 0,-1 0,0 0,0 0,0-1,-1 1,0 0,1 0,-1-1,-1 1,1 0,-1-1,1 1,-1 0,-1 0,1 0,0 0,-1 0,0 0,0 0,0 0,-1 1,1-1,-1 1,0 0,0-1,0 1,0 0,0 1,-3-3,1 2,-1 0,1 0,-1 0,0 1,0-1,0 1,0 1,0-1,-1 1,1 0,0 1,-1-1,1 1,0 0,-1 1,1 0,0 0,-1 0,1 1,0 0,0 0,0 0,0 1,1 0,-1 0,1 0,0 1,-1 0,2 0,-1 0,0 0,1 1,0 0,-1 2,-4 18</inkml:trace>
  <inkml:trace contextRef="#ctx0" brushRef="#br0" timeOffset="4726.725">3148 618,'-15'-16,"-1"1,0 1,-1 1,-1 0,0 1,-1 1,0 1,0 1,-1 0,-18-4,32 12,1 0,0 0,-1 0,1 1,-1 0,1 0,-1 1,1-1,-1 1,1 0,0 1,0-1,-1 1,1 0,0 1,1-1,-1 1,0 0,1 0,-1 0,1 1,0-1,0 1,1 0,-1 0,1 1,-1-1,2 1,-1-1,0 1,1 0,0 0,0 0,0 0,1 1,-1-1,2 0,-1 1,0 1,0 0,1 1,0-1,0 1,1-1,0 1,0-1,0 0,1 0,0 1,1-1,0 0,0-1,0 1,1-1,0 1,0-1,1 0,3 4,-4-6,-1 0,1-1,-1 1,1-1,1 0,-1 0,0 0,1-1,-1 0,1 1,-1-2,1 1,0 0,0-1,0 0,0 0,0-1,0 1,0-1,1 0,-1 0,0-1,0 0,0 1,0-2,0 1,3-2,-2 0,1 0,-1-1,0 1,-1-1,1-1,-1 1,0-1,0 0,0 0,0-1,-1 1,0-1,0 0,-1 0,0 0,0-1,0 1,0-3,24-122,-40 177,9-36,2 1,-1-1,2 1,-1 0,1-1,1 1,0 0,1 0,-1 0,2-1,0 1,0-1,1 1,0-1,1 0,0 0,1 0,3 4,-6-11,0-1,0 0,1 0,-1 0,1 0,-1 0,1-1,0 1,-1-1,1 0,0 1,0-1,0-1,0 1,0 0,1-1,-1 1,0-1,0 0,0 0,0 0,0-1,0 1,1-1,-1 1,0-1,0 0,0-1,-1 1,1 0,0-1,0 1,-1-1,3-2,4-2,0-1,-1 0,1-1,-1 0,-1 0,0-1,0 0,-1 0,2-4,0-3,-1 0,-1 0,-1-1,0 0,-1 0,-1-1,1-10,-3 19,-3 166,2-154,0 0,-1 0,1-1,1 1,-1 0,0 0,1 0,-1-1,1 1,0 0,0-1,0 1,0 0,1-1,-1 1,1-1,-1 0,1 1,0-1,0 0,0 0,0 0,0 0,0-1,1 1,-1-1,0 1,1-1,0 0,-1 0,1 0,0 0,-1 0,1 0,0-1,0 0,-1 1,3-1,4-4,0 0,0-1,-1 1,1-2,-1 1,0-1,-1 0,0-1,0 0,0 0,-1-1,0 1,0-1,-1-1,0 1,0-1,-1 0,0 0,-1 0,0 0,0-1,-1 1,0-1,-1 0,0 0,-2-24,1 34,0-1,0 1,0 0,0-1,0 1,0-1,0 1,0-1,0 1,0 0,-1-1,1 1,0-1,0 1,0 0,-1-1,1 1,0 0,0-1,-1 1,1 0,0-1,-1 1,1 0,0 0,-1-1,1 1,0 0,-1 0,1 0,-1-1,1 1,0 0,-1 0,1 0,-1 0,1 0,-1 0,1 0,0 0,-1 0,1 0,-1 0,1 0,-1 0,1 0,0 0,-1 1,1-1,-1 0,1 0,0 0,-1 1,1-1,0 0,-1 1,1-1,0 0,-1 0,1 1,0-1,0 1,-1-1,1 0,0 1,0-1,0 0,0 1,0-1,-1 1,-2 5,1-1,-1 1,1 0,0 0,0 0,1 1,0-1,0 0,1 1,-1-1,1 0,1 1,-1-1,1 0,0 1,0-1,1 0,0 0,0 0,0 0,1 0,0-1,0 1,1-1,-1 0,1 1,0-2,0 1,1 0,0-1,0 0,0 0,1 0,9 7,0-2,1 0,0 0,1-2,-1 0,1-1,1-1,-1 0,1-1,0-1,0-1,17 0,25 0</inkml:trace>
  <inkml:trace contextRef="#ctx0" brushRef="#br0" timeOffset="5059.269">4110 684,'1'-9,"1"5,-1-1,1 1,-1-1,0 1,-1-1,1 1,-1-1,0 1,0-1,0 1,-1-1,1 1,-1-1,0 1,-1-1,1 1,-1 0,0 0,0-1,0 1,0 1,-1-1,1 0,-1 0,0 1,0 0,-1 0,1 0,-1 0,-2-2,-1 4,0 0,0 0,-1 1,1 0,-1 0,1 0,0 1,0 0,-1 1,1-1,0 1,0 1,0 0,1 0,-1 0,1 0,-1 1,1 0,0 1,0-1,1 1,0 0,0 1,0-1,0 1,1 0,0 0,0 0,0 1,1-1,0 1,1 0,-3 6,4-10,0 0,-1 0,1 0,0 1,1-1,-1 0,1 0,-1 1,1-1,0 0,0 1,0-1,1 0,-1 0,1 1,0-1,0 0,0 0,0 0,0 0,1 0,0 0,-1 0,1 0,0-1,0 1,0-1,1 1,-1-1,1 0,-1 0,1 0,0 0,0 0,-1-1,1 1,0-1,1 0,-1 0,0 0,0 0,1 0,4-1,1 0,-1 0,0 0,1-1,-1 0,0-1,1 0,-1 0,0 0,0-1,-1-1,1 1,-1-1,1-1,-1 1,0-1,-1 0,1-1,-1 0,0 0,-1 0,1 0,-1-1,-1 0,1 0,-1-1,0 1,-1-1,0 1,0-1,0 0,-1-1,-1 1,1 0,-1-1,0-4,-5-13,4 26,0 1,0-1,0 0,0 1,0-1,0 0,0 0,0 1,0-1,0 0,0 1,0-1,0 0,0 1,0-1,-1 0,1 0,0 1,0-1,0 0,0 0,-1 1,1-1,0 0,0 0,0 1,-1-1,1 0,0 0,-1 0,1 0,0 0,0 1,-1-1,1 0,0 0,-1 0,1 0,0 0,0 0,-1 0,1 0,0 0,-1 0,1 0,0 0,-1 0,1 0,0 0,0 0,-1-1,1 1,0 0,-1 0,1 0,0 0,0-1,-1 1,1 0,0 0,0 0,0-1,-1 1,1 0,0 0,-2 4,1 0,0 0,0 1,0-1,1 1,-1-1,1 0,0 1,0-1,0 1,1-1,0 1,0-1,0 0,0 1,1-1,-1 0,1 0,0 0,1 0,-1 0,0-1,1 1,0-1,0 1,0-1,7 7,0-1,1 0,0 0,0-1,1-1,0 0,11 5,47 16,-2-6</inkml:trace>
  <inkml:trace contextRef="#ctx0" brushRef="#br0" timeOffset="5734.191">5406 605,'-6'-6,"-1"0,0 1,0 0,-1 0,0 1,0 0,0 0,0 1,0 0,-1 0,1 1,-1 1,0-1,0 1,1 0,-1 1,0 0,0 1,0 0,0 0,1 1,-1 0,1 0,-1 1,1 0,0 1,0-1,0 2,0-1,1 1,0 0,-3 3,3-1,1 1,0 0,0 0,1 0,0 0,0 1,1 0,0 0,0 0,1 1,1-1,-1 1,2-1,-1 1,1 0,1 5,-1-12,1-1,1 0,-1 1,0-1,1 0,-1 0,1 1,-1-1,1 0,0 0,0 0,0 0,0 0,0 0,1 0,-1 0,1 0,-1-1,1 1,0 0,-1-1,1 1,0-1,0 0,0 0,0 0,0 0,0 0,1 0,-1 0,0-1,0 1,1-1,-1 0,2 1,4-1,-1 0,1-1,-1 0,1 0,-1-1,1 0,-1 0,0 0,0-1,3-2,12-7,-1-2,-1-1,0-1,0 0,-2-1,0-1,-1-1,-1-1,-1 0,0-1,-2-1,0 0,-2 0,0-1,-2-1,-1 0,0 0,-2 0,-1-1,0 0,-2 0,-1-1,-2-17,1 41,0 0,-1 0,1 0,-1 0,0 0,0 0,0 0,0 0,0-1,0 1,0 0,-1 0,1 0,-1 0,1 0,-1 0,0 1,0-1,0 0,0 0,0 0,0 1,0-1,-1 1,1-1,-1 1,1-1,-1 1,1 0,-1 0,0 0,0 0,0 0,1 0,-1 0,-1 0,-2 3,1 0,0 0,1 0,-1 1,0-1,1 1,-1 0,1 0,0 0,0 1,0-1,0 1,-1 2,-7 9,1 1,1 0,0 0,1 1,1 0,0 1,1-1,1 1,1 0,1 1,0-1,1 1,1-1,1 1,0-1,2 1,0-1,1 1,1-1,1 0,0 0,1-1,1 1,1-1,0-1,1 1,1-2,9 12,-15-22,-1 0,1 0,0 0,0-1,1 1,-1-1,1 0,0-1,0 1,0-1,1 0,-1 0,1-1,0 1,0-1,-1-1,1 1,0-1,0 0,1 0,-1-1,0 0,0 0,0 0,0-1,0 0,0 0,0 0,0-1,0 0,0 0,0 0,1-2,8-8,-1-1,-1-1,0 0,-1 0,0-1,-1-1,-1 0,0-1,-2 0,0 0,0 0,1-9,9-32,-18 58,0-1,0 1,-1 0,1-1,0 1,0 0,-1 0,1 0,0-1,0 1,-1 0,1 0,0 0,0 0,-1-1,1 1,0 0,-1 0,1 0,0 0,-1 0,1 0,0 0,-1 0,1 0,0 0,-1 0,1 0,0 0,-1 0,1 0,0 0,0 0,-1 1,1-1,0 0,-1 0,1 0,0 0,0 1,-1-1,1 0,0 0,0 1,-1-1,1 0,0 0,0 1,0-1,0 0,0 1,-1-1,1 0,0 0,0 1,0-1,0 0,0 1,0-1,0 0,0 1,0-1,0 0,0 1,0-1,0 1,-4 6,1 0,-1 0,1 1,1 0,-1 0,1 0,1 0,-1 0,1 0,1 0,0 0,0 0,0 0,1 1,0-1,1 0,0 0,0 0,0-1,1 1,1-1,-1 1,1-1,0 0,1 0,0-1,0 1,0-1,1 0,-1 0,2-1,-1 0,0 0,2 0,62 38,3-8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24.01.2026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24.01.2026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67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4" Type="http://schemas.openxmlformats.org/officeDocument/2006/relationships/image" Target="../media/image90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.xml"/><Relationship Id="rId18" Type="http://schemas.openxmlformats.org/officeDocument/2006/relationships/image" Target="../media/image98.png"/><Relationship Id="rId26" Type="http://schemas.openxmlformats.org/officeDocument/2006/relationships/image" Target="../media/image102.png"/><Relationship Id="rId39" Type="http://schemas.openxmlformats.org/officeDocument/2006/relationships/customXml" Target="../ink/ink31.xml"/><Relationship Id="rId21" Type="http://schemas.openxmlformats.org/officeDocument/2006/relationships/customXml" Target="../ink/ink22.xml"/><Relationship Id="rId34" Type="http://schemas.openxmlformats.org/officeDocument/2006/relationships/image" Target="../media/image106.png"/><Relationship Id="rId42" Type="http://schemas.openxmlformats.org/officeDocument/2006/relationships/image" Target="../media/image110.png"/><Relationship Id="rId7" Type="http://schemas.openxmlformats.org/officeDocument/2006/relationships/customXml" Target="../ink/ink15.xml"/><Relationship Id="rId2" Type="http://schemas.openxmlformats.org/officeDocument/2006/relationships/image" Target="../media/image1.png"/><Relationship Id="rId16" Type="http://schemas.openxmlformats.org/officeDocument/2006/relationships/image" Target="../media/image97.png"/><Relationship Id="rId20" Type="http://schemas.openxmlformats.org/officeDocument/2006/relationships/image" Target="../media/image99.png"/><Relationship Id="rId29" Type="http://schemas.openxmlformats.org/officeDocument/2006/relationships/customXml" Target="../ink/ink26.xml"/><Relationship Id="rId41" Type="http://schemas.openxmlformats.org/officeDocument/2006/relationships/customXml" Target="../ink/ink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customXml" Target="../ink/ink17.xml"/><Relationship Id="rId24" Type="http://schemas.openxmlformats.org/officeDocument/2006/relationships/image" Target="../media/image101.png"/><Relationship Id="rId32" Type="http://schemas.openxmlformats.org/officeDocument/2006/relationships/image" Target="../media/image105.png"/><Relationship Id="rId37" Type="http://schemas.openxmlformats.org/officeDocument/2006/relationships/customXml" Target="../ink/ink30.xml"/><Relationship Id="rId40" Type="http://schemas.openxmlformats.org/officeDocument/2006/relationships/image" Target="../media/image109.png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23" Type="http://schemas.openxmlformats.org/officeDocument/2006/relationships/customXml" Target="../ink/ink23.xml"/><Relationship Id="rId28" Type="http://schemas.openxmlformats.org/officeDocument/2006/relationships/image" Target="../media/image103.png"/><Relationship Id="rId36" Type="http://schemas.openxmlformats.org/officeDocument/2006/relationships/image" Target="../media/image107.png"/><Relationship Id="rId10" Type="http://schemas.openxmlformats.org/officeDocument/2006/relationships/image" Target="../media/image94.png"/><Relationship Id="rId19" Type="http://schemas.openxmlformats.org/officeDocument/2006/relationships/customXml" Target="../ink/ink21.xml"/><Relationship Id="rId31" Type="http://schemas.openxmlformats.org/officeDocument/2006/relationships/customXml" Target="../ink/ink27.xml"/><Relationship Id="rId4" Type="http://schemas.openxmlformats.org/officeDocument/2006/relationships/image" Target="../media/image90.png"/><Relationship Id="rId9" Type="http://schemas.openxmlformats.org/officeDocument/2006/relationships/customXml" Target="../ink/ink16.xml"/><Relationship Id="rId14" Type="http://schemas.openxmlformats.org/officeDocument/2006/relationships/image" Target="../media/image96.png"/><Relationship Id="rId22" Type="http://schemas.openxmlformats.org/officeDocument/2006/relationships/image" Target="../media/image100.png"/><Relationship Id="rId27" Type="http://schemas.openxmlformats.org/officeDocument/2006/relationships/customXml" Target="../ink/ink25.xml"/><Relationship Id="rId30" Type="http://schemas.openxmlformats.org/officeDocument/2006/relationships/image" Target="../media/image104.png"/><Relationship Id="rId35" Type="http://schemas.openxmlformats.org/officeDocument/2006/relationships/customXml" Target="../ink/ink29.xml"/><Relationship Id="rId8" Type="http://schemas.openxmlformats.org/officeDocument/2006/relationships/image" Target="../media/image93.png"/><Relationship Id="rId3" Type="http://schemas.openxmlformats.org/officeDocument/2006/relationships/customXml" Target="../ink/ink13.xml"/><Relationship Id="rId12" Type="http://schemas.openxmlformats.org/officeDocument/2006/relationships/image" Target="../media/image95.png"/><Relationship Id="rId17" Type="http://schemas.openxmlformats.org/officeDocument/2006/relationships/customXml" Target="../ink/ink20.xml"/><Relationship Id="rId25" Type="http://schemas.openxmlformats.org/officeDocument/2006/relationships/customXml" Target="../ink/ink24.xml"/><Relationship Id="rId33" Type="http://schemas.openxmlformats.org/officeDocument/2006/relationships/customXml" Target="../ink/ink28.xml"/><Relationship Id="rId38" Type="http://schemas.openxmlformats.org/officeDocument/2006/relationships/image" Target="../media/image10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.xml"/><Relationship Id="rId34" Type="http://schemas.openxmlformats.org/officeDocument/2006/relationships/customXml" Target="../ink/ink38.xml"/><Relationship Id="rId25" Type="http://schemas.openxmlformats.org/officeDocument/2006/relationships/image" Target="../media/image3.png"/><Relationship Id="rId33" Type="http://schemas.openxmlformats.org/officeDocument/2006/relationships/image" Target="../media/image115.png"/><Relationship Id="rId2" Type="http://schemas.openxmlformats.org/officeDocument/2006/relationships/customXml" Target="../ink/ink33.xml"/><Relationship Id="rId29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157.png"/><Relationship Id="rId32" Type="http://schemas.openxmlformats.org/officeDocument/2006/relationships/customXml" Target="../ink/ink37.xml"/><Relationship Id="rId28" Type="http://schemas.openxmlformats.org/officeDocument/2006/relationships/customXml" Target="../ink/ink35.xml"/><Relationship Id="rId31" Type="http://schemas.openxmlformats.org/officeDocument/2006/relationships/image" Target="../media/image114.png"/><Relationship Id="rId27" Type="http://schemas.openxmlformats.org/officeDocument/2006/relationships/image" Target="../media/image112.png"/><Relationship Id="rId30" Type="http://schemas.openxmlformats.org/officeDocument/2006/relationships/customXml" Target="../ink/ink36.xml"/><Relationship Id="rId35" Type="http://schemas.openxmlformats.org/officeDocument/2006/relationships/image" Target="../media/image1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customXml" Target="../ink/ink39.xml"/><Relationship Id="rId7" Type="http://schemas.openxmlformats.org/officeDocument/2006/relationships/customXml" Target="../ink/ink4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customXml" Target="../ink/ink40.xml"/><Relationship Id="rId10" Type="http://schemas.openxmlformats.org/officeDocument/2006/relationships/image" Target="../media/image120.png"/><Relationship Id="rId4" Type="http://schemas.openxmlformats.org/officeDocument/2006/relationships/image" Target="../media/image117.png"/><Relationship Id="rId9" Type="http://schemas.openxmlformats.org/officeDocument/2006/relationships/customXml" Target="../ink/ink4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png"/><Relationship Id="rId18" Type="http://schemas.openxmlformats.org/officeDocument/2006/relationships/customXml" Target="../ink/ink51.xml"/><Relationship Id="rId26" Type="http://schemas.openxmlformats.org/officeDocument/2006/relationships/customXml" Target="../ink/ink55.xml"/><Relationship Id="rId3" Type="http://schemas.openxmlformats.org/officeDocument/2006/relationships/image" Target="../media/image121.png"/><Relationship Id="rId21" Type="http://schemas.openxmlformats.org/officeDocument/2006/relationships/image" Target="../media/image130.png"/><Relationship Id="rId34" Type="http://schemas.openxmlformats.org/officeDocument/2006/relationships/customXml" Target="../ink/ink59.xml"/><Relationship Id="rId7" Type="http://schemas.openxmlformats.org/officeDocument/2006/relationships/image" Target="../media/image123.png"/><Relationship Id="rId12" Type="http://schemas.openxmlformats.org/officeDocument/2006/relationships/customXml" Target="../ink/ink48.xml"/><Relationship Id="rId17" Type="http://schemas.openxmlformats.org/officeDocument/2006/relationships/image" Target="../media/image128.png"/><Relationship Id="rId25" Type="http://schemas.openxmlformats.org/officeDocument/2006/relationships/image" Target="../media/image132.png"/><Relationship Id="rId33" Type="http://schemas.openxmlformats.org/officeDocument/2006/relationships/image" Target="../media/image136.png"/><Relationship Id="rId2" Type="http://schemas.openxmlformats.org/officeDocument/2006/relationships/customXml" Target="../ink/ink43.xml"/><Relationship Id="rId16" Type="http://schemas.openxmlformats.org/officeDocument/2006/relationships/customXml" Target="../ink/ink50.xml"/><Relationship Id="rId20" Type="http://schemas.openxmlformats.org/officeDocument/2006/relationships/customXml" Target="../ink/ink52.xml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5.xml"/><Relationship Id="rId11" Type="http://schemas.openxmlformats.org/officeDocument/2006/relationships/image" Target="../media/image125.png"/><Relationship Id="rId24" Type="http://schemas.openxmlformats.org/officeDocument/2006/relationships/customXml" Target="../ink/ink54.xml"/><Relationship Id="rId32" Type="http://schemas.openxmlformats.org/officeDocument/2006/relationships/customXml" Target="../ink/ink58.xml"/><Relationship Id="rId5" Type="http://schemas.openxmlformats.org/officeDocument/2006/relationships/image" Target="../media/image122.png"/><Relationship Id="rId15" Type="http://schemas.openxmlformats.org/officeDocument/2006/relationships/image" Target="../media/image127.png"/><Relationship Id="rId23" Type="http://schemas.openxmlformats.org/officeDocument/2006/relationships/image" Target="../media/image131.png"/><Relationship Id="rId28" Type="http://schemas.openxmlformats.org/officeDocument/2006/relationships/customXml" Target="../ink/ink56.xml"/><Relationship Id="rId10" Type="http://schemas.openxmlformats.org/officeDocument/2006/relationships/customXml" Target="../ink/ink47.xml"/><Relationship Id="rId19" Type="http://schemas.openxmlformats.org/officeDocument/2006/relationships/image" Target="../media/image129.png"/><Relationship Id="rId31" Type="http://schemas.openxmlformats.org/officeDocument/2006/relationships/image" Target="../media/image135.png"/><Relationship Id="rId4" Type="http://schemas.openxmlformats.org/officeDocument/2006/relationships/customXml" Target="../ink/ink44.xml"/><Relationship Id="rId9" Type="http://schemas.openxmlformats.org/officeDocument/2006/relationships/image" Target="../media/image124.png"/><Relationship Id="rId14" Type="http://schemas.openxmlformats.org/officeDocument/2006/relationships/customXml" Target="../ink/ink49.xml"/><Relationship Id="rId22" Type="http://schemas.openxmlformats.org/officeDocument/2006/relationships/customXml" Target="../ink/ink53.xml"/><Relationship Id="rId27" Type="http://schemas.openxmlformats.org/officeDocument/2006/relationships/image" Target="../media/image133.png"/><Relationship Id="rId30" Type="http://schemas.openxmlformats.org/officeDocument/2006/relationships/customXml" Target="../ink/ink57.xml"/><Relationship Id="rId35" Type="http://schemas.openxmlformats.org/officeDocument/2006/relationships/image" Target="../media/image137.png"/><Relationship Id="rId8" Type="http://schemas.openxmlformats.org/officeDocument/2006/relationships/customXml" Target="../ink/ink46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3.xml"/><Relationship Id="rId21" Type="http://schemas.openxmlformats.org/officeDocument/2006/relationships/image" Target="../media/image146.png"/><Relationship Id="rId42" Type="http://schemas.openxmlformats.org/officeDocument/2006/relationships/customXml" Target="../ink/ink84.xml"/><Relationship Id="rId47" Type="http://schemas.openxmlformats.org/officeDocument/2006/relationships/image" Target="../media/image155.png"/><Relationship Id="rId63" Type="http://schemas.openxmlformats.org/officeDocument/2006/relationships/image" Target="../media/image164.png"/><Relationship Id="rId68" Type="http://schemas.openxmlformats.org/officeDocument/2006/relationships/customXml" Target="../ink/ink97.xml"/><Relationship Id="rId84" Type="http://schemas.openxmlformats.org/officeDocument/2006/relationships/customXml" Target="../ink/ink105.xml"/><Relationship Id="rId16" Type="http://schemas.openxmlformats.org/officeDocument/2006/relationships/customXml" Target="../ink/ink67.xml"/><Relationship Id="rId11" Type="http://schemas.openxmlformats.org/officeDocument/2006/relationships/image" Target="../media/image141.png"/><Relationship Id="rId32" Type="http://schemas.openxmlformats.org/officeDocument/2006/relationships/customXml" Target="../ink/ink78.xml"/><Relationship Id="rId37" Type="http://schemas.openxmlformats.org/officeDocument/2006/relationships/image" Target="../media/image150.png"/><Relationship Id="rId53" Type="http://schemas.openxmlformats.org/officeDocument/2006/relationships/image" Target="../media/image159.png"/><Relationship Id="rId58" Type="http://schemas.openxmlformats.org/officeDocument/2006/relationships/customXml" Target="../ink/ink92.xml"/><Relationship Id="rId74" Type="http://schemas.openxmlformats.org/officeDocument/2006/relationships/customXml" Target="../ink/ink100.xml"/><Relationship Id="rId79" Type="http://schemas.openxmlformats.org/officeDocument/2006/relationships/image" Target="../media/image172.png"/><Relationship Id="rId5" Type="http://schemas.openxmlformats.org/officeDocument/2006/relationships/image" Target="../media/image137.png"/><Relationship Id="rId19" Type="http://schemas.openxmlformats.org/officeDocument/2006/relationships/image" Target="../media/image145.png"/><Relationship Id="rId14" Type="http://schemas.openxmlformats.org/officeDocument/2006/relationships/customXml" Target="../ink/ink66.xml"/><Relationship Id="rId22" Type="http://schemas.openxmlformats.org/officeDocument/2006/relationships/customXml" Target="../ink/ink70.xml"/><Relationship Id="rId27" Type="http://schemas.openxmlformats.org/officeDocument/2006/relationships/customXml" Target="../ink/ink74.xml"/><Relationship Id="rId30" Type="http://schemas.openxmlformats.org/officeDocument/2006/relationships/customXml" Target="../ink/ink77.xml"/><Relationship Id="rId35" Type="http://schemas.openxmlformats.org/officeDocument/2006/relationships/image" Target="../media/image149.png"/><Relationship Id="rId43" Type="http://schemas.openxmlformats.org/officeDocument/2006/relationships/image" Target="../media/image153.png"/><Relationship Id="rId48" Type="http://schemas.openxmlformats.org/officeDocument/2006/relationships/customXml" Target="../ink/ink87.xml"/><Relationship Id="rId56" Type="http://schemas.openxmlformats.org/officeDocument/2006/relationships/customXml" Target="../ink/ink91.xml"/><Relationship Id="rId64" Type="http://schemas.openxmlformats.org/officeDocument/2006/relationships/customXml" Target="../ink/ink95.xml"/><Relationship Id="rId69" Type="http://schemas.openxmlformats.org/officeDocument/2006/relationships/image" Target="../media/image167.png"/><Relationship Id="rId77" Type="http://schemas.openxmlformats.org/officeDocument/2006/relationships/image" Target="../media/image171.png"/><Relationship Id="rId8" Type="http://schemas.openxmlformats.org/officeDocument/2006/relationships/customXml" Target="../ink/ink63.xml"/><Relationship Id="rId51" Type="http://schemas.openxmlformats.org/officeDocument/2006/relationships/image" Target="../media/image158.png"/><Relationship Id="rId72" Type="http://schemas.openxmlformats.org/officeDocument/2006/relationships/customXml" Target="../ink/ink99.xml"/><Relationship Id="rId80" Type="http://schemas.openxmlformats.org/officeDocument/2006/relationships/customXml" Target="../ink/ink103.xml"/><Relationship Id="rId85" Type="http://schemas.openxmlformats.org/officeDocument/2006/relationships/image" Target="../media/image175.png"/><Relationship Id="rId3" Type="http://schemas.openxmlformats.org/officeDocument/2006/relationships/image" Target="../media/image138.png"/><Relationship Id="rId12" Type="http://schemas.openxmlformats.org/officeDocument/2006/relationships/customXml" Target="../ink/ink65.xml"/><Relationship Id="rId17" Type="http://schemas.openxmlformats.org/officeDocument/2006/relationships/image" Target="../media/image144.png"/><Relationship Id="rId25" Type="http://schemas.openxmlformats.org/officeDocument/2006/relationships/customXml" Target="../ink/ink72.xml"/><Relationship Id="rId33" Type="http://schemas.openxmlformats.org/officeDocument/2006/relationships/customXml" Target="../ink/ink79.xml"/><Relationship Id="rId38" Type="http://schemas.openxmlformats.org/officeDocument/2006/relationships/customXml" Target="../ink/ink82.xml"/><Relationship Id="rId46" Type="http://schemas.openxmlformats.org/officeDocument/2006/relationships/customXml" Target="../ink/ink86.xml"/><Relationship Id="rId59" Type="http://schemas.openxmlformats.org/officeDocument/2006/relationships/image" Target="../media/image162.png"/><Relationship Id="rId67" Type="http://schemas.openxmlformats.org/officeDocument/2006/relationships/image" Target="../media/image166.png"/><Relationship Id="rId20" Type="http://schemas.openxmlformats.org/officeDocument/2006/relationships/customXml" Target="../ink/ink69.xml"/><Relationship Id="rId41" Type="http://schemas.openxmlformats.org/officeDocument/2006/relationships/image" Target="../media/image152.png"/><Relationship Id="rId54" Type="http://schemas.openxmlformats.org/officeDocument/2006/relationships/customXml" Target="../ink/ink90.xml"/><Relationship Id="rId62" Type="http://schemas.openxmlformats.org/officeDocument/2006/relationships/customXml" Target="../ink/ink94.xml"/><Relationship Id="rId70" Type="http://schemas.openxmlformats.org/officeDocument/2006/relationships/customXml" Target="../ink/ink98.xml"/><Relationship Id="rId75" Type="http://schemas.openxmlformats.org/officeDocument/2006/relationships/image" Target="../media/image170.png"/><Relationship Id="rId83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2.xml"/><Relationship Id="rId15" Type="http://schemas.openxmlformats.org/officeDocument/2006/relationships/image" Target="../media/image143.png"/><Relationship Id="rId23" Type="http://schemas.openxmlformats.org/officeDocument/2006/relationships/image" Target="../media/image147.png"/><Relationship Id="rId28" Type="http://schemas.openxmlformats.org/officeDocument/2006/relationships/customXml" Target="../ink/ink75.xml"/><Relationship Id="rId36" Type="http://schemas.openxmlformats.org/officeDocument/2006/relationships/customXml" Target="../ink/ink81.xml"/><Relationship Id="rId49" Type="http://schemas.openxmlformats.org/officeDocument/2006/relationships/image" Target="../media/image156.png"/><Relationship Id="rId57" Type="http://schemas.openxmlformats.org/officeDocument/2006/relationships/image" Target="../media/image161.png"/><Relationship Id="rId10" Type="http://schemas.openxmlformats.org/officeDocument/2006/relationships/customXml" Target="../ink/ink64.xml"/><Relationship Id="rId31" Type="http://schemas.openxmlformats.org/officeDocument/2006/relationships/image" Target="../media/image148.png"/><Relationship Id="rId44" Type="http://schemas.openxmlformats.org/officeDocument/2006/relationships/customXml" Target="../ink/ink85.xml"/><Relationship Id="rId52" Type="http://schemas.openxmlformats.org/officeDocument/2006/relationships/customXml" Target="../ink/ink89.xml"/><Relationship Id="rId60" Type="http://schemas.openxmlformats.org/officeDocument/2006/relationships/customXml" Target="../ink/ink93.xml"/><Relationship Id="rId65" Type="http://schemas.openxmlformats.org/officeDocument/2006/relationships/image" Target="../media/image165.png"/><Relationship Id="rId73" Type="http://schemas.openxmlformats.org/officeDocument/2006/relationships/image" Target="../media/image169.png"/><Relationship Id="rId78" Type="http://schemas.openxmlformats.org/officeDocument/2006/relationships/customXml" Target="../ink/ink102.xml"/><Relationship Id="rId81" Type="http://schemas.openxmlformats.org/officeDocument/2006/relationships/image" Target="../media/image173.png"/><Relationship Id="rId86" Type="http://schemas.openxmlformats.org/officeDocument/2006/relationships/customXml" Target="../ink/ink106.xml"/><Relationship Id="rId4" Type="http://schemas.openxmlformats.org/officeDocument/2006/relationships/customXml" Target="../ink/ink61.xml"/><Relationship Id="rId9" Type="http://schemas.openxmlformats.org/officeDocument/2006/relationships/image" Target="../media/image140.png"/><Relationship Id="rId13" Type="http://schemas.openxmlformats.org/officeDocument/2006/relationships/image" Target="../media/image142.png"/><Relationship Id="rId18" Type="http://schemas.openxmlformats.org/officeDocument/2006/relationships/customXml" Target="../ink/ink68.xml"/><Relationship Id="rId39" Type="http://schemas.openxmlformats.org/officeDocument/2006/relationships/image" Target="../media/image151.png"/><Relationship Id="rId34" Type="http://schemas.openxmlformats.org/officeDocument/2006/relationships/customXml" Target="../ink/ink80.xml"/><Relationship Id="rId50" Type="http://schemas.openxmlformats.org/officeDocument/2006/relationships/customXml" Target="../ink/ink88.xml"/><Relationship Id="rId55" Type="http://schemas.openxmlformats.org/officeDocument/2006/relationships/image" Target="../media/image160.png"/><Relationship Id="rId76" Type="http://schemas.openxmlformats.org/officeDocument/2006/relationships/customXml" Target="../ink/ink101.xml"/><Relationship Id="rId7" Type="http://schemas.openxmlformats.org/officeDocument/2006/relationships/image" Target="../media/image139.png"/><Relationship Id="rId71" Type="http://schemas.openxmlformats.org/officeDocument/2006/relationships/image" Target="../media/image168.png"/><Relationship Id="rId2" Type="http://schemas.openxmlformats.org/officeDocument/2006/relationships/customXml" Target="../ink/ink60.xml"/><Relationship Id="rId29" Type="http://schemas.openxmlformats.org/officeDocument/2006/relationships/customXml" Target="../ink/ink76.xml"/><Relationship Id="rId24" Type="http://schemas.openxmlformats.org/officeDocument/2006/relationships/customXml" Target="../ink/ink71.xml"/><Relationship Id="rId40" Type="http://schemas.openxmlformats.org/officeDocument/2006/relationships/customXml" Target="../ink/ink83.xml"/><Relationship Id="rId45" Type="http://schemas.openxmlformats.org/officeDocument/2006/relationships/image" Target="../media/image154.png"/><Relationship Id="rId66" Type="http://schemas.openxmlformats.org/officeDocument/2006/relationships/customXml" Target="../ink/ink96.xml"/><Relationship Id="rId87" Type="http://schemas.openxmlformats.org/officeDocument/2006/relationships/image" Target="../media/image176.png"/><Relationship Id="rId61" Type="http://schemas.openxmlformats.org/officeDocument/2006/relationships/image" Target="../media/image163.png"/><Relationship Id="rId82" Type="http://schemas.openxmlformats.org/officeDocument/2006/relationships/customXml" Target="../ink/ink10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5.xml"/><Relationship Id="rId21" Type="http://schemas.openxmlformats.org/officeDocument/2006/relationships/customXml" Target="../ink/ink121.xml"/><Relationship Id="rId42" Type="http://schemas.openxmlformats.org/officeDocument/2006/relationships/image" Target="../media/image160.png"/><Relationship Id="rId47" Type="http://schemas.openxmlformats.org/officeDocument/2006/relationships/customXml" Target="../ink/ink136.xml"/><Relationship Id="rId63" Type="http://schemas.openxmlformats.org/officeDocument/2006/relationships/customXml" Target="../ink/ink145.xml"/><Relationship Id="rId68" Type="http://schemas.openxmlformats.org/officeDocument/2006/relationships/image" Target="../media/image171.png"/><Relationship Id="rId84" Type="http://schemas.openxmlformats.org/officeDocument/2006/relationships/image" Target="../media/image184.png"/><Relationship Id="rId89" Type="http://schemas.openxmlformats.org/officeDocument/2006/relationships/customXml" Target="../ink/ink158.xml"/><Relationship Id="rId16" Type="http://schemas.openxmlformats.org/officeDocument/2006/relationships/image" Target="../media/image147.png"/><Relationship Id="rId11" Type="http://schemas.openxmlformats.org/officeDocument/2006/relationships/customXml" Target="../ink/ink113.xml"/><Relationship Id="rId32" Type="http://schemas.openxmlformats.org/officeDocument/2006/relationships/image" Target="../media/image154.png"/><Relationship Id="rId37" Type="http://schemas.openxmlformats.org/officeDocument/2006/relationships/customXml" Target="../ink/ink131.xml"/><Relationship Id="rId53" Type="http://schemas.openxmlformats.org/officeDocument/2006/relationships/customXml" Target="../ink/ink139.xml"/><Relationship Id="rId58" Type="http://schemas.openxmlformats.org/officeDocument/2006/relationships/customXml" Target="../ink/ink142.xml"/><Relationship Id="rId74" Type="http://schemas.openxmlformats.org/officeDocument/2006/relationships/image" Target="../media/image174.png"/><Relationship Id="rId79" Type="http://schemas.openxmlformats.org/officeDocument/2006/relationships/customXml" Target="../ink/ink153.xml"/><Relationship Id="rId5" Type="http://schemas.openxmlformats.org/officeDocument/2006/relationships/image" Target="../media/image144.png"/><Relationship Id="rId90" Type="http://schemas.openxmlformats.org/officeDocument/2006/relationships/image" Target="../media/image187.png"/><Relationship Id="rId22" Type="http://schemas.openxmlformats.org/officeDocument/2006/relationships/customXml" Target="../ink/ink122.xml"/><Relationship Id="rId27" Type="http://schemas.openxmlformats.org/officeDocument/2006/relationships/customXml" Target="../ink/ink126.xml"/><Relationship Id="rId43" Type="http://schemas.openxmlformats.org/officeDocument/2006/relationships/customXml" Target="../ink/ink134.xml"/><Relationship Id="rId48" Type="http://schemas.openxmlformats.org/officeDocument/2006/relationships/image" Target="../media/image163.png"/><Relationship Id="rId64" Type="http://schemas.openxmlformats.org/officeDocument/2006/relationships/image" Target="../media/image169.png"/><Relationship Id="rId69" Type="http://schemas.openxmlformats.org/officeDocument/2006/relationships/customXml" Target="../ink/ink148.xml"/><Relationship Id="rId8" Type="http://schemas.openxmlformats.org/officeDocument/2006/relationships/customXml" Target="../ink/ink110.xml"/><Relationship Id="rId51" Type="http://schemas.openxmlformats.org/officeDocument/2006/relationships/customXml" Target="../ink/ink138.xml"/><Relationship Id="rId72" Type="http://schemas.openxmlformats.org/officeDocument/2006/relationships/image" Target="../media/image173.png"/><Relationship Id="rId80" Type="http://schemas.openxmlformats.org/officeDocument/2006/relationships/image" Target="../media/image182.png"/><Relationship Id="rId85" Type="http://schemas.openxmlformats.org/officeDocument/2006/relationships/customXml" Target="../ink/ink156.xml"/><Relationship Id="rId93" Type="http://schemas.openxmlformats.org/officeDocument/2006/relationships/customXml" Target="../ink/ink160.xml"/><Relationship Id="rId3" Type="http://schemas.openxmlformats.org/officeDocument/2006/relationships/image" Target="../media/image177.png"/><Relationship Id="rId12" Type="http://schemas.openxmlformats.org/officeDocument/2006/relationships/customXml" Target="../ink/ink114.xml"/><Relationship Id="rId17" Type="http://schemas.openxmlformats.org/officeDocument/2006/relationships/customXml" Target="../ink/ink117.xml"/><Relationship Id="rId25" Type="http://schemas.openxmlformats.org/officeDocument/2006/relationships/customXml" Target="../ink/ink124.xml"/><Relationship Id="rId33" Type="http://schemas.openxmlformats.org/officeDocument/2006/relationships/customXml" Target="../ink/ink129.xml"/><Relationship Id="rId38" Type="http://schemas.openxmlformats.org/officeDocument/2006/relationships/image" Target="../media/image158.png"/><Relationship Id="rId46" Type="http://schemas.openxmlformats.org/officeDocument/2006/relationships/image" Target="../media/image162.png"/><Relationship Id="rId59" Type="http://schemas.openxmlformats.org/officeDocument/2006/relationships/customXml" Target="../ink/ink143.xml"/><Relationship Id="rId67" Type="http://schemas.openxmlformats.org/officeDocument/2006/relationships/customXml" Target="../ink/ink147.xml"/><Relationship Id="rId20" Type="http://schemas.openxmlformats.org/officeDocument/2006/relationships/customXml" Target="../ink/ink120.xml"/><Relationship Id="rId41" Type="http://schemas.openxmlformats.org/officeDocument/2006/relationships/customXml" Target="../ink/ink133.xml"/><Relationship Id="rId54" Type="http://schemas.openxmlformats.org/officeDocument/2006/relationships/image" Target="../media/image180.png"/><Relationship Id="rId62" Type="http://schemas.openxmlformats.org/officeDocument/2006/relationships/image" Target="../media/image168.png"/><Relationship Id="rId70" Type="http://schemas.openxmlformats.org/officeDocument/2006/relationships/image" Target="../media/image172.png"/><Relationship Id="rId75" Type="http://schemas.openxmlformats.org/officeDocument/2006/relationships/customXml" Target="../ink/ink151.xml"/><Relationship Id="rId83" Type="http://schemas.openxmlformats.org/officeDocument/2006/relationships/customXml" Target="../ink/ink155.xml"/><Relationship Id="rId88" Type="http://schemas.openxmlformats.org/officeDocument/2006/relationships/image" Target="../media/image186.png"/><Relationship Id="rId91" Type="http://schemas.openxmlformats.org/officeDocument/2006/relationships/customXml" Target="../ink/ink15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9.xml"/><Relationship Id="rId15" Type="http://schemas.openxmlformats.org/officeDocument/2006/relationships/customXml" Target="../ink/ink116.xml"/><Relationship Id="rId23" Type="http://schemas.openxmlformats.org/officeDocument/2006/relationships/customXml" Target="../ink/ink123.xml"/><Relationship Id="rId28" Type="http://schemas.openxmlformats.org/officeDocument/2006/relationships/image" Target="../media/image149.png"/><Relationship Id="rId36" Type="http://schemas.openxmlformats.org/officeDocument/2006/relationships/image" Target="../media/image156.png"/><Relationship Id="rId49" Type="http://schemas.openxmlformats.org/officeDocument/2006/relationships/customXml" Target="../ink/ink137.xml"/><Relationship Id="rId57" Type="http://schemas.openxmlformats.org/officeDocument/2006/relationships/customXml" Target="../ink/ink141.xml"/><Relationship Id="rId10" Type="http://schemas.openxmlformats.org/officeDocument/2006/relationships/customXml" Target="../ink/ink112.xml"/><Relationship Id="rId31" Type="http://schemas.openxmlformats.org/officeDocument/2006/relationships/customXml" Target="../ink/ink128.xml"/><Relationship Id="rId44" Type="http://schemas.openxmlformats.org/officeDocument/2006/relationships/image" Target="../media/image161.png"/><Relationship Id="rId52" Type="http://schemas.openxmlformats.org/officeDocument/2006/relationships/image" Target="../media/image165.png"/><Relationship Id="rId60" Type="http://schemas.openxmlformats.org/officeDocument/2006/relationships/image" Target="../media/image167.png"/><Relationship Id="rId65" Type="http://schemas.openxmlformats.org/officeDocument/2006/relationships/customXml" Target="../ink/ink146.xml"/><Relationship Id="rId73" Type="http://schemas.openxmlformats.org/officeDocument/2006/relationships/customXml" Target="../ink/ink150.xml"/><Relationship Id="rId78" Type="http://schemas.openxmlformats.org/officeDocument/2006/relationships/image" Target="../media/image176.png"/><Relationship Id="rId81" Type="http://schemas.openxmlformats.org/officeDocument/2006/relationships/customXml" Target="../ink/ink154.xml"/><Relationship Id="rId86" Type="http://schemas.openxmlformats.org/officeDocument/2006/relationships/image" Target="../media/image185.png"/><Relationship Id="rId94" Type="http://schemas.openxmlformats.org/officeDocument/2006/relationships/image" Target="../media/image189.png"/><Relationship Id="rId4" Type="http://schemas.openxmlformats.org/officeDocument/2006/relationships/customXml" Target="../ink/ink108.xml"/><Relationship Id="rId9" Type="http://schemas.openxmlformats.org/officeDocument/2006/relationships/customXml" Target="../ink/ink111.xml"/><Relationship Id="rId13" Type="http://schemas.openxmlformats.org/officeDocument/2006/relationships/image" Target="../media/image145.png"/><Relationship Id="rId18" Type="http://schemas.openxmlformats.org/officeDocument/2006/relationships/customXml" Target="../ink/ink118.xml"/><Relationship Id="rId39" Type="http://schemas.openxmlformats.org/officeDocument/2006/relationships/customXml" Target="../ink/ink132.xml"/><Relationship Id="rId34" Type="http://schemas.openxmlformats.org/officeDocument/2006/relationships/image" Target="../media/image179.png"/><Relationship Id="rId50" Type="http://schemas.openxmlformats.org/officeDocument/2006/relationships/image" Target="../media/image164.png"/><Relationship Id="rId55" Type="http://schemas.openxmlformats.org/officeDocument/2006/relationships/customXml" Target="../ink/ink140.xml"/><Relationship Id="rId76" Type="http://schemas.openxmlformats.org/officeDocument/2006/relationships/image" Target="../media/image175.png"/><Relationship Id="rId7" Type="http://schemas.openxmlformats.org/officeDocument/2006/relationships/image" Target="../media/image178.png"/><Relationship Id="rId71" Type="http://schemas.openxmlformats.org/officeDocument/2006/relationships/customXml" Target="../ink/ink149.xml"/><Relationship Id="rId92" Type="http://schemas.openxmlformats.org/officeDocument/2006/relationships/image" Target="../media/image188.png"/><Relationship Id="rId2" Type="http://schemas.openxmlformats.org/officeDocument/2006/relationships/customXml" Target="../ink/ink107.xml"/><Relationship Id="rId29" Type="http://schemas.openxmlformats.org/officeDocument/2006/relationships/customXml" Target="../ink/ink127.xml"/><Relationship Id="rId24" Type="http://schemas.openxmlformats.org/officeDocument/2006/relationships/image" Target="../media/image148.png"/><Relationship Id="rId40" Type="http://schemas.openxmlformats.org/officeDocument/2006/relationships/image" Target="../media/image159.png"/><Relationship Id="rId45" Type="http://schemas.openxmlformats.org/officeDocument/2006/relationships/customXml" Target="../ink/ink135.xml"/><Relationship Id="rId66" Type="http://schemas.openxmlformats.org/officeDocument/2006/relationships/image" Target="../media/image170.png"/><Relationship Id="rId87" Type="http://schemas.openxmlformats.org/officeDocument/2006/relationships/customXml" Target="../ink/ink157.xml"/><Relationship Id="rId61" Type="http://schemas.openxmlformats.org/officeDocument/2006/relationships/customXml" Target="../ink/ink144.xml"/><Relationship Id="rId82" Type="http://schemas.openxmlformats.org/officeDocument/2006/relationships/image" Target="../media/image183.png"/><Relationship Id="rId19" Type="http://schemas.openxmlformats.org/officeDocument/2006/relationships/customXml" Target="../ink/ink119.xml"/><Relationship Id="rId14" Type="http://schemas.openxmlformats.org/officeDocument/2006/relationships/customXml" Target="../ink/ink115.xml"/><Relationship Id="rId30" Type="http://schemas.openxmlformats.org/officeDocument/2006/relationships/image" Target="../media/image153.png"/><Relationship Id="rId35" Type="http://schemas.openxmlformats.org/officeDocument/2006/relationships/customXml" Target="../ink/ink130.xml"/><Relationship Id="rId56" Type="http://schemas.openxmlformats.org/officeDocument/2006/relationships/image" Target="../media/image181.png"/><Relationship Id="rId77" Type="http://schemas.openxmlformats.org/officeDocument/2006/relationships/customXml" Target="../ink/ink152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9.xml"/><Relationship Id="rId21" Type="http://schemas.openxmlformats.org/officeDocument/2006/relationships/customXml" Target="../ink/ink175.xml"/><Relationship Id="rId42" Type="http://schemas.openxmlformats.org/officeDocument/2006/relationships/image" Target="../media/image160.png"/><Relationship Id="rId47" Type="http://schemas.openxmlformats.org/officeDocument/2006/relationships/customXml" Target="../ink/ink190.xml"/><Relationship Id="rId63" Type="http://schemas.openxmlformats.org/officeDocument/2006/relationships/customXml" Target="../ink/ink199.xml"/><Relationship Id="rId68" Type="http://schemas.openxmlformats.org/officeDocument/2006/relationships/image" Target="../media/image171.png"/><Relationship Id="rId84" Type="http://schemas.openxmlformats.org/officeDocument/2006/relationships/image" Target="../media/image184.png"/><Relationship Id="rId89" Type="http://schemas.openxmlformats.org/officeDocument/2006/relationships/customXml" Target="../ink/ink212.xml"/><Relationship Id="rId16" Type="http://schemas.openxmlformats.org/officeDocument/2006/relationships/image" Target="../media/image147.png"/><Relationship Id="rId11" Type="http://schemas.openxmlformats.org/officeDocument/2006/relationships/customXml" Target="../ink/ink167.xml"/><Relationship Id="rId32" Type="http://schemas.openxmlformats.org/officeDocument/2006/relationships/image" Target="../media/image154.png"/><Relationship Id="rId37" Type="http://schemas.openxmlformats.org/officeDocument/2006/relationships/customXml" Target="../ink/ink185.xml"/><Relationship Id="rId53" Type="http://schemas.openxmlformats.org/officeDocument/2006/relationships/customXml" Target="../ink/ink193.xml"/><Relationship Id="rId58" Type="http://schemas.openxmlformats.org/officeDocument/2006/relationships/customXml" Target="../ink/ink196.xml"/><Relationship Id="rId74" Type="http://schemas.openxmlformats.org/officeDocument/2006/relationships/image" Target="../media/image174.png"/><Relationship Id="rId79" Type="http://schemas.openxmlformats.org/officeDocument/2006/relationships/customXml" Target="../ink/ink207.xml"/><Relationship Id="rId5" Type="http://schemas.openxmlformats.org/officeDocument/2006/relationships/image" Target="../media/image144.png"/><Relationship Id="rId90" Type="http://schemas.openxmlformats.org/officeDocument/2006/relationships/image" Target="../media/image187.png"/><Relationship Id="rId95" Type="http://schemas.openxmlformats.org/officeDocument/2006/relationships/customXml" Target="../ink/ink215.xml"/><Relationship Id="rId22" Type="http://schemas.openxmlformats.org/officeDocument/2006/relationships/customXml" Target="../ink/ink176.xml"/><Relationship Id="rId27" Type="http://schemas.openxmlformats.org/officeDocument/2006/relationships/customXml" Target="../ink/ink180.xml"/><Relationship Id="rId43" Type="http://schemas.openxmlformats.org/officeDocument/2006/relationships/customXml" Target="../ink/ink188.xml"/><Relationship Id="rId48" Type="http://schemas.openxmlformats.org/officeDocument/2006/relationships/image" Target="../media/image163.png"/><Relationship Id="rId64" Type="http://schemas.openxmlformats.org/officeDocument/2006/relationships/image" Target="../media/image169.png"/><Relationship Id="rId69" Type="http://schemas.openxmlformats.org/officeDocument/2006/relationships/customXml" Target="../ink/ink202.xml"/><Relationship Id="rId80" Type="http://schemas.openxmlformats.org/officeDocument/2006/relationships/image" Target="../media/image182.png"/><Relationship Id="rId85" Type="http://schemas.openxmlformats.org/officeDocument/2006/relationships/customXml" Target="../ink/ink210.xml"/><Relationship Id="rId3" Type="http://schemas.openxmlformats.org/officeDocument/2006/relationships/image" Target="../media/image177.png"/><Relationship Id="rId12" Type="http://schemas.openxmlformats.org/officeDocument/2006/relationships/customXml" Target="../ink/ink168.xml"/><Relationship Id="rId17" Type="http://schemas.openxmlformats.org/officeDocument/2006/relationships/customXml" Target="../ink/ink171.xml"/><Relationship Id="rId25" Type="http://schemas.openxmlformats.org/officeDocument/2006/relationships/customXml" Target="../ink/ink178.xml"/><Relationship Id="rId33" Type="http://schemas.openxmlformats.org/officeDocument/2006/relationships/customXml" Target="../ink/ink183.xml"/><Relationship Id="rId38" Type="http://schemas.openxmlformats.org/officeDocument/2006/relationships/image" Target="../media/image158.png"/><Relationship Id="rId46" Type="http://schemas.openxmlformats.org/officeDocument/2006/relationships/image" Target="../media/image162.png"/><Relationship Id="rId59" Type="http://schemas.openxmlformats.org/officeDocument/2006/relationships/customXml" Target="../ink/ink197.xml"/><Relationship Id="rId67" Type="http://schemas.openxmlformats.org/officeDocument/2006/relationships/customXml" Target="../ink/ink201.xml"/><Relationship Id="rId20" Type="http://schemas.openxmlformats.org/officeDocument/2006/relationships/customXml" Target="../ink/ink174.xml"/><Relationship Id="rId41" Type="http://schemas.openxmlformats.org/officeDocument/2006/relationships/customXml" Target="../ink/ink187.xml"/><Relationship Id="rId54" Type="http://schemas.openxmlformats.org/officeDocument/2006/relationships/image" Target="../media/image180.png"/><Relationship Id="rId62" Type="http://schemas.openxmlformats.org/officeDocument/2006/relationships/image" Target="../media/image168.png"/><Relationship Id="rId70" Type="http://schemas.openxmlformats.org/officeDocument/2006/relationships/image" Target="../media/image172.png"/><Relationship Id="rId75" Type="http://schemas.openxmlformats.org/officeDocument/2006/relationships/customXml" Target="../ink/ink205.xml"/><Relationship Id="rId83" Type="http://schemas.openxmlformats.org/officeDocument/2006/relationships/customXml" Target="../ink/ink209.xml"/><Relationship Id="rId88" Type="http://schemas.openxmlformats.org/officeDocument/2006/relationships/image" Target="../media/image186.png"/><Relationship Id="rId91" Type="http://schemas.openxmlformats.org/officeDocument/2006/relationships/customXml" Target="../ink/ink213.xml"/><Relationship Id="rId96" Type="http://schemas.openxmlformats.org/officeDocument/2006/relationships/image" Target="../media/image19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3.xml"/><Relationship Id="rId15" Type="http://schemas.openxmlformats.org/officeDocument/2006/relationships/customXml" Target="../ink/ink170.xml"/><Relationship Id="rId23" Type="http://schemas.openxmlformats.org/officeDocument/2006/relationships/customXml" Target="../ink/ink177.xml"/><Relationship Id="rId28" Type="http://schemas.openxmlformats.org/officeDocument/2006/relationships/image" Target="../media/image149.png"/><Relationship Id="rId36" Type="http://schemas.openxmlformats.org/officeDocument/2006/relationships/image" Target="../media/image156.png"/><Relationship Id="rId49" Type="http://schemas.openxmlformats.org/officeDocument/2006/relationships/customXml" Target="../ink/ink191.xml"/><Relationship Id="rId57" Type="http://schemas.openxmlformats.org/officeDocument/2006/relationships/customXml" Target="../ink/ink195.xml"/><Relationship Id="rId10" Type="http://schemas.openxmlformats.org/officeDocument/2006/relationships/customXml" Target="../ink/ink166.xml"/><Relationship Id="rId31" Type="http://schemas.openxmlformats.org/officeDocument/2006/relationships/customXml" Target="../ink/ink182.xml"/><Relationship Id="rId44" Type="http://schemas.openxmlformats.org/officeDocument/2006/relationships/image" Target="../media/image161.png"/><Relationship Id="rId52" Type="http://schemas.openxmlformats.org/officeDocument/2006/relationships/image" Target="../media/image165.png"/><Relationship Id="rId60" Type="http://schemas.openxmlformats.org/officeDocument/2006/relationships/image" Target="../media/image167.png"/><Relationship Id="rId65" Type="http://schemas.openxmlformats.org/officeDocument/2006/relationships/customXml" Target="../ink/ink200.xml"/><Relationship Id="rId73" Type="http://schemas.openxmlformats.org/officeDocument/2006/relationships/customXml" Target="../ink/ink204.xml"/><Relationship Id="rId78" Type="http://schemas.openxmlformats.org/officeDocument/2006/relationships/image" Target="../media/image176.png"/><Relationship Id="rId81" Type="http://schemas.openxmlformats.org/officeDocument/2006/relationships/customXml" Target="../ink/ink208.xml"/><Relationship Id="rId86" Type="http://schemas.openxmlformats.org/officeDocument/2006/relationships/image" Target="../media/image185.png"/><Relationship Id="rId94" Type="http://schemas.openxmlformats.org/officeDocument/2006/relationships/image" Target="../media/image191.png"/><Relationship Id="rId4" Type="http://schemas.openxmlformats.org/officeDocument/2006/relationships/customXml" Target="../ink/ink162.xml"/><Relationship Id="rId9" Type="http://schemas.openxmlformats.org/officeDocument/2006/relationships/customXml" Target="../ink/ink165.xml"/><Relationship Id="rId13" Type="http://schemas.openxmlformats.org/officeDocument/2006/relationships/image" Target="../media/image145.png"/><Relationship Id="rId18" Type="http://schemas.openxmlformats.org/officeDocument/2006/relationships/customXml" Target="../ink/ink172.xml"/><Relationship Id="rId39" Type="http://schemas.openxmlformats.org/officeDocument/2006/relationships/customXml" Target="../ink/ink186.xml"/><Relationship Id="rId34" Type="http://schemas.openxmlformats.org/officeDocument/2006/relationships/image" Target="../media/image179.png"/><Relationship Id="rId50" Type="http://schemas.openxmlformats.org/officeDocument/2006/relationships/image" Target="../media/image164.png"/><Relationship Id="rId55" Type="http://schemas.openxmlformats.org/officeDocument/2006/relationships/customXml" Target="../ink/ink194.xml"/><Relationship Id="rId76" Type="http://schemas.openxmlformats.org/officeDocument/2006/relationships/image" Target="../media/image175.png"/><Relationship Id="rId97" Type="http://schemas.openxmlformats.org/officeDocument/2006/relationships/customXml" Target="../ink/ink216.xml"/><Relationship Id="rId7" Type="http://schemas.openxmlformats.org/officeDocument/2006/relationships/image" Target="../media/image178.png"/><Relationship Id="rId71" Type="http://schemas.openxmlformats.org/officeDocument/2006/relationships/customXml" Target="../ink/ink203.xml"/><Relationship Id="rId92" Type="http://schemas.openxmlformats.org/officeDocument/2006/relationships/image" Target="../media/image190.png"/><Relationship Id="rId2" Type="http://schemas.openxmlformats.org/officeDocument/2006/relationships/customXml" Target="../ink/ink161.xml"/><Relationship Id="rId29" Type="http://schemas.openxmlformats.org/officeDocument/2006/relationships/customXml" Target="../ink/ink181.xml"/><Relationship Id="rId24" Type="http://schemas.openxmlformats.org/officeDocument/2006/relationships/image" Target="../media/image148.png"/><Relationship Id="rId40" Type="http://schemas.openxmlformats.org/officeDocument/2006/relationships/image" Target="../media/image159.png"/><Relationship Id="rId45" Type="http://schemas.openxmlformats.org/officeDocument/2006/relationships/customXml" Target="../ink/ink189.xml"/><Relationship Id="rId66" Type="http://schemas.openxmlformats.org/officeDocument/2006/relationships/image" Target="../media/image170.png"/><Relationship Id="rId87" Type="http://schemas.openxmlformats.org/officeDocument/2006/relationships/customXml" Target="../ink/ink211.xml"/><Relationship Id="rId61" Type="http://schemas.openxmlformats.org/officeDocument/2006/relationships/customXml" Target="../ink/ink198.xml"/><Relationship Id="rId82" Type="http://schemas.openxmlformats.org/officeDocument/2006/relationships/image" Target="../media/image183.png"/><Relationship Id="rId19" Type="http://schemas.openxmlformats.org/officeDocument/2006/relationships/customXml" Target="../ink/ink173.xml"/><Relationship Id="rId14" Type="http://schemas.openxmlformats.org/officeDocument/2006/relationships/customXml" Target="../ink/ink169.xml"/><Relationship Id="rId30" Type="http://schemas.openxmlformats.org/officeDocument/2006/relationships/image" Target="../media/image153.png"/><Relationship Id="rId35" Type="http://schemas.openxmlformats.org/officeDocument/2006/relationships/customXml" Target="../ink/ink184.xml"/><Relationship Id="rId56" Type="http://schemas.openxmlformats.org/officeDocument/2006/relationships/image" Target="../media/image181.png"/><Relationship Id="rId77" Type="http://schemas.openxmlformats.org/officeDocument/2006/relationships/customXml" Target="../ink/ink206.xml"/><Relationship Id="rId8" Type="http://schemas.openxmlformats.org/officeDocument/2006/relationships/customXml" Target="../ink/ink164.xml"/><Relationship Id="rId51" Type="http://schemas.openxmlformats.org/officeDocument/2006/relationships/customXml" Target="../ink/ink192.xml"/><Relationship Id="rId72" Type="http://schemas.openxmlformats.org/officeDocument/2006/relationships/image" Target="../media/image173.png"/><Relationship Id="rId93" Type="http://schemas.openxmlformats.org/officeDocument/2006/relationships/customXml" Target="../ink/ink214.xml"/><Relationship Id="rId98" Type="http://schemas.openxmlformats.org/officeDocument/2006/relationships/image" Target="../media/image193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2.xml"/><Relationship Id="rId21" Type="http://schemas.openxmlformats.org/officeDocument/2006/relationships/customXml" Target="../ink/ink231.xml"/><Relationship Id="rId42" Type="http://schemas.openxmlformats.org/officeDocument/2006/relationships/image" Target="../media/image160.png"/><Relationship Id="rId63" Type="http://schemas.openxmlformats.org/officeDocument/2006/relationships/customXml" Target="../ink/ink255.xml"/><Relationship Id="rId84" Type="http://schemas.openxmlformats.org/officeDocument/2006/relationships/image" Target="../media/image184.png"/><Relationship Id="rId138" Type="http://schemas.openxmlformats.org/officeDocument/2006/relationships/image" Target="../media/image217.png"/><Relationship Id="rId107" Type="http://schemas.openxmlformats.org/officeDocument/2006/relationships/customXml" Target="../ink/ink277.xml"/><Relationship Id="rId11" Type="http://schemas.openxmlformats.org/officeDocument/2006/relationships/customXml" Target="../ink/ink223.xml"/><Relationship Id="rId32" Type="http://schemas.openxmlformats.org/officeDocument/2006/relationships/image" Target="../media/image154.png"/><Relationship Id="rId53" Type="http://schemas.openxmlformats.org/officeDocument/2006/relationships/customXml" Target="../ink/ink249.xml"/><Relationship Id="rId74" Type="http://schemas.openxmlformats.org/officeDocument/2006/relationships/image" Target="../media/image174.png"/><Relationship Id="rId128" Type="http://schemas.openxmlformats.org/officeDocument/2006/relationships/image" Target="../media/image212.png"/><Relationship Id="rId149" Type="http://schemas.openxmlformats.org/officeDocument/2006/relationships/customXml" Target="../ink/ink298.xml"/><Relationship Id="rId5" Type="http://schemas.openxmlformats.org/officeDocument/2006/relationships/image" Target="../media/image144.png"/><Relationship Id="rId95" Type="http://schemas.openxmlformats.org/officeDocument/2006/relationships/customXml" Target="../ink/ink271.xml"/><Relationship Id="rId22" Type="http://schemas.openxmlformats.org/officeDocument/2006/relationships/customXml" Target="../ink/ink232.xml"/><Relationship Id="rId27" Type="http://schemas.openxmlformats.org/officeDocument/2006/relationships/customXml" Target="../ink/ink236.xml"/><Relationship Id="rId43" Type="http://schemas.openxmlformats.org/officeDocument/2006/relationships/customXml" Target="../ink/ink244.xml"/><Relationship Id="rId48" Type="http://schemas.openxmlformats.org/officeDocument/2006/relationships/image" Target="../media/image163.png"/><Relationship Id="rId64" Type="http://schemas.openxmlformats.org/officeDocument/2006/relationships/image" Target="../media/image169.png"/><Relationship Id="rId69" Type="http://schemas.openxmlformats.org/officeDocument/2006/relationships/customXml" Target="../ink/ink258.xml"/><Relationship Id="rId113" Type="http://schemas.openxmlformats.org/officeDocument/2006/relationships/customXml" Target="../ink/ink280.xml"/><Relationship Id="rId118" Type="http://schemas.openxmlformats.org/officeDocument/2006/relationships/image" Target="../media/image207.png"/><Relationship Id="rId134" Type="http://schemas.openxmlformats.org/officeDocument/2006/relationships/image" Target="../media/image215.png"/><Relationship Id="rId139" Type="http://schemas.openxmlformats.org/officeDocument/2006/relationships/customXml" Target="../ink/ink293.xml"/><Relationship Id="rId80" Type="http://schemas.openxmlformats.org/officeDocument/2006/relationships/image" Target="../media/image182.png"/><Relationship Id="rId85" Type="http://schemas.openxmlformats.org/officeDocument/2006/relationships/customXml" Target="../ink/ink266.xml"/><Relationship Id="rId150" Type="http://schemas.openxmlformats.org/officeDocument/2006/relationships/image" Target="../media/image223.png"/><Relationship Id="rId12" Type="http://schemas.openxmlformats.org/officeDocument/2006/relationships/customXml" Target="../ink/ink224.xml"/><Relationship Id="rId17" Type="http://schemas.openxmlformats.org/officeDocument/2006/relationships/customXml" Target="../ink/ink227.xml"/><Relationship Id="rId33" Type="http://schemas.openxmlformats.org/officeDocument/2006/relationships/customXml" Target="../ink/ink239.xml"/><Relationship Id="rId38" Type="http://schemas.openxmlformats.org/officeDocument/2006/relationships/image" Target="../media/image158.png"/><Relationship Id="rId59" Type="http://schemas.openxmlformats.org/officeDocument/2006/relationships/customXml" Target="../ink/ink253.xml"/><Relationship Id="rId103" Type="http://schemas.openxmlformats.org/officeDocument/2006/relationships/customXml" Target="../ink/ink275.xml"/><Relationship Id="rId108" Type="http://schemas.openxmlformats.org/officeDocument/2006/relationships/image" Target="../media/image202.png"/><Relationship Id="rId124" Type="http://schemas.openxmlformats.org/officeDocument/2006/relationships/image" Target="../media/image210.png"/><Relationship Id="rId129" Type="http://schemas.openxmlformats.org/officeDocument/2006/relationships/customXml" Target="../ink/ink288.xml"/><Relationship Id="rId54" Type="http://schemas.openxmlformats.org/officeDocument/2006/relationships/image" Target="../media/image180.png"/><Relationship Id="rId70" Type="http://schemas.openxmlformats.org/officeDocument/2006/relationships/image" Target="../media/image172.png"/><Relationship Id="rId75" Type="http://schemas.openxmlformats.org/officeDocument/2006/relationships/customXml" Target="../ink/ink261.xml"/><Relationship Id="rId91" Type="http://schemas.openxmlformats.org/officeDocument/2006/relationships/customXml" Target="../ink/ink269.xml"/><Relationship Id="rId96" Type="http://schemas.openxmlformats.org/officeDocument/2006/relationships/image" Target="../media/image196.png"/><Relationship Id="rId140" Type="http://schemas.openxmlformats.org/officeDocument/2006/relationships/image" Target="../media/image218.png"/><Relationship Id="rId145" Type="http://schemas.openxmlformats.org/officeDocument/2006/relationships/customXml" Target="../ink/ink2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9.xml"/><Relationship Id="rId23" Type="http://schemas.openxmlformats.org/officeDocument/2006/relationships/customXml" Target="../ink/ink233.xml"/><Relationship Id="rId28" Type="http://schemas.openxmlformats.org/officeDocument/2006/relationships/image" Target="../media/image149.png"/><Relationship Id="rId49" Type="http://schemas.openxmlformats.org/officeDocument/2006/relationships/customXml" Target="../ink/ink247.xml"/><Relationship Id="rId114" Type="http://schemas.openxmlformats.org/officeDocument/2006/relationships/image" Target="../media/image205.png"/><Relationship Id="rId119" Type="http://schemas.openxmlformats.org/officeDocument/2006/relationships/customXml" Target="../ink/ink283.xml"/><Relationship Id="rId44" Type="http://schemas.openxmlformats.org/officeDocument/2006/relationships/image" Target="../media/image161.png"/><Relationship Id="rId60" Type="http://schemas.openxmlformats.org/officeDocument/2006/relationships/image" Target="../media/image167.png"/><Relationship Id="rId65" Type="http://schemas.openxmlformats.org/officeDocument/2006/relationships/customXml" Target="../ink/ink256.xml"/><Relationship Id="rId81" Type="http://schemas.openxmlformats.org/officeDocument/2006/relationships/customXml" Target="../ink/ink264.xml"/><Relationship Id="rId86" Type="http://schemas.openxmlformats.org/officeDocument/2006/relationships/image" Target="../media/image185.png"/><Relationship Id="rId130" Type="http://schemas.openxmlformats.org/officeDocument/2006/relationships/image" Target="../media/image213.png"/><Relationship Id="rId135" Type="http://schemas.openxmlformats.org/officeDocument/2006/relationships/customXml" Target="../ink/ink291.xml"/><Relationship Id="rId151" Type="http://schemas.openxmlformats.org/officeDocument/2006/relationships/customXml" Target="../ink/ink299.xml"/><Relationship Id="rId13" Type="http://schemas.openxmlformats.org/officeDocument/2006/relationships/image" Target="../media/image145.png"/><Relationship Id="rId18" Type="http://schemas.openxmlformats.org/officeDocument/2006/relationships/customXml" Target="../ink/ink228.xml"/><Relationship Id="rId39" Type="http://schemas.openxmlformats.org/officeDocument/2006/relationships/customXml" Target="../ink/ink242.xml"/><Relationship Id="rId109" Type="http://schemas.openxmlformats.org/officeDocument/2006/relationships/customXml" Target="../ink/ink278.xml"/><Relationship Id="rId34" Type="http://schemas.openxmlformats.org/officeDocument/2006/relationships/image" Target="../media/image179.png"/><Relationship Id="rId50" Type="http://schemas.openxmlformats.org/officeDocument/2006/relationships/image" Target="../media/image164.png"/><Relationship Id="rId55" Type="http://schemas.openxmlformats.org/officeDocument/2006/relationships/customXml" Target="../ink/ink250.xml"/><Relationship Id="rId76" Type="http://schemas.openxmlformats.org/officeDocument/2006/relationships/image" Target="../media/image175.png"/><Relationship Id="rId97" Type="http://schemas.openxmlformats.org/officeDocument/2006/relationships/customXml" Target="../ink/ink272.xml"/><Relationship Id="rId104" Type="http://schemas.openxmlformats.org/officeDocument/2006/relationships/image" Target="../media/image200.png"/><Relationship Id="rId120" Type="http://schemas.openxmlformats.org/officeDocument/2006/relationships/image" Target="../media/image208.png"/><Relationship Id="rId125" Type="http://schemas.openxmlformats.org/officeDocument/2006/relationships/customXml" Target="../ink/ink286.xml"/><Relationship Id="rId141" Type="http://schemas.openxmlformats.org/officeDocument/2006/relationships/customXml" Target="../ink/ink294.xml"/><Relationship Id="rId146" Type="http://schemas.openxmlformats.org/officeDocument/2006/relationships/image" Target="../media/image221.png"/><Relationship Id="rId7" Type="http://schemas.openxmlformats.org/officeDocument/2006/relationships/image" Target="../media/image178.png"/><Relationship Id="rId71" Type="http://schemas.openxmlformats.org/officeDocument/2006/relationships/customXml" Target="../ink/ink259.xml"/><Relationship Id="rId92" Type="http://schemas.openxmlformats.org/officeDocument/2006/relationships/image" Target="../media/image194.png"/><Relationship Id="rId2" Type="http://schemas.openxmlformats.org/officeDocument/2006/relationships/customXml" Target="../ink/ink217.xml"/><Relationship Id="rId29" Type="http://schemas.openxmlformats.org/officeDocument/2006/relationships/customXml" Target="../ink/ink237.xml"/><Relationship Id="rId24" Type="http://schemas.openxmlformats.org/officeDocument/2006/relationships/image" Target="../media/image148.png"/><Relationship Id="rId40" Type="http://schemas.openxmlformats.org/officeDocument/2006/relationships/image" Target="../media/image159.png"/><Relationship Id="rId45" Type="http://schemas.openxmlformats.org/officeDocument/2006/relationships/customXml" Target="../ink/ink245.xml"/><Relationship Id="rId66" Type="http://schemas.openxmlformats.org/officeDocument/2006/relationships/image" Target="../media/image170.png"/><Relationship Id="rId87" Type="http://schemas.openxmlformats.org/officeDocument/2006/relationships/customXml" Target="../ink/ink267.xml"/><Relationship Id="rId110" Type="http://schemas.openxmlformats.org/officeDocument/2006/relationships/image" Target="../media/image203.png"/><Relationship Id="rId115" Type="http://schemas.openxmlformats.org/officeDocument/2006/relationships/customXml" Target="../ink/ink281.xml"/><Relationship Id="rId131" Type="http://schemas.openxmlformats.org/officeDocument/2006/relationships/customXml" Target="../ink/ink289.xml"/><Relationship Id="rId136" Type="http://schemas.openxmlformats.org/officeDocument/2006/relationships/image" Target="../media/image216.png"/><Relationship Id="rId61" Type="http://schemas.openxmlformats.org/officeDocument/2006/relationships/customXml" Target="../ink/ink254.xml"/><Relationship Id="rId82" Type="http://schemas.openxmlformats.org/officeDocument/2006/relationships/image" Target="../media/image183.png"/><Relationship Id="rId152" Type="http://schemas.openxmlformats.org/officeDocument/2006/relationships/image" Target="../media/image224.png"/><Relationship Id="rId19" Type="http://schemas.openxmlformats.org/officeDocument/2006/relationships/customXml" Target="../ink/ink229.xml"/><Relationship Id="rId14" Type="http://schemas.openxmlformats.org/officeDocument/2006/relationships/customXml" Target="../ink/ink225.xml"/><Relationship Id="rId30" Type="http://schemas.openxmlformats.org/officeDocument/2006/relationships/image" Target="../media/image153.png"/><Relationship Id="rId35" Type="http://schemas.openxmlformats.org/officeDocument/2006/relationships/customXml" Target="../ink/ink240.xml"/><Relationship Id="rId56" Type="http://schemas.openxmlformats.org/officeDocument/2006/relationships/image" Target="../media/image181.png"/><Relationship Id="rId77" Type="http://schemas.openxmlformats.org/officeDocument/2006/relationships/customXml" Target="../ink/ink262.xml"/><Relationship Id="rId100" Type="http://schemas.openxmlformats.org/officeDocument/2006/relationships/image" Target="../media/image198.png"/><Relationship Id="rId105" Type="http://schemas.openxmlformats.org/officeDocument/2006/relationships/customXml" Target="../ink/ink276.xml"/><Relationship Id="rId126" Type="http://schemas.openxmlformats.org/officeDocument/2006/relationships/image" Target="../media/image211.png"/><Relationship Id="rId147" Type="http://schemas.openxmlformats.org/officeDocument/2006/relationships/customXml" Target="../ink/ink297.xml"/><Relationship Id="rId8" Type="http://schemas.openxmlformats.org/officeDocument/2006/relationships/customXml" Target="../ink/ink220.xml"/><Relationship Id="rId51" Type="http://schemas.openxmlformats.org/officeDocument/2006/relationships/customXml" Target="../ink/ink248.xml"/><Relationship Id="rId72" Type="http://schemas.openxmlformats.org/officeDocument/2006/relationships/image" Target="../media/image173.png"/><Relationship Id="rId93" Type="http://schemas.openxmlformats.org/officeDocument/2006/relationships/customXml" Target="../ink/ink270.xml"/><Relationship Id="rId98" Type="http://schemas.openxmlformats.org/officeDocument/2006/relationships/image" Target="../media/image197.png"/><Relationship Id="rId121" Type="http://schemas.openxmlformats.org/officeDocument/2006/relationships/customXml" Target="../ink/ink284.xml"/><Relationship Id="rId142" Type="http://schemas.openxmlformats.org/officeDocument/2006/relationships/image" Target="../media/image219.png"/><Relationship Id="rId3" Type="http://schemas.openxmlformats.org/officeDocument/2006/relationships/image" Target="../media/image177.png"/><Relationship Id="rId25" Type="http://schemas.openxmlformats.org/officeDocument/2006/relationships/customXml" Target="../ink/ink234.xml"/><Relationship Id="rId46" Type="http://schemas.openxmlformats.org/officeDocument/2006/relationships/image" Target="../media/image162.png"/><Relationship Id="rId67" Type="http://schemas.openxmlformats.org/officeDocument/2006/relationships/customXml" Target="../ink/ink257.xml"/><Relationship Id="rId116" Type="http://schemas.openxmlformats.org/officeDocument/2006/relationships/image" Target="../media/image206.png"/><Relationship Id="rId137" Type="http://schemas.openxmlformats.org/officeDocument/2006/relationships/customXml" Target="../ink/ink292.xml"/><Relationship Id="rId20" Type="http://schemas.openxmlformats.org/officeDocument/2006/relationships/customXml" Target="../ink/ink230.xml"/><Relationship Id="rId41" Type="http://schemas.openxmlformats.org/officeDocument/2006/relationships/customXml" Target="../ink/ink243.xml"/><Relationship Id="rId62" Type="http://schemas.openxmlformats.org/officeDocument/2006/relationships/image" Target="../media/image168.png"/><Relationship Id="rId83" Type="http://schemas.openxmlformats.org/officeDocument/2006/relationships/customXml" Target="../ink/ink265.xml"/><Relationship Id="rId88" Type="http://schemas.openxmlformats.org/officeDocument/2006/relationships/image" Target="../media/image186.png"/><Relationship Id="rId111" Type="http://schemas.openxmlformats.org/officeDocument/2006/relationships/customXml" Target="../ink/ink279.xml"/><Relationship Id="rId132" Type="http://schemas.openxmlformats.org/officeDocument/2006/relationships/image" Target="../media/image214.png"/><Relationship Id="rId153" Type="http://schemas.openxmlformats.org/officeDocument/2006/relationships/customXml" Target="../ink/ink300.xml"/><Relationship Id="rId15" Type="http://schemas.openxmlformats.org/officeDocument/2006/relationships/customXml" Target="../ink/ink226.xml"/><Relationship Id="rId36" Type="http://schemas.openxmlformats.org/officeDocument/2006/relationships/image" Target="../media/image156.png"/><Relationship Id="rId57" Type="http://schemas.openxmlformats.org/officeDocument/2006/relationships/customXml" Target="../ink/ink251.xml"/><Relationship Id="rId106" Type="http://schemas.openxmlformats.org/officeDocument/2006/relationships/image" Target="../media/image201.png"/><Relationship Id="rId127" Type="http://schemas.openxmlformats.org/officeDocument/2006/relationships/customXml" Target="../ink/ink287.xml"/><Relationship Id="rId10" Type="http://schemas.openxmlformats.org/officeDocument/2006/relationships/customXml" Target="../ink/ink222.xml"/><Relationship Id="rId31" Type="http://schemas.openxmlformats.org/officeDocument/2006/relationships/customXml" Target="../ink/ink238.xml"/><Relationship Id="rId52" Type="http://schemas.openxmlformats.org/officeDocument/2006/relationships/image" Target="../media/image165.png"/><Relationship Id="rId73" Type="http://schemas.openxmlformats.org/officeDocument/2006/relationships/customXml" Target="../ink/ink260.xml"/><Relationship Id="rId78" Type="http://schemas.openxmlformats.org/officeDocument/2006/relationships/image" Target="../media/image176.png"/><Relationship Id="rId94" Type="http://schemas.openxmlformats.org/officeDocument/2006/relationships/image" Target="../media/image195.png"/><Relationship Id="rId99" Type="http://schemas.openxmlformats.org/officeDocument/2006/relationships/customXml" Target="../ink/ink273.xml"/><Relationship Id="rId101" Type="http://schemas.openxmlformats.org/officeDocument/2006/relationships/customXml" Target="../ink/ink274.xml"/><Relationship Id="rId122" Type="http://schemas.openxmlformats.org/officeDocument/2006/relationships/image" Target="../media/image209.png"/><Relationship Id="rId143" Type="http://schemas.openxmlformats.org/officeDocument/2006/relationships/customXml" Target="../ink/ink295.xml"/><Relationship Id="rId148" Type="http://schemas.openxmlformats.org/officeDocument/2006/relationships/image" Target="../media/image222.png"/><Relationship Id="rId4" Type="http://schemas.openxmlformats.org/officeDocument/2006/relationships/customXml" Target="../ink/ink218.xml"/><Relationship Id="rId9" Type="http://schemas.openxmlformats.org/officeDocument/2006/relationships/customXml" Target="../ink/ink221.xml"/><Relationship Id="rId26" Type="http://schemas.openxmlformats.org/officeDocument/2006/relationships/customXml" Target="../ink/ink235.xml"/><Relationship Id="rId47" Type="http://schemas.openxmlformats.org/officeDocument/2006/relationships/customXml" Target="../ink/ink246.xml"/><Relationship Id="rId68" Type="http://schemas.openxmlformats.org/officeDocument/2006/relationships/image" Target="../media/image171.png"/><Relationship Id="rId89" Type="http://schemas.openxmlformats.org/officeDocument/2006/relationships/customXml" Target="../ink/ink268.xml"/><Relationship Id="rId112" Type="http://schemas.openxmlformats.org/officeDocument/2006/relationships/image" Target="../media/image204.png"/><Relationship Id="rId133" Type="http://schemas.openxmlformats.org/officeDocument/2006/relationships/customXml" Target="../ink/ink290.xml"/><Relationship Id="rId154" Type="http://schemas.openxmlformats.org/officeDocument/2006/relationships/image" Target="../media/image225.png"/><Relationship Id="rId16" Type="http://schemas.openxmlformats.org/officeDocument/2006/relationships/image" Target="../media/image147.png"/><Relationship Id="rId37" Type="http://schemas.openxmlformats.org/officeDocument/2006/relationships/customXml" Target="../ink/ink241.xml"/><Relationship Id="rId58" Type="http://schemas.openxmlformats.org/officeDocument/2006/relationships/customXml" Target="../ink/ink252.xml"/><Relationship Id="rId79" Type="http://schemas.openxmlformats.org/officeDocument/2006/relationships/customXml" Target="../ink/ink263.xml"/><Relationship Id="rId102" Type="http://schemas.openxmlformats.org/officeDocument/2006/relationships/image" Target="../media/image199.png"/><Relationship Id="rId123" Type="http://schemas.openxmlformats.org/officeDocument/2006/relationships/customXml" Target="../ink/ink285.xml"/><Relationship Id="rId144" Type="http://schemas.openxmlformats.org/officeDocument/2006/relationships/image" Target="../media/image220.png"/><Relationship Id="rId90" Type="http://schemas.openxmlformats.org/officeDocument/2006/relationships/image" Target="../media/image187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9.xml"/><Relationship Id="rId117" Type="http://schemas.openxmlformats.org/officeDocument/2006/relationships/customXml" Target="../ink/ink366.xml"/><Relationship Id="rId21" Type="http://schemas.openxmlformats.org/officeDocument/2006/relationships/customXml" Target="../ink/ink315.xml"/><Relationship Id="rId42" Type="http://schemas.openxmlformats.org/officeDocument/2006/relationships/image" Target="../media/image160.png"/><Relationship Id="rId47" Type="http://schemas.openxmlformats.org/officeDocument/2006/relationships/customXml" Target="../ink/ink330.xml"/><Relationship Id="rId63" Type="http://schemas.openxmlformats.org/officeDocument/2006/relationships/customXml" Target="../ink/ink339.xml"/><Relationship Id="rId68" Type="http://schemas.openxmlformats.org/officeDocument/2006/relationships/image" Target="../media/image171.png"/><Relationship Id="rId84" Type="http://schemas.openxmlformats.org/officeDocument/2006/relationships/image" Target="../media/image184.png"/><Relationship Id="rId89" Type="http://schemas.openxmlformats.org/officeDocument/2006/relationships/customXml" Target="../ink/ink352.xml"/><Relationship Id="rId112" Type="http://schemas.openxmlformats.org/officeDocument/2006/relationships/image" Target="../media/image234.png"/><Relationship Id="rId16" Type="http://schemas.openxmlformats.org/officeDocument/2006/relationships/image" Target="../media/image147.png"/><Relationship Id="rId107" Type="http://schemas.openxmlformats.org/officeDocument/2006/relationships/customXml" Target="../ink/ink361.xml"/><Relationship Id="rId11" Type="http://schemas.openxmlformats.org/officeDocument/2006/relationships/customXml" Target="../ink/ink307.xml"/><Relationship Id="rId32" Type="http://schemas.openxmlformats.org/officeDocument/2006/relationships/image" Target="../media/image154.png"/><Relationship Id="rId37" Type="http://schemas.openxmlformats.org/officeDocument/2006/relationships/customXml" Target="../ink/ink325.xml"/><Relationship Id="rId53" Type="http://schemas.openxmlformats.org/officeDocument/2006/relationships/customXml" Target="../ink/ink333.xml"/><Relationship Id="rId58" Type="http://schemas.openxmlformats.org/officeDocument/2006/relationships/customXml" Target="../ink/ink336.xml"/><Relationship Id="rId74" Type="http://schemas.openxmlformats.org/officeDocument/2006/relationships/image" Target="../media/image174.png"/><Relationship Id="rId79" Type="http://schemas.openxmlformats.org/officeDocument/2006/relationships/customXml" Target="../ink/ink347.xml"/><Relationship Id="rId102" Type="http://schemas.openxmlformats.org/officeDocument/2006/relationships/image" Target="../media/image229.png"/><Relationship Id="rId123" Type="http://schemas.openxmlformats.org/officeDocument/2006/relationships/customXml" Target="../ink/ink369.xml"/><Relationship Id="rId5" Type="http://schemas.openxmlformats.org/officeDocument/2006/relationships/image" Target="../media/image144.png"/><Relationship Id="rId90" Type="http://schemas.openxmlformats.org/officeDocument/2006/relationships/image" Target="../media/image187.png"/><Relationship Id="rId95" Type="http://schemas.openxmlformats.org/officeDocument/2006/relationships/customXml" Target="../ink/ink355.xml"/><Relationship Id="rId22" Type="http://schemas.openxmlformats.org/officeDocument/2006/relationships/customXml" Target="../ink/ink316.xml"/><Relationship Id="rId27" Type="http://schemas.openxmlformats.org/officeDocument/2006/relationships/customXml" Target="../ink/ink320.xml"/><Relationship Id="rId43" Type="http://schemas.openxmlformats.org/officeDocument/2006/relationships/customXml" Target="../ink/ink328.xml"/><Relationship Id="rId48" Type="http://schemas.openxmlformats.org/officeDocument/2006/relationships/image" Target="../media/image163.png"/><Relationship Id="rId64" Type="http://schemas.openxmlformats.org/officeDocument/2006/relationships/image" Target="../media/image169.png"/><Relationship Id="rId69" Type="http://schemas.openxmlformats.org/officeDocument/2006/relationships/customXml" Target="../ink/ink342.xml"/><Relationship Id="rId113" Type="http://schemas.openxmlformats.org/officeDocument/2006/relationships/customXml" Target="../ink/ink364.xml"/><Relationship Id="rId118" Type="http://schemas.openxmlformats.org/officeDocument/2006/relationships/image" Target="../media/image237.png"/><Relationship Id="rId80" Type="http://schemas.openxmlformats.org/officeDocument/2006/relationships/image" Target="../media/image182.png"/><Relationship Id="rId85" Type="http://schemas.openxmlformats.org/officeDocument/2006/relationships/customXml" Target="../ink/ink350.xml"/><Relationship Id="rId12" Type="http://schemas.openxmlformats.org/officeDocument/2006/relationships/customXml" Target="../ink/ink308.xml"/><Relationship Id="rId17" Type="http://schemas.openxmlformats.org/officeDocument/2006/relationships/customXml" Target="../ink/ink311.xml"/><Relationship Id="rId33" Type="http://schemas.openxmlformats.org/officeDocument/2006/relationships/customXml" Target="../ink/ink323.xml"/><Relationship Id="rId38" Type="http://schemas.openxmlformats.org/officeDocument/2006/relationships/image" Target="../media/image158.png"/><Relationship Id="rId59" Type="http://schemas.openxmlformats.org/officeDocument/2006/relationships/customXml" Target="../ink/ink337.xml"/><Relationship Id="rId103" Type="http://schemas.openxmlformats.org/officeDocument/2006/relationships/customXml" Target="../ink/ink359.xml"/><Relationship Id="rId108" Type="http://schemas.openxmlformats.org/officeDocument/2006/relationships/image" Target="../media/image232.png"/><Relationship Id="rId124" Type="http://schemas.openxmlformats.org/officeDocument/2006/relationships/image" Target="../media/image240.png"/><Relationship Id="rId54" Type="http://schemas.openxmlformats.org/officeDocument/2006/relationships/image" Target="../media/image180.png"/><Relationship Id="rId70" Type="http://schemas.openxmlformats.org/officeDocument/2006/relationships/image" Target="../media/image172.png"/><Relationship Id="rId75" Type="http://schemas.openxmlformats.org/officeDocument/2006/relationships/customXml" Target="../ink/ink345.xml"/><Relationship Id="rId91" Type="http://schemas.openxmlformats.org/officeDocument/2006/relationships/customXml" Target="../ink/ink353.xml"/><Relationship Id="rId96" Type="http://schemas.openxmlformats.org/officeDocument/2006/relationships/image" Target="../media/image22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3.xml"/><Relationship Id="rId23" Type="http://schemas.openxmlformats.org/officeDocument/2006/relationships/customXml" Target="../ink/ink317.xml"/><Relationship Id="rId28" Type="http://schemas.openxmlformats.org/officeDocument/2006/relationships/image" Target="../media/image149.png"/><Relationship Id="rId49" Type="http://schemas.openxmlformats.org/officeDocument/2006/relationships/customXml" Target="../ink/ink331.xml"/><Relationship Id="rId114" Type="http://schemas.openxmlformats.org/officeDocument/2006/relationships/image" Target="../media/image235.png"/><Relationship Id="rId119" Type="http://schemas.openxmlformats.org/officeDocument/2006/relationships/customXml" Target="../ink/ink367.xml"/><Relationship Id="rId44" Type="http://schemas.openxmlformats.org/officeDocument/2006/relationships/image" Target="../media/image161.png"/><Relationship Id="rId60" Type="http://schemas.openxmlformats.org/officeDocument/2006/relationships/image" Target="../media/image167.png"/><Relationship Id="rId65" Type="http://schemas.openxmlformats.org/officeDocument/2006/relationships/customXml" Target="../ink/ink340.xml"/><Relationship Id="rId81" Type="http://schemas.openxmlformats.org/officeDocument/2006/relationships/customXml" Target="../ink/ink348.xml"/><Relationship Id="rId86" Type="http://schemas.openxmlformats.org/officeDocument/2006/relationships/image" Target="../media/image185.png"/><Relationship Id="rId4" Type="http://schemas.openxmlformats.org/officeDocument/2006/relationships/customXml" Target="../ink/ink302.xml"/><Relationship Id="rId9" Type="http://schemas.openxmlformats.org/officeDocument/2006/relationships/customXml" Target="../ink/ink305.xml"/><Relationship Id="rId13" Type="http://schemas.openxmlformats.org/officeDocument/2006/relationships/image" Target="../media/image145.png"/><Relationship Id="rId18" Type="http://schemas.openxmlformats.org/officeDocument/2006/relationships/customXml" Target="../ink/ink312.xml"/><Relationship Id="rId39" Type="http://schemas.openxmlformats.org/officeDocument/2006/relationships/customXml" Target="../ink/ink326.xml"/><Relationship Id="rId109" Type="http://schemas.openxmlformats.org/officeDocument/2006/relationships/customXml" Target="../ink/ink362.xml"/><Relationship Id="rId34" Type="http://schemas.openxmlformats.org/officeDocument/2006/relationships/image" Target="../media/image179.png"/><Relationship Id="rId50" Type="http://schemas.openxmlformats.org/officeDocument/2006/relationships/image" Target="../media/image164.png"/><Relationship Id="rId55" Type="http://schemas.openxmlformats.org/officeDocument/2006/relationships/customXml" Target="../ink/ink334.xml"/><Relationship Id="rId76" Type="http://schemas.openxmlformats.org/officeDocument/2006/relationships/image" Target="../media/image175.png"/><Relationship Id="rId97" Type="http://schemas.openxmlformats.org/officeDocument/2006/relationships/customXml" Target="../ink/ink356.xml"/><Relationship Id="rId104" Type="http://schemas.openxmlformats.org/officeDocument/2006/relationships/image" Target="../media/image230.png"/><Relationship Id="rId120" Type="http://schemas.openxmlformats.org/officeDocument/2006/relationships/image" Target="../media/image238.png"/><Relationship Id="rId7" Type="http://schemas.openxmlformats.org/officeDocument/2006/relationships/image" Target="../media/image178.png"/><Relationship Id="rId71" Type="http://schemas.openxmlformats.org/officeDocument/2006/relationships/customXml" Target="../ink/ink343.xml"/><Relationship Id="rId92" Type="http://schemas.openxmlformats.org/officeDocument/2006/relationships/image" Target="../media/image194.png"/><Relationship Id="rId2" Type="http://schemas.openxmlformats.org/officeDocument/2006/relationships/customXml" Target="../ink/ink301.xml"/><Relationship Id="rId29" Type="http://schemas.openxmlformats.org/officeDocument/2006/relationships/customXml" Target="../ink/ink321.xml"/><Relationship Id="rId24" Type="http://schemas.openxmlformats.org/officeDocument/2006/relationships/image" Target="../media/image148.png"/><Relationship Id="rId40" Type="http://schemas.openxmlformats.org/officeDocument/2006/relationships/image" Target="../media/image159.png"/><Relationship Id="rId45" Type="http://schemas.openxmlformats.org/officeDocument/2006/relationships/customXml" Target="../ink/ink329.xml"/><Relationship Id="rId66" Type="http://schemas.openxmlformats.org/officeDocument/2006/relationships/image" Target="../media/image170.png"/><Relationship Id="rId87" Type="http://schemas.openxmlformats.org/officeDocument/2006/relationships/customXml" Target="../ink/ink351.xml"/><Relationship Id="rId110" Type="http://schemas.openxmlformats.org/officeDocument/2006/relationships/image" Target="../media/image233.png"/><Relationship Id="rId115" Type="http://schemas.openxmlformats.org/officeDocument/2006/relationships/customXml" Target="../ink/ink365.xml"/><Relationship Id="rId61" Type="http://schemas.openxmlformats.org/officeDocument/2006/relationships/customXml" Target="../ink/ink338.xml"/><Relationship Id="rId82" Type="http://schemas.openxmlformats.org/officeDocument/2006/relationships/image" Target="../media/image183.png"/><Relationship Id="rId19" Type="http://schemas.openxmlformats.org/officeDocument/2006/relationships/customXml" Target="../ink/ink313.xml"/><Relationship Id="rId14" Type="http://schemas.openxmlformats.org/officeDocument/2006/relationships/customXml" Target="../ink/ink309.xml"/><Relationship Id="rId30" Type="http://schemas.openxmlformats.org/officeDocument/2006/relationships/image" Target="../media/image153.png"/><Relationship Id="rId35" Type="http://schemas.openxmlformats.org/officeDocument/2006/relationships/customXml" Target="../ink/ink324.xml"/><Relationship Id="rId56" Type="http://schemas.openxmlformats.org/officeDocument/2006/relationships/image" Target="../media/image181.png"/><Relationship Id="rId77" Type="http://schemas.openxmlformats.org/officeDocument/2006/relationships/customXml" Target="../ink/ink346.xml"/><Relationship Id="rId100" Type="http://schemas.openxmlformats.org/officeDocument/2006/relationships/image" Target="../media/image228.png"/><Relationship Id="rId105" Type="http://schemas.openxmlformats.org/officeDocument/2006/relationships/customXml" Target="../ink/ink360.xml"/><Relationship Id="rId8" Type="http://schemas.openxmlformats.org/officeDocument/2006/relationships/customXml" Target="../ink/ink304.xml"/><Relationship Id="rId51" Type="http://schemas.openxmlformats.org/officeDocument/2006/relationships/customXml" Target="../ink/ink332.xml"/><Relationship Id="rId72" Type="http://schemas.openxmlformats.org/officeDocument/2006/relationships/image" Target="../media/image173.png"/><Relationship Id="rId93" Type="http://schemas.openxmlformats.org/officeDocument/2006/relationships/customXml" Target="../ink/ink354.xml"/><Relationship Id="rId98" Type="http://schemas.openxmlformats.org/officeDocument/2006/relationships/image" Target="../media/image227.png"/><Relationship Id="rId121" Type="http://schemas.openxmlformats.org/officeDocument/2006/relationships/customXml" Target="../ink/ink368.xml"/><Relationship Id="rId3" Type="http://schemas.openxmlformats.org/officeDocument/2006/relationships/image" Target="../media/image177.png"/><Relationship Id="rId25" Type="http://schemas.openxmlformats.org/officeDocument/2006/relationships/customXml" Target="../ink/ink318.xml"/><Relationship Id="rId46" Type="http://schemas.openxmlformats.org/officeDocument/2006/relationships/image" Target="../media/image162.png"/><Relationship Id="rId67" Type="http://schemas.openxmlformats.org/officeDocument/2006/relationships/customXml" Target="../ink/ink341.xml"/><Relationship Id="rId116" Type="http://schemas.openxmlformats.org/officeDocument/2006/relationships/image" Target="../media/image236.png"/><Relationship Id="rId20" Type="http://schemas.openxmlformats.org/officeDocument/2006/relationships/customXml" Target="../ink/ink314.xml"/><Relationship Id="rId41" Type="http://schemas.openxmlformats.org/officeDocument/2006/relationships/customXml" Target="../ink/ink327.xml"/><Relationship Id="rId62" Type="http://schemas.openxmlformats.org/officeDocument/2006/relationships/image" Target="../media/image168.png"/><Relationship Id="rId83" Type="http://schemas.openxmlformats.org/officeDocument/2006/relationships/customXml" Target="../ink/ink349.xml"/><Relationship Id="rId88" Type="http://schemas.openxmlformats.org/officeDocument/2006/relationships/image" Target="../media/image186.png"/><Relationship Id="rId111" Type="http://schemas.openxmlformats.org/officeDocument/2006/relationships/customXml" Target="../ink/ink363.xml"/><Relationship Id="rId15" Type="http://schemas.openxmlformats.org/officeDocument/2006/relationships/customXml" Target="../ink/ink310.xml"/><Relationship Id="rId36" Type="http://schemas.openxmlformats.org/officeDocument/2006/relationships/image" Target="../media/image156.png"/><Relationship Id="rId57" Type="http://schemas.openxmlformats.org/officeDocument/2006/relationships/customXml" Target="../ink/ink335.xml"/><Relationship Id="rId106" Type="http://schemas.openxmlformats.org/officeDocument/2006/relationships/image" Target="../media/image231.png"/><Relationship Id="rId10" Type="http://schemas.openxmlformats.org/officeDocument/2006/relationships/customXml" Target="../ink/ink306.xml"/><Relationship Id="rId31" Type="http://schemas.openxmlformats.org/officeDocument/2006/relationships/customXml" Target="../ink/ink322.xml"/><Relationship Id="rId52" Type="http://schemas.openxmlformats.org/officeDocument/2006/relationships/image" Target="../media/image165.png"/><Relationship Id="rId73" Type="http://schemas.openxmlformats.org/officeDocument/2006/relationships/customXml" Target="../ink/ink344.xml"/><Relationship Id="rId78" Type="http://schemas.openxmlformats.org/officeDocument/2006/relationships/image" Target="../media/image176.png"/><Relationship Id="rId94" Type="http://schemas.openxmlformats.org/officeDocument/2006/relationships/image" Target="../media/image218.png"/><Relationship Id="rId99" Type="http://schemas.openxmlformats.org/officeDocument/2006/relationships/customXml" Target="../ink/ink357.xml"/><Relationship Id="rId101" Type="http://schemas.openxmlformats.org/officeDocument/2006/relationships/customXml" Target="../ink/ink358.xml"/><Relationship Id="rId122" Type="http://schemas.openxmlformats.org/officeDocument/2006/relationships/image" Target="../media/image239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88.xml"/><Relationship Id="rId117" Type="http://schemas.openxmlformats.org/officeDocument/2006/relationships/customXml" Target="../ink/ink435.xml"/><Relationship Id="rId21" Type="http://schemas.openxmlformats.org/officeDocument/2006/relationships/customXml" Target="../ink/ink384.xml"/><Relationship Id="rId42" Type="http://schemas.openxmlformats.org/officeDocument/2006/relationships/image" Target="../media/image160.png"/><Relationship Id="rId47" Type="http://schemas.openxmlformats.org/officeDocument/2006/relationships/customXml" Target="../ink/ink399.xml"/><Relationship Id="rId63" Type="http://schemas.openxmlformats.org/officeDocument/2006/relationships/customXml" Target="../ink/ink408.xml"/><Relationship Id="rId68" Type="http://schemas.openxmlformats.org/officeDocument/2006/relationships/image" Target="../media/image171.png"/><Relationship Id="rId84" Type="http://schemas.openxmlformats.org/officeDocument/2006/relationships/image" Target="../media/image184.png"/><Relationship Id="rId89" Type="http://schemas.openxmlformats.org/officeDocument/2006/relationships/customXml" Target="../ink/ink421.xml"/><Relationship Id="rId112" Type="http://schemas.openxmlformats.org/officeDocument/2006/relationships/image" Target="../media/image250.png"/><Relationship Id="rId16" Type="http://schemas.openxmlformats.org/officeDocument/2006/relationships/image" Target="../media/image147.png"/><Relationship Id="rId107" Type="http://schemas.openxmlformats.org/officeDocument/2006/relationships/customXml" Target="../ink/ink430.xml"/><Relationship Id="rId11" Type="http://schemas.openxmlformats.org/officeDocument/2006/relationships/customXml" Target="../ink/ink376.xml"/><Relationship Id="rId32" Type="http://schemas.openxmlformats.org/officeDocument/2006/relationships/image" Target="../media/image154.png"/><Relationship Id="rId37" Type="http://schemas.openxmlformats.org/officeDocument/2006/relationships/customXml" Target="../ink/ink394.xml"/><Relationship Id="rId53" Type="http://schemas.openxmlformats.org/officeDocument/2006/relationships/customXml" Target="../ink/ink402.xml"/><Relationship Id="rId58" Type="http://schemas.openxmlformats.org/officeDocument/2006/relationships/customXml" Target="../ink/ink405.xml"/><Relationship Id="rId74" Type="http://schemas.openxmlformats.org/officeDocument/2006/relationships/image" Target="../media/image174.png"/><Relationship Id="rId79" Type="http://schemas.openxmlformats.org/officeDocument/2006/relationships/customXml" Target="../ink/ink416.xml"/><Relationship Id="rId102" Type="http://schemas.openxmlformats.org/officeDocument/2006/relationships/image" Target="../media/image245.png"/><Relationship Id="rId5" Type="http://schemas.openxmlformats.org/officeDocument/2006/relationships/image" Target="../media/image144.png"/><Relationship Id="rId90" Type="http://schemas.openxmlformats.org/officeDocument/2006/relationships/image" Target="../media/image187.png"/><Relationship Id="rId95" Type="http://schemas.openxmlformats.org/officeDocument/2006/relationships/customXml" Target="../ink/ink424.xml"/><Relationship Id="rId22" Type="http://schemas.openxmlformats.org/officeDocument/2006/relationships/customXml" Target="../ink/ink385.xml"/><Relationship Id="rId27" Type="http://schemas.openxmlformats.org/officeDocument/2006/relationships/customXml" Target="../ink/ink389.xml"/><Relationship Id="rId43" Type="http://schemas.openxmlformats.org/officeDocument/2006/relationships/customXml" Target="../ink/ink397.xml"/><Relationship Id="rId48" Type="http://schemas.openxmlformats.org/officeDocument/2006/relationships/image" Target="../media/image163.png"/><Relationship Id="rId64" Type="http://schemas.openxmlformats.org/officeDocument/2006/relationships/image" Target="../media/image169.png"/><Relationship Id="rId69" Type="http://schemas.openxmlformats.org/officeDocument/2006/relationships/customXml" Target="../ink/ink411.xml"/><Relationship Id="rId113" Type="http://schemas.openxmlformats.org/officeDocument/2006/relationships/customXml" Target="../ink/ink433.xml"/><Relationship Id="rId118" Type="http://schemas.openxmlformats.org/officeDocument/2006/relationships/image" Target="../media/image253.png"/><Relationship Id="rId80" Type="http://schemas.openxmlformats.org/officeDocument/2006/relationships/image" Target="../media/image182.png"/><Relationship Id="rId85" Type="http://schemas.openxmlformats.org/officeDocument/2006/relationships/customXml" Target="../ink/ink419.xml"/><Relationship Id="rId12" Type="http://schemas.openxmlformats.org/officeDocument/2006/relationships/customXml" Target="../ink/ink377.xml"/><Relationship Id="rId17" Type="http://schemas.openxmlformats.org/officeDocument/2006/relationships/customXml" Target="../ink/ink380.xml"/><Relationship Id="rId33" Type="http://schemas.openxmlformats.org/officeDocument/2006/relationships/customXml" Target="../ink/ink392.xml"/><Relationship Id="rId38" Type="http://schemas.openxmlformats.org/officeDocument/2006/relationships/image" Target="../media/image158.png"/><Relationship Id="rId59" Type="http://schemas.openxmlformats.org/officeDocument/2006/relationships/customXml" Target="../ink/ink406.xml"/><Relationship Id="rId103" Type="http://schemas.openxmlformats.org/officeDocument/2006/relationships/customXml" Target="../ink/ink428.xml"/><Relationship Id="rId108" Type="http://schemas.openxmlformats.org/officeDocument/2006/relationships/image" Target="../media/image248.png"/><Relationship Id="rId54" Type="http://schemas.openxmlformats.org/officeDocument/2006/relationships/image" Target="../media/image180.png"/><Relationship Id="rId70" Type="http://schemas.openxmlformats.org/officeDocument/2006/relationships/image" Target="../media/image172.png"/><Relationship Id="rId75" Type="http://schemas.openxmlformats.org/officeDocument/2006/relationships/customXml" Target="../ink/ink414.xml"/><Relationship Id="rId91" Type="http://schemas.openxmlformats.org/officeDocument/2006/relationships/customXml" Target="../ink/ink422.xml"/><Relationship Id="rId96" Type="http://schemas.openxmlformats.org/officeDocument/2006/relationships/image" Target="../media/image24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72.xml"/><Relationship Id="rId23" Type="http://schemas.openxmlformats.org/officeDocument/2006/relationships/customXml" Target="../ink/ink386.xml"/><Relationship Id="rId28" Type="http://schemas.openxmlformats.org/officeDocument/2006/relationships/image" Target="../media/image149.png"/><Relationship Id="rId49" Type="http://schemas.openxmlformats.org/officeDocument/2006/relationships/customXml" Target="../ink/ink400.xml"/><Relationship Id="rId114" Type="http://schemas.openxmlformats.org/officeDocument/2006/relationships/image" Target="../media/image251.png"/><Relationship Id="rId10" Type="http://schemas.openxmlformats.org/officeDocument/2006/relationships/customXml" Target="../ink/ink375.xml"/><Relationship Id="rId31" Type="http://schemas.openxmlformats.org/officeDocument/2006/relationships/customXml" Target="../ink/ink391.xml"/><Relationship Id="rId44" Type="http://schemas.openxmlformats.org/officeDocument/2006/relationships/image" Target="../media/image161.png"/><Relationship Id="rId52" Type="http://schemas.openxmlformats.org/officeDocument/2006/relationships/image" Target="../media/image165.png"/><Relationship Id="rId60" Type="http://schemas.openxmlformats.org/officeDocument/2006/relationships/image" Target="../media/image167.png"/><Relationship Id="rId65" Type="http://schemas.openxmlformats.org/officeDocument/2006/relationships/customXml" Target="../ink/ink409.xml"/><Relationship Id="rId73" Type="http://schemas.openxmlformats.org/officeDocument/2006/relationships/customXml" Target="../ink/ink413.xml"/><Relationship Id="rId78" Type="http://schemas.openxmlformats.org/officeDocument/2006/relationships/image" Target="../media/image176.png"/><Relationship Id="rId81" Type="http://schemas.openxmlformats.org/officeDocument/2006/relationships/customXml" Target="../ink/ink417.xml"/><Relationship Id="rId86" Type="http://schemas.openxmlformats.org/officeDocument/2006/relationships/image" Target="../media/image185.png"/><Relationship Id="rId94" Type="http://schemas.openxmlformats.org/officeDocument/2006/relationships/image" Target="../media/image241.png"/><Relationship Id="rId99" Type="http://schemas.openxmlformats.org/officeDocument/2006/relationships/customXml" Target="../ink/ink426.xml"/><Relationship Id="rId101" Type="http://schemas.openxmlformats.org/officeDocument/2006/relationships/customXml" Target="../ink/ink427.xml"/><Relationship Id="rId4" Type="http://schemas.openxmlformats.org/officeDocument/2006/relationships/customXml" Target="../ink/ink371.xml"/><Relationship Id="rId9" Type="http://schemas.openxmlformats.org/officeDocument/2006/relationships/customXml" Target="../ink/ink374.xml"/><Relationship Id="rId13" Type="http://schemas.openxmlformats.org/officeDocument/2006/relationships/image" Target="../media/image145.png"/><Relationship Id="rId18" Type="http://schemas.openxmlformats.org/officeDocument/2006/relationships/customXml" Target="../ink/ink381.xml"/><Relationship Id="rId39" Type="http://schemas.openxmlformats.org/officeDocument/2006/relationships/customXml" Target="../ink/ink395.xml"/><Relationship Id="rId109" Type="http://schemas.openxmlformats.org/officeDocument/2006/relationships/customXml" Target="../ink/ink431.xml"/><Relationship Id="rId34" Type="http://schemas.openxmlformats.org/officeDocument/2006/relationships/image" Target="../media/image179.png"/><Relationship Id="rId50" Type="http://schemas.openxmlformats.org/officeDocument/2006/relationships/image" Target="../media/image164.png"/><Relationship Id="rId55" Type="http://schemas.openxmlformats.org/officeDocument/2006/relationships/customXml" Target="../ink/ink403.xml"/><Relationship Id="rId76" Type="http://schemas.openxmlformats.org/officeDocument/2006/relationships/image" Target="../media/image175.png"/><Relationship Id="rId97" Type="http://schemas.openxmlformats.org/officeDocument/2006/relationships/customXml" Target="../ink/ink425.xml"/><Relationship Id="rId104" Type="http://schemas.openxmlformats.org/officeDocument/2006/relationships/image" Target="../media/image246.png"/><Relationship Id="rId7" Type="http://schemas.openxmlformats.org/officeDocument/2006/relationships/image" Target="../media/image178.png"/><Relationship Id="rId71" Type="http://schemas.openxmlformats.org/officeDocument/2006/relationships/customXml" Target="../ink/ink412.xml"/><Relationship Id="rId92" Type="http://schemas.openxmlformats.org/officeDocument/2006/relationships/image" Target="../media/image194.png"/><Relationship Id="rId2" Type="http://schemas.openxmlformats.org/officeDocument/2006/relationships/customXml" Target="../ink/ink370.xml"/><Relationship Id="rId29" Type="http://schemas.openxmlformats.org/officeDocument/2006/relationships/customXml" Target="../ink/ink390.xml"/><Relationship Id="rId24" Type="http://schemas.openxmlformats.org/officeDocument/2006/relationships/image" Target="../media/image148.png"/><Relationship Id="rId40" Type="http://schemas.openxmlformats.org/officeDocument/2006/relationships/image" Target="../media/image159.png"/><Relationship Id="rId45" Type="http://schemas.openxmlformats.org/officeDocument/2006/relationships/customXml" Target="../ink/ink398.xml"/><Relationship Id="rId66" Type="http://schemas.openxmlformats.org/officeDocument/2006/relationships/image" Target="../media/image170.png"/><Relationship Id="rId87" Type="http://schemas.openxmlformats.org/officeDocument/2006/relationships/customXml" Target="../ink/ink420.xml"/><Relationship Id="rId110" Type="http://schemas.openxmlformats.org/officeDocument/2006/relationships/image" Target="../media/image249.png"/><Relationship Id="rId115" Type="http://schemas.openxmlformats.org/officeDocument/2006/relationships/customXml" Target="../ink/ink434.xml"/><Relationship Id="rId61" Type="http://schemas.openxmlformats.org/officeDocument/2006/relationships/customXml" Target="../ink/ink407.xml"/><Relationship Id="rId82" Type="http://schemas.openxmlformats.org/officeDocument/2006/relationships/image" Target="../media/image183.png"/><Relationship Id="rId19" Type="http://schemas.openxmlformats.org/officeDocument/2006/relationships/customXml" Target="../ink/ink382.xml"/><Relationship Id="rId14" Type="http://schemas.openxmlformats.org/officeDocument/2006/relationships/customXml" Target="../ink/ink378.xml"/><Relationship Id="rId30" Type="http://schemas.openxmlformats.org/officeDocument/2006/relationships/image" Target="../media/image153.png"/><Relationship Id="rId35" Type="http://schemas.openxmlformats.org/officeDocument/2006/relationships/customXml" Target="../ink/ink393.xml"/><Relationship Id="rId56" Type="http://schemas.openxmlformats.org/officeDocument/2006/relationships/image" Target="../media/image181.png"/><Relationship Id="rId77" Type="http://schemas.openxmlformats.org/officeDocument/2006/relationships/customXml" Target="../ink/ink415.xml"/><Relationship Id="rId100" Type="http://schemas.openxmlformats.org/officeDocument/2006/relationships/image" Target="../media/image244.png"/><Relationship Id="rId105" Type="http://schemas.openxmlformats.org/officeDocument/2006/relationships/customXml" Target="../ink/ink429.xml"/><Relationship Id="rId8" Type="http://schemas.openxmlformats.org/officeDocument/2006/relationships/customXml" Target="../ink/ink373.xml"/><Relationship Id="rId51" Type="http://schemas.openxmlformats.org/officeDocument/2006/relationships/customXml" Target="../ink/ink401.xml"/><Relationship Id="rId72" Type="http://schemas.openxmlformats.org/officeDocument/2006/relationships/image" Target="../media/image173.png"/><Relationship Id="rId93" Type="http://schemas.openxmlformats.org/officeDocument/2006/relationships/customXml" Target="../ink/ink423.xml"/><Relationship Id="rId98" Type="http://schemas.openxmlformats.org/officeDocument/2006/relationships/image" Target="../media/image243.png"/><Relationship Id="rId3" Type="http://schemas.openxmlformats.org/officeDocument/2006/relationships/image" Target="../media/image177.png"/><Relationship Id="rId25" Type="http://schemas.openxmlformats.org/officeDocument/2006/relationships/customXml" Target="../ink/ink387.xml"/><Relationship Id="rId46" Type="http://schemas.openxmlformats.org/officeDocument/2006/relationships/image" Target="../media/image162.png"/><Relationship Id="rId67" Type="http://schemas.openxmlformats.org/officeDocument/2006/relationships/customXml" Target="../ink/ink410.xml"/><Relationship Id="rId116" Type="http://schemas.openxmlformats.org/officeDocument/2006/relationships/image" Target="../media/image252.png"/><Relationship Id="rId20" Type="http://schemas.openxmlformats.org/officeDocument/2006/relationships/customXml" Target="../ink/ink383.xml"/><Relationship Id="rId41" Type="http://schemas.openxmlformats.org/officeDocument/2006/relationships/customXml" Target="../ink/ink396.xml"/><Relationship Id="rId62" Type="http://schemas.openxmlformats.org/officeDocument/2006/relationships/image" Target="../media/image168.png"/><Relationship Id="rId83" Type="http://schemas.openxmlformats.org/officeDocument/2006/relationships/customXml" Target="../ink/ink418.xml"/><Relationship Id="rId88" Type="http://schemas.openxmlformats.org/officeDocument/2006/relationships/image" Target="../media/image186.png"/><Relationship Id="rId111" Type="http://schemas.openxmlformats.org/officeDocument/2006/relationships/customXml" Target="../ink/ink432.xml"/><Relationship Id="rId15" Type="http://schemas.openxmlformats.org/officeDocument/2006/relationships/customXml" Target="../ink/ink379.xml"/><Relationship Id="rId36" Type="http://schemas.openxmlformats.org/officeDocument/2006/relationships/image" Target="../media/image156.png"/><Relationship Id="rId57" Type="http://schemas.openxmlformats.org/officeDocument/2006/relationships/customXml" Target="../ink/ink404.xml"/><Relationship Id="rId106" Type="http://schemas.openxmlformats.org/officeDocument/2006/relationships/image" Target="../media/image2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customXml" Target="../ink/ink4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5.png"/><Relationship Id="rId4" Type="http://schemas.openxmlformats.org/officeDocument/2006/relationships/customXml" Target="../ink/ink4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8.png"/><Relationship Id="rId21" Type="http://schemas.openxmlformats.org/officeDocument/2006/relationships/customXml" Target="../ink/ink447.xml"/><Relationship Id="rId42" Type="http://schemas.openxmlformats.org/officeDocument/2006/relationships/image" Target="../media/image276.png"/><Relationship Id="rId47" Type="http://schemas.openxmlformats.org/officeDocument/2006/relationships/customXml" Target="../ink/ink460.xml"/><Relationship Id="rId63" Type="http://schemas.openxmlformats.org/officeDocument/2006/relationships/customXml" Target="../ink/ink468.xml"/><Relationship Id="rId68" Type="http://schemas.openxmlformats.org/officeDocument/2006/relationships/image" Target="../media/image289.png"/><Relationship Id="rId84" Type="http://schemas.openxmlformats.org/officeDocument/2006/relationships/image" Target="../media/image297.png"/><Relationship Id="rId16" Type="http://schemas.openxmlformats.org/officeDocument/2006/relationships/image" Target="../media/image263.png"/><Relationship Id="rId11" Type="http://schemas.openxmlformats.org/officeDocument/2006/relationships/customXml" Target="../ink/ink442.xml"/><Relationship Id="rId32" Type="http://schemas.openxmlformats.org/officeDocument/2006/relationships/image" Target="../media/image271.png"/><Relationship Id="rId37" Type="http://schemas.openxmlformats.org/officeDocument/2006/relationships/customXml" Target="../ink/ink455.xml"/><Relationship Id="rId53" Type="http://schemas.openxmlformats.org/officeDocument/2006/relationships/customXml" Target="../ink/ink463.xml"/><Relationship Id="rId58" Type="http://schemas.openxmlformats.org/officeDocument/2006/relationships/image" Target="../media/image284.png"/><Relationship Id="rId74" Type="http://schemas.openxmlformats.org/officeDocument/2006/relationships/image" Target="../media/image292.png"/><Relationship Id="rId79" Type="http://schemas.openxmlformats.org/officeDocument/2006/relationships/customXml" Target="../ink/ink476.xml"/><Relationship Id="rId5" Type="http://schemas.openxmlformats.org/officeDocument/2006/relationships/customXml" Target="../ink/ink439.xml"/><Relationship Id="rId61" Type="http://schemas.openxmlformats.org/officeDocument/2006/relationships/customXml" Target="../ink/ink467.xml"/><Relationship Id="rId82" Type="http://schemas.openxmlformats.org/officeDocument/2006/relationships/image" Target="../media/image296.png"/><Relationship Id="rId19" Type="http://schemas.openxmlformats.org/officeDocument/2006/relationships/customXml" Target="../ink/ink446.xml"/><Relationship Id="rId14" Type="http://schemas.openxmlformats.org/officeDocument/2006/relationships/image" Target="../media/image262.png"/><Relationship Id="rId22" Type="http://schemas.openxmlformats.org/officeDocument/2006/relationships/image" Target="../media/image266.png"/><Relationship Id="rId27" Type="http://schemas.openxmlformats.org/officeDocument/2006/relationships/customXml" Target="../ink/ink450.xml"/><Relationship Id="rId30" Type="http://schemas.openxmlformats.org/officeDocument/2006/relationships/image" Target="../media/image270.png"/><Relationship Id="rId35" Type="http://schemas.openxmlformats.org/officeDocument/2006/relationships/customXml" Target="../ink/ink454.xml"/><Relationship Id="rId43" Type="http://schemas.openxmlformats.org/officeDocument/2006/relationships/customXml" Target="../ink/ink458.xml"/><Relationship Id="rId48" Type="http://schemas.openxmlformats.org/officeDocument/2006/relationships/image" Target="../media/image279.png"/><Relationship Id="rId56" Type="http://schemas.openxmlformats.org/officeDocument/2006/relationships/image" Target="../media/image283.png"/><Relationship Id="rId64" Type="http://schemas.openxmlformats.org/officeDocument/2006/relationships/image" Target="../media/image287.png"/><Relationship Id="rId69" Type="http://schemas.openxmlformats.org/officeDocument/2006/relationships/customXml" Target="../ink/ink471.xml"/><Relationship Id="rId77" Type="http://schemas.openxmlformats.org/officeDocument/2006/relationships/customXml" Target="../ink/ink475.xml"/><Relationship Id="rId8" Type="http://schemas.openxmlformats.org/officeDocument/2006/relationships/image" Target="../media/image259.png"/><Relationship Id="rId51" Type="http://schemas.openxmlformats.org/officeDocument/2006/relationships/customXml" Target="../ink/ink462.xml"/><Relationship Id="rId72" Type="http://schemas.openxmlformats.org/officeDocument/2006/relationships/image" Target="../media/image291.png"/><Relationship Id="rId80" Type="http://schemas.openxmlformats.org/officeDocument/2006/relationships/image" Target="../media/image295.png"/><Relationship Id="rId3" Type="http://schemas.openxmlformats.org/officeDocument/2006/relationships/customXml" Target="../ink/ink438.xml"/><Relationship Id="rId12" Type="http://schemas.openxmlformats.org/officeDocument/2006/relationships/image" Target="../media/image261.png"/><Relationship Id="rId17" Type="http://schemas.openxmlformats.org/officeDocument/2006/relationships/customXml" Target="../ink/ink445.xml"/><Relationship Id="rId25" Type="http://schemas.openxmlformats.org/officeDocument/2006/relationships/customXml" Target="../ink/ink449.xml"/><Relationship Id="rId33" Type="http://schemas.openxmlformats.org/officeDocument/2006/relationships/customXml" Target="../ink/ink453.xml"/><Relationship Id="rId38" Type="http://schemas.openxmlformats.org/officeDocument/2006/relationships/image" Target="../media/image274.png"/><Relationship Id="rId46" Type="http://schemas.openxmlformats.org/officeDocument/2006/relationships/image" Target="../media/image278.png"/><Relationship Id="rId59" Type="http://schemas.openxmlformats.org/officeDocument/2006/relationships/customXml" Target="../ink/ink466.xml"/><Relationship Id="rId67" Type="http://schemas.openxmlformats.org/officeDocument/2006/relationships/customXml" Target="../ink/ink470.xml"/><Relationship Id="rId20" Type="http://schemas.openxmlformats.org/officeDocument/2006/relationships/image" Target="../media/image265.png"/><Relationship Id="rId41" Type="http://schemas.openxmlformats.org/officeDocument/2006/relationships/customXml" Target="../ink/ink457.xml"/><Relationship Id="rId54" Type="http://schemas.openxmlformats.org/officeDocument/2006/relationships/image" Target="../media/image282.png"/><Relationship Id="rId62" Type="http://schemas.openxmlformats.org/officeDocument/2006/relationships/image" Target="../media/image286.png"/><Relationship Id="rId70" Type="http://schemas.openxmlformats.org/officeDocument/2006/relationships/image" Target="../media/image290.png"/><Relationship Id="rId75" Type="http://schemas.openxmlformats.org/officeDocument/2006/relationships/customXml" Target="../ink/ink474.xml"/><Relationship Id="rId83" Type="http://schemas.openxmlformats.org/officeDocument/2006/relationships/customXml" Target="../ink/ink47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8.png"/><Relationship Id="rId15" Type="http://schemas.openxmlformats.org/officeDocument/2006/relationships/customXml" Target="../ink/ink444.xml"/><Relationship Id="rId23" Type="http://schemas.openxmlformats.org/officeDocument/2006/relationships/customXml" Target="../ink/ink448.xml"/><Relationship Id="rId28" Type="http://schemas.openxmlformats.org/officeDocument/2006/relationships/image" Target="../media/image269.png"/><Relationship Id="rId36" Type="http://schemas.openxmlformats.org/officeDocument/2006/relationships/image" Target="../media/image273.png"/><Relationship Id="rId49" Type="http://schemas.openxmlformats.org/officeDocument/2006/relationships/customXml" Target="../ink/ink461.xml"/><Relationship Id="rId57" Type="http://schemas.openxmlformats.org/officeDocument/2006/relationships/customXml" Target="../ink/ink465.xml"/><Relationship Id="rId10" Type="http://schemas.openxmlformats.org/officeDocument/2006/relationships/image" Target="../media/image260.png"/><Relationship Id="rId31" Type="http://schemas.openxmlformats.org/officeDocument/2006/relationships/customXml" Target="../ink/ink452.xml"/><Relationship Id="rId44" Type="http://schemas.openxmlformats.org/officeDocument/2006/relationships/image" Target="../media/image277.png"/><Relationship Id="rId52" Type="http://schemas.openxmlformats.org/officeDocument/2006/relationships/image" Target="../media/image281.png"/><Relationship Id="rId60" Type="http://schemas.openxmlformats.org/officeDocument/2006/relationships/image" Target="../media/image285.png"/><Relationship Id="rId65" Type="http://schemas.openxmlformats.org/officeDocument/2006/relationships/customXml" Target="../ink/ink469.xml"/><Relationship Id="rId73" Type="http://schemas.openxmlformats.org/officeDocument/2006/relationships/customXml" Target="../ink/ink473.xml"/><Relationship Id="rId78" Type="http://schemas.openxmlformats.org/officeDocument/2006/relationships/image" Target="../media/image294.png"/><Relationship Id="rId81" Type="http://schemas.openxmlformats.org/officeDocument/2006/relationships/customXml" Target="../ink/ink477.xml"/><Relationship Id="rId4" Type="http://schemas.openxmlformats.org/officeDocument/2006/relationships/image" Target="../media/image257.png"/><Relationship Id="rId9" Type="http://schemas.openxmlformats.org/officeDocument/2006/relationships/customXml" Target="../ink/ink441.xml"/><Relationship Id="rId13" Type="http://schemas.openxmlformats.org/officeDocument/2006/relationships/customXml" Target="../ink/ink443.xml"/><Relationship Id="rId18" Type="http://schemas.openxmlformats.org/officeDocument/2006/relationships/image" Target="../media/image264.png"/><Relationship Id="rId39" Type="http://schemas.openxmlformats.org/officeDocument/2006/relationships/customXml" Target="../ink/ink456.xml"/><Relationship Id="rId34" Type="http://schemas.openxmlformats.org/officeDocument/2006/relationships/image" Target="../media/image272.png"/><Relationship Id="rId50" Type="http://schemas.openxmlformats.org/officeDocument/2006/relationships/image" Target="../media/image280.png"/><Relationship Id="rId55" Type="http://schemas.openxmlformats.org/officeDocument/2006/relationships/customXml" Target="../ink/ink464.xml"/><Relationship Id="rId76" Type="http://schemas.openxmlformats.org/officeDocument/2006/relationships/image" Target="../media/image293.png"/><Relationship Id="rId7" Type="http://schemas.openxmlformats.org/officeDocument/2006/relationships/customXml" Target="../ink/ink440.xml"/><Relationship Id="rId71" Type="http://schemas.openxmlformats.org/officeDocument/2006/relationships/customXml" Target="../ink/ink472.xml"/><Relationship Id="rId2" Type="http://schemas.openxmlformats.org/officeDocument/2006/relationships/image" Target="../media/image4.png"/><Relationship Id="rId29" Type="http://schemas.openxmlformats.org/officeDocument/2006/relationships/customXml" Target="../ink/ink451.xml"/><Relationship Id="rId24" Type="http://schemas.openxmlformats.org/officeDocument/2006/relationships/image" Target="../media/image267.png"/><Relationship Id="rId40" Type="http://schemas.openxmlformats.org/officeDocument/2006/relationships/image" Target="../media/image275.png"/><Relationship Id="rId45" Type="http://schemas.openxmlformats.org/officeDocument/2006/relationships/customXml" Target="../ink/ink459.xml"/><Relationship Id="rId66" Type="http://schemas.openxmlformats.org/officeDocument/2006/relationships/image" Target="../media/image2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411513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FF0000"/>
                </a:solidFill>
              </a:rPr>
              <a:t>FSM Moore </a:t>
            </a:r>
            <a:r>
              <a:rPr lang="ro-RO" sz="2800" b="1" dirty="0">
                <a:solidFill>
                  <a:srgbClr val="0000FF"/>
                </a:solidFill>
              </a:rPr>
              <a:t>- </a:t>
            </a:r>
            <a:r>
              <a:rPr lang="en-US" sz="2800" b="1" dirty="0" err="1">
                <a:solidFill>
                  <a:srgbClr val="0000FF"/>
                </a:solidFill>
              </a:rPr>
              <a:t>Graful</a:t>
            </a:r>
            <a:r>
              <a:rPr lang="en-US" sz="2800" b="1" dirty="0">
                <a:solidFill>
                  <a:srgbClr val="0000FF"/>
                </a:solidFill>
              </a:rPr>
              <a:t> de </a:t>
            </a:r>
            <a:r>
              <a:rPr lang="en-US" sz="2800" b="1" dirty="0" err="1">
                <a:solidFill>
                  <a:srgbClr val="0000FF"/>
                </a:solidFill>
              </a:rPr>
              <a:t>tranzi</a:t>
            </a:r>
            <a:r>
              <a:rPr lang="ro-RO" sz="2800" b="1" dirty="0">
                <a:solidFill>
                  <a:srgbClr val="0000FF"/>
                </a:solidFill>
              </a:rPr>
              <a:t>ție a stărilor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971B179-AEE3-46CB-A519-67D658240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143025"/>
            <a:ext cx="6688458" cy="5471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C6E77547-6D18-4065-AEB0-14229488200B}"/>
                  </a:ext>
                </a:extLst>
              </p14:cNvPr>
              <p14:cNvContentPartPr/>
              <p14:nvPr/>
            </p14:nvContentPartPr>
            <p14:xfrm>
              <a:off x="884709" y="1353505"/>
              <a:ext cx="1284840" cy="4489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C6E77547-6D18-4065-AEB0-1422948820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7069" y="1335851"/>
                <a:ext cx="1320480" cy="484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D8BA7F5-6BD2-411E-8455-994DDDAF6964}"/>
                  </a:ext>
                </a:extLst>
              </p14:cNvPr>
              <p14:cNvContentPartPr/>
              <p14:nvPr/>
            </p14:nvContentPartPr>
            <p14:xfrm>
              <a:off x="5914629" y="2627185"/>
              <a:ext cx="644760" cy="255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D8BA7F5-6BD2-411E-8455-994DDDAF69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96629" y="2609545"/>
                <a:ext cx="6804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9122EF58-44FF-4F15-B779-D887E7889317}"/>
                  </a:ext>
                </a:extLst>
              </p14:cNvPr>
              <p14:cNvContentPartPr/>
              <p14:nvPr/>
            </p14:nvContentPartPr>
            <p14:xfrm>
              <a:off x="8585829" y="473665"/>
              <a:ext cx="3239640" cy="35211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9122EF58-44FF-4F15-B779-D887E78893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68187" y="456025"/>
                <a:ext cx="3275284" cy="35568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reptunghi 6">
            <a:extLst>
              <a:ext uri="{FF2B5EF4-FFF2-40B4-BE49-F238E27FC236}">
                <a16:creationId xmlns:a16="http://schemas.microsoft.com/office/drawing/2014/main" id="{4028D5A2-91F2-4256-BDC9-DEB1364E05BA}"/>
              </a:ext>
            </a:extLst>
          </p:cNvPr>
          <p:cNvSpPr/>
          <p:nvPr/>
        </p:nvSpPr>
        <p:spPr>
          <a:xfrm>
            <a:off x="152465" y="45757"/>
            <a:ext cx="7132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000" b="1" i="1" dirty="0">
                <a:solidFill>
                  <a:srgbClr val="FF0000"/>
                </a:solidFill>
              </a:rPr>
              <a:t>Automate FSM – Metode de reprezentare a funcționării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2C00E33D-407F-4F6B-9155-C883EAC65F49}"/>
                  </a:ext>
                </a:extLst>
              </p14:cNvPr>
              <p14:cNvContentPartPr/>
              <p14:nvPr/>
            </p14:nvContentPartPr>
            <p14:xfrm>
              <a:off x="7563789" y="806665"/>
              <a:ext cx="1500120" cy="514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2C00E33D-407F-4F6B-9155-C883EAC65F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46145" y="788665"/>
                <a:ext cx="1535769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7F988D62-116E-4B13-A9B8-20BC86C01D95}"/>
                  </a:ext>
                </a:extLst>
              </p14:cNvPr>
              <p14:cNvContentPartPr/>
              <p14:nvPr/>
            </p14:nvContentPartPr>
            <p14:xfrm>
              <a:off x="7829829" y="4244305"/>
              <a:ext cx="3241440" cy="442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7F988D62-116E-4B13-A9B8-20BC86C01D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12189" y="4226305"/>
                <a:ext cx="32770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37BE21C3-7B59-4253-96C6-F7DE01050646}"/>
                  </a:ext>
                </a:extLst>
              </p14:cNvPr>
              <p14:cNvContentPartPr/>
              <p14:nvPr/>
            </p14:nvContentPartPr>
            <p14:xfrm>
              <a:off x="9835749" y="1631065"/>
              <a:ext cx="6480" cy="140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37BE21C3-7B59-4253-96C6-F7DE010506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17749" y="1613425"/>
                <a:ext cx="421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C999086C-2DA1-4176-8FF2-BCC16BEEE2C0}"/>
                  </a:ext>
                </a:extLst>
              </p14:cNvPr>
              <p14:cNvContentPartPr/>
              <p14:nvPr/>
            </p14:nvContentPartPr>
            <p14:xfrm>
              <a:off x="4793589" y="1295545"/>
              <a:ext cx="754560" cy="9374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C999086C-2DA1-4176-8FF2-BCC16BEEE2C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75949" y="1277905"/>
                <a:ext cx="790200" cy="9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D567E7E-3674-4238-8BB9-31223A31BD3B}"/>
                  </a:ext>
                </a:extLst>
              </p14:cNvPr>
              <p14:cNvContentPartPr/>
              <p14:nvPr/>
            </p14:nvContentPartPr>
            <p14:xfrm>
              <a:off x="8161029" y="4649305"/>
              <a:ext cx="252360" cy="140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D567E7E-3674-4238-8BB9-31223A31BD3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143029" y="4631305"/>
                <a:ext cx="288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CCBF4A3F-C10A-4486-A5C1-9E1794BCB2DF}"/>
                  </a:ext>
                </a:extLst>
              </p14:cNvPr>
              <p14:cNvContentPartPr/>
              <p14:nvPr/>
            </p14:nvContentPartPr>
            <p14:xfrm>
              <a:off x="8676909" y="4392265"/>
              <a:ext cx="1620360" cy="3603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CCBF4A3F-C10A-4486-A5C1-9E1794BCB2D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58909" y="4374283"/>
                <a:ext cx="1656000" cy="395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2BB0D27D-8EFD-46F2-A3C4-8EA4D994CE85}"/>
                  </a:ext>
                </a:extLst>
              </p14:cNvPr>
              <p14:cNvContentPartPr/>
              <p14:nvPr/>
            </p14:nvContentPartPr>
            <p14:xfrm>
              <a:off x="8162109" y="3853705"/>
              <a:ext cx="905040" cy="28836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2BB0D27D-8EFD-46F2-A3C4-8EA4D994CE8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144109" y="3835705"/>
                <a:ext cx="94068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A43FA61F-78B7-4D27-8993-FBFABDE43699}"/>
                  </a:ext>
                </a:extLst>
              </p14:cNvPr>
              <p14:cNvContentPartPr/>
              <p14:nvPr/>
            </p14:nvContentPartPr>
            <p14:xfrm>
              <a:off x="3430629" y="2270425"/>
              <a:ext cx="650880" cy="7473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A43FA61F-78B7-4D27-8993-FBFABDE4369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12629" y="2252434"/>
                <a:ext cx="686520" cy="7829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E5C4D00D-61C5-4875-B120-CB7D8DFB0349}"/>
                  </a:ext>
                </a:extLst>
              </p14:cNvPr>
              <p14:cNvContentPartPr/>
              <p14:nvPr/>
            </p14:nvContentPartPr>
            <p14:xfrm>
              <a:off x="8200269" y="4817425"/>
              <a:ext cx="3354120" cy="179640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E5C4D00D-61C5-4875-B120-CB7D8DFB034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182629" y="4799429"/>
                <a:ext cx="3389760" cy="183203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296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411513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FF0000"/>
                </a:solidFill>
              </a:rPr>
              <a:t>FSM Moore </a:t>
            </a:r>
            <a:r>
              <a:rPr lang="ro-RO" sz="2800" b="1" dirty="0">
                <a:solidFill>
                  <a:srgbClr val="0000FF"/>
                </a:solidFill>
              </a:rPr>
              <a:t>- </a:t>
            </a:r>
            <a:r>
              <a:rPr lang="en-US" sz="2800" b="1" dirty="0" err="1">
                <a:solidFill>
                  <a:srgbClr val="0000FF"/>
                </a:solidFill>
              </a:rPr>
              <a:t>Graful</a:t>
            </a:r>
            <a:r>
              <a:rPr lang="en-US" sz="2800" b="1" dirty="0">
                <a:solidFill>
                  <a:srgbClr val="0000FF"/>
                </a:solidFill>
              </a:rPr>
              <a:t> de </a:t>
            </a:r>
            <a:r>
              <a:rPr lang="en-US" sz="2800" b="1" dirty="0" err="1">
                <a:solidFill>
                  <a:srgbClr val="0000FF"/>
                </a:solidFill>
              </a:rPr>
              <a:t>tranzi</a:t>
            </a:r>
            <a:r>
              <a:rPr lang="ro-RO" sz="2800" b="1" dirty="0">
                <a:solidFill>
                  <a:srgbClr val="0000FF"/>
                </a:solidFill>
              </a:rPr>
              <a:t>ție a stărilor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971B179-AEE3-46CB-A519-67D658240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143025"/>
            <a:ext cx="6688458" cy="5471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C6E77547-6D18-4065-AEB0-14229488200B}"/>
                  </a:ext>
                </a:extLst>
              </p14:cNvPr>
              <p14:cNvContentPartPr/>
              <p14:nvPr/>
            </p14:nvContentPartPr>
            <p14:xfrm>
              <a:off x="884709" y="1353505"/>
              <a:ext cx="1284840" cy="4489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C6E77547-6D18-4065-AEB0-1422948820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7069" y="1335851"/>
                <a:ext cx="1320480" cy="484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D8BA7F5-6BD2-411E-8455-994DDDAF6964}"/>
                  </a:ext>
                </a:extLst>
              </p14:cNvPr>
              <p14:cNvContentPartPr/>
              <p14:nvPr/>
            </p14:nvContentPartPr>
            <p14:xfrm>
              <a:off x="5914629" y="2627185"/>
              <a:ext cx="644760" cy="255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D8BA7F5-6BD2-411E-8455-994DDDAF69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96629" y="2609545"/>
                <a:ext cx="6804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F8E88351-D911-4FFB-9425-4D8468BA5450}"/>
                  </a:ext>
                </a:extLst>
              </p14:cNvPr>
              <p14:cNvContentPartPr/>
              <p14:nvPr/>
            </p14:nvContentPartPr>
            <p14:xfrm>
              <a:off x="7656669" y="260185"/>
              <a:ext cx="4297320" cy="7416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F8E88351-D911-4FFB-9425-4D8468BA54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39029" y="242545"/>
                <a:ext cx="4332960" cy="77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0DA19639-258F-4296-9DF3-A534488A390E}"/>
                  </a:ext>
                </a:extLst>
              </p14:cNvPr>
              <p14:cNvContentPartPr/>
              <p14:nvPr/>
            </p14:nvContentPartPr>
            <p14:xfrm>
              <a:off x="7396029" y="1352065"/>
              <a:ext cx="205200" cy="136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0DA19639-258F-4296-9DF3-A534488A390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78029" y="1334065"/>
                <a:ext cx="2408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251479FD-8C84-4ED2-997D-140B88811B66}"/>
                  </a:ext>
                </a:extLst>
              </p14:cNvPr>
              <p14:cNvContentPartPr/>
              <p14:nvPr/>
            </p14:nvContentPartPr>
            <p14:xfrm>
              <a:off x="10967589" y="1144705"/>
              <a:ext cx="899280" cy="2631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251479FD-8C84-4ED2-997D-140B88811B6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949942" y="1127041"/>
                <a:ext cx="934934" cy="2988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C9C94DDB-C57B-49B0-A725-B1BF21D12FD8}"/>
                  </a:ext>
                </a:extLst>
              </p14:cNvPr>
              <p14:cNvContentPartPr/>
              <p14:nvPr/>
            </p14:nvContentPartPr>
            <p14:xfrm>
              <a:off x="10222029" y="1185025"/>
              <a:ext cx="381960" cy="2282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C9C94DDB-C57B-49B0-A725-B1BF21D12FD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04046" y="1167385"/>
                <a:ext cx="417566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B780DAC9-721B-4E04-858C-8F1C26F049B3}"/>
                  </a:ext>
                </a:extLst>
              </p14:cNvPr>
              <p14:cNvContentPartPr/>
              <p14:nvPr/>
            </p14:nvContentPartPr>
            <p14:xfrm>
              <a:off x="8917389" y="1128505"/>
              <a:ext cx="888840" cy="2289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B780DAC9-721B-4E04-858C-8F1C26F049B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99749" y="1110865"/>
                <a:ext cx="9244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C4D27A56-65EE-4E59-A5ED-157D9CDF01D6}"/>
                  </a:ext>
                </a:extLst>
              </p14:cNvPr>
              <p14:cNvContentPartPr/>
              <p14:nvPr/>
            </p14:nvContentPartPr>
            <p14:xfrm>
              <a:off x="7840989" y="1153705"/>
              <a:ext cx="616680" cy="2541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C4D27A56-65EE-4E59-A5ED-157D9CDF01D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23000" y="1136065"/>
                <a:ext cx="652299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CC2BC968-2420-449B-A407-CD58FEC57B27}"/>
                  </a:ext>
                </a:extLst>
              </p14:cNvPr>
              <p14:cNvContentPartPr/>
              <p14:nvPr/>
            </p14:nvContentPartPr>
            <p14:xfrm>
              <a:off x="11150469" y="1607305"/>
              <a:ext cx="415440" cy="1854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CC2BC968-2420-449B-A407-CD58FEC57B2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132829" y="1589305"/>
                <a:ext cx="4510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8CCE262C-91E6-4C66-B17D-C9F653BC6605}"/>
                  </a:ext>
                </a:extLst>
              </p14:cNvPr>
              <p14:cNvContentPartPr/>
              <p14:nvPr/>
            </p14:nvContentPartPr>
            <p14:xfrm>
              <a:off x="10216629" y="1499305"/>
              <a:ext cx="554040" cy="2588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8CCE262C-91E6-4C66-B17D-C9F653BC660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198989" y="1481305"/>
                <a:ext cx="58968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C47C3B62-AA2B-42D6-A39A-4D3CE85AB57C}"/>
                  </a:ext>
                </a:extLst>
              </p14:cNvPr>
              <p14:cNvContentPartPr/>
              <p14:nvPr/>
            </p14:nvContentPartPr>
            <p14:xfrm>
              <a:off x="10075869" y="1814305"/>
              <a:ext cx="878040" cy="2988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C47C3B62-AA2B-42D6-A39A-4D3CE85AB57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058229" y="1796327"/>
                <a:ext cx="913680" cy="334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8EC820BA-430E-4AA6-AD62-B946C8A730F4}"/>
                  </a:ext>
                </a:extLst>
              </p14:cNvPr>
              <p14:cNvContentPartPr/>
              <p14:nvPr/>
            </p14:nvContentPartPr>
            <p14:xfrm>
              <a:off x="7834509" y="1478785"/>
              <a:ext cx="1889280" cy="7254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8EC820BA-430E-4AA6-AD62-B946C8A730F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816866" y="1460785"/>
                <a:ext cx="1924927" cy="76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126AA90-B43A-4C6F-96E5-1992F8744084}"/>
                  </a:ext>
                </a:extLst>
              </p14:cNvPr>
              <p14:cNvContentPartPr/>
              <p14:nvPr/>
            </p14:nvContentPartPr>
            <p14:xfrm>
              <a:off x="7415829" y="2502265"/>
              <a:ext cx="370080" cy="2412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126AA90-B43A-4C6F-96E5-1992F874408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398189" y="2484625"/>
                <a:ext cx="40572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42245CFC-220F-453B-A809-8EBB220CADDF}"/>
                  </a:ext>
                </a:extLst>
              </p14:cNvPr>
              <p14:cNvContentPartPr/>
              <p14:nvPr/>
            </p14:nvContentPartPr>
            <p14:xfrm>
              <a:off x="7353549" y="4408105"/>
              <a:ext cx="374760" cy="22824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42245CFC-220F-453B-A809-8EBB220CADD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335549" y="4390105"/>
                <a:ext cx="4104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4036C3CE-40F1-4BFA-948F-39B3552A58EA}"/>
                  </a:ext>
                </a:extLst>
              </p14:cNvPr>
              <p14:cNvContentPartPr/>
              <p14:nvPr/>
            </p14:nvContentPartPr>
            <p14:xfrm>
              <a:off x="5870709" y="2187985"/>
              <a:ext cx="628560" cy="83016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4036C3CE-40F1-4BFA-948F-39B3552A58E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852719" y="2169985"/>
                <a:ext cx="664180" cy="86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C8C763A2-8ED0-42CE-9DD6-FE7055F55101}"/>
                  </a:ext>
                </a:extLst>
              </p14:cNvPr>
              <p14:cNvContentPartPr/>
              <p14:nvPr/>
            </p14:nvContentPartPr>
            <p14:xfrm>
              <a:off x="4908069" y="1217425"/>
              <a:ext cx="591840" cy="6152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C8C763A2-8ED0-42CE-9DD6-FE7055F5510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90429" y="1199785"/>
                <a:ext cx="62748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119A22D8-BAD4-4DE1-B3B1-5199E690E837}"/>
                  </a:ext>
                </a:extLst>
              </p14:cNvPr>
              <p14:cNvContentPartPr/>
              <p14:nvPr/>
            </p14:nvContentPartPr>
            <p14:xfrm>
              <a:off x="7396749" y="5601505"/>
              <a:ext cx="273960" cy="2304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119A22D8-BAD4-4DE1-B3B1-5199E690E83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378749" y="5583865"/>
                <a:ext cx="3096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50" name="Cerneală 249">
                <a:extLst>
                  <a:ext uri="{FF2B5EF4-FFF2-40B4-BE49-F238E27FC236}">
                    <a16:creationId xmlns:a16="http://schemas.microsoft.com/office/drawing/2014/main" id="{C4A1BD30-3BEE-4BFD-8C94-E2DEC39948E7}"/>
                  </a:ext>
                </a:extLst>
              </p14:cNvPr>
              <p14:cNvContentPartPr/>
              <p14:nvPr/>
            </p14:nvContentPartPr>
            <p14:xfrm>
              <a:off x="7988229" y="2382025"/>
              <a:ext cx="3922200" cy="4426560"/>
            </p14:xfrm>
          </p:contentPart>
        </mc:Choice>
        <mc:Fallback xmlns="">
          <p:pic>
            <p:nvPicPr>
              <p:cNvPr id="250" name="Cerneală 249">
                <a:extLst>
                  <a:ext uri="{FF2B5EF4-FFF2-40B4-BE49-F238E27FC236}">
                    <a16:creationId xmlns:a16="http://schemas.microsoft.com/office/drawing/2014/main" id="{C4A1BD30-3BEE-4BFD-8C94-E2DEC39948E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970229" y="2364026"/>
                <a:ext cx="3957840" cy="44621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2E35A0CC-3ABA-4067-8B8C-0F262A3678B7}"/>
                  </a:ext>
                </a:extLst>
              </p14:cNvPr>
              <p14:cNvContentPartPr/>
              <p14:nvPr/>
            </p14:nvContentPartPr>
            <p14:xfrm>
              <a:off x="7444629" y="6540385"/>
              <a:ext cx="310320" cy="19944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2E35A0CC-3ABA-4067-8B8C-0F262A3678B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26989" y="6522385"/>
                <a:ext cx="3459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3D788E4C-4497-45FD-BF65-13D7D69B826E}"/>
                  </a:ext>
                </a:extLst>
              </p14:cNvPr>
              <p14:cNvContentPartPr/>
              <p14:nvPr/>
            </p14:nvContentPartPr>
            <p14:xfrm>
              <a:off x="7102989" y="726385"/>
              <a:ext cx="360" cy="36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3D788E4C-4497-45FD-BF65-13D7D69B826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085349" y="708385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Dreptunghi 24">
            <a:extLst>
              <a:ext uri="{FF2B5EF4-FFF2-40B4-BE49-F238E27FC236}">
                <a16:creationId xmlns:a16="http://schemas.microsoft.com/office/drawing/2014/main" id="{3283ED90-93D6-4C37-AF79-6AC49BCBBC27}"/>
              </a:ext>
            </a:extLst>
          </p:cNvPr>
          <p:cNvSpPr/>
          <p:nvPr/>
        </p:nvSpPr>
        <p:spPr>
          <a:xfrm>
            <a:off x="152465" y="45757"/>
            <a:ext cx="7132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000" b="1" i="1" dirty="0">
                <a:solidFill>
                  <a:srgbClr val="FF0000"/>
                </a:solidFill>
              </a:rPr>
              <a:t>Automate FSM – Metode de reprezentare a funcționării </a:t>
            </a:r>
          </a:p>
        </p:txBody>
      </p:sp>
    </p:spTree>
    <p:extLst>
      <p:ext uri="{BB962C8B-B14F-4D97-AF65-F5344CB8AC3E}">
        <p14:creationId xmlns:p14="http://schemas.microsoft.com/office/powerpoint/2010/main" val="15639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411513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FF0000"/>
                </a:solidFill>
              </a:rPr>
              <a:t>FSM </a:t>
            </a:r>
            <a:r>
              <a:rPr lang="ro-RO" sz="2800" b="1" dirty="0" err="1">
                <a:solidFill>
                  <a:srgbClr val="FF0000"/>
                </a:solidFill>
              </a:rPr>
              <a:t>Mealy</a:t>
            </a:r>
            <a:r>
              <a:rPr lang="ro-RO" sz="2800" b="1" dirty="0">
                <a:solidFill>
                  <a:srgbClr val="FF0000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- </a:t>
            </a:r>
            <a:r>
              <a:rPr lang="en-US" sz="2800" b="1" dirty="0" err="1">
                <a:solidFill>
                  <a:srgbClr val="0000FF"/>
                </a:solidFill>
              </a:rPr>
              <a:t>Graful</a:t>
            </a:r>
            <a:r>
              <a:rPr lang="en-US" sz="2800" b="1" dirty="0">
                <a:solidFill>
                  <a:srgbClr val="0000FF"/>
                </a:solidFill>
              </a:rPr>
              <a:t> de </a:t>
            </a:r>
            <a:r>
              <a:rPr lang="en-US" sz="2800" b="1" dirty="0" err="1">
                <a:solidFill>
                  <a:srgbClr val="0000FF"/>
                </a:solidFill>
              </a:rPr>
              <a:t>tranzi</a:t>
            </a:r>
            <a:r>
              <a:rPr lang="ro-RO" sz="2800" b="1" dirty="0">
                <a:solidFill>
                  <a:srgbClr val="0000FF"/>
                </a:solidFill>
              </a:rPr>
              <a:t>ție a stărilor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737511BB-5B28-4247-A634-BDB7E3CE5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1691659"/>
            <a:ext cx="6943740" cy="4756422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B0DFFE15-1CA4-4249-AD70-989D9DB550E7}"/>
              </a:ext>
            </a:extLst>
          </p:cNvPr>
          <p:cNvSpPr/>
          <p:nvPr/>
        </p:nvSpPr>
        <p:spPr>
          <a:xfrm>
            <a:off x="152465" y="45757"/>
            <a:ext cx="7132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000" b="1" i="1" dirty="0">
                <a:solidFill>
                  <a:srgbClr val="FF0000"/>
                </a:solidFill>
              </a:rPr>
              <a:t>Automate FSM – Metode de reprezentare a funcționării </a:t>
            </a:r>
          </a:p>
        </p:txBody>
      </p:sp>
    </p:spTree>
    <p:extLst>
      <p:ext uri="{BB962C8B-B14F-4D97-AF65-F5344CB8AC3E}">
        <p14:creationId xmlns:p14="http://schemas.microsoft.com/office/powerpoint/2010/main" val="2473400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EA77687-B263-4730-B424-2B5114588DB5}"/>
                  </a:ext>
                </a:extLst>
              </p14:cNvPr>
              <p14:cNvContentPartPr/>
              <p14:nvPr/>
            </p14:nvContentPartPr>
            <p14:xfrm>
              <a:off x="12031389" y="5856745"/>
              <a:ext cx="360" cy="3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EA77687-B263-4730-B424-2B5114588DB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013389" y="5820745"/>
                <a:ext cx="36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reptunghi 3">
            <a:extLst>
              <a:ext uri="{FF2B5EF4-FFF2-40B4-BE49-F238E27FC236}">
                <a16:creationId xmlns:a16="http://schemas.microsoft.com/office/drawing/2014/main" id="{310542F5-66F3-48AB-AEC4-67F4A626E572}"/>
              </a:ext>
            </a:extLst>
          </p:cNvPr>
          <p:cNvSpPr/>
          <p:nvPr/>
        </p:nvSpPr>
        <p:spPr>
          <a:xfrm>
            <a:off x="152465" y="45757"/>
            <a:ext cx="7132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000" b="1" i="1" dirty="0">
                <a:solidFill>
                  <a:srgbClr val="FF0000"/>
                </a:solidFill>
              </a:rPr>
              <a:t>Automate FSM – Metode de reprezentare a funcționării </a:t>
            </a:r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B6EE1117-0B83-4A27-9ED6-2DA8A5BB7D0F}"/>
              </a:ext>
            </a:extLst>
          </p:cNvPr>
          <p:cNvSpPr/>
          <p:nvPr/>
        </p:nvSpPr>
        <p:spPr>
          <a:xfrm>
            <a:off x="426782" y="960147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FF0000"/>
                </a:solidFill>
              </a:rPr>
              <a:t>FSM Moore </a:t>
            </a:r>
            <a:r>
              <a:rPr lang="ro-RO" sz="2800" b="1" dirty="0">
                <a:solidFill>
                  <a:srgbClr val="0000FF"/>
                </a:solidFill>
              </a:rPr>
              <a:t>– Trecerea de la graf la tabelul de </a:t>
            </a:r>
            <a:r>
              <a:rPr lang="en-US" sz="2800" b="1" dirty="0" err="1">
                <a:solidFill>
                  <a:srgbClr val="0000FF"/>
                </a:solidFill>
              </a:rPr>
              <a:t>tranzi</a:t>
            </a:r>
            <a:r>
              <a:rPr lang="ro-RO" sz="2800" b="1" dirty="0">
                <a:solidFill>
                  <a:srgbClr val="0000FF"/>
                </a:solidFill>
              </a:rPr>
              <a:t>ție a stărilor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2DE01C2-7066-4E5B-A632-4BFB9FED2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1783098"/>
            <a:ext cx="11687524" cy="4023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36ADDBEC-4A06-4919-AB2A-BB56AB995D79}"/>
                  </a:ext>
                </a:extLst>
              </p14:cNvPr>
              <p14:cNvContentPartPr/>
              <p14:nvPr/>
            </p14:nvContentPartPr>
            <p14:xfrm>
              <a:off x="1337949" y="1494625"/>
              <a:ext cx="6402240" cy="39153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36ADDBEC-4A06-4919-AB2A-BB56AB995D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19949" y="1476625"/>
                <a:ext cx="6437880" cy="39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9BAB16D3-A5AF-40FC-9B2B-9266B7620D7E}"/>
                  </a:ext>
                </a:extLst>
              </p14:cNvPr>
              <p14:cNvContentPartPr/>
              <p14:nvPr/>
            </p14:nvContentPartPr>
            <p14:xfrm>
              <a:off x="9187029" y="6376585"/>
              <a:ext cx="737280" cy="2566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9BAB16D3-A5AF-40FC-9B2B-9266B7620D7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169029" y="6358585"/>
                <a:ext cx="7729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C15D7468-C07B-4604-B204-477E7DA6ACC6}"/>
                  </a:ext>
                </a:extLst>
              </p14:cNvPr>
              <p14:cNvContentPartPr/>
              <p14:nvPr/>
            </p14:nvContentPartPr>
            <p14:xfrm>
              <a:off x="7165629" y="6055465"/>
              <a:ext cx="1446480" cy="6328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C15D7468-C07B-4604-B204-477E7DA6ACC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147989" y="6037475"/>
                <a:ext cx="1482120" cy="66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2F00A0F9-14B8-497D-9795-4B5EEEC79723}"/>
                  </a:ext>
                </a:extLst>
              </p14:cNvPr>
              <p14:cNvContentPartPr/>
              <p14:nvPr/>
            </p14:nvContentPartPr>
            <p14:xfrm>
              <a:off x="6448509" y="5769985"/>
              <a:ext cx="401760" cy="7758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2F00A0F9-14B8-497D-9795-4B5EEEC7972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430869" y="5752345"/>
                <a:ext cx="437400" cy="81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1C84C04D-B1C7-4D28-8D1C-17BD7FF01931}"/>
                  </a:ext>
                </a:extLst>
              </p14:cNvPr>
              <p14:cNvContentPartPr/>
              <p14:nvPr/>
            </p14:nvContentPartPr>
            <p14:xfrm>
              <a:off x="10178469" y="6051505"/>
              <a:ext cx="1539000" cy="5338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1C84C04D-B1C7-4D28-8D1C-17BD7FF0193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160825" y="6033505"/>
                <a:ext cx="1574648" cy="56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398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D826E120-6DFC-4546-BF03-C2E423637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868708"/>
            <a:ext cx="5133995" cy="41999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FEC23D94-7458-4228-BEDB-2C5356849106}"/>
                  </a:ext>
                </a:extLst>
              </p14:cNvPr>
              <p14:cNvContentPartPr/>
              <p14:nvPr/>
            </p14:nvContentPartPr>
            <p14:xfrm>
              <a:off x="1818909" y="4845865"/>
              <a:ext cx="2168640" cy="16927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FEC23D94-7458-4228-BEDB-2C53568491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1266" y="4828225"/>
                <a:ext cx="2204286" cy="172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06C6B73F-1195-49C7-BABA-11DB1295902D}"/>
                  </a:ext>
                </a:extLst>
              </p14:cNvPr>
              <p14:cNvContentPartPr/>
              <p14:nvPr/>
            </p14:nvContentPartPr>
            <p14:xfrm>
              <a:off x="2693709" y="518305"/>
              <a:ext cx="1757520" cy="98280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06C6B73F-1195-49C7-BABA-11DB129590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5709" y="500305"/>
                <a:ext cx="1793160" cy="10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7D6F27A6-BF69-418C-AE41-6CB10341BE65}"/>
                  </a:ext>
                </a:extLst>
              </p14:cNvPr>
              <p14:cNvContentPartPr/>
              <p14:nvPr/>
            </p14:nvContentPartPr>
            <p14:xfrm>
              <a:off x="2284389" y="1665265"/>
              <a:ext cx="2534040" cy="301392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7D6F27A6-BF69-418C-AE41-6CB10341BE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6749" y="1647265"/>
                <a:ext cx="2569680" cy="30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9" name="Cerneală 338">
                <a:extLst>
                  <a:ext uri="{FF2B5EF4-FFF2-40B4-BE49-F238E27FC236}">
                    <a16:creationId xmlns:a16="http://schemas.microsoft.com/office/drawing/2014/main" id="{CC767E21-E8CD-4AF5-9E77-A72A4DDBD0B0}"/>
                  </a:ext>
                </a:extLst>
              </p14:cNvPr>
              <p14:cNvContentPartPr/>
              <p14:nvPr/>
            </p14:nvContentPartPr>
            <p14:xfrm>
              <a:off x="5509989" y="679945"/>
              <a:ext cx="6436440" cy="5532480"/>
            </p14:xfrm>
          </p:contentPart>
        </mc:Choice>
        <mc:Fallback xmlns="">
          <p:pic>
            <p:nvPicPr>
              <p:cNvPr id="339" name="Cerneală 338">
                <a:extLst>
                  <a:ext uri="{FF2B5EF4-FFF2-40B4-BE49-F238E27FC236}">
                    <a16:creationId xmlns:a16="http://schemas.microsoft.com/office/drawing/2014/main" id="{CC767E21-E8CD-4AF5-9E77-A72A4DDBD0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91990" y="661946"/>
                <a:ext cx="6472078" cy="55681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7047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C1464EF9-50ED-44D1-97ED-5CEF88DEEA50}"/>
                  </a:ext>
                </a:extLst>
              </p14:cNvPr>
              <p14:cNvContentPartPr/>
              <p14:nvPr/>
            </p14:nvContentPartPr>
            <p14:xfrm>
              <a:off x="544869" y="4402705"/>
              <a:ext cx="226800" cy="4114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C1464EF9-50ED-44D1-97ED-5CEF88DEEA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869" y="4384705"/>
                <a:ext cx="26244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A17751D5-AF10-4F54-BD08-45DFF96B1FE4}"/>
                  </a:ext>
                </a:extLst>
              </p14:cNvPr>
              <p14:cNvContentPartPr/>
              <p14:nvPr/>
            </p14:nvContentPartPr>
            <p14:xfrm>
              <a:off x="1020069" y="4668025"/>
              <a:ext cx="250920" cy="331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A17751D5-AF10-4F54-BD08-45DFF96B1F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2429" y="4650385"/>
                <a:ext cx="2865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A33EB9A0-01AF-4C2B-B1E3-8B7D762BAAA1}"/>
                  </a:ext>
                </a:extLst>
              </p14:cNvPr>
              <p14:cNvContentPartPr/>
              <p14:nvPr/>
            </p14:nvContentPartPr>
            <p14:xfrm>
              <a:off x="1241469" y="5486305"/>
              <a:ext cx="188280" cy="82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A33EB9A0-01AF-4C2B-B1E3-8B7D762BAA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3469" y="5468305"/>
                <a:ext cx="2239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0F0E6FAC-3A4C-4878-9B20-6464226F7243}"/>
                  </a:ext>
                </a:extLst>
              </p14:cNvPr>
              <p14:cNvContentPartPr/>
              <p14:nvPr/>
            </p14:nvContentPartPr>
            <p14:xfrm>
              <a:off x="2608029" y="5158345"/>
              <a:ext cx="1539720" cy="3322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0F0E6FAC-3A4C-4878-9B20-6464226F72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90389" y="5140705"/>
                <a:ext cx="157536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B2BF3086-8CA5-4C8D-B3AB-9F1FEE06635C}"/>
                  </a:ext>
                </a:extLst>
              </p14:cNvPr>
              <p14:cNvContentPartPr/>
              <p14:nvPr/>
            </p14:nvContentPartPr>
            <p14:xfrm>
              <a:off x="1768869" y="5087425"/>
              <a:ext cx="266040" cy="4665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B2BF3086-8CA5-4C8D-B3AB-9F1FEE06635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50869" y="5069425"/>
                <a:ext cx="30168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FED59937-BCEF-4201-9E8F-64FB11750EDA}"/>
                  </a:ext>
                </a:extLst>
              </p14:cNvPr>
              <p14:cNvContentPartPr/>
              <p14:nvPr/>
            </p14:nvContentPartPr>
            <p14:xfrm>
              <a:off x="477189" y="5163745"/>
              <a:ext cx="566280" cy="5241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FED59937-BCEF-4201-9E8F-64FB11750E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9549" y="5145745"/>
                <a:ext cx="60192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E8B0C98A-B723-483C-85C1-7B5D7F79013E}"/>
                  </a:ext>
                </a:extLst>
              </p14:cNvPr>
              <p14:cNvContentPartPr/>
              <p14:nvPr/>
            </p14:nvContentPartPr>
            <p14:xfrm>
              <a:off x="2371149" y="4345825"/>
              <a:ext cx="1574280" cy="6004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E8B0C98A-B723-483C-85C1-7B5D7F7901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53149" y="4328185"/>
                <a:ext cx="1609920" cy="63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6E474C4B-5755-4974-AF95-9B1EE9312CDE}"/>
                  </a:ext>
                </a:extLst>
              </p14:cNvPr>
              <p14:cNvContentPartPr/>
              <p14:nvPr/>
            </p14:nvContentPartPr>
            <p14:xfrm>
              <a:off x="1592829" y="4335385"/>
              <a:ext cx="316080" cy="41976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6E474C4B-5755-4974-AF95-9B1EE9312CD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74849" y="4317745"/>
                <a:ext cx="351679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F67775AC-9E91-4BE7-8EA3-20A700B09119}"/>
                  </a:ext>
                </a:extLst>
              </p14:cNvPr>
              <p14:cNvContentPartPr/>
              <p14:nvPr/>
            </p14:nvContentPartPr>
            <p14:xfrm>
              <a:off x="9071469" y="1015105"/>
              <a:ext cx="2304360" cy="216504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F67775AC-9E91-4BE7-8EA3-20A700B0911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53829" y="997465"/>
                <a:ext cx="2340000" cy="22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A952C676-AFC6-42D2-9C7B-9EE73A6AC6D1}"/>
                  </a:ext>
                </a:extLst>
              </p14:cNvPr>
              <p14:cNvContentPartPr/>
              <p14:nvPr/>
            </p14:nvContentPartPr>
            <p14:xfrm>
              <a:off x="10907109" y="4601425"/>
              <a:ext cx="132840" cy="15696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A952C676-AFC6-42D2-9C7B-9EE73A6AC6D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889469" y="4583785"/>
                <a:ext cx="1684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88EB006-A912-417F-BDC4-BF2B1D6647AF}"/>
                  </a:ext>
                </a:extLst>
              </p14:cNvPr>
              <p14:cNvContentPartPr/>
              <p14:nvPr/>
            </p14:nvContentPartPr>
            <p14:xfrm>
              <a:off x="11039229" y="4596025"/>
              <a:ext cx="216720" cy="16704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88EB006-A912-417F-BDC4-BF2B1D6647A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021229" y="4578025"/>
                <a:ext cx="2523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76321B32-F438-412F-B3B4-34ECDC7607D8}"/>
                  </a:ext>
                </a:extLst>
              </p14:cNvPr>
              <p14:cNvContentPartPr/>
              <p14:nvPr/>
            </p14:nvContentPartPr>
            <p14:xfrm>
              <a:off x="8994429" y="5562985"/>
              <a:ext cx="910080" cy="27036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76321B32-F438-412F-B3B4-34ECDC7607D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976789" y="5545345"/>
                <a:ext cx="94572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9B14C097-CF8E-461E-9A89-9677ABCC95C3}"/>
                  </a:ext>
                </a:extLst>
              </p14:cNvPr>
              <p14:cNvContentPartPr/>
              <p14:nvPr/>
            </p14:nvContentPartPr>
            <p14:xfrm>
              <a:off x="8763309" y="5063305"/>
              <a:ext cx="1104840" cy="3315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9B14C097-CF8E-461E-9A89-9677ABCC95C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45309" y="5045285"/>
                <a:ext cx="1140480" cy="367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D5A3A625-2FFF-4E62-BD13-87705A90C011}"/>
                  </a:ext>
                </a:extLst>
              </p14:cNvPr>
              <p14:cNvContentPartPr/>
              <p14:nvPr/>
            </p14:nvContentPartPr>
            <p14:xfrm>
              <a:off x="10276029" y="5154025"/>
              <a:ext cx="1062360" cy="40500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D5A3A625-2FFF-4E62-BD13-87705A90C01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258383" y="5136025"/>
                <a:ext cx="1098012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FEC0AE66-C1F9-4033-A966-62F158675057}"/>
                  </a:ext>
                </a:extLst>
              </p14:cNvPr>
              <p14:cNvContentPartPr/>
              <p14:nvPr/>
            </p14:nvContentPartPr>
            <p14:xfrm>
              <a:off x="7829469" y="3773785"/>
              <a:ext cx="2928600" cy="11988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FEC0AE66-C1F9-4033-A966-62F15867505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811471" y="3755785"/>
                <a:ext cx="2964236" cy="12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E653FAE1-EAE2-4C7F-BCFE-2C898AB99AC0}"/>
                  </a:ext>
                </a:extLst>
              </p14:cNvPr>
              <p14:cNvContentPartPr/>
              <p14:nvPr/>
            </p14:nvContentPartPr>
            <p14:xfrm>
              <a:off x="11401029" y="4765585"/>
              <a:ext cx="654840" cy="29628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E653FAE1-EAE2-4C7F-BCFE-2C898AB99AC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383029" y="4747924"/>
                <a:ext cx="690480" cy="331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9D669E7E-253F-4059-A4E6-B4B8287488D9}"/>
                  </a:ext>
                </a:extLst>
              </p14:cNvPr>
              <p14:cNvContentPartPr/>
              <p14:nvPr/>
            </p14:nvContentPartPr>
            <p14:xfrm>
              <a:off x="561069" y="358105"/>
              <a:ext cx="3563280" cy="352116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9D669E7E-253F-4059-A4E6-B4B8287488D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3429" y="340463"/>
                <a:ext cx="3598920" cy="35568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722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9BAD351F-6BCF-4966-9133-24ED9F8ECE04}"/>
                  </a:ext>
                </a:extLst>
              </p14:cNvPr>
              <p14:cNvContentPartPr/>
              <p14:nvPr/>
            </p14:nvContentPartPr>
            <p14:xfrm>
              <a:off x="402305" y="228635"/>
              <a:ext cx="6185880" cy="55324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9BAD351F-6BCF-4966-9133-24ED9F8ECE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306" y="210636"/>
                <a:ext cx="6221518" cy="5568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32987E67-77D2-4A7B-ADD4-81CC792F663E}"/>
                  </a:ext>
                </a:extLst>
              </p14:cNvPr>
              <p14:cNvContentPartPr/>
              <p14:nvPr/>
            </p14:nvContentPartPr>
            <p14:xfrm>
              <a:off x="8290536" y="137196"/>
              <a:ext cx="3563280" cy="35211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32987E67-77D2-4A7B-ADD4-81CC792F66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72896" y="119554"/>
                <a:ext cx="3598920" cy="3556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2DEE688F-4858-4E10-9012-EE5E88BEEA40}"/>
                  </a:ext>
                </a:extLst>
              </p14:cNvPr>
              <p14:cNvContentPartPr/>
              <p14:nvPr/>
            </p14:nvContentPartPr>
            <p14:xfrm>
              <a:off x="1443429" y="1454305"/>
              <a:ext cx="24840" cy="157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2DEE688F-4858-4E10-9012-EE5E88BEEA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5429" y="1418305"/>
                <a:ext cx="604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09C5E751-1764-40EB-8566-894B30F6538C}"/>
                  </a:ext>
                </a:extLst>
              </p14:cNvPr>
              <p14:cNvContentPartPr/>
              <p14:nvPr/>
            </p14:nvContentPartPr>
            <p14:xfrm>
              <a:off x="1306629" y="2707105"/>
              <a:ext cx="48240" cy="4600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09C5E751-1764-40EB-8566-894B30F653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8629" y="2671465"/>
                <a:ext cx="83880" cy="5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9BC35A74-C804-4A40-AA16-89AFE33145B0}"/>
                  </a:ext>
                </a:extLst>
              </p14:cNvPr>
              <p14:cNvContentPartPr/>
              <p14:nvPr/>
            </p14:nvContentPartPr>
            <p14:xfrm>
              <a:off x="889749" y="5597545"/>
              <a:ext cx="227160" cy="1461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9BC35A74-C804-4A40-AA16-89AFE33145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1749" y="5561905"/>
                <a:ext cx="2628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F87CBE0B-0E4C-41BA-A32C-5467C52D9995}"/>
                  </a:ext>
                </a:extLst>
              </p14:cNvPr>
              <p14:cNvContentPartPr/>
              <p14:nvPr/>
            </p14:nvContentPartPr>
            <p14:xfrm>
              <a:off x="826749" y="4603225"/>
              <a:ext cx="10800" cy="33012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F87CBE0B-0E4C-41BA-A32C-5467C52D99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8749" y="4567225"/>
                <a:ext cx="4644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333E0958-F97A-45A0-8725-30244FFCF5C8}"/>
                  </a:ext>
                </a:extLst>
              </p14:cNvPr>
              <p14:cNvContentPartPr/>
              <p14:nvPr/>
            </p14:nvContentPartPr>
            <p14:xfrm>
              <a:off x="900909" y="2898265"/>
              <a:ext cx="65520" cy="29988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333E0958-F97A-45A0-8725-30244FFCF5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3269" y="2862625"/>
                <a:ext cx="10116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9792912B-316B-4D6B-BEB8-46807166C321}"/>
                  </a:ext>
                </a:extLst>
              </p14:cNvPr>
              <p14:cNvContentPartPr/>
              <p14:nvPr/>
            </p14:nvContentPartPr>
            <p14:xfrm>
              <a:off x="887949" y="2718265"/>
              <a:ext cx="360" cy="3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9792912B-316B-4D6B-BEB8-46807166C32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9949" y="2682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C230BC0B-E2F3-46C0-9BDD-06D629EF32C6}"/>
                  </a:ext>
                </a:extLst>
              </p14:cNvPr>
              <p14:cNvContentPartPr/>
              <p14:nvPr/>
            </p14:nvContentPartPr>
            <p14:xfrm>
              <a:off x="927189" y="1577785"/>
              <a:ext cx="5760" cy="532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C230BC0B-E2F3-46C0-9BDD-06D629EF32C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9549" y="1541785"/>
                <a:ext cx="414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DC83C050-EDBE-4C19-8B5F-FFEF731E3F5A}"/>
                  </a:ext>
                </a:extLst>
              </p14:cNvPr>
              <p14:cNvContentPartPr/>
              <p14:nvPr/>
            </p14:nvContentPartPr>
            <p14:xfrm>
              <a:off x="1457469" y="1454305"/>
              <a:ext cx="7560" cy="374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DC83C050-EDBE-4C19-8B5F-FFEF731E3F5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39829" y="1418305"/>
                <a:ext cx="432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398E2AB9-752D-4E9A-9F00-4233BB3EFA39}"/>
                  </a:ext>
                </a:extLst>
              </p14:cNvPr>
              <p14:cNvContentPartPr/>
              <p14:nvPr/>
            </p14:nvContentPartPr>
            <p14:xfrm>
              <a:off x="5619069" y="1514065"/>
              <a:ext cx="35640" cy="13320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398E2AB9-752D-4E9A-9F00-4233BB3EFA3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601069" y="1478065"/>
                <a:ext cx="712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3AEE3B0A-B809-47A1-A794-2E03BCA73AB8}"/>
                  </a:ext>
                </a:extLst>
              </p14:cNvPr>
              <p14:cNvContentPartPr/>
              <p14:nvPr/>
            </p14:nvContentPartPr>
            <p14:xfrm>
              <a:off x="5557509" y="2619985"/>
              <a:ext cx="360" cy="36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3AEE3B0A-B809-47A1-A794-2E03BCA73A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39509" y="2583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CACDF8B6-C789-4430-A08F-342E279A6725}"/>
                  </a:ext>
                </a:extLst>
              </p14:cNvPr>
              <p14:cNvContentPartPr/>
              <p14:nvPr/>
            </p14:nvContentPartPr>
            <p14:xfrm>
              <a:off x="5625189" y="3728065"/>
              <a:ext cx="360" cy="3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CACDF8B6-C789-4430-A08F-342E279A67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07549" y="36920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F0B56358-3864-42AB-A42D-F8ED26AAFC7C}"/>
                  </a:ext>
                </a:extLst>
              </p14:cNvPr>
              <p14:cNvContentPartPr/>
              <p14:nvPr/>
            </p14:nvContentPartPr>
            <p14:xfrm>
              <a:off x="5691789" y="4640305"/>
              <a:ext cx="360" cy="7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F0B56358-3864-42AB-A42D-F8ED26AAFC7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74149" y="460466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5EE5FE29-2FEA-4135-AF4A-CD1A470522DB}"/>
                  </a:ext>
                </a:extLst>
              </p14:cNvPr>
              <p14:cNvContentPartPr/>
              <p14:nvPr/>
            </p14:nvContentPartPr>
            <p14:xfrm>
              <a:off x="5312349" y="5678185"/>
              <a:ext cx="360" cy="3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5EE5FE29-2FEA-4135-AF4A-CD1A470522D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94349" y="56421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FD2C9A8C-8875-4DFF-82E5-B2C8D36BD5F7}"/>
                  </a:ext>
                </a:extLst>
              </p14:cNvPr>
              <p14:cNvContentPartPr/>
              <p14:nvPr/>
            </p14:nvContentPartPr>
            <p14:xfrm>
              <a:off x="5258709" y="4599625"/>
              <a:ext cx="360" cy="72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FD2C9A8C-8875-4DFF-82E5-B2C8D36BD5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40709" y="45636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16CE96D4-03F9-4A5C-8D2E-69F58D4BEEA2}"/>
                  </a:ext>
                </a:extLst>
              </p14:cNvPr>
              <p14:cNvContentPartPr/>
              <p14:nvPr/>
            </p14:nvContentPartPr>
            <p14:xfrm>
              <a:off x="5211189" y="3707905"/>
              <a:ext cx="360" cy="72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16CE96D4-03F9-4A5C-8D2E-69F58D4BEEA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193189" y="367190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B5B8FA88-AF95-4450-8C17-11E0A3C5A5BD}"/>
                  </a:ext>
                </a:extLst>
              </p14:cNvPr>
              <p14:cNvContentPartPr/>
              <p14:nvPr/>
            </p14:nvContentPartPr>
            <p14:xfrm>
              <a:off x="5065029" y="2604505"/>
              <a:ext cx="30600" cy="35892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B5B8FA88-AF95-4450-8C17-11E0A3C5A5B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47029" y="2568865"/>
                <a:ext cx="6624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07D6A247-0744-4CCA-9FBE-B78EBBAF2672}"/>
                  </a:ext>
                </a:extLst>
              </p14:cNvPr>
              <p14:cNvContentPartPr/>
              <p14:nvPr/>
            </p14:nvContentPartPr>
            <p14:xfrm>
              <a:off x="5237469" y="1113385"/>
              <a:ext cx="720" cy="72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07D6A247-0744-4CCA-9FBE-B78EBBAF26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19469" y="1077385"/>
                <a:ext cx="363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CC1A0588-B44F-4237-8281-DA084D714216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360" cy="3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CC1A0588-B44F-4237-8281-DA084D71421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08469" y="1656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5BB84030-F88F-4EDE-9932-87580B02DAE1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1800" cy="118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5BB84030-F88F-4EDE-9932-87580B02DAE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08469" y="1655905"/>
                <a:ext cx="374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23B00F6B-6DD5-455E-ACE1-C640CEF2DB35}"/>
                  </a:ext>
                </a:extLst>
              </p14:cNvPr>
              <p14:cNvContentPartPr/>
              <p14:nvPr/>
            </p14:nvContentPartPr>
            <p14:xfrm>
              <a:off x="8541189" y="2138665"/>
              <a:ext cx="1359000" cy="5284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23B00F6B-6DD5-455E-ACE1-C640CEF2DB3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23189" y="2103025"/>
                <a:ext cx="1394640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9C14822A-788F-45EE-B0CC-47C6E2A4307F}"/>
                  </a:ext>
                </a:extLst>
              </p14:cNvPr>
              <p14:cNvContentPartPr/>
              <p14:nvPr/>
            </p14:nvContentPartPr>
            <p14:xfrm>
              <a:off x="10616229" y="2455465"/>
              <a:ext cx="669240" cy="187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9C14822A-788F-45EE-B0CC-47C6E2A4307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598589" y="2419465"/>
                <a:ext cx="7048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F8AE4E1-D3E0-48DB-A95B-D56889D527FF}"/>
                  </a:ext>
                </a:extLst>
              </p14:cNvPr>
              <p14:cNvContentPartPr/>
              <p14:nvPr/>
            </p14:nvContentPartPr>
            <p14:xfrm>
              <a:off x="10678869" y="2483185"/>
              <a:ext cx="741600" cy="349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F8AE4E1-D3E0-48DB-A95B-D56889D527F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660869" y="2447185"/>
                <a:ext cx="7772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6E38666C-6BD8-4F38-9EA9-D36DE517AE3A}"/>
                  </a:ext>
                </a:extLst>
              </p14:cNvPr>
              <p14:cNvContentPartPr/>
              <p14:nvPr/>
            </p14:nvContentPartPr>
            <p14:xfrm>
              <a:off x="3918429" y="1729345"/>
              <a:ext cx="532080" cy="2710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6E38666C-6BD8-4F38-9EA9-D36DE517AE3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00429" y="1711705"/>
                <a:ext cx="5677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E3360EB6-D949-44FE-84A9-81FBD4AB64DD}"/>
                  </a:ext>
                </a:extLst>
              </p14:cNvPr>
              <p14:cNvContentPartPr/>
              <p14:nvPr/>
            </p14:nvContentPartPr>
            <p14:xfrm>
              <a:off x="3907629" y="2184745"/>
              <a:ext cx="570960" cy="2919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E3360EB6-D949-44FE-84A9-81FBD4AB64D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89629" y="2167083"/>
                <a:ext cx="606600" cy="327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C5DC66C0-FEA1-424B-BC33-79A4DC746D54}"/>
                  </a:ext>
                </a:extLst>
              </p14:cNvPr>
              <p14:cNvContentPartPr/>
              <p14:nvPr/>
            </p14:nvContentPartPr>
            <p14:xfrm>
              <a:off x="841509" y="2783425"/>
              <a:ext cx="535320" cy="4392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C5DC66C0-FEA1-424B-BC33-79A4DC746D5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3509" y="2765425"/>
                <a:ext cx="57096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F281DBA1-25E5-4C8F-A14A-5E82C531AB71}"/>
                  </a:ext>
                </a:extLst>
              </p14:cNvPr>
              <p14:cNvContentPartPr/>
              <p14:nvPr/>
            </p14:nvContentPartPr>
            <p14:xfrm>
              <a:off x="5004189" y="2666425"/>
              <a:ext cx="548640" cy="3862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F281DBA1-25E5-4C8F-A14A-5E82C531AB7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86189" y="2648425"/>
                <a:ext cx="58428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54780DFA-0098-43DD-9EA4-3E687914938E}"/>
                  </a:ext>
                </a:extLst>
              </p14:cNvPr>
              <p14:cNvContentPartPr/>
              <p14:nvPr/>
            </p14:nvContentPartPr>
            <p14:xfrm>
              <a:off x="3771909" y="2768665"/>
              <a:ext cx="645480" cy="2610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54780DFA-0098-43DD-9EA4-3E687914938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53909" y="2750665"/>
                <a:ext cx="6811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789FB4BA-2E6F-4D81-8A19-4A056118169F}"/>
                  </a:ext>
                </a:extLst>
              </p14:cNvPr>
              <p14:cNvContentPartPr/>
              <p14:nvPr/>
            </p14:nvContentPartPr>
            <p14:xfrm>
              <a:off x="3797109" y="3230185"/>
              <a:ext cx="544320" cy="2746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789FB4BA-2E6F-4D81-8A19-4A056118169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779121" y="3212185"/>
                <a:ext cx="579936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2956CFB7-C255-4AC8-B991-99D15487BD95}"/>
                  </a:ext>
                </a:extLst>
              </p14:cNvPr>
              <p14:cNvContentPartPr/>
              <p14:nvPr/>
            </p14:nvContentPartPr>
            <p14:xfrm>
              <a:off x="3840309" y="3831385"/>
              <a:ext cx="484560" cy="2487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2956CFB7-C255-4AC8-B991-99D15487BD9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22309" y="3813719"/>
                <a:ext cx="520200" cy="284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BB8F6B3E-019A-456B-86EA-8332BAD9DF41}"/>
                  </a:ext>
                </a:extLst>
              </p14:cNvPr>
              <p14:cNvContentPartPr/>
              <p14:nvPr/>
            </p14:nvContentPartPr>
            <p14:xfrm>
              <a:off x="3840309" y="4201465"/>
              <a:ext cx="474840" cy="2365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BB8F6B3E-019A-456B-86EA-8332BAD9DF4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822309" y="4183465"/>
                <a:ext cx="5104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3D0479F0-1DF3-4055-9F12-DCB38DDCA3DA}"/>
                  </a:ext>
                </a:extLst>
              </p14:cNvPr>
              <p14:cNvContentPartPr/>
              <p14:nvPr/>
            </p14:nvContentPartPr>
            <p14:xfrm>
              <a:off x="3840309" y="4691425"/>
              <a:ext cx="417600" cy="2440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3D0479F0-1DF3-4055-9F12-DCB38DDCA3D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22309" y="4673425"/>
                <a:ext cx="453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7799737E-121C-4C7F-8CCC-1DDE24ABAFC4}"/>
                  </a:ext>
                </a:extLst>
              </p14:cNvPr>
              <p14:cNvContentPartPr/>
              <p14:nvPr/>
            </p14:nvContentPartPr>
            <p14:xfrm>
              <a:off x="3783789" y="5221345"/>
              <a:ext cx="330120" cy="21240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7799737E-121C-4C7F-8CCC-1DDE24ABAFC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766149" y="5203705"/>
                <a:ext cx="3657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AE0DC807-D2DC-4866-ACCA-23FB50D88281}"/>
                  </a:ext>
                </a:extLst>
              </p14:cNvPr>
              <p14:cNvContentPartPr/>
              <p14:nvPr/>
            </p14:nvContentPartPr>
            <p14:xfrm>
              <a:off x="4234869" y="5075185"/>
              <a:ext cx="222120" cy="2642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AE0DC807-D2DC-4866-ACCA-23FB50D8828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17229" y="5057545"/>
                <a:ext cx="2577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C80A31C7-C7BA-4271-89D3-B4BD07C616A8}"/>
                  </a:ext>
                </a:extLst>
              </p14:cNvPr>
              <p14:cNvContentPartPr/>
              <p14:nvPr/>
            </p14:nvContentPartPr>
            <p14:xfrm>
              <a:off x="4537989" y="1631065"/>
              <a:ext cx="1260720" cy="298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C80A31C7-C7BA-4271-89D3-B4BD07C616A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520349" y="1613425"/>
                <a:ext cx="12963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08EFCFD2-CCD6-45B5-A08C-21C98EFE7BD5}"/>
                  </a:ext>
                </a:extLst>
              </p14:cNvPr>
              <p14:cNvContentPartPr/>
              <p14:nvPr/>
            </p14:nvContentPartPr>
            <p14:xfrm>
              <a:off x="264069" y="994225"/>
              <a:ext cx="683280" cy="473328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08EFCFD2-CCD6-45B5-A08C-21C98EFE7BD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46069" y="958585"/>
                <a:ext cx="718920" cy="48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9F8E4C09-060D-4298-91E3-0441D2CB4D5B}"/>
                  </a:ext>
                </a:extLst>
              </p14:cNvPr>
              <p14:cNvContentPartPr/>
              <p14:nvPr/>
            </p14:nvContentPartPr>
            <p14:xfrm>
              <a:off x="4648509" y="1038505"/>
              <a:ext cx="592560" cy="49986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9F8E4C09-060D-4298-91E3-0441D2CB4D5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630869" y="1002865"/>
                <a:ext cx="628200" cy="50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C11C4FB0-0A1C-4D00-B747-719FE4660228}"/>
                  </a:ext>
                </a:extLst>
              </p14:cNvPr>
              <p14:cNvContentPartPr/>
              <p14:nvPr/>
            </p14:nvContentPartPr>
            <p14:xfrm>
              <a:off x="2766789" y="1736905"/>
              <a:ext cx="492120" cy="2095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C11C4FB0-0A1C-4D00-B747-719FE466022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748789" y="1719235"/>
                <a:ext cx="527760" cy="245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CA59B974-939F-419B-BEC1-7A233322F604}"/>
                  </a:ext>
                </a:extLst>
              </p14:cNvPr>
              <p14:cNvContentPartPr/>
              <p14:nvPr/>
            </p14:nvContentPartPr>
            <p14:xfrm>
              <a:off x="2805669" y="2157745"/>
              <a:ext cx="487440" cy="30420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CA59B974-939F-419B-BEC1-7A233322F60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787682" y="2139745"/>
                <a:ext cx="523054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17FCFB02-1189-487D-856D-AE47D37ED27C}"/>
                  </a:ext>
                </a:extLst>
              </p14:cNvPr>
              <p14:cNvContentPartPr/>
              <p14:nvPr/>
            </p14:nvContentPartPr>
            <p14:xfrm>
              <a:off x="2829429" y="2792785"/>
              <a:ext cx="460440" cy="23904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17FCFB02-1189-487D-856D-AE47D37ED27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11789" y="2774785"/>
                <a:ext cx="4960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476A0258-4C20-44E4-9150-7E8F6215F0E9}"/>
                  </a:ext>
                </a:extLst>
              </p14:cNvPr>
              <p14:cNvContentPartPr/>
              <p14:nvPr/>
            </p14:nvContentPartPr>
            <p14:xfrm>
              <a:off x="2767149" y="3307945"/>
              <a:ext cx="518760" cy="21744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476A0258-4C20-44E4-9150-7E8F6215F0E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749509" y="3289975"/>
                <a:ext cx="554400" cy="253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152C6CFA-332E-4025-9D67-B459A7C237C8}"/>
                  </a:ext>
                </a:extLst>
              </p14:cNvPr>
              <p14:cNvContentPartPr/>
              <p14:nvPr/>
            </p14:nvContentPartPr>
            <p14:xfrm>
              <a:off x="2699829" y="3797185"/>
              <a:ext cx="588960" cy="23472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152C6CFA-332E-4025-9D67-B459A7C237C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681840" y="3779185"/>
                <a:ext cx="624578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CDFA60A4-075B-4659-B9D3-0F93A9B648FF}"/>
                  </a:ext>
                </a:extLst>
              </p14:cNvPr>
              <p14:cNvContentPartPr/>
              <p14:nvPr/>
            </p14:nvContentPartPr>
            <p14:xfrm>
              <a:off x="2781189" y="4154305"/>
              <a:ext cx="471600" cy="27828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CDFA60A4-075B-4659-B9D3-0F93A9B648F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763562" y="4136665"/>
                <a:ext cx="507213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1C4E7D84-7F1D-4830-BF42-F29E10FF06A5}"/>
                  </a:ext>
                </a:extLst>
              </p14:cNvPr>
              <p14:cNvContentPartPr/>
              <p14:nvPr/>
            </p14:nvContentPartPr>
            <p14:xfrm>
              <a:off x="3204909" y="4687465"/>
              <a:ext cx="12600" cy="25992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1C4E7D84-7F1D-4830-BF42-F29E10FF06A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87269" y="4669825"/>
                <a:ext cx="482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4B35B5D4-7E70-4B06-B0CC-FB8A36EF7D52}"/>
                  </a:ext>
                </a:extLst>
              </p14:cNvPr>
              <p14:cNvContentPartPr/>
              <p14:nvPr/>
            </p14:nvContentPartPr>
            <p14:xfrm>
              <a:off x="2795949" y="4706545"/>
              <a:ext cx="260280" cy="20376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4B35B5D4-7E70-4B06-B0CC-FB8A36EF7D5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777974" y="4688905"/>
                <a:ext cx="295871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95FBE6BF-F5CE-4932-B201-E43B265156AA}"/>
                  </a:ext>
                </a:extLst>
              </p14:cNvPr>
              <p14:cNvContentPartPr/>
              <p14:nvPr/>
            </p14:nvContentPartPr>
            <p14:xfrm>
              <a:off x="2819709" y="5168785"/>
              <a:ext cx="577080" cy="23688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95FBE6BF-F5CE-4932-B201-E43B265156A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802069" y="5150785"/>
                <a:ext cx="612720" cy="27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616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14:cNvPr>
              <p14:cNvContentPartPr/>
              <p14:nvPr/>
            </p14:nvContentPartPr>
            <p14:xfrm>
              <a:off x="402305" y="228635"/>
              <a:ext cx="6185880" cy="55324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306" y="210636"/>
                <a:ext cx="6221518" cy="5568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14:cNvPr>
              <p14:cNvContentPartPr/>
              <p14:nvPr/>
            </p14:nvContentPartPr>
            <p14:xfrm>
              <a:off x="1354149" y="2707105"/>
              <a:ext cx="360" cy="10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6509" y="2671105"/>
                <a:ext cx="360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14:cNvPr>
              <p14:cNvContentPartPr/>
              <p14:nvPr/>
            </p14:nvContentPartPr>
            <p14:xfrm>
              <a:off x="1115829" y="5601865"/>
              <a:ext cx="720" cy="10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8189" y="5565865"/>
                <a:ext cx="363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14:cNvPr>
              <p14:cNvContentPartPr/>
              <p14:nvPr/>
            </p14:nvContentPartPr>
            <p14:xfrm>
              <a:off x="889749" y="5597545"/>
              <a:ext cx="360" cy="7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749" y="556154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14:cNvPr>
              <p14:cNvContentPartPr/>
              <p14:nvPr/>
            </p14:nvContentPartPr>
            <p14:xfrm>
              <a:off x="836469" y="4932985"/>
              <a:ext cx="360" cy="3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469" y="4896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14:cNvPr>
              <p14:cNvContentPartPr/>
              <p14:nvPr/>
            </p14:nvContentPartPr>
            <p14:xfrm>
              <a:off x="835749" y="4603225"/>
              <a:ext cx="360" cy="7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109" y="45672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14:cNvPr>
              <p14:cNvContentPartPr/>
              <p14:nvPr/>
            </p14:nvContentPartPr>
            <p14:xfrm>
              <a:off x="887949" y="2718265"/>
              <a:ext cx="360" cy="3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949" y="2682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14:cNvPr>
              <p14:cNvContentPartPr/>
              <p14:nvPr/>
            </p14:nvContentPartPr>
            <p14:xfrm>
              <a:off x="927189" y="1577785"/>
              <a:ext cx="5760" cy="532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9549" y="1541785"/>
                <a:ext cx="414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14:cNvPr>
              <p14:cNvContentPartPr/>
              <p14:nvPr/>
            </p14:nvContentPartPr>
            <p14:xfrm>
              <a:off x="1464669" y="1454305"/>
              <a:ext cx="360" cy="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6669" y="14183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14:cNvPr>
              <p14:cNvContentPartPr/>
              <p14:nvPr/>
            </p14:nvContentPartPr>
            <p14:xfrm>
              <a:off x="5619069" y="1514065"/>
              <a:ext cx="35640" cy="133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01069" y="1478065"/>
                <a:ext cx="712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14:cNvPr>
              <p14:cNvContentPartPr/>
              <p14:nvPr/>
            </p14:nvContentPartPr>
            <p14:xfrm>
              <a:off x="5557509" y="2619985"/>
              <a:ext cx="36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9509" y="2583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14:cNvPr>
              <p14:cNvContentPartPr/>
              <p14:nvPr/>
            </p14:nvContentPartPr>
            <p14:xfrm>
              <a:off x="5625189" y="3728065"/>
              <a:ext cx="360" cy="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7549" y="36920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14:cNvPr>
              <p14:cNvContentPartPr/>
              <p14:nvPr/>
            </p14:nvContentPartPr>
            <p14:xfrm>
              <a:off x="5691789" y="4640305"/>
              <a:ext cx="360" cy="7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4149" y="460466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14:cNvPr>
              <p14:cNvContentPartPr/>
              <p14:nvPr/>
            </p14:nvContentPartPr>
            <p14:xfrm>
              <a:off x="5312349" y="5678185"/>
              <a:ext cx="36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4349" y="56421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14:cNvPr>
              <p14:cNvContentPartPr/>
              <p14:nvPr/>
            </p14:nvContentPartPr>
            <p14:xfrm>
              <a:off x="5258709" y="4599625"/>
              <a:ext cx="360" cy="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0709" y="45636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14:cNvPr>
              <p14:cNvContentPartPr/>
              <p14:nvPr/>
            </p14:nvContentPartPr>
            <p14:xfrm>
              <a:off x="5211189" y="3707905"/>
              <a:ext cx="360" cy="7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3189" y="367190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14:cNvPr>
              <p14:cNvContentPartPr/>
              <p14:nvPr/>
            </p14:nvContentPartPr>
            <p14:xfrm>
              <a:off x="5065029" y="2604505"/>
              <a:ext cx="30600" cy="358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047029" y="2568865"/>
                <a:ext cx="6624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14:cNvPr>
              <p14:cNvContentPartPr/>
              <p14:nvPr/>
            </p14:nvContentPartPr>
            <p14:xfrm>
              <a:off x="5237469" y="1113385"/>
              <a:ext cx="720" cy="7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19469" y="1077385"/>
                <a:ext cx="363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36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8469" y="1656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1800" cy="118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08469" y="1655905"/>
                <a:ext cx="374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14:cNvPr>
              <p14:cNvContentPartPr/>
              <p14:nvPr/>
            </p14:nvContentPartPr>
            <p14:xfrm>
              <a:off x="3918429" y="1729345"/>
              <a:ext cx="532080" cy="271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00429" y="1711705"/>
                <a:ext cx="5677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14:cNvPr>
              <p14:cNvContentPartPr/>
              <p14:nvPr/>
            </p14:nvContentPartPr>
            <p14:xfrm>
              <a:off x="3907629" y="2184745"/>
              <a:ext cx="570960" cy="291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89629" y="2167083"/>
                <a:ext cx="606600" cy="327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14:cNvPr>
              <p14:cNvContentPartPr/>
              <p14:nvPr/>
            </p14:nvContentPartPr>
            <p14:xfrm>
              <a:off x="985509" y="2847865"/>
              <a:ext cx="129240" cy="327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7509" y="2829865"/>
                <a:ext cx="1648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14:cNvPr>
              <p14:cNvContentPartPr/>
              <p14:nvPr/>
            </p14:nvContentPartPr>
            <p14:xfrm>
              <a:off x="5004189" y="2666425"/>
              <a:ext cx="548640" cy="3862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86189" y="2648425"/>
                <a:ext cx="58428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14:cNvPr>
              <p14:cNvContentPartPr/>
              <p14:nvPr/>
            </p14:nvContentPartPr>
            <p14:xfrm>
              <a:off x="3771909" y="2768665"/>
              <a:ext cx="645480" cy="2610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53909" y="2750665"/>
                <a:ext cx="6811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14:cNvPr>
              <p14:cNvContentPartPr/>
              <p14:nvPr/>
            </p14:nvContentPartPr>
            <p14:xfrm>
              <a:off x="3797109" y="3230185"/>
              <a:ext cx="544320" cy="2746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79121" y="3212185"/>
                <a:ext cx="579936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14:cNvPr>
              <p14:cNvContentPartPr/>
              <p14:nvPr/>
            </p14:nvContentPartPr>
            <p14:xfrm>
              <a:off x="3840309" y="3831385"/>
              <a:ext cx="484560" cy="2487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22309" y="3813719"/>
                <a:ext cx="520200" cy="284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14:cNvPr>
              <p14:cNvContentPartPr/>
              <p14:nvPr/>
            </p14:nvContentPartPr>
            <p14:xfrm>
              <a:off x="3840309" y="4201465"/>
              <a:ext cx="474840" cy="236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22309" y="4183465"/>
                <a:ext cx="5104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14:cNvPr>
              <p14:cNvContentPartPr/>
              <p14:nvPr/>
            </p14:nvContentPartPr>
            <p14:xfrm>
              <a:off x="3840309" y="4691425"/>
              <a:ext cx="417600" cy="2440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822309" y="4673425"/>
                <a:ext cx="453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14:cNvPr>
              <p14:cNvContentPartPr/>
              <p14:nvPr/>
            </p14:nvContentPartPr>
            <p14:xfrm>
              <a:off x="3783789" y="5221345"/>
              <a:ext cx="330120" cy="212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766149" y="5203705"/>
                <a:ext cx="3657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14:cNvPr>
              <p14:cNvContentPartPr/>
              <p14:nvPr/>
            </p14:nvContentPartPr>
            <p14:xfrm>
              <a:off x="4234869" y="5075185"/>
              <a:ext cx="222120" cy="2642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217229" y="5057545"/>
                <a:ext cx="2577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14:cNvPr>
              <p14:cNvContentPartPr/>
              <p14:nvPr/>
            </p14:nvContentPartPr>
            <p14:xfrm>
              <a:off x="4537989" y="1631065"/>
              <a:ext cx="1260720" cy="298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520349" y="1613425"/>
                <a:ext cx="12963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14:cNvPr>
              <p14:cNvContentPartPr/>
              <p14:nvPr/>
            </p14:nvContentPartPr>
            <p14:xfrm>
              <a:off x="943749" y="1580665"/>
              <a:ext cx="3600" cy="504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25749" y="1544665"/>
                <a:ext cx="39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14:cNvPr>
              <p14:cNvContentPartPr/>
              <p14:nvPr/>
            </p14:nvContentPartPr>
            <p14:xfrm>
              <a:off x="872469" y="2718625"/>
              <a:ext cx="360" cy="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54469" y="2682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14:cNvPr>
              <p14:cNvContentPartPr/>
              <p14:nvPr/>
            </p14:nvContentPartPr>
            <p14:xfrm>
              <a:off x="793269" y="3717985"/>
              <a:ext cx="360" cy="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75629" y="3681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14:cNvPr>
              <p14:cNvContentPartPr/>
              <p14:nvPr/>
            </p14:nvContentPartPr>
            <p14:xfrm>
              <a:off x="938709" y="4599625"/>
              <a:ext cx="360" cy="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21069" y="4563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14:cNvPr>
              <p14:cNvContentPartPr/>
              <p14:nvPr/>
            </p14:nvContentPartPr>
            <p14:xfrm>
              <a:off x="4648509" y="1038505"/>
              <a:ext cx="592560" cy="4998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30869" y="1002865"/>
                <a:ext cx="628200" cy="50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14:cNvPr>
              <p14:cNvContentPartPr/>
              <p14:nvPr/>
            </p14:nvContentPartPr>
            <p14:xfrm>
              <a:off x="2766789" y="1736905"/>
              <a:ext cx="492120" cy="2095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748789" y="1719235"/>
                <a:ext cx="527760" cy="245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14:cNvPr>
              <p14:cNvContentPartPr/>
              <p14:nvPr/>
            </p14:nvContentPartPr>
            <p14:xfrm>
              <a:off x="2805669" y="2157745"/>
              <a:ext cx="487440" cy="304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787682" y="2139745"/>
                <a:ext cx="523054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14:cNvPr>
              <p14:cNvContentPartPr/>
              <p14:nvPr/>
            </p14:nvContentPartPr>
            <p14:xfrm>
              <a:off x="2829429" y="2792785"/>
              <a:ext cx="460440" cy="239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811789" y="2774785"/>
                <a:ext cx="4960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14:cNvPr>
              <p14:cNvContentPartPr/>
              <p14:nvPr/>
            </p14:nvContentPartPr>
            <p14:xfrm>
              <a:off x="2767149" y="3307945"/>
              <a:ext cx="518760" cy="2174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749509" y="3289975"/>
                <a:ext cx="554400" cy="253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14:cNvPr>
              <p14:cNvContentPartPr/>
              <p14:nvPr/>
            </p14:nvContentPartPr>
            <p14:xfrm>
              <a:off x="2699829" y="3797185"/>
              <a:ext cx="588960" cy="234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81840" y="3779185"/>
                <a:ext cx="624578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14:cNvPr>
              <p14:cNvContentPartPr/>
              <p14:nvPr/>
            </p14:nvContentPartPr>
            <p14:xfrm>
              <a:off x="2781189" y="4154305"/>
              <a:ext cx="471600" cy="2782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763562" y="4136665"/>
                <a:ext cx="507213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14:cNvPr>
              <p14:cNvContentPartPr/>
              <p14:nvPr/>
            </p14:nvContentPartPr>
            <p14:xfrm>
              <a:off x="3204909" y="4687465"/>
              <a:ext cx="12600" cy="2599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187269" y="4669825"/>
                <a:ext cx="482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14:cNvPr>
              <p14:cNvContentPartPr/>
              <p14:nvPr/>
            </p14:nvContentPartPr>
            <p14:xfrm>
              <a:off x="2795949" y="4706545"/>
              <a:ext cx="260280" cy="2037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777974" y="4688905"/>
                <a:ext cx="295871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14:cNvPr>
              <p14:cNvContentPartPr/>
              <p14:nvPr/>
            </p14:nvContentPartPr>
            <p14:xfrm>
              <a:off x="2819709" y="5168785"/>
              <a:ext cx="577080" cy="2368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802069" y="5150785"/>
                <a:ext cx="6127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14:cNvPr>
              <p14:cNvContentPartPr/>
              <p14:nvPr/>
            </p14:nvContentPartPr>
            <p14:xfrm>
              <a:off x="4581189" y="1677505"/>
              <a:ext cx="1081800" cy="507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527549" y="1569865"/>
                <a:ext cx="1189440" cy="7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14:cNvPr>
              <p14:cNvContentPartPr/>
              <p14:nvPr/>
            </p14:nvContentPartPr>
            <p14:xfrm>
              <a:off x="4609989" y="2612785"/>
              <a:ext cx="1270440" cy="4867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556349" y="2504785"/>
                <a:ext cx="1378080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14:cNvPr>
              <p14:cNvContentPartPr/>
              <p14:nvPr/>
            </p14:nvContentPartPr>
            <p14:xfrm>
              <a:off x="4640229" y="3646345"/>
              <a:ext cx="1123920" cy="4028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586589" y="3538705"/>
                <a:ext cx="123156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14:cNvPr>
              <p14:cNvContentPartPr/>
              <p14:nvPr/>
            </p14:nvContentPartPr>
            <p14:xfrm>
              <a:off x="4759389" y="4692865"/>
              <a:ext cx="1030680" cy="3218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705749" y="4585225"/>
                <a:ext cx="11383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14:cNvPr>
              <p14:cNvContentPartPr/>
              <p14:nvPr/>
            </p14:nvContentPartPr>
            <p14:xfrm>
              <a:off x="4985469" y="5340145"/>
              <a:ext cx="801000" cy="2908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931469" y="5232505"/>
                <a:ext cx="90864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14:cNvPr>
              <p14:cNvContentPartPr/>
              <p14:nvPr/>
            </p14:nvContentPartPr>
            <p14:xfrm>
              <a:off x="519669" y="1601905"/>
              <a:ext cx="596880" cy="342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01669" y="1584265"/>
                <a:ext cx="6325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89C7F14A-27B7-45A1-BE98-BCDB39DD37B0}"/>
                  </a:ext>
                </a:extLst>
              </p14:cNvPr>
              <p14:cNvContentPartPr/>
              <p14:nvPr/>
            </p14:nvContentPartPr>
            <p14:xfrm>
              <a:off x="8262909" y="606505"/>
              <a:ext cx="3082320" cy="17348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89C7F14A-27B7-45A1-BE98-BCDB39DD37B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244909" y="588869"/>
                <a:ext cx="3117960" cy="17704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E87BB878-4FDE-4125-A83A-C85B105085B7}"/>
                  </a:ext>
                </a:extLst>
              </p14:cNvPr>
              <p14:cNvContentPartPr/>
              <p14:nvPr/>
            </p14:nvContentPartPr>
            <p14:xfrm>
              <a:off x="7407189" y="2559865"/>
              <a:ext cx="4560840" cy="11437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E87BB878-4FDE-4125-A83A-C85B105085B7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389190" y="2542225"/>
                <a:ext cx="4596477" cy="117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2620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14:cNvPr>
              <p14:cNvContentPartPr/>
              <p14:nvPr/>
            </p14:nvContentPartPr>
            <p14:xfrm>
              <a:off x="402305" y="228635"/>
              <a:ext cx="6185880" cy="55324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306" y="210636"/>
                <a:ext cx="6221518" cy="5568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14:cNvPr>
              <p14:cNvContentPartPr/>
              <p14:nvPr/>
            </p14:nvContentPartPr>
            <p14:xfrm>
              <a:off x="1354149" y="2707105"/>
              <a:ext cx="360" cy="10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6509" y="2671105"/>
                <a:ext cx="360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14:cNvPr>
              <p14:cNvContentPartPr/>
              <p14:nvPr/>
            </p14:nvContentPartPr>
            <p14:xfrm>
              <a:off x="1115829" y="5601865"/>
              <a:ext cx="720" cy="10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8189" y="5565865"/>
                <a:ext cx="363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14:cNvPr>
              <p14:cNvContentPartPr/>
              <p14:nvPr/>
            </p14:nvContentPartPr>
            <p14:xfrm>
              <a:off x="889749" y="5597545"/>
              <a:ext cx="360" cy="7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749" y="556154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14:cNvPr>
              <p14:cNvContentPartPr/>
              <p14:nvPr/>
            </p14:nvContentPartPr>
            <p14:xfrm>
              <a:off x="836469" y="4932985"/>
              <a:ext cx="360" cy="3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469" y="4896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14:cNvPr>
              <p14:cNvContentPartPr/>
              <p14:nvPr/>
            </p14:nvContentPartPr>
            <p14:xfrm>
              <a:off x="835749" y="4603225"/>
              <a:ext cx="360" cy="7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109" y="45672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14:cNvPr>
              <p14:cNvContentPartPr/>
              <p14:nvPr/>
            </p14:nvContentPartPr>
            <p14:xfrm>
              <a:off x="887949" y="2718265"/>
              <a:ext cx="360" cy="3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949" y="2682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14:cNvPr>
              <p14:cNvContentPartPr/>
              <p14:nvPr/>
            </p14:nvContentPartPr>
            <p14:xfrm>
              <a:off x="927189" y="1577785"/>
              <a:ext cx="5760" cy="532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9549" y="1541785"/>
                <a:ext cx="414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14:cNvPr>
              <p14:cNvContentPartPr/>
              <p14:nvPr/>
            </p14:nvContentPartPr>
            <p14:xfrm>
              <a:off x="1464669" y="1454305"/>
              <a:ext cx="360" cy="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6669" y="14183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14:cNvPr>
              <p14:cNvContentPartPr/>
              <p14:nvPr/>
            </p14:nvContentPartPr>
            <p14:xfrm>
              <a:off x="5619069" y="1514065"/>
              <a:ext cx="35640" cy="133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01069" y="1478065"/>
                <a:ext cx="712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14:cNvPr>
              <p14:cNvContentPartPr/>
              <p14:nvPr/>
            </p14:nvContentPartPr>
            <p14:xfrm>
              <a:off x="5557509" y="2619985"/>
              <a:ext cx="36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9509" y="2583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14:cNvPr>
              <p14:cNvContentPartPr/>
              <p14:nvPr/>
            </p14:nvContentPartPr>
            <p14:xfrm>
              <a:off x="5625189" y="3728065"/>
              <a:ext cx="360" cy="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7549" y="36920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14:cNvPr>
              <p14:cNvContentPartPr/>
              <p14:nvPr/>
            </p14:nvContentPartPr>
            <p14:xfrm>
              <a:off x="5691789" y="4640305"/>
              <a:ext cx="360" cy="7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4149" y="460466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14:cNvPr>
              <p14:cNvContentPartPr/>
              <p14:nvPr/>
            </p14:nvContentPartPr>
            <p14:xfrm>
              <a:off x="5312349" y="5678185"/>
              <a:ext cx="36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4349" y="56421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14:cNvPr>
              <p14:cNvContentPartPr/>
              <p14:nvPr/>
            </p14:nvContentPartPr>
            <p14:xfrm>
              <a:off x="5258709" y="4599625"/>
              <a:ext cx="360" cy="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0709" y="45636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14:cNvPr>
              <p14:cNvContentPartPr/>
              <p14:nvPr/>
            </p14:nvContentPartPr>
            <p14:xfrm>
              <a:off x="5211189" y="3707905"/>
              <a:ext cx="360" cy="7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3189" y="367190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14:cNvPr>
              <p14:cNvContentPartPr/>
              <p14:nvPr/>
            </p14:nvContentPartPr>
            <p14:xfrm>
              <a:off x="5065029" y="2604505"/>
              <a:ext cx="30600" cy="358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047029" y="2568865"/>
                <a:ext cx="6624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14:cNvPr>
              <p14:cNvContentPartPr/>
              <p14:nvPr/>
            </p14:nvContentPartPr>
            <p14:xfrm>
              <a:off x="5237469" y="1113385"/>
              <a:ext cx="720" cy="7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19469" y="1077385"/>
                <a:ext cx="363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36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8469" y="1656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1800" cy="118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08469" y="1655905"/>
                <a:ext cx="374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14:cNvPr>
              <p14:cNvContentPartPr/>
              <p14:nvPr/>
            </p14:nvContentPartPr>
            <p14:xfrm>
              <a:off x="3918429" y="1729345"/>
              <a:ext cx="532080" cy="271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00429" y="1711705"/>
                <a:ext cx="5677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14:cNvPr>
              <p14:cNvContentPartPr/>
              <p14:nvPr/>
            </p14:nvContentPartPr>
            <p14:xfrm>
              <a:off x="3907629" y="2184745"/>
              <a:ext cx="570960" cy="291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89629" y="2167083"/>
                <a:ext cx="606600" cy="327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14:cNvPr>
              <p14:cNvContentPartPr/>
              <p14:nvPr/>
            </p14:nvContentPartPr>
            <p14:xfrm>
              <a:off x="985509" y="2847865"/>
              <a:ext cx="129240" cy="327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7509" y="2829865"/>
                <a:ext cx="1648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14:cNvPr>
              <p14:cNvContentPartPr/>
              <p14:nvPr/>
            </p14:nvContentPartPr>
            <p14:xfrm>
              <a:off x="5004189" y="2666425"/>
              <a:ext cx="548640" cy="3862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86189" y="2648425"/>
                <a:ext cx="58428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14:cNvPr>
              <p14:cNvContentPartPr/>
              <p14:nvPr/>
            </p14:nvContentPartPr>
            <p14:xfrm>
              <a:off x="3771909" y="2768665"/>
              <a:ext cx="645480" cy="2610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53909" y="2750665"/>
                <a:ext cx="6811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14:cNvPr>
              <p14:cNvContentPartPr/>
              <p14:nvPr/>
            </p14:nvContentPartPr>
            <p14:xfrm>
              <a:off x="3797109" y="3230185"/>
              <a:ext cx="544320" cy="2746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79121" y="3212185"/>
                <a:ext cx="579936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14:cNvPr>
              <p14:cNvContentPartPr/>
              <p14:nvPr/>
            </p14:nvContentPartPr>
            <p14:xfrm>
              <a:off x="3840309" y="3831385"/>
              <a:ext cx="484560" cy="2487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22309" y="3813719"/>
                <a:ext cx="520200" cy="284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14:cNvPr>
              <p14:cNvContentPartPr/>
              <p14:nvPr/>
            </p14:nvContentPartPr>
            <p14:xfrm>
              <a:off x="3840309" y="4201465"/>
              <a:ext cx="474840" cy="236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22309" y="4183465"/>
                <a:ext cx="5104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14:cNvPr>
              <p14:cNvContentPartPr/>
              <p14:nvPr/>
            </p14:nvContentPartPr>
            <p14:xfrm>
              <a:off x="3840309" y="4691425"/>
              <a:ext cx="417600" cy="2440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822309" y="4673425"/>
                <a:ext cx="453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14:cNvPr>
              <p14:cNvContentPartPr/>
              <p14:nvPr/>
            </p14:nvContentPartPr>
            <p14:xfrm>
              <a:off x="3783789" y="5221345"/>
              <a:ext cx="330120" cy="212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766149" y="5203705"/>
                <a:ext cx="3657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14:cNvPr>
              <p14:cNvContentPartPr/>
              <p14:nvPr/>
            </p14:nvContentPartPr>
            <p14:xfrm>
              <a:off x="4234869" y="5075185"/>
              <a:ext cx="222120" cy="2642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217229" y="5057545"/>
                <a:ext cx="2577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14:cNvPr>
              <p14:cNvContentPartPr/>
              <p14:nvPr/>
            </p14:nvContentPartPr>
            <p14:xfrm>
              <a:off x="4537989" y="1631065"/>
              <a:ext cx="1260720" cy="298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520349" y="1613425"/>
                <a:ext cx="12963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14:cNvPr>
              <p14:cNvContentPartPr/>
              <p14:nvPr/>
            </p14:nvContentPartPr>
            <p14:xfrm>
              <a:off x="943749" y="1580665"/>
              <a:ext cx="3600" cy="504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25749" y="1544665"/>
                <a:ext cx="39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14:cNvPr>
              <p14:cNvContentPartPr/>
              <p14:nvPr/>
            </p14:nvContentPartPr>
            <p14:xfrm>
              <a:off x="872469" y="2718625"/>
              <a:ext cx="360" cy="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54469" y="2682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14:cNvPr>
              <p14:cNvContentPartPr/>
              <p14:nvPr/>
            </p14:nvContentPartPr>
            <p14:xfrm>
              <a:off x="793269" y="3717985"/>
              <a:ext cx="360" cy="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75629" y="3681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14:cNvPr>
              <p14:cNvContentPartPr/>
              <p14:nvPr/>
            </p14:nvContentPartPr>
            <p14:xfrm>
              <a:off x="938709" y="4599625"/>
              <a:ext cx="360" cy="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21069" y="4563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14:cNvPr>
              <p14:cNvContentPartPr/>
              <p14:nvPr/>
            </p14:nvContentPartPr>
            <p14:xfrm>
              <a:off x="4648509" y="1038505"/>
              <a:ext cx="592560" cy="4998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30869" y="1002865"/>
                <a:ext cx="628200" cy="50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14:cNvPr>
              <p14:cNvContentPartPr/>
              <p14:nvPr/>
            </p14:nvContentPartPr>
            <p14:xfrm>
              <a:off x="2766789" y="1736905"/>
              <a:ext cx="492120" cy="2095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748789" y="1719235"/>
                <a:ext cx="527760" cy="245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14:cNvPr>
              <p14:cNvContentPartPr/>
              <p14:nvPr/>
            </p14:nvContentPartPr>
            <p14:xfrm>
              <a:off x="2805669" y="2157745"/>
              <a:ext cx="487440" cy="304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787682" y="2139745"/>
                <a:ext cx="523054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14:cNvPr>
              <p14:cNvContentPartPr/>
              <p14:nvPr/>
            </p14:nvContentPartPr>
            <p14:xfrm>
              <a:off x="2829429" y="2792785"/>
              <a:ext cx="460440" cy="239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811789" y="2774785"/>
                <a:ext cx="4960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14:cNvPr>
              <p14:cNvContentPartPr/>
              <p14:nvPr/>
            </p14:nvContentPartPr>
            <p14:xfrm>
              <a:off x="2767149" y="3307945"/>
              <a:ext cx="518760" cy="2174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749509" y="3289975"/>
                <a:ext cx="554400" cy="253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14:cNvPr>
              <p14:cNvContentPartPr/>
              <p14:nvPr/>
            </p14:nvContentPartPr>
            <p14:xfrm>
              <a:off x="2699829" y="3797185"/>
              <a:ext cx="588960" cy="234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81840" y="3779185"/>
                <a:ext cx="624578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14:cNvPr>
              <p14:cNvContentPartPr/>
              <p14:nvPr/>
            </p14:nvContentPartPr>
            <p14:xfrm>
              <a:off x="2781189" y="4154305"/>
              <a:ext cx="471600" cy="2782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763562" y="4136665"/>
                <a:ext cx="507213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14:cNvPr>
              <p14:cNvContentPartPr/>
              <p14:nvPr/>
            </p14:nvContentPartPr>
            <p14:xfrm>
              <a:off x="3204909" y="4687465"/>
              <a:ext cx="12600" cy="2599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187269" y="4669825"/>
                <a:ext cx="482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14:cNvPr>
              <p14:cNvContentPartPr/>
              <p14:nvPr/>
            </p14:nvContentPartPr>
            <p14:xfrm>
              <a:off x="2795949" y="4706545"/>
              <a:ext cx="260280" cy="2037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777974" y="4688905"/>
                <a:ext cx="295871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14:cNvPr>
              <p14:cNvContentPartPr/>
              <p14:nvPr/>
            </p14:nvContentPartPr>
            <p14:xfrm>
              <a:off x="2819709" y="5168785"/>
              <a:ext cx="577080" cy="2368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802069" y="5150785"/>
                <a:ext cx="6127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14:cNvPr>
              <p14:cNvContentPartPr/>
              <p14:nvPr/>
            </p14:nvContentPartPr>
            <p14:xfrm>
              <a:off x="4581189" y="1677505"/>
              <a:ext cx="1081800" cy="507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527549" y="1569865"/>
                <a:ext cx="1189440" cy="7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14:cNvPr>
              <p14:cNvContentPartPr/>
              <p14:nvPr/>
            </p14:nvContentPartPr>
            <p14:xfrm>
              <a:off x="4609989" y="2612785"/>
              <a:ext cx="1270440" cy="4867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556349" y="2504785"/>
                <a:ext cx="1378080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14:cNvPr>
              <p14:cNvContentPartPr/>
              <p14:nvPr/>
            </p14:nvContentPartPr>
            <p14:xfrm>
              <a:off x="4640229" y="3646345"/>
              <a:ext cx="1123920" cy="4028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586589" y="3538705"/>
                <a:ext cx="123156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14:cNvPr>
              <p14:cNvContentPartPr/>
              <p14:nvPr/>
            </p14:nvContentPartPr>
            <p14:xfrm>
              <a:off x="4759389" y="4692865"/>
              <a:ext cx="1030680" cy="3218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705749" y="4585225"/>
                <a:ext cx="11383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14:cNvPr>
              <p14:cNvContentPartPr/>
              <p14:nvPr/>
            </p14:nvContentPartPr>
            <p14:xfrm>
              <a:off x="4985469" y="5340145"/>
              <a:ext cx="801000" cy="2908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931469" y="5232505"/>
                <a:ext cx="90864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14:cNvPr>
              <p14:cNvContentPartPr/>
              <p14:nvPr/>
            </p14:nvContentPartPr>
            <p14:xfrm>
              <a:off x="519669" y="1601905"/>
              <a:ext cx="596880" cy="342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01669" y="1584265"/>
                <a:ext cx="6325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DF396354-C67F-4BBE-8498-85091CD68252}"/>
                  </a:ext>
                </a:extLst>
              </p14:cNvPr>
              <p14:cNvContentPartPr/>
              <p14:nvPr/>
            </p14:nvContentPartPr>
            <p14:xfrm>
              <a:off x="2511189" y="1560145"/>
              <a:ext cx="631800" cy="41706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DF396354-C67F-4BBE-8498-85091CD6825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493189" y="1542145"/>
                <a:ext cx="667440" cy="42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7E020828-4B9D-4D53-BB90-BA8097423EA6}"/>
                  </a:ext>
                </a:extLst>
              </p14:cNvPr>
              <p14:cNvContentPartPr/>
              <p14:nvPr/>
            </p14:nvContentPartPr>
            <p14:xfrm>
              <a:off x="7625349" y="4379305"/>
              <a:ext cx="2165040" cy="127836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7E020828-4B9D-4D53-BB90-BA8097423EA6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607349" y="4361310"/>
                <a:ext cx="2200680" cy="13139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6FDFB266-C330-4540-B405-49315B9C6396}"/>
                  </a:ext>
                </a:extLst>
              </p14:cNvPr>
              <p14:cNvContentPartPr/>
              <p14:nvPr/>
            </p14:nvContentPartPr>
            <p14:xfrm>
              <a:off x="10029429" y="4566865"/>
              <a:ext cx="2170800" cy="8762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6FDFB266-C330-4540-B405-49315B9C639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011786" y="4549225"/>
                <a:ext cx="2206446" cy="9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39BA43D3-E5D7-44F4-A8E7-CA47D68AA520}"/>
                  </a:ext>
                </a:extLst>
              </p14:cNvPr>
              <p14:cNvContentPartPr/>
              <p14:nvPr/>
            </p14:nvContentPartPr>
            <p14:xfrm>
              <a:off x="6925869" y="667705"/>
              <a:ext cx="4340880" cy="30492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39BA43D3-E5D7-44F4-A8E7-CA47D68AA52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907869" y="649705"/>
                <a:ext cx="4376520" cy="308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277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14:cNvPr>
              <p14:cNvContentPartPr/>
              <p14:nvPr/>
            </p14:nvContentPartPr>
            <p14:xfrm>
              <a:off x="402305" y="228635"/>
              <a:ext cx="6185880" cy="55324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306" y="210636"/>
                <a:ext cx="6221518" cy="5568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14:cNvPr>
              <p14:cNvContentPartPr/>
              <p14:nvPr/>
            </p14:nvContentPartPr>
            <p14:xfrm>
              <a:off x="1354149" y="2707105"/>
              <a:ext cx="360" cy="10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6509" y="2671105"/>
                <a:ext cx="360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14:cNvPr>
              <p14:cNvContentPartPr/>
              <p14:nvPr/>
            </p14:nvContentPartPr>
            <p14:xfrm>
              <a:off x="1115829" y="5601865"/>
              <a:ext cx="720" cy="10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8189" y="5565865"/>
                <a:ext cx="363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14:cNvPr>
              <p14:cNvContentPartPr/>
              <p14:nvPr/>
            </p14:nvContentPartPr>
            <p14:xfrm>
              <a:off x="889749" y="5597545"/>
              <a:ext cx="360" cy="7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749" y="556154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14:cNvPr>
              <p14:cNvContentPartPr/>
              <p14:nvPr/>
            </p14:nvContentPartPr>
            <p14:xfrm>
              <a:off x="836469" y="4932985"/>
              <a:ext cx="360" cy="3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469" y="4896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14:cNvPr>
              <p14:cNvContentPartPr/>
              <p14:nvPr/>
            </p14:nvContentPartPr>
            <p14:xfrm>
              <a:off x="835749" y="4603225"/>
              <a:ext cx="360" cy="7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109" y="45672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14:cNvPr>
              <p14:cNvContentPartPr/>
              <p14:nvPr/>
            </p14:nvContentPartPr>
            <p14:xfrm>
              <a:off x="887949" y="2718265"/>
              <a:ext cx="360" cy="3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949" y="2682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14:cNvPr>
              <p14:cNvContentPartPr/>
              <p14:nvPr/>
            </p14:nvContentPartPr>
            <p14:xfrm>
              <a:off x="927189" y="1577785"/>
              <a:ext cx="5760" cy="532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9549" y="1541785"/>
                <a:ext cx="414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14:cNvPr>
              <p14:cNvContentPartPr/>
              <p14:nvPr/>
            </p14:nvContentPartPr>
            <p14:xfrm>
              <a:off x="1464669" y="1454305"/>
              <a:ext cx="360" cy="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6669" y="14183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14:cNvPr>
              <p14:cNvContentPartPr/>
              <p14:nvPr/>
            </p14:nvContentPartPr>
            <p14:xfrm>
              <a:off x="5619069" y="1514065"/>
              <a:ext cx="35640" cy="133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01069" y="1478065"/>
                <a:ext cx="712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14:cNvPr>
              <p14:cNvContentPartPr/>
              <p14:nvPr/>
            </p14:nvContentPartPr>
            <p14:xfrm>
              <a:off x="5557509" y="2619985"/>
              <a:ext cx="36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9509" y="2583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14:cNvPr>
              <p14:cNvContentPartPr/>
              <p14:nvPr/>
            </p14:nvContentPartPr>
            <p14:xfrm>
              <a:off x="5625189" y="3728065"/>
              <a:ext cx="360" cy="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7549" y="36920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14:cNvPr>
              <p14:cNvContentPartPr/>
              <p14:nvPr/>
            </p14:nvContentPartPr>
            <p14:xfrm>
              <a:off x="5691789" y="4640305"/>
              <a:ext cx="360" cy="7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4149" y="460466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14:cNvPr>
              <p14:cNvContentPartPr/>
              <p14:nvPr/>
            </p14:nvContentPartPr>
            <p14:xfrm>
              <a:off x="5312349" y="5678185"/>
              <a:ext cx="36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4349" y="56421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14:cNvPr>
              <p14:cNvContentPartPr/>
              <p14:nvPr/>
            </p14:nvContentPartPr>
            <p14:xfrm>
              <a:off x="5258709" y="4599625"/>
              <a:ext cx="360" cy="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0709" y="45636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14:cNvPr>
              <p14:cNvContentPartPr/>
              <p14:nvPr/>
            </p14:nvContentPartPr>
            <p14:xfrm>
              <a:off x="5211189" y="3707905"/>
              <a:ext cx="360" cy="7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3189" y="367190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14:cNvPr>
              <p14:cNvContentPartPr/>
              <p14:nvPr/>
            </p14:nvContentPartPr>
            <p14:xfrm>
              <a:off x="5065029" y="2604505"/>
              <a:ext cx="30600" cy="358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047029" y="2568865"/>
                <a:ext cx="6624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14:cNvPr>
              <p14:cNvContentPartPr/>
              <p14:nvPr/>
            </p14:nvContentPartPr>
            <p14:xfrm>
              <a:off x="5237469" y="1113385"/>
              <a:ext cx="720" cy="7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19469" y="1077385"/>
                <a:ext cx="363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36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8469" y="1656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1800" cy="118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08469" y="1655905"/>
                <a:ext cx="374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14:cNvPr>
              <p14:cNvContentPartPr/>
              <p14:nvPr/>
            </p14:nvContentPartPr>
            <p14:xfrm>
              <a:off x="3918429" y="1729345"/>
              <a:ext cx="532080" cy="271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00429" y="1711705"/>
                <a:ext cx="5677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14:cNvPr>
              <p14:cNvContentPartPr/>
              <p14:nvPr/>
            </p14:nvContentPartPr>
            <p14:xfrm>
              <a:off x="3907629" y="2184745"/>
              <a:ext cx="570960" cy="291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89629" y="2167083"/>
                <a:ext cx="606600" cy="327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14:cNvPr>
              <p14:cNvContentPartPr/>
              <p14:nvPr/>
            </p14:nvContentPartPr>
            <p14:xfrm>
              <a:off x="985509" y="2847865"/>
              <a:ext cx="129240" cy="327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7509" y="2829865"/>
                <a:ext cx="1648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14:cNvPr>
              <p14:cNvContentPartPr/>
              <p14:nvPr/>
            </p14:nvContentPartPr>
            <p14:xfrm>
              <a:off x="5004189" y="2666425"/>
              <a:ext cx="548640" cy="3862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86189" y="2648425"/>
                <a:ext cx="58428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14:cNvPr>
              <p14:cNvContentPartPr/>
              <p14:nvPr/>
            </p14:nvContentPartPr>
            <p14:xfrm>
              <a:off x="3771909" y="2768665"/>
              <a:ext cx="645480" cy="2610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53909" y="2750665"/>
                <a:ext cx="6811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14:cNvPr>
              <p14:cNvContentPartPr/>
              <p14:nvPr/>
            </p14:nvContentPartPr>
            <p14:xfrm>
              <a:off x="3797109" y="3230185"/>
              <a:ext cx="544320" cy="2746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79121" y="3212185"/>
                <a:ext cx="579936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14:cNvPr>
              <p14:cNvContentPartPr/>
              <p14:nvPr/>
            </p14:nvContentPartPr>
            <p14:xfrm>
              <a:off x="3840309" y="3831385"/>
              <a:ext cx="484560" cy="2487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22309" y="3813719"/>
                <a:ext cx="520200" cy="284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14:cNvPr>
              <p14:cNvContentPartPr/>
              <p14:nvPr/>
            </p14:nvContentPartPr>
            <p14:xfrm>
              <a:off x="3840309" y="4201465"/>
              <a:ext cx="474840" cy="236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22309" y="4183465"/>
                <a:ext cx="5104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14:cNvPr>
              <p14:cNvContentPartPr/>
              <p14:nvPr/>
            </p14:nvContentPartPr>
            <p14:xfrm>
              <a:off x="3840309" y="4691425"/>
              <a:ext cx="417600" cy="2440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822309" y="4673425"/>
                <a:ext cx="453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14:cNvPr>
              <p14:cNvContentPartPr/>
              <p14:nvPr/>
            </p14:nvContentPartPr>
            <p14:xfrm>
              <a:off x="3783789" y="5221345"/>
              <a:ext cx="330120" cy="212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766149" y="5203705"/>
                <a:ext cx="3657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14:cNvPr>
              <p14:cNvContentPartPr/>
              <p14:nvPr/>
            </p14:nvContentPartPr>
            <p14:xfrm>
              <a:off x="4234869" y="5075185"/>
              <a:ext cx="222120" cy="2642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217229" y="5057545"/>
                <a:ext cx="2577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14:cNvPr>
              <p14:cNvContentPartPr/>
              <p14:nvPr/>
            </p14:nvContentPartPr>
            <p14:xfrm>
              <a:off x="4537989" y="1631065"/>
              <a:ext cx="1260720" cy="298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520349" y="1613425"/>
                <a:ext cx="12963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14:cNvPr>
              <p14:cNvContentPartPr/>
              <p14:nvPr/>
            </p14:nvContentPartPr>
            <p14:xfrm>
              <a:off x="943749" y="1580665"/>
              <a:ext cx="3600" cy="504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25749" y="1544665"/>
                <a:ext cx="39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14:cNvPr>
              <p14:cNvContentPartPr/>
              <p14:nvPr/>
            </p14:nvContentPartPr>
            <p14:xfrm>
              <a:off x="872469" y="2718625"/>
              <a:ext cx="360" cy="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54469" y="2682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14:cNvPr>
              <p14:cNvContentPartPr/>
              <p14:nvPr/>
            </p14:nvContentPartPr>
            <p14:xfrm>
              <a:off x="793269" y="3717985"/>
              <a:ext cx="360" cy="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75629" y="3681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14:cNvPr>
              <p14:cNvContentPartPr/>
              <p14:nvPr/>
            </p14:nvContentPartPr>
            <p14:xfrm>
              <a:off x="938709" y="4599625"/>
              <a:ext cx="360" cy="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21069" y="4563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14:cNvPr>
              <p14:cNvContentPartPr/>
              <p14:nvPr/>
            </p14:nvContentPartPr>
            <p14:xfrm>
              <a:off x="4648509" y="1038505"/>
              <a:ext cx="592560" cy="4998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30869" y="1002865"/>
                <a:ext cx="628200" cy="50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14:cNvPr>
              <p14:cNvContentPartPr/>
              <p14:nvPr/>
            </p14:nvContentPartPr>
            <p14:xfrm>
              <a:off x="2766789" y="1736905"/>
              <a:ext cx="492120" cy="2095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748789" y="1719235"/>
                <a:ext cx="527760" cy="245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14:cNvPr>
              <p14:cNvContentPartPr/>
              <p14:nvPr/>
            </p14:nvContentPartPr>
            <p14:xfrm>
              <a:off x="2805669" y="2157745"/>
              <a:ext cx="487440" cy="304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787682" y="2139745"/>
                <a:ext cx="523054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14:cNvPr>
              <p14:cNvContentPartPr/>
              <p14:nvPr/>
            </p14:nvContentPartPr>
            <p14:xfrm>
              <a:off x="2829429" y="2792785"/>
              <a:ext cx="460440" cy="239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811789" y="2774785"/>
                <a:ext cx="4960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14:cNvPr>
              <p14:cNvContentPartPr/>
              <p14:nvPr/>
            </p14:nvContentPartPr>
            <p14:xfrm>
              <a:off x="2767149" y="3307945"/>
              <a:ext cx="518760" cy="2174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749509" y="3289975"/>
                <a:ext cx="554400" cy="253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14:cNvPr>
              <p14:cNvContentPartPr/>
              <p14:nvPr/>
            </p14:nvContentPartPr>
            <p14:xfrm>
              <a:off x="2699829" y="3797185"/>
              <a:ext cx="588960" cy="234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81840" y="3779185"/>
                <a:ext cx="624578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14:cNvPr>
              <p14:cNvContentPartPr/>
              <p14:nvPr/>
            </p14:nvContentPartPr>
            <p14:xfrm>
              <a:off x="2781189" y="4154305"/>
              <a:ext cx="471600" cy="2782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763562" y="4136665"/>
                <a:ext cx="507213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14:cNvPr>
              <p14:cNvContentPartPr/>
              <p14:nvPr/>
            </p14:nvContentPartPr>
            <p14:xfrm>
              <a:off x="3204909" y="4687465"/>
              <a:ext cx="12600" cy="2599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187269" y="4669825"/>
                <a:ext cx="482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14:cNvPr>
              <p14:cNvContentPartPr/>
              <p14:nvPr/>
            </p14:nvContentPartPr>
            <p14:xfrm>
              <a:off x="2795949" y="4706545"/>
              <a:ext cx="260280" cy="2037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777974" y="4688905"/>
                <a:ext cx="295871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14:cNvPr>
              <p14:cNvContentPartPr/>
              <p14:nvPr/>
            </p14:nvContentPartPr>
            <p14:xfrm>
              <a:off x="2819709" y="5168785"/>
              <a:ext cx="577080" cy="2368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802069" y="5150785"/>
                <a:ext cx="6127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14:cNvPr>
              <p14:cNvContentPartPr/>
              <p14:nvPr/>
            </p14:nvContentPartPr>
            <p14:xfrm>
              <a:off x="4581189" y="1677505"/>
              <a:ext cx="1081800" cy="507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527549" y="1569865"/>
                <a:ext cx="1189440" cy="7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14:cNvPr>
              <p14:cNvContentPartPr/>
              <p14:nvPr/>
            </p14:nvContentPartPr>
            <p14:xfrm>
              <a:off x="4609989" y="2612785"/>
              <a:ext cx="1270440" cy="4867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556349" y="2504785"/>
                <a:ext cx="1378080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14:cNvPr>
              <p14:cNvContentPartPr/>
              <p14:nvPr/>
            </p14:nvContentPartPr>
            <p14:xfrm>
              <a:off x="4640229" y="3646345"/>
              <a:ext cx="1123920" cy="4028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586589" y="3538705"/>
                <a:ext cx="123156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14:cNvPr>
              <p14:cNvContentPartPr/>
              <p14:nvPr/>
            </p14:nvContentPartPr>
            <p14:xfrm>
              <a:off x="4759389" y="4692865"/>
              <a:ext cx="1030680" cy="3218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705749" y="4585225"/>
                <a:ext cx="11383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14:cNvPr>
              <p14:cNvContentPartPr/>
              <p14:nvPr/>
            </p14:nvContentPartPr>
            <p14:xfrm>
              <a:off x="4985469" y="5340145"/>
              <a:ext cx="801000" cy="2908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931469" y="5232505"/>
                <a:ext cx="90864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14:cNvPr>
              <p14:cNvContentPartPr/>
              <p14:nvPr/>
            </p14:nvContentPartPr>
            <p14:xfrm>
              <a:off x="519669" y="1601905"/>
              <a:ext cx="596880" cy="342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01669" y="1584265"/>
                <a:ext cx="6325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45D182B6-FA1F-4C96-B888-3423B498F294}"/>
                  </a:ext>
                </a:extLst>
              </p14:cNvPr>
              <p14:cNvContentPartPr/>
              <p14:nvPr/>
            </p14:nvContentPartPr>
            <p14:xfrm>
              <a:off x="6918951" y="1325903"/>
              <a:ext cx="4340880" cy="21153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45D182B6-FA1F-4C96-B888-3423B498F29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900951" y="1308263"/>
                <a:ext cx="4376520" cy="21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588BD6AB-F933-4967-93F1-80C88CC9577A}"/>
                  </a:ext>
                </a:extLst>
              </p14:cNvPr>
              <p14:cNvContentPartPr/>
              <p14:nvPr/>
            </p14:nvContentPartPr>
            <p14:xfrm>
              <a:off x="9449829" y="697585"/>
              <a:ext cx="498240" cy="3708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588BD6AB-F933-4967-93F1-80C88CC9577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432176" y="679945"/>
                <a:ext cx="533906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6BE81B54-6C97-4653-AA76-BD6244D7941E}"/>
                  </a:ext>
                </a:extLst>
              </p14:cNvPr>
              <p14:cNvContentPartPr/>
              <p14:nvPr/>
            </p14:nvContentPartPr>
            <p14:xfrm>
              <a:off x="8566389" y="634945"/>
              <a:ext cx="580680" cy="2793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6BE81B54-6C97-4653-AA76-BD6244D7941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548389" y="617305"/>
                <a:ext cx="61632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315ED982-F223-44B9-BD05-7C5EBE1BAA2E}"/>
                  </a:ext>
                </a:extLst>
              </p14:cNvPr>
              <p14:cNvContentPartPr/>
              <p14:nvPr/>
            </p14:nvContentPartPr>
            <p14:xfrm>
              <a:off x="2930229" y="905665"/>
              <a:ext cx="616680" cy="48398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315ED982-F223-44B9-BD05-7C5EBE1BAA2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912229" y="888025"/>
                <a:ext cx="652320" cy="48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E0C5E96F-67EB-43BE-B13F-B640430F7961}"/>
                  </a:ext>
                </a:extLst>
              </p14:cNvPr>
              <p14:cNvContentPartPr/>
              <p14:nvPr/>
            </p14:nvContentPartPr>
            <p14:xfrm>
              <a:off x="9788589" y="2391385"/>
              <a:ext cx="275760" cy="1936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E0C5E96F-67EB-43BE-B13F-B640430F796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770949" y="2373745"/>
                <a:ext cx="3114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6BCCAC95-BB47-4662-B20F-2E6224B92709}"/>
                  </a:ext>
                </a:extLst>
              </p14:cNvPr>
              <p14:cNvContentPartPr/>
              <p14:nvPr/>
            </p14:nvContentPartPr>
            <p14:xfrm>
              <a:off x="8080389" y="2328745"/>
              <a:ext cx="231120" cy="2361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6BCCAC95-BB47-4662-B20F-2E6224B9270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062417" y="2311105"/>
                <a:ext cx="266705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59BF480-86E3-4A92-8CCF-2B2C2CF5F418}"/>
                  </a:ext>
                </a:extLst>
              </p14:cNvPr>
              <p14:cNvContentPartPr/>
              <p14:nvPr/>
            </p14:nvContentPartPr>
            <p14:xfrm>
              <a:off x="8077509" y="2964865"/>
              <a:ext cx="190440" cy="2919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59BF480-86E3-4A92-8CCF-2B2C2CF5F41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059509" y="2947225"/>
                <a:ext cx="22608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20A0E336-2B29-4A00-8D3C-8115FE3A3ABB}"/>
                  </a:ext>
                </a:extLst>
              </p14:cNvPr>
              <p14:cNvContentPartPr/>
              <p14:nvPr/>
            </p14:nvContentPartPr>
            <p14:xfrm>
              <a:off x="9856989" y="3036865"/>
              <a:ext cx="182880" cy="1821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20A0E336-2B29-4A00-8D3C-8115FE3A3AB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838989" y="3018865"/>
                <a:ext cx="2185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64447C42-6C44-4E74-B2C0-FBD3E72AE82B}"/>
                  </a:ext>
                </a:extLst>
              </p14:cNvPr>
              <p14:cNvContentPartPr/>
              <p14:nvPr/>
            </p14:nvContentPartPr>
            <p14:xfrm>
              <a:off x="10306989" y="2114545"/>
              <a:ext cx="674640" cy="13892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64447C42-6C44-4E74-B2C0-FBD3E72AE82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288989" y="2096545"/>
                <a:ext cx="710280" cy="14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C27A6FEB-561F-4D80-A607-252CDF42C0C6}"/>
                  </a:ext>
                </a:extLst>
              </p14:cNvPr>
              <p14:cNvContentPartPr/>
              <p14:nvPr/>
            </p14:nvContentPartPr>
            <p14:xfrm>
              <a:off x="8692029" y="2009065"/>
              <a:ext cx="587880" cy="15199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C27A6FEB-561F-4D80-A607-252CDF42C0C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674029" y="1991425"/>
                <a:ext cx="623520" cy="15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8224DB4A-757B-4442-AAE7-72E04B484187}"/>
                  </a:ext>
                </a:extLst>
              </p14:cNvPr>
              <p14:cNvContentPartPr/>
              <p14:nvPr/>
            </p14:nvContentPartPr>
            <p14:xfrm>
              <a:off x="8354709" y="3955945"/>
              <a:ext cx="257040" cy="90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8224DB4A-757B-4442-AAE7-72E04B484187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336709" y="3937945"/>
                <a:ext cx="2926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2E20DBB0-4ADA-4997-A85A-4CBA84061A1C}"/>
                  </a:ext>
                </a:extLst>
              </p14:cNvPr>
              <p14:cNvContentPartPr/>
              <p14:nvPr/>
            </p14:nvContentPartPr>
            <p14:xfrm>
              <a:off x="9158229" y="3960625"/>
              <a:ext cx="73440" cy="11588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2E20DBB0-4ADA-4997-A85A-4CBA84061A1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140229" y="3942625"/>
                <a:ext cx="109080" cy="11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4C5C2CE8-F893-4518-BC71-292BD99E90BD}"/>
                  </a:ext>
                </a:extLst>
              </p14:cNvPr>
              <p14:cNvContentPartPr/>
              <p14:nvPr/>
            </p14:nvContentPartPr>
            <p14:xfrm>
              <a:off x="9495189" y="4466785"/>
              <a:ext cx="175680" cy="39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4C5C2CE8-F893-4518-BC71-292BD99E90BD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477189" y="4449145"/>
                <a:ext cx="2113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17828B96-150B-4EE6-AADB-6E3DDBF89605}"/>
                  </a:ext>
                </a:extLst>
              </p14:cNvPr>
              <p14:cNvContentPartPr/>
              <p14:nvPr/>
            </p14:nvContentPartPr>
            <p14:xfrm>
              <a:off x="9509589" y="4566865"/>
              <a:ext cx="194400" cy="2520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17828B96-150B-4EE6-AADB-6E3DDBF8960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491589" y="4549225"/>
                <a:ext cx="2300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055A9A39-3D46-4B00-9CB3-F48F909EE00C}"/>
                  </a:ext>
                </a:extLst>
              </p14:cNvPr>
              <p14:cNvContentPartPr/>
              <p14:nvPr/>
            </p14:nvContentPartPr>
            <p14:xfrm>
              <a:off x="9904509" y="4364545"/>
              <a:ext cx="661320" cy="2898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055A9A39-3D46-4B00-9CB3-F48F909EE00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886869" y="4346905"/>
                <a:ext cx="69696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457864C8-EDDD-47C5-A724-472192078907}"/>
                  </a:ext>
                </a:extLst>
              </p14:cNvPr>
              <p14:cNvContentPartPr/>
              <p14:nvPr/>
            </p14:nvContentPartPr>
            <p14:xfrm>
              <a:off x="8166789" y="4051705"/>
              <a:ext cx="799560" cy="10486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457864C8-EDDD-47C5-A724-472192078907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149141" y="4034059"/>
                <a:ext cx="835216" cy="10843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861A5317-4137-4496-836A-FC0EEFD2C8D9}"/>
                  </a:ext>
                </a:extLst>
              </p14:cNvPr>
              <p14:cNvContentPartPr/>
              <p14:nvPr/>
            </p14:nvContentPartPr>
            <p14:xfrm>
              <a:off x="7304949" y="4321345"/>
              <a:ext cx="601920" cy="4125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861A5317-4137-4496-836A-FC0EEFD2C8D9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286938" y="4303705"/>
                <a:ext cx="637581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850BD2C8-5512-47F9-95FE-5E3F50FD76E5}"/>
                  </a:ext>
                </a:extLst>
              </p14:cNvPr>
              <p14:cNvContentPartPr/>
              <p14:nvPr/>
            </p14:nvContentPartPr>
            <p14:xfrm>
              <a:off x="10728189" y="4225225"/>
              <a:ext cx="522720" cy="56124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850BD2C8-5512-47F9-95FE-5E3F50FD76E5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0710549" y="4207585"/>
                <a:ext cx="55836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D39D66C5-5331-4405-A9E3-1C4141AD3725}"/>
                  </a:ext>
                </a:extLst>
              </p14:cNvPr>
              <p14:cNvContentPartPr/>
              <p14:nvPr/>
            </p14:nvContentPartPr>
            <p14:xfrm>
              <a:off x="11436669" y="4263745"/>
              <a:ext cx="326160" cy="4647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D39D66C5-5331-4405-A9E3-1C4141AD3725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1419029" y="4245745"/>
                <a:ext cx="36180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D4D80E25-3341-4341-93E9-2C50061C2E9A}"/>
                  </a:ext>
                </a:extLst>
              </p14:cNvPr>
              <p14:cNvContentPartPr/>
              <p14:nvPr/>
            </p14:nvContentPartPr>
            <p14:xfrm>
              <a:off x="2780109" y="6323665"/>
              <a:ext cx="2520" cy="1260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D4D80E25-3341-4341-93E9-2C50061C2E9A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762469" y="6306025"/>
                <a:ext cx="381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D1E1C084-7727-40A1-A325-5FFF14CC7EBF}"/>
                  </a:ext>
                </a:extLst>
              </p14:cNvPr>
              <p14:cNvContentPartPr/>
              <p14:nvPr/>
            </p14:nvContentPartPr>
            <p14:xfrm>
              <a:off x="2810349" y="6453625"/>
              <a:ext cx="26280" cy="64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D1E1C084-7727-40A1-A325-5FFF14CC7EB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792349" y="6435985"/>
                <a:ext cx="61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80E86480-AC29-4D8C-B456-517CDFC8B032}"/>
                  </a:ext>
                </a:extLst>
              </p14:cNvPr>
              <p14:cNvContentPartPr/>
              <p14:nvPr/>
            </p14:nvContentPartPr>
            <p14:xfrm>
              <a:off x="5524749" y="6315025"/>
              <a:ext cx="252360" cy="122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80E86480-AC29-4D8C-B456-517CDFC8B032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506749" y="6297025"/>
                <a:ext cx="2880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18D91FF4-120F-4DC2-AFBD-18421C45126F}"/>
                  </a:ext>
                </a:extLst>
              </p14:cNvPr>
              <p14:cNvContentPartPr/>
              <p14:nvPr/>
            </p14:nvContentPartPr>
            <p14:xfrm>
              <a:off x="5567949" y="6405385"/>
              <a:ext cx="227520" cy="93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18D91FF4-120F-4DC2-AFBD-18421C45126F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549949" y="6387385"/>
                <a:ext cx="2631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25DB5460-9019-4C86-A02F-422D2C7E08E2}"/>
                  </a:ext>
                </a:extLst>
              </p14:cNvPr>
              <p14:cNvContentPartPr/>
              <p14:nvPr/>
            </p14:nvContentPartPr>
            <p14:xfrm>
              <a:off x="3781269" y="6128545"/>
              <a:ext cx="840240" cy="4867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25DB5460-9019-4C86-A02F-422D2C7E08E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763277" y="6110558"/>
                <a:ext cx="875865" cy="522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4EFC73FA-1126-4C66-B384-77CCEFCE6F6B}"/>
                  </a:ext>
                </a:extLst>
              </p14:cNvPr>
              <p14:cNvContentPartPr/>
              <p14:nvPr/>
            </p14:nvContentPartPr>
            <p14:xfrm>
              <a:off x="507069" y="6175345"/>
              <a:ext cx="2013840" cy="48420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4EFC73FA-1126-4C66-B384-77CCEFCE6F6B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89429" y="6157345"/>
                <a:ext cx="204948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1693F13F-6D8D-4664-9D7C-78092F90A7D3}"/>
                  </a:ext>
                </a:extLst>
              </p14:cNvPr>
              <p14:cNvContentPartPr/>
              <p14:nvPr/>
            </p14:nvContentPartPr>
            <p14:xfrm>
              <a:off x="6166629" y="6164905"/>
              <a:ext cx="748080" cy="27396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1693F13F-6D8D-4664-9D7C-78092F90A7D3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148638" y="6146929"/>
                <a:ext cx="783703" cy="309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40AD0E2D-FDD6-482C-8076-199109812BA5}"/>
                  </a:ext>
                </a:extLst>
              </p14:cNvPr>
              <p14:cNvContentPartPr/>
              <p14:nvPr/>
            </p14:nvContentPartPr>
            <p14:xfrm>
              <a:off x="4872789" y="6193705"/>
              <a:ext cx="435240" cy="37692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40AD0E2D-FDD6-482C-8076-199109812BA5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854789" y="6175722"/>
                <a:ext cx="470880" cy="4125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5B19EEA2-7EA1-487C-B4DD-BF904FB6117A}"/>
                  </a:ext>
                </a:extLst>
              </p14:cNvPr>
              <p14:cNvContentPartPr/>
              <p14:nvPr/>
            </p14:nvContentPartPr>
            <p14:xfrm>
              <a:off x="7124949" y="6034945"/>
              <a:ext cx="555120" cy="4806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5B19EEA2-7EA1-487C-B4DD-BF904FB6117A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106961" y="6016945"/>
                <a:ext cx="590737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F8A8A892-2E97-4308-9C30-EA636AC7F5A0}"/>
                  </a:ext>
                </a:extLst>
              </p14:cNvPr>
              <p14:cNvContentPartPr/>
              <p14:nvPr/>
            </p14:nvContentPartPr>
            <p14:xfrm>
              <a:off x="7849269" y="6410425"/>
              <a:ext cx="61560" cy="14544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F8A8A892-2E97-4308-9C30-EA636AC7F5A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831269" y="6392425"/>
                <a:ext cx="972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7B838BE4-6D91-4A16-BF68-DF4E62A35E56}"/>
                  </a:ext>
                </a:extLst>
              </p14:cNvPr>
              <p14:cNvContentPartPr/>
              <p14:nvPr/>
            </p14:nvContentPartPr>
            <p14:xfrm>
              <a:off x="8546949" y="6059065"/>
              <a:ext cx="190080" cy="48564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7B838BE4-6D91-4A16-BF68-DF4E62A35E5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8529309" y="6041065"/>
                <a:ext cx="22572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005F7BBF-3CEF-41CC-A82A-E3CBB452ECE2}"/>
                  </a:ext>
                </a:extLst>
              </p14:cNvPr>
              <p14:cNvContentPartPr/>
              <p14:nvPr/>
            </p14:nvContentPartPr>
            <p14:xfrm>
              <a:off x="8108829" y="6193705"/>
              <a:ext cx="244080" cy="26820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005F7BBF-3CEF-41CC-A82A-E3CBB452ECE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091189" y="6175729"/>
                <a:ext cx="279720" cy="303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509CC48D-BCF0-4DAE-B458-64DFBCE70ADA}"/>
                  </a:ext>
                </a:extLst>
              </p14:cNvPr>
              <p14:cNvContentPartPr/>
              <p14:nvPr/>
            </p14:nvContentPartPr>
            <p14:xfrm>
              <a:off x="7541469" y="3009505"/>
              <a:ext cx="144360" cy="27612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509CC48D-BCF0-4DAE-B458-64DFBCE70AD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523469" y="2991865"/>
                <a:ext cx="180000" cy="31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9621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14:cNvPr>
              <p14:cNvContentPartPr/>
              <p14:nvPr/>
            </p14:nvContentPartPr>
            <p14:xfrm>
              <a:off x="402305" y="228635"/>
              <a:ext cx="6185880" cy="55324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306" y="210636"/>
                <a:ext cx="6221518" cy="5568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14:cNvPr>
              <p14:cNvContentPartPr/>
              <p14:nvPr/>
            </p14:nvContentPartPr>
            <p14:xfrm>
              <a:off x="1354149" y="2707105"/>
              <a:ext cx="360" cy="10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6509" y="2671105"/>
                <a:ext cx="360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14:cNvPr>
              <p14:cNvContentPartPr/>
              <p14:nvPr/>
            </p14:nvContentPartPr>
            <p14:xfrm>
              <a:off x="1115829" y="5601865"/>
              <a:ext cx="720" cy="10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8189" y="5565865"/>
                <a:ext cx="363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14:cNvPr>
              <p14:cNvContentPartPr/>
              <p14:nvPr/>
            </p14:nvContentPartPr>
            <p14:xfrm>
              <a:off x="889749" y="5597545"/>
              <a:ext cx="360" cy="7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749" y="556154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14:cNvPr>
              <p14:cNvContentPartPr/>
              <p14:nvPr/>
            </p14:nvContentPartPr>
            <p14:xfrm>
              <a:off x="836469" y="4932985"/>
              <a:ext cx="360" cy="3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469" y="4896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14:cNvPr>
              <p14:cNvContentPartPr/>
              <p14:nvPr/>
            </p14:nvContentPartPr>
            <p14:xfrm>
              <a:off x="835749" y="4603225"/>
              <a:ext cx="360" cy="7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109" y="45672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14:cNvPr>
              <p14:cNvContentPartPr/>
              <p14:nvPr/>
            </p14:nvContentPartPr>
            <p14:xfrm>
              <a:off x="887949" y="2718265"/>
              <a:ext cx="360" cy="3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949" y="2682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14:cNvPr>
              <p14:cNvContentPartPr/>
              <p14:nvPr/>
            </p14:nvContentPartPr>
            <p14:xfrm>
              <a:off x="927189" y="1577785"/>
              <a:ext cx="5760" cy="532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9549" y="1541785"/>
                <a:ext cx="414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14:cNvPr>
              <p14:cNvContentPartPr/>
              <p14:nvPr/>
            </p14:nvContentPartPr>
            <p14:xfrm>
              <a:off x="1464669" y="1454305"/>
              <a:ext cx="360" cy="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6669" y="14183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14:cNvPr>
              <p14:cNvContentPartPr/>
              <p14:nvPr/>
            </p14:nvContentPartPr>
            <p14:xfrm>
              <a:off x="5619069" y="1514065"/>
              <a:ext cx="35640" cy="133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01069" y="1478065"/>
                <a:ext cx="712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14:cNvPr>
              <p14:cNvContentPartPr/>
              <p14:nvPr/>
            </p14:nvContentPartPr>
            <p14:xfrm>
              <a:off x="5557509" y="2619985"/>
              <a:ext cx="36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9509" y="2583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14:cNvPr>
              <p14:cNvContentPartPr/>
              <p14:nvPr/>
            </p14:nvContentPartPr>
            <p14:xfrm>
              <a:off x="5625189" y="3728065"/>
              <a:ext cx="360" cy="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7549" y="36920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14:cNvPr>
              <p14:cNvContentPartPr/>
              <p14:nvPr/>
            </p14:nvContentPartPr>
            <p14:xfrm>
              <a:off x="5691789" y="4640305"/>
              <a:ext cx="360" cy="7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4149" y="460466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14:cNvPr>
              <p14:cNvContentPartPr/>
              <p14:nvPr/>
            </p14:nvContentPartPr>
            <p14:xfrm>
              <a:off x="5312349" y="5678185"/>
              <a:ext cx="36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4349" y="56421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14:cNvPr>
              <p14:cNvContentPartPr/>
              <p14:nvPr/>
            </p14:nvContentPartPr>
            <p14:xfrm>
              <a:off x="5258709" y="4599625"/>
              <a:ext cx="360" cy="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0709" y="45636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14:cNvPr>
              <p14:cNvContentPartPr/>
              <p14:nvPr/>
            </p14:nvContentPartPr>
            <p14:xfrm>
              <a:off x="5211189" y="3707905"/>
              <a:ext cx="360" cy="7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3189" y="367190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14:cNvPr>
              <p14:cNvContentPartPr/>
              <p14:nvPr/>
            </p14:nvContentPartPr>
            <p14:xfrm>
              <a:off x="5065029" y="2604505"/>
              <a:ext cx="30600" cy="358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047029" y="2568865"/>
                <a:ext cx="6624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14:cNvPr>
              <p14:cNvContentPartPr/>
              <p14:nvPr/>
            </p14:nvContentPartPr>
            <p14:xfrm>
              <a:off x="5237469" y="1113385"/>
              <a:ext cx="720" cy="7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19469" y="1077385"/>
                <a:ext cx="363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36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8469" y="1656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1800" cy="118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08469" y="1655905"/>
                <a:ext cx="374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14:cNvPr>
              <p14:cNvContentPartPr/>
              <p14:nvPr/>
            </p14:nvContentPartPr>
            <p14:xfrm>
              <a:off x="3918429" y="1729345"/>
              <a:ext cx="532080" cy="271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00429" y="1711705"/>
                <a:ext cx="5677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14:cNvPr>
              <p14:cNvContentPartPr/>
              <p14:nvPr/>
            </p14:nvContentPartPr>
            <p14:xfrm>
              <a:off x="3907629" y="2184745"/>
              <a:ext cx="570960" cy="291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89629" y="2167083"/>
                <a:ext cx="606600" cy="327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14:cNvPr>
              <p14:cNvContentPartPr/>
              <p14:nvPr/>
            </p14:nvContentPartPr>
            <p14:xfrm>
              <a:off x="985509" y="2847865"/>
              <a:ext cx="129240" cy="327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7509" y="2829865"/>
                <a:ext cx="1648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14:cNvPr>
              <p14:cNvContentPartPr/>
              <p14:nvPr/>
            </p14:nvContentPartPr>
            <p14:xfrm>
              <a:off x="5004189" y="2666425"/>
              <a:ext cx="548640" cy="3862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86189" y="2648425"/>
                <a:ext cx="58428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14:cNvPr>
              <p14:cNvContentPartPr/>
              <p14:nvPr/>
            </p14:nvContentPartPr>
            <p14:xfrm>
              <a:off x="3771909" y="2768665"/>
              <a:ext cx="645480" cy="2610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53909" y="2750665"/>
                <a:ext cx="6811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14:cNvPr>
              <p14:cNvContentPartPr/>
              <p14:nvPr/>
            </p14:nvContentPartPr>
            <p14:xfrm>
              <a:off x="3797109" y="3230185"/>
              <a:ext cx="544320" cy="2746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79121" y="3212185"/>
                <a:ext cx="579936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14:cNvPr>
              <p14:cNvContentPartPr/>
              <p14:nvPr/>
            </p14:nvContentPartPr>
            <p14:xfrm>
              <a:off x="3840309" y="3831385"/>
              <a:ext cx="484560" cy="2487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22309" y="3813719"/>
                <a:ext cx="520200" cy="284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14:cNvPr>
              <p14:cNvContentPartPr/>
              <p14:nvPr/>
            </p14:nvContentPartPr>
            <p14:xfrm>
              <a:off x="3840309" y="4201465"/>
              <a:ext cx="474840" cy="236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22309" y="4183465"/>
                <a:ext cx="5104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14:cNvPr>
              <p14:cNvContentPartPr/>
              <p14:nvPr/>
            </p14:nvContentPartPr>
            <p14:xfrm>
              <a:off x="3840309" y="4691425"/>
              <a:ext cx="417600" cy="2440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822309" y="4673425"/>
                <a:ext cx="453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14:cNvPr>
              <p14:cNvContentPartPr/>
              <p14:nvPr/>
            </p14:nvContentPartPr>
            <p14:xfrm>
              <a:off x="3783789" y="5221345"/>
              <a:ext cx="330120" cy="212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766149" y="5203705"/>
                <a:ext cx="3657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14:cNvPr>
              <p14:cNvContentPartPr/>
              <p14:nvPr/>
            </p14:nvContentPartPr>
            <p14:xfrm>
              <a:off x="4234869" y="5075185"/>
              <a:ext cx="222120" cy="2642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217229" y="5057545"/>
                <a:ext cx="2577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14:cNvPr>
              <p14:cNvContentPartPr/>
              <p14:nvPr/>
            </p14:nvContentPartPr>
            <p14:xfrm>
              <a:off x="4537989" y="1631065"/>
              <a:ext cx="1260720" cy="298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520349" y="1613425"/>
                <a:ext cx="12963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14:cNvPr>
              <p14:cNvContentPartPr/>
              <p14:nvPr/>
            </p14:nvContentPartPr>
            <p14:xfrm>
              <a:off x="943749" y="1580665"/>
              <a:ext cx="3600" cy="504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25749" y="1544665"/>
                <a:ext cx="39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14:cNvPr>
              <p14:cNvContentPartPr/>
              <p14:nvPr/>
            </p14:nvContentPartPr>
            <p14:xfrm>
              <a:off x="872469" y="2718625"/>
              <a:ext cx="360" cy="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54469" y="2682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14:cNvPr>
              <p14:cNvContentPartPr/>
              <p14:nvPr/>
            </p14:nvContentPartPr>
            <p14:xfrm>
              <a:off x="793269" y="3717985"/>
              <a:ext cx="360" cy="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75629" y="3681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14:cNvPr>
              <p14:cNvContentPartPr/>
              <p14:nvPr/>
            </p14:nvContentPartPr>
            <p14:xfrm>
              <a:off x="938709" y="4599625"/>
              <a:ext cx="360" cy="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21069" y="4563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14:cNvPr>
              <p14:cNvContentPartPr/>
              <p14:nvPr/>
            </p14:nvContentPartPr>
            <p14:xfrm>
              <a:off x="4648509" y="1038505"/>
              <a:ext cx="592560" cy="4998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30869" y="1002865"/>
                <a:ext cx="628200" cy="50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14:cNvPr>
              <p14:cNvContentPartPr/>
              <p14:nvPr/>
            </p14:nvContentPartPr>
            <p14:xfrm>
              <a:off x="2766789" y="1736905"/>
              <a:ext cx="492120" cy="2095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748789" y="1719235"/>
                <a:ext cx="527760" cy="245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14:cNvPr>
              <p14:cNvContentPartPr/>
              <p14:nvPr/>
            </p14:nvContentPartPr>
            <p14:xfrm>
              <a:off x="2805669" y="2157745"/>
              <a:ext cx="487440" cy="304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787682" y="2139745"/>
                <a:ext cx="523054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14:cNvPr>
              <p14:cNvContentPartPr/>
              <p14:nvPr/>
            </p14:nvContentPartPr>
            <p14:xfrm>
              <a:off x="2829429" y="2792785"/>
              <a:ext cx="460440" cy="239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811789" y="2774785"/>
                <a:ext cx="4960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14:cNvPr>
              <p14:cNvContentPartPr/>
              <p14:nvPr/>
            </p14:nvContentPartPr>
            <p14:xfrm>
              <a:off x="2767149" y="3307945"/>
              <a:ext cx="518760" cy="2174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749509" y="3289975"/>
                <a:ext cx="554400" cy="253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14:cNvPr>
              <p14:cNvContentPartPr/>
              <p14:nvPr/>
            </p14:nvContentPartPr>
            <p14:xfrm>
              <a:off x="2699829" y="3797185"/>
              <a:ext cx="588960" cy="234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81840" y="3779185"/>
                <a:ext cx="624578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14:cNvPr>
              <p14:cNvContentPartPr/>
              <p14:nvPr/>
            </p14:nvContentPartPr>
            <p14:xfrm>
              <a:off x="2781189" y="4154305"/>
              <a:ext cx="471600" cy="2782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763562" y="4136665"/>
                <a:ext cx="507213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14:cNvPr>
              <p14:cNvContentPartPr/>
              <p14:nvPr/>
            </p14:nvContentPartPr>
            <p14:xfrm>
              <a:off x="3204909" y="4687465"/>
              <a:ext cx="12600" cy="2599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187269" y="4669825"/>
                <a:ext cx="482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14:cNvPr>
              <p14:cNvContentPartPr/>
              <p14:nvPr/>
            </p14:nvContentPartPr>
            <p14:xfrm>
              <a:off x="2795949" y="4706545"/>
              <a:ext cx="260280" cy="2037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777974" y="4688905"/>
                <a:ext cx="295871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14:cNvPr>
              <p14:cNvContentPartPr/>
              <p14:nvPr/>
            </p14:nvContentPartPr>
            <p14:xfrm>
              <a:off x="2819709" y="5168785"/>
              <a:ext cx="577080" cy="2368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802069" y="5150785"/>
                <a:ext cx="6127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14:cNvPr>
              <p14:cNvContentPartPr/>
              <p14:nvPr/>
            </p14:nvContentPartPr>
            <p14:xfrm>
              <a:off x="4581189" y="1677505"/>
              <a:ext cx="1081800" cy="507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527549" y="1569865"/>
                <a:ext cx="1189440" cy="7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14:cNvPr>
              <p14:cNvContentPartPr/>
              <p14:nvPr/>
            </p14:nvContentPartPr>
            <p14:xfrm>
              <a:off x="4609989" y="2612785"/>
              <a:ext cx="1270440" cy="4867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556349" y="2504785"/>
                <a:ext cx="1378080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14:cNvPr>
              <p14:cNvContentPartPr/>
              <p14:nvPr/>
            </p14:nvContentPartPr>
            <p14:xfrm>
              <a:off x="4640229" y="3646345"/>
              <a:ext cx="1123920" cy="4028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586589" y="3538705"/>
                <a:ext cx="123156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14:cNvPr>
              <p14:cNvContentPartPr/>
              <p14:nvPr/>
            </p14:nvContentPartPr>
            <p14:xfrm>
              <a:off x="4759389" y="4692865"/>
              <a:ext cx="1030680" cy="3218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705749" y="4585225"/>
                <a:ext cx="11383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14:cNvPr>
              <p14:cNvContentPartPr/>
              <p14:nvPr/>
            </p14:nvContentPartPr>
            <p14:xfrm>
              <a:off x="4985469" y="5340145"/>
              <a:ext cx="801000" cy="2908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931469" y="5232505"/>
                <a:ext cx="90864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14:cNvPr>
              <p14:cNvContentPartPr/>
              <p14:nvPr/>
            </p14:nvContentPartPr>
            <p14:xfrm>
              <a:off x="519669" y="1601905"/>
              <a:ext cx="596880" cy="342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01669" y="1584265"/>
                <a:ext cx="6325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45D182B6-FA1F-4C96-B888-3423B498F294}"/>
                  </a:ext>
                </a:extLst>
              </p14:cNvPr>
              <p14:cNvContentPartPr/>
              <p14:nvPr/>
            </p14:nvContentPartPr>
            <p14:xfrm>
              <a:off x="6925869" y="1359985"/>
              <a:ext cx="4340880" cy="21153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45D182B6-FA1F-4C96-B888-3423B498F29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907869" y="1342345"/>
                <a:ext cx="4376520" cy="21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4EFC73FA-1126-4C66-B384-77CCEFCE6F6B}"/>
                  </a:ext>
                </a:extLst>
              </p14:cNvPr>
              <p14:cNvContentPartPr/>
              <p14:nvPr/>
            </p14:nvContentPartPr>
            <p14:xfrm>
              <a:off x="1974069" y="6270025"/>
              <a:ext cx="48960" cy="291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4EFC73FA-1126-4C66-B384-77CCEFCE6F6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956069" y="6252025"/>
                <a:ext cx="846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82016C7-DFA0-4C8E-8F01-DDA8FBE50648}"/>
                  </a:ext>
                </a:extLst>
              </p14:cNvPr>
              <p14:cNvContentPartPr/>
              <p14:nvPr/>
            </p14:nvContentPartPr>
            <p14:xfrm>
              <a:off x="3546189" y="865705"/>
              <a:ext cx="621720" cy="4959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82016C7-DFA0-4C8E-8F01-DDA8FBE50648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528189" y="848065"/>
                <a:ext cx="657360" cy="49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11E82484-0322-440A-AAE1-7FF35C0A0209}"/>
                  </a:ext>
                </a:extLst>
              </p14:cNvPr>
              <p14:cNvContentPartPr/>
              <p14:nvPr/>
            </p14:nvContentPartPr>
            <p14:xfrm>
              <a:off x="7653789" y="4075825"/>
              <a:ext cx="639720" cy="50508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11E82484-0322-440A-AAE1-7FF35C0A020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636149" y="4057825"/>
                <a:ext cx="67536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FB67EB4F-8BC0-4FD0-B352-A90CAFE692FA}"/>
                  </a:ext>
                </a:extLst>
              </p14:cNvPr>
              <p14:cNvContentPartPr/>
              <p14:nvPr/>
            </p14:nvContentPartPr>
            <p14:xfrm>
              <a:off x="8542269" y="4174825"/>
              <a:ext cx="225000" cy="2772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FB67EB4F-8BC0-4FD0-B352-A90CAFE692F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524269" y="4157185"/>
                <a:ext cx="26064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523B0162-4BB5-4C62-B299-62D0059EB2F1}"/>
                  </a:ext>
                </a:extLst>
              </p14:cNvPr>
              <p14:cNvContentPartPr/>
              <p14:nvPr/>
            </p14:nvContentPartPr>
            <p14:xfrm>
              <a:off x="10510389" y="5004985"/>
              <a:ext cx="748440" cy="34272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523B0162-4BB5-4C62-B299-62D0059EB2F1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492389" y="4987345"/>
                <a:ext cx="78408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89E524DC-45FD-4710-B3C4-B1AA98EE485A}"/>
                  </a:ext>
                </a:extLst>
              </p14:cNvPr>
              <p14:cNvContentPartPr/>
              <p14:nvPr/>
            </p14:nvContentPartPr>
            <p14:xfrm>
              <a:off x="9341469" y="4831825"/>
              <a:ext cx="797760" cy="7743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89E524DC-45FD-4710-B3C4-B1AA98EE485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323821" y="4813825"/>
                <a:ext cx="833416" cy="81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F29B4BCA-CE41-4701-8581-10B8A5934A6D}"/>
                  </a:ext>
                </a:extLst>
              </p14:cNvPr>
              <p14:cNvContentPartPr/>
              <p14:nvPr/>
            </p14:nvContentPartPr>
            <p14:xfrm>
              <a:off x="7202709" y="4844065"/>
              <a:ext cx="1658160" cy="4748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F29B4BCA-CE41-4701-8581-10B8A5934A6D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184709" y="4826425"/>
                <a:ext cx="169380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2933FA43-A67B-46F1-A408-FA280F98B76A}"/>
                  </a:ext>
                </a:extLst>
              </p14:cNvPr>
              <p14:cNvContentPartPr/>
              <p14:nvPr/>
            </p14:nvContentPartPr>
            <p14:xfrm>
              <a:off x="11525949" y="5042065"/>
              <a:ext cx="168480" cy="2826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2933FA43-A67B-46F1-A408-FA280F98B76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1508309" y="5024065"/>
                <a:ext cx="20412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AB86A8BC-2506-4E3A-9FB0-53C9671AF444}"/>
                  </a:ext>
                </a:extLst>
              </p14:cNvPr>
              <p14:cNvContentPartPr/>
              <p14:nvPr/>
            </p14:nvContentPartPr>
            <p14:xfrm>
              <a:off x="3238389" y="6280105"/>
              <a:ext cx="2160" cy="2088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AB86A8BC-2506-4E3A-9FB0-53C9671AF44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3220749" y="6262465"/>
                <a:ext cx="378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2C54E544-FDDB-4669-BAF5-6A7A66203BF1}"/>
                  </a:ext>
                </a:extLst>
              </p14:cNvPr>
              <p14:cNvContentPartPr/>
              <p14:nvPr/>
            </p14:nvContentPartPr>
            <p14:xfrm>
              <a:off x="3253149" y="6453625"/>
              <a:ext cx="9000" cy="1224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2C54E544-FDDB-4669-BAF5-6A7A66203BF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235149" y="6435985"/>
                <a:ext cx="44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853E8176-CF22-43A1-AEF5-FBD5987AFE58}"/>
                  </a:ext>
                </a:extLst>
              </p14:cNvPr>
              <p14:cNvContentPartPr/>
              <p14:nvPr/>
            </p14:nvContentPartPr>
            <p14:xfrm>
              <a:off x="893709" y="6049345"/>
              <a:ext cx="2072520" cy="56916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853E8176-CF22-43A1-AEF5-FBD5987AFE5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76069" y="6031705"/>
                <a:ext cx="2108160" cy="6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4C65D567-7101-4D2E-B551-BF9628F5A3C9}"/>
                  </a:ext>
                </a:extLst>
              </p14:cNvPr>
              <p14:cNvContentPartPr/>
              <p14:nvPr/>
            </p14:nvContentPartPr>
            <p14:xfrm>
              <a:off x="6876909" y="6283345"/>
              <a:ext cx="209880" cy="3056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4C65D567-7101-4D2E-B551-BF9628F5A3C9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858909" y="6265345"/>
                <a:ext cx="24552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BD7E9407-1596-48DD-92D2-C7B5DAF8B49F}"/>
                  </a:ext>
                </a:extLst>
              </p14:cNvPr>
              <p14:cNvContentPartPr/>
              <p14:nvPr/>
            </p14:nvContentPartPr>
            <p14:xfrm>
              <a:off x="6140349" y="6376585"/>
              <a:ext cx="345600" cy="1155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BD7E9407-1596-48DD-92D2-C7B5DAF8B49F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122691" y="6358585"/>
                <a:ext cx="381277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B4F358A6-5C7C-43AE-B732-ACA7E1179EDE}"/>
                  </a:ext>
                </a:extLst>
              </p14:cNvPr>
              <p14:cNvContentPartPr/>
              <p14:nvPr/>
            </p14:nvContentPartPr>
            <p14:xfrm>
              <a:off x="5478669" y="6198745"/>
              <a:ext cx="452520" cy="38988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B4F358A6-5C7C-43AE-B732-ACA7E1179EDE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461029" y="6180745"/>
                <a:ext cx="48816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B9C202C2-5552-4424-A945-55E30378674A}"/>
                  </a:ext>
                </a:extLst>
              </p14:cNvPr>
              <p14:cNvContentPartPr/>
              <p14:nvPr/>
            </p14:nvContentPartPr>
            <p14:xfrm>
              <a:off x="4165389" y="6198385"/>
              <a:ext cx="981720" cy="45756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B9C202C2-5552-4424-A945-55E30378674A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147749" y="6180385"/>
                <a:ext cx="101736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8D1A2765-9D9A-4729-A3F4-E023A8512CD8}"/>
                  </a:ext>
                </a:extLst>
              </p14:cNvPr>
              <p14:cNvContentPartPr/>
              <p14:nvPr/>
            </p14:nvContentPartPr>
            <p14:xfrm>
              <a:off x="7516989" y="1480225"/>
              <a:ext cx="4001400" cy="236592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8D1A2765-9D9A-4729-A3F4-E023A8512CD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499349" y="1462585"/>
                <a:ext cx="4037040" cy="240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3114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14:cNvPr>
              <p14:cNvContentPartPr/>
              <p14:nvPr/>
            </p14:nvContentPartPr>
            <p14:xfrm>
              <a:off x="402305" y="228635"/>
              <a:ext cx="6185880" cy="55324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47E1ED2-2D84-49D9-A012-75B6391461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306" y="210636"/>
                <a:ext cx="6221518" cy="5568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14:cNvPr>
              <p14:cNvContentPartPr/>
              <p14:nvPr/>
            </p14:nvContentPartPr>
            <p14:xfrm>
              <a:off x="1354149" y="2707105"/>
              <a:ext cx="360" cy="10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5F53FDD9-6ACF-4B1B-9F6D-F5E11C5B82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6509" y="2671105"/>
                <a:ext cx="360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14:cNvPr>
              <p14:cNvContentPartPr/>
              <p14:nvPr/>
            </p14:nvContentPartPr>
            <p14:xfrm>
              <a:off x="1115829" y="5601865"/>
              <a:ext cx="720" cy="10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0101DF17-EA64-42D8-95C1-0E84943755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8189" y="5565865"/>
                <a:ext cx="363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14:cNvPr>
              <p14:cNvContentPartPr/>
              <p14:nvPr/>
            </p14:nvContentPartPr>
            <p14:xfrm>
              <a:off x="889749" y="5597545"/>
              <a:ext cx="360" cy="7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58234B7-1179-44C8-BB32-A929A0C338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749" y="556154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14:cNvPr>
              <p14:cNvContentPartPr/>
              <p14:nvPr/>
            </p14:nvContentPartPr>
            <p14:xfrm>
              <a:off x="836469" y="4932985"/>
              <a:ext cx="360" cy="3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BA474A70-07B0-4DD7-B21C-6938B96E2C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469" y="4896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14:cNvPr>
              <p14:cNvContentPartPr/>
              <p14:nvPr/>
            </p14:nvContentPartPr>
            <p14:xfrm>
              <a:off x="835749" y="4603225"/>
              <a:ext cx="360" cy="7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ED6CFDD6-7FBF-4540-89CA-524B5D3E6C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109" y="45672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14:cNvPr>
              <p14:cNvContentPartPr/>
              <p14:nvPr/>
            </p14:nvContentPartPr>
            <p14:xfrm>
              <a:off x="887949" y="2718265"/>
              <a:ext cx="360" cy="3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DA05BAA-C0C6-4808-95C6-9CEE566ADE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9949" y="2682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14:cNvPr>
              <p14:cNvContentPartPr/>
              <p14:nvPr/>
            </p14:nvContentPartPr>
            <p14:xfrm>
              <a:off x="927189" y="1577785"/>
              <a:ext cx="5760" cy="532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D1061926-5598-44FE-9C19-489F5C6FD0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9549" y="1541785"/>
                <a:ext cx="414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14:cNvPr>
              <p14:cNvContentPartPr/>
              <p14:nvPr/>
            </p14:nvContentPartPr>
            <p14:xfrm>
              <a:off x="1464669" y="1454305"/>
              <a:ext cx="360" cy="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AC80D99-C67E-4EB3-B467-8AD6787D90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6669" y="14183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14:cNvPr>
              <p14:cNvContentPartPr/>
              <p14:nvPr/>
            </p14:nvContentPartPr>
            <p14:xfrm>
              <a:off x="5619069" y="1514065"/>
              <a:ext cx="35640" cy="133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2840F60-6925-45DD-B97D-0254D7FE2B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01069" y="1478065"/>
                <a:ext cx="712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14:cNvPr>
              <p14:cNvContentPartPr/>
              <p14:nvPr/>
            </p14:nvContentPartPr>
            <p14:xfrm>
              <a:off x="5557509" y="2619985"/>
              <a:ext cx="36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83A35842-3D89-4DE4-B0E0-1DF8706837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9509" y="2583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14:cNvPr>
              <p14:cNvContentPartPr/>
              <p14:nvPr/>
            </p14:nvContentPartPr>
            <p14:xfrm>
              <a:off x="5625189" y="3728065"/>
              <a:ext cx="360" cy="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B8AD81E4-0F9B-41DC-AD12-CFC685A687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7549" y="36920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14:cNvPr>
              <p14:cNvContentPartPr/>
              <p14:nvPr/>
            </p14:nvContentPartPr>
            <p14:xfrm>
              <a:off x="5691789" y="4640305"/>
              <a:ext cx="360" cy="7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AFFCAC5-0787-4F9E-97C0-62B0C24260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4149" y="460466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14:cNvPr>
              <p14:cNvContentPartPr/>
              <p14:nvPr/>
            </p14:nvContentPartPr>
            <p14:xfrm>
              <a:off x="5312349" y="5678185"/>
              <a:ext cx="36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F09C7237-78D2-497E-B7F1-BC6B976BB0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4349" y="56421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14:cNvPr>
              <p14:cNvContentPartPr/>
              <p14:nvPr/>
            </p14:nvContentPartPr>
            <p14:xfrm>
              <a:off x="5258709" y="4599625"/>
              <a:ext cx="360" cy="7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7D48683-FE1B-4065-A744-F0FC0F82CD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0709" y="456362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14:cNvPr>
              <p14:cNvContentPartPr/>
              <p14:nvPr/>
            </p14:nvContentPartPr>
            <p14:xfrm>
              <a:off x="5211189" y="3707905"/>
              <a:ext cx="360" cy="7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756C282-3414-4DF4-8084-E103A41CEC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3189" y="3671905"/>
                <a:ext cx="360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14:cNvPr>
              <p14:cNvContentPartPr/>
              <p14:nvPr/>
            </p14:nvContentPartPr>
            <p14:xfrm>
              <a:off x="5065029" y="2604505"/>
              <a:ext cx="30600" cy="358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048B473-589A-45B8-B4E1-29820300E5E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047029" y="2568865"/>
                <a:ext cx="6624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14:cNvPr>
              <p14:cNvContentPartPr/>
              <p14:nvPr/>
            </p14:nvContentPartPr>
            <p14:xfrm>
              <a:off x="5237469" y="1113385"/>
              <a:ext cx="720" cy="7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3D66B6A-0243-4F04-BE35-442223B450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19469" y="1077385"/>
                <a:ext cx="363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36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170E5C7A-11A0-4629-9680-4C27B88CD8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8469" y="1656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14:cNvPr>
              <p14:cNvContentPartPr/>
              <p14:nvPr/>
            </p14:nvContentPartPr>
            <p14:xfrm>
              <a:off x="5426469" y="1691905"/>
              <a:ext cx="1800" cy="118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4DF04BD-3F81-4E59-B17D-7355AC20BEE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08469" y="1655905"/>
                <a:ext cx="374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14:cNvPr>
              <p14:cNvContentPartPr/>
              <p14:nvPr/>
            </p14:nvContentPartPr>
            <p14:xfrm>
              <a:off x="3918429" y="1729345"/>
              <a:ext cx="532080" cy="271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7431629-EB8F-4E79-B6B0-FF268AE5EFD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00429" y="1711705"/>
                <a:ext cx="5677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14:cNvPr>
              <p14:cNvContentPartPr/>
              <p14:nvPr/>
            </p14:nvContentPartPr>
            <p14:xfrm>
              <a:off x="3907629" y="2184745"/>
              <a:ext cx="570960" cy="291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644C734F-F84D-4296-B2AA-F2F4FAD8B17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89629" y="2167083"/>
                <a:ext cx="606600" cy="327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14:cNvPr>
              <p14:cNvContentPartPr/>
              <p14:nvPr/>
            </p14:nvContentPartPr>
            <p14:xfrm>
              <a:off x="985509" y="2847865"/>
              <a:ext cx="129240" cy="327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31BC4C5-0C8F-45F9-BE1B-B65BE44E32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7509" y="2829865"/>
                <a:ext cx="1648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14:cNvPr>
              <p14:cNvContentPartPr/>
              <p14:nvPr/>
            </p14:nvContentPartPr>
            <p14:xfrm>
              <a:off x="5004189" y="2666425"/>
              <a:ext cx="548640" cy="3862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A8ED19DF-0849-4F48-B965-689DB9EF007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86189" y="2648425"/>
                <a:ext cx="58428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14:cNvPr>
              <p14:cNvContentPartPr/>
              <p14:nvPr/>
            </p14:nvContentPartPr>
            <p14:xfrm>
              <a:off x="3771909" y="2768665"/>
              <a:ext cx="645480" cy="2610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67D7E53-BF3E-4A54-B780-16AF49D8F2B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53909" y="2750665"/>
                <a:ext cx="6811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14:cNvPr>
              <p14:cNvContentPartPr/>
              <p14:nvPr/>
            </p14:nvContentPartPr>
            <p14:xfrm>
              <a:off x="3797109" y="3230185"/>
              <a:ext cx="544320" cy="2746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BAE0F90B-833D-4455-A9E3-601FE81831B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79121" y="3212185"/>
                <a:ext cx="579936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14:cNvPr>
              <p14:cNvContentPartPr/>
              <p14:nvPr/>
            </p14:nvContentPartPr>
            <p14:xfrm>
              <a:off x="3840309" y="3831385"/>
              <a:ext cx="484560" cy="2487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0F3FD0A-4196-4BD4-A649-6D60AB8ECBB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22309" y="3813719"/>
                <a:ext cx="520200" cy="284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14:cNvPr>
              <p14:cNvContentPartPr/>
              <p14:nvPr/>
            </p14:nvContentPartPr>
            <p14:xfrm>
              <a:off x="3840309" y="4201465"/>
              <a:ext cx="474840" cy="236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F64E65E9-1DBD-43F5-A311-55B449A2934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22309" y="4183465"/>
                <a:ext cx="5104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14:cNvPr>
              <p14:cNvContentPartPr/>
              <p14:nvPr/>
            </p14:nvContentPartPr>
            <p14:xfrm>
              <a:off x="3840309" y="4691425"/>
              <a:ext cx="417600" cy="2440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BD21081-2D78-49D8-85C7-E759093C954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822309" y="4673425"/>
                <a:ext cx="4532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14:cNvPr>
              <p14:cNvContentPartPr/>
              <p14:nvPr/>
            </p14:nvContentPartPr>
            <p14:xfrm>
              <a:off x="3783789" y="5221345"/>
              <a:ext cx="330120" cy="212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0F2055D8-C97A-4607-ABCC-0E677F3E624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766149" y="5203705"/>
                <a:ext cx="3657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14:cNvPr>
              <p14:cNvContentPartPr/>
              <p14:nvPr/>
            </p14:nvContentPartPr>
            <p14:xfrm>
              <a:off x="4234869" y="5075185"/>
              <a:ext cx="222120" cy="2642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198B32B-B882-4ED4-892E-21AB31ADC25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217229" y="5057545"/>
                <a:ext cx="2577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14:cNvPr>
              <p14:cNvContentPartPr/>
              <p14:nvPr/>
            </p14:nvContentPartPr>
            <p14:xfrm>
              <a:off x="4537989" y="1631065"/>
              <a:ext cx="1260720" cy="298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0FF3096-5A43-4FB8-9AAB-6164AB1DB7A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520349" y="1613425"/>
                <a:ext cx="12963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14:cNvPr>
              <p14:cNvContentPartPr/>
              <p14:nvPr/>
            </p14:nvContentPartPr>
            <p14:xfrm>
              <a:off x="943749" y="1580665"/>
              <a:ext cx="3600" cy="504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2AD3307-CC61-46E5-AF3C-A0D8DF0D66F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25749" y="1544665"/>
                <a:ext cx="39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14:cNvPr>
              <p14:cNvContentPartPr/>
              <p14:nvPr/>
            </p14:nvContentPartPr>
            <p14:xfrm>
              <a:off x="872469" y="2718625"/>
              <a:ext cx="360" cy="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62BDC6E7-36CB-46E5-905C-9018ABED372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54469" y="2682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14:cNvPr>
              <p14:cNvContentPartPr/>
              <p14:nvPr/>
            </p14:nvContentPartPr>
            <p14:xfrm>
              <a:off x="793269" y="3717985"/>
              <a:ext cx="360" cy="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7D09F8B2-8419-4A94-BD7E-293510EBB66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75629" y="3681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14:cNvPr>
              <p14:cNvContentPartPr/>
              <p14:nvPr/>
            </p14:nvContentPartPr>
            <p14:xfrm>
              <a:off x="938709" y="4599625"/>
              <a:ext cx="360" cy="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4650E638-44E9-4DC3-A48D-C50B21F4BEC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21069" y="45636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14:cNvPr>
              <p14:cNvContentPartPr/>
              <p14:nvPr/>
            </p14:nvContentPartPr>
            <p14:xfrm>
              <a:off x="4648509" y="1038505"/>
              <a:ext cx="592560" cy="4998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1E12E76-9F04-4907-AEA5-064673BD0AC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30869" y="1002865"/>
                <a:ext cx="628200" cy="50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14:cNvPr>
              <p14:cNvContentPartPr/>
              <p14:nvPr/>
            </p14:nvContentPartPr>
            <p14:xfrm>
              <a:off x="2766789" y="1736905"/>
              <a:ext cx="492120" cy="2095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652E4F9-D6B6-4D58-AC23-2A4490ED11D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748789" y="1719235"/>
                <a:ext cx="527760" cy="245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14:cNvPr>
              <p14:cNvContentPartPr/>
              <p14:nvPr/>
            </p14:nvContentPartPr>
            <p14:xfrm>
              <a:off x="2805669" y="2157745"/>
              <a:ext cx="487440" cy="304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30D0203-50FB-4C85-B135-51952B921DF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787682" y="2139745"/>
                <a:ext cx="523054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14:cNvPr>
              <p14:cNvContentPartPr/>
              <p14:nvPr/>
            </p14:nvContentPartPr>
            <p14:xfrm>
              <a:off x="2829429" y="2792785"/>
              <a:ext cx="460440" cy="239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EA6924F-6439-4852-AF50-DD39063A1C5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811789" y="2774785"/>
                <a:ext cx="4960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14:cNvPr>
              <p14:cNvContentPartPr/>
              <p14:nvPr/>
            </p14:nvContentPartPr>
            <p14:xfrm>
              <a:off x="2767149" y="3307945"/>
              <a:ext cx="518760" cy="2174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F2742D0E-E3EC-4CDB-963F-FFFF204F7E2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749509" y="3289975"/>
                <a:ext cx="554400" cy="253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14:cNvPr>
              <p14:cNvContentPartPr/>
              <p14:nvPr/>
            </p14:nvContentPartPr>
            <p14:xfrm>
              <a:off x="2699829" y="3797185"/>
              <a:ext cx="588960" cy="234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8A888764-A39D-436B-BCE4-CDCD9D7EB59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681840" y="3779185"/>
                <a:ext cx="624578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14:cNvPr>
              <p14:cNvContentPartPr/>
              <p14:nvPr/>
            </p14:nvContentPartPr>
            <p14:xfrm>
              <a:off x="2781189" y="4154305"/>
              <a:ext cx="471600" cy="2782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4BFAF74-A6B6-4C98-A409-D23C4EB5E28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763562" y="4136665"/>
                <a:ext cx="507213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14:cNvPr>
              <p14:cNvContentPartPr/>
              <p14:nvPr/>
            </p14:nvContentPartPr>
            <p14:xfrm>
              <a:off x="3204909" y="4687465"/>
              <a:ext cx="12600" cy="2599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696B7DE-5FF9-4064-976B-C82F2D7A6B8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187269" y="4669825"/>
                <a:ext cx="482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14:cNvPr>
              <p14:cNvContentPartPr/>
              <p14:nvPr/>
            </p14:nvContentPartPr>
            <p14:xfrm>
              <a:off x="2795949" y="4706545"/>
              <a:ext cx="260280" cy="2037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86BD05B-6BB0-4125-8228-BE59559C853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777974" y="4688905"/>
                <a:ext cx="295871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14:cNvPr>
              <p14:cNvContentPartPr/>
              <p14:nvPr/>
            </p14:nvContentPartPr>
            <p14:xfrm>
              <a:off x="2819709" y="5168785"/>
              <a:ext cx="577080" cy="23688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AB71D08-F66C-45D3-AD09-46683E5B177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802069" y="5150785"/>
                <a:ext cx="6127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14:cNvPr>
              <p14:cNvContentPartPr/>
              <p14:nvPr/>
            </p14:nvContentPartPr>
            <p14:xfrm>
              <a:off x="4581189" y="1677505"/>
              <a:ext cx="1081800" cy="5072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5D844DB7-E2E0-4D75-87F7-67740D24AEA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527549" y="1569865"/>
                <a:ext cx="1189440" cy="7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14:cNvPr>
              <p14:cNvContentPartPr/>
              <p14:nvPr/>
            </p14:nvContentPartPr>
            <p14:xfrm>
              <a:off x="4609989" y="2612785"/>
              <a:ext cx="1270440" cy="4867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3866C4E-0DB1-4241-AB4B-9A4651CD029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556349" y="2504785"/>
                <a:ext cx="1378080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14:cNvPr>
              <p14:cNvContentPartPr/>
              <p14:nvPr/>
            </p14:nvContentPartPr>
            <p14:xfrm>
              <a:off x="4640229" y="3646345"/>
              <a:ext cx="1123920" cy="4028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0A65B06-E2F5-4AD1-9DF3-79E03E8BEEE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586589" y="3538705"/>
                <a:ext cx="123156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14:cNvPr>
              <p14:cNvContentPartPr/>
              <p14:nvPr/>
            </p14:nvContentPartPr>
            <p14:xfrm>
              <a:off x="4759389" y="4692865"/>
              <a:ext cx="1030680" cy="3218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41BB7757-6C22-4776-ACA5-2C7D2C6A886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705749" y="4585225"/>
                <a:ext cx="11383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14:cNvPr>
              <p14:cNvContentPartPr/>
              <p14:nvPr/>
            </p14:nvContentPartPr>
            <p14:xfrm>
              <a:off x="4985469" y="5340145"/>
              <a:ext cx="801000" cy="2908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547E2386-D3B5-441D-9D42-193D41A96C2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931469" y="5232505"/>
                <a:ext cx="90864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14:cNvPr>
              <p14:cNvContentPartPr/>
              <p14:nvPr/>
            </p14:nvContentPartPr>
            <p14:xfrm>
              <a:off x="519669" y="1601905"/>
              <a:ext cx="596880" cy="342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78166232-9515-4EC4-8CF7-1CF39C2A7B6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01669" y="1584265"/>
                <a:ext cx="6325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45D182B6-FA1F-4C96-B888-3423B498F294}"/>
                  </a:ext>
                </a:extLst>
              </p14:cNvPr>
              <p14:cNvContentPartPr/>
              <p14:nvPr/>
            </p14:nvContentPartPr>
            <p14:xfrm>
              <a:off x="6925869" y="1359985"/>
              <a:ext cx="4340880" cy="21153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45D182B6-FA1F-4C96-B888-3423B498F29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907869" y="1342345"/>
                <a:ext cx="4376520" cy="21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C38D0CD-3EBF-4FE3-A7CE-2C35E4D73BF0}"/>
                  </a:ext>
                </a:extLst>
              </p14:cNvPr>
              <p14:cNvContentPartPr/>
              <p14:nvPr/>
            </p14:nvContentPartPr>
            <p14:xfrm>
              <a:off x="9909189" y="745825"/>
              <a:ext cx="334800" cy="4395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C38D0CD-3EBF-4FE3-A7CE-2C35E4D73BF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891189" y="727825"/>
                <a:ext cx="37044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4460F95A-0C69-4326-A62C-5E61840A34A9}"/>
                  </a:ext>
                </a:extLst>
              </p14:cNvPr>
              <p14:cNvContentPartPr/>
              <p14:nvPr/>
            </p14:nvContentPartPr>
            <p14:xfrm>
              <a:off x="8855109" y="570505"/>
              <a:ext cx="615960" cy="3877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4460F95A-0C69-4326-A62C-5E61840A34A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837479" y="552865"/>
                <a:ext cx="651579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C972C320-4243-4C37-9525-9D7C098F1E27}"/>
                  </a:ext>
                </a:extLst>
              </p14:cNvPr>
              <p14:cNvContentPartPr/>
              <p14:nvPr/>
            </p14:nvContentPartPr>
            <p14:xfrm>
              <a:off x="5858469" y="601825"/>
              <a:ext cx="992880" cy="53920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C972C320-4243-4C37-9525-9D7C098F1E27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840469" y="584185"/>
                <a:ext cx="1028520" cy="54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A4524C11-769E-4978-91A7-464D133BB783}"/>
                  </a:ext>
                </a:extLst>
              </p14:cNvPr>
              <p14:cNvContentPartPr/>
              <p14:nvPr/>
            </p14:nvContentPartPr>
            <p14:xfrm>
              <a:off x="8216829" y="2230465"/>
              <a:ext cx="213480" cy="2667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A4524C11-769E-4978-91A7-464D133BB78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199189" y="2212825"/>
                <a:ext cx="24912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C45A4F4B-22F6-4174-A0CA-6AC5357B5854}"/>
                  </a:ext>
                </a:extLst>
              </p14:cNvPr>
              <p14:cNvContentPartPr/>
              <p14:nvPr/>
            </p14:nvContentPartPr>
            <p14:xfrm>
              <a:off x="8949429" y="2261425"/>
              <a:ext cx="253440" cy="2768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C45A4F4B-22F6-4174-A0CA-6AC5357B5854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931789" y="2243785"/>
                <a:ext cx="28908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14E6DFAE-2CB2-4CBC-9EA6-6359A9CE1188}"/>
                  </a:ext>
                </a:extLst>
              </p14:cNvPr>
              <p14:cNvContentPartPr/>
              <p14:nvPr/>
            </p14:nvContentPartPr>
            <p14:xfrm>
              <a:off x="10438389" y="2387785"/>
              <a:ext cx="317160" cy="2692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14E6DFAE-2CB2-4CBC-9EA6-6359A9CE118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420389" y="2369785"/>
                <a:ext cx="3528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E62384CC-A290-4A65-BBB5-1A50DC225F60}"/>
                  </a:ext>
                </a:extLst>
              </p14:cNvPr>
              <p14:cNvContentPartPr/>
              <p14:nvPr/>
            </p14:nvContentPartPr>
            <p14:xfrm>
              <a:off x="9736029" y="2361145"/>
              <a:ext cx="212040" cy="2109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E62384CC-A290-4A65-BBB5-1A50DC225F6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718029" y="2343145"/>
                <a:ext cx="2476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3A711A8B-BD65-46A6-921C-A239DE7FA019}"/>
                  </a:ext>
                </a:extLst>
              </p14:cNvPr>
              <p14:cNvContentPartPr/>
              <p14:nvPr/>
            </p14:nvContentPartPr>
            <p14:xfrm>
              <a:off x="8334549" y="2918065"/>
              <a:ext cx="211680" cy="2520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3A711A8B-BD65-46A6-921C-A239DE7FA019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316909" y="2900065"/>
                <a:ext cx="24732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D9E936DF-EDA3-460B-A214-05F031F5DDA6}"/>
                  </a:ext>
                </a:extLst>
              </p14:cNvPr>
              <p14:cNvContentPartPr/>
              <p14:nvPr/>
            </p14:nvContentPartPr>
            <p14:xfrm>
              <a:off x="8878149" y="2926345"/>
              <a:ext cx="235440" cy="2631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D9E936DF-EDA3-460B-A214-05F031F5DDA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860509" y="2908345"/>
                <a:ext cx="2710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FED7636A-39ED-4F8D-8EF1-96CC79A73648}"/>
                  </a:ext>
                </a:extLst>
              </p14:cNvPr>
              <p14:cNvContentPartPr/>
              <p14:nvPr/>
            </p14:nvContentPartPr>
            <p14:xfrm>
              <a:off x="9658629" y="2850025"/>
              <a:ext cx="1427400" cy="7660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FED7636A-39ED-4F8D-8EF1-96CC79A73648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640989" y="2832385"/>
                <a:ext cx="1463040" cy="80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03E19749-B1E7-45BD-854C-FA3DF77C7ACA}"/>
                  </a:ext>
                </a:extLst>
              </p14:cNvPr>
              <p14:cNvContentPartPr/>
              <p14:nvPr/>
            </p14:nvContentPartPr>
            <p14:xfrm>
              <a:off x="7608429" y="4364545"/>
              <a:ext cx="697320" cy="6069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03E19749-B1E7-45BD-854C-FA3DF77C7AC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590429" y="4346905"/>
                <a:ext cx="73296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2D4BD7AE-D993-4A6A-868C-5DD54C6D30E9}"/>
                  </a:ext>
                </a:extLst>
              </p14:cNvPr>
              <p14:cNvContentPartPr/>
              <p14:nvPr/>
            </p14:nvContentPartPr>
            <p14:xfrm>
              <a:off x="8589429" y="4331065"/>
              <a:ext cx="965160" cy="57240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2D4BD7AE-D993-4A6A-868C-5DD54C6D30E9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571789" y="4313065"/>
                <a:ext cx="1000800" cy="6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AEA8CEBB-ABAD-4A9E-9EA0-8ACD5428CD3E}"/>
                  </a:ext>
                </a:extLst>
              </p14:cNvPr>
              <p14:cNvContentPartPr/>
              <p14:nvPr/>
            </p14:nvContentPartPr>
            <p14:xfrm>
              <a:off x="7490349" y="2956225"/>
              <a:ext cx="195120" cy="3477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AEA8CEBB-ABAD-4A9E-9EA0-8ACD5428CD3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472349" y="2938585"/>
                <a:ext cx="230760" cy="38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3666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ABDDF46B-C6B8-4479-9005-0FADBD725C16}"/>
                  </a:ext>
                </a:extLst>
              </p14:cNvPr>
              <p14:cNvContentPartPr/>
              <p14:nvPr/>
            </p14:nvContentPartPr>
            <p14:xfrm>
              <a:off x="6827512" y="3520439"/>
              <a:ext cx="2212560" cy="16005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ABDDF46B-C6B8-4479-9005-0FADBD725C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9872" y="3502799"/>
                <a:ext cx="2248200" cy="16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8E262761-DCEF-4346-AF25-93549E6D9E67}"/>
                  </a:ext>
                </a:extLst>
              </p14:cNvPr>
              <p14:cNvContentPartPr/>
              <p14:nvPr/>
            </p14:nvContentPartPr>
            <p14:xfrm>
              <a:off x="124749" y="142105"/>
              <a:ext cx="11763000" cy="589068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8E262761-DCEF-4346-AF25-93549E6D9E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109" y="124105"/>
                <a:ext cx="11798640" cy="592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310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825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DD2BF7C-389A-42E3-8FC3-8D762DC107C5}"/>
              </a:ext>
            </a:extLst>
          </p:cNvPr>
          <p:cNvSpPr/>
          <p:nvPr/>
        </p:nvSpPr>
        <p:spPr>
          <a:xfrm>
            <a:off x="426782" y="411513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FF0000"/>
                </a:solidFill>
              </a:rPr>
              <a:t>FSM </a:t>
            </a:r>
            <a:r>
              <a:rPr lang="ro-RO" sz="2800" b="1" dirty="0" err="1">
                <a:solidFill>
                  <a:srgbClr val="FF0000"/>
                </a:solidFill>
              </a:rPr>
              <a:t>Mealy</a:t>
            </a:r>
            <a:r>
              <a:rPr lang="ro-RO" sz="2800" b="1" dirty="0">
                <a:solidFill>
                  <a:srgbClr val="FF0000"/>
                </a:solidFill>
              </a:rPr>
              <a:t> </a:t>
            </a:r>
            <a:r>
              <a:rPr lang="ro-RO" sz="2800" b="1" dirty="0">
                <a:solidFill>
                  <a:srgbClr val="0000FF"/>
                </a:solidFill>
              </a:rPr>
              <a:t>– Trecerea de la graf la tabelul de </a:t>
            </a:r>
            <a:r>
              <a:rPr lang="en-US" sz="2800" b="1" dirty="0" err="1">
                <a:solidFill>
                  <a:srgbClr val="0000FF"/>
                </a:solidFill>
              </a:rPr>
              <a:t>tranzi</a:t>
            </a:r>
            <a:r>
              <a:rPr lang="ro-RO" sz="2800" b="1" dirty="0">
                <a:solidFill>
                  <a:srgbClr val="0000FF"/>
                </a:solidFill>
              </a:rPr>
              <a:t>ție a stărilor </a:t>
            </a:r>
          </a:p>
        </p:txBody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968CFDAD-FB06-4D6A-9514-618F93271A42}"/>
              </a:ext>
            </a:extLst>
          </p:cNvPr>
          <p:cNvSpPr/>
          <p:nvPr/>
        </p:nvSpPr>
        <p:spPr>
          <a:xfrm>
            <a:off x="152465" y="45757"/>
            <a:ext cx="7132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000" b="1" i="1" dirty="0">
                <a:solidFill>
                  <a:srgbClr val="FF0000"/>
                </a:solidFill>
              </a:rPr>
              <a:t>Automate FSM – Metode de reprezentare a funcționării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94EDB55F-824F-400E-98D8-E4C2BA00B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051586"/>
            <a:ext cx="10637537" cy="56868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2EAE78B6-5534-49E5-AA99-0FCA584DE411}"/>
                  </a:ext>
                </a:extLst>
              </p14:cNvPr>
              <p14:cNvContentPartPr/>
              <p14:nvPr/>
            </p14:nvContentPartPr>
            <p14:xfrm>
              <a:off x="3487149" y="2968465"/>
              <a:ext cx="484200" cy="5025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2EAE78B6-5534-49E5-AA99-0FCA584DE4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9509" y="2932825"/>
                <a:ext cx="519840" cy="57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FBF3EB96-64B0-40DE-81AF-FE2037F1AF9B}"/>
                  </a:ext>
                </a:extLst>
              </p14:cNvPr>
              <p14:cNvContentPartPr/>
              <p14:nvPr/>
            </p14:nvContentPartPr>
            <p14:xfrm>
              <a:off x="6044589" y="3257905"/>
              <a:ext cx="4986720" cy="666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FBF3EB96-64B0-40DE-81AF-FE2037F1AF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26589" y="3222265"/>
                <a:ext cx="502236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0EB23111-E59F-44C9-93A1-3059F6724838}"/>
                  </a:ext>
                </a:extLst>
              </p14:cNvPr>
              <p14:cNvContentPartPr/>
              <p14:nvPr/>
            </p14:nvContentPartPr>
            <p14:xfrm>
              <a:off x="5995989" y="4682065"/>
              <a:ext cx="5104800" cy="1065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0EB23111-E59F-44C9-93A1-3059F67248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78349" y="4646065"/>
                <a:ext cx="51404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8D085566-EA12-4B17-9021-A4F2C510D537}"/>
                  </a:ext>
                </a:extLst>
              </p14:cNvPr>
              <p14:cNvContentPartPr/>
              <p14:nvPr/>
            </p14:nvContentPartPr>
            <p14:xfrm>
              <a:off x="991989" y="1083865"/>
              <a:ext cx="792720" cy="5832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8D085566-EA12-4B17-9021-A4F2C510D53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3997" y="1065865"/>
                <a:ext cx="828344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77A0D921-5025-4124-AFD6-FF3599D06DF1}"/>
                  </a:ext>
                </a:extLst>
              </p14:cNvPr>
              <p14:cNvContentPartPr/>
              <p14:nvPr/>
            </p14:nvContentPartPr>
            <p14:xfrm>
              <a:off x="1957509" y="1302745"/>
              <a:ext cx="29880" cy="378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77A0D921-5025-4124-AFD6-FF3599D06D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39509" y="1284745"/>
                <a:ext cx="6552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62A7E05E-255A-4626-ADBD-028132DA4EDE}"/>
                  </a:ext>
                </a:extLst>
              </p14:cNvPr>
              <p14:cNvContentPartPr/>
              <p14:nvPr/>
            </p14:nvContentPartPr>
            <p14:xfrm>
              <a:off x="1998549" y="1467265"/>
              <a:ext cx="19800" cy="97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62A7E05E-255A-4626-ADBD-028132DA4ED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80549" y="1449625"/>
                <a:ext cx="554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1B4A9A9-9254-487F-A34C-932DBE78E653}"/>
                  </a:ext>
                </a:extLst>
              </p14:cNvPr>
              <p14:cNvContentPartPr/>
              <p14:nvPr/>
            </p14:nvContentPartPr>
            <p14:xfrm>
              <a:off x="2415789" y="1361425"/>
              <a:ext cx="156600" cy="82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1B4A9A9-9254-487F-A34C-932DBE78E65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97789" y="1343785"/>
                <a:ext cx="1922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21DCF2F4-A8AB-466A-90EF-AC0711B7C3D7}"/>
                  </a:ext>
                </a:extLst>
              </p14:cNvPr>
              <p14:cNvContentPartPr/>
              <p14:nvPr/>
            </p14:nvContentPartPr>
            <p14:xfrm>
              <a:off x="2822229" y="1322185"/>
              <a:ext cx="198360" cy="1648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21DCF2F4-A8AB-466A-90EF-AC0711B7C3D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804589" y="1304185"/>
                <a:ext cx="2340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1FE0E748-C599-475E-B2BA-873E60DA4831}"/>
                  </a:ext>
                </a:extLst>
              </p14:cNvPr>
              <p14:cNvContentPartPr/>
              <p14:nvPr/>
            </p14:nvContentPartPr>
            <p14:xfrm>
              <a:off x="3223989" y="1096465"/>
              <a:ext cx="1095480" cy="4006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1FE0E748-C599-475E-B2BA-873E60DA483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205989" y="1078825"/>
                <a:ext cx="113112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F8AB7E4-6DEB-4262-9679-2443558AF76A}"/>
                  </a:ext>
                </a:extLst>
              </p14:cNvPr>
              <p14:cNvContentPartPr/>
              <p14:nvPr/>
            </p14:nvContentPartPr>
            <p14:xfrm>
              <a:off x="2429829" y="1717825"/>
              <a:ext cx="247680" cy="255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F8AB7E4-6DEB-4262-9679-2443558AF76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11829" y="1699825"/>
                <a:ext cx="2833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105AB6E3-7029-4768-9C96-15F79DD5E89A}"/>
                  </a:ext>
                </a:extLst>
              </p14:cNvPr>
              <p14:cNvContentPartPr/>
              <p14:nvPr/>
            </p14:nvContentPartPr>
            <p14:xfrm>
              <a:off x="2944989" y="1642585"/>
              <a:ext cx="151200" cy="2307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105AB6E3-7029-4768-9C96-15F79DD5E89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26989" y="1624945"/>
                <a:ext cx="1868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A0F399DB-DF45-4302-8A34-DFE30F968A56}"/>
                  </a:ext>
                </a:extLst>
              </p14:cNvPr>
              <p14:cNvContentPartPr/>
              <p14:nvPr/>
            </p14:nvContentPartPr>
            <p14:xfrm>
              <a:off x="4356189" y="1749865"/>
              <a:ext cx="4320" cy="21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A0F399DB-DF45-4302-8A34-DFE30F968A5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338549" y="1731865"/>
                <a:ext cx="399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CE62DE98-CB3F-4723-9248-49135C3863DB}"/>
                  </a:ext>
                </a:extLst>
              </p14:cNvPr>
              <p14:cNvContentPartPr/>
              <p14:nvPr/>
            </p14:nvContentPartPr>
            <p14:xfrm>
              <a:off x="3328389" y="1573465"/>
              <a:ext cx="879480" cy="2404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CE62DE98-CB3F-4723-9248-49135C3863D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10389" y="1555465"/>
                <a:ext cx="9151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31D27D91-69C2-42CE-8518-CDFC1C05E701}"/>
                  </a:ext>
                </a:extLst>
              </p14:cNvPr>
              <p14:cNvContentPartPr/>
              <p14:nvPr/>
            </p14:nvContentPartPr>
            <p14:xfrm>
              <a:off x="2453229" y="2136505"/>
              <a:ext cx="137520" cy="50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31D27D91-69C2-42CE-8518-CDFC1C05E70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35229" y="2118505"/>
                <a:ext cx="1731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6E577409-3767-47E1-B2BA-9E85C5350AFE}"/>
                  </a:ext>
                </a:extLst>
              </p14:cNvPr>
              <p14:cNvContentPartPr/>
              <p14:nvPr/>
            </p14:nvContentPartPr>
            <p14:xfrm>
              <a:off x="2872989" y="2082865"/>
              <a:ext cx="253800" cy="1602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6E577409-3767-47E1-B2BA-9E85C5350AF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854989" y="2064865"/>
                <a:ext cx="2894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FF85B380-5218-4079-9A27-4FB9F47413FF}"/>
                  </a:ext>
                </a:extLst>
              </p14:cNvPr>
              <p14:cNvContentPartPr/>
              <p14:nvPr/>
            </p14:nvContentPartPr>
            <p14:xfrm>
              <a:off x="4454109" y="1799905"/>
              <a:ext cx="1177920" cy="3445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FF85B380-5218-4079-9A27-4FB9F47413F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436109" y="1782265"/>
                <a:ext cx="121356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0DDDFB6F-354C-444C-9619-125AED2E57FB}"/>
                  </a:ext>
                </a:extLst>
              </p14:cNvPr>
              <p14:cNvContentPartPr/>
              <p14:nvPr/>
            </p14:nvContentPartPr>
            <p14:xfrm>
              <a:off x="3320469" y="1942825"/>
              <a:ext cx="813600" cy="2847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0DDDFB6F-354C-444C-9619-125AED2E57F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302477" y="1925163"/>
                <a:ext cx="849224" cy="3204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545EE59B-DCDA-42BF-B3D0-5477A10FE7F4}"/>
                  </a:ext>
                </a:extLst>
              </p14:cNvPr>
              <p14:cNvContentPartPr/>
              <p14:nvPr/>
            </p14:nvContentPartPr>
            <p14:xfrm>
              <a:off x="2637549" y="5746225"/>
              <a:ext cx="238320" cy="792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545EE59B-DCDA-42BF-B3D0-5477A10FE7F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619549" y="5728225"/>
                <a:ext cx="273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72EA15C2-1229-4137-AE33-9B5BA849A7F6}"/>
                  </a:ext>
                </a:extLst>
              </p14:cNvPr>
              <p14:cNvContentPartPr/>
              <p14:nvPr/>
            </p14:nvContentPartPr>
            <p14:xfrm>
              <a:off x="3046149" y="5678905"/>
              <a:ext cx="236880" cy="1357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72EA15C2-1229-4137-AE33-9B5BA849A7F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028149" y="5661265"/>
                <a:ext cx="2725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3C125B07-3A0C-4AA3-980B-DAB887FE57BB}"/>
                  </a:ext>
                </a:extLst>
              </p14:cNvPr>
              <p14:cNvContentPartPr/>
              <p14:nvPr/>
            </p14:nvContentPartPr>
            <p14:xfrm>
              <a:off x="3469509" y="5529505"/>
              <a:ext cx="221400" cy="279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3C125B07-3A0C-4AA3-980B-DAB887FE57B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451869" y="5511865"/>
                <a:ext cx="2570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9E150D6D-5A80-49A1-BBD0-21D6EC60B4E0}"/>
                  </a:ext>
                </a:extLst>
              </p14:cNvPr>
              <p14:cNvContentPartPr/>
              <p14:nvPr/>
            </p14:nvContentPartPr>
            <p14:xfrm>
              <a:off x="3618549" y="5625625"/>
              <a:ext cx="30600" cy="230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9E150D6D-5A80-49A1-BBD0-21D6EC60B4E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00909" y="5607985"/>
                <a:ext cx="662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28DA4E13-5172-453D-B2AA-2BCA6E7BDC0A}"/>
                  </a:ext>
                </a:extLst>
              </p14:cNvPr>
              <p14:cNvContentPartPr/>
              <p14:nvPr/>
            </p14:nvContentPartPr>
            <p14:xfrm>
              <a:off x="3744189" y="5402425"/>
              <a:ext cx="252000" cy="4201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28DA4E13-5172-453D-B2AA-2BCA6E7BDC0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726549" y="5384425"/>
                <a:ext cx="28764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91D1FF88-079F-4DA2-B94B-599610863D10}"/>
                  </a:ext>
                </a:extLst>
              </p14:cNvPr>
              <p14:cNvContentPartPr/>
              <p14:nvPr/>
            </p14:nvContentPartPr>
            <p14:xfrm>
              <a:off x="3830589" y="5577745"/>
              <a:ext cx="203760" cy="108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91D1FF88-079F-4DA2-B94B-599610863D1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812589" y="5559745"/>
                <a:ext cx="239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21DDBBCE-94A0-4DCF-9995-3E877D89696C}"/>
                  </a:ext>
                </a:extLst>
              </p14:cNvPr>
              <p14:cNvContentPartPr/>
              <p14:nvPr/>
            </p14:nvContentPartPr>
            <p14:xfrm>
              <a:off x="4076469" y="5451745"/>
              <a:ext cx="481320" cy="3380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21DDBBCE-94A0-4DCF-9995-3E877D89696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058829" y="5434105"/>
                <a:ext cx="51696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9154A60D-85AF-46C8-8019-21032AD4B160}"/>
                  </a:ext>
                </a:extLst>
              </p14:cNvPr>
              <p14:cNvContentPartPr/>
              <p14:nvPr/>
            </p14:nvContentPartPr>
            <p14:xfrm>
              <a:off x="4475349" y="5362105"/>
              <a:ext cx="381960" cy="3996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9154A60D-85AF-46C8-8019-21032AD4B16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457709" y="5344465"/>
                <a:ext cx="41760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E846FEDE-E59B-4C98-971C-2A261EB6DA4A}"/>
                  </a:ext>
                </a:extLst>
              </p14:cNvPr>
              <p14:cNvContentPartPr/>
              <p14:nvPr/>
            </p14:nvContentPartPr>
            <p14:xfrm>
              <a:off x="4828149" y="5557225"/>
              <a:ext cx="18000" cy="14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E846FEDE-E59B-4C98-971C-2A261EB6DA4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810509" y="5539585"/>
                <a:ext cx="536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EEA89BFE-1899-4EB3-94C0-C9F98A8DBA5A}"/>
                  </a:ext>
                </a:extLst>
              </p14:cNvPr>
              <p14:cNvContentPartPr/>
              <p14:nvPr/>
            </p14:nvContentPartPr>
            <p14:xfrm>
              <a:off x="4687029" y="2871625"/>
              <a:ext cx="156600" cy="111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EEA89BFE-1899-4EB3-94C0-C9F98A8DBA5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669389" y="2853985"/>
                <a:ext cx="1922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98090B5D-851A-4518-B9DD-5EDF6F750BB3}"/>
                  </a:ext>
                </a:extLst>
              </p14:cNvPr>
              <p14:cNvContentPartPr/>
              <p14:nvPr/>
            </p14:nvContentPartPr>
            <p14:xfrm>
              <a:off x="4701789" y="3084385"/>
              <a:ext cx="164880" cy="3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98090B5D-851A-4518-B9DD-5EDF6F750BB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683789" y="3066745"/>
                <a:ext cx="200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3501C143-86B4-49D5-A07A-4966CC6019E4}"/>
                  </a:ext>
                </a:extLst>
              </p14:cNvPr>
              <p14:cNvContentPartPr/>
              <p14:nvPr/>
            </p14:nvContentPartPr>
            <p14:xfrm>
              <a:off x="4701789" y="3337465"/>
              <a:ext cx="177480" cy="72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3501C143-86B4-49D5-A07A-4966CC6019E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683789" y="3319825"/>
                <a:ext cx="2131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BA371552-B7CF-4F52-A889-1D3BDA54FBB2}"/>
                  </a:ext>
                </a:extLst>
              </p14:cNvPr>
              <p14:cNvContentPartPr/>
              <p14:nvPr/>
            </p14:nvContentPartPr>
            <p14:xfrm>
              <a:off x="7853589" y="4393705"/>
              <a:ext cx="481320" cy="3387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BA371552-B7CF-4F52-A889-1D3BDA54FBB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835949" y="4376065"/>
                <a:ext cx="51696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CCC43602-1C08-4875-8304-CDC044A57F57}"/>
                  </a:ext>
                </a:extLst>
              </p14:cNvPr>
              <p14:cNvContentPartPr/>
              <p14:nvPr/>
            </p14:nvContentPartPr>
            <p14:xfrm>
              <a:off x="2665629" y="4328185"/>
              <a:ext cx="439920" cy="47484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CCC43602-1C08-4875-8304-CDC044A57F5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647989" y="4310545"/>
                <a:ext cx="47556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F1FB2982-2C2D-4A36-A70D-389C0CD2A9F6}"/>
                  </a:ext>
                </a:extLst>
              </p14:cNvPr>
              <p14:cNvContentPartPr/>
              <p14:nvPr/>
            </p14:nvContentPartPr>
            <p14:xfrm>
              <a:off x="9162909" y="4382905"/>
              <a:ext cx="603720" cy="35424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F1FB2982-2C2D-4A36-A70D-389C0CD2A9F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144909" y="4365265"/>
                <a:ext cx="63936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0C15D6F0-3881-4D3D-81C0-0C22B6ED02E2}"/>
                  </a:ext>
                </a:extLst>
              </p14:cNvPr>
              <p14:cNvContentPartPr/>
              <p14:nvPr/>
            </p14:nvContentPartPr>
            <p14:xfrm>
              <a:off x="3380229" y="3662185"/>
              <a:ext cx="730080" cy="8683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0C15D6F0-3881-4D3D-81C0-0C22B6ED02E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362589" y="3644185"/>
                <a:ext cx="765720" cy="90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6E05B0D7-BA57-4383-9B59-8FB6A51FE756}"/>
                  </a:ext>
                </a:extLst>
              </p14:cNvPr>
              <p14:cNvContentPartPr/>
              <p14:nvPr/>
            </p14:nvContentPartPr>
            <p14:xfrm>
              <a:off x="5053149" y="2708905"/>
              <a:ext cx="218160" cy="421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6E05B0D7-BA57-4383-9B59-8FB6A51FE75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035149" y="2691265"/>
                <a:ext cx="2538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1DE32A30-62EF-42F6-8240-086D3F88ECA3}"/>
                  </a:ext>
                </a:extLst>
              </p14:cNvPr>
              <p14:cNvContentPartPr/>
              <p14:nvPr/>
            </p14:nvContentPartPr>
            <p14:xfrm>
              <a:off x="5134509" y="2944705"/>
              <a:ext cx="185040" cy="388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1DE32A30-62EF-42F6-8240-086D3F88ECA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116869" y="2927065"/>
                <a:ext cx="2206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C07DBD7B-CBCA-441C-BF8C-0C74487EBE94}"/>
                  </a:ext>
                </a:extLst>
              </p14:cNvPr>
              <p14:cNvContentPartPr/>
              <p14:nvPr/>
            </p14:nvContentPartPr>
            <p14:xfrm>
              <a:off x="5110749" y="3200665"/>
              <a:ext cx="113760" cy="3348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C07DBD7B-CBCA-441C-BF8C-0C74487EBE9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092749" y="3182665"/>
                <a:ext cx="1494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F4040AF1-E63F-44E1-9E89-2A8871FFF5C4}"/>
                  </a:ext>
                </a:extLst>
              </p14:cNvPr>
              <p14:cNvContentPartPr/>
              <p14:nvPr/>
            </p14:nvContentPartPr>
            <p14:xfrm>
              <a:off x="4648509" y="3257905"/>
              <a:ext cx="360" cy="3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F4040AF1-E63F-44E1-9E89-2A8871FFF5C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630869" y="32402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FF81094E-9C19-42E7-A83D-91D3478F3139}"/>
                  </a:ext>
                </a:extLst>
              </p14:cNvPr>
              <p14:cNvContentPartPr/>
              <p14:nvPr/>
            </p14:nvContentPartPr>
            <p14:xfrm>
              <a:off x="10430829" y="4034425"/>
              <a:ext cx="426600" cy="68760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FF81094E-9C19-42E7-A83D-91D3478F313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412829" y="4016434"/>
                <a:ext cx="462240" cy="723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5E992C4F-51E0-46A9-8D39-D7EB1DF7B32E}"/>
                  </a:ext>
                </a:extLst>
              </p14:cNvPr>
              <p14:cNvContentPartPr/>
              <p14:nvPr/>
            </p14:nvContentPartPr>
            <p14:xfrm>
              <a:off x="10443789" y="3319825"/>
              <a:ext cx="394560" cy="61992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5E992C4F-51E0-46A9-8D39-D7EB1DF7B32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425789" y="3301825"/>
                <a:ext cx="430200" cy="6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BF3A832B-2977-4FEA-8987-9D0075975E63}"/>
                  </a:ext>
                </a:extLst>
              </p14:cNvPr>
              <p14:cNvContentPartPr/>
              <p14:nvPr/>
            </p14:nvContentPartPr>
            <p14:xfrm>
              <a:off x="10573029" y="126985"/>
              <a:ext cx="1247040" cy="3686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BF3A832B-2977-4FEA-8987-9D0075975E6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555029" y="108985"/>
                <a:ext cx="12826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7500EAD5-C337-4BCD-BDDC-3486D649481D}"/>
                  </a:ext>
                </a:extLst>
              </p14:cNvPr>
              <p14:cNvContentPartPr/>
              <p14:nvPr/>
            </p14:nvContentPartPr>
            <p14:xfrm>
              <a:off x="8184069" y="61465"/>
              <a:ext cx="2148840" cy="132084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7500EAD5-C337-4BCD-BDDC-3486D649481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166069" y="43820"/>
                <a:ext cx="2184480" cy="13564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4751077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4904</TotalTime>
  <Words>95</Words>
  <Application>Microsoft Office PowerPoint</Application>
  <PresentationFormat>Ecran lat</PresentationFormat>
  <Paragraphs>10</Paragraphs>
  <Slides>15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311</cp:revision>
  <dcterms:created xsi:type="dcterms:W3CDTF">2020-09-24T15:20:51Z</dcterms:created>
  <dcterms:modified xsi:type="dcterms:W3CDTF">2026-01-24T07:07:32Z</dcterms:modified>
</cp:coreProperties>
</file>